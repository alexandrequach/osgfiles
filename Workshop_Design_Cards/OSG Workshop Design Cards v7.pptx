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2"/>
  </p:notesMasterIdLst>
  <p:sldIdLst>
    <p:sldId id="256" r:id="rId2"/>
    <p:sldId id="362" r:id="rId3"/>
    <p:sldId id="402" r:id="rId4"/>
    <p:sldId id="401" r:id="rId5"/>
    <p:sldId id="431" r:id="rId6"/>
    <p:sldId id="445" r:id="rId7"/>
    <p:sldId id="453" r:id="rId8"/>
    <p:sldId id="399" r:id="rId9"/>
    <p:sldId id="400" r:id="rId10"/>
    <p:sldId id="363" r:id="rId11"/>
    <p:sldId id="366" r:id="rId12"/>
    <p:sldId id="388" r:id="rId13"/>
    <p:sldId id="406" r:id="rId14"/>
    <p:sldId id="386" r:id="rId15"/>
    <p:sldId id="512" r:id="rId16"/>
    <p:sldId id="513" r:id="rId17"/>
    <p:sldId id="514" r:id="rId18"/>
    <p:sldId id="387" r:id="rId19"/>
    <p:sldId id="384" r:id="rId20"/>
    <p:sldId id="502" r:id="rId21"/>
    <p:sldId id="500" r:id="rId22"/>
    <p:sldId id="385" r:id="rId23"/>
    <p:sldId id="393" r:id="rId24"/>
    <p:sldId id="382" r:id="rId25"/>
    <p:sldId id="501" r:id="rId26"/>
    <p:sldId id="503" r:id="rId27"/>
    <p:sldId id="383" r:id="rId28"/>
    <p:sldId id="394" r:id="rId29"/>
    <p:sldId id="378" r:id="rId30"/>
    <p:sldId id="504" r:id="rId31"/>
    <p:sldId id="505" r:id="rId32"/>
    <p:sldId id="381" r:id="rId33"/>
    <p:sldId id="395" r:id="rId34"/>
    <p:sldId id="380" r:id="rId35"/>
    <p:sldId id="506" r:id="rId36"/>
    <p:sldId id="507" r:id="rId37"/>
    <p:sldId id="379" r:id="rId38"/>
    <p:sldId id="396" r:id="rId39"/>
    <p:sldId id="371" r:id="rId40"/>
    <p:sldId id="508" r:id="rId41"/>
    <p:sldId id="509" r:id="rId42"/>
    <p:sldId id="370" r:id="rId43"/>
    <p:sldId id="397" r:id="rId44"/>
    <p:sldId id="374" r:id="rId45"/>
    <p:sldId id="510" r:id="rId46"/>
    <p:sldId id="511" r:id="rId47"/>
    <p:sldId id="376" r:id="rId48"/>
    <p:sldId id="398" r:id="rId49"/>
    <p:sldId id="435" r:id="rId50"/>
    <p:sldId id="436" r:id="rId51"/>
    <p:sldId id="424" r:id="rId52"/>
    <p:sldId id="425" r:id="rId53"/>
    <p:sldId id="426" r:id="rId54"/>
    <p:sldId id="432" r:id="rId55"/>
    <p:sldId id="434" r:id="rId56"/>
    <p:sldId id="433" r:id="rId57"/>
    <p:sldId id="420" r:id="rId58"/>
    <p:sldId id="515" r:id="rId59"/>
    <p:sldId id="516" r:id="rId60"/>
    <p:sldId id="421" r:id="rId61"/>
    <p:sldId id="422" r:id="rId62"/>
    <p:sldId id="423" r:id="rId63"/>
    <p:sldId id="427" r:id="rId64"/>
    <p:sldId id="517" r:id="rId65"/>
    <p:sldId id="518" r:id="rId66"/>
    <p:sldId id="428" r:id="rId67"/>
    <p:sldId id="430" r:id="rId68"/>
    <p:sldId id="429" r:id="rId69"/>
    <p:sldId id="437" r:id="rId70"/>
    <p:sldId id="444" r:id="rId71"/>
    <p:sldId id="442" r:id="rId72"/>
    <p:sldId id="443" r:id="rId73"/>
    <p:sldId id="438" r:id="rId74"/>
    <p:sldId id="519" r:id="rId75"/>
    <p:sldId id="440" r:id="rId76"/>
    <p:sldId id="439" r:id="rId77"/>
    <p:sldId id="520" r:id="rId78"/>
    <p:sldId id="441" r:id="rId79"/>
    <p:sldId id="446" r:id="rId80"/>
    <p:sldId id="447" r:id="rId81"/>
    <p:sldId id="450" r:id="rId82"/>
    <p:sldId id="451" r:id="rId83"/>
    <p:sldId id="521" r:id="rId84"/>
    <p:sldId id="448" r:id="rId85"/>
    <p:sldId id="449" r:id="rId86"/>
    <p:sldId id="454" r:id="rId87"/>
    <p:sldId id="456" r:id="rId88"/>
    <p:sldId id="457" r:id="rId89"/>
    <p:sldId id="458" r:id="rId90"/>
    <p:sldId id="522" r:id="rId91"/>
    <p:sldId id="459" r:id="rId92"/>
    <p:sldId id="461" r:id="rId93"/>
    <p:sldId id="462" r:id="rId94"/>
    <p:sldId id="463" r:id="rId95"/>
    <p:sldId id="465" r:id="rId96"/>
    <p:sldId id="523" r:id="rId97"/>
    <p:sldId id="464" r:id="rId98"/>
    <p:sldId id="524" r:id="rId99"/>
    <p:sldId id="466" r:id="rId100"/>
    <p:sldId id="525" r:id="rId101"/>
    <p:sldId id="469" r:id="rId102"/>
    <p:sldId id="526" r:id="rId103"/>
    <p:sldId id="467" r:id="rId104"/>
    <p:sldId id="527" r:id="rId105"/>
    <p:sldId id="468" r:id="rId106"/>
    <p:sldId id="528" r:id="rId107"/>
    <p:sldId id="471" r:id="rId108"/>
    <p:sldId id="529" r:id="rId109"/>
    <p:sldId id="472" r:id="rId110"/>
    <p:sldId id="530" r:id="rId111"/>
    <p:sldId id="473" r:id="rId112"/>
    <p:sldId id="531" r:id="rId113"/>
    <p:sldId id="474" r:id="rId114"/>
    <p:sldId id="532" r:id="rId115"/>
    <p:sldId id="470" r:id="rId116"/>
    <p:sldId id="533" r:id="rId117"/>
    <p:sldId id="475" r:id="rId118"/>
    <p:sldId id="534" r:id="rId119"/>
    <p:sldId id="476" r:id="rId120"/>
    <p:sldId id="478" r:id="rId121"/>
    <p:sldId id="477" r:id="rId122"/>
    <p:sldId id="479" r:id="rId123"/>
    <p:sldId id="480" r:id="rId124"/>
    <p:sldId id="481" r:id="rId125"/>
    <p:sldId id="483" r:id="rId126"/>
    <p:sldId id="537" r:id="rId127"/>
    <p:sldId id="541" r:id="rId128"/>
    <p:sldId id="494" r:id="rId129"/>
    <p:sldId id="538" r:id="rId130"/>
    <p:sldId id="539" r:id="rId131"/>
    <p:sldId id="540" r:id="rId132"/>
    <p:sldId id="535" r:id="rId133"/>
    <p:sldId id="495" r:id="rId134"/>
    <p:sldId id="496" r:id="rId135"/>
    <p:sldId id="498" r:id="rId136"/>
    <p:sldId id="536" r:id="rId137"/>
    <p:sldId id="499" r:id="rId138"/>
    <p:sldId id="543" r:id="rId139"/>
    <p:sldId id="545" r:id="rId140"/>
    <p:sldId id="546" r:id="rId14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59C6887-B152-4762-AA42-14F245DD8981}">
          <p14:sldIdLst>
            <p14:sldId id="256"/>
            <p14:sldId id="362"/>
            <p14:sldId id="402"/>
            <p14:sldId id="401"/>
            <p14:sldId id="431"/>
            <p14:sldId id="445"/>
            <p14:sldId id="453"/>
            <p14:sldId id="399"/>
            <p14:sldId id="400"/>
            <p14:sldId id="363"/>
            <p14:sldId id="366"/>
          </p14:sldIdLst>
        </p14:section>
        <p14:section name="Sources pour matériel de jeu" id="{CD6A7CBB-A71D-4016-A7F6-293A397AFEDB}">
          <p14:sldIdLst>
            <p14:sldId id="388"/>
            <p14:sldId id="406"/>
            <p14:sldId id="386"/>
            <p14:sldId id="512"/>
            <p14:sldId id="513"/>
            <p14:sldId id="514"/>
            <p14:sldId id="387"/>
            <p14:sldId id="384"/>
            <p14:sldId id="502"/>
            <p14:sldId id="500"/>
            <p14:sldId id="385"/>
            <p14:sldId id="393"/>
            <p14:sldId id="382"/>
            <p14:sldId id="501"/>
            <p14:sldId id="503"/>
            <p14:sldId id="383"/>
            <p14:sldId id="394"/>
            <p14:sldId id="378"/>
            <p14:sldId id="504"/>
            <p14:sldId id="505"/>
            <p14:sldId id="381"/>
            <p14:sldId id="395"/>
            <p14:sldId id="380"/>
            <p14:sldId id="506"/>
            <p14:sldId id="507"/>
            <p14:sldId id="379"/>
            <p14:sldId id="396"/>
            <p14:sldId id="371"/>
            <p14:sldId id="508"/>
            <p14:sldId id="509"/>
            <p14:sldId id="370"/>
            <p14:sldId id="397"/>
            <p14:sldId id="374"/>
            <p14:sldId id="510"/>
            <p14:sldId id="511"/>
            <p14:sldId id="376"/>
            <p14:sldId id="398"/>
            <p14:sldId id="435"/>
            <p14:sldId id="436"/>
          </p14:sldIdLst>
        </p14:section>
        <p14:section name="Extension V2 : Objectifs" id="{101C9619-C2E3-472C-8F45-0DC673E197D0}">
          <p14:sldIdLst>
            <p14:sldId id="424"/>
            <p14:sldId id="425"/>
            <p14:sldId id="426"/>
            <p14:sldId id="432"/>
            <p14:sldId id="434"/>
            <p14:sldId id="433"/>
            <p14:sldId id="420"/>
            <p14:sldId id="515"/>
            <p14:sldId id="516"/>
            <p14:sldId id="421"/>
            <p14:sldId id="422"/>
            <p14:sldId id="423"/>
            <p14:sldId id="427"/>
            <p14:sldId id="517"/>
            <p14:sldId id="518"/>
            <p14:sldId id="428"/>
            <p14:sldId id="430"/>
            <p14:sldId id="429"/>
          </p14:sldIdLst>
        </p14:section>
        <p14:section name="Extension V3 : Rôles" id="{9B2B0B1F-0230-4668-B6D4-2E53FE650285}">
          <p14:sldIdLst>
            <p14:sldId id="437"/>
            <p14:sldId id="444"/>
            <p14:sldId id="442"/>
            <p14:sldId id="443"/>
            <p14:sldId id="438"/>
            <p14:sldId id="519"/>
            <p14:sldId id="440"/>
            <p14:sldId id="439"/>
            <p14:sldId id="520"/>
            <p14:sldId id="441"/>
          </p14:sldIdLst>
        </p14:section>
        <p14:section name="Extension  V4 : Invités" id="{49F7591A-A355-4AF0-AFE4-05F618E5AC1A}">
          <p14:sldIdLst>
            <p14:sldId id="446"/>
            <p14:sldId id="447"/>
            <p14:sldId id="450"/>
            <p14:sldId id="451"/>
            <p14:sldId id="521"/>
            <p14:sldId id="448"/>
            <p14:sldId id="449"/>
          </p14:sldIdLst>
        </p14:section>
        <p14:section name="Extension V5 : Etat des invités" id="{A1C4650A-29C5-49B3-B067-B30171D446DB}">
          <p14:sldIdLst>
            <p14:sldId id="454"/>
            <p14:sldId id="456"/>
            <p14:sldId id="457"/>
            <p14:sldId id="458"/>
            <p14:sldId id="522"/>
            <p14:sldId id="459"/>
            <p14:sldId id="461"/>
            <p14:sldId id="462"/>
          </p14:sldIdLst>
        </p14:section>
        <p14:section name="Extension V6  : Etat initial du collectif" id="{A992E286-20E1-4D48-B281-CECC8620AF63}">
          <p14:sldIdLst>
            <p14:sldId id="463"/>
            <p14:sldId id="465"/>
            <p14:sldId id="523"/>
            <p14:sldId id="464"/>
            <p14:sldId id="524"/>
            <p14:sldId id="466"/>
            <p14:sldId id="525"/>
            <p14:sldId id="469"/>
            <p14:sldId id="526"/>
            <p14:sldId id="467"/>
            <p14:sldId id="527"/>
            <p14:sldId id="468"/>
            <p14:sldId id="528"/>
            <p14:sldId id="471"/>
            <p14:sldId id="529"/>
            <p14:sldId id="472"/>
            <p14:sldId id="530"/>
            <p14:sldId id="473"/>
            <p14:sldId id="531"/>
            <p14:sldId id="474"/>
            <p14:sldId id="532"/>
            <p14:sldId id="470"/>
            <p14:sldId id="533"/>
            <p14:sldId id="475"/>
            <p14:sldId id="534"/>
            <p14:sldId id="476"/>
          </p14:sldIdLst>
        </p14:section>
        <p14:section name="V6 L'approche en 3 temps" id="{23C49C6E-1386-42CD-9887-76A319D6B9B1}">
          <p14:sldIdLst>
            <p14:sldId id="478"/>
            <p14:sldId id="477"/>
            <p14:sldId id="479"/>
            <p14:sldId id="480"/>
            <p14:sldId id="481"/>
            <p14:sldId id="483"/>
          </p14:sldIdLst>
        </p14:section>
        <p14:section name="Extension V7 : Préparation de l'événement" id="{4FE628FF-E4C2-48A2-82FD-AF1D986C0B1A}">
          <p14:sldIdLst>
            <p14:sldId id="537"/>
            <p14:sldId id="541"/>
            <p14:sldId id="494"/>
            <p14:sldId id="538"/>
            <p14:sldId id="539"/>
            <p14:sldId id="540"/>
            <p14:sldId id="535"/>
            <p14:sldId id="495"/>
            <p14:sldId id="496"/>
            <p14:sldId id="498"/>
            <p14:sldId id="536"/>
            <p14:sldId id="499"/>
            <p14:sldId id="543"/>
            <p14:sldId id="545"/>
            <p14:sldId id="5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CE2C"/>
    <a:srgbClr val="EACF04"/>
    <a:srgbClr val="FFFFCC"/>
    <a:srgbClr val="F0F4C0"/>
    <a:srgbClr val="ED7D31"/>
    <a:srgbClr val="0683AA"/>
    <a:srgbClr val="F16E80"/>
    <a:srgbClr val="FFAA5F"/>
    <a:srgbClr val="ABD6E7"/>
    <a:srgbClr val="FDD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3C933-D0B9-4344-9F1C-FFBED5D51B04}" v="7" dt="2022-11-10T16:12:50.16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4" autoAdjust="0"/>
    <p:restoredTop sz="96357" autoAdjust="0"/>
  </p:normalViewPr>
  <p:slideViewPr>
    <p:cSldViewPr snapToGrid="0">
      <p:cViewPr varScale="1">
        <p:scale>
          <a:sx n="110" d="100"/>
          <a:sy n="110"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14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92D3C933-D0B9-4344-9F1C-FFBED5D51B04}"/>
    <pc:docChg chg="undo custSel addSld delSld modSld delSection modSection">
      <pc:chgData name="Alexandre Quach" userId="7bb690c8a6e028e4" providerId="LiveId" clId="{92D3C933-D0B9-4344-9F1C-FFBED5D51B04}" dt="2022-11-10T16:29:07.833" v="130" actId="12"/>
      <pc:docMkLst>
        <pc:docMk/>
      </pc:docMkLst>
      <pc:sldChg chg="modSp mod">
        <pc:chgData name="Alexandre Quach" userId="7bb690c8a6e028e4" providerId="LiveId" clId="{92D3C933-D0B9-4344-9F1C-FFBED5D51B04}" dt="2022-11-10T14:01:09.753" v="102" actId="20577"/>
        <pc:sldMkLst>
          <pc:docMk/>
          <pc:sldMk cId="662365454" sldId="366"/>
        </pc:sldMkLst>
        <pc:graphicFrameChg chg="modGraphic">
          <ac:chgData name="Alexandre Quach" userId="7bb690c8a6e028e4" providerId="LiveId" clId="{92D3C933-D0B9-4344-9F1C-FFBED5D51B04}" dt="2022-11-10T14:01:09.753" v="102" actId="20577"/>
          <ac:graphicFrameMkLst>
            <pc:docMk/>
            <pc:sldMk cId="662365454" sldId="366"/>
            <ac:graphicFrameMk id="4" creationId="{B08BEB17-09DF-461E-9CA2-AC3AEFDC5059}"/>
          </ac:graphicFrameMkLst>
        </pc:graphicFrameChg>
      </pc:sldChg>
      <pc:sldChg chg="modSp mod">
        <pc:chgData name="Alexandre Quach" userId="7bb690c8a6e028e4" providerId="LiveId" clId="{92D3C933-D0B9-4344-9F1C-FFBED5D51B04}" dt="2022-11-10T16:12:50.279" v="129" actId="27636"/>
        <pc:sldMkLst>
          <pc:docMk/>
          <pc:sldMk cId="2509491063" sldId="402"/>
        </pc:sldMkLst>
        <pc:spChg chg="mod">
          <ac:chgData name="Alexandre Quach" userId="7bb690c8a6e028e4" providerId="LiveId" clId="{92D3C933-D0B9-4344-9F1C-FFBED5D51B04}" dt="2022-11-10T16:12:50.279" v="129" actId="27636"/>
          <ac:spMkLst>
            <pc:docMk/>
            <pc:sldMk cId="2509491063" sldId="402"/>
            <ac:spMk id="13" creationId="{1124C65A-2B68-402E-972F-571F1F4FB532}"/>
          </ac:spMkLst>
        </pc:spChg>
      </pc:sldChg>
      <pc:sldChg chg="del">
        <pc:chgData name="Alexandre Quach" userId="7bb690c8a6e028e4" providerId="LiveId" clId="{92D3C933-D0B9-4344-9F1C-FFBED5D51B04}" dt="2022-11-10T16:10:46.442" v="125" actId="47"/>
        <pc:sldMkLst>
          <pc:docMk/>
          <pc:sldMk cId="3486695330" sldId="484"/>
        </pc:sldMkLst>
      </pc:sldChg>
      <pc:sldChg chg="del">
        <pc:chgData name="Alexandre Quach" userId="7bb690c8a6e028e4" providerId="LiveId" clId="{92D3C933-D0B9-4344-9F1C-FFBED5D51B04}" dt="2022-11-10T16:10:46.442" v="125" actId="47"/>
        <pc:sldMkLst>
          <pc:docMk/>
          <pc:sldMk cId="932950801" sldId="486"/>
        </pc:sldMkLst>
      </pc:sldChg>
      <pc:sldChg chg="del">
        <pc:chgData name="Alexandre Quach" userId="7bb690c8a6e028e4" providerId="LiveId" clId="{92D3C933-D0B9-4344-9F1C-FFBED5D51B04}" dt="2022-11-10T16:10:46.442" v="125" actId="47"/>
        <pc:sldMkLst>
          <pc:docMk/>
          <pc:sldMk cId="3129374803" sldId="487"/>
        </pc:sldMkLst>
      </pc:sldChg>
      <pc:sldChg chg="del">
        <pc:chgData name="Alexandre Quach" userId="7bb690c8a6e028e4" providerId="LiveId" clId="{92D3C933-D0B9-4344-9F1C-FFBED5D51B04}" dt="2022-11-10T16:10:46.442" v="125" actId="47"/>
        <pc:sldMkLst>
          <pc:docMk/>
          <pc:sldMk cId="1218355158" sldId="488"/>
        </pc:sldMkLst>
      </pc:sldChg>
      <pc:sldChg chg="del">
        <pc:chgData name="Alexandre Quach" userId="7bb690c8a6e028e4" providerId="LiveId" clId="{92D3C933-D0B9-4344-9F1C-FFBED5D51B04}" dt="2022-11-10T16:10:46.442" v="125" actId="47"/>
        <pc:sldMkLst>
          <pc:docMk/>
          <pc:sldMk cId="1186746754" sldId="489"/>
        </pc:sldMkLst>
      </pc:sldChg>
      <pc:sldChg chg="del">
        <pc:chgData name="Alexandre Quach" userId="7bb690c8a6e028e4" providerId="LiveId" clId="{92D3C933-D0B9-4344-9F1C-FFBED5D51B04}" dt="2022-11-10T16:10:46.442" v="125" actId="47"/>
        <pc:sldMkLst>
          <pc:docMk/>
          <pc:sldMk cId="1052885419" sldId="490"/>
        </pc:sldMkLst>
      </pc:sldChg>
      <pc:sldChg chg="del">
        <pc:chgData name="Alexandre Quach" userId="7bb690c8a6e028e4" providerId="LiveId" clId="{92D3C933-D0B9-4344-9F1C-FFBED5D51B04}" dt="2022-11-10T16:10:46.442" v="125" actId="47"/>
        <pc:sldMkLst>
          <pc:docMk/>
          <pc:sldMk cId="281010067" sldId="491"/>
        </pc:sldMkLst>
      </pc:sldChg>
      <pc:sldChg chg="del">
        <pc:chgData name="Alexandre Quach" userId="7bb690c8a6e028e4" providerId="LiveId" clId="{92D3C933-D0B9-4344-9F1C-FFBED5D51B04}" dt="2022-11-10T16:10:46.442" v="125" actId="47"/>
        <pc:sldMkLst>
          <pc:docMk/>
          <pc:sldMk cId="978879180" sldId="492"/>
        </pc:sldMkLst>
      </pc:sldChg>
      <pc:sldChg chg="del">
        <pc:chgData name="Alexandre Quach" userId="7bb690c8a6e028e4" providerId="LiveId" clId="{92D3C933-D0B9-4344-9F1C-FFBED5D51B04}" dt="2022-11-10T16:10:46.442" v="125" actId="47"/>
        <pc:sldMkLst>
          <pc:docMk/>
          <pc:sldMk cId="2388377574" sldId="493"/>
        </pc:sldMkLst>
      </pc:sldChg>
      <pc:sldChg chg="addSp modSp mod">
        <pc:chgData name="Alexandre Quach" userId="7bb690c8a6e028e4" providerId="LiveId" clId="{92D3C933-D0B9-4344-9F1C-FFBED5D51B04}" dt="2022-11-10T16:29:07.833" v="130" actId="12"/>
        <pc:sldMkLst>
          <pc:docMk/>
          <pc:sldMk cId="79100106" sldId="499"/>
        </pc:sldMkLst>
        <pc:spChg chg="mod">
          <ac:chgData name="Alexandre Quach" userId="7bb690c8a6e028e4" providerId="LiveId" clId="{92D3C933-D0B9-4344-9F1C-FFBED5D51B04}" dt="2022-11-10T16:29:07.833" v="130" actId="12"/>
          <ac:spMkLst>
            <pc:docMk/>
            <pc:sldMk cId="79100106" sldId="499"/>
            <ac:spMk id="3" creationId="{1491DC75-BCAE-5071-FFE0-4F702EF4892E}"/>
          </ac:spMkLst>
        </pc:spChg>
        <pc:grpChg chg="add mod">
          <ac:chgData name="Alexandre Quach" userId="7bb690c8a6e028e4" providerId="LiveId" clId="{92D3C933-D0B9-4344-9F1C-FFBED5D51B04}" dt="2022-11-10T15:22:28.060" v="107" actId="14100"/>
          <ac:grpSpMkLst>
            <pc:docMk/>
            <pc:sldMk cId="79100106" sldId="499"/>
            <ac:grpSpMk id="17" creationId="{1410A9A4-BC1D-BA29-5693-790846B8C670}"/>
          </ac:grpSpMkLst>
        </pc:grpChg>
        <pc:picChg chg="mod">
          <ac:chgData name="Alexandre Quach" userId="7bb690c8a6e028e4" providerId="LiveId" clId="{92D3C933-D0B9-4344-9F1C-FFBED5D51B04}" dt="2022-11-10T15:22:19.451" v="103" actId="164"/>
          <ac:picMkLst>
            <pc:docMk/>
            <pc:sldMk cId="79100106" sldId="499"/>
            <ac:picMk id="4" creationId="{3DC2AA83-BB22-FDB4-C621-1AD94C7F3B9B}"/>
          </ac:picMkLst>
        </pc:picChg>
        <pc:picChg chg="mod">
          <ac:chgData name="Alexandre Quach" userId="7bb690c8a6e028e4" providerId="LiveId" clId="{92D3C933-D0B9-4344-9F1C-FFBED5D51B04}" dt="2022-11-10T15:22:19.451" v="103" actId="164"/>
          <ac:picMkLst>
            <pc:docMk/>
            <pc:sldMk cId="79100106" sldId="499"/>
            <ac:picMk id="5" creationId="{423DAC4D-2FEC-CA39-C97A-144F30F284FE}"/>
          </ac:picMkLst>
        </pc:picChg>
        <pc:picChg chg="mod">
          <ac:chgData name="Alexandre Quach" userId="7bb690c8a6e028e4" providerId="LiveId" clId="{92D3C933-D0B9-4344-9F1C-FFBED5D51B04}" dt="2022-11-10T15:22:19.451" v="103" actId="164"/>
          <ac:picMkLst>
            <pc:docMk/>
            <pc:sldMk cId="79100106" sldId="499"/>
            <ac:picMk id="6" creationId="{1A862098-57D8-3DBF-22EF-8AE356FC637D}"/>
          </ac:picMkLst>
        </pc:picChg>
        <pc:picChg chg="mod">
          <ac:chgData name="Alexandre Quach" userId="7bb690c8a6e028e4" providerId="LiveId" clId="{92D3C933-D0B9-4344-9F1C-FFBED5D51B04}" dt="2022-11-10T15:22:19.451" v="103" actId="164"/>
          <ac:picMkLst>
            <pc:docMk/>
            <pc:sldMk cId="79100106" sldId="499"/>
            <ac:picMk id="8" creationId="{62D0D24C-018E-67C1-EE53-BE3B2C6FDAC0}"/>
          </ac:picMkLst>
        </pc:picChg>
        <pc:picChg chg="mod">
          <ac:chgData name="Alexandre Quach" userId="7bb690c8a6e028e4" providerId="LiveId" clId="{92D3C933-D0B9-4344-9F1C-FFBED5D51B04}" dt="2022-11-10T15:22:19.451" v="103" actId="164"/>
          <ac:picMkLst>
            <pc:docMk/>
            <pc:sldMk cId="79100106" sldId="499"/>
            <ac:picMk id="9" creationId="{13A3430A-EC89-B55D-DEFA-02D7B1405E8B}"/>
          </ac:picMkLst>
        </pc:picChg>
        <pc:picChg chg="mod">
          <ac:chgData name="Alexandre Quach" userId="7bb690c8a6e028e4" providerId="LiveId" clId="{92D3C933-D0B9-4344-9F1C-FFBED5D51B04}" dt="2022-11-10T15:22:19.451" v="103" actId="164"/>
          <ac:picMkLst>
            <pc:docMk/>
            <pc:sldMk cId="79100106" sldId="499"/>
            <ac:picMk id="10" creationId="{83478ED7-2154-7321-BA86-237ACD448958}"/>
          </ac:picMkLst>
        </pc:picChg>
        <pc:picChg chg="mod">
          <ac:chgData name="Alexandre Quach" userId="7bb690c8a6e028e4" providerId="LiveId" clId="{92D3C933-D0B9-4344-9F1C-FFBED5D51B04}" dt="2022-11-10T15:22:19.451" v="103" actId="164"/>
          <ac:picMkLst>
            <pc:docMk/>
            <pc:sldMk cId="79100106" sldId="499"/>
            <ac:picMk id="12" creationId="{A7D88AC8-0B52-B420-2679-B3501096DFC9}"/>
          </ac:picMkLst>
        </pc:picChg>
        <pc:picChg chg="mod">
          <ac:chgData name="Alexandre Quach" userId="7bb690c8a6e028e4" providerId="LiveId" clId="{92D3C933-D0B9-4344-9F1C-FFBED5D51B04}" dt="2022-11-10T15:22:19.451" v="103" actId="164"/>
          <ac:picMkLst>
            <pc:docMk/>
            <pc:sldMk cId="79100106" sldId="499"/>
            <ac:picMk id="13" creationId="{B74BAED3-18F7-6201-E95D-71FBD4276BA1}"/>
          </ac:picMkLst>
        </pc:picChg>
        <pc:picChg chg="mod">
          <ac:chgData name="Alexandre Quach" userId="7bb690c8a6e028e4" providerId="LiveId" clId="{92D3C933-D0B9-4344-9F1C-FFBED5D51B04}" dt="2022-11-10T15:22:19.451" v="103" actId="164"/>
          <ac:picMkLst>
            <pc:docMk/>
            <pc:sldMk cId="79100106" sldId="499"/>
            <ac:picMk id="15" creationId="{D22F7677-59FE-4A7A-28A9-6EF7974338AD}"/>
          </ac:picMkLst>
        </pc:picChg>
        <pc:picChg chg="mod">
          <ac:chgData name="Alexandre Quach" userId="7bb690c8a6e028e4" providerId="LiveId" clId="{92D3C933-D0B9-4344-9F1C-FFBED5D51B04}" dt="2022-11-10T15:22:19.451" v="103" actId="164"/>
          <ac:picMkLst>
            <pc:docMk/>
            <pc:sldMk cId="79100106" sldId="499"/>
            <ac:picMk id="16" creationId="{F9C40AB6-298B-6DA3-4D3E-C672B2ACC926}"/>
          </ac:picMkLst>
        </pc:picChg>
      </pc:sldChg>
      <pc:sldChg chg="modSp">
        <pc:chgData name="Alexandre Quach" userId="7bb690c8a6e028e4" providerId="LiveId" clId="{92D3C933-D0B9-4344-9F1C-FFBED5D51B04}" dt="2022-11-10T16:12:50.161" v="128" actId="5736"/>
        <pc:sldMkLst>
          <pc:docMk/>
          <pc:sldMk cId="2486180989" sldId="538"/>
        </pc:sldMkLst>
        <pc:graphicFrameChg chg="mod">
          <ac:chgData name="Alexandre Quach" userId="7bb690c8a6e028e4" providerId="LiveId" clId="{92D3C933-D0B9-4344-9F1C-FFBED5D51B04}" dt="2022-11-10T16:12:50.161" v="128" actId="5736"/>
          <ac:graphicFrameMkLst>
            <pc:docMk/>
            <pc:sldMk cId="2486180989" sldId="538"/>
            <ac:graphicFrameMk id="9" creationId="{E7956717-6E0F-2F16-BC0A-85C879DECE7C}"/>
          </ac:graphicFrameMkLst>
        </pc:graphicFrameChg>
        <pc:picChg chg="mod">
          <ac:chgData name="Alexandre Quach" userId="7bb690c8a6e028e4" providerId="LiveId" clId="{92D3C933-D0B9-4344-9F1C-FFBED5D51B04}" dt="2022-11-10T16:12:50.161" v="128" actId="5736"/>
          <ac:picMkLst>
            <pc:docMk/>
            <pc:sldMk cId="2486180989" sldId="538"/>
            <ac:picMk id="11" creationId="{45FF80A8-5BC1-518D-6E37-029B4490CF74}"/>
          </ac:picMkLst>
        </pc:picChg>
      </pc:sldChg>
      <pc:sldChg chg="del">
        <pc:chgData name="Alexandre Quach" userId="7bb690c8a6e028e4" providerId="LiveId" clId="{92D3C933-D0B9-4344-9F1C-FFBED5D51B04}" dt="2022-11-10T16:10:46.442" v="125" actId="47"/>
        <pc:sldMkLst>
          <pc:docMk/>
          <pc:sldMk cId="4120566452" sldId="542"/>
        </pc:sldMkLst>
      </pc:sldChg>
      <pc:sldChg chg="addSp delSp modSp add del mod">
        <pc:chgData name="Alexandre Quach" userId="7bb690c8a6e028e4" providerId="LiveId" clId="{92D3C933-D0B9-4344-9F1C-FFBED5D51B04}" dt="2022-11-10T15:25:53.300" v="124" actId="47"/>
        <pc:sldMkLst>
          <pc:docMk/>
          <pc:sldMk cId="2399817857" sldId="547"/>
        </pc:sldMkLst>
        <pc:spChg chg="del">
          <ac:chgData name="Alexandre Quach" userId="7bb690c8a6e028e4" providerId="LiveId" clId="{92D3C933-D0B9-4344-9F1C-FFBED5D51B04}" dt="2022-11-10T15:22:57.620" v="117" actId="478"/>
          <ac:spMkLst>
            <pc:docMk/>
            <pc:sldMk cId="2399817857" sldId="547"/>
            <ac:spMk id="2" creationId="{5D959CB4-F05C-0208-55C3-ED434B1AD6A8}"/>
          </ac:spMkLst>
        </pc:spChg>
        <pc:spChg chg="del">
          <ac:chgData name="Alexandre Quach" userId="7bb690c8a6e028e4" providerId="LiveId" clId="{92D3C933-D0B9-4344-9F1C-FFBED5D51B04}" dt="2022-11-10T15:22:32.853" v="109" actId="478"/>
          <ac:spMkLst>
            <pc:docMk/>
            <pc:sldMk cId="2399817857" sldId="547"/>
            <ac:spMk id="3" creationId="{1491DC75-BCAE-5071-FFE0-4F702EF4892E}"/>
          </ac:spMkLst>
        </pc:spChg>
        <pc:spChg chg="add del mod">
          <ac:chgData name="Alexandre Quach" userId="7bb690c8a6e028e4" providerId="LiveId" clId="{92D3C933-D0B9-4344-9F1C-FFBED5D51B04}" dt="2022-11-10T15:22:34.440" v="110" actId="478"/>
          <ac:spMkLst>
            <pc:docMk/>
            <pc:sldMk cId="2399817857" sldId="547"/>
            <ac:spMk id="11" creationId="{9B5D9F74-DD2B-86C5-B7CC-ED98F053D4A1}"/>
          </ac:spMkLst>
        </pc:spChg>
        <pc:spChg chg="add del mod">
          <ac:chgData name="Alexandre Quach" userId="7bb690c8a6e028e4" providerId="LiveId" clId="{92D3C933-D0B9-4344-9F1C-FFBED5D51B04}" dt="2022-11-10T15:22:59.520" v="118" actId="478"/>
          <ac:spMkLst>
            <pc:docMk/>
            <pc:sldMk cId="2399817857" sldId="547"/>
            <ac:spMk id="18" creationId="{B0C2D26F-CF2E-9F2D-39C1-FDFEAE3D6462}"/>
          </ac:spMkLst>
        </pc:spChg>
        <pc:grpChg chg="del mod">
          <ac:chgData name="Alexandre Quach" userId="7bb690c8a6e028e4" providerId="LiveId" clId="{92D3C933-D0B9-4344-9F1C-FFBED5D51B04}" dt="2022-11-10T15:22:41.447" v="112" actId="165"/>
          <ac:grpSpMkLst>
            <pc:docMk/>
            <pc:sldMk cId="2399817857" sldId="547"/>
            <ac:grpSpMk id="17" creationId="{1410A9A4-BC1D-BA29-5693-790846B8C670}"/>
          </ac:grpSpMkLst>
        </pc:grpChg>
        <pc:grpChg chg="add del mod">
          <ac:chgData name="Alexandre Quach" userId="7bb690c8a6e028e4" providerId="LiveId" clId="{92D3C933-D0B9-4344-9F1C-FFBED5D51B04}" dt="2022-11-10T15:23:08.568" v="121" actId="165"/>
          <ac:grpSpMkLst>
            <pc:docMk/>
            <pc:sldMk cId="2399817857" sldId="547"/>
            <ac:grpSpMk id="19" creationId="{D0A2B02D-D316-4411-4645-ECE8C21D63C0}"/>
          </ac:grpSpMkLst>
        </pc:grpChg>
        <pc:grpChg chg="add mod">
          <ac:chgData name="Alexandre Quach" userId="7bb690c8a6e028e4" providerId="LiveId" clId="{92D3C933-D0B9-4344-9F1C-FFBED5D51B04}" dt="2022-11-10T15:23:58.906" v="122" actId="164"/>
          <ac:grpSpMkLst>
            <pc:docMk/>
            <pc:sldMk cId="2399817857" sldId="547"/>
            <ac:grpSpMk id="20" creationId="{5C4CD65C-8A1B-6897-861C-CF545EDCB876}"/>
          </ac:grpSpMkLst>
        </pc:grpChg>
        <pc:grpChg chg="add mod">
          <ac:chgData name="Alexandre Quach" userId="7bb690c8a6e028e4" providerId="LiveId" clId="{92D3C933-D0B9-4344-9F1C-FFBED5D51B04}" dt="2022-11-10T15:24:17.237" v="123" actId="164"/>
          <ac:grpSpMkLst>
            <pc:docMk/>
            <pc:sldMk cId="2399817857" sldId="547"/>
            <ac:grpSpMk id="21" creationId="{C6F58D19-C7CA-8A2A-F0FA-E37AB35E2644}"/>
          </ac:grpSpMkLst>
        </pc:grpChg>
        <pc:picChg chg="mod topLvl">
          <ac:chgData name="Alexandre Quach" userId="7bb690c8a6e028e4" providerId="LiveId" clId="{92D3C933-D0B9-4344-9F1C-FFBED5D51B04}" dt="2022-11-10T15:23:08.568" v="121" actId="165"/>
          <ac:picMkLst>
            <pc:docMk/>
            <pc:sldMk cId="2399817857" sldId="547"/>
            <ac:picMk id="4" creationId="{3DC2AA83-BB22-FDB4-C621-1AD94C7F3B9B}"/>
          </ac:picMkLst>
        </pc:picChg>
        <pc:picChg chg="mod topLvl">
          <ac:chgData name="Alexandre Quach" userId="7bb690c8a6e028e4" providerId="LiveId" clId="{92D3C933-D0B9-4344-9F1C-FFBED5D51B04}" dt="2022-11-10T15:23:08.568" v="121" actId="165"/>
          <ac:picMkLst>
            <pc:docMk/>
            <pc:sldMk cId="2399817857" sldId="547"/>
            <ac:picMk id="5" creationId="{423DAC4D-2FEC-CA39-C97A-144F30F284FE}"/>
          </ac:picMkLst>
        </pc:picChg>
        <pc:picChg chg="mod topLvl">
          <ac:chgData name="Alexandre Quach" userId="7bb690c8a6e028e4" providerId="LiveId" clId="{92D3C933-D0B9-4344-9F1C-FFBED5D51B04}" dt="2022-11-10T15:23:08.568" v="121" actId="165"/>
          <ac:picMkLst>
            <pc:docMk/>
            <pc:sldMk cId="2399817857" sldId="547"/>
            <ac:picMk id="6" creationId="{1A862098-57D8-3DBF-22EF-8AE356FC637D}"/>
          </ac:picMkLst>
        </pc:picChg>
        <pc:picChg chg="mod topLvl">
          <ac:chgData name="Alexandre Quach" userId="7bb690c8a6e028e4" providerId="LiveId" clId="{92D3C933-D0B9-4344-9F1C-FFBED5D51B04}" dt="2022-11-10T15:23:58.906" v="122" actId="164"/>
          <ac:picMkLst>
            <pc:docMk/>
            <pc:sldMk cId="2399817857" sldId="547"/>
            <ac:picMk id="8" creationId="{62D0D24C-018E-67C1-EE53-BE3B2C6FDAC0}"/>
          </ac:picMkLst>
        </pc:picChg>
        <pc:picChg chg="mod topLvl">
          <ac:chgData name="Alexandre Quach" userId="7bb690c8a6e028e4" providerId="LiveId" clId="{92D3C933-D0B9-4344-9F1C-FFBED5D51B04}" dt="2022-11-10T15:23:58.906" v="122" actId="164"/>
          <ac:picMkLst>
            <pc:docMk/>
            <pc:sldMk cId="2399817857" sldId="547"/>
            <ac:picMk id="9" creationId="{13A3430A-EC89-B55D-DEFA-02D7B1405E8B}"/>
          </ac:picMkLst>
        </pc:picChg>
        <pc:picChg chg="mod topLvl">
          <ac:chgData name="Alexandre Quach" userId="7bb690c8a6e028e4" providerId="LiveId" clId="{92D3C933-D0B9-4344-9F1C-FFBED5D51B04}" dt="2022-11-10T15:23:08.568" v="121" actId="165"/>
          <ac:picMkLst>
            <pc:docMk/>
            <pc:sldMk cId="2399817857" sldId="547"/>
            <ac:picMk id="10" creationId="{83478ED7-2154-7321-BA86-237ACD448958}"/>
          </ac:picMkLst>
        </pc:picChg>
        <pc:picChg chg="mod topLvl">
          <ac:chgData name="Alexandre Quach" userId="7bb690c8a6e028e4" providerId="LiveId" clId="{92D3C933-D0B9-4344-9F1C-FFBED5D51B04}" dt="2022-11-10T15:23:08.568" v="121" actId="165"/>
          <ac:picMkLst>
            <pc:docMk/>
            <pc:sldMk cId="2399817857" sldId="547"/>
            <ac:picMk id="12" creationId="{A7D88AC8-0B52-B420-2679-B3501096DFC9}"/>
          </ac:picMkLst>
        </pc:picChg>
        <pc:picChg chg="mod topLvl">
          <ac:chgData name="Alexandre Quach" userId="7bb690c8a6e028e4" providerId="LiveId" clId="{92D3C933-D0B9-4344-9F1C-FFBED5D51B04}" dt="2022-11-10T15:23:08.568" v="121" actId="165"/>
          <ac:picMkLst>
            <pc:docMk/>
            <pc:sldMk cId="2399817857" sldId="547"/>
            <ac:picMk id="13" creationId="{B74BAED3-18F7-6201-E95D-71FBD4276BA1}"/>
          </ac:picMkLst>
        </pc:picChg>
        <pc:picChg chg="mod topLvl">
          <ac:chgData name="Alexandre Quach" userId="7bb690c8a6e028e4" providerId="LiveId" clId="{92D3C933-D0B9-4344-9F1C-FFBED5D51B04}" dt="2022-11-10T15:24:17.237" v="123" actId="164"/>
          <ac:picMkLst>
            <pc:docMk/>
            <pc:sldMk cId="2399817857" sldId="547"/>
            <ac:picMk id="15" creationId="{D22F7677-59FE-4A7A-28A9-6EF7974338AD}"/>
          </ac:picMkLst>
        </pc:picChg>
        <pc:picChg chg="mod topLvl">
          <ac:chgData name="Alexandre Quach" userId="7bb690c8a6e028e4" providerId="LiveId" clId="{92D3C933-D0B9-4344-9F1C-FFBED5D51B04}" dt="2022-11-10T15:24:17.237" v="123" actId="164"/>
          <ac:picMkLst>
            <pc:docMk/>
            <pc:sldMk cId="2399817857" sldId="547"/>
            <ac:picMk id="16" creationId="{F9C40AB6-298B-6DA3-4D3E-C672B2ACC9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10/11/2022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223842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22</a:t>
            </a:fld>
            <a:endParaRPr lang="fr-FR"/>
          </a:p>
        </p:txBody>
      </p:sp>
    </p:spTree>
    <p:extLst>
      <p:ext uri="{BB962C8B-B14F-4D97-AF65-F5344CB8AC3E}">
        <p14:creationId xmlns:p14="http://schemas.microsoft.com/office/powerpoint/2010/main" val="1643638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23</a:t>
            </a:fld>
            <a:endParaRPr lang="fr-FR"/>
          </a:p>
        </p:txBody>
      </p:sp>
    </p:spTree>
    <p:extLst>
      <p:ext uri="{BB962C8B-B14F-4D97-AF65-F5344CB8AC3E}">
        <p14:creationId xmlns:p14="http://schemas.microsoft.com/office/powerpoint/2010/main" val="1083443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27</a:t>
            </a:fld>
            <a:endParaRPr lang="fr-FR"/>
          </a:p>
        </p:txBody>
      </p:sp>
    </p:spTree>
    <p:extLst>
      <p:ext uri="{BB962C8B-B14F-4D97-AF65-F5344CB8AC3E}">
        <p14:creationId xmlns:p14="http://schemas.microsoft.com/office/powerpoint/2010/main" val="1651711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28</a:t>
            </a:fld>
            <a:endParaRPr lang="fr-FR"/>
          </a:p>
        </p:txBody>
      </p:sp>
    </p:spTree>
    <p:extLst>
      <p:ext uri="{BB962C8B-B14F-4D97-AF65-F5344CB8AC3E}">
        <p14:creationId xmlns:p14="http://schemas.microsoft.com/office/powerpoint/2010/main" val="4055917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32</a:t>
            </a:fld>
            <a:endParaRPr lang="fr-FR"/>
          </a:p>
        </p:txBody>
      </p:sp>
    </p:spTree>
    <p:extLst>
      <p:ext uri="{BB962C8B-B14F-4D97-AF65-F5344CB8AC3E}">
        <p14:creationId xmlns:p14="http://schemas.microsoft.com/office/powerpoint/2010/main" val="2249961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190985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37</a:t>
            </a:fld>
            <a:endParaRPr lang="fr-FR"/>
          </a:p>
        </p:txBody>
      </p:sp>
    </p:spTree>
    <p:extLst>
      <p:ext uri="{BB962C8B-B14F-4D97-AF65-F5344CB8AC3E}">
        <p14:creationId xmlns:p14="http://schemas.microsoft.com/office/powerpoint/2010/main" val="1424803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38</a:t>
            </a:fld>
            <a:endParaRPr lang="fr-FR"/>
          </a:p>
        </p:txBody>
      </p:sp>
    </p:spTree>
    <p:extLst>
      <p:ext uri="{BB962C8B-B14F-4D97-AF65-F5344CB8AC3E}">
        <p14:creationId xmlns:p14="http://schemas.microsoft.com/office/powerpoint/2010/main" val="3165229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42</a:t>
            </a:fld>
            <a:endParaRPr lang="fr-FR"/>
          </a:p>
        </p:txBody>
      </p:sp>
    </p:spTree>
    <p:extLst>
      <p:ext uri="{BB962C8B-B14F-4D97-AF65-F5344CB8AC3E}">
        <p14:creationId xmlns:p14="http://schemas.microsoft.com/office/powerpoint/2010/main" val="219971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43</a:t>
            </a:fld>
            <a:endParaRPr lang="fr-FR"/>
          </a:p>
        </p:txBody>
      </p:sp>
    </p:spTree>
    <p:extLst>
      <p:ext uri="{BB962C8B-B14F-4D97-AF65-F5344CB8AC3E}">
        <p14:creationId xmlns:p14="http://schemas.microsoft.com/office/powerpoint/2010/main" val="3510229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47</a:t>
            </a:fld>
            <a:endParaRPr lang="fr-FR"/>
          </a:p>
        </p:txBody>
      </p:sp>
    </p:spTree>
    <p:extLst>
      <p:ext uri="{BB962C8B-B14F-4D97-AF65-F5344CB8AC3E}">
        <p14:creationId xmlns:p14="http://schemas.microsoft.com/office/powerpoint/2010/main" val="3475241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48</a:t>
            </a:fld>
            <a:endParaRPr lang="fr-FR"/>
          </a:p>
        </p:txBody>
      </p:sp>
    </p:spTree>
    <p:extLst>
      <p:ext uri="{BB962C8B-B14F-4D97-AF65-F5344CB8AC3E}">
        <p14:creationId xmlns:p14="http://schemas.microsoft.com/office/powerpoint/2010/main" val="255713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60</a:t>
            </a:fld>
            <a:endParaRPr lang="fr-FR"/>
          </a:p>
        </p:txBody>
      </p:sp>
    </p:spTree>
    <p:extLst>
      <p:ext uri="{BB962C8B-B14F-4D97-AF65-F5344CB8AC3E}">
        <p14:creationId xmlns:p14="http://schemas.microsoft.com/office/powerpoint/2010/main" val="106164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61</a:t>
            </a:fld>
            <a:endParaRPr lang="fr-FR"/>
          </a:p>
        </p:txBody>
      </p:sp>
    </p:spTree>
    <p:extLst>
      <p:ext uri="{BB962C8B-B14F-4D97-AF65-F5344CB8AC3E}">
        <p14:creationId xmlns:p14="http://schemas.microsoft.com/office/powerpoint/2010/main" val="734160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62</a:t>
            </a:fld>
            <a:endParaRPr lang="fr-FR"/>
          </a:p>
        </p:txBody>
      </p:sp>
    </p:spTree>
    <p:extLst>
      <p:ext uri="{BB962C8B-B14F-4D97-AF65-F5344CB8AC3E}">
        <p14:creationId xmlns:p14="http://schemas.microsoft.com/office/powerpoint/2010/main" val="2313816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66</a:t>
            </a:fld>
            <a:endParaRPr lang="fr-FR"/>
          </a:p>
        </p:txBody>
      </p:sp>
    </p:spTree>
    <p:extLst>
      <p:ext uri="{BB962C8B-B14F-4D97-AF65-F5344CB8AC3E}">
        <p14:creationId xmlns:p14="http://schemas.microsoft.com/office/powerpoint/2010/main" val="332659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67</a:t>
            </a:fld>
            <a:endParaRPr lang="fr-FR"/>
          </a:p>
        </p:txBody>
      </p:sp>
    </p:spTree>
    <p:extLst>
      <p:ext uri="{BB962C8B-B14F-4D97-AF65-F5344CB8AC3E}">
        <p14:creationId xmlns:p14="http://schemas.microsoft.com/office/powerpoint/2010/main" val="2359883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68</a:t>
            </a:fld>
            <a:endParaRPr lang="fr-FR"/>
          </a:p>
        </p:txBody>
      </p:sp>
    </p:spTree>
    <p:extLst>
      <p:ext uri="{BB962C8B-B14F-4D97-AF65-F5344CB8AC3E}">
        <p14:creationId xmlns:p14="http://schemas.microsoft.com/office/powerpoint/2010/main" val="455019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75</a:t>
            </a:fld>
            <a:endParaRPr lang="fr-FR"/>
          </a:p>
        </p:txBody>
      </p:sp>
    </p:spTree>
    <p:extLst>
      <p:ext uri="{BB962C8B-B14F-4D97-AF65-F5344CB8AC3E}">
        <p14:creationId xmlns:p14="http://schemas.microsoft.com/office/powerpoint/2010/main" val="2768758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78</a:t>
            </a:fld>
            <a:endParaRPr lang="fr-FR"/>
          </a:p>
        </p:txBody>
      </p:sp>
    </p:spTree>
    <p:extLst>
      <p:ext uri="{BB962C8B-B14F-4D97-AF65-F5344CB8AC3E}">
        <p14:creationId xmlns:p14="http://schemas.microsoft.com/office/powerpoint/2010/main" val="177693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84</a:t>
            </a:fld>
            <a:endParaRPr lang="fr-FR"/>
          </a:p>
        </p:txBody>
      </p:sp>
    </p:spTree>
    <p:extLst>
      <p:ext uri="{BB962C8B-B14F-4D97-AF65-F5344CB8AC3E}">
        <p14:creationId xmlns:p14="http://schemas.microsoft.com/office/powerpoint/2010/main" val="4144117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85</a:t>
            </a:fld>
            <a:endParaRPr lang="fr-FR"/>
          </a:p>
        </p:txBody>
      </p:sp>
    </p:spTree>
    <p:extLst>
      <p:ext uri="{BB962C8B-B14F-4D97-AF65-F5344CB8AC3E}">
        <p14:creationId xmlns:p14="http://schemas.microsoft.com/office/powerpoint/2010/main" val="1351210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91</a:t>
            </a:fld>
            <a:endParaRPr lang="fr-FR"/>
          </a:p>
        </p:txBody>
      </p:sp>
    </p:spTree>
    <p:extLst>
      <p:ext uri="{BB962C8B-B14F-4D97-AF65-F5344CB8AC3E}">
        <p14:creationId xmlns:p14="http://schemas.microsoft.com/office/powerpoint/2010/main" val="8888858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92</a:t>
            </a:fld>
            <a:endParaRPr lang="fr-FR"/>
          </a:p>
        </p:txBody>
      </p:sp>
    </p:spTree>
    <p:extLst>
      <p:ext uri="{BB962C8B-B14F-4D97-AF65-F5344CB8AC3E}">
        <p14:creationId xmlns:p14="http://schemas.microsoft.com/office/powerpoint/2010/main" val="724029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93</a:t>
            </a:fld>
            <a:endParaRPr lang="fr-FR"/>
          </a:p>
        </p:txBody>
      </p:sp>
    </p:spTree>
    <p:extLst>
      <p:ext uri="{BB962C8B-B14F-4D97-AF65-F5344CB8AC3E}">
        <p14:creationId xmlns:p14="http://schemas.microsoft.com/office/powerpoint/2010/main" val="2078298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97</a:t>
            </a:fld>
            <a:endParaRPr lang="fr-FR"/>
          </a:p>
        </p:txBody>
      </p:sp>
    </p:spTree>
    <p:extLst>
      <p:ext uri="{BB962C8B-B14F-4D97-AF65-F5344CB8AC3E}">
        <p14:creationId xmlns:p14="http://schemas.microsoft.com/office/powerpoint/2010/main" val="1384666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99</a:t>
            </a:fld>
            <a:endParaRPr lang="fr-FR"/>
          </a:p>
        </p:txBody>
      </p:sp>
    </p:spTree>
    <p:extLst>
      <p:ext uri="{BB962C8B-B14F-4D97-AF65-F5344CB8AC3E}">
        <p14:creationId xmlns:p14="http://schemas.microsoft.com/office/powerpoint/2010/main" val="1174609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101</a:t>
            </a:fld>
            <a:endParaRPr lang="fr-FR"/>
          </a:p>
        </p:txBody>
      </p:sp>
    </p:spTree>
    <p:extLst>
      <p:ext uri="{BB962C8B-B14F-4D97-AF65-F5344CB8AC3E}">
        <p14:creationId xmlns:p14="http://schemas.microsoft.com/office/powerpoint/2010/main" val="1795673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103</a:t>
            </a:fld>
            <a:endParaRPr lang="fr-FR"/>
          </a:p>
        </p:txBody>
      </p:sp>
    </p:spTree>
    <p:extLst>
      <p:ext uri="{BB962C8B-B14F-4D97-AF65-F5344CB8AC3E}">
        <p14:creationId xmlns:p14="http://schemas.microsoft.com/office/powerpoint/2010/main" val="30187794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105</a:t>
            </a:fld>
            <a:endParaRPr lang="fr-FR"/>
          </a:p>
        </p:txBody>
      </p:sp>
    </p:spTree>
    <p:extLst>
      <p:ext uri="{BB962C8B-B14F-4D97-AF65-F5344CB8AC3E}">
        <p14:creationId xmlns:p14="http://schemas.microsoft.com/office/powerpoint/2010/main" val="259889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107</a:t>
            </a:fld>
            <a:endParaRPr lang="fr-FR"/>
          </a:p>
        </p:txBody>
      </p:sp>
    </p:spTree>
    <p:extLst>
      <p:ext uri="{BB962C8B-B14F-4D97-AF65-F5344CB8AC3E}">
        <p14:creationId xmlns:p14="http://schemas.microsoft.com/office/powerpoint/2010/main" val="4064952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109</a:t>
            </a:fld>
            <a:endParaRPr lang="fr-FR"/>
          </a:p>
        </p:txBody>
      </p:sp>
    </p:spTree>
    <p:extLst>
      <p:ext uri="{BB962C8B-B14F-4D97-AF65-F5344CB8AC3E}">
        <p14:creationId xmlns:p14="http://schemas.microsoft.com/office/powerpoint/2010/main" val="1133150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111</a:t>
            </a:fld>
            <a:endParaRPr lang="fr-FR"/>
          </a:p>
        </p:txBody>
      </p:sp>
    </p:spTree>
    <p:extLst>
      <p:ext uri="{BB962C8B-B14F-4D97-AF65-F5344CB8AC3E}">
        <p14:creationId xmlns:p14="http://schemas.microsoft.com/office/powerpoint/2010/main" val="576535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113</a:t>
            </a:fld>
            <a:endParaRPr lang="fr-FR"/>
          </a:p>
        </p:txBody>
      </p:sp>
    </p:spTree>
    <p:extLst>
      <p:ext uri="{BB962C8B-B14F-4D97-AF65-F5344CB8AC3E}">
        <p14:creationId xmlns:p14="http://schemas.microsoft.com/office/powerpoint/2010/main" val="38654395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115</a:t>
            </a:fld>
            <a:endParaRPr lang="fr-FR"/>
          </a:p>
        </p:txBody>
      </p:sp>
    </p:spTree>
    <p:extLst>
      <p:ext uri="{BB962C8B-B14F-4D97-AF65-F5344CB8AC3E}">
        <p14:creationId xmlns:p14="http://schemas.microsoft.com/office/powerpoint/2010/main" val="8025470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117</a:t>
            </a:fld>
            <a:endParaRPr lang="fr-FR"/>
          </a:p>
        </p:txBody>
      </p:sp>
    </p:spTree>
    <p:extLst>
      <p:ext uri="{BB962C8B-B14F-4D97-AF65-F5344CB8AC3E}">
        <p14:creationId xmlns:p14="http://schemas.microsoft.com/office/powerpoint/2010/main" val="2998234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119</a:t>
            </a:fld>
            <a:endParaRPr lang="fr-FR"/>
          </a:p>
        </p:txBody>
      </p:sp>
    </p:spTree>
    <p:extLst>
      <p:ext uri="{BB962C8B-B14F-4D97-AF65-F5344CB8AC3E}">
        <p14:creationId xmlns:p14="http://schemas.microsoft.com/office/powerpoint/2010/main" val="10196380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140</a:t>
            </a:fld>
            <a:endParaRPr lang="fr-FR"/>
          </a:p>
        </p:txBody>
      </p:sp>
    </p:spTree>
    <p:extLst>
      <p:ext uri="{BB962C8B-B14F-4D97-AF65-F5344CB8AC3E}">
        <p14:creationId xmlns:p14="http://schemas.microsoft.com/office/powerpoint/2010/main" val="2521010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18" Type="http://schemas.openxmlformats.org/officeDocument/2006/relationships/image" Target="../media/image28.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17" Type="http://schemas.openxmlformats.org/officeDocument/2006/relationships/image" Target="../media/image27.jpeg"/><Relationship Id="rId2" Type="http://schemas.openxmlformats.org/officeDocument/2006/relationships/image" Target="../media/image12.jpeg"/><Relationship Id="rId16" Type="http://schemas.openxmlformats.org/officeDocument/2006/relationships/image" Target="../media/image26.jpeg"/><Relationship Id="rId20"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5" Type="http://schemas.openxmlformats.org/officeDocument/2006/relationships/image" Target="../media/image25.jpeg"/><Relationship Id="rId10" Type="http://schemas.openxmlformats.org/officeDocument/2006/relationships/image" Target="../media/image20.jpeg"/><Relationship Id="rId19" Type="http://schemas.openxmlformats.org/officeDocument/2006/relationships/image" Target="../media/image29.jpeg"/><Relationship Id="rId4" Type="http://schemas.openxmlformats.org/officeDocument/2006/relationships/image" Target="../media/image14.jpeg"/><Relationship Id="rId9" Type="http://schemas.openxmlformats.org/officeDocument/2006/relationships/image" Target="../media/image19.jpeg"/><Relationship Id="rId14" Type="http://schemas.openxmlformats.org/officeDocument/2006/relationships/image" Target="../media/image24.jpe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png"/><Relationship Id="rId3" Type="http://schemas.openxmlformats.org/officeDocument/2006/relationships/image" Target="../media/image32.sv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svg"/><Relationship Id="rId25" Type="http://schemas.openxmlformats.org/officeDocument/2006/relationships/image" Target="../media/image54.sv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svg"/><Relationship Id="rId24" Type="http://schemas.openxmlformats.org/officeDocument/2006/relationships/image" Target="../media/image53.png"/><Relationship Id="rId5" Type="http://schemas.openxmlformats.org/officeDocument/2006/relationships/image" Target="../media/image34.svg"/><Relationship Id="rId15" Type="http://schemas.openxmlformats.org/officeDocument/2006/relationships/image" Target="../media/image44.svg"/><Relationship Id="rId23" Type="http://schemas.openxmlformats.org/officeDocument/2006/relationships/image" Target="../media/image52.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43.png"/><Relationship Id="rId22" Type="http://schemas.openxmlformats.org/officeDocument/2006/relationships/image" Target="../media/image51.png"/></Relationships>
</file>

<file path=ppt/slides/_rels/slide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8.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18" Type="http://schemas.openxmlformats.org/officeDocument/2006/relationships/image" Target="../media/image81.sv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svg"/><Relationship Id="rId17" Type="http://schemas.openxmlformats.org/officeDocument/2006/relationships/image" Target="../media/image80.png"/><Relationship Id="rId2" Type="http://schemas.openxmlformats.org/officeDocument/2006/relationships/notesSlide" Target="../notesSlides/notesSlide1.xml"/><Relationship Id="rId16" Type="http://schemas.openxmlformats.org/officeDocument/2006/relationships/image" Target="../media/image79.svg"/><Relationship Id="rId1" Type="http://schemas.openxmlformats.org/officeDocument/2006/relationships/slideLayout" Target="../slideLayouts/slideLayout7.xml"/><Relationship Id="rId6" Type="http://schemas.openxmlformats.org/officeDocument/2006/relationships/image" Target="../media/image69.sv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 Id="rId14" Type="http://schemas.openxmlformats.org/officeDocument/2006/relationships/image" Target="../media/image7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svg"/><Relationship Id="rId26" Type="http://schemas.openxmlformats.org/officeDocument/2006/relationships/image" Target="../media/image105.svg"/><Relationship Id="rId21" Type="http://schemas.openxmlformats.org/officeDocument/2006/relationships/image" Target="../media/image100.png"/><Relationship Id="rId34" Type="http://schemas.openxmlformats.org/officeDocument/2006/relationships/image" Target="../media/image113.svg"/><Relationship Id="rId7" Type="http://schemas.openxmlformats.org/officeDocument/2006/relationships/image" Target="../media/image86.png"/><Relationship Id="rId12" Type="http://schemas.openxmlformats.org/officeDocument/2006/relationships/image" Target="../media/image91.svg"/><Relationship Id="rId17" Type="http://schemas.openxmlformats.org/officeDocument/2006/relationships/image" Target="../media/image96.png"/><Relationship Id="rId25" Type="http://schemas.openxmlformats.org/officeDocument/2006/relationships/image" Target="../media/image104.png"/><Relationship Id="rId33" Type="http://schemas.openxmlformats.org/officeDocument/2006/relationships/image" Target="../media/image112.png"/><Relationship Id="rId38" Type="http://schemas.openxmlformats.org/officeDocument/2006/relationships/image" Target="../media/image117.svg"/><Relationship Id="rId2" Type="http://schemas.openxmlformats.org/officeDocument/2006/relationships/notesSlide" Target="../notesSlides/notesSlide2.xml"/><Relationship Id="rId16" Type="http://schemas.openxmlformats.org/officeDocument/2006/relationships/image" Target="../media/image95.svg"/><Relationship Id="rId20" Type="http://schemas.openxmlformats.org/officeDocument/2006/relationships/image" Target="../media/image99.svg"/><Relationship Id="rId29"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85.svg"/><Relationship Id="rId11" Type="http://schemas.openxmlformats.org/officeDocument/2006/relationships/image" Target="../media/image90.png"/><Relationship Id="rId24" Type="http://schemas.openxmlformats.org/officeDocument/2006/relationships/image" Target="../media/image103.svg"/><Relationship Id="rId32" Type="http://schemas.openxmlformats.org/officeDocument/2006/relationships/image" Target="../media/image111.svg"/><Relationship Id="rId37" Type="http://schemas.openxmlformats.org/officeDocument/2006/relationships/image" Target="../media/image116.png"/><Relationship Id="rId5" Type="http://schemas.openxmlformats.org/officeDocument/2006/relationships/image" Target="../media/image84.png"/><Relationship Id="rId15" Type="http://schemas.openxmlformats.org/officeDocument/2006/relationships/image" Target="../media/image94.png"/><Relationship Id="rId23" Type="http://schemas.openxmlformats.org/officeDocument/2006/relationships/image" Target="../media/image102.png"/><Relationship Id="rId28" Type="http://schemas.openxmlformats.org/officeDocument/2006/relationships/image" Target="../media/image107.svg"/><Relationship Id="rId36" Type="http://schemas.openxmlformats.org/officeDocument/2006/relationships/image" Target="../media/image115.svg"/><Relationship Id="rId10" Type="http://schemas.openxmlformats.org/officeDocument/2006/relationships/image" Target="../media/image89.svg"/><Relationship Id="rId19" Type="http://schemas.openxmlformats.org/officeDocument/2006/relationships/image" Target="../media/image98.png"/><Relationship Id="rId31" Type="http://schemas.openxmlformats.org/officeDocument/2006/relationships/image" Target="../media/image110.png"/><Relationship Id="rId4" Type="http://schemas.openxmlformats.org/officeDocument/2006/relationships/image" Target="../media/image83.svg"/><Relationship Id="rId9" Type="http://schemas.openxmlformats.org/officeDocument/2006/relationships/image" Target="../media/image88.png"/><Relationship Id="rId14" Type="http://schemas.openxmlformats.org/officeDocument/2006/relationships/image" Target="../media/image93.svg"/><Relationship Id="rId22" Type="http://schemas.openxmlformats.org/officeDocument/2006/relationships/image" Target="../media/image101.svg"/><Relationship Id="rId27" Type="http://schemas.openxmlformats.org/officeDocument/2006/relationships/image" Target="../media/image106.png"/><Relationship Id="rId30" Type="http://schemas.openxmlformats.org/officeDocument/2006/relationships/image" Target="../media/image109.svg"/><Relationship Id="rId35" Type="http://schemas.openxmlformats.org/officeDocument/2006/relationships/image" Target="../media/image114.png"/><Relationship Id="rId8" Type="http://schemas.openxmlformats.org/officeDocument/2006/relationships/image" Target="../media/image87.svg"/><Relationship Id="rId3" Type="http://schemas.openxmlformats.org/officeDocument/2006/relationships/image" Target="../media/image82.png"/></Relationships>
</file>

<file path=ppt/slides/_rels/slide2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9.svg"/><Relationship Id="rId5" Type="http://schemas.openxmlformats.org/officeDocument/2006/relationships/image" Target="../media/image118.png"/><Relationship Id="rId4" Type="http://schemas.openxmlformats.org/officeDocument/2006/relationships/image" Target="../media/image8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25.svg"/><Relationship Id="rId13" Type="http://schemas.openxmlformats.org/officeDocument/2006/relationships/image" Target="../media/image130.png"/><Relationship Id="rId18" Type="http://schemas.openxmlformats.org/officeDocument/2006/relationships/image" Target="../media/image135.svg"/><Relationship Id="rId26" Type="http://schemas.openxmlformats.org/officeDocument/2006/relationships/image" Target="../media/image143.sv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sv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notesSlide" Target="../notesSlides/notesSlide4.xml"/><Relationship Id="rId16" Type="http://schemas.openxmlformats.org/officeDocument/2006/relationships/image" Target="../media/image133.svg"/><Relationship Id="rId20" Type="http://schemas.openxmlformats.org/officeDocument/2006/relationships/image" Target="../media/image137.svg"/><Relationship Id="rId29" Type="http://schemas.openxmlformats.org/officeDocument/2006/relationships/image" Target="../media/image146.png"/><Relationship Id="rId1" Type="http://schemas.openxmlformats.org/officeDocument/2006/relationships/slideLayout" Target="../slideLayouts/slideLayout7.xml"/><Relationship Id="rId6" Type="http://schemas.openxmlformats.org/officeDocument/2006/relationships/image" Target="../media/image123.svg"/><Relationship Id="rId11" Type="http://schemas.openxmlformats.org/officeDocument/2006/relationships/image" Target="../media/image128.png"/><Relationship Id="rId24" Type="http://schemas.openxmlformats.org/officeDocument/2006/relationships/image" Target="../media/image141.sv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svg"/><Relationship Id="rId10" Type="http://schemas.openxmlformats.org/officeDocument/2006/relationships/image" Target="../media/image127.svg"/><Relationship Id="rId19" Type="http://schemas.openxmlformats.org/officeDocument/2006/relationships/image" Target="../media/image136.png"/><Relationship Id="rId4" Type="http://schemas.openxmlformats.org/officeDocument/2006/relationships/image" Target="../media/image121.svg"/><Relationship Id="rId9" Type="http://schemas.openxmlformats.org/officeDocument/2006/relationships/image" Target="../media/image126.png"/><Relationship Id="rId14" Type="http://schemas.openxmlformats.org/officeDocument/2006/relationships/image" Target="../media/image131.svg"/><Relationship Id="rId22" Type="http://schemas.openxmlformats.org/officeDocument/2006/relationships/image" Target="../media/image139.svg"/><Relationship Id="rId27" Type="http://schemas.openxmlformats.org/officeDocument/2006/relationships/image" Target="../media/image144.png"/><Relationship Id="rId30" Type="http://schemas.openxmlformats.org/officeDocument/2006/relationships/image" Target="../media/image147.svg"/></Relationships>
</file>

<file path=ppt/slides/_rels/slide28.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9.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59.sv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55.svg"/></Relationships>
</file>

<file path=ppt/slides/_rels/slide33.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55.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3" Type="http://schemas.openxmlformats.org/officeDocument/2006/relationships/image" Target="../media/image170.png"/><Relationship Id="rId18" Type="http://schemas.openxmlformats.org/officeDocument/2006/relationships/image" Target="../media/image175.svg"/><Relationship Id="rId26" Type="http://schemas.openxmlformats.org/officeDocument/2006/relationships/image" Target="../media/image183.svg"/><Relationship Id="rId3" Type="http://schemas.openxmlformats.org/officeDocument/2006/relationships/image" Target="../media/image160.png"/><Relationship Id="rId21" Type="http://schemas.openxmlformats.org/officeDocument/2006/relationships/image" Target="../media/image178.png"/><Relationship Id="rId34" Type="http://schemas.openxmlformats.org/officeDocument/2006/relationships/image" Target="../media/image191.svg"/><Relationship Id="rId7" Type="http://schemas.openxmlformats.org/officeDocument/2006/relationships/image" Target="../media/image164.png"/><Relationship Id="rId12" Type="http://schemas.openxmlformats.org/officeDocument/2006/relationships/image" Target="../media/image169.svg"/><Relationship Id="rId17" Type="http://schemas.openxmlformats.org/officeDocument/2006/relationships/image" Target="../media/image174.png"/><Relationship Id="rId25" Type="http://schemas.openxmlformats.org/officeDocument/2006/relationships/image" Target="../media/image182.png"/><Relationship Id="rId33" Type="http://schemas.openxmlformats.org/officeDocument/2006/relationships/image" Target="../media/image190.png"/><Relationship Id="rId2" Type="http://schemas.openxmlformats.org/officeDocument/2006/relationships/notesSlide" Target="../notesSlides/notesSlide8.xml"/><Relationship Id="rId16" Type="http://schemas.openxmlformats.org/officeDocument/2006/relationships/image" Target="../media/image173.svg"/><Relationship Id="rId20" Type="http://schemas.openxmlformats.org/officeDocument/2006/relationships/image" Target="../media/image177.svg"/><Relationship Id="rId29" Type="http://schemas.openxmlformats.org/officeDocument/2006/relationships/image" Target="../media/image186.png"/><Relationship Id="rId1" Type="http://schemas.openxmlformats.org/officeDocument/2006/relationships/slideLayout" Target="../slideLayouts/slideLayout7.xml"/><Relationship Id="rId6" Type="http://schemas.openxmlformats.org/officeDocument/2006/relationships/image" Target="../media/image163.svg"/><Relationship Id="rId11" Type="http://schemas.openxmlformats.org/officeDocument/2006/relationships/image" Target="../media/image168.png"/><Relationship Id="rId24" Type="http://schemas.openxmlformats.org/officeDocument/2006/relationships/image" Target="../media/image181.svg"/><Relationship Id="rId32" Type="http://schemas.openxmlformats.org/officeDocument/2006/relationships/image" Target="../media/image189.svg"/><Relationship Id="rId5" Type="http://schemas.openxmlformats.org/officeDocument/2006/relationships/image" Target="../media/image162.png"/><Relationship Id="rId15" Type="http://schemas.openxmlformats.org/officeDocument/2006/relationships/image" Target="../media/image172.png"/><Relationship Id="rId23" Type="http://schemas.openxmlformats.org/officeDocument/2006/relationships/image" Target="../media/image180.png"/><Relationship Id="rId28" Type="http://schemas.openxmlformats.org/officeDocument/2006/relationships/image" Target="../media/image185.svg"/><Relationship Id="rId36" Type="http://schemas.openxmlformats.org/officeDocument/2006/relationships/image" Target="../media/image193.svg"/><Relationship Id="rId10" Type="http://schemas.openxmlformats.org/officeDocument/2006/relationships/image" Target="../media/image167.svg"/><Relationship Id="rId19" Type="http://schemas.openxmlformats.org/officeDocument/2006/relationships/image" Target="../media/image176.png"/><Relationship Id="rId31" Type="http://schemas.openxmlformats.org/officeDocument/2006/relationships/image" Target="../media/image188.png"/><Relationship Id="rId4" Type="http://schemas.openxmlformats.org/officeDocument/2006/relationships/image" Target="../media/image161.svg"/><Relationship Id="rId9" Type="http://schemas.openxmlformats.org/officeDocument/2006/relationships/image" Target="../media/image166.png"/><Relationship Id="rId14" Type="http://schemas.openxmlformats.org/officeDocument/2006/relationships/image" Target="../media/image171.svg"/><Relationship Id="rId22" Type="http://schemas.openxmlformats.org/officeDocument/2006/relationships/image" Target="../media/image179.svg"/><Relationship Id="rId27" Type="http://schemas.openxmlformats.org/officeDocument/2006/relationships/image" Target="../media/image184.png"/><Relationship Id="rId30" Type="http://schemas.openxmlformats.org/officeDocument/2006/relationships/image" Target="../media/image187.svg"/><Relationship Id="rId35" Type="http://schemas.openxmlformats.org/officeDocument/2006/relationships/image" Target="../media/image192.png"/><Relationship Id="rId8" Type="http://schemas.openxmlformats.org/officeDocument/2006/relationships/image" Target="../media/image165.svg"/></Relationships>
</file>

<file path=ppt/slides/_rels/slide38.xml.rels><?xml version="1.0" encoding="UTF-8" standalone="yes"?>
<Relationships xmlns="http://schemas.openxmlformats.org/package/2006/relationships"><Relationship Id="rId8" Type="http://schemas.openxmlformats.org/officeDocument/2006/relationships/image" Target="../media/image199.svg"/><Relationship Id="rId13" Type="http://schemas.openxmlformats.org/officeDocument/2006/relationships/image" Target="../media/image204.png"/><Relationship Id="rId3" Type="http://schemas.openxmlformats.org/officeDocument/2006/relationships/image" Target="../media/image194.png"/><Relationship Id="rId7" Type="http://schemas.openxmlformats.org/officeDocument/2006/relationships/image" Target="../media/image198.png"/><Relationship Id="rId12" Type="http://schemas.openxmlformats.org/officeDocument/2006/relationships/image" Target="../media/image203.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7.svg"/><Relationship Id="rId11" Type="http://schemas.openxmlformats.org/officeDocument/2006/relationships/image" Target="../media/image202.png"/><Relationship Id="rId5" Type="http://schemas.openxmlformats.org/officeDocument/2006/relationships/image" Target="../media/image196.png"/><Relationship Id="rId10" Type="http://schemas.openxmlformats.org/officeDocument/2006/relationships/image" Target="../media/image201.svg"/><Relationship Id="rId4" Type="http://schemas.openxmlformats.org/officeDocument/2006/relationships/image" Target="../media/image195.svg"/><Relationship Id="rId9" Type="http://schemas.openxmlformats.org/officeDocument/2006/relationships/image" Target="../media/image200.png"/><Relationship Id="rId14" Type="http://schemas.openxmlformats.org/officeDocument/2006/relationships/image" Target="../media/image205.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svg"/><Relationship Id="rId26" Type="http://schemas.openxmlformats.org/officeDocument/2006/relationships/image" Target="../media/image229.svg"/><Relationship Id="rId21" Type="http://schemas.openxmlformats.org/officeDocument/2006/relationships/image" Target="../media/image224.png"/><Relationship Id="rId34" Type="http://schemas.openxmlformats.org/officeDocument/2006/relationships/image" Target="../media/image237.svg"/><Relationship Id="rId7" Type="http://schemas.openxmlformats.org/officeDocument/2006/relationships/image" Target="../media/image210.png"/><Relationship Id="rId12" Type="http://schemas.openxmlformats.org/officeDocument/2006/relationships/image" Target="../media/image215.svg"/><Relationship Id="rId17" Type="http://schemas.openxmlformats.org/officeDocument/2006/relationships/image" Target="../media/image220.png"/><Relationship Id="rId25" Type="http://schemas.openxmlformats.org/officeDocument/2006/relationships/image" Target="../media/image228.png"/><Relationship Id="rId33" Type="http://schemas.openxmlformats.org/officeDocument/2006/relationships/image" Target="../media/image236.png"/><Relationship Id="rId38" Type="http://schemas.openxmlformats.org/officeDocument/2006/relationships/image" Target="../media/image241.svg"/><Relationship Id="rId2" Type="http://schemas.openxmlformats.org/officeDocument/2006/relationships/notesSlide" Target="../notesSlides/notesSlide10.xml"/><Relationship Id="rId16" Type="http://schemas.openxmlformats.org/officeDocument/2006/relationships/image" Target="../media/image219.svg"/><Relationship Id="rId20" Type="http://schemas.openxmlformats.org/officeDocument/2006/relationships/image" Target="../media/image223.svg"/><Relationship Id="rId29"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09.svg"/><Relationship Id="rId11" Type="http://schemas.openxmlformats.org/officeDocument/2006/relationships/image" Target="../media/image214.png"/><Relationship Id="rId24" Type="http://schemas.openxmlformats.org/officeDocument/2006/relationships/image" Target="../media/image227.svg"/><Relationship Id="rId32" Type="http://schemas.openxmlformats.org/officeDocument/2006/relationships/image" Target="../media/image235.svg"/><Relationship Id="rId37" Type="http://schemas.openxmlformats.org/officeDocument/2006/relationships/image" Target="../media/image240.png"/><Relationship Id="rId5" Type="http://schemas.openxmlformats.org/officeDocument/2006/relationships/image" Target="../media/image208.png"/><Relationship Id="rId15" Type="http://schemas.openxmlformats.org/officeDocument/2006/relationships/image" Target="../media/image218.png"/><Relationship Id="rId23" Type="http://schemas.openxmlformats.org/officeDocument/2006/relationships/image" Target="../media/image226.png"/><Relationship Id="rId28" Type="http://schemas.openxmlformats.org/officeDocument/2006/relationships/image" Target="../media/image231.svg"/><Relationship Id="rId36" Type="http://schemas.openxmlformats.org/officeDocument/2006/relationships/image" Target="../media/image239.svg"/><Relationship Id="rId10" Type="http://schemas.openxmlformats.org/officeDocument/2006/relationships/image" Target="../media/image213.svg"/><Relationship Id="rId19" Type="http://schemas.openxmlformats.org/officeDocument/2006/relationships/image" Target="../media/image222.png"/><Relationship Id="rId31" Type="http://schemas.openxmlformats.org/officeDocument/2006/relationships/image" Target="../media/image234.png"/><Relationship Id="rId4" Type="http://schemas.openxmlformats.org/officeDocument/2006/relationships/image" Target="../media/image207.svg"/><Relationship Id="rId9" Type="http://schemas.openxmlformats.org/officeDocument/2006/relationships/image" Target="../media/image212.png"/><Relationship Id="rId14" Type="http://schemas.openxmlformats.org/officeDocument/2006/relationships/image" Target="../media/image217.svg"/><Relationship Id="rId22" Type="http://schemas.openxmlformats.org/officeDocument/2006/relationships/image" Target="../media/image225.svg"/><Relationship Id="rId27" Type="http://schemas.openxmlformats.org/officeDocument/2006/relationships/image" Target="../media/image230.png"/><Relationship Id="rId30" Type="http://schemas.openxmlformats.org/officeDocument/2006/relationships/image" Target="../media/image233.svg"/><Relationship Id="rId35" Type="http://schemas.openxmlformats.org/officeDocument/2006/relationships/image" Target="../media/image238.png"/><Relationship Id="rId8" Type="http://schemas.openxmlformats.org/officeDocument/2006/relationships/image" Target="../media/image211.svg"/><Relationship Id="rId3" Type="http://schemas.openxmlformats.org/officeDocument/2006/relationships/image" Target="../media/image206.png"/></Relationships>
</file>

<file path=ppt/slides/_rels/slide43.xml.rels><?xml version="1.0" encoding="UTF-8" standalone="yes"?>
<Relationships xmlns="http://schemas.openxmlformats.org/package/2006/relationships"><Relationship Id="rId13" Type="http://schemas.openxmlformats.org/officeDocument/2006/relationships/image" Target="../media/image246.png"/><Relationship Id="rId18" Type="http://schemas.openxmlformats.org/officeDocument/2006/relationships/image" Target="../media/image251.svg"/><Relationship Id="rId26" Type="http://schemas.openxmlformats.org/officeDocument/2006/relationships/image" Target="../media/image259.svg"/><Relationship Id="rId39" Type="http://schemas.openxmlformats.org/officeDocument/2006/relationships/image" Target="../media/image272.png"/><Relationship Id="rId21" Type="http://schemas.openxmlformats.org/officeDocument/2006/relationships/image" Target="../media/image254.png"/><Relationship Id="rId34" Type="http://schemas.openxmlformats.org/officeDocument/2006/relationships/image" Target="../media/image267.svg"/><Relationship Id="rId42" Type="http://schemas.openxmlformats.org/officeDocument/2006/relationships/image" Target="../media/image275.svg"/><Relationship Id="rId47" Type="http://schemas.openxmlformats.org/officeDocument/2006/relationships/image" Target="../media/image280.png"/><Relationship Id="rId50" Type="http://schemas.openxmlformats.org/officeDocument/2006/relationships/image" Target="../media/image283.svg"/><Relationship Id="rId7" Type="http://schemas.openxmlformats.org/officeDocument/2006/relationships/image" Target="../media/image238.png"/><Relationship Id="rId2" Type="http://schemas.openxmlformats.org/officeDocument/2006/relationships/notesSlide" Target="../notesSlides/notesSlide11.xml"/><Relationship Id="rId16" Type="http://schemas.openxmlformats.org/officeDocument/2006/relationships/image" Target="../media/image249.svg"/><Relationship Id="rId29" Type="http://schemas.openxmlformats.org/officeDocument/2006/relationships/image" Target="../media/image262.png"/><Relationship Id="rId11" Type="http://schemas.openxmlformats.org/officeDocument/2006/relationships/image" Target="../media/image206.png"/><Relationship Id="rId24" Type="http://schemas.openxmlformats.org/officeDocument/2006/relationships/image" Target="../media/image257.svg"/><Relationship Id="rId32" Type="http://schemas.openxmlformats.org/officeDocument/2006/relationships/image" Target="../media/image265.svg"/><Relationship Id="rId37" Type="http://schemas.openxmlformats.org/officeDocument/2006/relationships/image" Target="../media/image270.png"/><Relationship Id="rId40" Type="http://schemas.openxmlformats.org/officeDocument/2006/relationships/image" Target="../media/image273.svg"/><Relationship Id="rId45" Type="http://schemas.openxmlformats.org/officeDocument/2006/relationships/image" Target="../media/image278.png"/><Relationship Id="rId5" Type="http://schemas.openxmlformats.org/officeDocument/2006/relationships/image" Target="../media/image242.png"/><Relationship Id="rId15" Type="http://schemas.openxmlformats.org/officeDocument/2006/relationships/image" Target="../media/image248.png"/><Relationship Id="rId23" Type="http://schemas.openxmlformats.org/officeDocument/2006/relationships/image" Target="../media/image256.png"/><Relationship Id="rId28" Type="http://schemas.openxmlformats.org/officeDocument/2006/relationships/image" Target="../media/image261.svg"/><Relationship Id="rId36" Type="http://schemas.openxmlformats.org/officeDocument/2006/relationships/image" Target="../media/image269.svg"/><Relationship Id="rId49" Type="http://schemas.openxmlformats.org/officeDocument/2006/relationships/image" Target="../media/image282.png"/><Relationship Id="rId10" Type="http://schemas.openxmlformats.org/officeDocument/2006/relationships/image" Target="../media/image245.svg"/><Relationship Id="rId19" Type="http://schemas.openxmlformats.org/officeDocument/2006/relationships/image" Target="../media/image252.png"/><Relationship Id="rId31" Type="http://schemas.openxmlformats.org/officeDocument/2006/relationships/image" Target="../media/image264.png"/><Relationship Id="rId44" Type="http://schemas.openxmlformats.org/officeDocument/2006/relationships/image" Target="../media/image277.svg"/><Relationship Id="rId4" Type="http://schemas.openxmlformats.org/officeDocument/2006/relationships/image" Target="../media/image223.svg"/><Relationship Id="rId9" Type="http://schemas.openxmlformats.org/officeDocument/2006/relationships/image" Target="../media/image244.png"/><Relationship Id="rId14" Type="http://schemas.openxmlformats.org/officeDocument/2006/relationships/image" Target="../media/image247.svg"/><Relationship Id="rId22" Type="http://schemas.openxmlformats.org/officeDocument/2006/relationships/image" Target="../media/image255.svg"/><Relationship Id="rId27" Type="http://schemas.openxmlformats.org/officeDocument/2006/relationships/image" Target="../media/image260.png"/><Relationship Id="rId30" Type="http://schemas.openxmlformats.org/officeDocument/2006/relationships/image" Target="../media/image263.svg"/><Relationship Id="rId35" Type="http://schemas.openxmlformats.org/officeDocument/2006/relationships/image" Target="../media/image268.png"/><Relationship Id="rId43" Type="http://schemas.openxmlformats.org/officeDocument/2006/relationships/image" Target="../media/image276.png"/><Relationship Id="rId48" Type="http://schemas.openxmlformats.org/officeDocument/2006/relationships/image" Target="../media/image281.svg"/><Relationship Id="rId8" Type="http://schemas.openxmlformats.org/officeDocument/2006/relationships/image" Target="../media/image239.svg"/><Relationship Id="rId3" Type="http://schemas.openxmlformats.org/officeDocument/2006/relationships/image" Target="../media/image222.png"/><Relationship Id="rId12" Type="http://schemas.openxmlformats.org/officeDocument/2006/relationships/image" Target="../media/image207.svg"/><Relationship Id="rId17" Type="http://schemas.openxmlformats.org/officeDocument/2006/relationships/image" Target="../media/image250.png"/><Relationship Id="rId25" Type="http://schemas.openxmlformats.org/officeDocument/2006/relationships/image" Target="../media/image258.png"/><Relationship Id="rId33" Type="http://schemas.openxmlformats.org/officeDocument/2006/relationships/image" Target="../media/image266.png"/><Relationship Id="rId38" Type="http://schemas.openxmlformats.org/officeDocument/2006/relationships/image" Target="../media/image271.svg"/><Relationship Id="rId46" Type="http://schemas.openxmlformats.org/officeDocument/2006/relationships/image" Target="../media/image279.svg"/><Relationship Id="rId20" Type="http://schemas.openxmlformats.org/officeDocument/2006/relationships/image" Target="../media/image253.svg"/><Relationship Id="rId41" Type="http://schemas.openxmlformats.org/officeDocument/2006/relationships/image" Target="../media/image274.png"/><Relationship Id="rId1" Type="http://schemas.openxmlformats.org/officeDocument/2006/relationships/slideLayout" Target="../slideLayouts/slideLayout7.xml"/><Relationship Id="rId6" Type="http://schemas.openxmlformats.org/officeDocument/2006/relationships/image" Target="../media/image243.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6" Type="http://schemas.openxmlformats.org/officeDocument/2006/relationships/image" Target="../media/image307.svg"/><Relationship Id="rId21" Type="http://schemas.openxmlformats.org/officeDocument/2006/relationships/image" Target="../media/image302.png"/><Relationship Id="rId42" Type="http://schemas.openxmlformats.org/officeDocument/2006/relationships/image" Target="../media/image323.svg"/><Relationship Id="rId47" Type="http://schemas.openxmlformats.org/officeDocument/2006/relationships/image" Target="../media/image328.png"/><Relationship Id="rId63" Type="http://schemas.openxmlformats.org/officeDocument/2006/relationships/image" Target="../media/image344.png"/><Relationship Id="rId68" Type="http://schemas.openxmlformats.org/officeDocument/2006/relationships/image" Target="../media/image349.svg"/><Relationship Id="rId16" Type="http://schemas.openxmlformats.org/officeDocument/2006/relationships/image" Target="../media/image297.svg"/><Relationship Id="rId11" Type="http://schemas.openxmlformats.org/officeDocument/2006/relationships/image" Target="../media/image292.png"/><Relationship Id="rId32" Type="http://schemas.openxmlformats.org/officeDocument/2006/relationships/image" Target="../media/image313.svg"/><Relationship Id="rId37" Type="http://schemas.openxmlformats.org/officeDocument/2006/relationships/image" Target="../media/image318.png"/><Relationship Id="rId53" Type="http://schemas.openxmlformats.org/officeDocument/2006/relationships/image" Target="../media/image334.png"/><Relationship Id="rId58" Type="http://schemas.openxmlformats.org/officeDocument/2006/relationships/image" Target="../media/image339.svg"/><Relationship Id="rId74" Type="http://schemas.openxmlformats.org/officeDocument/2006/relationships/image" Target="../media/image355.svg"/><Relationship Id="rId79" Type="http://schemas.openxmlformats.org/officeDocument/2006/relationships/image" Target="../media/image360.png"/><Relationship Id="rId5" Type="http://schemas.openxmlformats.org/officeDocument/2006/relationships/image" Target="../media/image286.png"/><Relationship Id="rId61" Type="http://schemas.openxmlformats.org/officeDocument/2006/relationships/image" Target="../media/image342.png"/><Relationship Id="rId82" Type="http://schemas.openxmlformats.org/officeDocument/2006/relationships/image" Target="../media/image363.svg"/><Relationship Id="rId19" Type="http://schemas.openxmlformats.org/officeDocument/2006/relationships/image" Target="../media/image300.png"/><Relationship Id="rId14" Type="http://schemas.openxmlformats.org/officeDocument/2006/relationships/image" Target="../media/image295.svg"/><Relationship Id="rId22" Type="http://schemas.openxmlformats.org/officeDocument/2006/relationships/image" Target="../media/image303.svg"/><Relationship Id="rId27" Type="http://schemas.openxmlformats.org/officeDocument/2006/relationships/image" Target="../media/image308.png"/><Relationship Id="rId30" Type="http://schemas.openxmlformats.org/officeDocument/2006/relationships/image" Target="../media/image311.svg"/><Relationship Id="rId35" Type="http://schemas.openxmlformats.org/officeDocument/2006/relationships/image" Target="../media/image316.png"/><Relationship Id="rId43" Type="http://schemas.openxmlformats.org/officeDocument/2006/relationships/image" Target="../media/image324.png"/><Relationship Id="rId48" Type="http://schemas.openxmlformats.org/officeDocument/2006/relationships/image" Target="../media/image329.svg"/><Relationship Id="rId56" Type="http://schemas.openxmlformats.org/officeDocument/2006/relationships/image" Target="../media/image337.svg"/><Relationship Id="rId64" Type="http://schemas.openxmlformats.org/officeDocument/2006/relationships/image" Target="../media/image345.svg"/><Relationship Id="rId69" Type="http://schemas.openxmlformats.org/officeDocument/2006/relationships/image" Target="../media/image350.png"/><Relationship Id="rId77" Type="http://schemas.openxmlformats.org/officeDocument/2006/relationships/image" Target="../media/image358.png"/><Relationship Id="rId8" Type="http://schemas.openxmlformats.org/officeDocument/2006/relationships/image" Target="../media/image289.svg"/><Relationship Id="rId51" Type="http://schemas.openxmlformats.org/officeDocument/2006/relationships/image" Target="../media/image332.png"/><Relationship Id="rId72" Type="http://schemas.openxmlformats.org/officeDocument/2006/relationships/image" Target="../media/image353.svg"/><Relationship Id="rId80" Type="http://schemas.openxmlformats.org/officeDocument/2006/relationships/image" Target="../media/image361.svg"/><Relationship Id="rId3" Type="http://schemas.openxmlformats.org/officeDocument/2006/relationships/image" Target="../media/image284.png"/><Relationship Id="rId12" Type="http://schemas.openxmlformats.org/officeDocument/2006/relationships/image" Target="../media/image293.svg"/><Relationship Id="rId17" Type="http://schemas.openxmlformats.org/officeDocument/2006/relationships/image" Target="../media/image298.png"/><Relationship Id="rId25" Type="http://schemas.openxmlformats.org/officeDocument/2006/relationships/image" Target="../media/image306.png"/><Relationship Id="rId33" Type="http://schemas.openxmlformats.org/officeDocument/2006/relationships/image" Target="../media/image314.png"/><Relationship Id="rId38" Type="http://schemas.openxmlformats.org/officeDocument/2006/relationships/image" Target="../media/image319.svg"/><Relationship Id="rId46" Type="http://schemas.openxmlformats.org/officeDocument/2006/relationships/image" Target="../media/image327.svg"/><Relationship Id="rId59" Type="http://schemas.openxmlformats.org/officeDocument/2006/relationships/image" Target="../media/image340.png"/><Relationship Id="rId67" Type="http://schemas.openxmlformats.org/officeDocument/2006/relationships/image" Target="../media/image348.png"/><Relationship Id="rId20" Type="http://schemas.openxmlformats.org/officeDocument/2006/relationships/image" Target="../media/image301.svg"/><Relationship Id="rId41" Type="http://schemas.openxmlformats.org/officeDocument/2006/relationships/image" Target="../media/image322.png"/><Relationship Id="rId54" Type="http://schemas.openxmlformats.org/officeDocument/2006/relationships/image" Target="../media/image335.svg"/><Relationship Id="rId62" Type="http://schemas.openxmlformats.org/officeDocument/2006/relationships/image" Target="../media/image343.svg"/><Relationship Id="rId70" Type="http://schemas.openxmlformats.org/officeDocument/2006/relationships/image" Target="../media/image351.svg"/><Relationship Id="rId75" Type="http://schemas.openxmlformats.org/officeDocument/2006/relationships/image" Target="../media/image356.png"/><Relationship Id="rId1" Type="http://schemas.openxmlformats.org/officeDocument/2006/relationships/slideLayout" Target="../slideLayouts/slideLayout7.xml"/><Relationship Id="rId6" Type="http://schemas.openxmlformats.org/officeDocument/2006/relationships/image" Target="../media/image287.svg"/><Relationship Id="rId15" Type="http://schemas.openxmlformats.org/officeDocument/2006/relationships/image" Target="../media/image296.png"/><Relationship Id="rId23" Type="http://schemas.openxmlformats.org/officeDocument/2006/relationships/image" Target="../media/image304.png"/><Relationship Id="rId28" Type="http://schemas.openxmlformats.org/officeDocument/2006/relationships/image" Target="../media/image309.svg"/><Relationship Id="rId36" Type="http://schemas.openxmlformats.org/officeDocument/2006/relationships/image" Target="../media/image317.svg"/><Relationship Id="rId49" Type="http://schemas.openxmlformats.org/officeDocument/2006/relationships/image" Target="../media/image330.png"/><Relationship Id="rId57" Type="http://schemas.openxmlformats.org/officeDocument/2006/relationships/image" Target="../media/image338.png"/><Relationship Id="rId10" Type="http://schemas.openxmlformats.org/officeDocument/2006/relationships/image" Target="../media/image291.svg"/><Relationship Id="rId31" Type="http://schemas.openxmlformats.org/officeDocument/2006/relationships/image" Target="../media/image312.png"/><Relationship Id="rId44" Type="http://schemas.openxmlformats.org/officeDocument/2006/relationships/image" Target="../media/image325.svg"/><Relationship Id="rId52" Type="http://schemas.openxmlformats.org/officeDocument/2006/relationships/image" Target="../media/image333.svg"/><Relationship Id="rId60" Type="http://schemas.openxmlformats.org/officeDocument/2006/relationships/image" Target="../media/image341.svg"/><Relationship Id="rId65" Type="http://schemas.openxmlformats.org/officeDocument/2006/relationships/image" Target="../media/image346.png"/><Relationship Id="rId73" Type="http://schemas.openxmlformats.org/officeDocument/2006/relationships/image" Target="../media/image354.png"/><Relationship Id="rId78" Type="http://schemas.openxmlformats.org/officeDocument/2006/relationships/image" Target="../media/image359.svg"/><Relationship Id="rId81" Type="http://schemas.openxmlformats.org/officeDocument/2006/relationships/image" Target="../media/image362.png"/><Relationship Id="rId4" Type="http://schemas.openxmlformats.org/officeDocument/2006/relationships/image" Target="../media/image285.svg"/><Relationship Id="rId9" Type="http://schemas.openxmlformats.org/officeDocument/2006/relationships/image" Target="../media/image290.png"/><Relationship Id="rId13" Type="http://schemas.openxmlformats.org/officeDocument/2006/relationships/image" Target="../media/image294.png"/><Relationship Id="rId18" Type="http://schemas.openxmlformats.org/officeDocument/2006/relationships/image" Target="../media/image299.svg"/><Relationship Id="rId39" Type="http://schemas.openxmlformats.org/officeDocument/2006/relationships/image" Target="../media/image320.png"/><Relationship Id="rId34" Type="http://schemas.openxmlformats.org/officeDocument/2006/relationships/image" Target="../media/image315.svg"/><Relationship Id="rId50" Type="http://schemas.openxmlformats.org/officeDocument/2006/relationships/image" Target="../media/image331.svg"/><Relationship Id="rId55" Type="http://schemas.openxmlformats.org/officeDocument/2006/relationships/image" Target="../media/image336.png"/><Relationship Id="rId76" Type="http://schemas.openxmlformats.org/officeDocument/2006/relationships/image" Target="../media/image357.svg"/><Relationship Id="rId7" Type="http://schemas.openxmlformats.org/officeDocument/2006/relationships/image" Target="../media/image288.png"/><Relationship Id="rId71" Type="http://schemas.openxmlformats.org/officeDocument/2006/relationships/image" Target="../media/image352.png"/><Relationship Id="rId2" Type="http://schemas.openxmlformats.org/officeDocument/2006/relationships/notesSlide" Target="../notesSlides/notesSlide12.xml"/><Relationship Id="rId29" Type="http://schemas.openxmlformats.org/officeDocument/2006/relationships/image" Target="../media/image310.png"/><Relationship Id="rId24" Type="http://schemas.openxmlformats.org/officeDocument/2006/relationships/image" Target="../media/image305.svg"/><Relationship Id="rId40" Type="http://schemas.openxmlformats.org/officeDocument/2006/relationships/image" Target="../media/image321.svg"/><Relationship Id="rId45" Type="http://schemas.openxmlformats.org/officeDocument/2006/relationships/image" Target="../media/image326.png"/><Relationship Id="rId66" Type="http://schemas.openxmlformats.org/officeDocument/2006/relationships/image" Target="../media/image347.svg"/></Relationships>
</file>

<file path=ppt/slides/_rels/slide48.xml.rels><?xml version="1.0" encoding="UTF-8" standalone="yes"?>
<Relationships xmlns="http://schemas.openxmlformats.org/package/2006/relationships"><Relationship Id="rId13" Type="http://schemas.openxmlformats.org/officeDocument/2006/relationships/image" Target="../media/image372.png"/><Relationship Id="rId18" Type="http://schemas.openxmlformats.org/officeDocument/2006/relationships/image" Target="../media/image377.svg"/><Relationship Id="rId26" Type="http://schemas.openxmlformats.org/officeDocument/2006/relationships/image" Target="../media/image385.svg"/><Relationship Id="rId3" Type="http://schemas.openxmlformats.org/officeDocument/2006/relationships/image" Target="../media/image364.png"/><Relationship Id="rId21" Type="http://schemas.openxmlformats.org/officeDocument/2006/relationships/image" Target="../media/image380.png"/><Relationship Id="rId34" Type="http://schemas.openxmlformats.org/officeDocument/2006/relationships/image" Target="../media/image393.svg"/><Relationship Id="rId7" Type="http://schemas.openxmlformats.org/officeDocument/2006/relationships/image" Target="../media/image366.png"/><Relationship Id="rId12" Type="http://schemas.openxmlformats.org/officeDocument/2006/relationships/image" Target="../media/image371.svg"/><Relationship Id="rId17" Type="http://schemas.openxmlformats.org/officeDocument/2006/relationships/image" Target="../media/image376.png"/><Relationship Id="rId25" Type="http://schemas.openxmlformats.org/officeDocument/2006/relationships/image" Target="../media/image384.png"/><Relationship Id="rId33" Type="http://schemas.openxmlformats.org/officeDocument/2006/relationships/image" Target="../media/image392.png"/><Relationship Id="rId2" Type="http://schemas.openxmlformats.org/officeDocument/2006/relationships/notesSlide" Target="../notesSlides/notesSlide13.xml"/><Relationship Id="rId16" Type="http://schemas.openxmlformats.org/officeDocument/2006/relationships/image" Target="../media/image375.svg"/><Relationship Id="rId20" Type="http://schemas.openxmlformats.org/officeDocument/2006/relationships/image" Target="../media/image379.svg"/><Relationship Id="rId29" Type="http://schemas.openxmlformats.org/officeDocument/2006/relationships/image" Target="../media/image388.png"/><Relationship Id="rId1" Type="http://schemas.openxmlformats.org/officeDocument/2006/relationships/slideLayout" Target="../slideLayouts/slideLayout7.xml"/><Relationship Id="rId6" Type="http://schemas.openxmlformats.org/officeDocument/2006/relationships/image" Target="../media/image307.svg"/><Relationship Id="rId11" Type="http://schemas.openxmlformats.org/officeDocument/2006/relationships/image" Target="../media/image370.png"/><Relationship Id="rId24" Type="http://schemas.openxmlformats.org/officeDocument/2006/relationships/image" Target="../media/image383.svg"/><Relationship Id="rId32" Type="http://schemas.openxmlformats.org/officeDocument/2006/relationships/image" Target="../media/image391.svg"/><Relationship Id="rId5" Type="http://schemas.openxmlformats.org/officeDocument/2006/relationships/image" Target="../media/image306.png"/><Relationship Id="rId15" Type="http://schemas.openxmlformats.org/officeDocument/2006/relationships/image" Target="../media/image374.png"/><Relationship Id="rId23" Type="http://schemas.openxmlformats.org/officeDocument/2006/relationships/image" Target="../media/image382.png"/><Relationship Id="rId28" Type="http://schemas.openxmlformats.org/officeDocument/2006/relationships/image" Target="../media/image387.svg"/><Relationship Id="rId36" Type="http://schemas.openxmlformats.org/officeDocument/2006/relationships/image" Target="../media/image395.svg"/><Relationship Id="rId10" Type="http://schemas.openxmlformats.org/officeDocument/2006/relationships/image" Target="../media/image369.svg"/><Relationship Id="rId19" Type="http://schemas.openxmlformats.org/officeDocument/2006/relationships/image" Target="../media/image378.png"/><Relationship Id="rId31" Type="http://schemas.openxmlformats.org/officeDocument/2006/relationships/image" Target="../media/image390.png"/><Relationship Id="rId4" Type="http://schemas.openxmlformats.org/officeDocument/2006/relationships/image" Target="../media/image365.svg"/><Relationship Id="rId9" Type="http://schemas.openxmlformats.org/officeDocument/2006/relationships/image" Target="../media/image368.png"/><Relationship Id="rId14" Type="http://schemas.openxmlformats.org/officeDocument/2006/relationships/image" Target="../media/image373.svg"/><Relationship Id="rId22" Type="http://schemas.openxmlformats.org/officeDocument/2006/relationships/image" Target="../media/image381.svg"/><Relationship Id="rId27" Type="http://schemas.openxmlformats.org/officeDocument/2006/relationships/image" Target="../media/image386.png"/><Relationship Id="rId30" Type="http://schemas.openxmlformats.org/officeDocument/2006/relationships/image" Target="../media/image389.svg"/><Relationship Id="rId35" Type="http://schemas.openxmlformats.org/officeDocument/2006/relationships/image" Target="../media/image394.png"/><Relationship Id="rId8" Type="http://schemas.openxmlformats.org/officeDocument/2006/relationships/image" Target="../media/image367.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9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404.jpeg"/><Relationship Id="rId13" Type="http://schemas.openxmlformats.org/officeDocument/2006/relationships/image" Target="../media/image409.jpeg"/><Relationship Id="rId3" Type="http://schemas.openxmlformats.org/officeDocument/2006/relationships/image" Target="../media/image399.jpeg"/><Relationship Id="rId7" Type="http://schemas.openxmlformats.org/officeDocument/2006/relationships/image" Target="../media/image403.jpeg"/><Relationship Id="rId12" Type="http://schemas.openxmlformats.org/officeDocument/2006/relationships/image" Target="../media/image408.jpeg"/><Relationship Id="rId2" Type="http://schemas.openxmlformats.org/officeDocument/2006/relationships/image" Target="../media/image398.png"/><Relationship Id="rId1" Type="http://schemas.openxmlformats.org/officeDocument/2006/relationships/slideLayout" Target="../slideLayouts/slideLayout2.xml"/><Relationship Id="rId6" Type="http://schemas.openxmlformats.org/officeDocument/2006/relationships/image" Target="../media/image402.jpeg"/><Relationship Id="rId11" Type="http://schemas.openxmlformats.org/officeDocument/2006/relationships/image" Target="../media/image407.jpeg"/><Relationship Id="rId5" Type="http://schemas.openxmlformats.org/officeDocument/2006/relationships/image" Target="../media/image401.jpeg"/><Relationship Id="rId10" Type="http://schemas.openxmlformats.org/officeDocument/2006/relationships/image" Target="../media/image406.jpeg"/><Relationship Id="rId4" Type="http://schemas.openxmlformats.org/officeDocument/2006/relationships/image" Target="../media/image400.jpeg"/><Relationship Id="rId9" Type="http://schemas.openxmlformats.org/officeDocument/2006/relationships/image" Target="../media/image405.jpeg"/></Relationships>
</file>

<file path=ppt/slides/_rels/slide55.xml.rels><?xml version="1.0" encoding="UTF-8" standalone="yes"?>
<Relationships xmlns="http://schemas.openxmlformats.org/package/2006/relationships"><Relationship Id="rId2" Type="http://schemas.openxmlformats.org/officeDocument/2006/relationships/image" Target="../media/image410.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1.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17.svg"/><Relationship Id="rId13" Type="http://schemas.openxmlformats.org/officeDocument/2006/relationships/image" Target="../media/image422.png"/><Relationship Id="rId18" Type="http://schemas.openxmlformats.org/officeDocument/2006/relationships/image" Target="../media/image427.svg"/><Relationship Id="rId3" Type="http://schemas.openxmlformats.org/officeDocument/2006/relationships/image" Target="../media/image412.png"/><Relationship Id="rId7" Type="http://schemas.openxmlformats.org/officeDocument/2006/relationships/image" Target="../media/image416.png"/><Relationship Id="rId12" Type="http://schemas.openxmlformats.org/officeDocument/2006/relationships/image" Target="../media/image421.svg"/><Relationship Id="rId17" Type="http://schemas.openxmlformats.org/officeDocument/2006/relationships/image" Target="../media/image426.png"/><Relationship Id="rId2" Type="http://schemas.openxmlformats.org/officeDocument/2006/relationships/notesSlide" Target="../notesSlides/notesSlide14.xml"/><Relationship Id="rId16" Type="http://schemas.openxmlformats.org/officeDocument/2006/relationships/image" Target="../media/image425.svg"/><Relationship Id="rId20" Type="http://schemas.openxmlformats.org/officeDocument/2006/relationships/image" Target="../media/image429.svg"/><Relationship Id="rId1" Type="http://schemas.openxmlformats.org/officeDocument/2006/relationships/slideLayout" Target="../slideLayouts/slideLayout7.xml"/><Relationship Id="rId6" Type="http://schemas.openxmlformats.org/officeDocument/2006/relationships/image" Target="../media/image415.svg"/><Relationship Id="rId11" Type="http://schemas.openxmlformats.org/officeDocument/2006/relationships/image" Target="../media/image420.png"/><Relationship Id="rId5" Type="http://schemas.openxmlformats.org/officeDocument/2006/relationships/image" Target="../media/image414.png"/><Relationship Id="rId15" Type="http://schemas.openxmlformats.org/officeDocument/2006/relationships/image" Target="../media/image424.png"/><Relationship Id="rId10" Type="http://schemas.openxmlformats.org/officeDocument/2006/relationships/image" Target="../media/image419.svg"/><Relationship Id="rId19" Type="http://schemas.openxmlformats.org/officeDocument/2006/relationships/image" Target="../media/image428.png"/><Relationship Id="rId4" Type="http://schemas.openxmlformats.org/officeDocument/2006/relationships/image" Target="../media/image413.svg"/><Relationship Id="rId9" Type="http://schemas.openxmlformats.org/officeDocument/2006/relationships/image" Target="../media/image418.png"/><Relationship Id="rId14" Type="http://schemas.openxmlformats.org/officeDocument/2006/relationships/image" Target="../media/image423.svg"/></Relationships>
</file>

<file path=ppt/slides/_rels/slide61.xml.rels><?xml version="1.0" encoding="UTF-8" standalone="yes"?>
<Relationships xmlns="http://schemas.openxmlformats.org/package/2006/relationships"><Relationship Id="rId8" Type="http://schemas.openxmlformats.org/officeDocument/2006/relationships/image" Target="../media/image435.svg"/><Relationship Id="rId13" Type="http://schemas.openxmlformats.org/officeDocument/2006/relationships/image" Target="../media/image440.png"/><Relationship Id="rId18" Type="http://schemas.openxmlformats.org/officeDocument/2006/relationships/image" Target="../media/image445.svg"/><Relationship Id="rId3" Type="http://schemas.openxmlformats.org/officeDocument/2006/relationships/image" Target="../media/image430.png"/><Relationship Id="rId7" Type="http://schemas.openxmlformats.org/officeDocument/2006/relationships/image" Target="../media/image434.png"/><Relationship Id="rId12" Type="http://schemas.openxmlformats.org/officeDocument/2006/relationships/image" Target="../media/image439.svg"/><Relationship Id="rId17" Type="http://schemas.openxmlformats.org/officeDocument/2006/relationships/image" Target="../media/image444.png"/><Relationship Id="rId2" Type="http://schemas.openxmlformats.org/officeDocument/2006/relationships/notesSlide" Target="../notesSlides/notesSlide15.xml"/><Relationship Id="rId16" Type="http://schemas.openxmlformats.org/officeDocument/2006/relationships/image" Target="../media/image443.svg"/><Relationship Id="rId20" Type="http://schemas.openxmlformats.org/officeDocument/2006/relationships/image" Target="../media/image447.svg"/><Relationship Id="rId1" Type="http://schemas.openxmlformats.org/officeDocument/2006/relationships/slideLayout" Target="../slideLayouts/slideLayout7.xml"/><Relationship Id="rId6" Type="http://schemas.openxmlformats.org/officeDocument/2006/relationships/image" Target="../media/image433.svg"/><Relationship Id="rId11" Type="http://schemas.openxmlformats.org/officeDocument/2006/relationships/image" Target="../media/image438.png"/><Relationship Id="rId5" Type="http://schemas.openxmlformats.org/officeDocument/2006/relationships/image" Target="../media/image432.png"/><Relationship Id="rId15" Type="http://schemas.openxmlformats.org/officeDocument/2006/relationships/image" Target="../media/image442.png"/><Relationship Id="rId10" Type="http://schemas.openxmlformats.org/officeDocument/2006/relationships/image" Target="../media/image437.svg"/><Relationship Id="rId19" Type="http://schemas.openxmlformats.org/officeDocument/2006/relationships/image" Target="../media/image446.png"/><Relationship Id="rId4" Type="http://schemas.openxmlformats.org/officeDocument/2006/relationships/image" Target="../media/image431.svg"/><Relationship Id="rId9" Type="http://schemas.openxmlformats.org/officeDocument/2006/relationships/image" Target="../media/image436.png"/><Relationship Id="rId14" Type="http://schemas.openxmlformats.org/officeDocument/2006/relationships/image" Target="../media/image441.svg"/></Relationships>
</file>

<file path=ppt/slides/_rels/slide62.xml.rels><?xml version="1.0" encoding="UTF-8" standalone="yes"?>
<Relationships xmlns="http://schemas.openxmlformats.org/package/2006/relationships"><Relationship Id="rId13" Type="http://schemas.openxmlformats.org/officeDocument/2006/relationships/image" Target="../media/image458.png"/><Relationship Id="rId18" Type="http://schemas.openxmlformats.org/officeDocument/2006/relationships/image" Target="../media/image463.svg"/><Relationship Id="rId26" Type="http://schemas.openxmlformats.org/officeDocument/2006/relationships/image" Target="../media/image471.svg"/><Relationship Id="rId3" Type="http://schemas.openxmlformats.org/officeDocument/2006/relationships/image" Target="../media/image448.png"/><Relationship Id="rId21" Type="http://schemas.openxmlformats.org/officeDocument/2006/relationships/image" Target="../media/image466.png"/><Relationship Id="rId34" Type="http://schemas.openxmlformats.org/officeDocument/2006/relationships/image" Target="../media/image479.svg"/><Relationship Id="rId7" Type="http://schemas.openxmlformats.org/officeDocument/2006/relationships/image" Target="../media/image452.png"/><Relationship Id="rId12" Type="http://schemas.openxmlformats.org/officeDocument/2006/relationships/image" Target="../media/image457.svg"/><Relationship Id="rId17" Type="http://schemas.openxmlformats.org/officeDocument/2006/relationships/image" Target="../media/image462.png"/><Relationship Id="rId25" Type="http://schemas.openxmlformats.org/officeDocument/2006/relationships/image" Target="../media/image470.png"/><Relationship Id="rId33" Type="http://schemas.openxmlformats.org/officeDocument/2006/relationships/image" Target="../media/image478.png"/><Relationship Id="rId2" Type="http://schemas.openxmlformats.org/officeDocument/2006/relationships/notesSlide" Target="../notesSlides/notesSlide16.xml"/><Relationship Id="rId16" Type="http://schemas.openxmlformats.org/officeDocument/2006/relationships/image" Target="../media/image461.svg"/><Relationship Id="rId20" Type="http://schemas.openxmlformats.org/officeDocument/2006/relationships/image" Target="../media/image465.svg"/><Relationship Id="rId29" Type="http://schemas.openxmlformats.org/officeDocument/2006/relationships/image" Target="../media/image474.png"/><Relationship Id="rId1" Type="http://schemas.openxmlformats.org/officeDocument/2006/relationships/slideLayout" Target="../slideLayouts/slideLayout7.xml"/><Relationship Id="rId6" Type="http://schemas.openxmlformats.org/officeDocument/2006/relationships/image" Target="../media/image451.svg"/><Relationship Id="rId11" Type="http://schemas.openxmlformats.org/officeDocument/2006/relationships/image" Target="../media/image456.png"/><Relationship Id="rId24" Type="http://schemas.openxmlformats.org/officeDocument/2006/relationships/image" Target="../media/image469.svg"/><Relationship Id="rId32" Type="http://schemas.openxmlformats.org/officeDocument/2006/relationships/image" Target="../media/image477.svg"/><Relationship Id="rId5" Type="http://schemas.openxmlformats.org/officeDocument/2006/relationships/image" Target="../media/image450.png"/><Relationship Id="rId15" Type="http://schemas.openxmlformats.org/officeDocument/2006/relationships/image" Target="../media/image460.png"/><Relationship Id="rId23" Type="http://schemas.openxmlformats.org/officeDocument/2006/relationships/image" Target="../media/image468.png"/><Relationship Id="rId28" Type="http://schemas.openxmlformats.org/officeDocument/2006/relationships/image" Target="../media/image473.svg"/><Relationship Id="rId36" Type="http://schemas.openxmlformats.org/officeDocument/2006/relationships/image" Target="../media/image481.svg"/><Relationship Id="rId10" Type="http://schemas.openxmlformats.org/officeDocument/2006/relationships/image" Target="../media/image455.svg"/><Relationship Id="rId19" Type="http://schemas.openxmlformats.org/officeDocument/2006/relationships/image" Target="../media/image464.png"/><Relationship Id="rId31" Type="http://schemas.openxmlformats.org/officeDocument/2006/relationships/image" Target="../media/image476.png"/><Relationship Id="rId4" Type="http://schemas.openxmlformats.org/officeDocument/2006/relationships/image" Target="../media/image449.svg"/><Relationship Id="rId9" Type="http://schemas.openxmlformats.org/officeDocument/2006/relationships/image" Target="../media/image454.png"/><Relationship Id="rId14" Type="http://schemas.openxmlformats.org/officeDocument/2006/relationships/image" Target="../media/image459.svg"/><Relationship Id="rId22" Type="http://schemas.openxmlformats.org/officeDocument/2006/relationships/image" Target="../media/image467.svg"/><Relationship Id="rId27" Type="http://schemas.openxmlformats.org/officeDocument/2006/relationships/image" Target="../media/image472.png"/><Relationship Id="rId30" Type="http://schemas.openxmlformats.org/officeDocument/2006/relationships/image" Target="../media/image475.svg"/><Relationship Id="rId35" Type="http://schemas.openxmlformats.org/officeDocument/2006/relationships/image" Target="../media/image480.png"/><Relationship Id="rId8" Type="http://schemas.openxmlformats.org/officeDocument/2006/relationships/image" Target="../media/image453.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487.svg"/><Relationship Id="rId13" Type="http://schemas.openxmlformats.org/officeDocument/2006/relationships/image" Target="../media/image492.png"/><Relationship Id="rId18" Type="http://schemas.openxmlformats.org/officeDocument/2006/relationships/image" Target="../media/image497.svg"/><Relationship Id="rId26" Type="http://schemas.openxmlformats.org/officeDocument/2006/relationships/image" Target="../media/image505.svg"/><Relationship Id="rId3" Type="http://schemas.openxmlformats.org/officeDocument/2006/relationships/image" Target="../media/image482.png"/><Relationship Id="rId21" Type="http://schemas.openxmlformats.org/officeDocument/2006/relationships/image" Target="../media/image500.png"/><Relationship Id="rId7" Type="http://schemas.openxmlformats.org/officeDocument/2006/relationships/image" Target="../media/image486.png"/><Relationship Id="rId12" Type="http://schemas.openxmlformats.org/officeDocument/2006/relationships/image" Target="../media/image491.svg"/><Relationship Id="rId17" Type="http://schemas.openxmlformats.org/officeDocument/2006/relationships/image" Target="../media/image496.png"/><Relationship Id="rId25" Type="http://schemas.openxmlformats.org/officeDocument/2006/relationships/image" Target="../media/image504.png"/><Relationship Id="rId2" Type="http://schemas.openxmlformats.org/officeDocument/2006/relationships/notesSlide" Target="../notesSlides/notesSlide17.xml"/><Relationship Id="rId16" Type="http://schemas.openxmlformats.org/officeDocument/2006/relationships/image" Target="../media/image495.svg"/><Relationship Id="rId20" Type="http://schemas.openxmlformats.org/officeDocument/2006/relationships/image" Target="../media/image499.svg"/><Relationship Id="rId1" Type="http://schemas.openxmlformats.org/officeDocument/2006/relationships/slideLayout" Target="../slideLayouts/slideLayout7.xml"/><Relationship Id="rId6" Type="http://schemas.openxmlformats.org/officeDocument/2006/relationships/image" Target="../media/image485.svg"/><Relationship Id="rId11" Type="http://schemas.openxmlformats.org/officeDocument/2006/relationships/image" Target="../media/image490.png"/><Relationship Id="rId24" Type="http://schemas.openxmlformats.org/officeDocument/2006/relationships/image" Target="../media/image503.svg"/><Relationship Id="rId5" Type="http://schemas.openxmlformats.org/officeDocument/2006/relationships/image" Target="../media/image484.png"/><Relationship Id="rId15" Type="http://schemas.openxmlformats.org/officeDocument/2006/relationships/image" Target="../media/image494.png"/><Relationship Id="rId23" Type="http://schemas.openxmlformats.org/officeDocument/2006/relationships/image" Target="../media/image502.png"/><Relationship Id="rId28" Type="http://schemas.openxmlformats.org/officeDocument/2006/relationships/image" Target="../media/image507.svg"/><Relationship Id="rId10" Type="http://schemas.openxmlformats.org/officeDocument/2006/relationships/image" Target="../media/image489.svg"/><Relationship Id="rId19" Type="http://schemas.openxmlformats.org/officeDocument/2006/relationships/image" Target="../media/image498.png"/><Relationship Id="rId4" Type="http://schemas.openxmlformats.org/officeDocument/2006/relationships/image" Target="../media/image483.svg"/><Relationship Id="rId9" Type="http://schemas.openxmlformats.org/officeDocument/2006/relationships/image" Target="../media/image488.png"/><Relationship Id="rId14" Type="http://schemas.openxmlformats.org/officeDocument/2006/relationships/image" Target="../media/image493.svg"/><Relationship Id="rId22" Type="http://schemas.openxmlformats.org/officeDocument/2006/relationships/image" Target="../media/image501.svg"/><Relationship Id="rId27" Type="http://schemas.openxmlformats.org/officeDocument/2006/relationships/image" Target="../media/image506.png"/></Relationships>
</file>

<file path=ppt/slides/_rels/slide67.xml.rels><?xml version="1.0" encoding="UTF-8" standalone="yes"?>
<Relationships xmlns="http://schemas.openxmlformats.org/package/2006/relationships"><Relationship Id="rId8" Type="http://schemas.openxmlformats.org/officeDocument/2006/relationships/image" Target="../media/image505.svg"/><Relationship Id="rId13" Type="http://schemas.openxmlformats.org/officeDocument/2006/relationships/image" Target="../media/image512.png"/><Relationship Id="rId3" Type="http://schemas.openxmlformats.org/officeDocument/2006/relationships/image" Target="../media/image502.png"/><Relationship Id="rId7" Type="http://schemas.openxmlformats.org/officeDocument/2006/relationships/image" Target="../media/image504.png"/><Relationship Id="rId12" Type="http://schemas.openxmlformats.org/officeDocument/2006/relationships/image" Target="../media/image511.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09.svg"/><Relationship Id="rId11" Type="http://schemas.openxmlformats.org/officeDocument/2006/relationships/image" Target="../media/image510.png"/><Relationship Id="rId5" Type="http://schemas.openxmlformats.org/officeDocument/2006/relationships/image" Target="../media/image508.png"/><Relationship Id="rId10" Type="http://schemas.openxmlformats.org/officeDocument/2006/relationships/image" Target="../media/image507.svg"/><Relationship Id="rId4" Type="http://schemas.openxmlformats.org/officeDocument/2006/relationships/image" Target="../media/image503.svg"/><Relationship Id="rId9" Type="http://schemas.openxmlformats.org/officeDocument/2006/relationships/image" Target="../media/image506.png"/><Relationship Id="rId14" Type="http://schemas.openxmlformats.org/officeDocument/2006/relationships/image" Target="../media/image513.svg"/></Relationships>
</file>

<file path=ppt/slides/_rels/slide68.xml.rels><?xml version="1.0" encoding="UTF-8" standalone="yes"?>
<Relationships xmlns="http://schemas.openxmlformats.org/package/2006/relationships"><Relationship Id="rId8" Type="http://schemas.openxmlformats.org/officeDocument/2006/relationships/image" Target="../media/image519.svg"/><Relationship Id="rId13" Type="http://schemas.openxmlformats.org/officeDocument/2006/relationships/image" Target="../media/image524.png"/><Relationship Id="rId18" Type="http://schemas.openxmlformats.org/officeDocument/2006/relationships/image" Target="../media/image527.svg"/><Relationship Id="rId3" Type="http://schemas.openxmlformats.org/officeDocument/2006/relationships/image" Target="../media/image514.png"/><Relationship Id="rId7" Type="http://schemas.openxmlformats.org/officeDocument/2006/relationships/image" Target="../media/image518.png"/><Relationship Id="rId12" Type="http://schemas.openxmlformats.org/officeDocument/2006/relationships/image" Target="../media/image523.svg"/><Relationship Id="rId17" Type="http://schemas.openxmlformats.org/officeDocument/2006/relationships/image" Target="../media/image526.png"/><Relationship Id="rId2" Type="http://schemas.openxmlformats.org/officeDocument/2006/relationships/notesSlide" Target="../notesSlides/notesSlide19.xml"/><Relationship Id="rId16" Type="http://schemas.openxmlformats.org/officeDocument/2006/relationships/image" Target="../media/image509.svg"/><Relationship Id="rId20" Type="http://schemas.openxmlformats.org/officeDocument/2006/relationships/image" Target="../media/image529.svg"/><Relationship Id="rId1" Type="http://schemas.openxmlformats.org/officeDocument/2006/relationships/slideLayout" Target="../slideLayouts/slideLayout7.xml"/><Relationship Id="rId6" Type="http://schemas.openxmlformats.org/officeDocument/2006/relationships/image" Target="../media/image517.svg"/><Relationship Id="rId11" Type="http://schemas.openxmlformats.org/officeDocument/2006/relationships/image" Target="../media/image522.png"/><Relationship Id="rId5" Type="http://schemas.openxmlformats.org/officeDocument/2006/relationships/image" Target="../media/image516.png"/><Relationship Id="rId15" Type="http://schemas.openxmlformats.org/officeDocument/2006/relationships/image" Target="../media/image508.png"/><Relationship Id="rId10" Type="http://schemas.openxmlformats.org/officeDocument/2006/relationships/image" Target="../media/image521.svg"/><Relationship Id="rId19" Type="http://schemas.openxmlformats.org/officeDocument/2006/relationships/image" Target="../media/image528.png"/><Relationship Id="rId4" Type="http://schemas.openxmlformats.org/officeDocument/2006/relationships/image" Target="../media/image515.svg"/><Relationship Id="rId9" Type="http://schemas.openxmlformats.org/officeDocument/2006/relationships/image" Target="../media/image520.png"/><Relationship Id="rId14" Type="http://schemas.openxmlformats.org/officeDocument/2006/relationships/image" Target="../media/image525.sv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3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3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3" Type="http://schemas.openxmlformats.org/officeDocument/2006/relationships/image" Target="../media/image540.png"/><Relationship Id="rId18" Type="http://schemas.openxmlformats.org/officeDocument/2006/relationships/image" Target="../media/image545.svg"/><Relationship Id="rId26" Type="http://schemas.openxmlformats.org/officeDocument/2006/relationships/image" Target="../media/image553.svg"/><Relationship Id="rId39" Type="http://schemas.openxmlformats.org/officeDocument/2006/relationships/image" Target="../media/image564.png"/><Relationship Id="rId21" Type="http://schemas.openxmlformats.org/officeDocument/2006/relationships/image" Target="../media/image548.png"/><Relationship Id="rId34" Type="http://schemas.openxmlformats.org/officeDocument/2006/relationships/image" Target="../media/image523.svg"/><Relationship Id="rId42" Type="http://schemas.openxmlformats.org/officeDocument/2006/relationships/image" Target="../media/image567.svg"/><Relationship Id="rId47" Type="http://schemas.openxmlformats.org/officeDocument/2006/relationships/image" Target="../media/image570.png"/><Relationship Id="rId50" Type="http://schemas.openxmlformats.org/officeDocument/2006/relationships/image" Target="../media/image573.svg"/><Relationship Id="rId55" Type="http://schemas.openxmlformats.org/officeDocument/2006/relationships/image" Target="../media/image578.png"/><Relationship Id="rId7" Type="http://schemas.openxmlformats.org/officeDocument/2006/relationships/image" Target="../media/image536.png"/><Relationship Id="rId2" Type="http://schemas.openxmlformats.org/officeDocument/2006/relationships/notesSlide" Target="../notesSlides/notesSlide20.xml"/><Relationship Id="rId16" Type="http://schemas.openxmlformats.org/officeDocument/2006/relationships/image" Target="../media/image543.svg"/><Relationship Id="rId29" Type="http://schemas.openxmlformats.org/officeDocument/2006/relationships/image" Target="../media/image556.png"/><Relationship Id="rId11" Type="http://schemas.openxmlformats.org/officeDocument/2006/relationships/image" Target="../media/image41.png"/><Relationship Id="rId24" Type="http://schemas.openxmlformats.org/officeDocument/2006/relationships/image" Target="../media/image551.svg"/><Relationship Id="rId32" Type="http://schemas.openxmlformats.org/officeDocument/2006/relationships/image" Target="../media/image559.svg"/><Relationship Id="rId37" Type="http://schemas.openxmlformats.org/officeDocument/2006/relationships/image" Target="../media/image562.png"/><Relationship Id="rId40" Type="http://schemas.openxmlformats.org/officeDocument/2006/relationships/image" Target="../media/image565.svg"/><Relationship Id="rId45" Type="http://schemas.openxmlformats.org/officeDocument/2006/relationships/image" Target="../media/image498.png"/><Relationship Id="rId53" Type="http://schemas.openxmlformats.org/officeDocument/2006/relationships/image" Target="../media/image576.png"/><Relationship Id="rId58" Type="http://schemas.openxmlformats.org/officeDocument/2006/relationships/image" Target="../media/image581.svg"/><Relationship Id="rId5" Type="http://schemas.openxmlformats.org/officeDocument/2006/relationships/image" Target="../media/image534.png"/><Relationship Id="rId19" Type="http://schemas.openxmlformats.org/officeDocument/2006/relationships/image" Target="../media/image546.png"/><Relationship Id="rId4" Type="http://schemas.openxmlformats.org/officeDocument/2006/relationships/image" Target="../media/image533.svg"/><Relationship Id="rId9" Type="http://schemas.openxmlformats.org/officeDocument/2006/relationships/image" Target="../media/image538.png"/><Relationship Id="rId14" Type="http://schemas.openxmlformats.org/officeDocument/2006/relationships/image" Target="../media/image541.svg"/><Relationship Id="rId22" Type="http://schemas.openxmlformats.org/officeDocument/2006/relationships/image" Target="../media/image549.svg"/><Relationship Id="rId27" Type="http://schemas.openxmlformats.org/officeDocument/2006/relationships/image" Target="../media/image554.png"/><Relationship Id="rId30" Type="http://schemas.openxmlformats.org/officeDocument/2006/relationships/image" Target="../media/image557.svg"/><Relationship Id="rId35" Type="http://schemas.openxmlformats.org/officeDocument/2006/relationships/image" Target="../media/image560.png"/><Relationship Id="rId43" Type="http://schemas.openxmlformats.org/officeDocument/2006/relationships/image" Target="../media/image568.png"/><Relationship Id="rId48" Type="http://schemas.openxmlformats.org/officeDocument/2006/relationships/image" Target="../media/image571.svg"/><Relationship Id="rId56" Type="http://schemas.openxmlformats.org/officeDocument/2006/relationships/image" Target="../media/image579.svg"/><Relationship Id="rId8" Type="http://schemas.openxmlformats.org/officeDocument/2006/relationships/image" Target="../media/image537.svg"/><Relationship Id="rId51" Type="http://schemas.openxmlformats.org/officeDocument/2006/relationships/image" Target="../media/image574.png"/><Relationship Id="rId3" Type="http://schemas.openxmlformats.org/officeDocument/2006/relationships/image" Target="../media/image532.png"/><Relationship Id="rId12" Type="http://schemas.openxmlformats.org/officeDocument/2006/relationships/image" Target="../media/image42.svg"/><Relationship Id="rId17" Type="http://schemas.openxmlformats.org/officeDocument/2006/relationships/image" Target="../media/image544.png"/><Relationship Id="rId25" Type="http://schemas.openxmlformats.org/officeDocument/2006/relationships/image" Target="../media/image552.png"/><Relationship Id="rId33" Type="http://schemas.openxmlformats.org/officeDocument/2006/relationships/image" Target="../media/image522.png"/><Relationship Id="rId38" Type="http://schemas.openxmlformats.org/officeDocument/2006/relationships/image" Target="../media/image563.svg"/><Relationship Id="rId46" Type="http://schemas.openxmlformats.org/officeDocument/2006/relationships/image" Target="../media/image499.svg"/><Relationship Id="rId20" Type="http://schemas.openxmlformats.org/officeDocument/2006/relationships/image" Target="../media/image547.svg"/><Relationship Id="rId41" Type="http://schemas.openxmlformats.org/officeDocument/2006/relationships/image" Target="../media/image566.png"/><Relationship Id="rId54" Type="http://schemas.openxmlformats.org/officeDocument/2006/relationships/image" Target="../media/image577.svg"/><Relationship Id="rId1" Type="http://schemas.openxmlformats.org/officeDocument/2006/relationships/slideLayout" Target="../slideLayouts/slideLayout7.xml"/><Relationship Id="rId6" Type="http://schemas.openxmlformats.org/officeDocument/2006/relationships/image" Target="../media/image535.svg"/><Relationship Id="rId15" Type="http://schemas.openxmlformats.org/officeDocument/2006/relationships/image" Target="../media/image542.png"/><Relationship Id="rId23" Type="http://schemas.openxmlformats.org/officeDocument/2006/relationships/image" Target="../media/image550.png"/><Relationship Id="rId28" Type="http://schemas.openxmlformats.org/officeDocument/2006/relationships/image" Target="../media/image555.svg"/><Relationship Id="rId36" Type="http://schemas.openxmlformats.org/officeDocument/2006/relationships/image" Target="../media/image561.svg"/><Relationship Id="rId49" Type="http://schemas.openxmlformats.org/officeDocument/2006/relationships/image" Target="../media/image572.png"/><Relationship Id="rId57" Type="http://schemas.openxmlformats.org/officeDocument/2006/relationships/image" Target="../media/image580.png"/><Relationship Id="rId10" Type="http://schemas.openxmlformats.org/officeDocument/2006/relationships/image" Target="../media/image539.svg"/><Relationship Id="rId31" Type="http://schemas.openxmlformats.org/officeDocument/2006/relationships/image" Target="../media/image558.png"/><Relationship Id="rId44" Type="http://schemas.openxmlformats.org/officeDocument/2006/relationships/image" Target="../media/image569.svg"/><Relationship Id="rId52" Type="http://schemas.openxmlformats.org/officeDocument/2006/relationships/image" Target="../media/image575.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3" Type="http://schemas.openxmlformats.org/officeDocument/2006/relationships/image" Target="../media/image558.png"/><Relationship Id="rId18" Type="http://schemas.openxmlformats.org/officeDocument/2006/relationships/image" Target="../media/image561.svg"/><Relationship Id="rId26" Type="http://schemas.openxmlformats.org/officeDocument/2006/relationships/image" Target="../media/image569.svg"/><Relationship Id="rId39" Type="http://schemas.openxmlformats.org/officeDocument/2006/relationships/image" Target="../media/image592.png"/><Relationship Id="rId21" Type="http://schemas.openxmlformats.org/officeDocument/2006/relationships/image" Target="../media/image564.png"/><Relationship Id="rId34" Type="http://schemas.openxmlformats.org/officeDocument/2006/relationships/image" Target="../media/image587.svg"/><Relationship Id="rId42" Type="http://schemas.openxmlformats.org/officeDocument/2006/relationships/image" Target="../media/image595.svg"/><Relationship Id="rId47" Type="http://schemas.openxmlformats.org/officeDocument/2006/relationships/image" Target="../media/image600.png"/><Relationship Id="rId7" Type="http://schemas.openxmlformats.org/officeDocument/2006/relationships/image" Target="../media/image570.png"/><Relationship Id="rId2" Type="http://schemas.openxmlformats.org/officeDocument/2006/relationships/notesSlide" Target="../notesSlides/notesSlide21.xml"/><Relationship Id="rId16" Type="http://schemas.openxmlformats.org/officeDocument/2006/relationships/image" Target="../media/image523.svg"/><Relationship Id="rId29" Type="http://schemas.openxmlformats.org/officeDocument/2006/relationships/image" Target="../media/image572.png"/><Relationship Id="rId1" Type="http://schemas.openxmlformats.org/officeDocument/2006/relationships/slideLayout" Target="../slideLayouts/slideLayout7.xml"/><Relationship Id="rId6" Type="http://schemas.openxmlformats.org/officeDocument/2006/relationships/image" Target="../media/image543.svg"/><Relationship Id="rId11" Type="http://schemas.openxmlformats.org/officeDocument/2006/relationships/image" Target="../media/image584.png"/><Relationship Id="rId24" Type="http://schemas.openxmlformats.org/officeDocument/2006/relationships/image" Target="../media/image567.svg"/><Relationship Id="rId32" Type="http://schemas.openxmlformats.org/officeDocument/2006/relationships/image" Target="../media/image575.svg"/><Relationship Id="rId37" Type="http://schemas.openxmlformats.org/officeDocument/2006/relationships/image" Target="../media/image590.png"/><Relationship Id="rId40" Type="http://schemas.openxmlformats.org/officeDocument/2006/relationships/image" Target="../media/image593.svg"/><Relationship Id="rId45" Type="http://schemas.openxmlformats.org/officeDocument/2006/relationships/image" Target="../media/image598.png"/><Relationship Id="rId5" Type="http://schemas.openxmlformats.org/officeDocument/2006/relationships/image" Target="../media/image542.png"/><Relationship Id="rId15" Type="http://schemas.openxmlformats.org/officeDocument/2006/relationships/image" Target="../media/image522.png"/><Relationship Id="rId23" Type="http://schemas.openxmlformats.org/officeDocument/2006/relationships/image" Target="../media/image566.png"/><Relationship Id="rId28" Type="http://schemas.openxmlformats.org/officeDocument/2006/relationships/image" Target="../media/image499.svg"/><Relationship Id="rId36" Type="http://schemas.openxmlformats.org/officeDocument/2006/relationships/image" Target="../media/image589.svg"/><Relationship Id="rId10" Type="http://schemas.openxmlformats.org/officeDocument/2006/relationships/image" Target="../media/image583.svg"/><Relationship Id="rId19" Type="http://schemas.openxmlformats.org/officeDocument/2006/relationships/image" Target="../media/image562.png"/><Relationship Id="rId31" Type="http://schemas.openxmlformats.org/officeDocument/2006/relationships/image" Target="../media/image574.png"/><Relationship Id="rId44" Type="http://schemas.openxmlformats.org/officeDocument/2006/relationships/image" Target="../media/image597.svg"/><Relationship Id="rId4" Type="http://schemas.openxmlformats.org/officeDocument/2006/relationships/image" Target="../media/image541.svg"/><Relationship Id="rId9" Type="http://schemas.openxmlformats.org/officeDocument/2006/relationships/image" Target="../media/image582.png"/><Relationship Id="rId14" Type="http://schemas.openxmlformats.org/officeDocument/2006/relationships/image" Target="../media/image559.svg"/><Relationship Id="rId22" Type="http://schemas.openxmlformats.org/officeDocument/2006/relationships/image" Target="../media/image565.svg"/><Relationship Id="rId27" Type="http://schemas.openxmlformats.org/officeDocument/2006/relationships/image" Target="../media/image498.png"/><Relationship Id="rId30" Type="http://schemas.openxmlformats.org/officeDocument/2006/relationships/image" Target="../media/image573.svg"/><Relationship Id="rId35" Type="http://schemas.openxmlformats.org/officeDocument/2006/relationships/image" Target="../media/image588.png"/><Relationship Id="rId43" Type="http://schemas.openxmlformats.org/officeDocument/2006/relationships/image" Target="../media/image596.png"/><Relationship Id="rId48" Type="http://schemas.openxmlformats.org/officeDocument/2006/relationships/image" Target="../media/image601.svg"/><Relationship Id="rId8" Type="http://schemas.openxmlformats.org/officeDocument/2006/relationships/image" Target="../media/image571.svg"/><Relationship Id="rId3" Type="http://schemas.openxmlformats.org/officeDocument/2006/relationships/image" Target="../media/image540.png"/><Relationship Id="rId12" Type="http://schemas.openxmlformats.org/officeDocument/2006/relationships/image" Target="../media/image585.svg"/><Relationship Id="rId17" Type="http://schemas.openxmlformats.org/officeDocument/2006/relationships/image" Target="../media/image560.png"/><Relationship Id="rId25" Type="http://schemas.openxmlformats.org/officeDocument/2006/relationships/image" Target="../media/image568.png"/><Relationship Id="rId33" Type="http://schemas.openxmlformats.org/officeDocument/2006/relationships/image" Target="../media/image586.png"/><Relationship Id="rId38" Type="http://schemas.openxmlformats.org/officeDocument/2006/relationships/image" Target="../media/image591.svg"/><Relationship Id="rId46" Type="http://schemas.openxmlformats.org/officeDocument/2006/relationships/image" Target="../media/image599.svg"/><Relationship Id="rId20" Type="http://schemas.openxmlformats.org/officeDocument/2006/relationships/image" Target="../media/image563.svg"/><Relationship Id="rId41" Type="http://schemas.openxmlformats.org/officeDocument/2006/relationships/image" Target="../media/image59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81.xml.rels><?xml version="1.0" encoding="UTF-8" standalone="yes"?>
<Relationships xmlns="http://schemas.openxmlformats.org/package/2006/relationships"><Relationship Id="rId3" Type="http://schemas.openxmlformats.org/officeDocument/2006/relationships/image" Target="../media/image603.jpeg"/><Relationship Id="rId2" Type="http://schemas.openxmlformats.org/officeDocument/2006/relationships/image" Target="../media/image602.jpeg"/><Relationship Id="rId1" Type="http://schemas.openxmlformats.org/officeDocument/2006/relationships/slideLayout" Target="../slideLayouts/slideLayout2.xml"/><Relationship Id="rId4" Type="http://schemas.openxmlformats.org/officeDocument/2006/relationships/image" Target="../media/image604.jpeg"/></Relationships>
</file>

<file path=ppt/slides/_rels/slide82.xml.rels><?xml version="1.0" encoding="UTF-8" standalone="yes"?>
<Relationships xmlns="http://schemas.openxmlformats.org/package/2006/relationships"><Relationship Id="rId8" Type="http://schemas.openxmlformats.org/officeDocument/2006/relationships/image" Target="../media/image611.jpeg"/><Relationship Id="rId3" Type="http://schemas.openxmlformats.org/officeDocument/2006/relationships/image" Target="../media/image606.jpeg"/><Relationship Id="rId7" Type="http://schemas.openxmlformats.org/officeDocument/2006/relationships/image" Target="../media/image610.jpeg"/><Relationship Id="rId12" Type="http://schemas.openxmlformats.org/officeDocument/2006/relationships/image" Target="../media/image615.jpeg"/><Relationship Id="rId2" Type="http://schemas.openxmlformats.org/officeDocument/2006/relationships/image" Target="../media/image605.jpeg"/><Relationship Id="rId1" Type="http://schemas.openxmlformats.org/officeDocument/2006/relationships/slideLayout" Target="../slideLayouts/slideLayout2.xml"/><Relationship Id="rId6" Type="http://schemas.openxmlformats.org/officeDocument/2006/relationships/image" Target="../media/image609.jpeg"/><Relationship Id="rId11" Type="http://schemas.openxmlformats.org/officeDocument/2006/relationships/image" Target="../media/image614.jpeg"/><Relationship Id="rId5" Type="http://schemas.openxmlformats.org/officeDocument/2006/relationships/image" Target="../media/image608.jpeg"/><Relationship Id="rId10" Type="http://schemas.openxmlformats.org/officeDocument/2006/relationships/image" Target="../media/image613.jpeg"/><Relationship Id="rId4" Type="http://schemas.openxmlformats.org/officeDocument/2006/relationships/image" Target="../media/image607.jpeg"/><Relationship Id="rId9" Type="http://schemas.openxmlformats.org/officeDocument/2006/relationships/image" Target="../media/image612.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3" Type="http://schemas.openxmlformats.org/officeDocument/2006/relationships/image" Target="../media/image626.png"/><Relationship Id="rId18" Type="http://schemas.openxmlformats.org/officeDocument/2006/relationships/image" Target="../media/image631.svg"/><Relationship Id="rId26" Type="http://schemas.openxmlformats.org/officeDocument/2006/relationships/image" Target="../media/image639.svg"/><Relationship Id="rId39" Type="http://schemas.openxmlformats.org/officeDocument/2006/relationships/image" Target="../media/image652.png"/><Relationship Id="rId21" Type="http://schemas.openxmlformats.org/officeDocument/2006/relationships/image" Target="../media/image634.png"/><Relationship Id="rId34" Type="http://schemas.openxmlformats.org/officeDocument/2006/relationships/image" Target="../media/image647.svg"/><Relationship Id="rId42" Type="http://schemas.openxmlformats.org/officeDocument/2006/relationships/image" Target="../media/image655.svg"/><Relationship Id="rId7" Type="http://schemas.openxmlformats.org/officeDocument/2006/relationships/image" Target="../media/image620.png"/><Relationship Id="rId2" Type="http://schemas.openxmlformats.org/officeDocument/2006/relationships/notesSlide" Target="../notesSlides/notesSlide22.xml"/><Relationship Id="rId16" Type="http://schemas.openxmlformats.org/officeDocument/2006/relationships/image" Target="../media/image629.svg"/><Relationship Id="rId20" Type="http://schemas.openxmlformats.org/officeDocument/2006/relationships/image" Target="../media/image633.svg"/><Relationship Id="rId29" Type="http://schemas.openxmlformats.org/officeDocument/2006/relationships/image" Target="../media/image642.png"/><Relationship Id="rId41" Type="http://schemas.openxmlformats.org/officeDocument/2006/relationships/image" Target="../media/image654.png"/><Relationship Id="rId1" Type="http://schemas.openxmlformats.org/officeDocument/2006/relationships/slideLayout" Target="../slideLayouts/slideLayout7.xml"/><Relationship Id="rId6" Type="http://schemas.openxmlformats.org/officeDocument/2006/relationships/image" Target="../media/image619.svg"/><Relationship Id="rId11" Type="http://schemas.openxmlformats.org/officeDocument/2006/relationships/image" Target="../media/image624.png"/><Relationship Id="rId24" Type="http://schemas.openxmlformats.org/officeDocument/2006/relationships/image" Target="../media/image637.svg"/><Relationship Id="rId32" Type="http://schemas.openxmlformats.org/officeDocument/2006/relationships/image" Target="../media/image645.svg"/><Relationship Id="rId37" Type="http://schemas.openxmlformats.org/officeDocument/2006/relationships/image" Target="../media/image650.png"/><Relationship Id="rId40" Type="http://schemas.openxmlformats.org/officeDocument/2006/relationships/image" Target="../media/image653.svg"/><Relationship Id="rId5" Type="http://schemas.openxmlformats.org/officeDocument/2006/relationships/image" Target="../media/image618.png"/><Relationship Id="rId15" Type="http://schemas.openxmlformats.org/officeDocument/2006/relationships/image" Target="../media/image628.png"/><Relationship Id="rId23" Type="http://schemas.openxmlformats.org/officeDocument/2006/relationships/image" Target="../media/image636.png"/><Relationship Id="rId28" Type="http://schemas.openxmlformats.org/officeDocument/2006/relationships/image" Target="../media/image641.svg"/><Relationship Id="rId36" Type="http://schemas.openxmlformats.org/officeDocument/2006/relationships/image" Target="../media/image649.svg"/><Relationship Id="rId10" Type="http://schemas.openxmlformats.org/officeDocument/2006/relationships/image" Target="../media/image623.svg"/><Relationship Id="rId19" Type="http://schemas.openxmlformats.org/officeDocument/2006/relationships/image" Target="../media/image632.png"/><Relationship Id="rId31" Type="http://schemas.openxmlformats.org/officeDocument/2006/relationships/image" Target="../media/image644.png"/><Relationship Id="rId4" Type="http://schemas.openxmlformats.org/officeDocument/2006/relationships/image" Target="../media/image617.svg"/><Relationship Id="rId9" Type="http://schemas.openxmlformats.org/officeDocument/2006/relationships/image" Target="../media/image622.png"/><Relationship Id="rId14" Type="http://schemas.openxmlformats.org/officeDocument/2006/relationships/image" Target="../media/image627.svg"/><Relationship Id="rId22" Type="http://schemas.openxmlformats.org/officeDocument/2006/relationships/image" Target="../media/image635.svg"/><Relationship Id="rId27" Type="http://schemas.openxmlformats.org/officeDocument/2006/relationships/image" Target="../media/image640.png"/><Relationship Id="rId30" Type="http://schemas.openxmlformats.org/officeDocument/2006/relationships/image" Target="../media/image643.svg"/><Relationship Id="rId35" Type="http://schemas.openxmlformats.org/officeDocument/2006/relationships/image" Target="../media/image648.png"/><Relationship Id="rId8" Type="http://schemas.openxmlformats.org/officeDocument/2006/relationships/image" Target="../media/image621.svg"/><Relationship Id="rId3" Type="http://schemas.openxmlformats.org/officeDocument/2006/relationships/image" Target="../media/image616.png"/><Relationship Id="rId12" Type="http://schemas.openxmlformats.org/officeDocument/2006/relationships/image" Target="../media/image625.svg"/><Relationship Id="rId17" Type="http://schemas.openxmlformats.org/officeDocument/2006/relationships/image" Target="../media/image630.png"/><Relationship Id="rId25" Type="http://schemas.openxmlformats.org/officeDocument/2006/relationships/image" Target="../media/image638.png"/><Relationship Id="rId33" Type="http://schemas.openxmlformats.org/officeDocument/2006/relationships/image" Target="../media/image646.png"/><Relationship Id="rId38" Type="http://schemas.openxmlformats.org/officeDocument/2006/relationships/image" Target="../media/image651.svg"/></Relationships>
</file>

<file path=ppt/slides/_rels/slide85.xml.rels><?xml version="1.0" encoding="UTF-8" standalone="yes"?>
<Relationships xmlns="http://schemas.openxmlformats.org/package/2006/relationships"><Relationship Id="rId8" Type="http://schemas.openxmlformats.org/officeDocument/2006/relationships/image" Target="../media/image660.svg"/><Relationship Id="rId13" Type="http://schemas.openxmlformats.org/officeDocument/2006/relationships/image" Target="../media/image661.png"/><Relationship Id="rId3" Type="http://schemas.openxmlformats.org/officeDocument/2006/relationships/image" Target="../media/image656.png"/><Relationship Id="rId7" Type="http://schemas.openxmlformats.org/officeDocument/2006/relationships/image" Target="../media/image638.png"/><Relationship Id="rId12" Type="http://schemas.openxmlformats.org/officeDocument/2006/relationships/image" Target="../media/image635.svg"/><Relationship Id="rId2" Type="http://schemas.openxmlformats.org/officeDocument/2006/relationships/notesSlide" Target="../notesSlides/notesSlide23.xml"/><Relationship Id="rId16" Type="http://schemas.openxmlformats.org/officeDocument/2006/relationships/image" Target="../media/image664.svg"/><Relationship Id="rId1" Type="http://schemas.openxmlformats.org/officeDocument/2006/relationships/slideLayout" Target="../slideLayouts/slideLayout7.xml"/><Relationship Id="rId6" Type="http://schemas.openxmlformats.org/officeDocument/2006/relationships/image" Target="../media/image659.svg"/><Relationship Id="rId11" Type="http://schemas.openxmlformats.org/officeDocument/2006/relationships/image" Target="../media/image634.png"/><Relationship Id="rId5" Type="http://schemas.openxmlformats.org/officeDocument/2006/relationships/image" Target="../media/image658.png"/><Relationship Id="rId15" Type="http://schemas.openxmlformats.org/officeDocument/2006/relationships/image" Target="../media/image663.png"/><Relationship Id="rId10" Type="http://schemas.openxmlformats.org/officeDocument/2006/relationships/image" Target="../media/image637.svg"/><Relationship Id="rId4" Type="http://schemas.openxmlformats.org/officeDocument/2006/relationships/image" Target="../media/image657.svg"/><Relationship Id="rId9" Type="http://schemas.openxmlformats.org/officeDocument/2006/relationships/image" Target="../media/image636.png"/><Relationship Id="rId14" Type="http://schemas.openxmlformats.org/officeDocument/2006/relationships/image" Target="../media/image662.svg"/></Relationships>
</file>

<file path=ppt/slides/_rels/slide86.xml.rels><?xml version="1.0" encoding="UTF-8" standalone="yes"?>
<Relationships xmlns="http://schemas.openxmlformats.org/package/2006/relationships"><Relationship Id="rId3" Type="http://schemas.openxmlformats.org/officeDocument/2006/relationships/image" Target="../media/image666.jpeg"/><Relationship Id="rId2" Type="http://schemas.openxmlformats.org/officeDocument/2006/relationships/image" Target="../media/image665.jpeg"/><Relationship Id="rId1" Type="http://schemas.openxmlformats.org/officeDocument/2006/relationships/slideLayout" Target="../slideLayouts/slideLayout2.xml"/><Relationship Id="rId5" Type="http://schemas.openxmlformats.org/officeDocument/2006/relationships/image" Target="../media/image668.jpeg"/><Relationship Id="rId4" Type="http://schemas.openxmlformats.org/officeDocument/2006/relationships/image" Target="../media/image667.jpeg"/></Relationships>
</file>

<file path=ppt/slides/_rels/slide87.xml.rels><?xml version="1.0" encoding="UTF-8" standalone="yes"?>
<Relationships xmlns="http://schemas.openxmlformats.org/package/2006/relationships"><Relationship Id="rId8" Type="http://schemas.openxmlformats.org/officeDocument/2006/relationships/image" Target="../media/image675.jpeg"/><Relationship Id="rId3" Type="http://schemas.openxmlformats.org/officeDocument/2006/relationships/image" Target="../media/image670.svg"/><Relationship Id="rId7" Type="http://schemas.openxmlformats.org/officeDocument/2006/relationships/image" Target="../media/image674.svg"/><Relationship Id="rId2" Type="http://schemas.openxmlformats.org/officeDocument/2006/relationships/image" Target="../media/image669.png"/><Relationship Id="rId1" Type="http://schemas.openxmlformats.org/officeDocument/2006/relationships/slideLayout" Target="../slideLayouts/slideLayout2.xml"/><Relationship Id="rId6" Type="http://schemas.openxmlformats.org/officeDocument/2006/relationships/image" Target="../media/image673.png"/><Relationship Id="rId5" Type="http://schemas.openxmlformats.org/officeDocument/2006/relationships/image" Target="../media/image672.svg"/><Relationship Id="rId10" Type="http://schemas.openxmlformats.org/officeDocument/2006/relationships/image" Target="../media/image677.jpeg"/><Relationship Id="rId4" Type="http://schemas.openxmlformats.org/officeDocument/2006/relationships/image" Target="../media/image671.png"/><Relationship Id="rId9" Type="http://schemas.openxmlformats.org/officeDocument/2006/relationships/image" Target="../media/image676.jpeg"/></Relationships>
</file>

<file path=ppt/slides/_rels/slide88.xml.rels><?xml version="1.0" encoding="UTF-8" standalone="yes"?>
<Relationships xmlns="http://schemas.openxmlformats.org/package/2006/relationships"><Relationship Id="rId3" Type="http://schemas.openxmlformats.org/officeDocument/2006/relationships/image" Target="../media/image679.jpeg"/><Relationship Id="rId2" Type="http://schemas.openxmlformats.org/officeDocument/2006/relationships/image" Target="../media/image678.jpeg"/><Relationship Id="rId1" Type="http://schemas.openxmlformats.org/officeDocument/2006/relationships/slideLayout" Target="../slideLayouts/slideLayout2.xml"/><Relationship Id="rId6" Type="http://schemas.openxmlformats.org/officeDocument/2006/relationships/image" Target="../media/image682.jpeg"/><Relationship Id="rId5" Type="http://schemas.openxmlformats.org/officeDocument/2006/relationships/image" Target="../media/image681.jpeg"/><Relationship Id="rId4" Type="http://schemas.openxmlformats.org/officeDocument/2006/relationships/image" Target="../media/image680.jpeg"/></Relationships>
</file>

<file path=ppt/slides/_rels/slide89.xml.rels><?xml version="1.0" encoding="UTF-8" standalone="yes"?>
<Relationships xmlns="http://schemas.openxmlformats.org/package/2006/relationships"><Relationship Id="rId2" Type="http://schemas.openxmlformats.org/officeDocument/2006/relationships/image" Target="../media/image68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687.png"/><Relationship Id="rId13" Type="http://schemas.openxmlformats.org/officeDocument/2006/relationships/image" Target="../media/image692.svg"/><Relationship Id="rId3" Type="http://schemas.openxmlformats.org/officeDocument/2006/relationships/image" Target="../media/image669.png"/><Relationship Id="rId7" Type="http://schemas.openxmlformats.org/officeDocument/2006/relationships/image" Target="../media/image686.svg"/><Relationship Id="rId12" Type="http://schemas.openxmlformats.org/officeDocument/2006/relationships/image" Target="../media/image691.png"/><Relationship Id="rId17" Type="http://schemas.openxmlformats.org/officeDocument/2006/relationships/image" Target="../media/image696.svg"/><Relationship Id="rId2" Type="http://schemas.openxmlformats.org/officeDocument/2006/relationships/notesSlide" Target="../notesSlides/notesSlide24.xml"/><Relationship Id="rId16" Type="http://schemas.openxmlformats.org/officeDocument/2006/relationships/image" Target="../media/image695.png"/><Relationship Id="rId1" Type="http://schemas.openxmlformats.org/officeDocument/2006/relationships/slideLayout" Target="../slideLayouts/slideLayout7.xml"/><Relationship Id="rId6" Type="http://schemas.openxmlformats.org/officeDocument/2006/relationships/image" Target="../media/image685.svg"/><Relationship Id="rId11" Type="http://schemas.openxmlformats.org/officeDocument/2006/relationships/image" Target="../media/image690.svg"/><Relationship Id="rId5" Type="http://schemas.openxmlformats.org/officeDocument/2006/relationships/image" Target="../media/image684.png"/><Relationship Id="rId15" Type="http://schemas.openxmlformats.org/officeDocument/2006/relationships/image" Target="../media/image694.svg"/><Relationship Id="rId10" Type="http://schemas.openxmlformats.org/officeDocument/2006/relationships/image" Target="../media/image689.png"/><Relationship Id="rId4" Type="http://schemas.openxmlformats.org/officeDocument/2006/relationships/image" Target="../media/image670.svg"/><Relationship Id="rId9" Type="http://schemas.openxmlformats.org/officeDocument/2006/relationships/image" Target="../media/image688.svg"/><Relationship Id="rId14" Type="http://schemas.openxmlformats.org/officeDocument/2006/relationships/image" Target="../media/image693.png"/></Relationships>
</file>

<file path=ppt/slides/_rels/slide92.xml.rels><?xml version="1.0" encoding="UTF-8" standalone="yes"?>
<Relationships xmlns="http://schemas.openxmlformats.org/package/2006/relationships"><Relationship Id="rId8" Type="http://schemas.openxmlformats.org/officeDocument/2006/relationships/image" Target="../media/image700.svg"/><Relationship Id="rId13" Type="http://schemas.openxmlformats.org/officeDocument/2006/relationships/image" Target="../media/image705.png"/><Relationship Id="rId3" Type="http://schemas.openxmlformats.org/officeDocument/2006/relationships/image" Target="../media/image671.png"/><Relationship Id="rId7" Type="http://schemas.openxmlformats.org/officeDocument/2006/relationships/image" Target="../media/image699.png"/><Relationship Id="rId12" Type="http://schemas.openxmlformats.org/officeDocument/2006/relationships/image" Target="../media/image704.svg"/><Relationship Id="rId2" Type="http://schemas.openxmlformats.org/officeDocument/2006/relationships/notesSlide" Target="../notesSlides/notesSlide25.xml"/><Relationship Id="rId16" Type="http://schemas.openxmlformats.org/officeDocument/2006/relationships/image" Target="../media/image708.svg"/><Relationship Id="rId1" Type="http://schemas.openxmlformats.org/officeDocument/2006/relationships/slideLayout" Target="../slideLayouts/slideLayout7.xml"/><Relationship Id="rId6" Type="http://schemas.openxmlformats.org/officeDocument/2006/relationships/image" Target="../media/image698.svg"/><Relationship Id="rId11" Type="http://schemas.openxmlformats.org/officeDocument/2006/relationships/image" Target="../media/image703.png"/><Relationship Id="rId5" Type="http://schemas.openxmlformats.org/officeDocument/2006/relationships/image" Target="../media/image697.png"/><Relationship Id="rId15" Type="http://schemas.openxmlformats.org/officeDocument/2006/relationships/image" Target="../media/image707.png"/><Relationship Id="rId10" Type="http://schemas.openxmlformats.org/officeDocument/2006/relationships/image" Target="../media/image702.svg"/><Relationship Id="rId4" Type="http://schemas.openxmlformats.org/officeDocument/2006/relationships/image" Target="../media/image672.svg"/><Relationship Id="rId9" Type="http://schemas.openxmlformats.org/officeDocument/2006/relationships/image" Target="../media/image701.png"/><Relationship Id="rId14" Type="http://schemas.openxmlformats.org/officeDocument/2006/relationships/image" Target="../media/image706.svg"/></Relationships>
</file>

<file path=ppt/slides/_rels/slide93.xml.rels><?xml version="1.0" encoding="UTF-8" standalone="yes"?>
<Relationships xmlns="http://schemas.openxmlformats.org/package/2006/relationships"><Relationship Id="rId8" Type="http://schemas.openxmlformats.org/officeDocument/2006/relationships/image" Target="../media/image712.svg"/><Relationship Id="rId13" Type="http://schemas.openxmlformats.org/officeDocument/2006/relationships/image" Target="../media/image717.png"/><Relationship Id="rId3" Type="http://schemas.openxmlformats.org/officeDocument/2006/relationships/image" Target="../media/image673.png"/><Relationship Id="rId7" Type="http://schemas.openxmlformats.org/officeDocument/2006/relationships/image" Target="../media/image711.png"/><Relationship Id="rId12" Type="http://schemas.openxmlformats.org/officeDocument/2006/relationships/image" Target="../media/image716.svg"/><Relationship Id="rId2" Type="http://schemas.openxmlformats.org/officeDocument/2006/relationships/notesSlide" Target="../notesSlides/notesSlide26.xml"/><Relationship Id="rId16" Type="http://schemas.openxmlformats.org/officeDocument/2006/relationships/image" Target="../media/image720.svg"/><Relationship Id="rId1" Type="http://schemas.openxmlformats.org/officeDocument/2006/relationships/slideLayout" Target="../slideLayouts/slideLayout7.xml"/><Relationship Id="rId6" Type="http://schemas.openxmlformats.org/officeDocument/2006/relationships/image" Target="../media/image710.svg"/><Relationship Id="rId11" Type="http://schemas.openxmlformats.org/officeDocument/2006/relationships/image" Target="../media/image715.png"/><Relationship Id="rId5" Type="http://schemas.openxmlformats.org/officeDocument/2006/relationships/image" Target="../media/image709.png"/><Relationship Id="rId15" Type="http://schemas.openxmlformats.org/officeDocument/2006/relationships/image" Target="../media/image719.png"/><Relationship Id="rId10" Type="http://schemas.openxmlformats.org/officeDocument/2006/relationships/image" Target="../media/image714.svg"/><Relationship Id="rId4" Type="http://schemas.openxmlformats.org/officeDocument/2006/relationships/image" Target="../media/image674.svg"/><Relationship Id="rId9" Type="http://schemas.openxmlformats.org/officeDocument/2006/relationships/image" Target="../media/image713.png"/><Relationship Id="rId14" Type="http://schemas.openxmlformats.org/officeDocument/2006/relationships/image" Target="../media/image718.svg"/></Relationships>
</file>

<file path=ppt/slides/_rels/slide94.xml.rels><?xml version="1.0" encoding="UTF-8" standalone="yes"?>
<Relationships xmlns="http://schemas.openxmlformats.org/package/2006/relationships"><Relationship Id="rId3" Type="http://schemas.openxmlformats.org/officeDocument/2006/relationships/image" Target="../media/image722.jpg"/><Relationship Id="rId2" Type="http://schemas.openxmlformats.org/officeDocument/2006/relationships/image" Target="../media/image721.jpg"/><Relationship Id="rId1" Type="http://schemas.openxmlformats.org/officeDocument/2006/relationships/slideLayout" Target="../slideLayouts/slideLayout2.xml"/><Relationship Id="rId4" Type="http://schemas.openxmlformats.org/officeDocument/2006/relationships/image" Target="../media/image723.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3" Type="http://schemas.openxmlformats.org/officeDocument/2006/relationships/image" Target="../media/image734.svg"/><Relationship Id="rId18" Type="http://schemas.openxmlformats.org/officeDocument/2006/relationships/image" Target="../media/image739.png"/><Relationship Id="rId26" Type="http://schemas.openxmlformats.org/officeDocument/2006/relationships/image" Target="../media/image747.svg"/><Relationship Id="rId3" Type="http://schemas.openxmlformats.org/officeDocument/2006/relationships/image" Target="../media/image724.png"/><Relationship Id="rId21" Type="http://schemas.openxmlformats.org/officeDocument/2006/relationships/image" Target="../media/image742.svg"/><Relationship Id="rId34" Type="http://schemas.openxmlformats.org/officeDocument/2006/relationships/image" Target="../media/image755.png"/><Relationship Id="rId7" Type="http://schemas.openxmlformats.org/officeDocument/2006/relationships/image" Target="../media/image728.png"/><Relationship Id="rId12" Type="http://schemas.openxmlformats.org/officeDocument/2006/relationships/image" Target="../media/image733.png"/><Relationship Id="rId17" Type="http://schemas.openxmlformats.org/officeDocument/2006/relationships/image" Target="../media/image738.svg"/><Relationship Id="rId25" Type="http://schemas.openxmlformats.org/officeDocument/2006/relationships/image" Target="../media/image746.svg"/><Relationship Id="rId33" Type="http://schemas.openxmlformats.org/officeDocument/2006/relationships/image" Target="../media/image754.svg"/><Relationship Id="rId2" Type="http://schemas.openxmlformats.org/officeDocument/2006/relationships/notesSlide" Target="../notesSlides/notesSlide27.xml"/><Relationship Id="rId16" Type="http://schemas.openxmlformats.org/officeDocument/2006/relationships/image" Target="../media/image737.png"/><Relationship Id="rId20" Type="http://schemas.openxmlformats.org/officeDocument/2006/relationships/image" Target="../media/image741.png"/><Relationship Id="rId29" Type="http://schemas.openxmlformats.org/officeDocument/2006/relationships/image" Target="../media/image750.svg"/><Relationship Id="rId1" Type="http://schemas.openxmlformats.org/officeDocument/2006/relationships/slideLayout" Target="../slideLayouts/slideLayout7.xml"/><Relationship Id="rId6" Type="http://schemas.openxmlformats.org/officeDocument/2006/relationships/image" Target="../media/image727.svg"/><Relationship Id="rId11" Type="http://schemas.openxmlformats.org/officeDocument/2006/relationships/image" Target="../media/image732.svg"/><Relationship Id="rId24" Type="http://schemas.openxmlformats.org/officeDocument/2006/relationships/image" Target="../media/image745.png"/><Relationship Id="rId32" Type="http://schemas.openxmlformats.org/officeDocument/2006/relationships/image" Target="../media/image753.png"/><Relationship Id="rId5" Type="http://schemas.openxmlformats.org/officeDocument/2006/relationships/image" Target="../media/image726.png"/><Relationship Id="rId15" Type="http://schemas.openxmlformats.org/officeDocument/2006/relationships/image" Target="../media/image736.svg"/><Relationship Id="rId23" Type="http://schemas.openxmlformats.org/officeDocument/2006/relationships/image" Target="../media/image744.svg"/><Relationship Id="rId28" Type="http://schemas.openxmlformats.org/officeDocument/2006/relationships/image" Target="../media/image749.png"/><Relationship Id="rId10" Type="http://schemas.openxmlformats.org/officeDocument/2006/relationships/image" Target="../media/image731.png"/><Relationship Id="rId19" Type="http://schemas.openxmlformats.org/officeDocument/2006/relationships/image" Target="../media/image740.svg"/><Relationship Id="rId31" Type="http://schemas.openxmlformats.org/officeDocument/2006/relationships/image" Target="../media/image752.svg"/><Relationship Id="rId4" Type="http://schemas.openxmlformats.org/officeDocument/2006/relationships/image" Target="../media/image725.svg"/><Relationship Id="rId9" Type="http://schemas.openxmlformats.org/officeDocument/2006/relationships/image" Target="../media/image730.svg"/><Relationship Id="rId14" Type="http://schemas.openxmlformats.org/officeDocument/2006/relationships/image" Target="../media/image735.png"/><Relationship Id="rId22" Type="http://schemas.openxmlformats.org/officeDocument/2006/relationships/image" Target="../media/image743.png"/><Relationship Id="rId27" Type="http://schemas.openxmlformats.org/officeDocument/2006/relationships/image" Target="../media/image748.svg"/><Relationship Id="rId30" Type="http://schemas.openxmlformats.org/officeDocument/2006/relationships/image" Target="../media/image751.png"/><Relationship Id="rId35" Type="http://schemas.openxmlformats.org/officeDocument/2006/relationships/image" Target="../media/image756.svg"/><Relationship Id="rId8" Type="http://schemas.openxmlformats.org/officeDocument/2006/relationships/image" Target="../media/image729.sv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3" Type="http://schemas.openxmlformats.org/officeDocument/2006/relationships/image" Target="../media/image767.svg"/><Relationship Id="rId18" Type="http://schemas.openxmlformats.org/officeDocument/2006/relationships/image" Target="../media/image737.png"/><Relationship Id="rId26" Type="http://schemas.openxmlformats.org/officeDocument/2006/relationships/image" Target="../media/image727.svg"/><Relationship Id="rId3" Type="http://schemas.openxmlformats.org/officeDocument/2006/relationships/image" Target="../media/image757.png"/><Relationship Id="rId21" Type="http://schemas.openxmlformats.org/officeDocument/2006/relationships/image" Target="../media/image771.svg"/><Relationship Id="rId34" Type="http://schemas.openxmlformats.org/officeDocument/2006/relationships/image" Target="../media/image776.svg"/><Relationship Id="rId7" Type="http://schemas.openxmlformats.org/officeDocument/2006/relationships/image" Target="../media/image761.png"/><Relationship Id="rId12" Type="http://schemas.openxmlformats.org/officeDocument/2006/relationships/image" Target="../media/image766.png"/><Relationship Id="rId17" Type="http://schemas.openxmlformats.org/officeDocument/2006/relationships/image" Target="../media/image734.svg"/><Relationship Id="rId25" Type="http://schemas.openxmlformats.org/officeDocument/2006/relationships/image" Target="../media/image726.png"/><Relationship Id="rId33" Type="http://schemas.openxmlformats.org/officeDocument/2006/relationships/image" Target="../media/image775.png"/><Relationship Id="rId2" Type="http://schemas.openxmlformats.org/officeDocument/2006/relationships/notesSlide" Target="../notesSlides/notesSlide28.xml"/><Relationship Id="rId16" Type="http://schemas.openxmlformats.org/officeDocument/2006/relationships/image" Target="../media/image733.png"/><Relationship Id="rId20" Type="http://schemas.openxmlformats.org/officeDocument/2006/relationships/image" Target="../media/image770.png"/><Relationship Id="rId29" Type="http://schemas.openxmlformats.org/officeDocument/2006/relationships/image" Target="../media/image728.png"/><Relationship Id="rId1" Type="http://schemas.openxmlformats.org/officeDocument/2006/relationships/slideLayout" Target="../slideLayouts/slideLayout7.xml"/><Relationship Id="rId6" Type="http://schemas.openxmlformats.org/officeDocument/2006/relationships/image" Target="../media/image760.svg"/><Relationship Id="rId11" Type="http://schemas.openxmlformats.org/officeDocument/2006/relationships/image" Target="../media/image765.svg"/><Relationship Id="rId24" Type="http://schemas.openxmlformats.org/officeDocument/2006/relationships/image" Target="../media/image774.svg"/><Relationship Id="rId32" Type="http://schemas.openxmlformats.org/officeDocument/2006/relationships/image" Target="../media/image752.svg"/><Relationship Id="rId5" Type="http://schemas.openxmlformats.org/officeDocument/2006/relationships/image" Target="../media/image759.png"/><Relationship Id="rId15" Type="http://schemas.openxmlformats.org/officeDocument/2006/relationships/image" Target="../media/image769.svg"/><Relationship Id="rId23" Type="http://schemas.openxmlformats.org/officeDocument/2006/relationships/image" Target="../media/image773.svg"/><Relationship Id="rId28" Type="http://schemas.openxmlformats.org/officeDocument/2006/relationships/image" Target="../media/image750.svg"/><Relationship Id="rId36" Type="http://schemas.openxmlformats.org/officeDocument/2006/relationships/image" Target="../media/image778.svg"/><Relationship Id="rId10" Type="http://schemas.openxmlformats.org/officeDocument/2006/relationships/image" Target="../media/image764.svg"/><Relationship Id="rId19" Type="http://schemas.openxmlformats.org/officeDocument/2006/relationships/image" Target="../media/image738.svg"/><Relationship Id="rId31" Type="http://schemas.openxmlformats.org/officeDocument/2006/relationships/image" Target="../media/image751.png"/><Relationship Id="rId4" Type="http://schemas.openxmlformats.org/officeDocument/2006/relationships/image" Target="../media/image758.svg"/><Relationship Id="rId9" Type="http://schemas.openxmlformats.org/officeDocument/2006/relationships/image" Target="../media/image763.png"/><Relationship Id="rId14" Type="http://schemas.openxmlformats.org/officeDocument/2006/relationships/image" Target="../media/image768.png"/><Relationship Id="rId22" Type="http://schemas.openxmlformats.org/officeDocument/2006/relationships/image" Target="../media/image772.png"/><Relationship Id="rId27" Type="http://schemas.openxmlformats.org/officeDocument/2006/relationships/image" Target="../media/image749.png"/><Relationship Id="rId30" Type="http://schemas.openxmlformats.org/officeDocument/2006/relationships/image" Target="../media/image730.svg"/><Relationship Id="rId35" Type="http://schemas.openxmlformats.org/officeDocument/2006/relationships/image" Target="../media/image777.png"/><Relationship Id="rId8" Type="http://schemas.openxmlformats.org/officeDocument/2006/relationships/image" Target="../media/image762.sv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782.svg"/><Relationship Id="rId13" Type="http://schemas.openxmlformats.org/officeDocument/2006/relationships/image" Target="../media/image787.png"/><Relationship Id="rId3" Type="http://schemas.openxmlformats.org/officeDocument/2006/relationships/image" Target="../media/image779.png"/><Relationship Id="rId7" Type="http://schemas.openxmlformats.org/officeDocument/2006/relationships/image" Target="../media/image781.png"/><Relationship Id="rId12" Type="http://schemas.openxmlformats.org/officeDocument/2006/relationships/image" Target="../media/image786.svg"/><Relationship Id="rId2" Type="http://schemas.openxmlformats.org/officeDocument/2006/relationships/notesSlide" Target="../notesSlides/notesSlide29.xml"/><Relationship Id="rId16" Type="http://schemas.openxmlformats.org/officeDocument/2006/relationships/image" Target="../media/image790.svg"/><Relationship Id="rId1" Type="http://schemas.openxmlformats.org/officeDocument/2006/relationships/slideLayout" Target="../slideLayouts/slideLayout7.xml"/><Relationship Id="rId6" Type="http://schemas.openxmlformats.org/officeDocument/2006/relationships/image" Target="../media/image769.svg"/><Relationship Id="rId11" Type="http://schemas.openxmlformats.org/officeDocument/2006/relationships/image" Target="../media/image785.png"/><Relationship Id="rId5" Type="http://schemas.openxmlformats.org/officeDocument/2006/relationships/image" Target="../media/image768.png"/><Relationship Id="rId15" Type="http://schemas.openxmlformats.org/officeDocument/2006/relationships/image" Target="../media/image789.png"/><Relationship Id="rId10" Type="http://schemas.openxmlformats.org/officeDocument/2006/relationships/image" Target="../media/image784.svg"/><Relationship Id="rId4" Type="http://schemas.openxmlformats.org/officeDocument/2006/relationships/image" Target="../media/image780.svg"/><Relationship Id="rId9" Type="http://schemas.openxmlformats.org/officeDocument/2006/relationships/image" Target="../media/image783.png"/><Relationship Id="rId14" Type="http://schemas.openxmlformats.org/officeDocument/2006/relationships/image" Target="../media/image788.sv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756.svg"/><Relationship Id="rId13" Type="http://schemas.openxmlformats.org/officeDocument/2006/relationships/image" Target="../media/image504.png"/><Relationship Id="rId3" Type="http://schemas.openxmlformats.org/officeDocument/2006/relationships/image" Target="../media/image726.png"/><Relationship Id="rId7" Type="http://schemas.openxmlformats.org/officeDocument/2006/relationships/image" Target="../media/image755.png"/><Relationship Id="rId12" Type="http://schemas.openxmlformats.org/officeDocument/2006/relationships/image" Target="../media/image765.svg"/><Relationship Id="rId2" Type="http://schemas.openxmlformats.org/officeDocument/2006/relationships/notesSlide" Target="../notesSlides/notesSlide30.xml"/><Relationship Id="rId16" Type="http://schemas.openxmlformats.org/officeDocument/2006/relationships/image" Target="../media/image788.svg"/><Relationship Id="rId1" Type="http://schemas.openxmlformats.org/officeDocument/2006/relationships/slideLayout" Target="../slideLayouts/slideLayout7.xml"/><Relationship Id="rId6" Type="http://schemas.openxmlformats.org/officeDocument/2006/relationships/image" Target="../media/image792.svg"/><Relationship Id="rId11" Type="http://schemas.openxmlformats.org/officeDocument/2006/relationships/image" Target="../media/image763.png"/><Relationship Id="rId5" Type="http://schemas.openxmlformats.org/officeDocument/2006/relationships/image" Target="../media/image791.png"/><Relationship Id="rId15" Type="http://schemas.openxmlformats.org/officeDocument/2006/relationships/image" Target="../media/image787.png"/><Relationship Id="rId10" Type="http://schemas.openxmlformats.org/officeDocument/2006/relationships/image" Target="../media/image794.svg"/><Relationship Id="rId4" Type="http://schemas.openxmlformats.org/officeDocument/2006/relationships/image" Target="../media/image727.svg"/><Relationship Id="rId9" Type="http://schemas.openxmlformats.org/officeDocument/2006/relationships/image" Target="../media/image793.png"/><Relationship Id="rId14" Type="http://schemas.openxmlformats.org/officeDocument/2006/relationships/image" Target="../media/image795.sv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727.svg"/><Relationship Id="rId13" Type="http://schemas.openxmlformats.org/officeDocument/2006/relationships/image" Target="../media/image504.png"/><Relationship Id="rId3" Type="http://schemas.openxmlformats.org/officeDocument/2006/relationships/image" Target="../media/image796.png"/><Relationship Id="rId7" Type="http://schemas.openxmlformats.org/officeDocument/2006/relationships/image" Target="../media/image726.png"/><Relationship Id="rId12" Type="http://schemas.openxmlformats.org/officeDocument/2006/relationships/image" Target="../media/image764.svg"/><Relationship Id="rId2" Type="http://schemas.openxmlformats.org/officeDocument/2006/relationships/notesSlide" Target="../notesSlides/notesSlide31.xml"/><Relationship Id="rId16" Type="http://schemas.openxmlformats.org/officeDocument/2006/relationships/image" Target="../media/image788.svg"/><Relationship Id="rId1" Type="http://schemas.openxmlformats.org/officeDocument/2006/relationships/slideLayout" Target="../slideLayouts/slideLayout7.xml"/><Relationship Id="rId6" Type="http://schemas.openxmlformats.org/officeDocument/2006/relationships/image" Target="../media/image792.svg"/><Relationship Id="rId11" Type="http://schemas.openxmlformats.org/officeDocument/2006/relationships/image" Target="../media/image763.png"/><Relationship Id="rId5" Type="http://schemas.openxmlformats.org/officeDocument/2006/relationships/image" Target="../media/image791.png"/><Relationship Id="rId15" Type="http://schemas.openxmlformats.org/officeDocument/2006/relationships/image" Target="../media/image787.png"/><Relationship Id="rId10" Type="http://schemas.openxmlformats.org/officeDocument/2006/relationships/image" Target="../media/image794.svg"/><Relationship Id="rId4" Type="http://schemas.openxmlformats.org/officeDocument/2006/relationships/image" Target="../media/image797.svg"/><Relationship Id="rId9" Type="http://schemas.openxmlformats.org/officeDocument/2006/relationships/image" Target="../media/image793.png"/><Relationship Id="rId14" Type="http://schemas.openxmlformats.org/officeDocument/2006/relationships/image" Target="../media/image795.sv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8" Type="http://schemas.openxmlformats.org/officeDocument/2006/relationships/image" Target="../media/image803.svg"/><Relationship Id="rId13" Type="http://schemas.openxmlformats.org/officeDocument/2006/relationships/image" Target="../media/image726.png"/><Relationship Id="rId18" Type="http://schemas.openxmlformats.org/officeDocument/2006/relationships/image" Target="../media/image811.svg"/><Relationship Id="rId26" Type="http://schemas.openxmlformats.org/officeDocument/2006/relationships/image" Target="../media/image818.svg"/><Relationship Id="rId3" Type="http://schemas.openxmlformats.org/officeDocument/2006/relationships/image" Target="../media/image798.png"/><Relationship Id="rId21" Type="http://schemas.openxmlformats.org/officeDocument/2006/relationships/image" Target="../media/image813.png"/><Relationship Id="rId7" Type="http://schemas.openxmlformats.org/officeDocument/2006/relationships/image" Target="../media/image802.png"/><Relationship Id="rId12" Type="http://schemas.openxmlformats.org/officeDocument/2006/relationships/image" Target="../media/image807.svg"/><Relationship Id="rId17" Type="http://schemas.openxmlformats.org/officeDocument/2006/relationships/image" Target="../media/image810.png"/><Relationship Id="rId25" Type="http://schemas.openxmlformats.org/officeDocument/2006/relationships/image" Target="../media/image817.png"/><Relationship Id="rId2" Type="http://schemas.openxmlformats.org/officeDocument/2006/relationships/notesSlide" Target="../notesSlides/notesSlide32.xml"/><Relationship Id="rId16" Type="http://schemas.openxmlformats.org/officeDocument/2006/relationships/image" Target="../media/image809.svg"/><Relationship Id="rId20" Type="http://schemas.openxmlformats.org/officeDocument/2006/relationships/image" Target="../media/image812.svg"/><Relationship Id="rId1" Type="http://schemas.openxmlformats.org/officeDocument/2006/relationships/slideLayout" Target="../slideLayouts/slideLayout7.xml"/><Relationship Id="rId6" Type="http://schemas.openxmlformats.org/officeDocument/2006/relationships/image" Target="../media/image801.svg"/><Relationship Id="rId11" Type="http://schemas.openxmlformats.org/officeDocument/2006/relationships/image" Target="../media/image806.png"/><Relationship Id="rId24" Type="http://schemas.openxmlformats.org/officeDocument/2006/relationships/image" Target="../media/image816.svg"/><Relationship Id="rId5" Type="http://schemas.openxmlformats.org/officeDocument/2006/relationships/image" Target="../media/image800.png"/><Relationship Id="rId15" Type="http://schemas.openxmlformats.org/officeDocument/2006/relationships/image" Target="../media/image808.png"/><Relationship Id="rId23" Type="http://schemas.openxmlformats.org/officeDocument/2006/relationships/image" Target="../media/image815.png"/><Relationship Id="rId28" Type="http://schemas.openxmlformats.org/officeDocument/2006/relationships/image" Target="../media/image581.svg"/><Relationship Id="rId10" Type="http://schemas.openxmlformats.org/officeDocument/2006/relationships/image" Target="../media/image805.svg"/><Relationship Id="rId19" Type="http://schemas.openxmlformats.org/officeDocument/2006/relationships/image" Target="../media/image560.png"/><Relationship Id="rId4" Type="http://schemas.openxmlformats.org/officeDocument/2006/relationships/image" Target="../media/image799.svg"/><Relationship Id="rId9" Type="http://schemas.openxmlformats.org/officeDocument/2006/relationships/image" Target="../media/image804.png"/><Relationship Id="rId14" Type="http://schemas.openxmlformats.org/officeDocument/2006/relationships/image" Target="../media/image727.svg"/><Relationship Id="rId22" Type="http://schemas.openxmlformats.org/officeDocument/2006/relationships/image" Target="../media/image814.svg"/><Relationship Id="rId27" Type="http://schemas.openxmlformats.org/officeDocument/2006/relationships/image" Target="../media/image58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727.svg"/><Relationship Id="rId13" Type="http://schemas.openxmlformats.org/officeDocument/2006/relationships/image" Target="../media/image823.png"/><Relationship Id="rId18" Type="http://schemas.openxmlformats.org/officeDocument/2006/relationships/image" Target="../media/image828.svg"/><Relationship Id="rId26" Type="http://schemas.openxmlformats.org/officeDocument/2006/relationships/image" Target="../media/image836.svg"/><Relationship Id="rId3" Type="http://schemas.openxmlformats.org/officeDocument/2006/relationships/image" Target="../media/image819.png"/><Relationship Id="rId21" Type="http://schemas.openxmlformats.org/officeDocument/2006/relationships/image" Target="../media/image831.png"/><Relationship Id="rId7" Type="http://schemas.openxmlformats.org/officeDocument/2006/relationships/image" Target="../media/image726.png"/><Relationship Id="rId12" Type="http://schemas.openxmlformats.org/officeDocument/2006/relationships/image" Target="../media/image822.svg"/><Relationship Id="rId17" Type="http://schemas.openxmlformats.org/officeDocument/2006/relationships/image" Target="../media/image827.png"/><Relationship Id="rId25" Type="http://schemas.openxmlformats.org/officeDocument/2006/relationships/image" Target="../media/image835.png"/><Relationship Id="rId2" Type="http://schemas.openxmlformats.org/officeDocument/2006/relationships/notesSlide" Target="../notesSlides/notesSlide33.xml"/><Relationship Id="rId16" Type="http://schemas.openxmlformats.org/officeDocument/2006/relationships/image" Target="../media/image826.svg"/><Relationship Id="rId20" Type="http://schemas.openxmlformats.org/officeDocument/2006/relationships/image" Target="../media/image830.svg"/><Relationship Id="rId29" Type="http://schemas.openxmlformats.org/officeDocument/2006/relationships/image" Target="../media/image802.png"/><Relationship Id="rId1" Type="http://schemas.openxmlformats.org/officeDocument/2006/relationships/slideLayout" Target="../slideLayouts/slideLayout7.xml"/><Relationship Id="rId6" Type="http://schemas.openxmlformats.org/officeDocument/2006/relationships/image" Target="../media/image491.svg"/><Relationship Id="rId11" Type="http://schemas.openxmlformats.org/officeDocument/2006/relationships/image" Target="../media/image821.png"/><Relationship Id="rId24" Type="http://schemas.openxmlformats.org/officeDocument/2006/relationships/image" Target="../media/image834.svg"/><Relationship Id="rId32" Type="http://schemas.openxmlformats.org/officeDocument/2006/relationships/image" Target="../media/image805.svg"/><Relationship Id="rId5" Type="http://schemas.openxmlformats.org/officeDocument/2006/relationships/image" Target="../media/image490.png"/><Relationship Id="rId15" Type="http://schemas.openxmlformats.org/officeDocument/2006/relationships/image" Target="../media/image825.png"/><Relationship Id="rId23" Type="http://schemas.openxmlformats.org/officeDocument/2006/relationships/image" Target="../media/image833.png"/><Relationship Id="rId28" Type="http://schemas.openxmlformats.org/officeDocument/2006/relationships/image" Target="../media/image812.svg"/><Relationship Id="rId10" Type="http://schemas.openxmlformats.org/officeDocument/2006/relationships/image" Target="../media/image784.svg"/><Relationship Id="rId19" Type="http://schemas.openxmlformats.org/officeDocument/2006/relationships/image" Target="../media/image829.png"/><Relationship Id="rId31" Type="http://schemas.openxmlformats.org/officeDocument/2006/relationships/image" Target="../media/image804.png"/><Relationship Id="rId4" Type="http://schemas.openxmlformats.org/officeDocument/2006/relationships/image" Target="../media/image820.svg"/><Relationship Id="rId9" Type="http://schemas.openxmlformats.org/officeDocument/2006/relationships/image" Target="../media/image783.png"/><Relationship Id="rId14" Type="http://schemas.openxmlformats.org/officeDocument/2006/relationships/image" Target="../media/image824.svg"/><Relationship Id="rId22" Type="http://schemas.openxmlformats.org/officeDocument/2006/relationships/image" Target="../media/image832.svg"/><Relationship Id="rId27" Type="http://schemas.openxmlformats.org/officeDocument/2006/relationships/image" Target="../media/image560.png"/><Relationship Id="rId30" Type="http://schemas.openxmlformats.org/officeDocument/2006/relationships/image" Target="../media/image803.sv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8" Type="http://schemas.openxmlformats.org/officeDocument/2006/relationships/image" Target="../media/image756.svg"/><Relationship Id="rId13" Type="http://schemas.openxmlformats.org/officeDocument/2006/relationships/image" Target="../media/image845.svg"/><Relationship Id="rId18" Type="http://schemas.openxmlformats.org/officeDocument/2006/relationships/image" Target="../media/image821.png"/><Relationship Id="rId26" Type="http://schemas.openxmlformats.org/officeDocument/2006/relationships/image" Target="../media/image741.png"/><Relationship Id="rId3" Type="http://schemas.openxmlformats.org/officeDocument/2006/relationships/image" Target="../media/image837.png"/><Relationship Id="rId21" Type="http://schemas.openxmlformats.org/officeDocument/2006/relationships/image" Target="../media/image850.svg"/><Relationship Id="rId7" Type="http://schemas.openxmlformats.org/officeDocument/2006/relationships/image" Target="../media/image755.png"/><Relationship Id="rId12" Type="http://schemas.openxmlformats.org/officeDocument/2006/relationships/image" Target="../media/image844.png"/><Relationship Id="rId17" Type="http://schemas.openxmlformats.org/officeDocument/2006/relationships/image" Target="../media/image848.svg"/><Relationship Id="rId25" Type="http://schemas.openxmlformats.org/officeDocument/2006/relationships/image" Target="../media/image854.svg"/><Relationship Id="rId2" Type="http://schemas.openxmlformats.org/officeDocument/2006/relationships/notesSlide" Target="../notesSlides/notesSlide34.xml"/><Relationship Id="rId16" Type="http://schemas.openxmlformats.org/officeDocument/2006/relationships/image" Target="../media/image847.png"/><Relationship Id="rId20" Type="http://schemas.openxmlformats.org/officeDocument/2006/relationships/image" Target="../media/image849.png"/><Relationship Id="rId29" Type="http://schemas.openxmlformats.org/officeDocument/2006/relationships/image" Target="../media/image856.svg"/><Relationship Id="rId1" Type="http://schemas.openxmlformats.org/officeDocument/2006/relationships/slideLayout" Target="../slideLayouts/slideLayout7.xml"/><Relationship Id="rId6" Type="http://schemas.openxmlformats.org/officeDocument/2006/relationships/image" Target="../media/image840.svg"/><Relationship Id="rId11" Type="http://schemas.openxmlformats.org/officeDocument/2006/relationships/image" Target="../media/image843.svg"/><Relationship Id="rId24" Type="http://schemas.openxmlformats.org/officeDocument/2006/relationships/image" Target="../media/image853.png"/><Relationship Id="rId5" Type="http://schemas.openxmlformats.org/officeDocument/2006/relationships/image" Target="../media/image839.png"/><Relationship Id="rId15" Type="http://schemas.openxmlformats.org/officeDocument/2006/relationships/image" Target="../media/image846.svg"/><Relationship Id="rId23" Type="http://schemas.openxmlformats.org/officeDocument/2006/relationships/image" Target="../media/image852.svg"/><Relationship Id="rId28" Type="http://schemas.openxmlformats.org/officeDocument/2006/relationships/image" Target="../media/image855.png"/><Relationship Id="rId10" Type="http://schemas.openxmlformats.org/officeDocument/2006/relationships/image" Target="../media/image842.svg"/><Relationship Id="rId19" Type="http://schemas.openxmlformats.org/officeDocument/2006/relationships/image" Target="../media/image822.svg"/><Relationship Id="rId4" Type="http://schemas.openxmlformats.org/officeDocument/2006/relationships/image" Target="../media/image838.svg"/><Relationship Id="rId9" Type="http://schemas.openxmlformats.org/officeDocument/2006/relationships/image" Target="../media/image841.png"/><Relationship Id="rId14" Type="http://schemas.openxmlformats.org/officeDocument/2006/relationships/image" Target="../media/image726.png"/><Relationship Id="rId22" Type="http://schemas.openxmlformats.org/officeDocument/2006/relationships/image" Target="../media/image851.png"/><Relationship Id="rId27" Type="http://schemas.openxmlformats.org/officeDocument/2006/relationships/image" Target="../media/image747.sv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image" Target="../media/image860.svg"/><Relationship Id="rId13" Type="http://schemas.openxmlformats.org/officeDocument/2006/relationships/image" Target="../media/image865.png"/><Relationship Id="rId18" Type="http://schemas.openxmlformats.org/officeDocument/2006/relationships/image" Target="../media/image870.svg"/><Relationship Id="rId26" Type="http://schemas.openxmlformats.org/officeDocument/2006/relationships/image" Target="../media/image878.svg"/><Relationship Id="rId3" Type="http://schemas.openxmlformats.org/officeDocument/2006/relationships/image" Target="../media/image796.png"/><Relationship Id="rId21" Type="http://schemas.openxmlformats.org/officeDocument/2006/relationships/image" Target="../media/image873.png"/><Relationship Id="rId7" Type="http://schemas.openxmlformats.org/officeDocument/2006/relationships/image" Target="../media/image859.png"/><Relationship Id="rId12" Type="http://schemas.openxmlformats.org/officeDocument/2006/relationships/image" Target="../media/image864.svg"/><Relationship Id="rId17" Type="http://schemas.openxmlformats.org/officeDocument/2006/relationships/image" Target="../media/image869.png"/><Relationship Id="rId25" Type="http://schemas.openxmlformats.org/officeDocument/2006/relationships/image" Target="../media/image877.png"/><Relationship Id="rId2" Type="http://schemas.openxmlformats.org/officeDocument/2006/relationships/notesSlide" Target="../notesSlides/notesSlide35.xml"/><Relationship Id="rId16" Type="http://schemas.openxmlformats.org/officeDocument/2006/relationships/image" Target="../media/image868.svg"/><Relationship Id="rId20" Type="http://schemas.openxmlformats.org/officeDocument/2006/relationships/image" Target="../media/image872.svg"/><Relationship Id="rId29" Type="http://schemas.openxmlformats.org/officeDocument/2006/relationships/image" Target="../media/image881.png"/><Relationship Id="rId1" Type="http://schemas.openxmlformats.org/officeDocument/2006/relationships/slideLayout" Target="../slideLayouts/slideLayout7.xml"/><Relationship Id="rId6" Type="http://schemas.openxmlformats.org/officeDocument/2006/relationships/image" Target="../media/image858.svg"/><Relationship Id="rId11" Type="http://schemas.openxmlformats.org/officeDocument/2006/relationships/image" Target="../media/image863.png"/><Relationship Id="rId24" Type="http://schemas.openxmlformats.org/officeDocument/2006/relationships/image" Target="../media/image876.svg"/><Relationship Id="rId5" Type="http://schemas.openxmlformats.org/officeDocument/2006/relationships/image" Target="../media/image857.png"/><Relationship Id="rId15" Type="http://schemas.openxmlformats.org/officeDocument/2006/relationships/image" Target="../media/image867.png"/><Relationship Id="rId23" Type="http://schemas.openxmlformats.org/officeDocument/2006/relationships/image" Target="../media/image875.png"/><Relationship Id="rId28" Type="http://schemas.openxmlformats.org/officeDocument/2006/relationships/image" Target="../media/image880.svg"/><Relationship Id="rId10" Type="http://schemas.openxmlformats.org/officeDocument/2006/relationships/image" Target="../media/image862.svg"/><Relationship Id="rId19" Type="http://schemas.openxmlformats.org/officeDocument/2006/relationships/image" Target="../media/image871.png"/><Relationship Id="rId4" Type="http://schemas.openxmlformats.org/officeDocument/2006/relationships/image" Target="../media/image797.svg"/><Relationship Id="rId9" Type="http://schemas.openxmlformats.org/officeDocument/2006/relationships/image" Target="../media/image861.png"/><Relationship Id="rId14" Type="http://schemas.openxmlformats.org/officeDocument/2006/relationships/image" Target="../media/image866.svg"/><Relationship Id="rId22" Type="http://schemas.openxmlformats.org/officeDocument/2006/relationships/image" Target="../media/image874.svg"/><Relationship Id="rId27" Type="http://schemas.openxmlformats.org/officeDocument/2006/relationships/image" Target="../media/image879.png"/><Relationship Id="rId30" Type="http://schemas.openxmlformats.org/officeDocument/2006/relationships/image" Target="../media/image882.sv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image" Target="../media/image547.svg"/><Relationship Id="rId3" Type="http://schemas.openxmlformats.org/officeDocument/2006/relationships/image" Target="../media/image796.png"/><Relationship Id="rId7" Type="http://schemas.openxmlformats.org/officeDocument/2006/relationships/image" Target="../media/image546.png"/><Relationship Id="rId12" Type="http://schemas.openxmlformats.org/officeDocument/2006/relationships/image" Target="../media/image858.sv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792.svg"/><Relationship Id="rId11" Type="http://schemas.openxmlformats.org/officeDocument/2006/relationships/image" Target="../media/image857.png"/><Relationship Id="rId5" Type="http://schemas.openxmlformats.org/officeDocument/2006/relationships/image" Target="../media/image791.png"/><Relationship Id="rId10" Type="http://schemas.openxmlformats.org/officeDocument/2006/relationships/image" Target="../media/image884.svg"/><Relationship Id="rId4" Type="http://schemas.openxmlformats.org/officeDocument/2006/relationships/image" Target="../media/image797.svg"/><Relationship Id="rId9" Type="http://schemas.openxmlformats.org/officeDocument/2006/relationships/image" Target="../media/image88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8" Type="http://schemas.openxmlformats.org/officeDocument/2006/relationships/image" Target="../media/image852.svg"/><Relationship Id="rId3" Type="http://schemas.openxmlformats.org/officeDocument/2006/relationships/image" Target="../media/image726.png"/><Relationship Id="rId7" Type="http://schemas.openxmlformats.org/officeDocument/2006/relationships/image" Target="../media/image851.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18.svg"/><Relationship Id="rId5" Type="http://schemas.openxmlformats.org/officeDocument/2006/relationships/image" Target="../media/image817.png"/><Relationship Id="rId4" Type="http://schemas.openxmlformats.org/officeDocument/2006/relationships/image" Target="../media/image846.sv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85.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886.svg"/></Relationships>
</file>

<file path=ppt/slides/_rels/slide120.xml.rels><?xml version="1.0" encoding="UTF-8" standalone="yes"?>
<Relationships xmlns="http://schemas.openxmlformats.org/package/2006/relationships"><Relationship Id="rId3" Type="http://schemas.openxmlformats.org/officeDocument/2006/relationships/image" Target="../media/image888.svg"/><Relationship Id="rId2" Type="http://schemas.openxmlformats.org/officeDocument/2006/relationships/image" Target="../media/image88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403.jpeg"/><Relationship Id="rId13" Type="http://schemas.openxmlformats.org/officeDocument/2006/relationships/image" Target="../media/image401.jpeg"/><Relationship Id="rId18" Type="http://schemas.openxmlformats.org/officeDocument/2006/relationships/image" Target="../media/image606.jpeg"/><Relationship Id="rId26" Type="http://schemas.openxmlformats.org/officeDocument/2006/relationships/image" Target="../media/image614.jpeg"/><Relationship Id="rId3" Type="http://schemas.openxmlformats.org/officeDocument/2006/relationships/image" Target="../media/image888.svg"/><Relationship Id="rId21" Type="http://schemas.openxmlformats.org/officeDocument/2006/relationships/image" Target="../media/image609.jpeg"/><Relationship Id="rId7" Type="http://schemas.openxmlformats.org/officeDocument/2006/relationships/image" Target="../media/image400.jpeg"/><Relationship Id="rId12" Type="http://schemas.openxmlformats.org/officeDocument/2006/relationships/image" Target="../media/image409.jpeg"/><Relationship Id="rId17" Type="http://schemas.openxmlformats.org/officeDocument/2006/relationships/image" Target="../media/image605.jpeg"/><Relationship Id="rId25" Type="http://schemas.openxmlformats.org/officeDocument/2006/relationships/image" Target="../media/image613.jpeg"/><Relationship Id="rId2" Type="http://schemas.openxmlformats.org/officeDocument/2006/relationships/image" Target="../media/image887.png"/><Relationship Id="rId16" Type="http://schemas.openxmlformats.org/officeDocument/2006/relationships/image" Target="../media/image408.jpeg"/><Relationship Id="rId20" Type="http://schemas.openxmlformats.org/officeDocument/2006/relationships/image" Target="../media/image608.jpeg"/><Relationship Id="rId1" Type="http://schemas.openxmlformats.org/officeDocument/2006/relationships/slideLayout" Target="../slideLayouts/slideLayout2.xml"/><Relationship Id="rId6" Type="http://schemas.openxmlformats.org/officeDocument/2006/relationships/image" Target="../media/image399.jpeg"/><Relationship Id="rId11" Type="http://schemas.openxmlformats.org/officeDocument/2006/relationships/image" Target="../media/image407.jpeg"/><Relationship Id="rId24" Type="http://schemas.openxmlformats.org/officeDocument/2006/relationships/image" Target="../media/image612.jpeg"/><Relationship Id="rId5" Type="http://schemas.openxmlformats.org/officeDocument/2006/relationships/image" Target="../media/image722.jpg"/><Relationship Id="rId15" Type="http://schemas.openxmlformats.org/officeDocument/2006/relationships/image" Target="../media/image405.jpeg"/><Relationship Id="rId23" Type="http://schemas.openxmlformats.org/officeDocument/2006/relationships/image" Target="../media/image611.jpeg"/><Relationship Id="rId10" Type="http://schemas.openxmlformats.org/officeDocument/2006/relationships/image" Target="../media/image406.jpeg"/><Relationship Id="rId19" Type="http://schemas.openxmlformats.org/officeDocument/2006/relationships/image" Target="../media/image607.jpeg"/><Relationship Id="rId4" Type="http://schemas.openxmlformats.org/officeDocument/2006/relationships/image" Target="../media/image721.jpg"/><Relationship Id="rId9" Type="http://schemas.openxmlformats.org/officeDocument/2006/relationships/image" Target="../media/image404.jpeg"/><Relationship Id="rId14" Type="http://schemas.openxmlformats.org/officeDocument/2006/relationships/image" Target="../media/image402.jpeg"/><Relationship Id="rId22" Type="http://schemas.openxmlformats.org/officeDocument/2006/relationships/image" Target="../media/image610.jpeg"/><Relationship Id="rId27" Type="http://schemas.openxmlformats.org/officeDocument/2006/relationships/image" Target="../media/image615.jpeg"/></Relationships>
</file>

<file path=ppt/slides/_rels/slide123.xml.rels><?xml version="1.0" encoding="UTF-8" standalone="yes"?>
<Relationships xmlns="http://schemas.openxmlformats.org/package/2006/relationships"><Relationship Id="rId3" Type="http://schemas.openxmlformats.org/officeDocument/2006/relationships/image" Target="../media/image888.svg"/><Relationship Id="rId2" Type="http://schemas.openxmlformats.org/officeDocument/2006/relationships/image" Target="../media/image88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890.svg"/><Relationship Id="rId2" Type="http://schemas.openxmlformats.org/officeDocument/2006/relationships/image" Target="../media/image889.png"/><Relationship Id="rId1" Type="http://schemas.openxmlformats.org/officeDocument/2006/relationships/slideLayout" Target="../slideLayouts/slideLayout2.xml"/><Relationship Id="rId5" Type="http://schemas.openxmlformats.org/officeDocument/2006/relationships/image" Target="../media/image892.svg"/><Relationship Id="rId4" Type="http://schemas.openxmlformats.org/officeDocument/2006/relationships/image" Target="../media/image891.png"/></Relationships>
</file>

<file path=ppt/slides/_rels/slide125.xml.rels><?xml version="1.0" encoding="UTF-8" standalone="yes"?>
<Relationships xmlns="http://schemas.openxmlformats.org/package/2006/relationships"><Relationship Id="rId3" Type="http://schemas.openxmlformats.org/officeDocument/2006/relationships/image" Target="../media/image894.svg"/><Relationship Id="rId2" Type="http://schemas.openxmlformats.org/officeDocument/2006/relationships/image" Target="../media/image893.png"/><Relationship Id="rId1" Type="http://schemas.openxmlformats.org/officeDocument/2006/relationships/slideLayout" Target="../slideLayouts/slideLayout2.xml"/><Relationship Id="rId5" Type="http://schemas.openxmlformats.org/officeDocument/2006/relationships/image" Target="../media/image896.svg"/><Relationship Id="rId4" Type="http://schemas.openxmlformats.org/officeDocument/2006/relationships/image" Target="../media/image89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898.svg"/><Relationship Id="rId2" Type="http://schemas.openxmlformats.org/officeDocument/2006/relationships/image" Target="../media/image89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899.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00.jp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901.jp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8" Type="http://schemas.openxmlformats.org/officeDocument/2006/relationships/image" Target="../media/image908.png"/><Relationship Id="rId3" Type="http://schemas.openxmlformats.org/officeDocument/2006/relationships/image" Target="../media/image903.svg"/><Relationship Id="rId7" Type="http://schemas.openxmlformats.org/officeDocument/2006/relationships/image" Target="../media/image907.svg"/><Relationship Id="rId2" Type="http://schemas.openxmlformats.org/officeDocument/2006/relationships/image" Target="../media/image902.png"/><Relationship Id="rId1" Type="http://schemas.openxmlformats.org/officeDocument/2006/relationships/slideLayout" Target="../slideLayouts/slideLayout2.xml"/><Relationship Id="rId6" Type="http://schemas.openxmlformats.org/officeDocument/2006/relationships/image" Target="../media/image906.png"/><Relationship Id="rId11" Type="http://schemas.openxmlformats.org/officeDocument/2006/relationships/image" Target="../media/image911.svg"/><Relationship Id="rId5" Type="http://schemas.openxmlformats.org/officeDocument/2006/relationships/image" Target="../media/image905.svg"/><Relationship Id="rId10" Type="http://schemas.openxmlformats.org/officeDocument/2006/relationships/image" Target="../media/image910.png"/><Relationship Id="rId4" Type="http://schemas.openxmlformats.org/officeDocument/2006/relationships/image" Target="../media/image904.png"/><Relationship Id="rId9" Type="http://schemas.openxmlformats.org/officeDocument/2006/relationships/image" Target="../media/image909.sv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91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812.svg"/><Relationship Id="rId2" Type="http://schemas.openxmlformats.org/officeDocument/2006/relationships/image" Target="../media/image560.png"/><Relationship Id="rId1" Type="http://schemas.openxmlformats.org/officeDocument/2006/relationships/slideLayout" Target="../slideLayouts/slideLayout2.xml"/><Relationship Id="rId5" Type="http://schemas.openxmlformats.org/officeDocument/2006/relationships/image" Target="../media/image907.svg"/><Relationship Id="rId4" Type="http://schemas.openxmlformats.org/officeDocument/2006/relationships/image" Target="../media/image906.png"/></Relationships>
</file>

<file path=ppt/slides/_rels/slide136.xml.rels><?xml version="1.0" encoding="UTF-8" standalone="yes"?>
<Relationships xmlns="http://schemas.openxmlformats.org/package/2006/relationships"><Relationship Id="rId8" Type="http://schemas.openxmlformats.org/officeDocument/2006/relationships/image" Target="../media/image917.png"/><Relationship Id="rId3" Type="http://schemas.openxmlformats.org/officeDocument/2006/relationships/image" Target="../media/image903.svg"/><Relationship Id="rId7" Type="http://schemas.openxmlformats.org/officeDocument/2006/relationships/image" Target="../media/image916.svg"/><Relationship Id="rId2" Type="http://schemas.openxmlformats.org/officeDocument/2006/relationships/image" Target="../media/image902.png"/><Relationship Id="rId1" Type="http://schemas.openxmlformats.org/officeDocument/2006/relationships/slideLayout" Target="../slideLayouts/slideLayout2.xml"/><Relationship Id="rId6" Type="http://schemas.openxmlformats.org/officeDocument/2006/relationships/image" Target="../media/image915.png"/><Relationship Id="rId11" Type="http://schemas.openxmlformats.org/officeDocument/2006/relationships/image" Target="../media/image920.svg"/><Relationship Id="rId5" Type="http://schemas.openxmlformats.org/officeDocument/2006/relationships/image" Target="../media/image914.svg"/><Relationship Id="rId10" Type="http://schemas.openxmlformats.org/officeDocument/2006/relationships/image" Target="../media/image919.png"/><Relationship Id="rId4" Type="http://schemas.openxmlformats.org/officeDocument/2006/relationships/image" Target="../media/image913.png"/><Relationship Id="rId9" Type="http://schemas.openxmlformats.org/officeDocument/2006/relationships/image" Target="../media/image918.svg"/></Relationships>
</file>

<file path=ppt/slides/_rels/slide137.xml.rels><?xml version="1.0" encoding="UTF-8" standalone="yes"?>
<Relationships xmlns="http://schemas.openxmlformats.org/package/2006/relationships"><Relationship Id="rId8" Type="http://schemas.openxmlformats.org/officeDocument/2006/relationships/image" Target="../media/image924.png"/><Relationship Id="rId13" Type="http://schemas.openxmlformats.org/officeDocument/2006/relationships/image" Target="../media/image929.svg"/><Relationship Id="rId3" Type="http://schemas.openxmlformats.org/officeDocument/2006/relationships/image" Target="../media/image920.svg"/><Relationship Id="rId7" Type="http://schemas.openxmlformats.org/officeDocument/2006/relationships/image" Target="../media/image923.svg"/><Relationship Id="rId12" Type="http://schemas.openxmlformats.org/officeDocument/2006/relationships/image" Target="../media/image928.png"/><Relationship Id="rId2" Type="http://schemas.openxmlformats.org/officeDocument/2006/relationships/image" Target="../media/image919.png"/><Relationship Id="rId1" Type="http://schemas.openxmlformats.org/officeDocument/2006/relationships/slideLayout" Target="../slideLayouts/slideLayout2.xml"/><Relationship Id="rId6" Type="http://schemas.openxmlformats.org/officeDocument/2006/relationships/image" Target="../media/image910.png"/><Relationship Id="rId11" Type="http://schemas.openxmlformats.org/officeDocument/2006/relationships/image" Target="../media/image927.svg"/><Relationship Id="rId5" Type="http://schemas.openxmlformats.org/officeDocument/2006/relationships/image" Target="../media/image922.svg"/><Relationship Id="rId15" Type="http://schemas.openxmlformats.org/officeDocument/2006/relationships/image" Target="../media/image931.svg"/><Relationship Id="rId10" Type="http://schemas.openxmlformats.org/officeDocument/2006/relationships/image" Target="../media/image926.png"/><Relationship Id="rId4" Type="http://schemas.openxmlformats.org/officeDocument/2006/relationships/image" Target="../media/image921.png"/><Relationship Id="rId9" Type="http://schemas.openxmlformats.org/officeDocument/2006/relationships/image" Target="../media/image925.svg"/><Relationship Id="rId14" Type="http://schemas.openxmlformats.org/officeDocument/2006/relationships/image" Target="../media/image93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image" Target="../media/image937.svg"/><Relationship Id="rId13" Type="http://schemas.openxmlformats.org/officeDocument/2006/relationships/image" Target="../media/image942.png"/><Relationship Id="rId18" Type="http://schemas.openxmlformats.org/officeDocument/2006/relationships/image" Target="../media/image947.svg"/><Relationship Id="rId26" Type="http://schemas.openxmlformats.org/officeDocument/2006/relationships/image" Target="../media/image955.svg"/><Relationship Id="rId3" Type="http://schemas.openxmlformats.org/officeDocument/2006/relationships/image" Target="../media/image932.png"/><Relationship Id="rId21" Type="http://schemas.openxmlformats.org/officeDocument/2006/relationships/image" Target="../media/image950.png"/><Relationship Id="rId7" Type="http://schemas.openxmlformats.org/officeDocument/2006/relationships/image" Target="../media/image936.png"/><Relationship Id="rId12" Type="http://schemas.openxmlformats.org/officeDocument/2006/relationships/image" Target="../media/image941.svg"/><Relationship Id="rId17" Type="http://schemas.openxmlformats.org/officeDocument/2006/relationships/image" Target="../media/image946.png"/><Relationship Id="rId25" Type="http://schemas.openxmlformats.org/officeDocument/2006/relationships/image" Target="../media/image954.png"/><Relationship Id="rId2" Type="http://schemas.openxmlformats.org/officeDocument/2006/relationships/notesSlide" Target="../notesSlides/notesSlide39.xml"/><Relationship Id="rId16" Type="http://schemas.openxmlformats.org/officeDocument/2006/relationships/image" Target="../media/image945.svg"/><Relationship Id="rId20" Type="http://schemas.openxmlformats.org/officeDocument/2006/relationships/image" Target="../media/image949.svg"/><Relationship Id="rId1" Type="http://schemas.openxmlformats.org/officeDocument/2006/relationships/slideLayout" Target="../slideLayouts/slideLayout7.xml"/><Relationship Id="rId6" Type="http://schemas.openxmlformats.org/officeDocument/2006/relationships/image" Target="../media/image935.svg"/><Relationship Id="rId11" Type="http://schemas.openxmlformats.org/officeDocument/2006/relationships/image" Target="../media/image940.png"/><Relationship Id="rId24" Type="http://schemas.openxmlformats.org/officeDocument/2006/relationships/image" Target="../media/image953.svg"/><Relationship Id="rId5" Type="http://schemas.openxmlformats.org/officeDocument/2006/relationships/image" Target="../media/image934.png"/><Relationship Id="rId15" Type="http://schemas.openxmlformats.org/officeDocument/2006/relationships/image" Target="../media/image944.png"/><Relationship Id="rId23" Type="http://schemas.openxmlformats.org/officeDocument/2006/relationships/image" Target="../media/image952.png"/><Relationship Id="rId10" Type="http://schemas.openxmlformats.org/officeDocument/2006/relationships/image" Target="../media/image939.svg"/><Relationship Id="rId19" Type="http://schemas.openxmlformats.org/officeDocument/2006/relationships/image" Target="../media/image948.png"/><Relationship Id="rId4" Type="http://schemas.openxmlformats.org/officeDocument/2006/relationships/image" Target="../media/image933.svg"/><Relationship Id="rId9" Type="http://schemas.openxmlformats.org/officeDocument/2006/relationships/image" Target="../media/image938.png"/><Relationship Id="rId14" Type="http://schemas.openxmlformats.org/officeDocument/2006/relationships/image" Target="../media/image943.svg"/><Relationship Id="rId22" Type="http://schemas.openxmlformats.org/officeDocument/2006/relationships/image" Target="../media/image95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DD55B4D5-3BD0-FE91-D65C-E2C6B6EE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Freeform 6">
            <a:extLst>
              <a:ext uri="{FF2B5EF4-FFF2-40B4-BE49-F238E27FC236}">
                <a16:creationId xmlns:a16="http://schemas.microsoft.com/office/drawing/2014/main" id="{B656C349-0BF3-D6F9-44F6-273B31D00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78E1FF52-B6AE-D51A-623F-19FE76902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D560BDEC-F945-4D30-8D35-0D063C6FD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9">
            <a:extLst>
              <a:ext uri="{FF2B5EF4-FFF2-40B4-BE49-F238E27FC236}">
                <a16:creationId xmlns:a16="http://schemas.microsoft.com/office/drawing/2014/main" id="{07FBA06E-81C1-88C2-4A8F-2C71D0D93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a:extLst>
              <a:ext uri="{FF2B5EF4-FFF2-40B4-BE49-F238E27FC236}">
                <a16:creationId xmlns:a16="http://schemas.microsoft.com/office/drawing/2014/main" id="{E7D909F6-B66C-DBB8-86D2-AE46D7D8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a:extLst>
              <a:ext uri="{FF2B5EF4-FFF2-40B4-BE49-F238E27FC236}">
                <a16:creationId xmlns:a16="http://schemas.microsoft.com/office/drawing/2014/main" id="{2E946386-EDDE-6B56-13B7-00CD9BC2B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a:extLst>
              <a:ext uri="{FF2B5EF4-FFF2-40B4-BE49-F238E27FC236}">
                <a16:creationId xmlns:a16="http://schemas.microsoft.com/office/drawing/2014/main" id="{73847154-463E-34B8-4F9D-B480F554A8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9AC50A46-14E1-ECF2-E16C-738286098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BF22869F-46C9-4881-9335-190046BDC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21">
            <a:extLst>
              <a:ext uri="{FF2B5EF4-FFF2-40B4-BE49-F238E27FC236}">
                <a16:creationId xmlns:a16="http://schemas.microsoft.com/office/drawing/2014/main" id="{946DFF99-E732-2D88-9919-F4A503099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22">
            <a:extLst>
              <a:ext uri="{FF2B5EF4-FFF2-40B4-BE49-F238E27FC236}">
                <a16:creationId xmlns:a16="http://schemas.microsoft.com/office/drawing/2014/main" id="{22F377D9-383A-A05F-2E9C-311EF8214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3">
            <a:extLst>
              <a:ext uri="{FF2B5EF4-FFF2-40B4-BE49-F238E27FC236}">
                <a16:creationId xmlns:a16="http://schemas.microsoft.com/office/drawing/2014/main" id="{B56800AA-E21D-BA3D-A7BE-4CB074F19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Image 20" descr="Une image contenant texte, clipart&#10;&#10;Description générée automatiquement">
            <a:extLst>
              <a:ext uri="{FF2B5EF4-FFF2-40B4-BE49-F238E27FC236}">
                <a16:creationId xmlns:a16="http://schemas.microsoft.com/office/drawing/2014/main" id="{32ED76A1-BF9A-8AD4-3701-47CA2D66BC3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72981" y="6233384"/>
            <a:ext cx="789196" cy="286130"/>
          </a:xfrm>
          <a:prstGeom prst="rect">
            <a:avLst/>
          </a:prstGeom>
        </p:spPr>
      </p:pic>
      <p:sp>
        <p:nvSpPr>
          <p:cNvPr id="22" name="Titre 1">
            <a:extLst>
              <a:ext uri="{FF2B5EF4-FFF2-40B4-BE49-F238E27FC236}">
                <a16:creationId xmlns:a16="http://schemas.microsoft.com/office/drawing/2014/main" id="{91B0A999-A097-F87A-5782-51683135BED6}"/>
              </a:ext>
            </a:extLst>
          </p:cNvPr>
          <p:cNvSpPr txBox="1">
            <a:spLocks/>
          </p:cNvSpPr>
          <p:nvPr/>
        </p:nvSpPr>
        <p:spPr>
          <a:xfrm>
            <a:off x="476949" y="2230364"/>
            <a:ext cx="5440734" cy="3986945"/>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000" b="1" dirty="0">
                <a:solidFill>
                  <a:schemeClr val="accent2"/>
                </a:solidFill>
              </a:rPr>
              <a:t>#</a:t>
            </a:r>
            <a:r>
              <a:rPr lang="fr-FR" sz="9000" b="1" dirty="0">
                <a:solidFill>
                  <a:schemeClr val="accent1"/>
                </a:solidFill>
              </a:rPr>
              <a:t>OSG</a:t>
            </a:r>
          </a:p>
          <a:p>
            <a:r>
              <a:rPr lang="fr-FR" sz="9000" i="1" dirty="0">
                <a:solidFill>
                  <a:srgbClr val="000000"/>
                </a:solidFill>
              </a:rPr>
              <a:t>Workshop </a:t>
            </a:r>
            <a:r>
              <a:rPr lang="fr-FR" sz="9000" i="1" dirty="0">
                <a:solidFill>
                  <a:srgbClr val="ED7D31"/>
                </a:solidFill>
              </a:rPr>
              <a:t>Design </a:t>
            </a:r>
            <a:r>
              <a:rPr lang="fr-FR" sz="9000" i="1" dirty="0">
                <a:solidFill>
                  <a:srgbClr val="0099CC"/>
                </a:solidFill>
              </a:rPr>
              <a:t>Cards</a:t>
            </a:r>
          </a:p>
          <a:p>
            <a:r>
              <a:rPr lang="fr-FR" sz="10400" b="1" i="1" dirty="0">
                <a:solidFill>
                  <a:srgbClr val="0099CC"/>
                </a:solidFill>
              </a:rPr>
              <a:t>V7</a:t>
            </a:r>
            <a:endParaRPr lang="fr-FR" sz="9000" b="1" i="1" dirty="0">
              <a:solidFill>
                <a:srgbClr val="0099CC"/>
              </a:solidFill>
            </a:endParaRPr>
          </a:p>
        </p:txBody>
      </p:sp>
      <p:sp>
        <p:nvSpPr>
          <p:cNvPr id="23" name="Titre 1">
            <a:extLst>
              <a:ext uri="{FF2B5EF4-FFF2-40B4-BE49-F238E27FC236}">
                <a16:creationId xmlns:a16="http://schemas.microsoft.com/office/drawing/2014/main" id="{B5BED6F2-6682-0F8E-C9F3-FBA333E435BA}"/>
              </a:ext>
            </a:extLst>
          </p:cNvPr>
          <p:cNvSpPr txBox="1">
            <a:spLocks/>
          </p:cNvSpPr>
          <p:nvPr/>
        </p:nvSpPr>
        <p:spPr>
          <a:xfrm>
            <a:off x="5331781" y="4700447"/>
            <a:ext cx="6362185" cy="75794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fr-FR" b="1" i="1" dirty="0">
                <a:solidFill>
                  <a:srgbClr val="0099CC"/>
                </a:solidFill>
              </a:rPr>
              <a:t>CONCEVEZ</a:t>
            </a:r>
            <a:r>
              <a:rPr lang="fr-FR" i="1" dirty="0">
                <a:solidFill>
                  <a:srgbClr val="000000"/>
                </a:solidFill>
              </a:rPr>
              <a:t> des </a:t>
            </a:r>
            <a:r>
              <a:rPr lang="fr-FR" b="1" i="1" dirty="0">
                <a:solidFill>
                  <a:srgbClr val="ED7D31"/>
                </a:solidFill>
              </a:rPr>
              <a:t>ATELIERS </a:t>
            </a:r>
            <a:r>
              <a:rPr lang="fr-FR" i="1" dirty="0"/>
              <a:t>d’intelligence collective par petits éléments</a:t>
            </a:r>
          </a:p>
        </p:txBody>
      </p:sp>
      <p:grpSp>
        <p:nvGrpSpPr>
          <p:cNvPr id="24" name="Groupe 23">
            <a:extLst>
              <a:ext uri="{FF2B5EF4-FFF2-40B4-BE49-F238E27FC236}">
                <a16:creationId xmlns:a16="http://schemas.microsoft.com/office/drawing/2014/main" id="{12DE4334-8B1B-D180-F550-A298996FFF99}"/>
              </a:ext>
            </a:extLst>
          </p:cNvPr>
          <p:cNvGrpSpPr/>
          <p:nvPr/>
        </p:nvGrpSpPr>
        <p:grpSpPr>
          <a:xfrm rot="664616">
            <a:off x="6396100" y="499924"/>
            <a:ext cx="4198786" cy="4213689"/>
            <a:chOff x="6396100" y="499924"/>
            <a:chExt cx="4198786" cy="4213689"/>
          </a:xfrm>
        </p:grpSpPr>
        <p:pic>
          <p:nvPicPr>
            <p:cNvPr id="25" name="Image 24" descr="Une image contenant texte&#10;&#10;Description générée automatiquement">
              <a:extLst>
                <a:ext uri="{FF2B5EF4-FFF2-40B4-BE49-F238E27FC236}">
                  <a16:creationId xmlns:a16="http://schemas.microsoft.com/office/drawing/2014/main" id="{E337B951-477A-9F73-0E06-2AFEFD9FBB6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27" name="Image 26" descr="Une image contenant texte&#10;&#10;Description générée automatiquement">
              <a:extLst>
                <a:ext uri="{FF2B5EF4-FFF2-40B4-BE49-F238E27FC236}">
                  <a16:creationId xmlns:a16="http://schemas.microsoft.com/office/drawing/2014/main" id="{CA9EC4D0-F8E5-FF73-1317-4C42B044BC3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4E783338-607A-F1C8-3D6F-8E5312E92EF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30" name="Image 29" descr="Une image contenant texte&#10;&#10;Description générée automatiquement">
              <a:extLst>
                <a:ext uri="{FF2B5EF4-FFF2-40B4-BE49-F238E27FC236}">
                  <a16:creationId xmlns:a16="http://schemas.microsoft.com/office/drawing/2014/main" id="{9FAC2059-8EEE-D0F7-95E2-B5E5568F78D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pic>
        <p:nvPicPr>
          <p:cNvPr id="31" name="Image 30">
            <a:extLst>
              <a:ext uri="{FF2B5EF4-FFF2-40B4-BE49-F238E27FC236}">
                <a16:creationId xmlns:a16="http://schemas.microsoft.com/office/drawing/2014/main" id="{831F9802-9280-A344-9814-F7FA9F413CD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763025" y="5399625"/>
            <a:ext cx="1152995" cy="1112301"/>
          </a:xfrm>
          <a:prstGeom prst="rect">
            <a:avLst/>
          </a:prstGeom>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6094105" y="802955"/>
            <a:ext cx="4977976" cy="1454051"/>
          </a:xfrm>
        </p:spPr>
        <p:txBody>
          <a:bodyPr>
            <a:normAutofit/>
          </a:bodyPr>
          <a:lstStyle/>
          <a:p>
            <a:r>
              <a:rPr lang="fr-FR" dirty="0">
                <a:solidFill>
                  <a:srgbClr val="000000"/>
                </a:solidFill>
              </a:rPr>
              <a:t>Pitch</a:t>
            </a:r>
          </a:p>
        </p:txBody>
      </p:sp>
      <p:sp>
        <p:nvSpPr>
          <p:cNvPr id="21"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6094503" y="2158351"/>
            <a:ext cx="4977578" cy="4242449"/>
          </a:xfrm>
        </p:spPr>
        <p:txBody>
          <a:bodyPr vert="horz" lIns="91440" tIns="45720" rIns="91440" bIns="45720" rtlCol="0" anchor="ctr">
            <a:normAutofit/>
          </a:bodyPr>
          <a:lstStyle/>
          <a:p>
            <a:pPr marL="0" indent="0">
              <a:buNone/>
            </a:pPr>
            <a:r>
              <a:rPr lang="fr-FR" sz="1100" dirty="0">
                <a:solidFill>
                  <a:srgbClr val="000000"/>
                </a:solidFill>
                <a:cs typeface="Calibri"/>
              </a:rPr>
              <a:t>« Je dois créer un atelier, mais je ne sais pas par quel bout commencer ! Et les ateliers tout prêts ne correspondent jamais vraiment à mon besoin»</a:t>
            </a:r>
          </a:p>
          <a:p>
            <a:pPr marL="0" indent="0">
              <a:buNone/>
            </a:pPr>
            <a:r>
              <a:rPr lang="fr-FR" sz="1100" dirty="0">
                <a:solidFill>
                  <a:srgbClr val="000000"/>
                </a:solidFill>
                <a:cs typeface="Calibri"/>
              </a:rPr>
              <a:t>Vous êtes formateurs, animateurs de groupes de travail, facilitateurs, coachs, managers, et responsables de faire travailler en intelligence collective ? </a:t>
            </a:r>
          </a:p>
          <a:p>
            <a:pPr marL="0" indent="0">
              <a:buNone/>
            </a:pPr>
            <a:r>
              <a:rPr lang="fr-FR" sz="1100" dirty="0">
                <a:solidFill>
                  <a:srgbClr val="000000"/>
                </a:solidFill>
                <a:cs typeface="Calibri"/>
              </a:rPr>
              <a:t>Vous ne souhaitez plus réutiliser des ateliers tout prêts, qui ne correspondent jamais vraiment à votre besoin, et souhaitez apprendre comment VOUS-MÊME en créer un ?</a:t>
            </a:r>
          </a:p>
          <a:p>
            <a:pPr marL="0" indent="0">
              <a:buNone/>
            </a:pPr>
            <a:r>
              <a:rPr lang="fr-FR" sz="1100" dirty="0">
                <a:solidFill>
                  <a:srgbClr val="000000"/>
                </a:solidFill>
                <a:cs typeface="Calibri"/>
              </a:rPr>
              <a:t>Vous avez une idée des participants, des contraintes horaires, une intention de résultat, mais vous ne savez pas comment convertir tout cela en déroulement CONCRET !</a:t>
            </a:r>
          </a:p>
          <a:p>
            <a:pPr marL="0" indent="0">
              <a:buNone/>
            </a:pPr>
            <a:r>
              <a:rPr lang="fr-FR" sz="1100" dirty="0">
                <a:solidFill>
                  <a:srgbClr val="000000"/>
                </a:solidFill>
                <a:cs typeface="Calibri"/>
              </a:rPr>
              <a:t>Par quel bout s’y prendre ? Quels sont les usages courants ? Où trouver des exemples qui vous correspondent ? </a:t>
            </a:r>
          </a:p>
          <a:p>
            <a:pPr marL="0" indent="0">
              <a:buNone/>
            </a:pPr>
            <a:r>
              <a:rPr lang="fr-FR" sz="1100" dirty="0">
                <a:solidFill>
                  <a:srgbClr val="000000"/>
                </a:solidFill>
                <a:cs typeface="Calibri"/>
              </a:rPr>
              <a:t>Conçues après des années à créer des ateliers d’intelligence collective, à les animer, à les modifier, les Workshops Design Cards sont des cartes qui vous aident à cadrer chaque partie de votre atelier, à identifier quel ingrédient s’utilise dans quel but, et à CONSTRUIRE votre atelier d’intelligence collective !</a:t>
            </a:r>
          </a:p>
          <a:p>
            <a:pPr marL="0" indent="0">
              <a:buNone/>
            </a:pPr>
            <a:r>
              <a:rPr lang="fr-FR" sz="1100" dirty="0">
                <a:solidFill>
                  <a:srgbClr val="000000"/>
                </a:solidFill>
                <a:cs typeface="Calibri"/>
              </a:rPr>
              <a:t>Disposez vos éléments un par un sur une ligne de temps selon vos objectifs, ajustez les détails, et hop, un atelier tout prêt à être exécuté !</a:t>
            </a:r>
          </a:p>
          <a:p>
            <a:pPr marL="0" indent="0">
              <a:buNone/>
            </a:pPr>
            <a:endParaRPr lang="fr-FR" sz="1100" dirty="0">
              <a:solidFill>
                <a:srgbClr val="000000"/>
              </a:solidFill>
              <a:cs typeface="Calibri"/>
            </a:endParaRPr>
          </a:p>
          <a:p>
            <a:pPr marL="0" indent="0">
              <a:buNone/>
            </a:pPr>
            <a:r>
              <a:rPr lang="fr-FR" sz="1100" dirty="0">
                <a:solidFill>
                  <a:srgbClr val="000000"/>
                </a:solidFill>
                <a:cs typeface="Calibri"/>
              </a:rPr>
              <a:t>Usage recommandé avec des outils de mur virtuel </a:t>
            </a:r>
          </a:p>
        </p:txBody>
      </p:sp>
      <p:grpSp>
        <p:nvGrpSpPr>
          <p:cNvPr id="7" name="Groupe 6">
            <a:extLst>
              <a:ext uri="{FF2B5EF4-FFF2-40B4-BE49-F238E27FC236}">
                <a16:creationId xmlns:a16="http://schemas.microsoft.com/office/drawing/2014/main" id="{F89DA25F-E029-4E4C-8B85-4FA68E7B0219}"/>
              </a:ext>
            </a:extLst>
          </p:cNvPr>
          <p:cNvGrpSpPr/>
          <p:nvPr/>
        </p:nvGrpSpPr>
        <p:grpSpPr>
          <a:xfrm rot="664616">
            <a:off x="499513" y="1708873"/>
            <a:ext cx="3828305" cy="3841893"/>
            <a:chOff x="6396100" y="499924"/>
            <a:chExt cx="4198786" cy="4213689"/>
          </a:xfrm>
        </p:grpSpPr>
        <p:pic>
          <p:nvPicPr>
            <p:cNvPr id="8" name="Image 7" descr="Une image contenant texte&#10;&#10;Description générée automatiquement">
              <a:extLst>
                <a:ext uri="{FF2B5EF4-FFF2-40B4-BE49-F238E27FC236}">
                  <a16:creationId xmlns:a16="http://schemas.microsoft.com/office/drawing/2014/main" id="{9D3A4B78-5310-4396-B674-8DA9BD533B1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8841270C-5EDE-4D88-BE46-ADED14205B7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9FA6A9A6-6F85-48E6-B554-596FFD821E1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355605F5-66EE-48E3-B819-DD593B3F153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spTree>
    <p:extLst>
      <p:ext uri="{BB962C8B-B14F-4D97-AF65-F5344CB8AC3E}">
        <p14:creationId xmlns:p14="http://schemas.microsoft.com/office/powerpoint/2010/main" val="2854473053"/>
      </p:ext>
    </p:extLst>
  </p:cSld>
  <p:clrMapOvr>
    <a:masterClrMapping/>
  </p:clrMapOvr>
  <mc:AlternateContent xmlns:mc="http://schemas.openxmlformats.org/markup-compatibility/2006" xmlns:p14="http://schemas.microsoft.com/office/powerpoint/2010/main">
    <mc:Choice Requires="p14">
      <p:transition spd="slow" p14:dur="2000" advTm="68033"/>
    </mc:Choice>
    <mc:Fallback xmlns="">
      <p:transition spd="slow" advTm="680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a:xfrm>
            <a:off x="838200" y="365126"/>
            <a:ext cx="10515600" cy="466444"/>
          </a:xfrm>
        </p:spPr>
        <p:txBody>
          <a:bodyPr>
            <a:normAutofit fontScale="90000"/>
          </a:bodyPr>
          <a:lstStyle/>
          <a:p>
            <a:r>
              <a:rPr lang="fr-FR" sz="3200" dirty="0"/>
              <a:t>Comment utiliser les #OSG Workshop Design Cards ? </a:t>
            </a:r>
          </a:p>
        </p:txBody>
      </p:sp>
      <p:sp>
        <p:nvSpPr>
          <p:cNvPr id="3" name="Espace réservé du contenu 2">
            <a:extLst>
              <a:ext uri="{FF2B5EF4-FFF2-40B4-BE49-F238E27FC236}">
                <a16:creationId xmlns:a16="http://schemas.microsoft.com/office/drawing/2014/main" id="{AE24ABC4-3623-4F62-9A08-83C94319BDE6}"/>
              </a:ext>
            </a:extLst>
          </p:cNvPr>
          <p:cNvSpPr>
            <a:spLocks noGrp="1"/>
          </p:cNvSpPr>
          <p:nvPr>
            <p:ph idx="1"/>
          </p:nvPr>
        </p:nvSpPr>
        <p:spPr>
          <a:xfrm>
            <a:off x="697106" y="5944150"/>
            <a:ext cx="2574841" cy="672880"/>
          </a:xfrm>
          <a:solidFill>
            <a:schemeClr val="bg1">
              <a:lumMod val="95000"/>
            </a:schemeClr>
          </a:solidFill>
        </p:spPr>
        <p:txBody>
          <a:bodyPr vert="horz" lIns="91440" tIns="45720" rIns="91440" bIns="45720" rtlCol="0" anchor="t">
            <a:normAutofit fontScale="92500" lnSpcReduction="20000"/>
          </a:bodyPr>
          <a:lstStyle/>
          <a:p>
            <a:pPr marL="0" indent="0">
              <a:buNone/>
            </a:pPr>
            <a:r>
              <a:rPr lang="fr-FR" sz="1400" dirty="0">
                <a:solidFill>
                  <a:srgbClr val="000000"/>
                </a:solidFill>
                <a:cs typeface="Calibri"/>
              </a:rPr>
              <a:t>1. Avoir clarifié vos objectifs en amont, tracez une ligne représentant la ligne de temps de votre atelier</a:t>
            </a:r>
          </a:p>
        </p:txBody>
      </p:sp>
      <p:sp>
        <p:nvSpPr>
          <p:cNvPr id="10" name="Flèche : droite 9">
            <a:extLst>
              <a:ext uri="{FF2B5EF4-FFF2-40B4-BE49-F238E27FC236}">
                <a16:creationId xmlns:a16="http://schemas.microsoft.com/office/drawing/2014/main" id="{929D6401-AD07-4C9E-84A1-267C8D0E975B}"/>
              </a:ext>
            </a:extLst>
          </p:cNvPr>
          <p:cNvSpPr/>
          <p:nvPr/>
        </p:nvSpPr>
        <p:spPr>
          <a:xfrm>
            <a:off x="426927" y="1989480"/>
            <a:ext cx="11607800" cy="36461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2">
            <a:extLst>
              <a:ext uri="{FF2B5EF4-FFF2-40B4-BE49-F238E27FC236}">
                <a16:creationId xmlns:a16="http://schemas.microsoft.com/office/drawing/2014/main" id="{2C751BBF-67D2-458E-9329-79E6807DCA50}"/>
              </a:ext>
            </a:extLst>
          </p:cNvPr>
          <p:cNvSpPr txBox="1">
            <a:spLocks/>
          </p:cNvSpPr>
          <p:nvPr/>
        </p:nvSpPr>
        <p:spPr>
          <a:xfrm>
            <a:off x="6272539" y="5919274"/>
            <a:ext cx="2860631" cy="672879"/>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400" dirty="0">
                <a:solidFill>
                  <a:srgbClr val="000000"/>
                </a:solidFill>
                <a:cs typeface="Calibri"/>
              </a:rPr>
              <a:t>3. Sur les différentes étapes, disposez les cartes qui vous semblent les plus cohérentes</a:t>
            </a:r>
          </a:p>
        </p:txBody>
      </p:sp>
      <p:sp>
        <p:nvSpPr>
          <p:cNvPr id="13" name="Espace réservé du contenu 2">
            <a:extLst>
              <a:ext uri="{FF2B5EF4-FFF2-40B4-BE49-F238E27FC236}">
                <a16:creationId xmlns:a16="http://schemas.microsoft.com/office/drawing/2014/main" id="{1124C65A-2B68-402E-972F-571F1F4FB532}"/>
              </a:ext>
            </a:extLst>
          </p:cNvPr>
          <p:cNvSpPr txBox="1">
            <a:spLocks/>
          </p:cNvSpPr>
          <p:nvPr/>
        </p:nvSpPr>
        <p:spPr>
          <a:xfrm>
            <a:off x="9715500" y="5931550"/>
            <a:ext cx="2319227" cy="648326"/>
          </a:xfrm>
          <a:prstGeom prst="rect">
            <a:avLst/>
          </a:prstGeom>
          <a:solidFill>
            <a:schemeClr val="bg1">
              <a:lumMod val="95000"/>
            </a:schemeClr>
          </a:solidFill>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4. Ajoutez des cartes selon les combinaisons, ajustez les durées, les titres… Faites des essais et complétez avec des commentaires</a:t>
            </a:r>
          </a:p>
        </p:txBody>
      </p:sp>
      <p:pic>
        <p:nvPicPr>
          <p:cNvPr id="14" name="Image 13" descr="Une image contenant texte&#10;&#10;Description générée automatiquement">
            <a:extLst>
              <a:ext uri="{FF2B5EF4-FFF2-40B4-BE49-F238E27FC236}">
                <a16:creationId xmlns:a16="http://schemas.microsoft.com/office/drawing/2014/main" id="{5B132B9A-C473-4CF3-9363-F2002AE0B44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62573" y="1585146"/>
            <a:ext cx="855302" cy="1196487"/>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BC3BD4A8-F097-4361-B6CB-6D598CCF0EE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70794" y="1585146"/>
            <a:ext cx="855302" cy="1196487"/>
          </a:xfrm>
          <a:prstGeom prst="rect">
            <a:avLst/>
          </a:prstGeom>
        </p:spPr>
      </p:pic>
      <p:pic>
        <p:nvPicPr>
          <p:cNvPr id="16" name="Image 15" descr="Une image contenant texte&#10;&#10;Description générée automatiquement">
            <a:extLst>
              <a:ext uri="{FF2B5EF4-FFF2-40B4-BE49-F238E27FC236}">
                <a16:creationId xmlns:a16="http://schemas.microsoft.com/office/drawing/2014/main" id="{34660952-B6B4-4FD4-A484-D9FC5E7FB7C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46116" y="1594128"/>
            <a:ext cx="855302" cy="1196487"/>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1651DA9E-BC95-40E1-84C0-3866E1EECEC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778582" y="1585146"/>
            <a:ext cx="855302" cy="1196487"/>
          </a:xfrm>
          <a:prstGeom prst="rect">
            <a:avLst/>
          </a:prstGeom>
        </p:spPr>
      </p:pic>
      <p:pic>
        <p:nvPicPr>
          <p:cNvPr id="18" name="Image 17" descr="Une image contenant texte&#10;&#10;Description générée automatiquement">
            <a:extLst>
              <a:ext uri="{FF2B5EF4-FFF2-40B4-BE49-F238E27FC236}">
                <a16:creationId xmlns:a16="http://schemas.microsoft.com/office/drawing/2014/main" id="{4DCA67FB-2F05-4F02-9325-3CCCE4CE057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847598" y="1585146"/>
            <a:ext cx="855302" cy="1196487"/>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AB48DD50-98E0-4D3A-A776-BFA17B7A0DA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853904" y="2816996"/>
            <a:ext cx="848996" cy="1187667"/>
          </a:xfrm>
          <a:prstGeom prst="rect">
            <a:avLst/>
          </a:prstGeom>
        </p:spPr>
      </p:pic>
      <p:pic>
        <p:nvPicPr>
          <p:cNvPr id="20" name="Image 19" descr="Une image contenant texte&#10;&#10;Description générée automatiquement">
            <a:extLst>
              <a:ext uri="{FF2B5EF4-FFF2-40B4-BE49-F238E27FC236}">
                <a16:creationId xmlns:a16="http://schemas.microsoft.com/office/drawing/2014/main" id="{E4FD91B5-BD01-4DE4-BF69-DB0FAF58E7FD}"/>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5177100" y="2816996"/>
            <a:ext cx="848996" cy="1187667"/>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90378EE0-7A74-4400-B052-211A8F3829C9}"/>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246116" y="2825978"/>
            <a:ext cx="848996" cy="1187667"/>
          </a:xfrm>
          <a:prstGeom prst="rect">
            <a:avLst/>
          </a:prstGeom>
        </p:spPr>
      </p:pic>
      <p:pic>
        <p:nvPicPr>
          <p:cNvPr id="22" name="Image 21" descr="Une image contenant texte&#10;&#10;Description générée automatiquement">
            <a:extLst>
              <a:ext uri="{FF2B5EF4-FFF2-40B4-BE49-F238E27FC236}">
                <a16:creationId xmlns:a16="http://schemas.microsoft.com/office/drawing/2014/main" id="{ACF25D75-FEF3-4A3C-B48F-0A66E6567702}"/>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3778582" y="2816996"/>
            <a:ext cx="855302" cy="1196488"/>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3A9EC342-D826-4F40-96D8-461E56D08077}"/>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379951" y="1585146"/>
            <a:ext cx="861722" cy="1205469"/>
          </a:xfrm>
          <a:prstGeom prst="rect">
            <a:avLst/>
          </a:prstGeom>
        </p:spPr>
      </p:pic>
      <p:pic>
        <p:nvPicPr>
          <p:cNvPr id="24" name="Image 23" descr="Une image contenant texte&#10;&#10;Description générée automatiquement">
            <a:extLst>
              <a:ext uri="{FF2B5EF4-FFF2-40B4-BE49-F238E27FC236}">
                <a16:creationId xmlns:a16="http://schemas.microsoft.com/office/drawing/2014/main" id="{2E71686B-9B22-434F-BC23-68864EA645D8}"/>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2386370" y="2816996"/>
            <a:ext cx="861722" cy="1205469"/>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016DD945-D3F2-4F80-9597-030B9AF28FCC}"/>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0622995" y="2825978"/>
            <a:ext cx="848996" cy="1187667"/>
          </a:xfrm>
          <a:prstGeom prst="rect">
            <a:avLst/>
          </a:prstGeom>
        </p:spPr>
      </p:pic>
      <p:pic>
        <p:nvPicPr>
          <p:cNvPr id="26" name="Image 25">
            <a:extLst>
              <a:ext uri="{FF2B5EF4-FFF2-40B4-BE49-F238E27FC236}">
                <a16:creationId xmlns:a16="http://schemas.microsoft.com/office/drawing/2014/main" id="{5EF369BF-DBFB-400F-A5E0-2FFA4924059B}"/>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6068879" y="2816996"/>
            <a:ext cx="848996" cy="1187666"/>
          </a:xfrm>
          <a:prstGeom prst="rect">
            <a:avLst/>
          </a:prstGeom>
        </p:spPr>
      </p:pic>
      <p:pic>
        <p:nvPicPr>
          <p:cNvPr id="27" name="Image 26">
            <a:extLst>
              <a:ext uri="{FF2B5EF4-FFF2-40B4-BE49-F238E27FC236}">
                <a16:creationId xmlns:a16="http://schemas.microsoft.com/office/drawing/2014/main" id="{3D2756B2-CB9C-4412-8C15-65B8C51FFF38}"/>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7853904" y="4041561"/>
            <a:ext cx="848996" cy="1187666"/>
          </a:xfrm>
          <a:prstGeom prst="rect">
            <a:avLst/>
          </a:prstGeom>
        </p:spPr>
      </p:pic>
      <p:pic>
        <p:nvPicPr>
          <p:cNvPr id="28" name="Image 27" descr="Une image contenant table&#10;&#10;Description générée automatiquement">
            <a:extLst>
              <a:ext uri="{FF2B5EF4-FFF2-40B4-BE49-F238E27FC236}">
                <a16:creationId xmlns:a16="http://schemas.microsoft.com/office/drawing/2014/main" id="{BC547616-3B5E-44D6-AD09-D3920E704EDF}"/>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9246116" y="4050543"/>
            <a:ext cx="855302" cy="1196488"/>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F8A8056A-80C1-47BB-B445-9B32228FEDF3}"/>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0610269" y="1594128"/>
            <a:ext cx="861722" cy="1205469"/>
          </a:xfrm>
          <a:prstGeom prst="rect">
            <a:avLst/>
          </a:prstGeom>
        </p:spPr>
      </p:pic>
      <p:sp>
        <p:nvSpPr>
          <p:cNvPr id="30" name="Flèche : droite 29">
            <a:extLst>
              <a:ext uri="{FF2B5EF4-FFF2-40B4-BE49-F238E27FC236}">
                <a16:creationId xmlns:a16="http://schemas.microsoft.com/office/drawing/2014/main" id="{EBFEA078-9E46-419C-A0AB-AEA1B96B0C93}"/>
              </a:ext>
            </a:extLst>
          </p:cNvPr>
          <p:cNvSpPr/>
          <p:nvPr/>
        </p:nvSpPr>
        <p:spPr>
          <a:xfrm>
            <a:off x="157273" y="6009631"/>
            <a:ext cx="577345" cy="2460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1" name="Groupe 30">
            <a:extLst>
              <a:ext uri="{FF2B5EF4-FFF2-40B4-BE49-F238E27FC236}">
                <a16:creationId xmlns:a16="http://schemas.microsoft.com/office/drawing/2014/main" id="{FD8A3AE3-2F9B-4BA0-BB25-D76A8CC2BA50}"/>
              </a:ext>
            </a:extLst>
          </p:cNvPr>
          <p:cNvGrpSpPr/>
          <p:nvPr/>
        </p:nvGrpSpPr>
        <p:grpSpPr>
          <a:xfrm rot="664616">
            <a:off x="5859408" y="5792483"/>
            <a:ext cx="750539" cy="753203"/>
            <a:chOff x="6396100" y="499924"/>
            <a:chExt cx="4198786" cy="4213689"/>
          </a:xfrm>
        </p:grpSpPr>
        <p:pic>
          <p:nvPicPr>
            <p:cNvPr id="32" name="Image 31" descr="Une image contenant texte&#10;&#10;Description générée automatiquement">
              <a:extLst>
                <a:ext uri="{FF2B5EF4-FFF2-40B4-BE49-F238E27FC236}">
                  <a16:creationId xmlns:a16="http://schemas.microsoft.com/office/drawing/2014/main" id="{E5DEA66B-4CA1-47DB-AB48-0A5D89218113}"/>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33" name="Image 32" descr="Une image contenant texte&#10;&#10;Description générée automatiquement">
              <a:extLst>
                <a:ext uri="{FF2B5EF4-FFF2-40B4-BE49-F238E27FC236}">
                  <a16:creationId xmlns:a16="http://schemas.microsoft.com/office/drawing/2014/main" id="{E27604C9-9582-4938-A727-CD12265B9222}"/>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34" name="Image 33" descr="Une image contenant texte&#10;&#10;Description générée automatiquement">
              <a:extLst>
                <a:ext uri="{FF2B5EF4-FFF2-40B4-BE49-F238E27FC236}">
                  <a16:creationId xmlns:a16="http://schemas.microsoft.com/office/drawing/2014/main" id="{A213B1FD-03F6-4162-82F9-FA262BBB729D}"/>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35" name="Image 34" descr="Une image contenant texte&#10;&#10;Description générée automatiquement">
              <a:extLst>
                <a:ext uri="{FF2B5EF4-FFF2-40B4-BE49-F238E27FC236}">
                  <a16:creationId xmlns:a16="http://schemas.microsoft.com/office/drawing/2014/main" id="{35B07B10-754F-416D-B3CF-30B1F7D8E045}"/>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pic>
        <p:nvPicPr>
          <p:cNvPr id="36" name="Image 35" descr="Une image contenant texte&#10;&#10;Description générée automatiquement">
            <a:extLst>
              <a:ext uri="{FF2B5EF4-FFF2-40B4-BE49-F238E27FC236}">
                <a16:creationId xmlns:a16="http://schemas.microsoft.com/office/drawing/2014/main" id="{B913440A-B9D4-4DF7-95EE-1566A32C7ACE}"/>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3772161" y="4041561"/>
            <a:ext cx="861723" cy="1205470"/>
          </a:xfrm>
          <a:prstGeom prst="rect">
            <a:avLst/>
          </a:prstGeom>
        </p:spPr>
      </p:pic>
      <p:sp>
        <p:nvSpPr>
          <p:cNvPr id="37" name="Rectangle 36">
            <a:extLst>
              <a:ext uri="{FF2B5EF4-FFF2-40B4-BE49-F238E27FC236}">
                <a16:creationId xmlns:a16="http://schemas.microsoft.com/office/drawing/2014/main" id="{63127EE7-7FA4-4B9D-BD9F-FC5913BBFEAD}"/>
              </a:ext>
            </a:extLst>
          </p:cNvPr>
          <p:cNvSpPr/>
          <p:nvPr/>
        </p:nvSpPr>
        <p:spPr>
          <a:xfrm>
            <a:off x="2236468" y="8320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Intro</a:t>
            </a:r>
          </a:p>
          <a:p>
            <a:pPr algn="ctr"/>
            <a:r>
              <a:rPr lang="fr-FR" sz="1200" dirty="0">
                <a:solidFill>
                  <a:schemeClr val="tx1"/>
                </a:solidFill>
              </a:rPr>
              <a:t>5’</a:t>
            </a:r>
          </a:p>
        </p:txBody>
      </p:sp>
      <p:sp>
        <p:nvSpPr>
          <p:cNvPr id="38" name="Rectangle 37">
            <a:extLst>
              <a:ext uri="{FF2B5EF4-FFF2-40B4-BE49-F238E27FC236}">
                <a16:creationId xmlns:a16="http://schemas.microsoft.com/office/drawing/2014/main" id="{F3C1F55D-D09C-4A0C-B622-C150DF7C8906}"/>
              </a:ext>
            </a:extLst>
          </p:cNvPr>
          <p:cNvSpPr/>
          <p:nvPr/>
        </p:nvSpPr>
        <p:spPr>
          <a:xfrm>
            <a:off x="3740012" y="832052"/>
            <a:ext cx="939141"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Brainstorming</a:t>
            </a:r>
          </a:p>
          <a:p>
            <a:pPr algn="ctr"/>
            <a:r>
              <a:rPr lang="fr-FR" sz="1000" dirty="0">
                <a:solidFill>
                  <a:schemeClr val="tx1"/>
                </a:solidFill>
              </a:rPr>
              <a:t>15’</a:t>
            </a:r>
          </a:p>
        </p:txBody>
      </p:sp>
      <p:sp>
        <p:nvSpPr>
          <p:cNvPr id="39" name="Rectangle 38">
            <a:extLst>
              <a:ext uri="{FF2B5EF4-FFF2-40B4-BE49-F238E27FC236}">
                <a16:creationId xmlns:a16="http://schemas.microsoft.com/office/drawing/2014/main" id="{7F7362EC-7545-44AA-A622-75BB6CB4332C}"/>
              </a:ext>
            </a:extLst>
          </p:cNvPr>
          <p:cNvSpPr/>
          <p:nvPr/>
        </p:nvSpPr>
        <p:spPr>
          <a:xfrm>
            <a:off x="5702064" y="831570"/>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Fusion sélection</a:t>
            </a:r>
          </a:p>
          <a:p>
            <a:pPr algn="ctr"/>
            <a:r>
              <a:rPr lang="fr-FR" sz="1050" dirty="0">
                <a:solidFill>
                  <a:schemeClr val="tx1"/>
                </a:solidFill>
              </a:rPr>
              <a:t>10’</a:t>
            </a:r>
          </a:p>
        </p:txBody>
      </p:sp>
      <p:sp>
        <p:nvSpPr>
          <p:cNvPr id="40" name="Rectangle 39">
            <a:extLst>
              <a:ext uri="{FF2B5EF4-FFF2-40B4-BE49-F238E27FC236}">
                <a16:creationId xmlns:a16="http://schemas.microsoft.com/office/drawing/2014/main" id="{0DEE8A0C-AFC3-405E-95F6-B1BC383A6211}"/>
              </a:ext>
            </a:extLst>
          </p:cNvPr>
          <p:cNvSpPr/>
          <p:nvPr/>
        </p:nvSpPr>
        <p:spPr>
          <a:xfrm>
            <a:off x="7914740" y="831570"/>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Détail</a:t>
            </a:r>
          </a:p>
          <a:p>
            <a:pPr algn="ctr"/>
            <a:r>
              <a:rPr lang="fr-FR" sz="1200" dirty="0">
                <a:solidFill>
                  <a:schemeClr val="tx1"/>
                </a:solidFill>
              </a:rPr>
              <a:t>10’</a:t>
            </a:r>
          </a:p>
        </p:txBody>
      </p:sp>
      <p:sp>
        <p:nvSpPr>
          <p:cNvPr id="41" name="Rectangle 40">
            <a:extLst>
              <a:ext uri="{FF2B5EF4-FFF2-40B4-BE49-F238E27FC236}">
                <a16:creationId xmlns:a16="http://schemas.microsoft.com/office/drawing/2014/main" id="{E0E7FB10-40D0-4303-A2AB-FD925CAD7FF6}"/>
              </a:ext>
            </a:extLst>
          </p:cNvPr>
          <p:cNvSpPr/>
          <p:nvPr/>
        </p:nvSpPr>
        <p:spPr>
          <a:xfrm>
            <a:off x="9310105" y="8405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Plan d’action</a:t>
            </a:r>
          </a:p>
          <a:p>
            <a:pPr algn="ctr"/>
            <a:r>
              <a:rPr lang="fr-FR" sz="1200" dirty="0">
                <a:solidFill>
                  <a:schemeClr val="tx1"/>
                </a:solidFill>
              </a:rPr>
              <a:t>15’</a:t>
            </a:r>
          </a:p>
        </p:txBody>
      </p:sp>
      <p:sp>
        <p:nvSpPr>
          <p:cNvPr id="42" name="Rectangle 41">
            <a:extLst>
              <a:ext uri="{FF2B5EF4-FFF2-40B4-BE49-F238E27FC236}">
                <a16:creationId xmlns:a16="http://schemas.microsoft.com/office/drawing/2014/main" id="{6E5FA883-A7C5-4597-B2F2-66A4327DEC35}"/>
              </a:ext>
            </a:extLst>
          </p:cNvPr>
          <p:cNvSpPr/>
          <p:nvPr/>
        </p:nvSpPr>
        <p:spPr>
          <a:xfrm>
            <a:off x="10680621" y="8405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Clôture</a:t>
            </a:r>
          </a:p>
          <a:p>
            <a:pPr algn="ctr"/>
            <a:r>
              <a:rPr lang="fr-FR" sz="1200" dirty="0">
                <a:solidFill>
                  <a:schemeClr val="tx1"/>
                </a:solidFill>
              </a:rPr>
              <a:t>5’</a:t>
            </a:r>
          </a:p>
        </p:txBody>
      </p:sp>
      <p:sp>
        <p:nvSpPr>
          <p:cNvPr id="43" name="Espace réservé du contenu 2">
            <a:extLst>
              <a:ext uri="{FF2B5EF4-FFF2-40B4-BE49-F238E27FC236}">
                <a16:creationId xmlns:a16="http://schemas.microsoft.com/office/drawing/2014/main" id="{6639BD4F-19FC-48CF-ADFE-249C8B8E4B89}"/>
              </a:ext>
            </a:extLst>
          </p:cNvPr>
          <p:cNvSpPr txBox="1">
            <a:spLocks/>
          </p:cNvSpPr>
          <p:nvPr/>
        </p:nvSpPr>
        <p:spPr>
          <a:xfrm>
            <a:off x="4095272" y="5919273"/>
            <a:ext cx="1353942" cy="672880"/>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2. Posez vos grandes étapes </a:t>
            </a:r>
          </a:p>
        </p:txBody>
      </p:sp>
      <p:sp>
        <p:nvSpPr>
          <p:cNvPr id="44" name="Rectangle 43">
            <a:extLst>
              <a:ext uri="{FF2B5EF4-FFF2-40B4-BE49-F238E27FC236}">
                <a16:creationId xmlns:a16="http://schemas.microsoft.com/office/drawing/2014/main" id="{4FFC2440-ED34-47E7-B0FF-CC63A634F4EF}"/>
              </a:ext>
            </a:extLst>
          </p:cNvPr>
          <p:cNvSpPr/>
          <p:nvPr/>
        </p:nvSpPr>
        <p:spPr>
          <a:xfrm>
            <a:off x="3576647" y="5855154"/>
            <a:ext cx="586296" cy="5471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45" name="Rectangle 44">
            <a:extLst>
              <a:ext uri="{FF2B5EF4-FFF2-40B4-BE49-F238E27FC236}">
                <a16:creationId xmlns:a16="http://schemas.microsoft.com/office/drawing/2014/main" id="{FE78AB33-00BA-4F03-BF80-2B3073FC0FAE}"/>
              </a:ext>
            </a:extLst>
          </p:cNvPr>
          <p:cNvSpPr/>
          <p:nvPr/>
        </p:nvSpPr>
        <p:spPr>
          <a:xfrm>
            <a:off x="2507529" y="4066273"/>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1" name="Rectangle 50">
            <a:extLst>
              <a:ext uri="{FF2B5EF4-FFF2-40B4-BE49-F238E27FC236}">
                <a16:creationId xmlns:a16="http://schemas.microsoft.com/office/drawing/2014/main" id="{CAFB175A-117B-4166-BA3A-BF9F5819C1C6}"/>
              </a:ext>
            </a:extLst>
          </p:cNvPr>
          <p:cNvSpPr/>
          <p:nvPr/>
        </p:nvSpPr>
        <p:spPr>
          <a:xfrm>
            <a:off x="3869466" y="5302353"/>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2" name="Rectangle 51">
            <a:extLst>
              <a:ext uri="{FF2B5EF4-FFF2-40B4-BE49-F238E27FC236}">
                <a16:creationId xmlns:a16="http://schemas.microsoft.com/office/drawing/2014/main" id="{630F979C-5C4D-4CF2-8082-6EBC2C45EF99}"/>
              </a:ext>
            </a:extLst>
          </p:cNvPr>
          <p:cNvSpPr/>
          <p:nvPr/>
        </p:nvSpPr>
        <p:spPr>
          <a:xfrm>
            <a:off x="5641718" y="4110689"/>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3" name="Rectangle 52">
            <a:extLst>
              <a:ext uri="{FF2B5EF4-FFF2-40B4-BE49-F238E27FC236}">
                <a16:creationId xmlns:a16="http://schemas.microsoft.com/office/drawing/2014/main" id="{D9866FA5-37C2-404D-8743-EA3C1E03F375}"/>
              </a:ext>
            </a:extLst>
          </p:cNvPr>
          <p:cNvSpPr/>
          <p:nvPr/>
        </p:nvSpPr>
        <p:spPr>
          <a:xfrm>
            <a:off x="7938818" y="5303929"/>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4" name="Rectangle 53">
            <a:extLst>
              <a:ext uri="{FF2B5EF4-FFF2-40B4-BE49-F238E27FC236}">
                <a16:creationId xmlns:a16="http://schemas.microsoft.com/office/drawing/2014/main" id="{6C9EB2C3-9CB2-44EE-A845-405CE79A4E64}"/>
              </a:ext>
            </a:extLst>
          </p:cNvPr>
          <p:cNvSpPr/>
          <p:nvPr/>
        </p:nvSpPr>
        <p:spPr>
          <a:xfrm>
            <a:off x="9333291" y="5326787"/>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5" name="Rectangle 54">
            <a:extLst>
              <a:ext uri="{FF2B5EF4-FFF2-40B4-BE49-F238E27FC236}">
                <a16:creationId xmlns:a16="http://schemas.microsoft.com/office/drawing/2014/main" id="{153ADA18-F752-4A2C-993C-D143F3D0BAF2}"/>
              </a:ext>
            </a:extLst>
          </p:cNvPr>
          <p:cNvSpPr/>
          <p:nvPr/>
        </p:nvSpPr>
        <p:spPr>
          <a:xfrm>
            <a:off x="10680621" y="4076312"/>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6" name="Rectangle 55">
            <a:extLst>
              <a:ext uri="{FF2B5EF4-FFF2-40B4-BE49-F238E27FC236}">
                <a16:creationId xmlns:a16="http://schemas.microsoft.com/office/drawing/2014/main" id="{D76E50A0-861C-44BE-A9A9-4B1070452EC2}"/>
              </a:ext>
            </a:extLst>
          </p:cNvPr>
          <p:cNvSpPr/>
          <p:nvPr/>
        </p:nvSpPr>
        <p:spPr>
          <a:xfrm>
            <a:off x="9404041" y="5965243"/>
            <a:ext cx="384393" cy="4651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tx1"/>
              </a:solidFill>
            </a:endParaRPr>
          </a:p>
        </p:txBody>
      </p:sp>
    </p:spTree>
    <p:extLst>
      <p:ext uri="{BB962C8B-B14F-4D97-AF65-F5344CB8AC3E}">
        <p14:creationId xmlns:p14="http://schemas.microsoft.com/office/powerpoint/2010/main" val="2509491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AAE863-25C0-410D-92E3-BA0E457BC594}"/>
              </a:ext>
            </a:extLst>
          </p:cNvPr>
          <p:cNvSpPr>
            <a:spLocks noGrp="1"/>
          </p:cNvSpPr>
          <p:nvPr>
            <p:ph type="title"/>
          </p:nvPr>
        </p:nvSpPr>
        <p:spPr/>
        <p:txBody>
          <a:bodyPr/>
          <a:lstStyle/>
          <a:p>
            <a:r>
              <a:rPr lang="fr-FR" dirty="0"/>
              <a:t>Cartes</a:t>
            </a:r>
          </a:p>
        </p:txBody>
      </p:sp>
      <p:sp>
        <p:nvSpPr>
          <p:cNvPr id="17" name="Espace réservé du contenu 2">
            <a:extLst>
              <a:ext uri="{FF2B5EF4-FFF2-40B4-BE49-F238E27FC236}">
                <a16:creationId xmlns:a16="http://schemas.microsoft.com/office/drawing/2014/main" id="{A8BD55B3-2D49-4DF7-ABB3-9D80FB984BFB}"/>
              </a:ext>
            </a:extLst>
          </p:cNvPr>
          <p:cNvSpPr>
            <a:spLocks noGrp="1"/>
          </p:cNvSpPr>
          <p:nvPr>
            <p:ph idx="1"/>
          </p:nvPr>
        </p:nvSpPr>
        <p:spPr>
          <a:xfrm>
            <a:off x="983439" y="1975471"/>
            <a:ext cx="3279407" cy="3639289"/>
          </a:xfrm>
        </p:spPr>
        <p:txBody>
          <a:bodyPr vert="horz" lIns="91440" tIns="45720" rIns="91440" bIns="45720" rtlCol="0" anchor="ctr">
            <a:normAutofit/>
          </a:bodyPr>
          <a:lstStyle/>
          <a:p>
            <a:pPr marL="0" indent="0">
              <a:buNone/>
            </a:pPr>
            <a:r>
              <a:rPr lang="fr-FR" sz="1600" dirty="0">
                <a:solidFill>
                  <a:srgbClr val="000000"/>
                </a:solidFill>
                <a:cs typeface="Calibri"/>
              </a:rPr>
              <a:t>Les cartes sont divisées en 6 catégories décrivant les règles d’ateliers.</a:t>
            </a:r>
          </a:p>
          <a:p>
            <a:pPr marL="0" indent="0">
              <a:buNone/>
            </a:pPr>
            <a:endParaRPr lang="fr-FR" sz="1600" dirty="0">
              <a:solidFill>
                <a:srgbClr val="000000"/>
              </a:solidFill>
              <a:cs typeface="Calibri"/>
            </a:endParaRPr>
          </a:p>
          <a:p>
            <a:pPr marL="0" indent="0">
              <a:buNone/>
            </a:pPr>
            <a:r>
              <a:rPr lang="fr-FR" sz="1600" dirty="0">
                <a:solidFill>
                  <a:srgbClr val="000000"/>
                </a:solidFill>
                <a:cs typeface="Calibri"/>
              </a:rPr>
              <a:t>Chaque famille vous aide à décrire l’atelier que vous souhaitez créer ou des aspects particuliers de ces ateliers</a:t>
            </a:r>
          </a:p>
        </p:txBody>
      </p:sp>
      <p:grpSp>
        <p:nvGrpSpPr>
          <p:cNvPr id="86" name="Groupe 85">
            <a:extLst>
              <a:ext uri="{FF2B5EF4-FFF2-40B4-BE49-F238E27FC236}">
                <a16:creationId xmlns:a16="http://schemas.microsoft.com/office/drawing/2014/main" id="{DFAB9945-F1A8-4C21-BD27-B9D166E5077A}"/>
              </a:ext>
            </a:extLst>
          </p:cNvPr>
          <p:cNvGrpSpPr/>
          <p:nvPr/>
        </p:nvGrpSpPr>
        <p:grpSpPr>
          <a:xfrm>
            <a:off x="9239794" y="799011"/>
            <a:ext cx="1854926" cy="2629989"/>
            <a:chOff x="9239794" y="799011"/>
            <a:chExt cx="1854926" cy="2629989"/>
          </a:xfrm>
        </p:grpSpPr>
        <p:sp>
          <p:nvSpPr>
            <p:cNvPr id="6" name="Rectangle 5">
              <a:extLst>
                <a:ext uri="{FF2B5EF4-FFF2-40B4-BE49-F238E27FC236}">
                  <a16:creationId xmlns:a16="http://schemas.microsoft.com/office/drawing/2014/main" id="{2450FF2D-771C-4935-8749-24F3218C4FDA}"/>
                </a:ext>
              </a:extLst>
            </p:cNvPr>
            <p:cNvSpPr/>
            <p:nvPr/>
          </p:nvSpPr>
          <p:spPr>
            <a:xfrm>
              <a:off x="9239794" y="799011"/>
              <a:ext cx="1854926" cy="2629989"/>
            </a:xfrm>
            <a:prstGeom prst="rect">
              <a:avLst/>
            </a:prstGeom>
            <a:solidFill>
              <a:srgbClr val="93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Modèle visuel</a:t>
              </a:r>
            </a:p>
            <a:p>
              <a:pPr algn="ctr"/>
              <a:endParaRPr lang="fr-FR" dirty="0"/>
            </a:p>
          </p:txBody>
        </p:sp>
        <p:grpSp>
          <p:nvGrpSpPr>
            <p:cNvPr id="20" name="Groupe 19">
              <a:extLst>
                <a:ext uri="{FF2B5EF4-FFF2-40B4-BE49-F238E27FC236}">
                  <a16:creationId xmlns:a16="http://schemas.microsoft.com/office/drawing/2014/main" id="{10E860BF-0100-4468-A595-B392B7899B85}"/>
                </a:ext>
              </a:extLst>
            </p:cNvPr>
            <p:cNvGrpSpPr/>
            <p:nvPr/>
          </p:nvGrpSpPr>
          <p:grpSpPr>
            <a:xfrm>
              <a:off x="9522037" y="1800718"/>
              <a:ext cx="1290440" cy="626574"/>
              <a:chOff x="284241" y="407098"/>
              <a:chExt cx="3661166" cy="1777681"/>
            </a:xfrm>
            <a:solidFill>
              <a:schemeClr val="bg1"/>
            </a:solidFill>
          </p:grpSpPr>
          <p:pic>
            <p:nvPicPr>
              <p:cNvPr id="21" name="Graphique 20" descr="Œil avec un remplissage uni">
                <a:extLst>
                  <a:ext uri="{FF2B5EF4-FFF2-40B4-BE49-F238E27FC236}">
                    <a16:creationId xmlns:a16="http://schemas.microsoft.com/office/drawing/2014/main" id="{7D4B03F8-AB06-4A95-BC0D-0075707B59AB}"/>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4241" y="413893"/>
                <a:ext cx="530020" cy="530020"/>
              </a:xfrm>
              <a:prstGeom prst="rect">
                <a:avLst/>
              </a:prstGeom>
            </p:spPr>
          </p:pic>
          <p:pic>
            <p:nvPicPr>
              <p:cNvPr id="22" name="Graphique 21" descr="Œil avec un remplissage uni">
                <a:extLst>
                  <a:ext uri="{FF2B5EF4-FFF2-40B4-BE49-F238E27FC236}">
                    <a16:creationId xmlns:a16="http://schemas.microsoft.com/office/drawing/2014/main" id="{605D2A92-8A16-4F2A-96D3-2F48FD7F1D3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3582" y="413893"/>
                <a:ext cx="530020" cy="530020"/>
              </a:xfrm>
              <a:prstGeom prst="rect">
                <a:avLst/>
              </a:prstGeom>
            </p:spPr>
          </p:pic>
          <p:pic>
            <p:nvPicPr>
              <p:cNvPr id="23" name="Graphique 22" descr="Œil avec un remplissage uni">
                <a:extLst>
                  <a:ext uri="{FF2B5EF4-FFF2-40B4-BE49-F238E27FC236}">
                    <a16:creationId xmlns:a16="http://schemas.microsoft.com/office/drawing/2014/main" id="{561F8E9B-94B4-4774-B0B3-FCAD6CEB53E6}"/>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966046" y="407098"/>
                <a:ext cx="530020" cy="530020"/>
              </a:xfrm>
              <a:prstGeom prst="rect">
                <a:avLst/>
              </a:prstGeom>
            </p:spPr>
          </p:pic>
          <p:pic>
            <p:nvPicPr>
              <p:cNvPr id="24" name="Graphique 23" descr="Œil avec un remplissage uni">
                <a:extLst>
                  <a:ext uri="{FF2B5EF4-FFF2-40B4-BE49-F238E27FC236}">
                    <a16:creationId xmlns:a16="http://schemas.microsoft.com/office/drawing/2014/main" id="{D029FA5D-209C-4155-A4E0-22D560F2674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15387" y="407098"/>
                <a:ext cx="530020" cy="530020"/>
              </a:xfrm>
              <a:prstGeom prst="rect">
                <a:avLst/>
              </a:prstGeom>
            </p:spPr>
          </p:pic>
          <p:pic>
            <p:nvPicPr>
              <p:cNvPr id="25" name="Graphique 24" descr="Œil avec un remplissage uni">
                <a:extLst>
                  <a:ext uri="{FF2B5EF4-FFF2-40B4-BE49-F238E27FC236}">
                    <a16:creationId xmlns:a16="http://schemas.microsoft.com/office/drawing/2014/main" id="{F06F7062-04B7-4D4F-BD49-50832EA402F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74458" y="1654759"/>
                <a:ext cx="530020" cy="530020"/>
              </a:xfrm>
              <a:prstGeom prst="rect">
                <a:avLst/>
              </a:prstGeom>
            </p:spPr>
          </p:pic>
          <p:pic>
            <p:nvPicPr>
              <p:cNvPr id="26" name="Graphique 25" descr="Œil avec un remplissage uni">
                <a:extLst>
                  <a:ext uri="{FF2B5EF4-FFF2-40B4-BE49-F238E27FC236}">
                    <a16:creationId xmlns:a16="http://schemas.microsoft.com/office/drawing/2014/main" id="{B3C405B8-A6F5-4F7F-A761-0465E7BF9A68}"/>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99" y="1654759"/>
                <a:ext cx="530020" cy="530020"/>
              </a:xfrm>
              <a:prstGeom prst="rect">
                <a:avLst/>
              </a:prstGeom>
            </p:spPr>
          </p:pic>
          <p:pic>
            <p:nvPicPr>
              <p:cNvPr id="27" name="Graphique 26" descr="Aide avec un remplissage uni">
                <a:extLst>
                  <a:ext uri="{FF2B5EF4-FFF2-40B4-BE49-F238E27FC236}">
                    <a16:creationId xmlns:a16="http://schemas.microsoft.com/office/drawing/2014/main" id="{0BA3F910-A332-4A46-8026-9338B2BAA585}"/>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29018" y="634068"/>
                <a:ext cx="914400" cy="914400"/>
              </a:xfrm>
              <a:prstGeom prst="rect">
                <a:avLst/>
              </a:prstGeom>
            </p:spPr>
          </p:pic>
          <p:sp>
            <p:nvSpPr>
              <p:cNvPr id="28" name="Flèche : droite 27">
                <a:extLst>
                  <a:ext uri="{FF2B5EF4-FFF2-40B4-BE49-F238E27FC236}">
                    <a16:creationId xmlns:a16="http://schemas.microsoft.com/office/drawing/2014/main" id="{36AE2526-AE6E-42D3-ABAB-EFE73CC508F9}"/>
                  </a:ext>
                </a:extLst>
              </p:cNvPr>
              <p:cNvSpPr/>
              <p:nvPr/>
            </p:nvSpPr>
            <p:spPr>
              <a:xfrm rot="8771669">
                <a:off x="2528589" y="692427"/>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Flèche : droite 28">
                <a:extLst>
                  <a:ext uri="{FF2B5EF4-FFF2-40B4-BE49-F238E27FC236}">
                    <a16:creationId xmlns:a16="http://schemas.microsoft.com/office/drawing/2014/main" id="{B5C6064E-FFDD-4DC9-A198-A14409D7CF51}"/>
                  </a:ext>
                </a:extLst>
              </p:cNvPr>
              <p:cNvSpPr/>
              <p:nvPr/>
            </p:nvSpPr>
            <p:spPr>
              <a:xfrm rot="16200000">
                <a:off x="1901366" y="1492768"/>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lèche : droite 29">
                <a:extLst>
                  <a:ext uri="{FF2B5EF4-FFF2-40B4-BE49-F238E27FC236}">
                    <a16:creationId xmlns:a16="http://schemas.microsoft.com/office/drawing/2014/main" id="{D0732466-7FE2-40BD-A9A9-79025552FBB7}"/>
                  </a:ext>
                </a:extLst>
              </p:cNvPr>
              <p:cNvSpPr/>
              <p:nvPr/>
            </p:nvSpPr>
            <p:spPr>
              <a:xfrm rot="2098502">
                <a:off x="1285224" y="647591"/>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90" name="Groupe 89">
            <a:extLst>
              <a:ext uri="{FF2B5EF4-FFF2-40B4-BE49-F238E27FC236}">
                <a16:creationId xmlns:a16="http://schemas.microsoft.com/office/drawing/2014/main" id="{E6514BD8-8902-4EE9-A07A-9E2FAB7F7DA8}"/>
              </a:ext>
            </a:extLst>
          </p:cNvPr>
          <p:cNvGrpSpPr/>
          <p:nvPr/>
        </p:nvGrpSpPr>
        <p:grpSpPr>
          <a:xfrm>
            <a:off x="7263864" y="799011"/>
            <a:ext cx="1854926" cy="2629989"/>
            <a:chOff x="7271657" y="799012"/>
            <a:chExt cx="1854926" cy="2629989"/>
          </a:xfrm>
        </p:grpSpPr>
        <p:sp>
          <p:nvSpPr>
            <p:cNvPr id="5" name="Rectangle 4">
              <a:extLst>
                <a:ext uri="{FF2B5EF4-FFF2-40B4-BE49-F238E27FC236}">
                  <a16:creationId xmlns:a16="http://schemas.microsoft.com/office/drawing/2014/main" id="{04FAFB25-998C-4D57-A97A-AA977A1ECF89}"/>
                </a:ext>
              </a:extLst>
            </p:cNvPr>
            <p:cNvSpPr/>
            <p:nvPr/>
          </p:nvSpPr>
          <p:spPr>
            <a:xfrm>
              <a:off x="7271657" y="799012"/>
              <a:ext cx="1854926" cy="2629989"/>
            </a:xfrm>
            <a:prstGeom prst="rect">
              <a:avLst/>
            </a:prstGeom>
            <a:solidFill>
              <a:srgbClr val="F16E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Configuration</a:t>
              </a:r>
            </a:p>
            <a:p>
              <a:pPr algn="ctr"/>
              <a:endParaRPr lang="fr-FR" dirty="0"/>
            </a:p>
          </p:txBody>
        </p:sp>
        <p:grpSp>
          <p:nvGrpSpPr>
            <p:cNvPr id="31" name="Groupe 30">
              <a:extLst>
                <a:ext uri="{FF2B5EF4-FFF2-40B4-BE49-F238E27FC236}">
                  <a16:creationId xmlns:a16="http://schemas.microsoft.com/office/drawing/2014/main" id="{BD02B8DA-6C72-4F8F-9145-AB9E2D45FCFF}"/>
                </a:ext>
              </a:extLst>
            </p:cNvPr>
            <p:cNvGrpSpPr/>
            <p:nvPr/>
          </p:nvGrpSpPr>
          <p:grpSpPr>
            <a:xfrm>
              <a:off x="7490192" y="1786482"/>
              <a:ext cx="1444839" cy="566441"/>
              <a:chOff x="300929" y="626311"/>
              <a:chExt cx="3334766" cy="1307376"/>
            </a:xfrm>
            <a:solidFill>
              <a:schemeClr val="bg1"/>
            </a:solidFill>
          </p:grpSpPr>
          <p:pic>
            <p:nvPicPr>
              <p:cNvPr id="32" name="Graphique 31" descr="Héros avec un remplissage uni">
                <a:extLst>
                  <a:ext uri="{FF2B5EF4-FFF2-40B4-BE49-F238E27FC236}">
                    <a16:creationId xmlns:a16="http://schemas.microsoft.com/office/drawing/2014/main" id="{5645E40C-DB8D-43C5-9AF8-FB0D3AF6E557}"/>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328319" y="626311"/>
                <a:ext cx="1307376" cy="1307376"/>
              </a:xfrm>
              <a:prstGeom prst="rect">
                <a:avLst/>
              </a:prstGeom>
            </p:spPr>
          </p:pic>
          <p:pic>
            <p:nvPicPr>
              <p:cNvPr id="33" name="Graphique 32" descr="Personne confuse avec un remplissage uni">
                <a:extLst>
                  <a:ext uri="{FF2B5EF4-FFF2-40B4-BE49-F238E27FC236}">
                    <a16:creationId xmlns:a16="http://schemas.microsoft.com/office/drawing/2014/main" id="{B645FDBF-EA56-42E7-89BD-77BEFC045E4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0929" y="660773"/>
                <a:ext cx="1238451" cy="1238451"/>
              </a:xfrm>
              <a:prstGeom prst="rect">
                <a:avLst/>
              </a:prstGeom>
            </p:spPr>
          </p:pic>
          <p:pic>
            <p:nvPicPr>
              <p:cNvPr id="34" name="Graphique 33" descr="Aide avec un remplissage uni">
                <a:extLst>
                  <a:ext uri="{FF2B5EF4-FFF2-40B4-BE49-F238E27FC236}">
                    <a16:creationId xmlns:a16="http://schemas.microsoft.com/office/drawing/2014/main" id="{21853BA5-031F-4765-9959-12775E0A332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430032" y="680525"/>
                <a:ext cx="914400" cy="914400"/>
              </a:xfrm>
              <a:prstGeom prst="rect">
                <a:avLst/>
              </a:prstGeom>
            </p:spPr>
          </p:pic>
        </p:grpSp>
      </p:grpSp>
      <p:grpSp>
        <p:nvGrpSpPr>
          <p:cNvPr id="88" name="Groupe 87">
            <a:extLst>
              <a:ext uri="{FF2B5EF4-FFF2-40B4-BE49-F238E27FC236}">
                <a16:creationId xmlns:a16="http://schemas.microsoft.com/office/drawing/2014/main" id="{E0373AF8-6466-4E56-A2B6-19C6C9B60BA5}"/>
              </a:ext>
            </a:extLst>
          </p:cNvPr>
          <p:cNvGrpSpPr/>
          <p:nvPr/>
        </p:nvGrpSpPr>
        <p:grpSpPr>
          <a:xfrm>
            <a:off x="9239794" y="3533541"/>
            <a:ext cx="1854926" cy="2629989"/>
            <a:chOff x="5303520" y="799013"/>
            <a:chExt cx="1854926" cy="2629989"/>
          </a:xfrm>
        </p:grpSpPr>
        <p:sp>
          <p:nvSpPr>
            <p:cNvPr id="4" name="Rectangle 3">
              <a:extLst>
                <a:ext uri="{FF2B5EF4-FFF2-40B4-BE49-F238E27FC236}">
                  <a16:creationId xmlns:a16="http://schemas.microsoft.com/office/drawing/2014/main" id="{73DEF7F6-E415-40E0-9380-6451D1B1E597}"/>
                </a:ext>
              </a:extLst>
            </p:cNvPr>
            <p:cNvSpPr/>
            <p:nvPr/>
          </p:nvSpPr>
          <p:spPr>
            <a:xfrm>
              <a:off x="5303520" y="799013"/>
              <a:ext cx="1854926" cy="2629989"/>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Type d’activités</a:t>
              </a:r>
            </a:p>
            <a:p>
              <a:pPr algn="ctr"/>
              <a:endParaRPr lang="fr-FR" dirty="0"/>
            </a:p>
          </p:txBody>
        </p:sp>
        <p:grpSp>
          <p:nvGrpSpPr>
            <p:cNvPr id="46" name="Groupe 45">
              <a:extLst>
                <a:ext uri="{FF2B5EF4-FFF2-40B4-BE49-F238E27FC236}">
                  <a16:creationId xmlns:a16="http://schemas.microsoft.com/office/drawing/2014/main" id="{E712B889-8068-426A-AD42-917DEFBC85B8}"/>
                </a:ext>
              </a:extLst>
            </p:cNvPr>
            <p:cNvGrpSpPr/>
            <p:nvPr/>
          </p:nvGrpSpPr>
          <p:grpSpPr>
            <a:xfrm>
              <a:off x="5503946" y="1683762"/>
              <a:ext cx="1467684" cy="771880"/>
              <a:chOff x="377658" y="300868"/>
              <a:chExt cx="3371310" cy="1773029"/>
            </a:xfrm>
            <a:solidFill>
              <a:schemeClr val="bg1"/>
            </a:solidFill>
          </p:grpSpPr>
          <p:pic>
            <p:nvPicPr>
              <p:cNvPr id="35" name="Graphique 34" descr="Bulle de pensée avec un remplissage uni">
                <a:extLst>
                  <a:ext uri="{FF2B5EF4-FFF2-40B4-BE49-F238E27FC236}">
                    <a16:creationId xmlns:a16="http://schemas.microsoft.com/office/drawing/2014/main" id="{9EB26610-C96D-4801-B3CF-3C219CC2F961}"/>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989655" y="318667"/>
                <a:ext cx="759313" cy="759313"/>
              </a:xfrm>
              <a:prstGeom prst="rect">
                <a:avLst/>
              </a:prstGeom>
            </p:spPr>
          </p:pic>
          <p:pic>
            <p:nvPicPr>
              <p:cNvPr id="36" name="Graphique 35" descr="Aide avec un remplissage uni">
                <a:extLst>
                  <a:ext uri="{FF2B5EF4-FFF2-40B4-BE49-F238E27FC236}">
                    <a16:creationId xmlns:a16="http://schemas.microsoft.com/office/drawing/2014/main" id="{7953C303-6764-4818-AD3A-40ECBBB4BC6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88934" y="753137"/>
                <a:ext cx="914400" cy="914400"/>
              </a:xfrm>
              <a:prstGeom prst="rect">
                <a:avLst/>
              </a:prstGeom>
            </p:spPr>
          </p:pic>
          <p:pic>
            <p:nvPicPr>
              <p:cNvPr id="37" name="Graphique 36" descr="Lumières allumées avec un remplissage uni">
                <a:extLst>
                  <a:ext uri="{FF2B5EF4-FFF2-40B4-BE49-F238E27FC236}">
                    <a16:creationId xmlns:a16="http://schemas.microsoft.com/office/drawing/2014/main" id="{D62075FF-8EDD-45B9-9B39-38F42440D9A8}"/>
                  </a:ext>
                </a:extLst>
              </p:cNvPr>
              <p:cNvPicPr>
                <a:picLocks noChangeAspect="1"/>
              </p:cNvPicPr>
              <p:nvPr/>
            </p:nvPicPr>
            <p:blipFill>
              <a:blip r:embed="rId12" cstate="print">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77658" y="300868"/>
                <a:ext cx="759313" cy="759313"/>
              </a:xfrm>
              <a:prstGeom prst="rect">
                <a:avLst/>
              </a:prstGeom>
            </p:spPr>
          </p:pic>
          <p:pic>
            <p:nvPicPr>
              <p:cNvPr id="38" name="Graphique 37" descr="Document avec un remplissage uni">
                <a:extLst>
                  <a:ext uri="{FF2B5EF4-FFF2-40B4-BE49-F238E27FC236}">
                    <a16:creationId xmlns:a16="http://schemas.microsoft.com/office/drawing/2014/main" id="{6E7D0C6E-CED4-478A-9D1A-862D3CC92F3C}"/>
                  </a:ext>
                </a:extLst>
              </p:cNvPr>
              <p:cNvPicPr>
                <a:picLocks noChangeAspect="1"/>
              </p:cNvPicPr>
              <p:nvPr/>
            </p:nvPicPr>
            <p:blipFill>
              <a:blip r:embed="rId14" cstate="print">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2969389" y="1479464"/>
                <a:ext cx="594433" cy="594433"/>
              </a:xfrm>
              <a:prstGeom prst="rect">
                <a:avLst/>
              </a:prstGeom>
            </p:spPr>
          </p:pic>
          <p:grpSp>
            <p:nvGrpSpPr>
              <p:cNvPr id="39" name="Groupe 38">
                <a:extLst>
                  <a:ext uri="{FF2B5EF4-FFF2-40B4-BE49-F238E27FC236}">
                    <a16:creationId xmlns:a16="http://schemas.microsoft.com/office/drawing/2014/main" id="{584F696E-B057-48F0-BD5D-84115B930566}"/>
                  </a:ext>
                </a:extLst>
              </p:cNvPr>
              <p:cNvGrpSpPr/>
              <p:nvPr/>
            </p:nvGrpSpPr>
            <p:grpSpPr>
              <a:xfrm>
                <a:off x="593644" y="1378068"/>
                <a:ext cx="445506" cy="619997"/>
                <a:chOff x="928941" y="1083787"/>
                <a:chExt cx="764213" cy="1063531"/>
              </a:xfrm>
              <a:grpFill/>
            </p:grpSpPr>
            <p:sp>
              <p:nvSpPr>
                <p:cNvPr id="40" name="Rectangle 39">
                  <a:extLst>
                    <a:ext uri="{FF2B5EF4-FFF2-40B4-BE49-F238E27FC236}">
                      <a16:creationId xmlns:a16="http://schemas.microsoft.com/office/drawing/2014/main" id="{222EF983-1768-4FDF-A2C7-CFF3DA087787}"/>
                    </a:ext>
                  </a:extLst>
                </p:cNvPr>
                <p:cNvSpPr/>
                <p:nvPr/>
              </p:nvSpPr>
              <p:spPr>
                <a:xfrm>
                  <a:off x="1367902" y="1258707"/>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354BF9EB-8303-4603-99E1-D512CBBCBFFA}"/>
                    </a:ext>
                  </a:extLst>
                </p:cNvPr>
                <p:cNvSpPr/>
                <p:nvPr/>
              </p:nvSpPr>
              <p:spPr>
                <a:xfrm>
                  <a:off x="1366680" y="1585858"/>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CEE8C622-0241-45E9-9FB5-43B5609A0100}"/>
                    </a:ext>
                  </a:extLst>
                </p:cNvPr>
                <p:cNvSpPr/>
                <p:nvPr/>
              </p:nvSpPr>
              <p:spPr>
                <a:xfrm>
                  <a:off x="1069550" y="1134646"/>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42">
                  <a:extLst>
                    <a:ext uri="{FF2B5EF4-FFF2-40B4-BE49-F238E27FC236}">
                      <a16:creationId xmlns:a16="http://schemas.microsoft.com/office/drawing/2014/main" id="{36914FD4-E07D-45F1-8FCC-72719852A044}"/>
                    </a:ext>
                  </a:extLst>
                </p:cNvPr>
                <p:cNvSpPr/>
                <p:nvPr/>
              </p:nvSpPr>
              <p:spPr>
                <a:xfrm>
                  <a:off x="1045262" y="1490814"/>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a:extLst>
                    <a:ext uri="{FF2B5EF4-FFF2-40B4-BE49-F238E27FC236}">
                      <a16:creationId xmlns:a16="http://schemas.microsoft.com/office/drawing/2014/main" id="{A5F1195D-73F7-4071-99AD-BC6DD0D6CB0D}"/>
                    </a:ext>
                  </a:extLst>
                </p:cNvPr>
                <p:cNvSpPr/>
                <p:nvPr/>
              </p:nvSpPr>
              <p:spPr>
                <a:xfrm>
                  <a:off x="1105408" y="1845060"/>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Forme libre : forme 44">
                  <a:extLst>
                    <a:ext uri="{FF2B5EF4-FFF2-40B4-BE49-F238E27FC236}">
                      <a16:creationId xmlns:a16="http://schemas.microsoft.com/office/drawing/2014/main" id="{38816BBB-7C6B-498C-AEE3-4DF50DF00157}"/>
                    </a:ext>
                  </a:extLst>
                </p:cNvPr>
                <p:cNvSpPr/>
                <p:nvPr/>
              </p:nvSpPr>
              <p:spPr>
                <a:xfrm>
                  <a:off x="928941" y="1083787"/>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grp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85" name="Groupe 84">
            <a:extLst>
              <a:ext uri="{FF2B5EF4-FFF2-40B4-BE49-F238E27FC236}">
                <a16:creationId xmlns:a16="http://schemas.microsoft.com/office/drawing/2014/main" id="{7DFB24C6-63E4-4293-8021-3214186FC388}"/>
              </a:ext>
            </a:extLst>
          </p:cNvPr>
          <p:cNvGrpSpPr/>
          <p:nvPr/>
        </p:nvGrpSpPr>
        <p:grpSpPr>
          <a:xfrm>
            <a:off x="5287935" y="799011"/>
            <a:ext cx="1854926" cy="2629989"/>
            <a:chOff x="7271657" y="3524795"/>
            <a:chExt cx="1854926" cy="2629989"/>
          </a:xfrm>
        </p:grpSpPr>
        <p:sp>
          <p:nvSpPr>
            <p:cNvPr id="8" name="Rectangle 7">
              <a:extLst>
                <a:ext uri="{FF2B5EF4-FFF2-40B4-BE49-F238E27FC236}">
                  <a16:creationId xmlns:a16="http://schemas.microsoft.com/office/drawing/2014/main" id="{BB34868F-345D-457D-9430-6BC0C74B4BB3}"/>
                </a:ext>
              </a:extLst>
            </p:cNvPr>
            <p:cNvSpPr/>
            <p:nvPr/>
          </p:nvSpPr>
          <p:spPr>
            <a:xfrm>
              <a:off x="7271657" y="3524795"/>
              <a:ext cx="1854926" cy="2629989"/>
            </a:xfrm>
            <a:prstGeom prst="rect">
              <a:avLst/>
            </a:prstGeom>
            <a:solidFill>
              <a:srgbClr val="F1C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p>
            <a:p>
              <a:pPr algn="ctr"/>
              <a:endParaRPr lang="fr-FR" dirty="0"/>
            </a:p>
            <a:p>
              <a:pPr algn="ctr"/>
              <a:r>
                <a:rPr lang="fr-FR" dirty="0"/>
                <a:t>Outils et espaces</a:t>
              </a:r>
            </a:p>
            <a:p>
              <a:pPr algn="ctr"/>
              <a:endParaRPr lang="fr-FR" dirty="0"/>
            </a:p>
          </p:txBody>
        </p:sp>
        <p:grpSp>
          <p:nvGrpSpPr>
            <p:cNvPr id="64" name="Groupe 63">
              <a:extLst>
                <a:ext uri="{FF2B5EF4-FFF2-40B4-BE49-F238E27FC236}">
                  <a16:creationId xmlns:a16="http://schemas.microsoft.com/office/drawing/2014/main" id="{AB88E66D-24B8-476C-BC9E-9BE9037BC07D}"/>
                </a:ext>
              </a:extLst>
            </p:cNvPr>
            <p:cNvGrpSpPr/>
            <p:nvPr/>
          </p:nvGrpSpPr>
          <p:grpSpPr>
            <a:xfrm>
              <a:off x="7374617" y="4147475"/>
              <a:ext cx="1662699" cy="884423"/>
              <a:chOff x="296730" y="274977"/>
              <a:chExt cx="3454015" cy="1837260"/>
            </a:xfrm>
            <a:solidFill>
              <a:schemeClr val="bg1"/>
            </a:solidFill>
          </p:grpSpPr>
          <p:pic>
            <p:nvPicPr>
              <p:cNvPr id="47" name="Graphique 46" descr="Aide avec un remplissage uni">
                <a:extLst>
                  <a:ext uri="{FF2B5EF4-FFF2-40B4-BE49-F238E27FC236}">
                    <a16:creationId xmlns:a16="http://schemas.microsoft.com/office/drawing/2014/main" id="{88DE3F85-93D9-4112-9849-655DF66232C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45579" y="697610"/>
                <a:ext cx="914400" cy="914400"/>
              </a:xfrm>
              <a:prstGeom prst="rect">
                <a:avLst/>
              </a:prstGeom>
            </p:spPr>
          </p:pic>
          <p:grpSp>
            <p:nvGrpSpPr>
              <p:cNvPr id="48" name="Groupe 47">
                <a:extLst>
                  <a:ext uri="{FF2B5EF4-FFF2-40B4-BE49-F238E27FC236}">
                    <a16:creationId xmlns:a16="http://schemas.microsoft.com/office/drawing/2014/main" id="{CD76A474-6881-4BA2-8549-6B38E700D856}"/>
                  </a:ext>
                </a:extLst>
              </p:cNvPr>
              <p:cNvGrpSpPr/>
              <p:nvPr/>
            </p:nvGrpSpPr>
            <p:grpSpPr>
              <a:xfrm>
                <a:off x="2765333" y="278879"/>
                <a:ext cx="976111" cy="689789"/>
                <a:chOff x="10418956" y="841417"/>
                <a:chExt cx="1472754" cy="1040752"/>
              </a:xfrm>
              <a:grpFill/>
            </p:grpSpPr>
            <p:grpSp>
              <p:nvGrpSpPr>
                <p:cNvPr id="49" name="Groupe 48">
                  <a:extLst>
                    <a:ext uri="{FF2B5EF4-FFF2-40B4-BE49-F238E27FC236}">
                      <a16:creationId xmlns:a16="http://schemas.microsoft.com/office/drawing/2014/main" id="{920182A8-B686-43F6-8B70-EAC8FE2C67F8}"/>
                    </a:ext>
                  </a:extLst>
                </p:cNvPr>
                <p:cNvGrpSpPr/>
                <p:nvPr/>
              </p:nvGrpSpPr>
              <p:grpSpPr>
                <a:xfrm rot="19766643">
                  <a:off x="10418956" y="967769"/>
                  <a:ext cx="914400" cy="914400"/>
                  <a:chOff x="8464597" y="537132"/>
                  <a:chExt cx="914400" cy="914400"/>
                </a:xfrm>
                <a:grpFill/>
              </p:grpSpPr>
              <p:pic>
                <p:nvPicPr>
                  <p:cNvPr id="56" name="Graphique 55" descr="Carte à jouer avec un remplissage uni">
                    <a:extLst>
                      <a:ext uri="{FF2B5EF4-FFF2-40B4-BE49-F238E27FC236}">
                        <a16:creationId xmlns:a16="http://schemas.microsoft.com/office/drawing/2014/main" id="{B4764E6D-D4CD-4017-A779-82E74C3F903C}"/>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7" name="Rectangle 56">
                    <a:extLst>
                      <a:ext uri="{FF2B5EF4-FFF2-40B4-BE49-F238E27FC236}">
                        <a16:creationId xmlns:a16="http://schemas.microsoft.com/office/drawing/2014/main" id="{E4CB37D4-7102-45DB-826C-AEA9AD934DB1}"/>
                      </a:ext>
                    </a:extLst>
                  </p:cNvPr>
                  <p:cNvSpPr/>
                  <p:nvPr/>
                </p:nvSpPr>
                <p:spPr>
                  <a:xfrm>
                    <a:off x="8748713" y="719138"/>
                    <a:ext cx="342900" cy="5572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0" name="Groupe 49">
                  <a:extLst>
                    <a:ext uri="{FF2B5EF4-FFF2-40B4-BE49-F238E27FC236}">
                      <a16:creationId xmlns:a16="http://schemas.microsoft.com/office/drawing/2014/main" id="{4C5691F3-F590-420B-94D2-378FCD23E009}"/>
                    </a:ext>
                  </a:extLst>
                </p:cNvPr>
                <p:cNvGrpSpPr/>
                <p:nvPr/>
              </p:nvGrpSpPr>
              <p:grpSpPr>
                <a:xfrm>
                  <a:off x="10717267" y="841417"/>
                  <a:ext cx="914400" cy="914400"/>
                  <a:chOff x="8464597" y="537132"/>
                  <a:chExt cx="914400" cy="914400"/>
                </a:xfrm>
                <a:grpFill/>
              </p:grpSpPr>
              <p:pic>
                <p:nvPicPr>
                  <p:cNvPr id="54" name="Graphique 53" descr="Carte à jouer avec un remplissage uni">
                    <a:extLst>
                      <a:ext uri="{FF2B5EF4-FFF2-40B4-BE49-F238E27FC236}">
                        <a16:creationId xmlns:a16="http://schemas.microsoft.com/office/drawing/2014/main" id="{65DF0899-BEB6-4C60-8F09-92C73FBB1802}"/>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5" name="Rectangle 54">
                    <a:extLst>
                      <a:ext uri="{FF2B5EF4-FFF2-40B4-BE49-F238E27FC236}">
                        <a16:creationId xmlns:a16="http://schemas.microsoft.com/office/drawing/2014/main" id="{57779743-D558-43C6-B8A2-644C3DC16040}"/>
                      </a:ext>
                    </a:extLst>
                  </p:cNvPr>
                  <p:cNvSpPr/>
                  <p:nvPr/>
                </p:nvSpPr>
                <p:spPr>
                  <a:xfrm>
                    <a:off x="8708520" y="690563"/>
                    <a:ext cx="428625" cy="6171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1" name="Groupe 50">
                  <a:extLst>
                    <a:ext uri="{FF2B5EF4-FFF2-40B4-BE49-F238E27FC236}">
                      <a16:creationId xmlns:a16="http://schemas.microsoft.com/office/drawing/2014/main" id="{21A21AB6-E00B-4E96-9502-CBE63A60A1F8}"/>
                    </a:ext>
                  </a:extLst>
                </p:cNvPr>
                <p:cNvGrpSpPr/>
                <p:nvPr/>
              </p:nvGrpSpPr>
              <p:grpSpPr>
                <a:xfrm rot="1566252">
                  <a:off x="10977310" y="893806"/>
                  <a:ext cx="914400" cy="914400"/>
                  <a:chOff x="8464597" y="537132"/>
                  <a:chExt cx="914400" cy="914400"/>
                </a:xfrm>
                <a:grpFill/>
              </p:grpSpPr>
              <p:pic>
                <p:nvPicPr>
                  <p:cNvPr id="52" name="Graphique 51" descr="Carte à jouer avec un remplissage uni">
                    <a:extLst>
                      <a:ext uri="{FF2B5EF4-FFF2-40B4-BE49-F238E27FC236}">
                        <a16:creationId xmlns:a16="http://schemas.microsoft.com/office/drawing/2014/main" id="{18F12044-0AFC-4E97-81A1-AC9AAACCE83B}"/>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3" name="Rectangle 52">
                    <a:extLst>
                      <a:ext uri="{FF2B5EF4-FFF2-40B4-BE49-F238E27FC236}">
                        <a16:creationId xmlns:a16="http://schemas.microsoft.com/office/drawing/2014/main" id="{AA4EF72C-0153-403B-A53C-D1FCE074965C}"/>
                      </a:ext>
                    </a:extLst>
                  </p:cNvPr>
                  <p:cNvSpPr/>
                  <p:nvPr/>
                </p:nvSpPr>
                <p:spPr>
                  <a:xfrm>
                    <a:off x="8708520" y="690563"/>
                    <a:ext cx="428625" cy="6171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8" name="Groupe 57">
                <a:extLst>
                  <a:ext uri="{FF2B5EF4-FFF2-40B4-BE49-F238E27FC236}">
                    <a16:creationId xmlns:a16="http://schemas.microsoft.com/office/drawing/2014/main" id="{9AF92ED0-A544-4B33-85FC-42BAAC6C660C}"/>
                  </a:ext>
                </a:extLst>
              </p:cNvPr>
              <p:cNvGrpSpPr/>
              <p:nvPr/>
            </p:nvGrpSpPr>
            <p:grpSpPr>
              <a:xfrm>
                <a:off x="296730" y="1095248"/>
                <a:ext cx="716083" cy="970336"/>
                <a:chOff x="4460125" y="4780518"/>
                <a:chExt cx="716083" cy="970336"/>
              </a:xfrm>
              <a:grpFill/>
            </p:grpSpPr>
            <p:pic>
              <p:nvPicPr>
                <p:cNvPr id="59" name="Graphique 58" descr="Table et chaises avec un remplissage uni">
                  <a:extLst>
                    <a:ext uri="{FF2B5EF4-FFF2-40B4-BE49-F238E27FC236}">
                      <a16:creationId xmlns:a16="http://schemas.microsoft.com/office/drawing/2014/main" id="{36179B33-9DA1-4B47-933E-E0ADF7CF286D}"/>
                    </a:ext>
                  </a:extLst>
                </p:cNvPr>
                <p:cNvPicPr>
                  <a:picLocks noChangeAspect="1"/>
                </p:cNvPicPr>
                <p:nvPr/>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541770" y="4780518"/>
                  <a:ext cx="634438" cy="634438"/>
                </a:xfrm>
                <a:prstGeom prst="rect">
                  <a:avLst/>
                </a:prstGeom>
              </p:spPr>
            </p:pic>
            <p:pic>
              <p:nvPicPr>
                <p:cNvPr id="60" name="Graphique 59" descr="Table et chaises avec un remplissage uni">
                  <a:extLst>
                    <a:ext uri="{FF2B5EF4-FFF2-40B4-BE49-F238E27FC236}">
                      <a16:creationId xmlns:a16="http://schemas.microsoft.com/office/drawing/2014/main" id="{4F963A26-45F4-4A80-B913-5BE4E22AB373}"/>
                    </a:ext>
                  </a:extLst>
                </p:cNvPr>
                <p:cNvPicPr>
                  <a:picLocks noChangeAspect="1"/>
                </p:cNvPicPr>
                <p:nvPr/>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460125" y="5116416"/>
                  <a:ext cx="634438" cy="634438"/>
                </a:xfrm>
                <a:prstGeom prst="rect">
                  <a:avLst/>
                </a:prstGeom>
              </p:spPr>
            </p:pic>
            <p:sp>
              <p:nvSpPr>
                <p:cNvPr id="61" name="Organigramme : Données 60">
                  <a:extLst>
                    <a:ext uri="{FF2B5EF4-FFF2-40B4-BE49-F238E27FC236}">
                      <a16:creationId xmlns:a16="http://schemas.microsoft.com/office/drawing/2014/main" id="{CBDD92F7-D0E9-4CF4-B212-4046B89E59A3}"/>
                    </a:ext>
                  </a:extLst>
                </p:cNvPr>
                <p:cNvSpPr/>
                <p:nvPr/>
              </p:nvSpPr>
              <p:spPr>
                <a:xfrm>
                  <a:off x="4640613" y="5039076"/>
                  <a:ext cx="372169" cy="342598"/>
                </a:xfrm>
                <a:prstGeom prst="flowChartInputOutput">
                  <a:avLst/>
                </a:prstGeom>
                <a:grp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62" name="Graphique 61" descr="Dé avec un remplissage uni">
                <a:extLst>
                  <a:ext uri="{FF2B5EF4-FFF2-40B4-BE49-F238E27FC236}">
                    <a16:creationId xmlns:a16="http://schemas.microsoft.com/office/drawing/2014/main" id="{C9D3A66D-8B5A-4AEC-9D13-58A04803D13B}"/>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836345" y="1197837"/>
                <a:ext cx="914400" cy="914400"/>
              </a:xfrm>
              <a:prstGeom prst="rect">
                <a:avLst/>
              </a:prstGeom>
            </p:spPr>
          </p:pic>
          <p:pic>
            <p:nvPicPr>
              <p:cNvPr id="63" name="Graphique 62" descr="Papier avec un remplissage uni">
                <a:extLst>
                  <a:ext uri="{FF2B5EF4-FFF2-40B4-BE49-F238E27FC236}">
                    <a16:creationId xmlns:a16="http://schemas.microsoft.com/office/drawing/2014/main" id="{A22AD0D1-F7C1-48D5-97CB-EB85664384D0}"/>
                  </a:ext>
                </a:extLst>
              </p:cNvPr>
              <p:cNvPicPr>
                <a:picLocks noChangeAspect="1"/>
              </p:cNvPicPr>
              <p:nvPr/>
            </p:nvPicPr>
            <p:blipFill>
              <a:blip r:embed="rId22" cstate="print">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334821" y="274977"/>
                <a:ext cx="596347" cy="596347"/>
              </a:xfrm>
              <a:prstGeom prst="rect">
                <a:avLst/>
              </a:prstGeom>
            </p:spPr>
          </p:pic>
        </p:grpSp>
      </p:grpSp>
      <p:grpSp>
        <p:nvGrpSpPr>
          <p:cNvPr id="87" name="Groupe 86">
            <a:extLst>
              <a:ext uri="{FF2B5EF4-FFF2-40B4-BE49-F238E27FC236}">
                <a16:creationId xmlns:a16="http://schemas.microsoft.com/office/drawing/2014/main" id="{A998085F-D743-40D4-A5C5-5252EAF117F6}"/>
              </a:ext>
            </a:extLst>
          </p:cNvPr>
          <p:cNvGrpSpPr/>
          <p:nvPr/>
        </p:nvGrpSpPr>
        <p:grpSpPr>
          <a:xfrm>
            <a:off x="5298602" y="3533541"/>
            <a:ext cx="1854926" cy="2629989"/>
            <a:chOff x="9239794" y="3524794"/>
            <a:chExt cx="1854926" cy="2629989"/>
          </a:xfrm>
        </p:grpSpPr>
        <p:sp>
          <p:nvSpPr>
            <p:cNvPr id="9" name="Rectangle 8">
              <a:extLst>
                <a:ext uri="{FF2B5EF4-FFF2-40B4-BE49-F238E27FC236}">
                  <a16:creationId xmlns:a16="http://schemas.microsoft.com/office/drawing/2014/main" id="{7E3E9F63-1B92-4D59-BDF2-AB6F91A501A5}"/>
                </a:ext>
              </a:extLst>
            </p:cNvPr>
            <p:cNvSpPr/>
            <p:nvPr/>
          </p:nvSpPr>
          <p:spPr>
            <a:xfrm>
              <a:off x="9239794" y="3524794"/>
              <a:ext cx="1854926" cy="2629989"/>
            </a:xfrm>
            <a:prstGeom prst="rect">
              <a:avLst/>
            </a:prstGeom>
            <a:solidFill>
              <a:srgbClr val="AD2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p>
            <a:p>
              <a:pPr algn="ctr"/>
              <a:endParaRPr lang="fr-FR" dirty="0"/>
            </a:p>
            <a:p>
              <a:pPr algn="ctr"/>
              <a:r>
                <a:rPr lang="fr-FR" dirty="0"/>
                <a:t>Univers narratif</a:t>
              </a:r>
            </a:p>
            <a:p>
              <a:pPr algn="ctr"/>
              <a:endParaRPr lang="fr-FR" dirty="0"/>
            </a:p>
          </p:txBody>
        </p:sp>
        <p:pic>
          <p:nvPicPr>
            <p:cNvPr id="65" name="Graphique 64" descr="Création de récits avec un remplissage uni">
              <a:extLst>
                <a:ext uri="{FF2B5EF4-FFF2-40B4-BE49-F238E27FC236}">
                  <a16:creationId xmlns:a16="http://schemas.microsoft.com/office/drawing/2014/main" id="{F4E52C3A-EF5B-467C-9BAB-4AC5A36D1E4A}"/>
                </a:ext>
              </a:extLst>
            </p:cNvPr>
            <p:cNvPicPr>
              <a:picLocks noChangeAspect="1"/>
            </p:cNvPicPr>
            <p:nvPr/>
          </p:nvPicPr>
          <p:blipFill>
            <a:blip r:embed="rId24">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670167" y="4006154"/>
              <a:ext cx="1068011" cy="1068011"/>
            </a:xfrm>
            <a:prstGeom prst="rect">
              <a:avLst/>
            </a:prstGeom>
          </p:spPr>
        </p:pic>
      </p:grpSp>
      <p:grpSp>
        <p:nvGrpSpPr>
          <p:cNvPr id="89" name="Groupe 88">
            <a:extLst>
              <a:ext uri="{FF2B5EF4-FFF2-40B4-BE49-F238E27FC236}">
                <a16:creationId xmlns:a16="http://schemas.microsoft.com/office/drawing/2014/main" id="{48D8453D-84C8-4212-A614-2F9250C301A3}"/>
              </a:ext>
            </a:extLst>
          </p:cNvPr>
          <p:cNvGrpSpPr/>
          <p:nvPr/>
        </p:nvGrpSpPr>
        <p:grpSpPr>
          <a:xfrm>
            <a:off x="7269198" y="3533541"/>
            <a:ext cx="1854926" cy="2629989"/>
            <a:chOff x="5303520" y="3524796"/>
            <a:chExt cx="1854926" cy="2629989"/>
          </a:xfrm>
        </p:grpSpPr>
        <p:sp>
          <p:nvSpPr>
            <p:cNvPr id="7" name="Rectangle 6">
              <a:extLst>
                <a:ext uri="{FF2B5EF4-FFF2-40B4-BE49-F238E27FC236}">
                  <a16:creationId xmlns:a16="http://schemas.microsoft.com/office/drawing/2014/main" id="{B0BACEF4-DC8A-4292-BE70-984A03724E39}"/>
                </a:ext>
              </a:extLst>
            </p:cNvPr>
            <p:cNvSpPr/>
            <p:nvPr/>
          </p:nvSpPr>
          <p:spPr>
            <a:xfrm>
              <a:off x="5303520" y="3524796"/>
              <a:ext cx="1854926" cy="2629989"/>
            </a:xfrm>
            <a:prstGeom prst="rect">
              <a:avLst/>
            </a:prstGeom>
            <a:solidFill>
              <a:srgbClr val="AB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solidFill>
                  <a:schemeClr val="bg1"/>
                </a:solidFill>
              </a:endParaRPr>
            </a:p>
            <a:p>
              <a:pPr algn="ctr"/>
              <a:endParaRPr lang="fr-FR" dirty="0">
                <a:solidFill>
                  <a:schemeClr val="bg1"/>
                </a:solidFill>
              </a:endParaRPr>
            </a:p>
            <a:p>
              <a:pPr algn="ctr"/>
              <a:endParaRPr lang="fr-FR" dirty="0">
                <a:solidFill>
                  <a:schemeClr val="bg1"/>
                </a:solidFill>
              </a:endParaRPr>
            </a:p>
            <a:p>
              <a:pPr algn="ctr"/>
              <a:r>
                <a:rPr lang="fr-FR" dirty="0">
                  <a:solidFill>
                    <a:schemeClr val="bg1"/>
                  </a:solidFill>
                </a:rPr>
                <a:t>Composition de groupes</a:t>
              </a:r>
            </a:p>
            <a:p>
              <a:pPr algn="ctr"/>
              <a:endParaRPr lang="fr-FR" dirty="0">
                <a:solidFill>
                  <a:schemeClr val="bg1"/>
                </a:solidFill>
              </a:endParaRPr>
            </a:p>
          </p:txBody>
        </p:sp>
        <p:grpSp>
          <p:nvGrpSpPr>
            <p:cNvPr id="84" name="Groupe 83">
              <a:extLst>
                <a:ext uri="{FF2B5EF4-FFF2-40B4-BE49-F238E27FC236}">
                  <a16:creationId xmlns:a16="http://schemas.microsoft.com/office/drawing/2014/main" id="{3DCEE6E9-0247-4FC0-964F-9C9486669054}"/>
                </a:ext>
              </a:extLst>
            </p:cNvPr>
            <p:cNvGrpSpPr/>
            <p:nvPr/>
          </p:nvGrpSpPr>
          <p:grpSpPr>
            <a:xfrm>
              <a:off x="5439388" y="4137665"/>
              <a:ext cx="1524797" cy="806891"/>
              <a:chOff x="161688" y="127669"/>
              <a:chExt cx="3850792" cy="2037759"/>
            </a:xfrm>
            <a:solidFill>
              <a:schemeClr val="bg1"/>
            </a:solidFill>
          </p:grpSpPr>
          <p:pic>
            <p:nvPicPr>
              <p:cNvPr id="67" name="Graphique 66" descr="Personne confuse avec un remplissage uni">
                <a:extLst>
                  <a:ext uri="{FF2B5EF4-FFF2-40B4-BE49-F238E27FC236}">
                    <a16:creationId xmlns:a16="http://schemas.microsoft.com/office/drawing/2014/main" id="{39F0E6C5-1E4F-45C3-BABB-D0B1C39BC1D0}"/>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5732" y="1563325"/>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FF6A51D6-6579-4D49-8B55-F5EBB537255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58064" y="1380404"/>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46AC789F-DE0A-4C0B-8C2B-8E843A053A04}"/>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319060" y="1541561"/>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57395175-BAF3-402D-81BD-131CA9A63D9B}"/>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10826" y="1292309"/>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2BADD59C-AC79-422F-BE5A-FC570B30F65C}"/>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410377" y="300848"/>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C1E0B0DE-C011-4724-9510-7DF0CD773DE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30022" y="127669"/>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F4C9DB8E-D9D9-4E41-A365-077B3CD7B2C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131777" y="578949"/>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C7B7E666-454D-4305-B6CC-3582180CDD4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28214" y="256149"/>
                <a:ext cx="602103" cy="602103"/>
              </a:xfrm>
              <a:prstGeom prst="rect">
                <a:avLst/>
              </a:prstGeom>
            </p:spPr>
          </p:pic>
          <p:pic>
            <p:nvPicPr>
              <p:cNvPr id="75" name="Graphique 74" descr="Personne confuse avec un remplissage uni">
                <a:extLst>
                  <a:ext uri="{FF2B5EF4-FFF2-40B4-BE49-F238E27FC236}">
                    <a16:creationId xmlns:a16="http://schemas.microsoft.com/office/drawing/2014/main" id="{F15D093D-753B-4269-953A-0F4FD2B3AC32}"/>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76230" y="152443"/>
                <a:ext cx="602103" cy="602103"/>
              </a:xfrm>
              <a:prstGeom prst="rect">
                <a:avLst/>
              </a:prstGeom>
            </p:spPr>
          </p:pic>
          <p:pic>
            <p:nvPicPr>
              <p:cNvPr id="76" name="Graphique 75" descr="Personne confuse avec un remplissage uni">
                <a:extLst>
                  <a:ext uri="{FF2B5EF4-FFF2-40B4-BE49-F238E27FC236}">
                    <a16:creationId xmlns:a16="http://schemas.microsoft.com/office/drawing/2014/main" id="{00F87B78-6A51-4ECE-BEAA-25022A6F11D7}"/>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23961" y="517722"/>
                <a:ext cx="602103" cy="602103"/>
              </a:xfrm>
              <a:prstGeom prst="rect">
                <a:avLst/>
              </a:prstGeom>
            </p:spPr>
          </p:pic>
          <p:pic>
            <p:nvPicPr>
              <p:cNvPr id="77" name="Graphique 76" descr="Personne confuse avec un remplissage uni">
                <a:extLst>
                  <a:ext uri="{FF2B5EF4-FFF2-40B4-BE49-F238E27FC236}">
                    <a16:creationId xmlns:a16="http://schemas.microsoft.com/office/drawing/2014/main" id="{E74820BF-5799-4ED0-A327-CE5EE59372FF}"/>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1688" y="1537159"/>
                <a:ext cx="602103" cy="602103"/>
              </a:xfrm>
              <a:prstGeom prst="rect">
                <a:avLst/>
              </a:prstGeom>
            </p:spPr>
          </p:pic>
          <p:pic>
            <p:nvPicPr>
              <p:cNvPr id="78" name="Graphique 77" descr="Personne confuse avec un remplissage uni">
                <a:extLst>
                  <a:ext uri="{FF2B5EF4-FFF2-40B4-BE49-F238E27FC236}">
                    <a16:creationId xmlns:a16="http://schemas.microsoft.com/office/drawing/2014/main" id="{760F3465-87B8-4257-84FE-97FD7F3538A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803628" y="1563325"/>
                <a:ext cx="602103" cy="602103"/>
              </a:xfrm>
              <a:prstGeom prst="rect">
                <a:avLst/>
              </a:prstGeom>
            </p:spPr>
          </p:pic>
          <p:sp>
            <p:nvSpPr>
              <p:cNvPr id="79" name="Flèche : droite 78">
                <a:extLst>
                  <a:ext uri="{FF2B5EF4-FFF2-40B4-BE49-F238E27FC236}">
                    <a16:creationId xmlns:a16="http://schemas.microsoft.com/office/drawing/2014/main" id="{CC3F0E3D-F0FA-40B2-BB1D-CCDC70B7A849}"/>
                  </a:ext>
                </a:extLst>
              </p:cNvPr>
              <p:cNvSpPr/>
              <p:nvPr/>
            </p:nvSpPr>
            <p:spPr>
              <a:xfrm rot="19461843">
                <a:off x="2535926" y="605555"/>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Flèche : droite 79">
                <a:extLst>
                  <a:ext uri="{FF2B5EF4-FFF2-40B4-BE49-F238E27FC236}">
                    <a16:creationId xmlns:a16="http://schemas.microsoft.com/office/drawing/2014/main" id="{DF5282D1-3010-497C-96B4-AD49BE703398}"/>
                  </a:ext>
                </a:extLst>
              </p:cNvPr>
              <p:cNvSpPr/>
              <p:nvPr/>
            </p:nvSpPr>
            <p:spPr>
              <a:xfrm rot="2418519">
                <a:off x="2497437" y="1332105"/>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Flèche : droite 80">
                <a:extLst>
                  <a:ext uri="{FF2B5EF4-FFF2-40B4-BE49-F238E27FC236}">
                    <a16:creationId xmlns:a16="http://schemas.microsoft.com/office/drawing/2014/main" id="{0ECE1591-A50F-45D0-862C-47D9F9E1C04B}"/>
                  </a:ext>
                </a:extLst>
              </p:cNvPr>
              <p:cNvSpPr/>
              <p:nvPr/>
            </p:nvSpPr>
            <p:spPr>
              <a:xfrm rot="8175033">
                <a:off x="1520771" y="1318229"/>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droite 81">
                <a:extLst>
                  <a:ext uri="{FF2B5EF4-FFF2-40B4-BE49-F238E27FC236}">
                    <a16:creationId xmlns:a16="http://schemas.microsoft.com/office/drawing/2014/main" id="{C485D339-E67C-4214-BA61-A5F44CB1A31A}"/>
                  </a:ext>
                </a:extLst>
              </p:cNvPr>
              <p:cNvSpPr/>
              <p:nvPr/>
            </p:nvSpPr>
            <p:spPr>
              <a:xfrm rot="13045094">
                <a:off x="1541316" y="616659"/>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3" name="Graphique 82" descr="Aide avec un remplissage uni">
                <a:extLst>
                  <a:ext uri="{FF2B5EF4-FFF2-40B4-BE49-F238E27FC236}">
                    <a16:creationId xmlns:a16="http://schemas.microsoft.com/office/drawing/2014/main" id="{4D8C9936-D388-4C7B-B14C-9B4CB9045B8E}"/>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716071" y="671591"/>
                <a:ext cx="914400" cy="914400"/>
              </a:xfrm>
              <a:prstGeom prst="rect">
                <a:avLst/>
              </a:prstGeom>
            </p:spPr>
          </p:pic>
        </p:grpSp>
      </p:grpSp>
    </p:spTree>
    <p:extLst>
      <p:ext uri="{BB962C8B-B14F-4D97-AF65-F5344CB8AC3E}">
        <p14:creationId xmlns:p14="http://schemas.microsoft.com/office/powerpoint/2010/main" val="3490989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6867B-C360-4AA1-95CA-2D5EDE7D7D36}"/>
              </a:ext>
            </a:extLst>
          </p:cNvPr>
          <p:cNvSpPr>
            <a:spLocks noGrp="1"/>
          </p:cNvSpPr>
          <p:nvPr>
            <p:ph type="title"/>
          </p:nvPr>
        </p:nvSpPr>
        <p:spPr/>
        <p:txBody>
          <a:bodyPr/>
          <a:lstStyle/>
          <a:p>
            <a:r>
              <a:rPr lang="fr-FR" dirty="0"/>
              <a:t>Extension V2</a:t>
            </a:r>
          </a:p>
        </p:txBody>
      </p:sp>
      <p:sp>
        <p:nvSpPr>
          <p:cNvPr id="3" name="Espace réservé du contenu 2">
            <a:extLst>
              <a:ext uri="{FF2B5EF4-FFF2-40B4-BE49-F238E27FC236}">
                <a16:creationId xmlns:a16="http://schemas.microsoft.com/office/drawing/2014/main" id="{54A77069-4396-4D05-AF9C-539555D2FD64}"/>
              </a:ext>
            </a:extLst>
          </p:cNvPr>
          <p:cNvSpPr>
            <a:spLocks noGrp="1"/>
          </p:cNvSpPr>
          <p:nvPr>
            <p:ph idx="1"/>
          </p:nvPr>
        </p:nvSpPr>
        <p:spPr>
          <a:xfrm>
            <a:off x="838200" y="1825625"/>
            <a:ext cx="3907971" cy="4351338"/>
          </a:xfrm>
        </p:spPr>
        <p:txBody>
          <a:bodyPr/>
          <a:lstStyle/>
          <a:p>
            <a:pPr marL="0" indent="0">
              <a:buNone/>
            </a:pPr>
            <a:r>
              <a:rPr lang="fr-FR" dirty="0"/>
              <a:t>L’extension V2 ajoute 2 catégories de cartes et 1 plateau, permettant de qualifier les objectifs de l’atelier, les conditions pré-requises et les objectifs post-atelier</a:t>
            </a:r>
          </a:p>
        </p:txBody>
      </p:sp>
      <p:pic>
        <p:nvPicPr>
          <p:cNvPr id="5" name="Image 4" descr="Une image contenant texte&#10;&#10;Description générée automatiquement">
            <a:extLst>
              <a:ext uri="{FF2B5EF4-FFF2-40B4-BE49-F238E27FC236}">
                <a16:creationId xmlns:a16="http://schemas.microsoft.com/office/drawing/2014/main" id="{187B4820-2AEC-485E-BA3D-6F6E0D96EC6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517145" y="609599"/>
            <a:ext cx="1442188" cy="2017487"/>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388F44E1-9D48-4EAD-A3F7-B91F8BC40CA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261" y="2687751"/>
            <a:ext cx="1877955" cy="2627085"/>
          </a:xfrm>
          <a:prstGeom prst="rect">
            <a:avLst/>
          </a:prstGeom>
        </p:spPr>
      </p:pic>
      <p:pic>
        <p:nvPicPr>
          <p:cNvPr id="6" name="Image 5" descr="Une image contenant texte&#10;&#10;Description générée automatiquement">
            <a:extLst>
              <a:ext uri="{FF2B5EF4-FFF2-40B4-BE49-F238E27FC236}">
                <a16:creationId xmlns:a16="http://schemas.microsoft.com/office/drawing/2014/main" id="{E3D580AA-4C02-4EEC-A3BD-6E28E973D3F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18402" y="609599"/>
            <a:ext cx="1442188" cy="2017487"/>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E24FFE69-2E62-4B7D-AB25-C7DD888EBA0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368194" y="2687417"/>
            <a:ext cx="1877955" cy="2627085"/>
          </a:xfrm>
          <a:prstGeom prst="rect">
            <a:avLst/>
          </a:prstGeom>
        </p:spPr>
      </p:pic>
    </p:spTree>
    <p:extLst>
      <p:ext uri="{BB962C8B-B14F-4D97-AF65-F5344CB8AC3E}">
        <p14:creationId xmlns:p14="http://schemas.microsoft.com/office/powerpoint/2010/main" val="52271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6867B-C360-4AA1-95CA-2D5EDE7D7D36}"/>
              </a:ext>
            </a:extLst>
          </p:cNvPr>
          <p:cNvSpPr>
            <a:spLocks noGrp="1"/>
          </p:cNvSpPr>
          <p:nvPr>
            <p:ph type="title"/>
          </p:nvPr>
        </p:nvSpPr>
        <p:spPr/>
        <p:txBody>
          <a:bodyPr/>
          <a:lstStyle/>
          <a:p>
            <a:r>
              <a:rPr lang="fr-FR" dirty="0"/>
              <a:t>Extension V3</a:t>
            </a:r>
          </a:p>
        </p:txBody>
      </p:sp>
      <p:sp>
        <p:nvSpPr>
          <p:cNvPr id="3" name="Espace réservé du contenu 2">
            <a:extLst>
              <a:ext uri="{FF2B5EF4-FFF2-40B4-BE49-F238E27FC236}">
                <a16:creationId xmlns:a16="http://schemas.microsoft.com/office/drawing/2014/main" id="{54A77069-4396-4D05-AF9C-539555D2FD64}"/>
              </a:ext>
            </a:extLst>
          </p:cNvPr>
          <p:cNvSpPr>
            <a:spLocks noGrp="1"/>
          </p:cNvSpPr>
          <p:nvPr>
            <p:ph idx="1"/>
          </p:nvPr>
        </p:nvSpPr>
        <p:spPr>
          <a:xfrm>
            <a:off x="838200" y="1825625"/>
            <a:ext cx="3907971" cy="4351338"/>
          </a:xfrm>
        </p:spPr>
        <p:txBody>
          <a:bodyPr/>
          <a:lstStyle/>
          <a:p>
            <a:pPr marL="0" indent="0">
              <a:buNone/>
            </a:pPr>
            <a:r>
              <a:rPr lang="fr-FR" dirty="0"/>
              <a:t>L’extension V3 ajoute 1 catégorie de carte (rôle) divisée en 2 decks : </a:t>
            </a:r>
          </a:p>
          <a:p>
            <a:pPr marL="0" indent="0">
              <a:buNone/>
            </a:pPr>
            <a:r>
              <a:rPr lang="fr-FR" dirty="0"/>
              <a:t>Des cartes rôles pour événements dirigés et des cartes rôles pour événements à circulation libre</a:t>
            </a:r>
          </a:p>
        </p:txBody>
      </p:sp>
      <p:pic>
        <p:nvPicPr>
          <p:cNvPr id="4" name="Image 3" descr="Une image contenant texte&#10;&#10;Description générée automatiquement">
            <a:extLst>
              <a:ext uri="{FF2B5EF4-FFF2-40B4-BE49-F238E27FC236}">
                <a16:creationId xmlns:a16="http://schemas.microsoft.com/office/drawing/2014/main" id="{71B7B1EA-4B1E-9FEC-942C-B17C7C5393B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40161" y="285930"/>
            <a:ext cx="2505670" cy="35052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C6009BD9-345C-7B81-F437-4E1EDAA0040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95297" y="1825625"/>
            <a:ext cx="2505670" cy="3505200"/>
          </a:xfrm>
          <a:prstGeom prst="rect">
            <a:avLst/>
          </a:prstGeom>
        </p:spPr>
      </p:pic>
    </p:spTree>
    <p:extLst>
      <p:ext uri="{BB962C8B-B14F-4D97-AF65-F5344CB8AC3E}">
        <p14:creationId xmlns:p14="http://schemas.microsoft.com/office/powerpoint/2010/main" val="1198202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Extension V4</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838200" y="1851025"/>
            <a:ext cx="3073400" cy="4351338"/>
          </a:xfrm>
          <a:solidFill>
            <a:schemeClr val="bg1"/>
          </a:solidFill>
        </p:spPr>
        <p:txBody>
          <a:bodyPr>
            <a:normAutofit fontScale="85000" lnSpcReduction="10000"/>
          </a:bodyPr>
          <a:lstStyle/>
          <a:p>
            <a:r>
              <a:rPr lang="fr-FR" dirty="0"/>
              <a:t>L’extension « Invités » a pour but de faire poser les différents types d’invités pour l’événement conçu, jusqu’aux personnes non invitées à l’événement. </a:t>
            </a:r>
          </a:p>
          <a:p>
            <a:endParaRPr lang="fr-FR" dirty="0"/>
          </a:p>
          <a:p>
            <a:r>
              <a:rPr lang="fr-FR" dirty="0"/>
              <a:t>Les cartes invitées sont rangées suivant différentes distances</a:t>
            </a:r>
          </a:p>
        </p:txBody>
      </p:sp>
      <p:pic>
        <p:nvPicPr>
          <p:cNvPr id="5" name="Image 4" descr="Une image contenant texte&#10;&#10;Description générée automatiquement">
            <a:extLst>
              <a:ext uri="{FF2B5EF4-FFF2-40B4-BE49-F238E27FC236}">
                <a16:creationId xmlns:a16="http://schemas.microsoft.com/office/drawing/2014/main" id="{A5DE60E7-910F-78A3-FD80-8D2A64A1FC4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24408" y="196057"/>
            <a:ext cx="2578298" cy="36068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4BBFC706-A4B1-88D7-2791-13C6640483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74709" y="196057"/>
            <a:ext cx="2578298" cy="3606800"/>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5D81A192-D743-78E0-50CA-C73FEA58C48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63858" y="3055143"/>
            <a:ext cx="2578298" cy="3606800"/>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3F36B868-4740-75AE-1ADD-FF3BF683165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99860" y="2886075"/>
            <a:ext cx="2578298" cy="3606800"/>
          </a:xfrm>
          <a:prstGeom prst="rect">
            <a:avLst/>
          </a:prstGeom>
        </p:spPr>
      </p:pic>
    </p:spTree>
    <p:extLst>
      <p:ext uri="{BB962C8B-B14F-4D97-AF65-F5344CB8AC3E}">
        <p14:creationId xmlns:p14="http://schemas.microsoft.com/office/powerpoint/2010/main" val="331050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p:txBody>
          <a:bodyPr/>
          <a:lstStyle/>
          <a:p>
            <a:pPr algn="r"/>
            <a:r>
              <a:rPr lang="fr-FR" dirty="0"/>
              <a:t>Contenu de chaque carte</a:t>
            </a:r>
            <a:br>
              <a:rPr lang="fr-FR" dirty="0"/>
            </a:br>
            <a:r>
              <a:rPr lang="fr-FR" dirty="0"/>
              <a:t>(VERSO)</a:t>
            </a:r>
          </a:p>
        </p:txBody>
      </p:sp>
      <p:pic>
        <p:nvPicPr>
          <p:cNvPr id="5" name="Image 4" descr="Une image contenant texte&#10;&#10;Description générée automatiquement">
            <a:extLst>
              <a:ext uri="{FF2B5EF4-FFF2-40B4-BE49-F238E27FC236}">
                <a16:creationId xmlns:a16="http://schemas.microsoft.com/office/drawing/2014/main" id="{260FB3CC-DE0A-4E77-B587-CBDB9F1FA74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14724" y="855405"/>
            <a:ext cx="3883262" cy="5432323"/>
          </a:xfrm>
          <a:prstGeom prst="rect">
            <a:avLst/>
          </a:prstGeom>
        </p:spPr>
      </p:pic>
      <p:sp>
        <p:nvSpPr>
          <p:cNvPr id="6" name="Flèche : gauche 5">
            <a:extLst>
              <a:ext uri="{FF2B5EF4-FFF2-40B4-BE49-F238E27FC236}">
                <a16:creationId xmlns:a16="http://schemas.microsoft.com/office/drawing/2014/main" id="{0CDB11D6-7B69-4C54-8554-CBF043901562}"/>
              </a:ext>
            </a:extLst>
          </p:cNvPr>
          <p:cNvSpPr/>
          <p:nvPr/>
        </p:nvSpPr>
        <p:spPr>
          <a:xfrm>
            <a:off x="3946532" y="3648892"/>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9C44A526-2065-4F7F-8DF9-9369368565E0}"/>
              </a:ext>
            </a:extLst>
          </p:cNvPr>
          <p:cNvSpPr/>
          <p:nvPr/>
        </p:nvSpPr>
        <p:spPr>
          <a:xfrm rot="1763804">
            <a:off x="3922128" y="1829247"/>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D39137C5-F65A-445C-ACE2-2AF835154AAC}"/>
              </a:ext>
            </a:extLst>
          </p:cNvPr>
          <p:cNvSpPr/>
          <p:nvPr/>
        </p:nvSpPr>
        <p:spPr>
          <a:xfrm>
            <a:off x="3953534" y="4828403"/>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contenu 2">
            <a:extLst>
              <a:ext uri="{FF2B5EF4-FFF2-40B4-BE49-F238E27FC236}">
                <a16:creationId xmlns:a16="http://schemas.microsoft.com/office/drawing/2014/main" id="{041772A9-D4F9-46AE-98EC-4F29C996510B}"/>
              </a:ext>
            </a:extLst>
          </p:cNvPr>
          <p:cNvSpPr>
            <a:spLocks noGrp="1"/>
          </p:cNvSpPr>
          <p:nvPr>
            <p:ph idx="1"/>
          </p:nvPr>
        </p:nvSpPr>
        <p:spPr>
          <a:xfrm>
            <a:off x="6896559" y="2107921"/>
            <a:ext cx="3279407" cy="4275462"/>
          </a:xfrm>
        </p:spPr>
        <p:txBody>
          <a:bodyPr vert="horz" lIns="91440" tIns="45720" rIns="91440" bIns="45720" rtlCol="0" anchor="t">
            <a:normAutofit/>
          </a:bodyPr>
          <a:lstStyle/>
          <a:p>
            <a:pPr marL="0" indent="0">
              <a:buNone/>
            </a:pPr>
            <a:endParaRPr lang="fr-FR" sz="1600" b="1" dirty="0">
              <a:solidFill>
                <a:srgbClr val="000000"/>
              </a:solidFill>
              <a:cs typeface="Calibri"/>
            </a:endParaRPr>
          </a:p>
          <a:p>
            <a:pPr marL="0" indent="0">
              <a:buNone/>
            </a:pPr>
            <a:r>
              <a:rPr lang="fr-FR" sz="1600" b="1" dirty="0">
                <a:solidFill>
                  <a:srgbClr val="000000"/>
                </a:solidFill>
                <a:cs typeface="Calibri"/>
              </a:rPr>
              <a:t>Titre de la carte :</a:t>
            </a:r>
            <a:r>
              <a:rPr lang="fr-FR" sz="1600" dirty="0">
                <a:solidFill>
                  <a:srgbClr val="000000"/>
                </a:solidFill>
                <a:cs typeface="Calibri"/>
              </a:rPr>
              <a:t> pour résumer son contenu</a:t>
            </a:r>
          </a:p>
          <a:p>
            <a:pPr marL="0" indent="0">
              <a:buNone/>
            </a:pPr>
            <a:endParaRPr lang="fr-FR" sz="1600" dirty="0">
              <a:solidFill>
                <a:srgbClr val="000000"/>
              </a:solidFill>
              <a:cs typeface="Calibri"/>
            </a:endParaRPr>
          </a:p>
          <a:p>
            <a:pPr marL="0" indent="0">
              <a:buNone/>
            </a:pPr>
            <a:endParaRPr lang="fr-FR" sz="1600" b="1" dirty="0">
              <a:solidFill>
                <a:srgbClr val="000000"/>
              </a:solidFill>
              <a:cs typeface="Calibri"/>
            </a:endParaRPr>
          </a:p>
          <a:p>
            <a:pPr marL="0" indent="0">
              <a:buNone/>
            </a:pPr>
            <a:r>
              <a:rPr lang="fr-FR" sz="1600" b="1" dirty="0">
                <a:solidFill>
                  <a:srgbClr val="000000"/>
                </a:solidFill>
                <a:cs typeface="Calibri"/>
              </a:rPr>
              <a:t>Description détaillée :</a:t>
            </a:r>
            <a:r>
              <a:rPr lang="fr-FR" sz="1600" dirty="0">
                <a:solidFill>
                  <a:srgbClr val="000000"/>
                </a:solidFill>
                <a:cs typeface="Calibri"/>
              </a:rPr>
              <a:t> pour apprendre cet ingrédient, ses avantages, inconvénients, usages</a:t>
            </a:r>
          </a:p>
          <a:p>
            <a:pPr marL="0" indent="0">
              <a:buNone/>
            </a:pPr>
            <a:endParaRPr lang="fr-FR" sz="1600" dirty="0">
              <a:solidFill>
                <a:srgbClr val="000000"/>
              </a:solidFill>
              <a:cs typeface="Calibri"/>
            </a:endParaRPr>
          </a:p>
          <a:p>
            <a:pPr marL="0" indent="0">
              <a:buNone/>
            </a:pPr>
            <a:r>
              <a:rPr lang="fr-FR" sz="1600" b="1" dirty="0">
                <a:solidFill>
                  <a:srgbClr val="000000"/>
                </a:solidFill>
                <a:cs typeface="Calibri"/>
              </a:rPr>
              <a:t>Suggestions de combinaisons :</a:t>
            </a:r>
            <a:r>
              <a:rPr lang="fr-FR" sz="1600" dirty="0">
                <a:solidFill>
                  <a:srgbClr val="000000"/>
                </a:solidFill>
                <a:cs typeface="Calibri"/>
              </a:rPr>
              <a:t> pour avoir une idée de quelles cartes vont bien avec cette carte, afin de composer votre atelier plus facilement</a:t>
            </a:r>
          </a:p>
        </p:txBody>
      </p:sp>
    </p:spTree>
    <p:extLst>
      <p:ext uri="{BB962C8B-B14F-4D97-AF65-F5344CB8AC3E}">
        <p14:creationId xmlns:p14="http://schemas.microsoft.com/office/powerpoint/2010/main" val="2825908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a:xfrm>
            <a:off x="838200" y="365126"/>
            <a:ext cx="10515600" cy="1027750"/>
          </a:xfrm>
        </p:spPr>
        <p:txBody>
          <a:bodyPr>
            <a:normAutofit fontScale="90000"/>
          </a:bodyPr>
          <a:lstStyle/>
          <a:p>
            <a:r>
              <a:rPr lang="fr-FR" dirty="0"/>
              <a:t>Exemple de plateau de conception</a:t>
            </a:r>
            <a:br>
              <a:rPr lang="fr-FR" dirty="0"/>
            </a:br>
            <a:r>
              <a:rPr lang="fr-FR" dirty="0"/>
              <a:t>#OSG Workshop Design Cards</a:t>
            </a:r>
          </a:p>
        </p:txBody>
      </p:sp>
      <p:sp>
        <p:nvSpPr>
          <p:cNvPr id="3" name="Flèche : droite 2">
            <a:extLst>
              <a:ext uri="{FF2B5EF4-FFF2-40B4-BE49-F238E27FC236}">
                <a16:creationId xmlns:a16="http://schemas.microsoft.com/office/drawing/2014/main" id="{62CDEAF4-25F2-4F90-B68B-A58B737B6371}"/>
              </a:ext>
            </a:extLst>
          </p:cNvPr>
          <p:cNvSpPr/>
          <p:nvPr/>
        </p:nvSpPr>
        <p:spPr>
          <a:xfrm>
            <a:off x="446043" y="3123725"/>
            <a:ext cx="11607800" cy="36461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D82DDF6-CF22-4027-9942-1A4A09BEE088}"/>
              </a:ext>
            </a:extLst>
          </p:cNvPr>
          <p:cNvSpPr/>
          <p:nvPr/>
        </p:nvSpPr>
        <p:spPr>
          <a:xfrm>
            <a:off x="1329622" y="1987389"/>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1</a:t>
            </a:r>
          </a:p>
          <a:p>
            <a:pPr algn="ctr"/>
            <a:r>
              <a:rPr lang="fr-FR" sz="1000" dirty="0">
                <a:solidFill>
                  <a:schemeClr val="tx1"/>
                </a:solidFill>
              </a:rPr>
              <a:t>Durée</a:t>
            </a:r>
          </a:p>
        </p:txBody>
      </p:sp>
      <p:sp>
        <p:nvSpPr>
          <p:cNvPr id="5" name="Rectangle 4">
            <a:extLst>
              <a:ext uri="{FF2B5EF4-FFF2-40B4-BE49-F238E27FC236}">
                <a16:creationId xmlns:a16="http://schemas.microsoft.com/office/drawing/2014/main" id="{3E28E007-4B9F-4837-8AD8-6C030CC43C6A}"/>
              </a:ext>
            </a:extLst>
          </p:cNvPr>
          <p:cNvSpPr/>
          <p:nvPr/>
        </p:nvSpPr>
        <p:spPr>
          <a:xfrm>
            <a:off x="3131878" y="1986907"/>
            <a:ext cx="939141"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2</a:t>
            </a:r>
          </a:p>
          <a:p>
            <a:pPr algn="ctr"/>
            <a:r>
              <a:rPr lang="fr-FR" sz="1000" dirty="0">
                <a:solidFill>
                  <a:schemeClr val="tx1"/>
                </a:solidFill>
              </a:rPr>
              <a:t>Durée</a:t>
            </a:r>
          </a:p>
        </p:txBody>
      </p:sp>
      <p:sp>
        <p:nvSpPr>
          <p:cNvPr id="6" name="Rectangle 5">
            <a:extLst>
              <a:ext uri="{FF2B5EF4-FFF2-40B4-BE49-F238E27FC236}">
                <a16:creationId xmlns:a16="http://schemas.microsoft.com/office/drawing/2014/main" id="{634EA57E-ABC2-4786-BFDA-712C31D226E5}"/>
              </a:ext>
            </a:extLst>
          </p:cNvPr>
          <p:cNvSpPr/>
          <p:nvPr/>
        </p:nvSpPr>
        <p:spPr>
          <a:xfrm>
            <a:off x="5188541" y="1986786"/>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3</a:t>
            </a:r>
          </a:p>
          <a:p>
            <a:pPr algn="ctr"/>
            <a:r>
              <a:rPr lang="fr-FR" sz="1000" dirty="0">
                <a:solidFill>
                  <a:schemeClr val="tx1"/>
                </a:solidFill>
              </a:rPr>
              <a:t>Durée</a:t>
            </a:r>
          </a:p>
        </p:txBody>
      </p:sp>
      <p:sp>
        <p:nvSpPr>
          <p:cNvPr id="7" name="Rectangle 6">
            <a:extLst>
              <a:ext uri="{FF2B5EF4-FFF2-40B4-BE49-F238E27FC236}">
                <a16:creationId xmlns:a16="http://schemas.microsoft.com/office/drawing/2014/main" id="{B5DD3E2D-347F-4267-9D27-134B6C07163B}"/>
              </a:ext>
            </a:extLst>
          </p:cNvPr>
          <p:cNvSpPr/>
          <p:nvPr/>
        </p:nvSpPr>
        <p:spPr>
          <a:xfrm>
            <a:off x="6949016" y="1986786"/>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4</a:t>
            </a:r>
          </a:p>
          <a:p>
            <a:pPr algn="ctr"/>
            <a:r>
              <a:rPr lang="fr-FR" sz="1000" dirty="0">
                <a:solidFill>
                  <a:schemeClr val="tx1"/>
                </a:solidFill>
              </a:rPr>
              <a:t>Durée</a:t>
            </a:r>
          </a:p>
        </p:txBody>
      </p:sp>
      <p:sp>
        <p:nvSpPr>
          <p:cNvPr id="8" name="Rectangle 7">
            <a:extLst>
              <a:ext uri="{FF2B5EF4-FFF2-40B4-BE49-F238E27FC236}">
                <a16:creationId xmlns:a16="http://schemas.microsoft.com/office/drawing/2014/main" id="{2D3066B7-E2D2-434C-8153-0143599C9485}"/>
              </a:ext>
            </a:extLst>
          </p:cNvPr>
          <p:cNvSpPr/>
          <p:nvPr/>
        </p:nvSpPr>
        <p:spPr>
          <a:xfrm>
            <a:off x="8816561" y="1975908"/>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5</a:t>
            </a:r>
          </a:p>
          <a:p>
            <a:pPr algn="ctr"/>
            <a:r>
              <a:rPr lang="fr-FR" sz="1000" dirty="0">
                <a:solidFill>
                  <a:schemeClr val="tx1"/>
                </a:solidFill>
              </a:rPr>
              <a:t>Durée</a:t>
            </a:r>
          </a:p>
        </p:txBody>
      </p:sp>
      <p:sp>
        <p:nvSpPr>
          <p:cNvPr id="9" name="Rectangle 8">
            <a:extLst>
              <a:ext uri="{FF2B5EF4-FFF2-40B4-BE49-F238E27FC236}">
                <a16:creationId xmlns:a16="http://schemas.microsoft.com/office/drawing/2014/main" id="{A1B4DBD6-651E-4D56-8E04-EB57BB53E0C6}"/>
              </a:ext>
            </a:extLst>
          </p:cNvPr>
          <p:cNvSpPr/>
          <p:nvPr/>
        </p:nvSpPr>
        <p:spPr>
          <a:xfrm>
            <a:off x="10443750" y="1968144"/>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6</a:t>
            </a:r>
          </a:p>
          <a:p>
            <a:pPr algn="ctr"/>
            <a:r>
              <a:rPr lang="fr-FR" sz="1000" dirty="0">
                <a:solidFill>
                  <a:schemeClr val="tx1"/>
                </a:solidFill>
              </a:rPr>
              <a:t>Durée</a:t>
            </a:r>
          </a:p>
        </p:txBody>
      </p:sp>
      <p:sp>
        <p:nvSpPr>
          <p:cNvPr id="11" name="Rectangle 10">
            <a:extLst>
              <a:ext uri="{FF2B5EF4-FFF2-40B4-BE49-F238E27FC236}">
                <a16:creationId xmlns:a16="http://schemas.microsoft.com/office/drawing/2014/main" id="{FD1FBA5B-7DC3-421B-952A-CB7FD9FDF7E6}"/>
              </a:ext>
            </a:extLst>
          </p:cNvPr>
          <p:cNvSpPr/>
          <p:nvPr/>
        </p:nvSpPr>
        <p:spPr>
          <a:xfrm>
            <a:off x="1737417"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24" name="Rectangle 23">
            <a:extLst>
              <a:ext uri="{FF2B5EF4-FFF2-40B4-BE49-F238E27FC236}">
                <a16:creationId xmlns:a16="http://schemas.microsoft.com/office/drawing/2014/main" id="{21018B61-4C1C-4674-BDB6-1EC71F5323A2}"/>
              </a:ext>
            </a:extLst>
          </p:cNvPr>
          <p:cNvSpPr/>
          <p:nvPr/>
        </p:nvSpPr>
        <p:spPr>
          <a:xfrm>
            <a:off x="965260"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30" name="Rectangle 29">
            <a:extLst>
              <a:ext uri="{FF2B5EF4-FFF2-40B4-BE49-F238E27FC236}">
                <a16:creationId xmlns:a16="http://schemas.microsoft.com/office/drawing/2014/main" id="{F0ACCFEE-EB6B-4302-ABD4-3533E97845E8}"/>
              </a:ext>
            </a:extLst>
          </p:cNvPr>
          <p:cNvSpPr/>
          <p:nvPr/>
        </p:nvSpPr>
        <p:spPr>
          <a:xfrm>
            <a:off x="1737417"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44" name="Rectangle 43">
            <a:extLst>
              <a:ext uri="{FF2B5EF4-FFF2-40B4-BE49-F238E27FC236}">
                <a16:creationId xmlns:a16="http://schemas.microsoft.com/office/drawing/2014/main" id="{32035379-A3A3-4629-8BD3-3A0E92EA32F7}"/>
              </a:ext>
            </a:extLst>
          </p:cNvPr>
          <p:cNvSpPr/>
          <p:nvPr/>
        </p:nvSpPr>
        <p:spPr>
          <a:xfrm>
            <a:off x="967344"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7" name="Rectangle 86">
            <a:extLst>
              <a:ext uri="{FF2B5EF4-FFF2-40B4-BE49-F238E27FC236}">
                <a16:creationId xmlns:a16="http://schemas.microsoft.com/office/drawing/2014/main" id="{4F406EE7-AA48-4739-AFA7-D2002A78E728}"/>
              </a:ext>
            </a:extLst>
          </p:cNvPr>
          <p:cNvSpPr/>
          <p:nvPr/>
        </p:nvSpPr>
        <p:spPr>
          <a:xfrm>
            <a:off x="1735333"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8" name="Rectangle 87">
            <a:extLst>
              <a:ext uri="{FF2B5EF4-FFF2-40B4-BE49-F238E27FC236}">
                <a16:creationId xmlns:a16="http://schemas.microsoft.com/office/drawing/2014/main" id="{03EF79CB-6941-4C92-B31A-8E5FC1D75AA3}"/>
              </a:ext>
            </a:extLst>
          </p:cNvPr>
          <p:cNvSpPr/>
          <p:nvPr/>
        </p:nvSpPr>
        <p:spPr>
          <a:xfrm>
            <a:off x="965260"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9" name="Rectangle 88">
            <a:extLst>
              <a:ext uri="{FF2B5EF4-FFF2-40B4-BE49-F238E27FC236}">
                <a16:creationId xmlns:a16="http://schemas.microsoft.com/office/drawing/2014/main" id="{C4F66D19-1BDE-4653-B00A-946B08A1D5A3}"/>
              </a:ext>
            </a:extLst>
          </p:cNvPr>
          <p:cNvSpPr/>
          <p:nvPr/>
        </p:nvSpPr>
        <p:spPr>
          <a:xfrm>
            <a:off x="3627177"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0" name="Rectangle 89">
            <a:extLst>
              <a:ext uri="{FF2B5EF4-FFF2-40B4-BE49-F238E27FC236}">
                <a16:creationId xmlns:a16="http://schemas.microsoft.com/office/drawing/2014/main" id="{8CF957DD-334D-4A08-9062-319406921EB2}"/>
              </a:ext>
            </a:extLst>
          </p:cNvPr>
          <p:cNvSpPr/>
          <p:nvPr/>
        </p:nvSpPr>
        <p:spPr>
          <a:xfrm>
            <a:off x="2855020"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1" name="Rectangle 90">
            <a:extLst>
              <a:ext uri="{FF2B5EF4-FFF2-40B4-BE49-F238E27FC236}">
                <a16:creationId xmlns:a16="http://schemas.microsoft.com/office/drawing/2014/main" id="{CEE39F77-9B57-443A-9695-DA66298C0BC9}"/>
              </a:ext>
            </a:extLst>
          </p:cNvPr>
          <p:cNvSpPr/>
          <p:nvPr/>
        </p:nvSpPr>
        <p:spPr>
          <a:xfrm>
            <a:off x="3627177"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2" name="Rectangle 91">
            <a:extLst>
              <a:ext uri="{FF2B5EF4-FFF2-40B4-BE49-F238E27FC236}">
                <a16:creationId xmlns:a16="http://schemas.microsoft.com/office/drawing/2014/main" id="{B12C3DB9-F800-4559-9757-338C2DA5CC6A}"/>
              </a:ext>
            </a:extLst>
          </p:cNvPr>
          <p:cNvSpPr/>
          <p:nvPr/>
        </p:nvSpPr>
        <p:spPr>
          <a:xfrm>
            <a:off x="2857104"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3" name="Rectangle 92">
            <a:extLst>
              <a:ext uri="{FF2B5EF4-FFF2-40B4-BE49-F238E27FC236}">
                <a16:creationId xmlns:a16="http://schemas.microsoft.com/office/drawing/2014/main" id="{D6201ABF-3269-4574-A1A7-A843DAF1AC58}"/>
              </a:ext>
            </a:extLst>
          </p:cNvPr>
          <p:cNvSpPr/>
          <p:nvPr/>
        </p:nvSpPr>
        <p:spPr>
          <a:xfrm>
            <a:off x="3625093"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4" name="Rectangle 93">
            <a:extLst>
              <a:ext uri="{FF2B5EF4-FFF2-40B4-BE49-F238E27FC236}">
                <a16:creationId xmlns:a16="http://schemas.microsoft.com/office/drawing/2014/main" id="{69B5AD54-7592-4AB7-9309-636B49428FAB}"/>
              </a:ext>
            </a:extLst>
          </p:cNvPr>
          <p:cNvSpPr/>
          <p:nvPr/>
        </p:nvSpPr>
        <p:spPr>
          <a:xfrm>
            <a:off x="2855020"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5" name="Rectangle 94">
            <a:extLst>
              <a:ext uri="{FF2B5EF4-FFF2-40B4-BE49-F238E27FC236}">
                <a16:creationId xmlns:a16="http://schemas.microsoft.com/office/drawing/2014/main" id="{7CF65E5F-35E7-46F8-BE1F-A89BB8357A58}"/>
              </a:ext>
            </a:extLst>
          </p:cNvPr>
          <p:cNvSpPr/>
          <p:nvPr/>
        </p:nvSpPr>
        <p:spPr>
          <a:xfrm>
            <a:off x="5570766"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6" name="Rectangle 95">
            <a:extLst>
              <a:ext uri="{FF2B5EF4-FFF2-40B4-BE49-F238E27FC236}">
                <a16:creationId xmlns:a16="http://schemas.microsoft.com/office/drawing/2014/main" id="{51DA1A02-BC93-4887-9F91-8F778E816814}"/>
              </a:ext>
            </a:extLst>
          </p:cNvPr>
          <p:cNvSpPr/>
          <p:nvPr/>
        </p:nvSpPr>
        <p:spPr>
          <a:xfrm>
            <a:off x="4798609"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7" name="Rectangle 96">
            <a:extLst>
              <a:ext uri="{FF2B5EF4-FFF2-40B4-BE49-F238E27FC236}">
                <a16:creationId xmlns:a16="http://schemas.microsoft.com/office/drawing/2014/main" id="{834BC434-E1C7-491F-87AE-2F862376AFB6}"/>
              </a:ext>
            </a:extLst>
          </p:cNvPr>
          <p:cNvSpPr/>
          <p:nvPr/>
        </p:nvSpPr>
        <p:spPr>
          <a:xfrm>
            <a:off x="5570766"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8" name="Rectangle 97">
            <a:extLst>
              <a:ext uri="{FF2B5EF4-FFF2-40B4-BE49-F238E27FC236}">
                <a16:creationId xmlns:a16="http://schemas.microsoft.com/office/drawing/2014/main" id="{F815601B-AAD7-4DC6-A9EF-425E40116AA1}"/>
              </a:ext>
            </a:extLst>
          </p:cNvPr>
          <p:cNvSpPr/>
          <p:nvPr/>
        </p:nvSpPr>
        <p:spPr>
          <a:xfrm>
            <a:off x="4800693"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9" name="Rectangle 98">
            <a:extLst>
              <a:ext uri="{FF2B5EF4-FFF2-40B4-BE49-F238E27FC236}">
                <a16:creationId xmlns:a16="http://schemas.microsoft.com/office/drawing/2014/main" id="{0356CC02-C85B-4D4F-B5FA-1B645E078DDF}"/>
              </a:ext>
            </a:extLst>
          </p:cNvPr>
          <p:cNvSpPr/>
          <p:nvPr/>
        </p:nvSpPr>
        <p:spPr>
          <a:xfrm>
            <a:off x="5568682"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0" name="Rectangle 99">
            <a:extLst>
              <a:ext uri="{FF2B5EF4-FFF2-40B4-BE49-F238E27FC236}">
                <a16:creationId xmlns:a16="http://schemas.microsoft.com/office/drawing/2014/main" id="{4F750803-6937-4200-ADEB-0F757F622361}"/>
              </a:ext>
            </a:extLst>
          </p:cNvPr>
          <p:cNvSpPr/>
          <p:nvPr/>
        </p:nvSpPr>
        <p:spPr>
          <a:xfrm>
            <a:off x="4798609"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1" name="Rectangle 100">
            <a:extLst>
              <a:ext uri="{FF2B5EF4-FFF2-40B4-BE49-F238E27FC236}">
                <a16:creationId xmlns:a16="http://schemas.microsoft.com/office/drawing/2014/main" id="{39BD8E9F-5E73-4D42-933B-9D5F905FA034}"/>
              </a:ext>
            </a:extLst>
          </p:cNvPr>
          <p:cNvSpPr/>
          <p:nvPr/>
        </p:nvSpPr>
        <p:spPr>
          <a:xfrm>
            <a:off x="7425692"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2" name="Rectangle 101">
            <a:extLst>
              <a:ext uri="{FF2B5EF4-FFF2-40B4-BE49-F238E27FC236}">
                <a16:creationId xmlns:a16="http://schemas.microsoft.com/office/drawing/2014/main" id="{6482F8CF-C49C-470C-A8DA-E99C2EA160E6}"/>
              </a:ext>
            </a:extLst>
          </p:cNvPr>
          <p:cNvSpPr/>
          <p:nvPr/>
        </p:nvSpPr>
        <p:spPr>
          <a:xfrm>
            <a:off x="6653535"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3" name="Rectangle 102">
            <a:extLst>
              <a:ext uri="{FF2B5EF4-FFF2-40B4-BE49-F238E27FC236}">
                <a16:creationId xmlns:a16="http://schemas.microsoft.com/office/drawing/2014/main" id="{35ADA2EF-2CFD-4204-9A48-94546F6F0E1F}"/>
              </a:ext>
            </a:extLst>
          </p:cNvPr>
          <p:cNvSpPr/>
          <p:nvPr/>
        </p:nvSpPr>
        <p:spPr>
          <a:xfrm>
            <a:off x="7425692"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4" name="Rectangle 103">
            <a:extLst>
              <a:ext uri="{FF2B5EF4-FFF2-40B4-BE49-F238E27FC236}">
                <a16:creationId xmlns:a16="http://schemas.microsoft.com/office/drawing/2014/main" id="{1E48DC1C-F051-4734-8A91-5BD43829FCA0}"/>
              </a:ext>
            </a:extLst>
          </p:cNvPr>
          <p:cNvSpPr/>
          <p:nvPr/>
        </p:nvSpPr>
        <p:spPr>
          <a:xfrm>
            <a:off x="6655619"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5" name="Rectangle 104">
            <a:extLst>
              <a:ext uri="{FF2B5EF4-FFF2-40B4-BE49-F238E27FC236}">
                <a16:creationId xmlns:a16="http://schemas.microsoft.com/office/drawing/2014/main" id="{CE3D78EC-352B-4BC0-B20C-88DFEE66CF0A}"/>
              </a:ext>
            </a:extLst>
          </p:cNvPr>
          <p:cNvSpPr/>
          <p:nvPr/>
        </p:nvSpPr>
        <p:spPr>
          <a:xfrm>
            <a:off x="7423608"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6" name="Rectangle 105">
            <a:extLst>
              <a:ext uri="{FF2B5EF4-FFF2-40B4-BE49-F238E27FC236}">
                <a16:creationId xmlns:a16="http://schemas.microsoft.com/office/drawing/2014/main" id="{8802C627-AB0C-4390-AFE3-6F2BDB5ADAD1}"/>
              </a:ext>
            </a:extLst>
          </p:cNvPr>
          <p:cNvSpPr/>
          <p:nvPr/>
        </p:nvSpPr>
        <p:spPr>
          <a:xfrm>
            <a:off x="6653535"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7" name="Rectangle 106">
            <a:extLst>
              <a:ext uri="{FF2B5EF4-FFF2-40B4-BE49-F238E27FC236}">
                <a16:creationId xmlns:a16="http://schemas.microsoft.com/office/drawing/2014/main" id="{5DA4A055-D88A-4064-AA7E-6F420512AC76}"/>
              </a:ext>
            </a:extLst>
          </p:cNvPr>
          <p:cNvSpPr/>
          <p:nvPr/>
        </p:nvSpPr>
        <p:spPr>
          <a:xfrm>
            <a:off x="9224356"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8" name="Rectangle 107">
            <a:extLst>
              <a:ext uri="{FF2B5EF4-FFF2-40B4-BE49-F238E27FC236}">
                <a16:creationId xmlns:a16="http://schemas.microsoft.com/office/drawing/2014/main" id="{F477BD93-7AB5-4491-9AFE-8C4E1B365C5B}"/>
              </a:ext>
            </a:extLst>
          </p:cNvPr>
          <p:cNvSpPr/>
          <p:nvPr/>
        </p:nvSpPr>
        <p:spPr>
          <a:xfrm>
            <a:off x="8452199"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9" name="Rectangle 108">
            <a:extLst>
              <a:ext uri="{FF2B5EF4-FFF2-40B4-BE49-F238E27FC236}">
                <a16:creationId xmlns:a16="http://schemas.microsoft.com/office/drawing/2014/main" id="{CD120596-8592-48BF-86E2-E730C5C04D3E}"/>
              </a:ext>
            </a:extLst>
          </p:cNvPr>
          <p:cNvSpPr/>
          <p:nvPr/>
        </p:nvSpPr>
        <p:spPr>
          <a:xfrm>
            <a:off x="9224356"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0" name="Rectangle 109">
            <a:extLst>
              <a:ext uri="{FF2B5EF4-FFF2-40B4-BE49-F238E27FC236}">
                <a16:creationId xmlns:a16="http://schemas.microsoft.com/office/drawing/2014/main" id="{B3C35506-2247-4E7B-9EBC-02A574347CDC}"/>
              </a:ext>
            </a:extLst>
          </p:cNvPr>
          <p:cNvSpPr/>
          <p:nvPr/>
        </p:nvSpPr>
        <p:spPr>
          <a:xfrm>
            <a:off x="8454283"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1" name="Rectangle 110">
            <a:extLst>
              <a:ext uri="{FF2B5EF4-FFF2-40B4-BE49-F238E27FC236}">
                <a16:creationId xmlns:a16="http://schemas.microsoft.com/office/drawing/2014/main" id="{1018EA07-F571-4418-A6A6-FB759F0E5C65}"/>
              </a:ext>
            </a:extLst>
          </p:cNvPr>
          <p:cNvSpPr/>
          <p:nvPr/>
        </p:nvSpPr>
        <p:spPr>
          <a:xfrm>
            <a:off x="9222272"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2" name="Rectangle 111">
            <a:extLst>
              <a:ext uri="{FF2B5EF4-FFF2-40B4-BE49-F238E27FC236}">
                <a16:creationId xmlns:a16="http://schemas.microsoft.com/office/drawing/2014/main" id="{F030B467-53CA-4EEC-B58E-E53D99B80181}"/>
              </a:ext>
            </a:extLst>
          </p:cNvPr>
          <p:cNvSpPr/>
          <p:nvPr/>
        </p:nvSpPr>
        <p:spPr>
          <a:xfrm>
            <a:off x="8452199"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3" name="Rectangle 112">
            <a:extLst>
              <a:ext uri="{FF2B5EF4-FFF2-40B4-BE49-F238E27FC236}">
                <a16:creationId xmlns:a16="http://schemas.microsoft.com/office/drawing/2014/main" id="{F303A607-10B5-4E36-B151-EB6145C6CAD6}"/>
              </a:ext>
            </a:extLst>
          </p:cNvPr>
          <p:cNvSpPr/>
          <p:nvPr/>
        </p:nvSpPr>
        <p:spPr>
          <a:xfrm>
            <a:off x="10944821" y="2891641"/>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4" name="Rectangle 113">
            <a:extLst>
              <a:ext uri="{FF2B5EF4-FFF2-40B4-BE49-F238E27FC236}">
                <a16:creationId xmlns:a16="http://schemas.microsoft.com/office/drawing/2014/main" id="{57DAAC7A-813F-4ED3-931A-6E63318DA4D3}"/>
              </a:ext>
            </a:extLst>
          </p:cNvPr>
          <p:cNvSpPr/>
          <p:nvPr/>
        </p:nvSpPr>
        <p:spPr>
          <a:xfrm>
            <a:off x="10172664" y="2891641"/>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5" name="Rectangle 114">
            <a:extLst>
              <a:ext uri="{FF2B5EF4-FFF2-40B4-BE49-F238E27FC236}">
                <a16:creationId xmlns:a16="http://schemas.microsoft.com/office/drawing/2014/main" id="{E330BB5D-0E8A-40D2-A7E6-3491918A7A81}"/>
              </a:ext>
            </a:extLst>
          </p:cNvPr>
          <p:cNvSpPr/>
          <p:nvPr/>
        </p:nvSpPr>
        <p:spPr>
          <a:xfrm>
            <a:off x="10944821" y="3960245"/>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6" name="Rectangle 115">
            <a:extLst>
              <a:ext uri="{FF2B5EF4-FFF2-40B4-BE49-F238E27FC236}">
                <a16:creationId xmlns:a16="http://schemas.microsoft.com/office/drawing/2014/main" id="{74F406F9-5D6A-4220-99CF-99C0B0FA2081}"/>
              </a:ext>
            </a:extLst>
          </p:cNvPr>
          <p:cNvSpPr/>
          <p:nvPr/>
        </p:nvSpPr>
        <p:spPr>
          <a:xfrm>
            <a:off x="10174748" y="3960245"/>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7" name="Rectangle 116">
            <a:extLst>
              <a:ext uri="{FF2B5EF4-FFF2-40B4-BE49-F238E27FC236}">
                <a16:creationId xmlns:a16="http://schemas.microsoft.com/office/drawing/2014/main" id="{71E16541-E7E9-4F78-9449-5B800F020C6A}"/>
              </a:ext>
            </a:extLst>
          </p:cNvPr>
          <p:cNvSpPr/>
          <p:nvPr/>
        </p:nvSpPr>
        <p:spPr>
          <a:xfrm>
            <a:off x="10942737" y="5026186"/>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8" name="Rectangle 117">
            <a:extLst>
              <a:ext uri="{FF2B5EF4-FFF2-40B4-BE49-F238E27FC236}">
                <a16:creationId xmlns:a16="http://schemas.microsoft.com/office/drawing/2014/main" id="{C030CFF9-E125-44D4-B2FF-829CD4A53D75}"/>
              </a:ext>
            </a:extLst>
          </p:cNvPr>
          <p:cNvSpPr/>
          <p:nvPr/>
        </p:nvSpPr>
        <p:spPr>
          <a:xfrm>
            <a:off x="10172664" y="5026186"/>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9" name="Rectangle 118">
            <a:extLst>
              <a:ext uri="{FF2B5EF4-FFF2-40B4-BE49-F238E27FC236}">
                <a16:creationId xmlns:a16="http://schemas.microsoft.com/office/drawing/2014/main" id="{97493620-6853-422D-9D68-24558B1B5DAD}"/>
              </a:ext>
            </a:extLst>
          </p:cNvPr>
          <p:cNvSpPr/>
          <p:nvPr/>
        </p:nvSpPr>
        <p:spPr>
          <a:xfrm>
            <a:off x="1352035"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0" name="Rectangle 119">
            <a:extLst>
              <a:ext uri="{FF2B5EF4-FFF2-40B4-BE49-F238E27FC236}">
                <a16:creationId xmlns:a16="http://schemas.microsoft.com/office/drawing/2014/main" id="{5BECF7D2-B7AD-41A4-A308-FB5EDB96A1DB}"/>
              </a:ext>
            </a:extLst>
          </p:cNvPr>
          <p:cNvSpPr/>
          <p:nvPr/>
        </p:nvSpPr>
        <p:spPr>
          <a:xfrm>
            <a:off x="3241795"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1" name="Rectangle 120">
            <a:extLst>
              <a:ext uri="{FF2B5EF4-FFF2-40B4-BE49-F238E27FC236}">
                <a16:creationId xmlns:a16="http://schemas.microsoft.com/office/drawing/2014/main" id="{7236168D-9A02-4B3F-BE15-796D463DA6DB}"/>
              </a:ext>
            </a:extLst>
          </p:cNvPr>
          <p:cNvSpPr/>
          <p:nvPr/>
        </p:nvSpPr>
        <p:spPr>
          <a:xfrm>
            <a:off x="5188541"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2" name="Rectangle 121">
            <a:extLst>
              <a:ext uri="{FF2B5EF4-FFF2-40B4-BE49-F238E27FC236}">
                <a16:creationId xmlns:a16="http://schemas.microsoft.com/office/drawing/2014/main" id="{62E025C9-265F-4AF4-A12F-7B7EA35E768A}"/>
              </a:ext>
            </a:extLst>
          </p:cNvPr>
          <p:cNvSpPr/>
          <p:nvPr/>
        </p:nvSpPr>
        <p:spPr>
          <a:xfrm>
            <a:off x="7056702"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3" name="Rectangle 122">
            <a:extLst>
              <a:ext uri="{FF2B5EF4-FFF2-40B4-BE49-F238E27FC236}">
                <a16:creationId xmlns:a16="http://schemas.microsoft.com/office/drawing/2014/main" id="{E0545709-4C3B-4674-A789-9727F469BC32}"/>
              </a:ext>
            </a:extLst>
          </p:cNvPr>
          <p:cNvSpPr/>
          <p:nvPr/>
        </p:nvSpPr>
        <p:spPr>
          <a:xfrm>
            <a:off x="8838974"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4" name="Rectangle 123">
            <a:extLst>
              <a:ext uri="{FF2B5EF4-FFF2-40B4-BE49-F238E27FC236}">
                <a16:creationId xmlns:a16="http://schemas.microsoft.com/office/drawing/2014/main" id="{52AA3A51-016A-4EE2-A361-4A7DB6F21713}"/>
              </a:ext>
            </a:extLst>
          </p:cNvPr>
          <p:cNvSpPr/>
          <p:nvPr/>
        </p:nvSpPr>
        <p:spPr>
          <a:xfrm>
            <a:off x="10559439" y="6092127"/>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Tree>
    <p:extLst>
      <p:ext uri="{BB962C8B-B14F-4D97-AF65-F5344CB8AC3E}">
        <p14:creationId xmlns:p14="http://schemas.microsoft.com/office/powerpoint/2010/main" val="69534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341282"/>
            <a:ext cx="2832018" cy="823912"/>
          </a:xfrm>
          <a:solidFill>
            <a:srgbClr val="0683AA"/>
          </a:solidFill>
        </p:spPr>
        <p:txBody>
          <a:bodyPr anchor="ctr">
            <a:normAutofit/>
          </a:bodyPr>
          <a:lstStyle/>
          <a:p>
            <a:r>
              <a:rPr lang="fr-FR" sz="2000" dirty="0"/>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165194"/>
            <a:ext cx="2832018" cy="2350363"/>
          </a:xfrm>
          <a:solidFill>
            <a:schemeClr val="accent5">
              <a:lumMod val="20000"/>
              <a:lumOff val="80000"/>
            </a:schemeClr>
          </a:solidFill>
        </p:spPr>
        <p:txBody>
          <a:bodyPr>
            <a:normAutofit/>
          </a:bodyPr>
          <a:lstStyle/>
          <a:p>
            <a:pPr marL="0" indent="0">
              <a:buNone/>
            </a:pPr>
            <a:r>
              <a:rPr lang="fr-FR" sz="1200" dirty="0"/>
              <a:t>Apprendre à créer un atelier d’intelligence collective</a:t>
            </a:r>
          </a:p>
          <a:p>
            <a:pPr marL="0" indent="0">
              <a:buNone/>
            </a:pPr>
            <a:endParaRPr lang="fr-FR" sz="1200" dirty="0"/>
          </a:p>
          <a:p>
            <a:pPr marL="0" indent="0">
              <a:buNone/>
            </a:pPr>
            <a:r>
              <a:rPr lang="fr-FR" sz="1200" dirty="0"/>
              <a:t>Apprendre ce qui définit un atelier d’intelligence collective</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341282"/>
            <a:ext cx="2845965" cy="823912"/>
          </a:xfrm>
          <a:solidFill>
            <a:srgbClr val="ED7D31"/>
          </a:solidFill>
        </p:spPr>
        <p:txBody>
          <a:bodyPr anchor="ctr">
            <a:normAutofit/>
          </a:bodyPr>
          <a:lstStyle/>
          <a:p>
            <a:r>
              <a:rPr lang="fr-FR" sz="2000" dirty="0"/>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165194"/>
            <a:ext cx="2845965" cy="2350363"/>
          </a:xfrm>
          <a:solidFill>
            <a:schemeClr val="accent2">
              <a:lumMod val="20000"/>
              <a:lumOff val="80000"/>
            </a:schemeClr>
          </a:solidFill>
        </p:spPr>
        <p:txBody>
          <a:bodyPr>
            <a:normAutofit/>
          </a:bodyPr>
          <a:lstStyle/>
          <a:p>
            <a:pPr marL="0" indent="0">
              <a:buNone/>
            </a:pPr>
            <a:r>
              <a:rPr lang="fr-FR" sz="1200" dirty="0"/>
              <a:t>Obtenir en quelques minutes un atelier d’intelligence collective qui correspond à un besoin</a:t>
            </a:r>
          </a:p>
          <a:p>
            <a:pPr marL="0" indent="0">
              <a:buNone/>
            </a:pPr>
            <a:endParaRPr lang="fr-FR" sz="1200" dirty="0"/>
          </a:p>
          <a:p>
            <a:pPr marL="0" indent="0">
              <a:buNone/>
            </a:pPr>
            <a:r>
              <a:rPr lang="fr-FR" sz="1200" dirty="0"/>
              <a:t>Prérequis : Vous avez déjà en tête l’objectif de l’atelier que vous souhaitez créer</a:t>
            </a:r>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341282"/>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165194"/>
            <a:ext cx="2832018" cy="235036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Responsables de communauté</a:t>
            </a:r>
          </a:p>
          <a:p>
            <a:pPr marL="0" indent="0">
              <a:buNone/>
            </a:pPr>
            <a:r>
              <a:rPr lang="fr-FR" sz="1200" dirty="0"/>
              <a:t>Responsables d’ateliers de travail</a:t>
            </a:r>
          </a:p>
          <a:p>
            <a:pPr marL="0" indent="0">
              <a:buNone/>
            </a:pPr>
            <a:r>
              <a:rPr lang="fr-FR" sz="1200" dirty="0"/>
              <a:t>Formateurs débutants</a:t>
            </a:r>
          </a:p>
          <a:p>
            <a:pPr marL="0" indent="0">
              <a:buNone/>
            </a:pPr>
            <a:r>
              <a:rPr lang="fr-FR" sz="1200" dirty="0"/>
              <a:t>Coachs Agiles débutants</a:t>
            </a:r>
          </a:p>
          <a:p>
            <a:pPr marL="0" indent="0">
              <a:buNone/>
            </a:pPr>
            <a:r>
              <a:rPr lang="fr-FR" sz="1200" dirty="0"/>
              <a:t>SCRUM Master débutants</a:t>
            </a:r>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341282"/>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Problèmes et défis adressés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165194"/>
            <a:ext cx="2832018" cy="235036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Globalement vous savez comment se passe un atelier d’intelligence collective</a:t>
            </a:r>
          </a:p>
          <a:p>
            <a:pPr marL="0" indent="0">
              <a:buNone/>
            </a:pPr>
            <a:r>
              <a:rPr lang="fr-FR" sz="1200" dirty="0"/>
              <a:t>Vous souhaiteriez ne plus vous arrêter à réutiliser des ateliers tout prêts, qui semblent populaires mais jamais vraiment adaptés à votre besoin.</a:t>
            </a:r>
          </a:p>
          <a:p>
            <a:pPr marL="0" indent="0">
              <a:buNone/>
            </a:pPr>
            <a:r>
              <a:rPr lang="fr-FR" sz="1200" dirty="0"/>
              <a:t>Vous souhaitez créer un atelier d’intelligence collective de toutes pièces et maîtriser ce sujet à l’avenir</a:t>
            </a:r>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41537" y="3661531"/>
            <a:ext cx="3753555" cy="8239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Sujets non couverts</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41537" y="4485443"/>
            <a:ext cx="3753555" cy="2163932"/>
          </a:xfrm>
          <a:prstGeom prst="rect">
            <a:avLst/>
          </a:prstGeom>
          <a:solidFill>
            <a:schemeClr val="accent5">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Animation de l’atelier d’intelligence collective</a:t>
            </a:r>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81874" y="3661531"/>
            <a:ext cx="3865481" cy="823912"/>
          </a:xfrm>
          <a:prstGeom prst="rect">
            <a:avLst/>
          </a:prstGeom>
          <a:solidFill>
            <a:srgbClr val="ED7D31"/>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Avec quoi compléter ?</a:t>
            </a:r>
            <a:endParaRPr lang="fr-FR" sz="2000" dirty="0"/>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81874" y="4485443"/>
            <a:ext cx="3865481"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Outils conseillant sur la facilitation</a:t>
            </a:r>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34137" y="3661531"/>
            <a:ext cx="3440612" cy="823912"/>
          </a:xfrm>
          <a:prstGeom prst="rect">
            <a:avLst/>
          </a:prstGeom>
          <a:solidFill>
            <a:schemeClr val="bg1">
              <a:lumMod val="75000"/>
            </a:schemeClr>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Ce qu’on suppose des utilisateurs au-delà de la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34137" y="4485443"/>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Vous avez l’envie d’apprendre l’intelligence collective et comment l’animer dans des ateliers de travail. Vous êtes sur un chemin de maîtrise pas à pas, et souhaitez passer au concret en termes de création. </a:t>
            </a:r>
          </a:p>
          <a:p>
            <a:pPr marL="0" indent="0">
              <a:buNone/>
            </a:pPr>
            <a:r>
              <a:rPr lang="fr-FR" sz="1200" dirty="0"/>
              <a:t>Vous savez agir et raisonner par étapes pour dérouler progressivement votre atelier d’intelligence collective.</a:t>
            </a:r>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dirty="0"/>
              <a:t>Historique des modifications et licences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4146454586"/>
              </p:ext>
            </p:extLst>
          </p:nvPr>
        </p:nvGraphicFramePr>
        <p:xfrm>
          <a:off x="478172" y="1532010"/>
          <a:ext cx="11409028" cy="4302760"/>
        </p:xfrm>
        <a:graphic>
          <a:graphicData uri="http://schemas.openxmlformats.org/drawingml/2006/table">
            <a:tbl>
              <a:tblPr firstRow="1" bandRow="1">
                <a:tableStyleId>{21E4AEA4-8DFA-4A89-87EB-49C32662AFE0}</a:tableStyleId>
              </a:tblPr>
              <a:tblGrid>
                <a:gridCol w="2852257">
                  <a:extLst>
                    <a:ext uri="{9D8B030D-6E8A-4147-A177-3AD203B41FA5}">
                      <a16:colId xmlns:a16="http://schemas.microsoft.com/office/drawing/2014/main" val="3807656759"/>
                    </a:ext>
                  </a:extLst>
                </a:gridCol>
                <a:gridCol w="2852257">
                  <a:extLst>
                    <a:ext uri="{9D8B030D-6E8A-4147-A177-3AD203B41FA5}">
                      <a16:colId xmlns:a16="http://schemas.microsoft.com/office/drawing/2014/main" val="2648948851"/>
                    </a:ext>
                  </a:extLst>
                </a:gridCol>
                <a:gridCol w="2852257">
                  <a:extLst>
                    <a:ext uri="{9D8B030D-6E8A-4147-A177-3AD203B41FA5}">
                      <a16:colId xmlns:a16="http://schemas.microsoft.com/office/drawing/2014/main" val="285982558"/>
                    </a:ext>
                  </a:extLst>
                </a:gridCol>
                <a:gridCol w="285225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dirty="0"/>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sz="1200" dirty="0"/>
                        <a:t>1</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Version de lancement</a:t>
                      </a:r>
                    </a:p>
                    <a:p>
                      <a:r>
                        <a:rPr lang="fr-FR" sz="1200" dirty="0"/>
                        <a:t>Cartes créées avec </a:t>
                      </a:r>
                      <a:r>
                        <a:rPr lang="fr-FR" sz="1200" dirty="0" err="1"/>
                        <a:t>Card</a:t>
                      </a:r>
                      <a:r>
                        <a:rPr lang="fr-FR" sz="1200" dirty="0"/>
                        <a:t> Creator</a:t>
                      </a:r>
                    </a:p>
                  </a:txBody>
                  <a:tcPr/>
                </a:tc>
                <a:extLst>
                  <a:ext uri="{0D108BD9-81ED-4DB2-BD59-A6C34878D82A}">
                    <a16:rowId xmlns:a16="http://schemas.microsoft.com/office/drawing/2014/main" val="2337500579"/>
                  </a:ext>
                </a:extLst>
              </a:tr>
              <a:tr h="370840">
                <a:tc>
                  <a:txBody>
                    <a:bodyPr/>
                    <a:lstStyle/>
                    <a:p>
                      <a:r>
                        <a:rPr lang="fr-FR"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Alexandre QUACH</a:t>
                      </a:r>
                    </a:p>
                  </a:txBody>
                  <a:tcPr/>
                </a:tc>
                <a:tc>
                  <a:txBody>
                    <a:bodyPr/>
                    <a:lstStyle/>
                    <a:p>
                      <a:r>
                        <a:rPr lang="fr-FR" sz="1200" dirty="0"/>
                        <a:t>CC-BY</a:t>
                      </a:r>
                    </a:p>
                  </a:txBody>
                  <a:tcPr/>
                </a:tc>
                <a:tc>
                  <a:txBody>
                    <a:bodyPr/>
                    <a:lstStyle/>
                    <a:p>
                      <a:r>
                        <a:rPr lang="fr-FR" sz="1200" dirty="0"/>
                        <a:t>Version simplifiée</a:t>
                      </a:r>
                    </a:p>
                    <a:p>
                      <a:r>
                        <a:rPr lang="fr-FR" sz="1200" dirty="0"/>
                        <a:t>Pas d’information sur les combinaisons mais cartes plus lisibles</a:t>
                      </a:r>
                    </a:p>
                    <a:p>
                      <a:r>
                        <a:rPr lang="fr-FR" sz="1200" dirty="0"/>
                        <a:t>Les cartes simplifiées de la 2 peuvent servir de « RECTO » tandis que le version (1.0, version avec détails) peuvent servir de verso.</a:t>
                      </a:r>
                    </a:p>
                    <a:p>
                      <a:endParaRPr lang="fr-FR" sz="1200" dirty="0"/>
                    </a:p>
                    <a:p>
                      <a:r>
                        <a:rPr lang="fr-FR" sz="1200" dirty="0"/>
                        <a:t>Ajout d’une catégorie « Ressenti cible »</a:t>
                      </a:r>
                    </a:p>
                    <a:p>
                      <a:r>
                        <a:rPr lang="fr-FR" sz="1200" dirty="0"/>
                        <a:t>Seul le RECTO de cette nouvelle catégorie a été créé</a:t>
                      </a:r>
                    </a:p>
                  </a:txBody>
                  <a:tcPr/>
                </a:tc>
                <a:extLst>
                  <a:ext uri="{0D108BD9-81ED-4DB2-BD59-A6C34878D82A}">
                    <a16:rowId xmlns:a16="http://schemas.microsoft.com/office/drawing/2014/main" val="3565347869"/>
                  </a:ext>
                </a:extLst>
              </a:tr>
              <a:tr h="370840">
                <a:tc>
                  <a:txBody>
                    <a:bodyPr/>
                    <a:lstStyle/>
                    <a:p>
                      <a:r>
                        <a:rPr lang="fr-FR" sz="1200" dirty="0"/>
                        <a:t>3, 4, 5</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Ajout des extensions (voir détail ci-dessous)</a:t>
                      </a:r>
                    </a:p>
                  </a:txBody>
                  <a:tcPr/>
                </a:tc>
                <a:extLst>
                  <a:ext uri="{0D108BD9-81ED-4DB2-BD59-A6C34878D82A}">
                    <a16:rowId xmlns:a16="http://schemas.microsoft.com/office/drawing/2014/main" val="26495474"/>
                  </a:ext>
                </a:extLst>
              </a:tr>
              <a:tr h="370840">
                <a:tc>
                  <a:txBody>
                    <a:bodyPr/>
                    <a:lstStyle/>
                    <a:p>
                      <a:r>
                        <a:rPr lang="fr-FR" sz="1200" dirty="0"/>
                        <a:t>6</a:t>
                      </a:r>
                    </a:p>
                  </a:txBody>
                  <a:tcPr/>
                </a:tc>
                <a:tc>
                  <a:txBody>
                    <a:bodyPr/>
                    <a:lstStyle/>
                    <a:p>
                      <a:r>
                        <a:rPr lang="fr-FR" sz="1200" dirty="0"/>
                        <a:t>Alexandre QUACH, Céline PIGNATARI</a:t>
                      </a:r>
                    </a:p>
                  </a:txBody>
                  <a:tcPr/>
                </a:tc>
                <a:tc>
                  <a:txBody>
                    <a:bodyPr/>
                    <a:lstStyle/>
                    <a:p>
                      <a:r>
                        <a:rPr lang="fr-FR" sz="1200" dirty="0"/>
                        <a:t>CC-BY</a:t>
                      </a:r>
                    </a:p>
                  </a:txBody>
                  <a:tcPr/>
                </a:tc>
                <a:tc>
                  <a:txBody>
                    <a:bodyPr/>
                    <a:lstStyle/>
                    <a:p>
                      <a:r>
                        <a:rPr lang="fr-FR" sz="1200" dirty="0"/>
                        <a:t>Cartes sur l’état initial des participants</a:t>
                      </a:r>
                    </a:p>
                    <a:p>
                      <a:r>
                        <a:rPr lang="fr-FR" sz="1200" dirty="0"/>
                        <a:t>Ajout de l’approche en 3 temps</a:t>
                      </a:r>
                    </a:p>
                  </a:txBody>
                  <a:tcPr/>
                </a:tc>
                <a:extLst>
                  <a:ext uri="{0D108BD9-81ED-4DB2-BD59-A6C34878D82A}">
                    <a16:rowId xmlns:a16="http://schemas.microsoft.com/office/drawing/2014/main" val="3632454121"/>
                  </a:ext>
                </a:extLst>
              </a:tr>
              <a:tr h="370840">
                <a:tc>
                  <a:txBody>
                    <a:bodyPr/>
                    <a:lstStyle/>
                    <a:p>
                      <a:r>
                        <a:rPr lang="fr-FR" sz="1200" dirty="0"/>
                        <a:t>7</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Extension sur la préparation d’événement</a:t>
                      </a:r>
                    </a:p>
                    <a:p>
                      <a:r>
                        <a:rPr lang="fr-FR" sz="1200" dirty="0"/>
                        <a:t>Ajouts de matériels supplémentaires</a:t>
                      </a:r>
                    </a:p>
                  </a:txBody>
                  <a:tcPr/>
                </a:tc>
                <a:extLst>
                  <a:ext uri="{0D108BD9-81ED-4DB2-BD59-A6C34878D82A}">
                    <a16:rowId xmlns:a16="http://schemas.microsoft.com/office/drawing/2014/main" val="2247561362"/>
                  </a:ext>
                </a:extLst>
              </a:tr>
            </a:tbl>
          </a:graphicData>
        </a:graphic>
      </p:graphicFrame>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r>
              <a:rPr lang="fr-FR" sz="2000" dirty="0">
                <a:solidFill>
                  <a:srgbClr val="080808"/>
                </a:solidFill>
              </a:rPr>
              <a:t>Voir sur openseriousgames.org</a:t>
            </a: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Matériel de jeu</a:t>
            </a:r>
            <a:br>
              <a:rPr lang="fr-FR" sz="3600" dirty="0">
                <a:solidFill>
                  <a:srgbClr val="080808"/>
                </a:solidFill>
              </a:rPr>
            </a:br>
            <a:r>
              <a:rPr lang="fr-FR" sz="3600" dirty="0">
                <a:solidFill>
                  <a:srgbClr val="080808"/>
                </a:solidFill>
              </a:rPr>
              <a:t>Cartes</a:t>
            </a: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5102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Sources Eléments graphiques</a:t>
            </a: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8119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89306-04D9-4982-9EBE-938B344A1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102C4642-2AB4-49A1-89D9-3E5C01E99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72577" y="1372793"/>
            <a:ext cx="6135300" cy="5537781"/>
          </a:xfrm>
          <a:custGeom>
            <a:avLst/>
            <a:gdLst>
              <a:gd name="connsiteX0" fmla="*/ 0 w 6135300"/>
              <a:gd name="connsiteY0" fmla="*/ 0 h 5537781"/>
              <a:gd name="connsiteX1" fmla="*/ 6135300 w 6135300"/>
              <a:gd name="connsiteY1" fmla="*/ 0 h 5537781"/>
              <a:gd name="connsiteX2" fmla="*/ 6135300 w 6135300"/>
              <a:gd name="connsiteY2" fmla="*/ 3548931 h 5537781"/>
              <a:gd name="connsiteX3" fmla="*/ 4146451 w 6135300"/>
              <a:gd name="connsiteY3" fmla="*/ 5537781 h 5537781"/>
              <a:gd name="connsiteX4" fmla="*/ 0 w 6135300"/>
              <a:gd name="connsiteY4" fmla="*/ 1391331 h 5537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5537781">
                <a:moveTo>
                  <a:pt x="0" y="0"/>
                </a:moveTo>
                <a:lnTo>
                  <a:pt x="6135300" y="0"/>
                </a:lnTo>
                <a:lnTo>
                  <a:pt x="6135300" y="3548931"/>
                </a:lnTo>
                <a:lnTo>
                  <a:pt x="4146451" y="5537781"/>
                </a:lnTo>
                <a:lnTo>
                  <a:pt x="0" y="1391331"/>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2EAAEF9-78E9-4B67-93B4-CD09F757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69931" y="-1536286"/>
            <a:ext cx="6135300" cy="6135298"/>
          </a:xfrm>
          <a:custGeom>
            <a:avLst/>
            <a:gdLst>
              <a:gd name="connsiteX0" fmla="*/ 0 w 6135300"/>
              <a:gd name="connsiteY0" fmla="*/ 3971712 h 6135298"/>
              <a:gd name="connsiteX1" fmla="*/ 3971712 w 6135300"/>
              <a:gd name="connsiteY1" fmla="*/ 0 h 6135298"/>
              <a:gd name="connsiteX2" fmla="*/ 6135300 w 6135300"/>
              <a:gd name="connsiteY2" fmla="*/ 0 h 6135298"/>
              <a:gd name="connsiteX3" fmla="*/ 6135300 w 6135300"/>
              <a:gd name="connsiteY3" fmla="*/ 6135298 h 6135298"/>
              <a:gd name="connsiteX4" fmla="*/ 0 w 6135300"/>
              <a:gd name="connsiteY4" fmla="*/ 6135298 h 6135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6135298">
                <a:moveTo>
                  <a:pt x="0" y="3971712"/>
                </a:moveTo>
                <a:lnTo>
                  <a:pt x="3971712" y="0"/>
                </a:lnTo>
                <a:lnTo>
                  <a:pt x="6135300" y="0"/>
                </a:lnTo>
                <a:lnTo>
                  <a:pt x="6135300" y="6135298"/>
                </a:lnTo>
                <a:lnTo>
                  <a:pt x="0" y="6135298"/>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CE23D09-8BA3-4FEE-892D-ACE847DC0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050242" y="292975"/>
            <a:ext cx="5056735" cy="9206602"/>
          </a:xfrm>
          <a:custGeom>
            <a:avLst/>
            <a:gdLst>
              <a:gd name="connsiteX0" fmla="*/ 0 w 5053652"/>
              <a:gd name="connsiteY0" fmla="*/ 209273 h 9200989"/>
              <a:gd name="connsiteX1" fmla="*/ 209274 w 5053652"/>
              <a:gd name="connsiteY1" fmla="*/ 0 h 9200989"/>
              <a:gd name="connsiteX2" fmla="*/ 5053652 w 5053652"/>
              <a:gd name="connsiteY2" fmla="*/ 4844379 h 9200989"/>
              <a:gd name="connsiteX3" fmla="*/ 697042 w 5053652"/>
              <a:gd name="connsiteY3" fmla="*/ 9200989 h 9200989"/>
              <a:gd name="connsiteX4" fmla="*/ 0 w 5053652"/>
              <a:gd name="connsiteY4" fmla="*/ 9200989 h 92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652" h="9200989">
                <a:moveTo>
                  <a:pt x="0" y="209273"/>
                </a:moveTo>
                <a:lnTo>
                  <a:pt x="209274" y="0"/>
                </a:lnTo>
                <a:lnTo>
                  <a:pt x="5053652" y="4844379"/>
                </a:lnTo>
                <a:lnTo>
                  <a:pt x="697042" y="9200989"/>
                </a:lnTo>
                <a:lnTo>
                  <a:pt x="0" y="9200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Freeform: Shape 19">
            <a:extLst>
              <a:ext uri="{FF2B5EF4-FFF2-40B4-BE49-F238E27FC236}">
                <a16:creationId xmlns:a16="http://schemas.microsoft.com/office/drawing/2014/main" id="{6BFBE7AA-40DE-4FE5-B385-5CA874501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6 w 5353835"/>
              <a:gd name="connsiteY0" fmla="*/ 5273742 h 5353835"/>
              <a:gd name="connsiteX1" fmla="*/ 4927602 w 5353835"/>
              <a:gd name="connsiteY1" fmla="*/ 5273742 h 5353835"/>
              <a:gd name="connsiteX2" fmla="*/ 4847509 w 5353835"/>
              <a:gd name="connsiteY2" fmla="*/ 5353835 h 5353835"/>
              <a:gd name="connsiteX3" fmla="*/ 770599 w 5353835"/>
              <a:gd name="connsiteY3" fmla="*/ 5353835 h 5353835"/>
              <a:gd name="connsiteX4" fmla="*/ 422575 w 5353835"/>
              <a:gd name="connsiteY4" fmla="*/ 80093 h 5353835"/>
              <a:gd name="connsiteX5" fmla="*/ 502668 w 5353835"/>
              <a:gd name="connsiteY5" fmla="*/ 0 h 5353835"/>
              <a:gd name="connsiteX6" fmla="*/ 5353835 w 5353835"/>
              <a:gd name="connsiteY6" fmla="*/ 0 h 5353835"/>
              <a:gd name="connsiteX7" fmla="*/ 5353835 w 5353835"/>
              <a:gd name="connsiteY7" fmla="*/ 4847509 h 5353835"/>
              <a:gd name="connsiteX8" fmla="*/ 5273742 w 5353835"/>
              <a:gd name="connsiteY8" fmla="*/ 4927602 h 5353835"/>
              <a:gd name="connsiteX9" fmla="*/ 5273742 w 5353835"/>
              <a:gd name="connsiteY9" fmla="*/ 80093 h 5353835"/>
              <a:gd name="connsiteX10" fmla="*/ 0 w 5353835"/>
              <a:gd name="connsiteY10" fmla="*/ 502667 h 5353835"/>
              <a:gd name="connsiteX11" fmla="*/ 80093 w 5353835"/>
              <a:gd name="connsiteY11" fmla="*/ 422574 h 5353835"/>
              <a:gd name="connsiteX12" fmla="*/ 80093 w 5353835"/>
              <a:gd name="connsiteY12" fmla="*/ 4663329 h 5353835"/>
              <a:gd name="connsiteX13" fmla="*/ 0 w 5353835"/>
              <a:gd name="connsiteY13" fmla="*/ 4583236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6" y="5273742"/>
                </a:moveTo>
                <a:lnTo>
                  <a:pt x="4927602" y="5273742"/>
                </a:lnTo>
                <a:lnTo>
                  <a:pt x="4847509" y="5353835"/>
                </a:lnTo>
                <a:lnTo>
                  <a:pt x="770599" y="5353835"/>
                </a:lnTo>
                <a:close/>
                <a:moveTo>
                  <a:pt x="422575" y="80093"/>
                </a:moveTo>
                <a:lnTo>
                  <a:pt x="502668" y="0"/>
                </a:lnTo>
                <a:lnTo>
                  <a:pt x="5353835" y="0"/>
                </a:lnTo>
                <a:lnTo>
                  <a:pt x="5353835" y="4847509"/>
                </a:lnTo>
                <a:lnTo>
                  <a:pt x="5273742" y="4927602"/>
                </a:lnTo>
                <a:lnTo>
                  <a:pt x="5273742" y="80093"/>
                </a:lnTo>
                <a:close/>
                <a:moveTo>
                  <a:pt x="0" y="502667"/>
                </a:moveTo>
                <a:lnTo>
                  <a:pt x="80093" y="422574"/>
                </a:lnTo>
                <a:lnTo>
                  <a:pt x="80093" y="4663329"/>
                </a:lnTo>
                <a:lnTo>
                  <a:pt x="0" y="45832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1116701" y="2452526"/>
            <a:ext cx="4248318" cy="1952947"/>
          </a:xfrm>
          <a:noFill/>
        </p:spPr>
        <p:txBody>
          <a:bodyPr anchor="ctr">
            <a:normAutofit/>
          </a:bodyPr>
          <a:lstStyle/>
          <a:p>
            <a:r>
              <a:rPr lang="en-US" sz="3600">
                <a:solidFill>
                  <a:srgbClr val="080808"/>
                </a:solidFill>
              </a:rPr>
              <a:t>Usages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1991745" y="4557900"/>
            <a:ext cx="2442690" cy="915772"/>
          </a:xfrm>
          <a:noFill/>
        </p:spPr>
        <p:txBody>
          <a:bodyPr>
            <a:normAutofit/>
          </a:bodyPr>
          <a:lstStyle/>
          <a:p>
            <a:endParaRPr lang="en-US" sz="2000">
              <a:solidFill>
                <a:srgbClr val="080808"/>
              </a:solidFill>
            </a:endParaRPr>
          </a:p>
        </p:txBody>
      </p:sp>
      <p:sp>
        <p:nvSpPr>
          <p:cNvPr id="22" name="Isosceles Triangle 21">
            <a:extLst>
              <a:ext uri="{FF2B5EF4-FFF2-40B4-BE49-F238E27FC236}">
                <a16:creationId xmlns:a16="http://schemas.microsoft.com/office/drawing/2014/main" id="{41ACE746-85D5-45EE-8944-61B542B3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026569" y="0"/>
            <a:ext cx="3216074" cy="160803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00BB3E03-CC38-4FA6-9A99-701C62D05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6059" y="4738109"/>
            <a:ext cx="4239780" cy="2119891"/>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0202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E1C7B8-9650-C617-F5E8-F6B0DCA31743}"/>
              </a:ext>
            </a:extLst>
          </p:cNvPr>
          <p:cNvSpPr>
            <a:spLocks noGrp="1"/>
          </p:cNvSpPr>
          <p:nvPr>
            <p:ph type="title"/>
          </p:nvPr>
        </p:nvSpPr>
        <p:spPr/>
        <p:txBody>
          <a:bodyPr/>
          <a:lstStyle/>
          <a:p>
            <a:r>
              <a:rPr lang="fr-FR" dirty="0"/>
              <a:t>Pourquoi les cartes usages des Workshop Design Cards</a:t>
            </a:r>
          </a:p>
        </p:txBody>
      </p:sp>
      <p:sp>
        <p:nvSpPr>
          <p:cNvPr id="3" name="Espace réservé du contenu 2">
            <a:extLst>
              <a:ext uri="{FF2B5EF4-FFF2-40B4-BE49-F238E27FC236}">
                <a16:creationId xmlns:a16="http://schemas.microsoft.com/office/drawing/2014/main" id="{7CD2261E-6C7A-D6CB-59AA-1A975CB647E1}"/>
              </a:ext>
            </a:extLst>
          </p:cNvPr>
          <p:cNvSpPr>
            <a:spLocks noGrp="1"/>
          </p:cNvSpPr>
          <p:nvPr>
            <p:ph idx="1"/>
          </p:nvPr>
        </p:nvSpPr>
        <p:spPr/>
        <p:txBody>
          <a:bodyPr/>
          <a:lstStyle/>
          <a:p>
            <a:r>
              <a:rPr lang="fr-FR" dirty="0"/>
              <a:t>&lt;i&gt;&lt;b&gt;Exemples et Inspirations : &lt;/b&gt;Vous devez créer ou concevoir une journée d'ateliers, ou juste un seul. Vous êtes formateurs, facilitateurs, coachs en entreprise&lt;/i&gt;</a:t>
            </a:r>
          </a:p>
          <a:p>
            <a:endParaRPr lang="fr-FR" dirty="0"/>
          </a:p>
          <a:p>
            <a:r>
              <a:rPr lang="fr-FR" dirty="0"/>
              <a:t>Les Workshop Design Cards  présentent un ensemble d'aspects à réfléchir lors de la conception ou production d'un atelier d'intelligence collective. Dans chacune de ces catégories, vous trouverez des descriptions ET des suggestions de combinaisons pour rendre votre atelier cohérent.</a:t>
            </a:r>
          </a:p>
        </p:txBody>
      </p:sp>
    </p:spTree>
    <p:extLst>
      <p:ext uri="{BB962C8B-B14F-4D97-AF65-F5344CB8AC3E}">
        <p14:creationId xmlns:p14="http://schemas.microsoft.com/office/powerpoint/2010/main" val="1365598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09B605-935E-6315-257A-453D20F6A078}"/>
              </a:ext>
            </a:extLst>
          </p:cNvPr>
          <p:cNvSpPr>
            <a:spLocks noGrp="1"/>
          </p:cNvSpPr>
          <p:nvPr>
            <p:ph type="title"/>
          </p:nvPr>
        </p:nvSpPr>
        <p:spPr/>
        <p:txBody>
          <a:bodyPr/>
          <a:lstStyle/>
          <a:p>
            <a:r>
              <a:rPr lang="fr-FR" dirty="0"/>
              <a:t>Outil éducatif sur la création d'ateliers</a:t>
            </a:r>
          </a:p>
        </p:txBody>
      </p:sp>
      <p:sp>
        <p:nvSpPr>
          <p:cNvPr id="3" name="Espace réservé du contenu 2">
            <a:extLst>
              <a:ext uri="{FF2B5EF4-FFF2-40B4-BE49-F238E27FC236}">
                <a16:creationId xmlns:a16="http://schemas.microsoft.com/office/drawing/2014/main" id="{999A48E4-3196-FA68-B484-5681945BCB68}"/>
              </a:ext>
            </a:extLst>
          </p:cNvPr>
          <p:cNvSpPr>
            <a:spLocks noGrp="1"/>
          </p:cNvSpPr>
          <p:nvPr>
            <p:ph idx="1"/>
          </p:nvPr>
        </p:nvSpPr>
        <p:spPr/>
        <p:txBody>
          <a:bodyPr/>
          <a:lstStyle/>
          <a:p>
            <a:r>
              <a:rPr lang="fr-FR" dirty="0"/>
              <a:t>&lt;i&gt;&lt;b&gt;Exemples et Inspirations : &lt;/b&gt;Vous êtes enseignant sur la pédagogie et la </a:t>
            </a:r>
            <a:r>
              <a:rPr lang="fr-FR" dirty="0" err="1"/>
              <a:t>ludopédagogie</a:t>
            </a:r>
            <a:r>
              <a:rPr lang="fr-FR" dirty="0"/>
              <a:t>&lt;/i&gt;Les Workshop Design Cards peuvent être utilisées à des fins éducatives auprès de débutants sur la création d'ateliers. Elles servent entre autres à cadrer la définition à la manière d'un </a:t>
            </a:r>
            <a:r>
              <a:rPr lang="fr-FR" dirty="0" err="1"/>
              <a:t>canvas</a:t>
            </a:r>
            <a:r>
              <a:rPr lang="fr-FR" dirty="0"/>
              <a:t>, et décompose chaque case de ce </a:t>
            </a:r>
            <a:r>
              <a:rPr lang="fr-FR" dirty="0" err="1"/>
              <a:t>canvas</a:t>
            </a:r>
            <a:r>
              <a:rPr lang="fr-FR" dirty="0"/>
              <a:t> dans des éléments éducatifs simples (les cartes), dotés d'exemples</a:t>
            </a:r>
          </a:p>
        </p:txBody>
      </p:sp>
    </p:spTree>
    <p:extLst>
      <p:ext uri="{BB962C8B-B14F-4D97-AF65-F5344CB8AC3E}">
        <p14:creationId xmlns:p14="http://schemas.microsoft.com/office/powerpoint/2010/main" val="1045886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CB082A-96B6-202B-D4AC-5290373F8E2E}"/>
              </a:ext>
            </a:extLst>
          </p:cNvPr>
          <p:cNvSpPr>
            <a:spLocks noGrp="1"/>
          </p:cNvSpPr>
          <p:nvPr>
            <p:ph type="title"/>
          </p:nvPr>
        </p:nvSpPr>
        <p:spPr/>
        <p:txBody>
          <a:bodyPr/>
          <a:lstStyle/>
          <a:p>
            <a:r>
              <a:rPr lang="fr-FR" dirty="0"/>
              <a:t>Support au brainstorming pour faire varier des ateliers existants</a:t>
            </a:r>
          </a:p>
        </p:txBody>
      </p:sp>
      <p:sp>
        <p:nvSpPr>
          <p:cNvPr id="3" name="Espace réservé du contenu 2">
            <a:extLst>
              <a:ext uri="{FF2B5EF4-FFF2-40B4-BE49-F238E27FC236}">
                <a16:creationId xmlns:a16="http://schemas.microsoft.com/office/drawing/2014/main" id="{5DBEF96C-BD98-324C-7811-B37E1D7330BE}"/>
              </a:ext>
            </a:extLst>
          </p:cNvPr>
          <p:cNvSpPr>
            <a:spLocks noGrp="1"/>
          </p:cNvSpPr>
          <p:nvPr>
            <p:ph idx="1"/>
          </p:nvPr>
        </p:nvSpPr>
        <p:spPr/>
        <p:txBody>
          <a:bodyPr/>
          <a:lstStyle/>
          <a:p>
            <a:r>
              <a:rPr lang="fr-FR" dirty="0"/>
              <a:t>&lt;i&gt;&lt;b&gt;Exemples et Inspirations : &lt;/b&gt;Vous êtes responsables de groupes et devez améliorer un atelier existant&lt;/i&gt;Vous partez peut-être d'un atelier existant, que vous souhaitez adapter pour d'autres contextes. Dans ce cas là, les Workshop Design Cards peuvent servir d'appui en brainstorming. Commencez par sélectionner les cartes qui décrivent l'atelier existant, ensuite, essayez de varier les cartes couleur par couleur. Quelles conséquences  sur votre atelier ? Quelles sont vos nouvelles idées ? </a:t>
            </a:r>
          </a:p>
        </p:txBody>
      </p:sp>
    </p:spTree>
    <p:extLst>
      <p:ext uri="{BB962C8B-B14F-4D97-AF65-F5344CB8AC3E}">
        <p14:creationId xmlns:p14="http://schemas.microsoft.com/office/powerpoint/2010/main" val="2555938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Questions avec un remplissage uni">
            <a:extLst>
              <a:ext uri="{FF2B5EF4-FFF2-40B4-BE49-F238E27FC236}">
                <a16:creationId xmlns:a16="http://schemas.microsoft.com/office/drawing/2014/main" id="{747FC2EF-44AC-406F-AAD4-C278DF9BBE4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41874" y="337420"/>
            <a:ext cx="1685108" cy="1685108"/>
          </a:xfrm>
          <a:prstGeom prst="rect">
            <a:avLst/>
          </a:prstGeom>
        </p:spPr>
      </p:pic>
      <p:grpSp>
        <p:nvGrpSpPr>
          <p:cNvPr id="14" name="Groupe 13">
            <a:extLst>
              <a:ext uri="{FF2B5EF4-FFF2-40B4-BE49-F238E27FC236}">
                <a16:creationId xmlns:a16="http://schemas.microsoft.com/office/drawing/2014/main" id="{FA78A58A-1C15-4555-AFA8-E58C3488D59B}"/>
              </a:ext>
            </a:extLst>
          </p:cNvPr>
          <p:cNvGrpSpPr/>
          <p:nvPr/>
        </p:nvGrpSpPr>
        <p:grpSpPr>
          <a:xfrm>
            <a:off x="806765" y="888099"/>
            <a:ext cx="1472754" cy="1040752"/>
            <a:chOff x="10418956" y="841417"/>
            <a:chExt cx="1472754" cy="1040752"/>
          </a:xfrm>
        </p:grpSpPr>
        <p:grpSp>
          <p:nvGrpSpPr>
            <p:cNvPr id="15" name="Groupe 14">
              <a:extLst>
                <a:ext uri="{FF2B5EF4-FFF2-40B4-BE49-F238E27FC236}">
                  <a16:creationId xmlns:a16="http://schemas.microsoft.com/office/drawing/2014/main" id="{31799BB5-DAF0-4E80-9B1C-43B8C6140551}"/>
                </a:ext>
              </a:extLst>
            </p:cNvPr>
            <p:cNvGrpSpPr/>
            <p:nvPr/>
          </p:nvGrpSpPr>
          <p:grpSpPr>
            <a:xfrm rot="19766643">
              <a:off x="10418956" y="967769"/>
              <a:ext cx="914400" cy="914400"/>
              <a:chOff x="8464597" y="537132"/>
              <a:chExt cx="914400" cy="914400"/>
            </a:xfrm>
          </p:grpSpPr>
          <p:pic>
            <p:nvPicPr>
              <p:cNvPr id="22" name="Graphique 21" descr="Carte à jouer avec un remplissage uni">
                <a:extLst>
                  <a:ext uri="{FF2B5EF4-FFF2-40B4-BE49-F238E27FC236}">
                    <a16:creationId xmlns:a16="http://schemas.microsoft.com/office/drawing/2014/main" id="{2FF8C8E4-1AD4-441E-A0A0-D2625EEF434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3" name="Rectangle 22">
                <a:extLst>
                  <a:ext uri="{FF2B5EF4-FFF2-40B4-BE49-F238E27FC236}">
                    <a16:creationId xmlns:a16="http://schemas.microsoft.com/office/drawing/2014/main" id="{320A2B53-E6D7-47F3-B321-93E5DE4AC2EB}"/>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6132E662-9A71-4C5E-B91E-BAA6BFEBC981}"/>
                </a:ext>
              </a:extLst>
            </p:cNvPr>
            <p:cNvGrpSpPr/>
            <p:nvPr/>
          </p:nvGrpSpPr>
          <p:grpSpPr>
            <a:xfrm>
              <a:off x="10717267" y="841417"/>
              <a:ext cx="914400" cy="914400"/>
              <a:chOff x="8464597" y="537132"/>
              <a:chExt cx="914400" cy="914400"/>
            </a:xfrm>
          </p:grpSpPr>
          <p:pic>
            <p:nvPicPr>
              <p:cNvPr id="20" name="Graphique 19" descr="Carte à jouer avec un remplissage uni">
                <a:extLst>
                  <a:ext uri="{FF2B5EF4-FFF2-40B4-BE49-F238E27FC236}">
                    <a16:creationId xmlns:a16="http://schemas.microsoft.com/office/drawing/2014/main" id="{3183254F-CBA1-4054-8F37-F997710BEDA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1" name="Rectangle 20">
                <a:extLst>
                  <a:ext uri="{FF2B5EF4-FFF2-40B4-BE49-F238E27FC236}">
                    <a16:creationId xmlns:a16="http://schemas.microsoft.com/office/drawing/2014/main" id="{0805763C-F4D1-44AD-B458-1F8B88AB199B}"/>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 name="Groupe 16">
              <a:extLst>
                <a:ext uri="{FF2B5EF4-FFF2-40B4-BE49-F238E27FC236}">
                  <a16:creationId xmlns:a16="http://schemas.microsoft.com/office/drawing/2014/main" id="{38A3748B-EBC9-4F6C-ACBB-6F010B3915D2}"/>
                </a:ext>
              </a:extLst>
            </p:cNvPr>
            <p:cNvGrpSpPr/>
            <p:nvPr/>
          </p:nvGrpSpPr>
          <p:grpSpPr>
            <a:xfrm rot="1566252">
              <a:off x="10977310" y="893806"/>
              <a:ext cx="914400" cy="914400"/>
              <a:chOff x="8464597" y="537132"/>
              <a:chExt cx="914400" cy="914400"/>
            </a:xfrm>
          </p:grpSpPr>
          <p:pic>
            <p:nvPicPr>
              <p:cNvPr id="18" name="Graphique 17" descr="Carte à jouer avec un remplissage uni">
                <a:extLst>
                  <a:ext uri="{FF2B5EF4-FFF2-40B4-BE49-F238E27FC236}">
                    <a16:creationId xmlns:a16="http://schemas.microsoft.com/office/drawing/2014/main" id="{1AE5D8C4-1581-4A50-98AC-EE70DEDB39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19" name="Rectangle 18">
                <a:extLst>
                  <a:ext uri="{FF2B5EF4-FFF2-40B4-BE49-F238E27FC236}">
                    <a16:creationId xmlns:a16="http://schemas.microsoft.com/office/drawing/2014/main" id="{D276E3A6-211B-47B5-B973-9C75CF87F41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5" name="Graphique 4" descr="Tête avec engrenages avec un remplissage uni">
            <a:extLst>
              <a:ext uri="{FF2B5EF4-FFF2-40B4-BE49-F238E27FC236}">
                <a16:creationId xmlns:a16="http://schemas.microsoft.com/office/drawing/2014/main" id="{06F16025-C235-4AE6-97BF-500A9D14A6B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757995" y="845509"/>
            <a:ext cx="914400" cy="914400"/>
          </a:xfrm>
          <a:prstGeom prst="rect">
            <a:avLst/>
          </a:prstGeom>
        </p:spPr>
      </p:pic>
      <p:pic>
        <p:nvPicPr>
          <p:cNvPr id="9" name="Graphique 8" descr="Toque d'étudiant avec un remplissage uni">
            <a:extLst>
              <a:ext uri="{FF2B5EF4-FFF2-40B4-BE49-F238E27FC236}">
                <a16:creationId xmlns:a16="http://schemas.microsoft.com/office/drawing/2014/main" id="{DAC12B91-D380-4D04-B2D1-4AFF16BD24E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rot="20154039">
            <a:off x="4531969" y="336455"/>
            <a:ext cx="914400" cy="914400"/>
          </a:xfrm>
          <a:prstGeom prst="rect">
            <a:avLst/>
          </a:prstGeom>
        </p:spPr>
      </p:pic>
      <p:pic>
        <p:nvPicPr>
          <p:cNvPr id="11" name="Graphique 10" descr="Tableau décisionnel avec un remplissage uni">
            <a:extLst>
              <a:ext uri="{FF2B5EF4-FFF2-40B4-BE49-F238E27FC236}">
                <a16:creationId xmlns:a16="http://schemas.microsoft.com/office/drawing/2014/main" id="{6024DBC7-FF00-47F2-B1EB-837A1875EA8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rot="16200000">
            <a:off x="5939787" y="793655"/>
            <a:ext cx="914400" cy="914400"/>
          </a:xfrm>
          <a:prstGeom prst="rect">
            <a:avLst/>
          </a:prstGeom>
        </p:spPr>
      </p:pic>
      <p:pic>
        <p:nvPicPr>
          <p:cNvPr id="25" name="Graphique 24" descr="Éclair avec un remplissage uni">
            <a:extLst>
              <a:ext uri="{FF2B5EF4-FFF2-40B4-BE49-F238E27FC236}">
                <a16:creationId xmlns:a16="http://schemas.microsoft.com/office/drawing/2014/main" id="{1BB5C323-9FFA-4B65-ACC3-F7F65FEA23F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9416476">
            <a:off x="9571239" y="785214"/>
            <a:ext cx="686049" cy="686049"/>
          </a:xfrm>
          <a:prstGeom prst="rect">
            <a:avLst/>
          </a:prstGeom>
        </p:spPr>
      </p:pic>
      <p:grpSp>
        <p:nvGrpSpPr>
          <p:cNvPr id="30" name="Groupe 29">
            <a:extLst>
              <a:ext uri="{FF2B5EF4-FFF2-40B4-BE49-F238E27FC236}">
                <a16:creationId xmlns:a16="http://schemas.microsoft.com/office/drawing/2014/main" id="{5004B1C2-F4D8-4D8B-91F9-1BBC8B4FA8D4}"/>
              </a:ext>
            </a:extLst>
          </p:cNvPr>
          <p:cNvGrpSpPr/>
          <p:nvPr/>
        </p:nvGrpSpPr>
        <p:grpSpPr>
          <a:xfrm>
            <a:off x="8947085" y="286798"/>
            <a:ext cx="764654" cy="764548"/>
            <a:chOff x="8504832" y="178232"/>
            <a:chExt cx="923864" cy="923736"/>
          </a:xfrm>
        </p:grpSpPr>
        <p:pic>
          <p:nvPicPr>
            <p:cNvPr id="27" name="Graphique 26" descr="Cerveau côté droit avec un remplissage uni">
              <a:extLst>
                <a:ext uri="{FF2B5EF4-FFF2-40B4-BE49-F238E27FC236}">
                  <a16:creationId xmlns:a16="http://schemas.microsoft.com/office/drawing/2014/main" id="{6D32DE20-E2A0-4E18-8370-1FF4DD503371}"/>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l="47881"/>
            <a:stretch/>
          </p:blipFill>
          <p:spPr>
            <a:xfrm>
              <a:off x="8952124" y="178232"/>
              <a:ext cx="476572" cy="914400"/>
            </a:xfrm>
            <a:prstGeom prst="rect">
              <a:avLst/>
            </a:prstGeom>
          </p:spPr>
        </p:pic>
        <p:pic>
          <p:nvPicPr>
            <p:cNvPr id="29" name="Graphique 28" descr="Partie gauche du cerveau avec un remplissage uni">
              <a:extLst>
                <a:ext uri="{FF2B5EF4-FFF2-40B4-BE49-F238E27FC236}">
                  <a16:creationId xmlns:a16="http://schemas.microsoft.com/office/drawing/2014/main" id="{56E5F15F-67B4-4C52-96A6-E227C6F98173}"/>
                </a:ext>
              </a:extLst>
            </p:cNvPr>
            <p:cNvPicPr>
              <a:picLocks noChangeAspect="1"/>
            </p:cNvPicPr>
            <p:nvPr/>
          </p:nvPicPr>
          <p:blipFill rotWithShape="1">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rcRect r="47882"/>
            <a:stretch/>
          </p:blipFill>
          <p:spPr>
            <a:xfrm>
              <a:off x="8504832" y="187568"/>
              <a:ext cx="476572" cy="914400"/>
            </a:xfrm>
            <a:prstGeom prst="rect">
              <a:avLst/>
            </a:prstGeom>
          </p:spPr>
        </p:pic>
      </p:grpSp>
      <p:pic>
        <p:nvPicPr>
          <p:cNvPr id="39" name="Graphique 38" descr="Tableau décisionnel avec un remplissage uni">
            <a:extLst>
              <a:ext uri="{FF2B5EF4-FFF2-40B4-BE49-F238E27FC236}">
                <a16:creationId xmlns:a16="http://schemas.microsoft.com/office/drawing/2014/main" id="{FD94062E-03C2-4CA5-B951-5D7E331EAFA9}"/>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rot="16200000">
            <a:off x="10067016" y="1183393"/>
            <a:ext cx="914400" cy="914400"/>
          </a:xfrm>
          <a:prstGeom prst="rect">
            <a:avLst/>
          </a:prstGeom>
        </p:spPr>
      </p:pic>
    </p:spTree>
    <p:extLst>
      <p:ext uri="{BB962C8B-B14F-4D97-AF65-F5344CB8AC3E}">
        <p14:creationId xmlns:p14="http://schemas.microsoft.com/office/powerpoint/2010/main" val="1853126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39DFCF-9247-4DE5-BB93-074BFAF07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42B652E-D499-4CDA-8F7A-60469EDBC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1632" y="996662"/>
            <a:ext cx="4864676" cy="4864676"/>
          </a:xfrm>
          <a:custGeom>
            <a:avLst/>
            <a:gdLst>
              <a:gd name="connsiteX0" fmla="*/ 0 w 4864676"/>
              <a:gd name="connsiteY0" fmla="*/ 0 h 4864676"/>
              <a:gd name="connsiteX1" fmla="*/ 4864676 w 4864676"/>
              <a:gd name="connsiteY1" fmla="*/ 0 h 4864676"/>
              <a:gd name="connsiteX2" fmla="*/ 4864676 w 4864676"/>
              <a:gd name="connsiteY2" fmla="*/ 4864676 h 4864676"/>
              <a:gd name="connsiteX3" fmla="*/ 1281101 w 4864676"/>
              <a:gd name="connsiteY3" fmla="*/ 4864676 h 4864676"/>
              <a:gd name="connsiteX4" fmla="*/ 0 w 4864676"/>
              <a:gd name="connsiteY4" fmla="*/ 3583575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4864676" y="0"/>
                </a:lnTo>
                <a:lnTo>
                  <a:pt x="4864676" y="4864676"/>
                </a:lnTo>
                <a:lnTo>
                  <a:pt x="1281101" y="4864676"/>
                </a:lnTo>
                <a:lnTo>
                  <a:pt x="0" y="358357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84A22B8-F5B6-47C2-B88E-DADAF3791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25693" y="996662"/>
            <a:ext cx="4864676" cy="4864676"/>
          </a:xfrm>
          <a:custGeom>
            <a:avLst/>
            <a:gdLst>
              <a:gd name="connsiteX0" fmla="*/ 0 w 4864676"/>
              <a:gd name="connsiteY0" fmla="*/ 0 h 4864676"/>
              <a:gd name="connsiteX1" fmla="*/ 3583574 w 4864676"/>
              <a:gd name="connsiteY1" fmla="*/ 0 h 4864676"/>
              <a:gd name="connsiteX2" fmla="*/ 4864676 w 4864676"/>
              <a:gd name="connsiteY2" fmla="*/ 1281103 h 4864676"/>
              <a:gd name="connsiteX3" fmla="*/ 4864676 w 4864676"/>
              <a:gd name="connsiteY3" fmla="*/ 4864676 h 4864676"/>
              <a:gd name="connsiteX4" fmla="*/ 0 w 4864676"/>
              <a:gd name="connsiteY4" fmla="*/ 4864676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3583574" y="0"/>
                </a:lnTo>
                <a:lnTo>
                  <a:pt x="4864676" y="1281103"/>
                </a:lnTo>
                <a:lnTo>
                  <a:pt x="4864676" y="4864676"/>
                </a:lnTo>
                <a:lnTo>
                  <a:pt x="0" y="4864676"/>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Isosceles Triangle 15">
            <a:extLst>
              <a:ext uri="{FF2B5EF4-FFF2-40B4-BE49-F238E27FC236}">
                <a16:creationId xmlns:a16="http://schemas.microsoft.com/office/drawing/2014/main" id="{A987C18C-164D-4263-B486-4647A98E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789020" y="1"/>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7E98B39-04C6-408B-92FD-76862874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286" y="3571620"/>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1C8C27-2457-421F-BDC4-7B4EA3C7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CEA13C66-82C1-44AF-972B-8F5CCA41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71208" y="5287803"/>
            <a:ext cx="955808" cy="9558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DB36437-FE59-457E-91A7-396BBD3C9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Composition des groupes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26" name="Rectangle 25">
            <a:extLst>
              <a:ext uri="{FF2B5EF4-FFF2-40B4-BE49-F238E27FC236}">
                <a16:creationId xmlns:a16="http://schemas.microsoft.com/office/drawing/2014/main" id="{844D3693-2EFE-4667-89D5-47E2D5920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42846" y="410171"/>
            <a:ext cx="1321281" cy="1321281"/>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21FD796-9CD0-404D-8DF5-5274C0BCC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30319" y="1508609"/>
            <a:ext cx="700047" cy="70004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30726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6BCF9-2E4C-1595-53DB-F8D904BA65EF}"/>
              </a:ext>
            </a:extLst>
          </p:cNvPr>
          <p:cNvSpPr>
            <a:spLocks noGrp="1"/>
          </p:cNvSpPr>
          <p:nvPr>
            <p:ph type="title"/>
          </p:nvPr>
        </p:nvSpPr>
        <p:spPr/>
        <p:txBody>
          <a:bodyPr/>
          <a:lstStyle/>
          <a:p>
            <a:r>
              <a:rPr lang="fr-FR" dirty="0"/>
              <a:t>Qu'est-ce que la composition des groupes ?</a:t>
            </a:r>
          </a:p>
        </p:txBody>
      </p:sp>
      <p:sp>
        <p:nvSpPr>
          <p:cNvPr id="3" name="Espace réservé du contenu 2">
            <a:extLst>
              <a:ext uri="{FF2B5EF4-FFF2-40B4-BE49-F238E27FC236}">
                <a16:creationId xmlns:a16="http://schemas.microsoft.com/office/drawing/2014/main" id="{A5A0DB50-70CF-9FCE-A19A-180252571E35}"/>
              </a:ext>
            </a:extLst>
          </p:cNvPr>
          <p:cNvSpPr>
            <a:spLocks noGrp="1"/>
          </p:cNvSpPr>
          <p:nvPr>
            <p:ph idx="1"/>
          </p:nvPr>
        </p:nvSpPr>
        <p:spPr/>
        <p:txBody>
          <a:bodyPr>
            <a:normAutofit/>
          </a:bodyPr>
          <a:lstStyle/>
          <a:p>
            <a:pPr marL="0" indent="0">
              <a:buNone/>
            </a:pPr>
            <a:r>
              <a:rPr lang="fr-FR" dirty="0"/>
              <a:t>La composition des groupes ne concerne que les moments où la configuration est en petits groupes (avec ou sans facilitateurs), et décrit les règles de la décision "Qui doit aller avec qui".&lt;b&gt;Suggestions de combinaisons : &lt;/b&gt;La composition des groupes est indispensable à certains objectifs, et peut contribuer à améliorer encore plus certains effets recherchés. Par exemple, si le but est la connaissance mutuelle, des groupes qui maximisent les inconnus seront meilleurs. Si le but est de transmettre entre participants, des groupes hétérogènes en niveau peuvent amplifier l'effet.</a:t>
            </a:r>
          </a:p>
        </p:txBody>
      </p:sp>
    </p:spTree>
    <p:extLst>
      <p:ext uri="{BB962C8B-B14F-4D97-AF65-F5344CB8AC3E}">
        <p14:creationId xmlns:p14="http://schemas.microsoft.com/office/powerpoint/2010/main" val="1800094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6BCF9-2E4C-1595-53DB-F8D904BA65EF}"/>
              </a:ext>
            </a:extLst>
          </p:cNvPr>
          <p:cNvSpPr>
            <a:spLocks noGrp="1"/>
          </p:cNvSpPr>
          <p:nvPr>
            <p:ph type="title"/>
          </p:nvPr>
        </p:nvSpPr>
        <p:spPr/>
        <p:txBody>
          <a:bodyPr/>
          <a:lstStyle/>
          <a:p>
            <a:r>
              <a:rPr lang="fr-FR" dirty="0"/>
              <a:t>Composition des groupes</a:t>
            </a:r>
          </a:p>
        </p:txBody>
      </p:sp>
      <p:sp>
        <p:nvSpPr>
          <p:cNvPr id="3" name="Espace réservé du contenu 2">
            <a:extLst>
              <a:ext uri="{FF2B5EF4-FFF2-40B4-BE49-F238E27FC236}">
                <a16:creationId xmlns:a16="http://schemas.microsoft.com/office/drawing/2014/main" id="{A5A0DB50-70CF-9FCE-A19A-180252571E35}"/>
              </a:ext>
            </a:extLst>
          </p:cNvPr>
          <p:cNvSpPr>
            <a:spLocks noGrp="1"/>
          </p:cNvSpPr>
          <p:nvPr>
            <p:ph idx="1"/>
          </p:nvPr>
        </p:nvSpPr>
        <p:spPr/>
        <p:txBody>
          <a:bodyPr>
            <a:normAutofit lnSpcReduction="10000"/>
          </a:bodyPr>
          <a:lstStyle/>
          <a:p>
            <a:r>
              <a:rPr lang="fr-FR" dirty="0"/>
              <a:t>Groupes de niveau dans une discipline donnée</a:t>
            </a:r>
          </a:p>
          <a:p>
            <a:r>
              <a:rPr lang="fr-FR" dirty="0"/>
              <a:t>Groupes hétérogènes en niveau dans une discipline donnée</a:t>
            </a:r>
          </a:p>
          <a:p>
            <a:r>
              <a:rPr lang="fr-FR" dirty="0"/>
              <a:t>Groupes correspondant à des équipes existantes</a:t>
            </a:r>
          </a:p>
          <a:p>
            <a:r>
              <a:rPr lang="fr-FR" dirty="0"/>
              <a:t>Groupes tirés au hasard</a:t>
            </a:r>
          </a:p>
          <a:p>
            <a:r>
              <a:rPr lang="fr-FR" dirty="0"/>
              <a:t>Groupes faits pour maximiser les inconnus</a:t>
            </a:r>
          </a:p>
          <a:p>
            <a:r>
              <a:rPr lang="fr-FR" dirty="0"/>
              <a:t>Groupes par spécialités</a:t>
            </a:r>
          </a:p>
          <a:p>
            <a:r>
              <a:rPr lang="fr-FR" dirty="0"/>
              <a:t>Groupes par critère démographique</a:t>
            </a:r>
          </a:p>
          <a:p>
            <a:r>
              <a:rPr lang="fr-FR" dirty="0"/>
              <a:t>Groupes sur critères définis pendant l'atelier</a:t>
            </a:r>
          </a:p>
          <a:p>
            <a:r>
              <a:rPr lang="fr-FR" dirty="0"/>
              <a:t>Groupes par affinités</a:t>
            </a:r>
          </a:p>
        </p:txBody>
      </p:sp>
    </p:spTree>
    <p:extLst>
      <p:ext uri="{BB962C8B-B14F-4D97-AF65-F5344CB8AC3E}">
        <p14:creationId xmlns:p14="http://schemas.microsoft.com/office/powerpoint/2010/main" val="425716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AAD6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ébé avec un remplissage uni">
            <a:extLst>
              <a:ext uri="{FF2B5EF4-FFF2-40B4-BE49-F238E27FC236}">
                <a16:creationId xmlns:a16="http://schemas.microsoft.com/office/drawing/2014/main" id="{E0FFBEC4-9F80-4D9C-8815-FBB83B3C4FD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069" y="1474405"/>
            <a:ext cx="507646" cy="507646"/>
          </a:xfrm>
          <a:prstGeom prst="rect">
            <a:avLst/>
          </a:prstGeom>
        </p:spPr>
      </p:pic>
      <p:pic>
        <p:nvPicPr>
          <p:cNvPr id="5" name="Graphique 4" descr="Personne confuse avec un remplissage uni">
            <a:extLst>
              <a:ext uri="{FF2B5EF4-FFF2-40B4-BE49-F238E27FC236}">
                <a16:creationId xmlns:a16="http://schemas.microsoft.com/office/drawing/2014/main" id="{644C62C4-66D0-49D3-99BE-EDCDE563C7A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298232" y="1358241"/>
            <a:ext cx="602103" cy="602103"/>
          </a:xfrm>
          <a:prstGeom prst="rect">
            <a:avLst/>
          </a:prstGeom>
        </p:spPr>
      </p:pic>
      <p:pic>
        <p:nvPicPr>
          <p:cNvPr id="7" name="Graphique 6" descr="Enfant avec ballon avec un remplissage uni">
            <a:extLst>
              <a:ext uri="{FF2B5EF4-FFF2-40B4-BE49-F238E27FC236}">
                <a16:creationId xmlns:a16="http://schemas.microsoft.com/office/drawing/2014/main" id="{345D4192-D9B6-46BE-8569-F1C46D4B9E79}"/>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4733" y="247304"/>
            <a:ext cx="711023" cy="711023"/>
          </a:xfrm>
          <a:prstGeom prst="rect">
            <a:avLst/>
          </a:prstGeom>
        </p:spPr>
      </p:pic>
      <p:pic>
        <p:nvPicPr>
          <p:cNvPr id="9" name="Graphique 8" descr="Héros avec un remplissage uni">
            <a:extLst>
              <a:ext uri="{FF2B5EF4-FFF2-40B4-BE49-F238E27FC236}">
                <a16:creationId xmlns:a16="http://schemas.microsoft.com/office/drawing/2014/main" id="{82E0C9E2-42AF-4344-8A48-18E111535E8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060634" y="309345"/>
            <a:ext cx="556992" cy="556992"/>
          </a:xfrm>
          <a:prstGeom prst="rect">
            <a:avLst/>
          </a:prstGeom>
        </p:spPr>
      </p:pic>
      <p:pic>
        <p:nvPicPr>
          <p:cNvPr id="20" name="Graphique 19" descr="Bébé avec un remplissage uni">
            <a:extLst>
              <a:ext uri="{FF2B5EF4-FFF2-40B4-BE49-F238E27FC236}">
                <a16:creationId xmlns:a16="http://schemas.microsoft.com/office/drawing/2014/main" id="{2792778B-5D83-4419-989A-66BEF9A304A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14046" y="1474405"/>
            <a:ext cx="507646" cy="507646"/>
          </a:xfrm>
          <a:prstGeom prst="rect">
            <a:avLst/>
          </a:prstGeom>
        </p:spPr>
      </p:pic>
      <p:pic>
        <p:nvPicPr>
          <p:cNvPr id="21" name="Graphique 20" descr="Bébé avec un remplissage uni">
            <a:extLst>
              <a:ext uri="{FF2B5EF4-FFF2-40B4-BE49-F238E27FC236}">
                <a16:creationId xmlns:a16="http://schemas.microsoft.com/office/drawing/2014/main" id="{49D01FFA-68C7-47D5-B320-ABB71E6A1BA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022" y="1474405"/>
            <a:ext cx="507646" cy="507646"/>
          </a:xfrm>
          <a:prstGeom prst="rect">
            <a:avLst/>
          </a:prstGeom>
        </p:spPr>
      </p:pic>
      <p:pic>
        <p:nvPicPr>
          <p:cNvPr id="22" name="Graphique 21" descr="Enfant avec ballon avec un remplissage uni">
            <a:extLst>
              <a:ext uri="{FF2B5EF4-FFF2-40B4-BE49-F238E27FC236}">
                <a16:creationId xmlns:a16="http://schemas.microsoft.com/office/drawing/2014/main" id="{08346B1B-448D-41D3-BB40-C5BF00ED509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23396" y="278750"/>
            <a:ext cx="711023" cy="711023"/>
          </a:xfrm>
          <a:prstGeom prst="rect">
            <a:avLst/>
          </a:prstGeom>
        </p:spPr>
      </p:pic>
      <p:pic>
        <p:nvPicPr>
          <p:cNvPr id="23" name="Graphique 22" descr="Enfant avec ballon avec un remplissage uni">
            <a:extLst>
              <a:ext uri="{FF2B5EF4-FFF2-40B4-BE49-F238E27FC236}">
                <a16:creationId xmlns:a16="http://schemas.microsoft.com/office/drawing/2014/main" id="{73B5E119-2DC8-4CE9-B73D-9DB09C95336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80782" y="263027"/>
            <a:ext cx="711023" cy="711023"/>
          </a:xfrm>
          <a:prstGeom prst="rect">
            <a:avLst/>
          </a:prstGeom>
        </p:spPr>
      </p:pic>
      <p:pic>
        <p:nvPicPr>
          <p:cNvPr id="25" name="Graphique 24" descr="Personne confuse avec un remplissage uni">
            <a:extLst>
              <a:ext uri="{FF2B5EF4-FFF2-40B4-BE49-F238E27FC236}">
                <a16:creationId xmlns:a16="http://schemas.microsoft.com/office/drawing/2014/main" id="{179574EF-97B0-49F7-AF8A-8ED90E34A25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35133" y="1485238"/>
            <a:ext cx="602103" cy="602103"/>
          </a:xfrm>
          <a:prstGeom prst="rect">
            <a:avLst/>
          </a:prstGeom>
        </p:spPr>
      </p:pic>
      <p:pic>
        <p:nvPicPr>
          <p:cNvPr id="26" name="Graphique 25" descr="Personne confuse avec un remplissage uni">
            <a:extLst>
              <a:ext uri="{FF2B5EF4-FFF2-40B4-BE49-F238E27FC236}">
                <a16:creationId xmlns:a16="http://schemas.microsoft.com/office/drawing/2014/main" id="{B441057B-7232-40B1-BA49-D01FF36BCB1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54109" y="1358241"/>
            <a:ext cx="602103" cy="602103"/>
          </a:xfrm>
          <a:prstGeom prst="rect">
            <a:avLst/>
          </a:prstGeom>
        </p:spPr>
      </p:pic>
      <p:pic>
        <p:nvPicPr>
          <p:cNvPr id="27" name="Graphique 26" descr="Héros avec un remplissage uni">
            <a:extLst>
              <a:ext uri="{FF2B5EF4-FFF2-40B4-BE49-F238E27FC236}">
                <a16:creationId xmlns:a16="http://schemas.microsoft.com/office/drawing/2014/main" id="{7DBB9475-B857-4F1A-B128-0D77AEB12FC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613341" y="596673"/>
            <a:ext cx="556992" cy="556992"/>
          </a:xfrm>
          <a:prstGeom prst="rect">
            <a:avLst/>
          </a:prstGeom>
        </p:spPr>
      </p:pic>
      <p:pic>
        <p:nvPicPr>
          <p:cNvPr id="28" name="Graphique 27" descr="Héros avec un remplissage uni">
            <a:extLst>
              <a:ext uri="{FF2B5EF4-FFF2-40B4-BE49-F238E27FC236}">
                <a16:creationId xmlns:a16="http://schemas.microsoft.com/office/drawing/2014/main" id="{C5B2E2CC-EB13-49E5-8378-0FBB2F839C6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285400" y="330056"/>
            <a:ext cx="556992" cy="556992"/>
          </a:xfrm>
          <a:prstGeom prst="rect">
            <a:avLst/>
          </a:prstGeom>
        </p:spPr>
      </p:pic>
      <p:pic>
        <p:nvPicPr>
          <p:cNvPr id="29" name="Graphique 28" descr="Héros avec un remplissage uni">
            <a:extLst>
              <a:ext uri="{FF2B5EF4-FFF2-40B4-BE49-F238E27FC236}">
                <a16:creationId xmlns:a16="http://schemas.microsoft.com/office/drawing/2014/main" id="{7AFCE0B2-2106-475D-B5BC-FB329C982A3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420817" y="151593"/>
            <a:ext cx="556992" cy="556992"/>
          </a:xfrm>
          <a:prstGeom prst="rect">
            <a:avLst/>
          </a:prstGeom>
        </p:spPr>
      </p:pic>
      <p:pic>
        <p:nvPicPr>
          <p:cNvPr id="30" name="Graphique 29" descr="Bébé avec un remplissage uni">
            <a:extLst>
              <a:ext uri="{FF2B5EF4-FFF2-40B4-BE49-F238E27FC236}">
                <a16:creationId xmlns:a16="http://schemas.microsoft.com/office/drawing/2014/main" id="{1BF72DE5-6DAF-4D54-949D-53B58395431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33693" y="138925"/>
            <a:ext cx="507646" cy="507646"/>
          </a:xfrm>
          <a:prstGeom prst="rect">
            <a:avLst/>
          </a:prstGeom>
        </p:spPr>
      </p:pic>
      <p:pic>
        <p:nvPicPr>
          <p:cNvPr id="31" name="Graphique 30" descr="Enfant avec ballon avec un remplissage uni">
            <a:extLst>
              <a:ext uri="{FF2B5EF4-FFF2-40B4-BE49-F238E27FC236}">
                <a16:creationId xmlns:a16="http://schemas.microsoft.com/office/drawing/2014/main" id="{E1BE9552-E58A-42AA-A04B-30547A337234}"/>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885577" y="338662"/>
            <a:ext cx="711023" cy="711023"/>
          </a:xfrm>
          <a:prstGeom prst="rect">
            <a:avLst/>
          </a:prstGeom>
        </p:spPr>
      </p:pic>
      <p:pic>
        <p:nvPicPr>
          <p:cNvPr id="32" name="Graphique 31" descr="Personne confuse avec un remplissage uni">
            <a:extLst>
              <a:ext uri="{FF2B5EF4-FFF2-40B4-BE49-F238E27FC236}">
                <a16:creationId xmlns:a16="http://schemas.microsoft.com/office/drawing/2014/main" id="{2026F365-6696-44F1-9535-42C49BAF914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240525" y="660770"/>
            <a:ext cx="602103" cy="602103"/>
          </a:xfrm>
          <a:prstGeom prst="rect">
            <a:avLst/>
          </a:prstGeom>
        </p:spPr>
      </p:pic>
      <p:pic>
        <p:nvPicPr>
          <p:cNvPr id="37" name="Graphique 36" descr="Héros avec un remplissage uni">
            <a:extLst>
              <a:ext uri="{FF2B5EF4-FFF2-40B4-BE49-F238E27FC236}">
                <a16:creationId xmlns:a16="http://schemas.microsoft.com/office/drawing/2014/main" id="{DD8A48DE-EF8E-40AB-BC52-51BAEF9BB2D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725997" y="138925"/>
            <a:ext cx="556992" cy="556992"/>
          </a:xfrm>
          <a:prstGeom prst="rect">
            <a:avLst/>
          </a:prstGeom>
        </p:spPr>
      </p:pic>
      <p:pic>
        <p:nvPicPr>
          <p:cNvPr id="38" name="Graphique 37" descr="Bébé avec un remplissage uni">
            <a:extLst>
              <a:ext uri="{FF2B5EF4-FFF2-40B4-BE49-F238E27FC236}">
                <a16:creationId xmlns:a16="http://schemas.microsoft.com/office/drawing/2014/main" id="{269DFC5B-EC40-4036-81F7-8C1AD353EB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65097" y="126615"/>
            <a:ext cx="507646" cy="507646"/>
          </a:xfrm>
          <a:prstGeom prst="rect">
            <a:avLst/>
          </a:prstGeom>
        </p:spPr>
      </p:pic>
      <p:pic>
        <p:nvPicPr>
          <p:cNvPr id="39" name="Graphique 38" descr="Enfant avec ballon avec un remplissage uni">
            <a:extLst>
              <a:ext uri="{FF2B5EF4-FFF2-40B4-BE49-F238E27FC236}">
                <a16:creationId xmlns:a16="http://schemas.microsoft.com/office/drawing/2014/main" id="{444E71C2-4C26-4ADD-B8AE-9EBE7C68120C}"/>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06006" y="401663"/>
            <a:ext cx="711023" cy="711023"/>
          </a:xfrm>
          <a:prstGeom prst="rect">
            <a:avLst/>
          </a:prstGeom>
        </p:spPr>
      </p:pic>
      <p:pic>
        <p:nvPicPr>
          <p:cNvPr id="40" name="Graphique 39" descr="Personne confuse avec un remplissage uni">
            <a:extLst>
              <a:ext uri="{FF2B5EF4-FFF2-40B4-BE49-F238E27FC236}">
                <a16:creationId xmlns:a16="http://schemas.microsoft.com/office/drawing/2014/main" id="{63D92E0F-538B-4E78-99E9-585BA874F18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545705" y="648102"/>
            <a:ext cx="602103" cy="602103"/>
          </a:xfrm>
          <a:prstGeom prst="rect">
            <a:avLst/>
          </a:prstGeom>
        </p:spPr>
      </p:pic>
      <p:pic>
        <p:nvPicPr>
          <p:cNvPr id="41" name="Graphique 40" descr="Héros avec un remplissage uni">
            <a:extLst>
              <a:ext uri="{FF2B5EF4-FFF2-40B4-BE49-F238E27FC236}">
                <a16:creationId xmlns:a16="http://schemas.microsoft.com/office/drawing/2014/main" id="{710AA6FF-9502-4597-84C7-75575E46F28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078128" y="1012295"/>
            <a:ext cx="556992" cy="556992"/>
          </a:xfrm>
          <a:prstGeom prst="rect">
            <a:avLst/>
          </a:prstGeom>
        </p:spPr>
      </p:pic>
      <p:pic>
        <p:nvPicPr>
          <p:cNvPr id="42" name="Graphique 41" descr="Bébé avec un remplissage uni">
            <a:extLst>
              <a:ext uri="{FF2B5EF4-FFF2-40B4-BE49-F238E27FC236}">
                <a16:creationId xmlns:a16="http://schemas.microsoft.com/office/drawing/2014/main" id="{C879D15E-45A9-4645-A05B-9EC66618C31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91004" y="999627"/>
            <a:ext cx="507646" cy="507646"/>
          </a:xfrm>
          <a:prstGeom prst="rect">
            <a:avLst/>
          </a:prstGeom>
        </p:spPr>
      </p:pic>
      <p:pic>
        <p:nvPicPr>
          <p:cNvPr id="43" name="Graphique 42" descr="Enfant avec ballon avec un remplissage uni">
            <a:extLst>
              <a:ext uri="{FF2B5EF4-FFF2-40B4-BE49-F238E27FC236}">
                <a16:creationId xmlns:a16="http://schemas.microsoft.com/office/drawing/2014/main" id="{F73BFD5F-07D9-4CF2-A012-5C6193F4500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542888" y="1199364"/>
            <a:ext cx="711023" cy="711023"/>
          </a:xfrm>
          <a:prstGeom prst="rect">
            <a:avLst/>
          </a:prstGeom>
        </p:spPr>
      </p:pic>
      <p:pic>
        <p:nvPicPr>
          <p:cNvPr id="44" name="Graphique 43" descr="Personne confuse avec un remplissage uni">
            <a:extLst>
              <a:ext uri="{FF2B5EF4-FFF2-40B4-BE49-F238E27FC236}">
                <a16:creationId xmlns:a16="http://schemas.microsoft.com/office/drawing/2014/main" id="{C1109A6C-4C9A-4279-B324-B11AE6C7508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97836" y="1521472"/>
            <a:ext cx="602103" cy="602103"/>
          </a:xfrm>
          <a:prstGeom prst="rect">
            <a:avLst/>
          </a:prstGeom>
        </p:spPr>
      </p:pic>
      <p:pic>
        <p:nvPicPr>
          <p:cNvPr id="11" name="Graphique 10" descr="Dé avec un remplissage uni">
            <a:extLst>
              <a:ext uri="{FF2B5EF4-FFF2-40B4-BE49-F238E27FC236}">
                <a16:creationId xmlns:a16="http://schemas.microsoft.com/office/drawing/2014/main" id="{3F443C36-115E-4909-9E6D-0F41C41FEC1B}"/>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880081" y="3147434"/>
            <a:ext cx="625645" cy="625645"/>
          </a:xfrm>
          <a:prstGeom prst="rect">
            <a:avLst/>
          </a:prstGeom>
        </p:spPr>
      </p:pic>
      <p:pic>
        <p:nvPicPr>
          <p:cNvPr id="46" name="Graphique 45" descr="Personne confuse avec un remplissage uni">
            <a:extLst>
              <a:ext uri="{FF2B5EF4-FFF2-40B4-BE49-F238E27FC236}">
                <a16:creationId xmlns:a16="http://schemas.microsoft.com/office/drawing/2014/main" id="{58444E16-E129-4344-8002-9B3958E656D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9707" y="3830759"/>
            <a:ext cx="602103" cy="602103"/>
          </a:xfrm>
          <a:prstGeom prst="rect">
            <a:avLst/>
          </a:prstGeom>
        </p:spPr>
      </p:pic>
      <p:pic>
        <p:nvPicPr>
          <p:cNvPr id="47" name="Graphique 46" descr="Personne confuse avec un remplissage uni">
            <a:extLst>
              <a:ext uri="{FF2B5EF4-FFF2-40B4-BE49-F238E27FC236}">
                <a16:creationId xmlns:a16="http://schemas.microsoft.com/office/drawing/2014/main" id="{0B6C7102-8DDE-4E41-9566-0ED83EADF76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653" y="3657956"/>
            <a:ext cx="602103" cy="602103"/>
          </a:xfrm>
          <a:prstGeom prst="rect">
            <a:avLst/>
          </a:prstGeom>
        </p:spPr>
      </p:pic>
      <p:pic>
        <p:nvPicPr>
          <p:cNvPr id="48" name="Graphique 47" descr="Personne confuse avec un remplissage uni">
            <a:extLst>
              <a:ext uri="{FF2B5EF4-FFF2-40B4-BE49-F238E27FC236}">
                <a16:creationId xmlns:a16="http://schemas.microsoft.com/office/drawing/2014/main" id="{9C4BDBA9-1A8A-430A-BB8C-581F1A11409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15431" y="3808995"/>
            <a:ext cx="602103" cy="602103"/>
          </a:xfrm>
          <a:prstGeom prst="rect">
            <a:avLst/>
          </a:prstGeom>
        </p:spPr>
      </p:pic>
      <p:pic>
        <p:nvPicPr>
          <p:cNvPr id="49" name="Graphique 48" descr="Personne confuse avec un remplissage uni">
            <a:extLst>
              <a:ext uri="{FF2B5EF4-FFF2-40B4-BE49-F238E27FC236}">
                <a16:creationId xmlns:a16="http://schemas.microsoft.com/office/drawing/2014/main" id="{7CC87CBA-CB2F-43F6-9153-F65A2D3809F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007197" y="3559743"/>
            <a:ext cx="602103" cy="602103"/>
          </a:xfrm>
          <a:prstGeom prst="rect">
            <a:avLst/>
          </a:prstGeom>
        </p:spPr>
      </p:pic>
      <p:pic>
        <p:nvPicPr>
          <p:cNvPr id="50" name="Graphique 49" descr="Personne confuse avec un remplissage uni">
            <a:extLst>
              <a:ext uri="{FF2B5EF4-FFF2-40B4-BE49-F238E27FC236}">
                <a16:creationId xmlns:a16="http://schemas.microsoft.com/office/drawing/2014/main" id="{B43346AC-2F1E-40A9-A9B8-B4D8EFD8BB8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406748" y="2568282"/>
            <a:ext cx="602103" cy="602103"/>
          </a:xfrm>
          <a:prstGeom prst="rect">
            <a:avLst/>
          </a:prstGeom>
        </p:spPr>
      </p:pic>
      <p:pic>
        <p:nvPicPr>
          <p:cNvPr id="51" name="Graphique 50" descr="Personne confuse avec un remplissage uni">
            <a:extLst>
              <a:ext uri="{FF2B5EF4-FFF2-40B4-BE49-F238E27FC236}">
                <a16:creationId xmlns:a16="http://schemas.microsoft.com/office/drawing/2014/main" id="{C7D56C65-493E-4C89-8364-EDF92532004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026393" y="2395103"/>
            <a:ext cx="602103" cy="602103"/>
          </a:xfrm>
          <a:prstGeom prst="rect">
            <a:avLst/>
          </a:prstGeom>
        </p:spPr>
      </p:pic>
      <p:pic>
        <p:nvPicPr>
          <p:cNvPr id="52" name="Graphique 51" descr="Personne confuse avec un remplissage uni">
            <a:extLst>
              <a:ext uri="{FF2B5EF4-FFF2-40B4-BE49-F238E27FC236}">
                <a16:creationId xmlns:a16="http://schemas.microsoft.com/office/drawing/2014/main" id="{30A538BF-1711-45DE-8914-A3A95920939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128148" y="2846383"/>
            <a:ext cx="602103" cy="602103"/>
          </a:xfrm>
          <a:prstGeom prst="rect">
            <a:avLst/>
          </a:prstGeom>
        </p:spPr>
      </p:pic>
      <p:pic>
        <p:nvPicPr>
          <p:cNvPr id="53" name="Graphique 52" descr="Personne confuse avec un remplissage uni">
            <a:extLst>
              <a:ext uri="{FF2B5EF4-FFF2-40B4-BE49-F238E27FC236}">
                <a16:creationId xmlns:a16="http://schemas.microsoft.com/office/drawing/2014/main" id="{B49B6357-93D4-48C8-A311-BC6007E3137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24585" y="2523583"/>
            <a:ext cx="602103" cy="602103"/>
          </a:xfrm>
          <a:prstGeom prst="rect">
            <a:avLst/>
          </a:prstGeom>
        </p:spPr>
      </p:pic>
      <p:pic>
        <p:nvPicPr>
          <p:cNvPr id="54" name="Graphique 53" descr="Personne confuse avec un remplissage uni">
            <a:extLst>
              <a:ext uri="{FF2B5EF4-FFF2-40B4-BE49-F238E27FC236}">
                <a16:creationId xmlns:a16="http://schemas.microsoft.com/office/drawing/2014/main" id="{4DA5DE01-6DC5-42BF-82F0-BA552C42FBB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2601" y="2419877"/>
            <a:ext cx="602103" cy="602103"/>
          </a:xfrm>
          <a:prstGeom prst="rect">
            <a:avLst/>
          </a:prstGeom>
        </p:spPr>
      </p:pic>
      <p:pic>
        <p:nvPicPr>
          <p:cNvPr id="55" name="Graphique 54" descr="Personne confuse avec un remplissage uni">
            <a:extLst>
              <a:ext uri="{FF2B5EF4-FFF2-40B4-BE49-F238E27FC236}">
                <a16:creationId xmlns:a16="http://schemas.microsoft.com/office/drawing/2014/main" id="{97BC7E02-83EC-42E1-BB27-0F934F74F8D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0332" y="2785156"/>
            <a:ext cx="602103" cy="602103"/>
          </a:xfrm>
          <a:prstGeom prst="rect">
            <a:avLst/>
          </a:prstGeom>
        </p:spPr>
      </p:pic>
      <p:pic>
        <p:nvPicPr>
          <p:cNvPr id="56" name="Graphique 55" descr="Personne confuse avec un remplissage uni">
            <a:extLst>
              <a:ext uri="{FF2B5EF4-FFF2-40B4-BE49-F238E27FC236}">
                <a16:creationId xmlns:a16="http://schemas.microsoft.com/office/drawing/2014/main" id="{EC97CF70-90C6-4CC7-A606-B3B4090AC0B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5038" y="3808995"/>
            <a:ext cx="602103" cy="602103"/>
          </a:xfrm>
          <a:prstGeom prst="rect">
            <a:avLst/>
          </a:prstGeom>
        </p:spPr>
      </p:pic>
      <p:pic>
        <p:nvPicPr>
          <p:cNvPr id="57" name="Graphique 56" descr="Personne confuse avec un remplissage uni">
            <a:extLst>
              <a:ext uri="{FF2B5EF4-FFF2-40B4-BE49-F238E27FC236}">
                <a16:creationId xmlns:a16="http://schemas.microsoft.com/office/drawing/2014/main" id="{6CD5A886-F6D0-4510-9FC4-99AAD85A56E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69560" y="3841613"/>
            <a:ext cx="602103" cy="602103"/>
          </a:xfrm>
          <a:prstGeom prst="rect">
            <a:avLst/>
          </a:prstGeom>
        </p:spPr>
      </p:pic>
      <p:sp>
        <p:nvSpPr>
          <p:cNvPr id="13" name="Flèche : droite 12">
            <a:extLst>
              <a:ext uri="{FF2B5EF4-FFF2-40B4-BE49-F238E27FC236}">
                <a16:creationId xmlns:a16="http://schemas.microsoft.com/office/drawing/2014/main" id="{D0A7803D-5D96-409F-B833-BAC4BD05BF10}"/>
              </a:ext>
            </a:extLst>
          </p:cNvPr>
          <p:cNvSpPr/>
          <p:nvPr/>
        </p:nvSpPr>
        <p:spPr>
          <a:xfrm rot="19461843">
            <a:off x="2532297" y="287298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Flèche : droite 58">
            <a:extLst>
              <a:ext uri="{FF2B5EF4-FFF2-40B4-BE49-F238E27FC236}">
                <a16:creationId xmlns:a16="http://schemas.microsoft.com/office/drawing/2014/main" id="{C05D20D2-A35A-4AEC-B566-B50021B3878C}"/>
              </a:ext>
            </a:extLst>
          </p:cNvPr>
          <p:cNvSpPr/>
          <p:nvPr/>
        </p:nvSpPr>
        <p:spPr>
          <a:xfrm rot="2418519">
            <a:off x="2493808" y="359953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Flèche : droite 59">
            <a:extLst>
              <a:ext uri="{FF2B5EF4-FFF2-40B4-BE49-F238E27FC236}">
                <a16:creationId xmlns:a16="http://schemas.microsoft.com/office/drawing/2014/main" id="{762A30FA-7EAA-4CE0-91DB-1547946D727F}"/>
              </a:ext>
            </a:extLst>
          </p:cNvPr>
          <p:cNvSpPr/>
          <p:nvPr/>
        </p:nvSpPr>
        <p:spPr>
          <a:xfrm rot="8175033">
            <a:off x="1517142" y="3585663"/>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Flèche : droite 60">
            <a:extLst>
              <a:ext uri="{FF2B5EF4-FFF2-40B4-BE49-F238E27FC236}">
                <a16:creationId xmlns:a16="http://schemas.microsoft.com/office/drawing/2014/main" id="{0D54EADA-94AF-4175-B290-2A45F696FF4C}"/>
              </a:ext>
            </a:extLst>
          </p:cNvPr>
          <p:cNvSpPr/>
          <p:nvPr/>
        </p:nvSpPr>
        <p:spPr>
          <a:xfrm rot="13045094">
            <a:off x="1537687" y="2884093"/>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2" name="Graphique 61" descr="Personne confuse avec un remplissage uni">
            <a:extLst>
              <a:ext uri="{FF2B5EF4-FFF2-40B4-BE49-F238E27FC236}">
                <a16:creationId xmlns:a16="http://schemas.microsoft.com/office/drawing/2014/main" id="{B5819F5B-5956-4DC0-B692-9BD0E30A549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559783" y="1281726"/>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21C0AC9D-5BB0-4E3B-8955-A111541DFE9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79428" y="1108547"/>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9305B191-83B5-427E-BFCC-5A85F9577A1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81183" y="1559827"/>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4AEF614A-53CE-4E4E-A12D-7FDB7E896D5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922596" y="1247221"/>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076C5934-EC39-45C5-A431-1C119A94311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241" y="1074042"/>
            <a:ext cx="602103" cy="602103"/>
          </a:xfrm>
          <a:prstGeom prst="rect">
            <a:avLst/>
          </a:prstGeom>
        </p:spPr>
      </p:pic>
      <p:pic>
        <p:nvPicPr>
          <p:cNvPr id="67" name="Graphique 66" descr="Personne confuse avec un remplissage uni">
            <a:extLst>
              <a:ext uri="{FF2B5EF4-FFF2-40B4-BE49-F238E27FC236}">
                <a16:creationId xmlns:a16="http://schemas.microsoft.com/office/drawing/2014/main" id="{7A513D16-C901-40C9-9911-B499B7DC59B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43996" y="1525322"/>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DC54EC8B-E464-4C2A-AB07-D2A87FEE3BD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317208" y="1247221"/>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E14692B1-A625-4A78-B5E8-621A3EA47DC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936853" y="1074042"/>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711F5F7C-C536-46BA-8A8D-2A9257752E0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038608" y="1525322"/>
            <a:ext cx="602103" cy="602103"/>
          </a:xfrm>
          <a:prstGeom prst="rect">
            <a:avLst/>
          </a:prstGeom>
        </p:spPr>
      </p:pic>
      <p:pic>
        <p:nvPicPr>
          <p:cNvPr id="15" name="Graphique 14" descr="Signet avec un remplissage uni">
            <a:extLst>
              <a:ext uri="{FF2B5EF4-FFF2-40B4-BE49-F238E27FC236}">
                <a16:creationId xmlns:a16="http://schemas.microsoft.com/office/drawing/2014/main" id="{1A94355F-BDF8-4E9D-9194-001AFF8FE35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8641384" y="263027"/>
            <a:ext cx="635472" cy="635472"/>
          </a:xfrm>
          <a:prstGeom prst="rect">
            <a:avLst/>
          </a:prstGeom>
        </p:spPr>
      </p:pic>
      <p:sp>
        <p:nvSpPr>
          <p:cNvPr id="18" name="Rectangle 17">
            <a:extLst>
              <a:ext uri="{FF2B5EF4-FFF2-40B4-BE49-F238E27FC236}">
                <a16:creationId xmlns:a16="http://schemas.microsoft.com/office/drawing/2014/main" id="{F18E0E44-850E-4523-A925-F32BCB0F5563}"/>
              </a:ext>
            </a:extLst>
          </p:cNvPr>
          <p:cNvSpPr/>
          <p:nvPr/>
        </p:nvSpPr>
        <p:spPr>
          <a:xfrm>
            <a:off x="8625634" y="463263"/>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Signet avec un remplissage uni">
            <a:extLst>
              <a:ext uri="{FF2B5EF4-FFF2-40B4-BE49-F238E27FC236}">
                <a16:creationId xmlns:a16="http://schemas.microsoft.com/office/drawing/2014/main" id="{4C57CC13-7287-47CD-AA87-CF09485C378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9992387" y="242598"/>
            <a:ext cx="635472" cy="635472"/>
          </a:xfrm>
          <a:prstGeom prst="rect">
            <a:avLst/>
          </a:prstGeom>
        </p:spPr>
      </p:pic>
      <p:sp>
        <p:nvSpPr>
          <p:cNvPr id="77" name="Rectangle 76">
            <a:extLst>
              <a:ext uri="{FF2B5EF4-FFF2-40B4-BE49-F238E27FC236}">
                <a16:creationId xmlns:a16="http://schemas.microsoft.com/office/drawing/2014/main" id="{CEC7A250-6379-4757-8013-B93464658C6E}"/>
              </a:ext>
            </a:extLst>
          </p:cNvPr>
          <p:cNvSpPr/>
          <p:nvPr/>
        </p:nvSpPr>
        <p:spPr>
          <a:xfrm>
            <a:off x="9976637" y="442834"/>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Signet avec un remplissage uni">
            <a:extLst>
              <a:ext uri="{FF2B5EF4-FFF2-40B4-BE49-F238E27FC236}">
                <a16:creationId xmlns:a16="http://schemas.microsoft.com/office/drawing/2014/main" id="{E449C4AD-F051-418A-9F13-6D6674902845}"/>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11387003" y="232530"/>
            <a:ext cx="635472" cy="635472"/>
          </a:xfrm>
          <a:prstGeom prst="rect">
            <a:avLst/>
          </a:prstGeom>
        </p:spPr>
      </p:pic>
      <p:sp>
        <p:nvSpPr>
          <p:cNvPr id="79" name="Rectangle 78">
            <a:extLst>
              <a:ext uri="{FF2B5EF4-FFF2-40B4-BE49-F238E27FC236}">
                <a16:creationId xmlns:a16="http://schemas.microsoft.com/office/drawing/2014/main" id="{DCACE6D5-9F3F-4697-B778-6AB4AD4A4B47}"/>
              </a:ext>
            </a:extLst>
          </p:cNvPr>
          <p:cNvSpPr/>
          <p:nvPr/>
        </p:nvSpPr>
        <p:spPr>
          <a:xfrm>
            <a:off x="11371253" y="432766"/>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Femme agricultrice avec un remplissage uni">
            <a:extLst>
              <a:ext uri="{FF2B5EF4-FFF2-40B4-BE49-F238E27FC236}">
                <a16:creationId xmlns:a16="http://schemas.microsoft.com/office/drawing/2014/main" id="{706916D0-B16B-41DE-9B38-B0B72A3B959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864610" y="3710117"/>
            <a:ext cx="690528" cy="690528"/>
          </a:xfrm>
          <a:prstGeom prst="rect">
            <a:avLst/>
          </a:prstGeom>
        </p:spPr>
      </p:pic>
      <p:pic>
        <p:nvPicPr>
          <p:cNvPr id="512" name="Graphique 511" descr="Homme agriculteur avec un remplissage uni">
            <a:extLst>
              <a:ext uri="{FF2B5EF4-FFF2-40B4-BE49-F238E27FC236}">
                <a16:creationId xmlns:a16="http://schemas.microsoft.com/office/drawing/2014/main" id="{823CC7C3-451C-43FB-BCED-B540F824CEDA}"/>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8313778" y="3703383"/>
            <a:ext cx="690528" cy="690528"/>
          </a:xfrm>
          <a:prstGeom prst="rect">
            <a:avLst/>
          </a:prstGeom>
        </p:spPr>
      </p:pic>
      <p:pic>
        <p:nvPicPr>
          <p:cNvPr id="514" name="Graphique 513" descr="Un artiste masculin avec un remplissage uni">
            <a:extLst>
              <a:ext uri="{FF2B5EF4-FFF2-40B4-BE49-F238E27FC236}">
                <a16:creationId xmlns:a16="http://schemas.microsoft.com/office/drawing/2014/main" id="{8C55D2B6-BBFC-4E04-94F2-4F888B13BA7B}"/>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295447" y="2456906"/>
            <a:ext cx="690528" cy="690528"/>
          </a:xfrm>
          <a:prstGeom prst="rect">
            <a:avLst/>
          </a:prstGeom>
        </p:spPr>
      </p:pic>
      <p:pic>
        <p:nvPicPr>
          <p:cNvPr id="516" name="Graphique 515" descr="Une artiste avec un remplissage uni">
            <a:extLst>
              <a:ext uri="{FF2B5EF4-FFF2-40B4-BE49-F238E27FC236}">
                <a16:creationId xmlns:a16="http://schemas.microsoft.com/office/drawing/2014/main" id="{7699EAD9-F7C7-47A0-8570-EDEE866AC423}"/>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0730639" y="2478582"/>
            <a:ext cx="690528" cy="690528"/>
          </a:xfrm>
          <a:prstGeom prst="rect">
            <a:avLst/>
          </a:prstGeom>
        </p:spPr>
      </p:pic>
      <p:pic>
        <p:nvPicPr>
          <p:cNvPr id="518" name="Graphique 517" descr="Une astronaute avec un remplissage uni">
            <a:extLst>
              <a:ext uri="{FF2B5EF4-FFF2-40B4-BE49-F238E27FC236}">
                <a16:creationId xmlns:a16="http://schemas.microsoft.com/office/drawing/2014/main" id="{C4958026-6431-450E-8BA1-0026F286097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304034" y="2507540"/>
            <a:ext cx="690528" cy="690528"/>
          </a:xfrm>
          <a:prstGeom prst="rect">
            <a:avLst/>
          </a:prstGeom>
        </p:spPr>
      </p:pic>
      <p:pic>
        <p:nvPicPr>
          <p:cNvPr id="520" name="Graphique 519" descr="Femme ouvrière du bâtiment avec un remplissage uni">
            <a:extLst>
              <a:ext uri="{FF2B5EF4-FFF2-40B4-BE49-F238E27FC236}">
                <a16:creationId xmlns:a16="http://schemas.microsoft.com/office/drawing/2014/main" id="{B740F508-9EE9-45DA-A250-466B2CB9F832}"/>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0786363" y="3724057"/>
            <a:ext cx="690528" cy="690528"/>
          </a:xfrm>
          <a:prstGeom prst="rect">
            <a:avLst/>
          </a:prstGeom>
        </p:spPr>
      </p:pic>
      <p:pic>
        <p:nvPicPr>
          <p:cNvPr id="522" name="Graphique 521" descr="Homme ouvrier du bâtiment avec un remplissage uni">
            <a:extLst>
              <a:ext uri="{FF2B5EF4-FFF2-40B4-BE49-F238E27FC236}">
                <a16:creationId xmlns:a16="http://schemas.microsoft.com/office/drawing/2014/main" id="{DCB1CE7B-14F5-40AD-AF3C-4B0235CD7D18}"/>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1292909" y="3710117"/>
            <a:ext cx="690528" cy="690528"/>
          </a:xfrm>
          <a:prstGeom prst="rect">
            <a:avLst/>
          </a:prstGeom>
        </p:spPr>
      </p:pic>
      <p:pic>
        <p:nvPicPr>
          <p:cNvPr id="94" name="Graphique 93" descr="Une astronaute avec un remplissage uni">
            <a:extLst>
              <a:ext uri="{FF2B5EF4-FFF2-40B4-BE49-F238E27FC236}">
                <a16:creationId xmlns:a16="http://schemas.microsoft.com/office/drawing/2014/main" id="{EAC7F87B-48BE-4299-AE73-93BD4562C98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878676" y="2538148"/>
            <a:ext cx="690528" cy="690528"/>
          </a:xfrm>
          <a:prstGeom prst="rect">
            <a:avLst/>
          </a:prstGeom>
        </p:spPr>
      </p:pic>
      <p:grpSp>
        <p:nvGrpSpPr>
          <p:cNvPr id="524" name="Groupe 523">
            <a:extLst>
              <a:ext uri="{FF2B5EF4-FFF2-40B4-BE49-F238E27FC236}">
                <a16:creationId xmlns:a16="http://schemas.microsoft.com/office/drawing/2014/main" id="{9B079288-270D-4BAB-99F1-187FBFCECB65}"/>
              </a:ext>
            </a:extLst>
          </p:cNvPr>
          <p:cNvGrpSpPr/>
          <p:nvPr/>
        </p:nvGrpSpPr>
        <p:grpSpPr>
          <a:xfrm>
            <a:off x="5672173" y="3336012"/>
            <a:ext cx="946796" cy="959385"/>
            <a:chOff x="5486124" y="3164708"/>
            <a:chExt cx="1155148" cy="1170507"/>
          </a:xfrm>
          <a:solidFill>
            <a:schemeClr val="accent1">
              <a:lumMod val="40000"/>
              <a:lumOff val="60000"/>
            </a:schemeClr>
          </a:solidFill>
        </p:grpSpPr>
        <p:pic>
          <p:nvPicPr>
            <p:cNvPr id="103" name="Graphique 102" descr="Personne confuse avec un remplissage uni">
              <a:extLst>
                <a:ext uri="{FF2B5EF4-FFF2-40B4-BE49-F238E27FC236}">
                  <a16:creationId xmlns:a16="http://schemas.microsoft.com/office/drawing/2014/main" id="{60DB99B3-EA09-4FF7-B779-9045C29018C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04" name="Graphique 103" descr="Personne confuse avec un remplissage uni">
              <a:extLst>
                <a:ext uri="{FF2B5EF4-FFF2-40B4-BE49-F238E27FC236}">
                  <a16:creationId xmlns:a16="http://schemas.microsoft.com/office/drawing/2014/main" id="{202ED0AE-894F-41EB-A121-39F29D39EF9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05" name="Graphique 104" descr="Personne confuse avec un remplissage uni">
              <a:extLst>
                <a:ext uri="{FF2B5EF4-FFF2-40B4-BE49-F238E27FC236}">
                  <a16:creationId xmlns:a16="http://schemas.microsoft.com/office/drawing/2014/main" id="{BA43AE12-9F5F-4129-B805-79072781376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06" name="ZoneTexte 105">
              <a:extLst>
                <a:ext uri="{FF2B5EF4-FFF2-40B4-BE49-F238E27FC236}">
                  <a16:creationId xmlns:a16="http://schemas.microsoft.com/office/drawing/2014/main" id="{A6EA4F8F-171D-4767-A171-384BB3E27776}"/>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grpSp>
        <p:nvGrpSpPr>
          <p:cNvPr id="108" name="Groupe 107">
            <a:extLst>
              <a:ext uri="{FF2B5EF4-FFF2-40B4-BE49-F238E27FC236}">
                <a16:creationId xmlns:a16="http://schemas.microsoft.com/office/drawing/2014/main" id="{B33416F0-4C5E-4214-A7BA-3BD4FE908685}"/>
              </a:ext>
            </a:extLst>
          </p:cNvPr>
          <p:cNvGrpSpPr/>
          <p:nvPr/>
        </p:nvGrpSpPr>
        <p:grpSpPr>
          <a:xfrm>
            <a:off x="4258405" y="2463896"/>
            <a:ext cx="946796" cy="959385"/>
            <a:chOff x="5486124" y="3164708"/>
            <a:chExt cx="1155148" cy="1170507"/>
          </a:xfrm>
          <a:solidFill>
            <a:schemeClr val="accent1">
              <a:lumMod val="40000"/>
              <a:lumOff val="60000"/>
            </a:schemeClr>
          </a:solidFill>
        </p:grpSpPr>
        <p:pic>
          <p:nvPicPr>
            <p:cNvPr id="109" name="Graphique 108" descr="Personne confuse avec un remplissage uni">
              <a:extLst>
                <a:ext uri="{FF2B5EF4-FFF2-40B4-BE49-F238E27FC236}">
                  <a16:creationId xmlns:a16="http://schemas.microsoft.com/office/drawing/2014/main" id="{7835D998-0F30-48B8-B0DE-82577D5AC21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10" name="Graphique 109" descr="Personne confuse avec un remplissage uni">
              <a:extLst>
                <a:ext uri="{FF2B5EF4-FFF2-40B4-BE49-F238E27FC236}">
                  <a16:creationId xmlns:a16="http://schemas.microsoft.com/office/drawing/2014/main" id="{065BF432-FEA2-41E3-99CF-58F6E8E5541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11" name="Graphique 110" descr="Personne confuse avec un remplissage uni">
              <a:extLst>
                <a:ext uri="{FF2B5EF4-FFF2-40B4-BE49-F238E27FC236}">
                  <a16:creationId xmlns:a16="http://schemas.microsoft.com/office/drawing/2014/main" id="{6C594955-079C-436A-A85B-CEE73533E01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12" name="ZoneTexte 111">
              <a:extLst>
                <a:ext uri="{FF2B5EF4-FFF2-40B4-BE49-F238E27FC236}">
                  <a16:creationId xmlns:a16="http://schemas.microsoft.com/office/drawing/2014/main" id="{EF65977C-87B3-427C-9996-44B8D2A42A42}"/>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grpSp>
        <p:nvGrpSpPr>
          <p:cNvPr id="113" name="Groupe 112">
            <a:extLst>
              <a:ext uri="{FF2B5EF4-FFF2-40B4-BE49-F238E27FC236}">
                <a16:creationId xmlns:a16="http://schemas.microsoft.com/office/drawing/2014/main" id="{4DF013C5-E0CA-4606-8A49-9C9ED2BE4845}"/>
              </a:ext>
            </a:extLst>
          </p:cNvPr>
          <p:cNvGrpSpPr/>
          <p:nvPr/>
        </p:nvGrpSpPr>
        <p:grpSpPr>
          <a:xfrm>
            <a:off x="7021091" y="2467920"/>
            <a:ext cx="946796" cy="959385"/>
            <a:chOff x="5486124" y="3164708"/>
            <a:chExt cx="1155148" cy="1170507"/>
          </a:xfrm>
          <a:solidFill>
            <a:schemeClr val="accent1">
              <a:lumMod val="40000"/>
              <a:lumOff val="60000"/>
            </a:schemeClr>
          </a:solidFill>
        </p:grpSpPr>
        <p:pic>
          <p:nvPicPr>
            <p:cNvPr id="114" name="Graphique 113" descr="Personne confuse avec un remplissage uni">
              <a:extLst>
                <a:ext uri="{FF2B5EF4-FFF2-40B4-BE49-F238E27FC236}">
                  <a16:creationId xmlns:a16="http://schemas.microsoft.com/office/drawing/2014/main" id="{F63B7D81-8CA8-48E8-8668-5674B70C2AE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15" name="Graphique 114" descr="Personne confuse avec un remplissage uni">
              <a:extLst>
                <a:ext uri="{FF2B5EF4-FFF2-40B4-BE49-F238E27FC236}">
                  <a16:creationId xmlns:a16="http://schemas.microsoft.com/office/drawing/2014/main" id="{6FEA3B6F-02E7-423E-A700-57FAAECC434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16" name="Graphique 115" descr="Personne confuse avec un remplissage uni">
              <a:extLst>
                <a:ext uri="{FF2B5EF4-FFF2-40B4-BE49-F238E27FC236}">
                  <a16:creationId xmlns:a16="http://schemas.microsoft.com/office/drawing/2014/main" id="{1F4923B6-21F0-4B9D-B9F6-7EDB9332F87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17" name="ZoneTexte 116">
              <a:extLst>
                <a:ext uri="{FF2B5EF4-FFF2-40B4-BE49-F238E27FC236}">
                  <a16:creationId xmlns:a16="http://schemas.microsoft.com/office/drawing/2014/main" id="{07A1F29B-6B50-4F8B-A8FB-8CAFA4A04676}"/>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pic>
        <p:nvPicPr>
          <p:cNvPr id="526" name="Graphique 525" descr="Homme avec canne avec un remplissage uni">
            <a:extLst>
              <a:ext uri="{FF2B5EF4-FFF2-40B4-BE49-F238E27FC236}">
                <a16:creationId xmlns:a16="http://schemas.microsoft.com/office/drawing/2014/main" id="{8DC5B56B-1205-445D-86D5-C3A5861D023C}"/>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04464" y="4712924"/>
            <a:ext cx="914400" cy="914400"/>
          </a:xfrm>
          <a:prstGeom prst="rect">
            <a:avLst/>
          </a:prstGeom>
        </p:spPr>
      </p:pic>
      <p:pic>
        <p:nvPicPr>
          <p:cNvPr id="528" name="Graphique 527" descr="Femme enceinte avec un remplissage uni">
            <a:extLst>
              <a:ext uri="{FF2B5EF4-FFF2-40B4-BE49-F238E27FC236}">
                <a16:creationId xmlns:a16="http://schemas.microsoft.com/office/drawing/2014/main" id="{53F1038D-C7B0-41D4-ACAE-9FA747833C79}"/>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494013" y="5693220"/>
            <a:ext cx="914400" cy="914400"/>
          </a:xfrm>
          <a:prstGeom prst="rect">
            <a:avLst/>
          </a:prstGeom>
        </p:spPr>
      </p:pic>
      <p:pic>
        <p:nvPicPr>
          <p:cNvPr id="530" name="Graphique 529" descr="Homme avec bébé avec un remplissage uni">
            <a:extLst>
              <a:ext uri="{FF2B5EF4-FFF2-40B4-BE49-F238E27FC236}">
                <a16:creationId xmlns:a16="http://schemas.microsoft.com/office/drawing/2014/main" id="{E2E8E644-E766-43A6-A1D7-A79EE966A903}"/>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069631" y="4721246"/>
            <a:ext cx="914400" cy="914400"/>
          </a:xfrm>
          <a:prstGeom prst="rect">
            <a:avLst/>
          </a:prstGeom>
        </p:spPr>
      </p:pic>
      <p:pic>
        <p:nvPicPr>
          <p:cNvPr id="124" name="Graphique 123" descr="Homme avec bébé avec un remplissage uni">
            <a:extLst>
              <a:ext uri="{FF2B5EF4-FFF2-40B4-BE49-F238E27FC236}">
                <a16:creationId xmlns:a16="http://schemas.microsoft.com/office/drawing/2014/main" id="{D2D6F2D7-7E96-49E9-B10B-1FF07CCF750F}"/>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656885" y="4721246"/>
            <a:ext cx="914400" cy="914400"/>
          </a:xfrm>
          <a:prstGeom prst="rect">
            <a:avLst/>
          </a:prstGeom>
        </p:spPr>
      </p:pic>
      <p:pic>
        <p:nvPicPr>
          <p:cNvPr id="125" name="Graphique 124" descr="Homme avec canne avec un remplissage uni">
            <a:extLst>
              <a:ext uri="{FF2B5EF4-FFF2-40B4-BE49-F238E27FC236}">
                <a16:creationId xmlns:a16="http://schemas.microsoft.com/office/drawing/2014/main" id="{A447B957-72DB-4F89-AD08-74992B375F9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75866" y="4702716"/>
            <a:ext cx="914400" cy="914400"/>
          </a:xfrm>
          <a:prstGeom prst="rect">
            <a:avLst/>
          </a:prstGeom>
        </p:spPr>
      </p:pic>
      <p:pic>
        <p:nvPicPr>
          <p:cNvPr id="126" name="Graphique 125" descr="Femme enceinte avec un remplissage uni">
            <a:extLst>
              <a:ext uri="{FF2B5EF4-FFF2-40B4-BE49-F238E27FC236}">
                <a16:creationId xmlns:a16="http://schemas.microsoft.com/office/drawing/2014/main" id="{CB4299F5-8390-4B7A-A230-43A4E8848D12}"/>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845463" y="5693220"/>
            <a:ext cx="914400" cy="914400"/>
          </a:xfrm>
          <a:prstGeom prst="rect">
            <a:avLst/>
          </a:prstGeom>
        </p:spPr>
      </p:pic>
      <p:pic>
        <p:nvPicPr>
          <p:cNvPr id="128" name="Graphique 127" descr="Personne confuse avec un remplissage uni">
            <a:extLst>
              <a:ext uri="{FF2B5EF4-FFF2-40B4-BE49-F238E27FC236}">
                <a16:creationId xmlns:a16="http://schemas.microsoft.com/office/drawing/2014/main" id="{8EB43BCE-D78F-470F-9575-12DEC6DE32D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725997" y="6091767"/>
            <a:ext cx="602103" cy="602103"/>
          </a:xfrm>
          <a:prstGeom prst="rect">
            <a:avLst/>
          </a:prstGeom>
        </p:spPr>
      </p:pic>
      <p:pic>
        <p:nvPicPr>
          <p:cNvPr id="129" name="Graphique 128" descr="Personne confuse avec un remplissage uni">
            <a:extLst>
              <a:ext uri="{FF2B5EF4-FFF2-40B4-BE49-F238E27FC236}">
                <a16:creationId xmlns:a16="http://schemas.microsoft.com/office/drawing/2014/main" id="{EB0300A2-9DC4-4C7A-A5F4-AFB102572CA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68329" y="5908846"/>
            <a:ext cx="602103" cy="602103"/>
          </a:xfrm>
          <a:prstGeom prst="rect">
            <a:avLst/>
          </a:prstGeom>
        </p:spPr>
      </p:pic>
      <p:pic>
        <p:nvPicPr>
          <p:cNvPr id="130" name="Graphique 129" descr="Personne confuse avec un remplissage uni">
            <a:extLst>
              <a:ext uri="{FF2B5EF4-FFF2-40B4-BE49-F238E27FC236}">
                <a16:creationId xmlns:a16="http://schemas.microsoft.com/office/drawing/2014/main" id="{7B6E6DAA-B6B1-4C59-923C-E56137F853D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329325" y="6070003"/>
            <a:ext cx="602103" cy="602103"/>
          </a:xfrm>
          <a:prstGeom prst="rect">
            <a:avLst/>
          </a:prstGeom>
        </p:spPr>
      </p:pic>
      <p:pic>
        <p:nvPicPr>
          <p:cNvPr id="131" name="Graphique 130" descr="Personne confuse avec un remplissage uni">
            <a:extLst>
              <a:ext uri="{FF2B5EF4-FFF2-40B4-BE49-F238E27FC236}">
                <a16:creationId xmlns:a16="http://schemas.microsoft.com/office/drawing/2014/main" id="{E0FBEDB1-C706-44F0-8A74-62D58DAF048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21091" y="5820751"/>
            <a:ext cx="602103" cy="602103"/>
          </a:xfrm>
          <a:prstGeom prst="rect">
            <a:avLst/>
          </a:prstGeom>
        </p:spPr>
      </p:pic>
      <p:pic>
        <p:nvPicPr>
          <p:cNvPr id="132" name="Graphique 131" descr="Personne confuse avec un remplissage uni">
            <a:extLst>
              <a:ext uri="{FF2B5EF4-FFF2-40B4-BE49-F238E27FC236}">
                <a16:creationId xmlns:a16="http://schemas.microsoft.com/office/drawing/2014/main" id="{EB4724EE-7095-4E09-8C61-D9AA9AF7B3F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420642" y="4829290"/>
            <a:ext cx="602103" cy="602103"/>
          </a:xfrm>
          <a:prstGeom prst="rect">
            <a:avLst/>
          </a:prstGeom>
        </p:spPr>
      </p:pic>
      <p:pic>
        <p:nvPicPr>
          <p:cNvPr id="133" name="Graphique 132" descr="Personne confuse avec un remplissage uni">
            <a:extLst>
              <a:ext uri="{FF2B5EF4-FFF2-40B4-BE49-F238E27FC236}">
                <a16:creationId xmlns:a16="http://schemas.microsoft.com/office/drawing/2014/main" id="{DB8C2FED-925A-4564-94FF-DD768F4135F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40287" y="4656111"/>
            <a:ext cx="602103" cy="602103"/>
          </a:xfrm>
          <a:prstGeom prst="rect">
            <a:avLst/>
          </a:prstGeom>
        </p:spPr>
      </p:pic>
      <p:pic>
        <p:nvPicPr>
          <p:cNvPr id="134" name="Graphique 133" descr="Personne confuse avec un remplissage uni">
            <a:extLst>
              <a:ext uri="{FF2B5EF4-FFF2-40B4-BE49-F238E27FC236}">
                <a16:creationId xmlns:a16="http://schemas.microsoft.com/office/drawing/2014/main" id="{4C5706D2-0ED9-4569-A5A6-07E2EFF36E1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142042" y="5107391"/>
            <a:ext cx="602103" cy="602103"/>
          </a:xfrm>
          <a:prstGeom prst="rect">
            <a:avLst/>
          </a:prstGeom>
        </p:spPr>
      </p:pic>
      <p:pic>
        <p:nvPicPr>
          <p:cNvPr id="135" name="Graphique 134" descr="Personne confuse avec un remplissage uni">
            <a:extLst>
              <a:ext uri="{FF2B5EF4-FFF2-40B4-BE49-F238E27FC236}">
                <a16:creationId xmlns:a16="http://schemas.microsoft.com/office/drawing/2014/main" id="{23877851-7DFA-4F51-B19A-8C9FDC5E8F0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38479" y="4784591"/>
            <a:ext cx="602103" cy="602103"/>
          </a:xfrm>
          <a:prstGeom prst="rect">
            <a:avLst/>
          </a:prstGeom>
        </p:spPr>
      </p:pic>
      <p:pic>
        <p:nvPicPr>
          <p:cNvPr id="136" name="Graphique 135" descr="Personne confuse avec un remplissage uni">
            <a:extLst>
              <a:ext uri="{FF2B5EF4-FFF2-40B4-BE49-F238E27FC236}">
                <a16:creationId xmlns:a16="http://schemas.microsoft.com/office/drawing/2014/main" id="{41A01394-7279-406A-8DAC-AB25423D6A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86495" y="4680885"/>
            <a:ext cx="602103" cy="602103"/>
          </a:xfrm>
          <a:prstGeom prst="rect">
            <a:avLst/>
          </a:prstGeom>
        </p:spPr>
      </p:pic>
      <p:pic>
        <p:nvPicPr>
          <p:cNvPr id="137" name="Graphique 136" descr="Personne confuse avec un remplissage uni">
            <a:extLst>
              <a:ext uri="{FF2B5EF4-FFF2-40B4-BE49-F238E27FC236}">
                <a16:creationId xmlns:a16="http://schemas.microsoft.com/office/drawing/2014/main" id="{7DD6BB22-BF9C-4D1E-A9E6-6D1897B156C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34226" y="5046164"/>
            <a:ext cx="602103" cy="602103"/>
          </a:xfrm>
          <a:prstGeom prst="rect">
            <a:avLst/>
          </a:prstGeom>
        </p:spPr>
      </p:pic>
      <p:pic>
        <p:nvPicPr>
          <p:cNvPr id="138" name="Graphique 137" descr="Personne confuse avec un remplissage uni">
            <a:extLst>
              <a:ext uri="{FF2B5EF4-FFF2-40B4-BE49-F238E27FC236}">
                <a16:creationId xmlns:a16="http://schemas.microsoft.com/office/drawing/2014/main" id="{E09BE7CA-6E55-460C-9666-4A690561602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171953" y="6065601"/>
            <a:ext cx="602103" cy="602103"/>
          </a:xfrm>
          <a:prstGeom prst="rect">
            <a:avLst/>
          </a:prstGeom>
        </p:spPr>
      </p:pic>
      <p:pic>
        <p:nvPicPr>
          <p:cNvPr id="139" name="Graphique 138" descr="Personne confuse avec un remplissage uni">
            <a:extLst>
              <a:ext uri="{FF2B5EF4-FFF2-40B4-BE49-F238E27FC236}">
                <a16:creationId xmlns:a16="http://schemas.microsoft.com/office/drawing/2014/main" id="{0981CDD5-1900-4429-B3A3-7A7FD8D212C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13893" y="6091767"/>
            <a:ext cx="602103" cy="602103"/>
          </a:xfrm>
          <a:prstGeom prst="rect">
            <a:avLst/>
          </a:prstGeom>
        </p:spPr>
      </p:pic>
      <p:sp>
        <p:nvSpPr>
          <p:cNvPr id="140" name="Flèche : droite 139">
            <a:extLst>
              <a:ext uri="{FF2B5EF4-FFF2-40B4-BE49-F238E27FC236}">
                <a16:creationId xmlns:a16="http://schemas.microsoft.com/office/drawing/2014/main" id="{AE911E04-5742-48B5-B43C-C71708E9F4EF}"/>
              </a:ext>
            </a:extLst>
          </p:cNvPr>
          <p:cNvSpPr/>
          <p:nvPr/>
        </p:nvSpPr>
        <p:spPr>
          <a:xfrm rot="19461843">
            <a:off x="6546191" y="5133997"/>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Flèche : droite 140">
            <a:extLst>
              <a:ext uri="{FF2B5EF4-FFF2-40B4-BE49-F238E27FC236}">
                <a16:creationId xmlns:a16="http://schemas.microsoft.com/office/drawing/2014/main" id="{506353AE-7F5B-417D-9D04-E8CCC6CA1B04}"/>
              </a:ext>
            </a:extLst>
          </p:cNvPr>
          <p:cNvSpPr/>
          <p:nvPr/>
        </p:nvSpPr>
        <p:spPr>
          <a:xfrm rot="2418519">
            <a:off x="6507702" y="5860547"/>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Flèche : droite 141">
            <a:extLst>
              <a:ext uri="{FF2B5EF4-FFF2-40B4-BE49-F238E27FC236}">
                <a16:creationId xmlns:a16="http://schemas.microsoft.com/office/drawing/2014/main" id="{29ED14D6-A4A6-4F91-942C-38C2F664D667}"/>
              </a:ext>
            </a:extLst>
          </p:cNvPr>
          <p:cNvSpPr/>
          <p:nvPr/>
        </p:nvSpPr>
        <p:spPr>
          <a:xfrm rot="8175033">
            <a:off x="5531036" y="5846671"/>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Flèche : droite 142">
            <a:extLst>
              <a:ext uri="{FF2B5EF4-FFF2-40B4-BE49-F238E27FC236}">
                <a16:creationId xmlns:a16="http://schemas.microsoft.com/office/drawing/2014/main" id="{F1633B83-A8D7-4717-A140-4F396228E4CF}"/>
              </a:ext>
            </a:extLst>
          </p:cNvPr>
          <p:cNvSpPr/>
          <p:nvPr/>
        </p:nvSpPr>
        <p:spPr>
          <a:xfrm rot="13045094">
            <a:off x="5551581" y="5145101"/>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32" name="Graphique 531" descr="Engrenages avec un remplissage uni">
            <a:extLst>
              <a:ext uri="{FF2B5EF4-FFF2-40B4-BE49-F238E27FC236}">
                <a16:creationId xmlns:a16="http://schemas.microsoft.com/office/drawing/2014/main" id="{A660E78A-BCAA-4823-9719-E5B68FB9AED9}"/>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706638" y="5155253"/>
            <a:ext cx="914400" cy="914400"/>
          </a:xfrm>
          <a:prstGeom prst="rect">
            <a:avLst/>
          </a:prstGeom>
        </p:spPr>
      </p:pic>
      <p:grpSp>
        <p:nvGrpSpPr>
          <p:cNvPr id="535" name="Groupe 534">
            <a:extLst>
              <a:ext uri="{FF2B5EF4-FFF2-40B4-BE49-F238E27FC236}">
                <a16:creationId xmlns:a16="http://schemas.microsoft.com/office/drawing/2014/main" id="{0D749060-5013-4100-BC23-2DA9B8D902A4}"/>
              </a:ext>
            </a:extLst>
          </p:cNvPr>
          <p:cNvGrpSpPr/>
          <p:nvPr/>
        </p:nvGrpSpPr>
        <p:grpSpPr>
          <a:xfrm>
            <a:off x="8257732" y="4724972"/>
            <a:ext cx="999845" cy="1006778"/>
            <a:chOff x="8170107" y="4802801"/>
            <a:chExt cx="999845" cy="1006778"/>
          </a:xfrm>
          <a:solidFill>
            <a:schemeClr val="accent1">
              <a:lumMod val="40000"/>
              <a:lumOff val="60000"/>
            </a:schemeClr>
          </a:solidFill>
        </p:grpSpPr>
        <p:grpSp>
          <p:nvGrpSpPr>
            <p:cNvPr id="151" name="Groupe 150">
              <a:extLst>
                <a:ext uri="{FF2B5EF4-FFF2-40B4-BE49-F238E27FC236}">
                  <a16:creationId xmlns:a16="http://schemas.microsoft.com/office/drawing/2014/main" id="{92F9AB76-9F11-4EC6-9520-25EA736D82EA}"/>
                </a:ext>
              </a:extLst>
            </p:cNvPr>
            <p:cNvGrpSpPr/>
            <p:nvPr/>
          </p:nvGrpSpPr>
          <p:grpSpPr>
            <a:xfrm>
              <a:off x="8170107" y="4802801"/>
              <a:ext cx="999845" cy="1006778"/>
              <a:chOff x="5452779" y="3136787"/>
              <a:chExt cx="1219871" cy="1228329"/>
            </a:xfrm>
            <a:grpFill/>
          </p:grpSpPr>
          <p:pic>
            <p:nvPicPr>
              <p:cNvPr id="152" name="Graphique 151" descr="Personne confuse avec un remplissage uni">
                <a:extLst>
                  <a:ext uri="{FF2B5EF4-FFF2-40B4-BE49-F238E27FC236}">
                    <a16:creationId xmlns:a16="http://schemas.microsoft.com/office/drawing/2014/main" id="{336C8A70-CCCD-4DB9-B5FB-884805FB89C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53" name="Graphique 152" descr="Personne confuse avec un remplissage uni">
                <a:extLst>
                  <a:ext uri="{FF2B5EF4-FFF2-40B4-BE49-F238E27FC236}">
                    <a16:creationId xmlns:a16="http://schemas.microsoft.com/office/drawing/2014/main" id="{0A8969EC-9F88-45AF-8437-65E4C57EE3C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54" name="Graphique 153" descr="Personne confuse avec un remplissage uni">
                <a:extLst>
                  <a:ext uri="{FF2B5EF4-FFF2-40B4-BE49-F238E27FC236}">
                    <a16:creationId xmlns:a16="http://schemas.microsoft.com/office/drawing/2014/main" id="{0F1B2803-9FD0-4E7E-BA19-7F48AA590B1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534" name="Graphique 533" descr="Cœur avec un remplissage uni">
              <a:extLst>
                <a:ext uri="{FF2B5EF4-FFF2-40B4-BE49-F238E27FC236}">
                  <a16:creationId xmlns:a16="http://schemas.microsoft.com/office/drawing/2014/main" id="{9E6AC8C1-325B-4861-9878-B0501F19EA3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grpSp>
        <p:nvGrpSpPr>
          <p:cNvPr id="164" name="Groupe 163">
            <a:extLst>
              <a:ext uri="{FF2B5EF4-FFF2-40B4-BE49-F238E27FC236}">
                <a16:creationId xmlns:a16="http://schemas.microsoft.com/office/drawing/2014/main" id="{77D57469-7F2E-499C-BD30-1BAB22155B5E}"/>
              </a:ext>
            </a:extLst>
          </p:cNvPr>
          <p:cNvGrpSpPr/>
          <p:nvPr/>
        </p:nvGrpSpPr>
        <p:grpSpPr>
          <a:xfrm>
            <a:off x="9606342" y="5627324"/>
            <a:ext cx="999845" cy="1006778"/>
            <a:chOff x="8170107" y="4802801"/>
            <a:chExt cx="999845" cy="1006778"/>
          </a:xfrm>
          <a:solidFill>
            <a:schemeClr val="accent1">
              <a:lumMod val="40000"/>
              <a:lumOff val="60000"/>
            </a:schemeClr>
          </a:solidFill>
        </p:grpSpPr>
        <p:grpSp>
          <p:nvGrpSpPr>
            <p:cNvPr id="165" name="Groupe 164">
              <a:extLst>
                <a:ext uri="{FF2B5EF4-FFF2-40B4-BE49-F238E27FC236}">
                  <a16:creationId xmlns:a16="http://schemas.microsoft.com/office/drawing/2014/main" id="{C2D7498C-0626-4C92-BAD5-7B78C1D1A44A}"/>
                </a:ext>
              </a:extLst>
            </p:cNvPr>
            <p:cNvGrpSpPr/>
            <p:nvPr/>
          </p:nvGrpSpPr>
          <p:grpSpPr>
            <a:xfrm>
              <a:off x="8170107" y="4802801"/>
              <a:ext cx="999845" cy="1006778"/>
              <a:chOff x="5452779" y="3136787"/>
              <a:chExt cx="1219871" cy="1228329"/>
            </a:xfrm>
            <a:grpFill/>
          </p:grpSpPr>
          <p:pic>
            <p:nvPicPr>
              <p:cNvPr id="167" name="Graphique 166" descr="Personne confuse avec un remplissage uni">
                <a:extLst>
                  <a:ext uri="{FF2B5EF4-FFF2-40B4-BE49-F238E27FC236}">
                    <a16:creationId xmlns:a16="http://schemas.microsoft.com/office/drawing/2014/main" id="{8627BA4E-2D5C-4EB3-A3D1-2B951DE310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68" name="Graphique 167" descr="Personne confuse avec un remplissage uni">
                <a:extLst>
                  <a:ext uri="{FF2B5EF4-FFF2-40B4-BE49-F238E27FC236}">
                    <a16:creationId xmlns:a16="http://schemas.microsoft.com/office/drawing/2014/main" id="{5F7A11EC-B30E-4ACB-8551-086E449AE30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69" name="Graphique 168" descr="Personne confuse avec un remplissage uni">
                <a:extLst>
                  <a:ext uri="{FF2B5EF4-FFF2-40B4-BE49-F238E27FC236}">
                    <a16:creationId xmlns:a16="http://schemas.microsoft.com/office/drawing/2014/main" id="{3C2FC6E9-AEE6-4396-A7CA-1BC5174363C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166" name="Graphique 165" descr="Cœur avec un remplissage uni">
              <a:extLst>
                <a:ext uri="{FF2B5EF4-FFF2-40B4-BE49-F238E27FC236}">
                  <a16:creationId xmlns:a16="http://schemas.microsoft.com/office/drawing/2014/main" id="{2187C879-A238-4276-9591-E74B3CD81341}"/>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grpSp>
        <p:nvGrpSpPr>
          <p:cNvPr id="170" name="Groupe 169">
            <a:extLst>
              <a:ext uri="{FF2B5EF4-FFF2-40B4-BE49-F238E27FC236}">
                <a16:creationId xmlns:a16="http://schemas.microsoft.com/office/drawing/2014/main" id="{BFEA3332-B50B-4E29-846D-1022FD5E2DC8}"/>
              </a:ext>
            </a:extLst>
          </p:cNvPr>
          <p:cNvGrpSpPr/>
          <p:nvPr/>
        </p:nvGrpSpPr>
        <p:grpSpPr>
          <a:xfrm>
            <a:off x="10943465" y="4732233"/>
            <a:ext cx="999845" cy="1006778"/>
            <a:chOff x="8170107" y="4802801"/>
            <a:chExt cx="999845" cy="1006778"/>
          </a:xfrm>
          <a:solidFill>
            <a:schemeClr val="accent1">
              <a:lumMod val="40000"/>
              <a:lumOff val="60000"/>
            </a:schemeClr>
          </a:solidFill>
        </p:grpSpPr>
        <p:grpSp>
          <p:nvGrpSpPr>
            <p:cNvPr id="171" name="Groupe 170">
              <a:extLst>
                <a:ext uri="{FF2B5EF4-FFF2-40B4-BE49-F238E27FC236}">
                  <a16:creationId xmlns:a16="http://schemas.microsoft.com/office/drawing/2014/main" id="{20BAEB55-9BE7-4FE2-A13C-E9175C41466D}"/>
                </a:ext>
              </a:extLst>
            </p:cNvPr>
            <p:cNvGrpSpPr/>
            <p:nvPr/>
          </p:nvGrpSpPr>
          <p:grpSpPr>
            <a:xfrm>
              <a:off x="8170107" y="4802801"/>
              <a:ext cx="999845" cy="1006778"/>
              <a:chOff x="5452779" y="3136787"/>
              <a:chExt cx="1219871" cy="1228329"/>
            </a:xfrm>
            <a:grpFill/>
          </p:grpSpPr>
          <p:pic>
            <p:nvPicPr>
              <p:cNvPr id="173" name="Graphique 172" descr="Personne confuse avec un remplissage uni">
                <a:extLst>
                  <a:ext uri="{FF2B5EF4-FFF2-40B4-BE49-F238E27FC236}">
                    <a16:creationId xmlns:a16="http://schemas.microsoft.com/office/drawing/2014/main" id="{4A154F94-2E17-496C-99FD-F7993C89CB0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74" name="Graphique 173" descr="Personne confuse avec un remplissage uni">
                <a:extLst>
                  <a:ext uri="{FF2B5EF4-FFF2-40B4-BE49-F238E27FC236}">
                    <a16:creationId xmlns:a16="http://schemas.microsoft.com/office/drawing/2014/main" id="{138708E4-AF7D-46A3-A4EF-5FC83743647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75" name="Graphique 174" descr="Personne confuse avec un remplissage uni">
                <a:extLst>
                  <a:ext uri="{FF2B5EF4-FFF2-40B4-BE49-F238E27FC236}">
                    <a16:creationId xmlns:a16="http://schemas.microsoft.com/office/drawing/2014/main" id="{BA72D0E4-8514-43F4-AFAD-185DF690878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172" name="Graphique 171" descr="Cœur avec un remplissage uni">
              <a:extLst>
                <a:ext uri="{FF2B5EF4-FFF2-40B4-BE49-F238E27FC236}">
                  <a16:creationId xmlns:a16="http://schemas.microsoft.com/office/drawing/2014/main" id="{8092E55C-0366-47DD-99B3-F322D2CD4A3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spTree>
    <p:extLst>
      <p:ext uri="{BB962C8B-B14F-4D97-AF65-F5344CB8AC3E}">
        <p14:creationId xmlns:p14="http://schemas.microsoft.com/office/powerpoint/2010/main" val="1369908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AAD6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0" name="Graphique 149" descr="Personne confuse avec un remplissage uni">
            <a:extLst>
              <a:ext uri="{FF2B5EF4-FFF2-40B4-BE49-F238E27FC236}">
                <a16:creationId xmlns:a16="http://schemas.microsoft.com/office/drawing/2014/main" id="{46803F68-D81D-44A4-BCAB-E4A2411D24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5732" y="1563325"/>
            <a:ext cx="602103" cy="602103"/>
          </a:xfrm>
          <a:prstGeom prst="rect">
            <a:avLst/>
          </a:prstGeom>
        </p:spPr>
      </p:pic>
      <p:pic>
        <p:nvPicPr>
          <p:cNvPr id="155" name="Graphique 154" descr="Personne confuse avec un remplissage uni">
            <a:extLst>
              <a:ext uri="{FF2B5EF4-FFF2-40B4-BE49-F238E27FC236}">
                <a16:creationId xmlns:a16="http://schemas.microsoft.com/office/drawing/2014/main" id="{9B5B4EB4-52D8-4846-82EE-D50FEA6E2B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8064" y="1380404"/>
            <a:ext cx="602103" cy="602103"/>
          </a:xfrm>
          <a:prstGeom prst="rect">
            <a:avLst/>
          </a:prstGeom>
        </p:spPr>
      </p:pic>
      <p:pic>
        <p:nvPicPr>
          <p:cNvPr id="156" name="Graphique 155" descr="Personne confuse avec un remplissage uni">
            <a:extLst>
              <a:ext uri="{FF2B5EF4-FFF2-40B4-BE49-F238E27FC236}">
                <a16:creationId xmlns:a16="http://schemas.microsoft.com/office/drawing/2014/main" id="{62AD8966-A09A-49D7-9901-F0FD1AD8B3E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19060" y="1541561"/>
            <a:ext cx="602103" cy="602103"/>
          </a:xfrm>
          <a:prstGeom prst="rect">
            <a:avLst/>
          </a:prstGeom>
        </p:spPr>
      </p:pic>
      <p:pic>
        <p:nvPicPr>
          <p:cNvPr id="157" name="Graphique 156" descr="Personne confuse avec un remplissage uni">
            <a:extLst>
              <a:ext uri="{FF2B5EF4-FFF2-40B4-BE49-F238E27FC236}">
                <a16:creationId xmlns:a16="http://schemas.microsoft.com/office/drawing/2014/main" id="{29658D5E-5FEF-430E-8068-9F16DF7D3D3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10826" y="1292309"/>
            <a:ext cx="602103" cy="602103"/>
          </a:xfrm>
          <a:prstGeom prst="rect">
            <a:avLst/>
          </a:prstGeom>
        </p:spPr>
      </p:pic>
      <p:pic>
        <p:nvPicPr>
          <p:cNvPr id="158" name="Graphique 157" descr="Personne confuse avec un remplissage uni">
            <a:extLst>
              <a:ext uri="{FF2B5EF4-FFF2-40B4-BE49-F238E27FC236}">
                <a16:creationId xmlns:a16="http://schemas.microsoft.com/office/drawing/2014/main" id="{D47389CB-7EA9-475A-B87B-068E0CFEB82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10377" y="300848"/>
            <a:ext cx="602103" cy="602103"/>
          </a:xfrm>
          <a:prstGeom prst="rect">
            <a:avLst/>
          </a:prstGeom>
        </p:spPr>
      </p:pic>
      <p:pic>
        <p:nvPicPr>
          <p:cNvPr id="159" name="Graphique 158" descr="Personne confuse avec un remplissage uni">
            <a:extLst>
              <a:ext uri="{FF2B5EF4-FFF2-40B4-BE49-F238E27FC236}">
                <a16:creationId xmlns:a16="http://schemas.microsoft.com/office/drawing/2014/main" id="{7F410600-69E4-48A4-A7F8-EC573813B4C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30022" y="127669"/>
            <a:ext cx="602103" cy="602103"/>
          </a:xfrm>
          <a:prstGeom prst="rect">
            <a:avLst/>
          </a:prstGeom>
        </p:spPr>
      </p:pic>
      <p:pic>
        <p:nvPicPr>
          <p:cNvPr id="160" name="Graphique 159" descr="Personne confuse avec un remplissage uni">
            <a:extLst>
              <a:ext uri="{FF2B5EF4-FFF2-40B4-BE49-F238E27FC236}">
                <a16:creationId xmlns:a16="http://schemas.microsoft.com/office/drawing/2014/main" id="{4E575077-7CD8-49A0-AFC3-E24C150806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31777" y="578949"/>
            <a:ext cx="602103" cy="602103"/>
          </a:xfrm>
          <a:prstGeom prst="rect">
            <a:avLst/>
          </a:prstGeom>
        </p:spPr>
      </p:pic>
      <p:pic>
        <p:nvPicPr>
          <p:cNvPr id="161" name="Graphique 160" descr="Personne confuse avec un remplissage uni">
            <a:extLst>
              <a:ext uri="{FF2B5EF4-FFF2-40B4-BE49-F238E27FC236}">
                <a16:creationId xmlns:a16="http://schemas.microsoft.com/office/drawing/2014/main" id="{282A0891-F4EF-4486-9E40-7E7A8C33A57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8214" y="256149"/>
            <a:ext cx="602103" cy="602103"/>
          </a:xfrm>
          <a:prstGeom prst="rect">
            <a:avLst/>
          </a:prstGeom>
        </p:spPr>
      </p:pic>
      <p:pic>
        <p:nvPicPr>
          <p:cNvPr id="162" name="Graphique 161" descr="Personne confuse avec un remplissage uni">
            <a:extLst>
              <a:ext uri="{FF2B5EF4-FFF2-40B4-BE49-F238E27FC236}">
                <a16:creationId xmlns:a16="http://schemas.microsoft.com/office/drawing/2014/main" id="{EC27CCF7-DD84-4931-B83F-57DBDCEC0E7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6230" y="152443"/>
            <a:ext cx="602103" cy="602103"/>
          </a:xfrm>
          <a:prstGeom prst="rect">
            <a:avLst/>
          </a:prstGeom>
        </p:spPr>
      </p:pic>
      <p:pic>
        <p:nvPicPr>
          <p:cNvPr id="163" name="Graphique 162" descr="Personne confuse avec un remplissage uni">
            <a:extLst>
              <a:ext uri="{FF2B5EF4-FFF2-40B4-BE49-F238E27FC236}">
                <a16:creationId xmlns:a16="http://schemas.microsoft.com/office/drawing/2014/main" id="{E259C488-FEE1-42E3-90F9-76A58D1DE9C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3961" y="517722"/>
            <a:ext cx="602103" cy="602103"/>
          </a:xfrm>
          <a:prstGeom prst="rect">
            <a:avLst/>
          </a:prstGeom>
        </p:spPr>
      </p:pic>
      <p:pic>
        <p:nvPicPr>
          <p:cNvPr id="176" name="Graphique 175" descr="Personne confuse avec un remplissage uni">
            <a:extLst>
              <a:ext uri="{FF2B5EF4-FFF2-40B4-BE49-F238E27FC236}">
                <a16:creationId xmlns:a16="http://schemas.microsoft.com/office/drawing/2014/main" id="{2AE18914-FFD0-48C5-943E-182218A243F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1688" y="1537159"/>
            <a:ext cx="602103" cy="602103"/>
          </a:xfrm>
          <a:prstGeom prst="rect">
            <a:avLst/>
          </a:prstGeom>
        </p:spPr>
      </p:pic>
      <p:pic>
        <p:nvPicPr>
          <p:cNvPr id="177" name="Graphique 176" descr="Personne confuse avec un remplissage uni">
            <a:extLst>
              <a:ext uri="{FF2B5EF4-FFF2-40B4-BE49-F238E27FC236}">
                <a16:creationId xmlns:a16="http://schemas.microsoft.com/office/drawing/2014/main" id="{150D395C-6F2E-4D69-81CF-819124B6B05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803628" y="1563325"/>
            <a:ext cx="602103" cy="602103"/>
          </a:xfrm>
          <a:prstGeom prst="rect">
            <a:avLst/>
          </a:prstGeom>
        </p:spPr>
      </p:pic>
      <p:sp>
        <p:nvSpPr>
          <p:cNvPr id="178" name="Flèche : droite 177">
            <a:extLst>
              <a:ext uri="{FF2B5EF4-FFF2-40B4-BE49-F238E27FC236}">
                <a16:creationId xmlns:a16="http://schemas.microsoft.com/office/drawing/2014/main" id="{41B1B5A7-A4A7-4652-A145-6D155AA9B131}"/>
              </a:ext>
            </a:extLst>
          </p:cNvPr>
          <p:cNvSpPr/>
          <p:nvPr/>
        </p:nvSpPr>
        <p:spPr>
          <a:xfrm rot="19461843">
            <a:off x="2535926" y="605555"/>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9" name="Flèche : droite 178">
            <a:extLst>
              <a:ext uri="{FF2B5EF4-FFF2-40B4-BE49-F238E27FC236}">
                <a16:creationId xmlns:a16="http://schemas.microsoft.com/office/drawing/2014/main" id="{262C4C3F-58ED-4359-98B1-7C58F59EC82D}"/>
              </a:ext>
            </a:extLst>
          </p:cNvPr>
          <p:cNvSpPr/>
          <p:nvPr/>
        </p:nvSpPr>
        <p:spPr>
          <a:xfrm rot="2418519">
            <a:off x="2497437" y="1332105"/>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Flèche : droite 179">
            <a:extLst>
              <a:ext uri="{FF2B5EF4-FFF2-40B4-BE49-F238E27FC236}">
                <a16:creationId xmlns:a16="http://schemas.microsoft.com/office/drawing/2014/main" id="{348D0624-0C61-4F1E-9893-6356B88B08DB}"/>
              </a:ext>
            </a:extLst>
          </p:cNvPr>
          <p:cNvSpPr/>
          <p:nvPr/>
        </p:nvSpPr>
        <p:spPr>
          <a:xfrm rot="8175033">
            <a:off x="1520771" y="131822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Flèche : droite 180">
            <a:extLst>
              <a:ext uri="{FF2B5EF4-FFF2-40B4-BE49-F238E27FC236}">
                <a16:creationId xmlns:a16="http://schemas.microsoft.com/office/drawing/2014/main" id="{A6105572-DB32-456A-8106-3227A2DC3452}"/>
              </a:ext>
            </a:extLst>
          </p:cNvPr>
          <p:cNvSpPr/>
          <p:nvPr/>
        </p:nvSpPr>
        <p:spPr>
          <a:xfrm rot="13045094">
            <a:off x="1541316" y="61665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Aide avec un remplissage uni">
            <a:extLst>
              <a:ext uri="{FF2B5EF4-FFF2-40B4-BE49-F238E27FC236}">
                <a16:creationId xmlns:a16="http://schemas.microsoft.com/office/drawing/2014/main" id="{08CDBAFB-02C2-44B9-A941-6B9B4CA1B2A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716071" y="671591"/>
            <a:ext cx="914400" cy="914400"/>
          </a:xfrm>
          <a:prstGeom prst="rect">
            <a:avLst/>
          </a:prstGeom>
        </p:spPr>
      </p:pic>
    </p:spTree>
    <p:extLst>
      <p:ext uri="{BB962C8B-B14F-4D97-AF65-F5344CB8AC3E}">
        <p14:creationId xmlns:p14="http://schemas.microsoft.com/office/powerpoint/2010/main" val="999256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27F030-58A9-44B8-ABF5-0372D2954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A6328306-71F0-4C12-A2D9-7C857146B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1666" y="741294"/>
            <a:ext cx="5422335" cy="5422335"/>
          </a:xfrm>
          <a:custGeom>
            <a:avLst/>
            <a:gdLst>
              <a:gd name="connsiteX0" fmla="*/ 0 w 5422335"/>
              <a:gd name="connsiteY0" fmla="*/ 539819 h 5422335"/>
              <a:gd name="connsiteX1" fmla="*/ 539819 w 5422335"/>
              <a:gd name="connsiteY1" fmla="*/ 0 h 5422335"/>
              <a:gd name="connsiteX2" fmla="*/ 5422335 w 5422335"/>
              <a:gd name="connsiteY2" fmla="*/ 0 h 5422335"/>
              <a:gd name="connsiteX3" fmla="*/ 5422335 w 5422335"/>
              <a:gd name="connsiteY3" fmla="*/ 4816159 h 5422335"/>
              <a:gd name="connsiteX4" fmla="*/ 4816159 w 5422335"/>
              <a:gd name="connsiteY4" fmla="*/ 5422335 h 5422335"/>
              <a:gd name="connsiteX5" fmla="*/ 1331251 w 5422335"/>
              <a:gd name="connsiteY5" fmla="*/ 5422335 h 5422335"/>
              <a:gd name="connsiteX6" fmla="*/ 0 w 5422335"/>
              <a:gd name="connsiteY6" fmla="*/ 4091084 h 542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2335" h="5422335">
                <a:moveTo>
                  <a:pt x="0" y="539819"/>
                </a:moveTo>
                <a:lnTo>
                  <a:pt x="539819" y="0"/>
                </a:lnTo>
                <a:lnTo>
                  <a:pt x="5422335" y="0"/>
                </a:lnTo>
                <a:lnTo>
                  <a:pt x="5422335" y="4816159"/>
                </a:lnTo>
                <a:lnTo>
                  <a:pt x="4816159" y="5422335"/>
                </a:lnTo>
                <a:lnTo>
                  <a:pt x="1331251" y="5422335"/>
                </a:lnTo>
                <a:lnTo>
                  <a:pt x="0" y="4091084"/>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64AB010C-C307-4A53-9D97-39C6AAB2E0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917505" y="-622183"/>
            <a:ext cx="1508163" cy="1508163"/>
          </a:xfrm>
          <a:custGeom>
            <a:avLst/>
            <a:gdLst>
              <a:gd name="connsiteX0" fmla="*/ 0 w 1508163"/>
              <a:gd name="connsiteY0" fmla="*/ 1321630 h 1508163"/>
              <a:gd name="connsiteX1" fmla="*/ 1321630 w 1508163"/>
              <a:gd name="connsiteY1" fmla="*/ 0 h 1508163"/>
              <a:gd name="connsiteX2" fmla="*/ 1508163 w 1508163"/>
              <a:gd name="connsiteY2" fmla="*/ 0 h 1508163"/>
              <a:gd name="connsiteX3" fmla="*/ 1508163 w 1508163"/>
              <a:gd name="connsiteY3" fmla="*/ 1508163 h 1508163"/>
              <a:gd name="connsiteX4" fmla="*/ 0 w 1508163"/>
              <a:gd name="connsiteY4" fmla="*/ 1508163 h 150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163" h="1508163">
                <a:moveTo>
                  <a:pt x="0" y="1321630"/>
                </a:moveTo>
                <a:lnTo>
                  <a:pt x="1321630" y="0"/>
                </a:lnTo>
                <a:lnTo>
                  <a:pt x="1508163" y="0"/>
                </a:lnTo>
                <a:lnTo>
                  <a:pt x="1508163" y="1508163"/>
                </a:lnTo>
                <a:lnTo>
                  <a:pt x="0" y="150816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3252C512-4076-456E-AD89-50B031645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853041" y="342543"/>
            <a:ext cx="678106" cy="67810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71C24C9E-C2F4-4FA4-947B-6CBAC7C3A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550345" y="2526029"/>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604B7750-FFCA-4912-AC2E-989EECC94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828903" y="2552919"/>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2494659-52DF-4053-975B-36F06255E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63972" y="5565676"/>
            <a:ext cx="1425687" cy="1425687"/>
          </a:xfrm>
          <a:custGeom>
            <a:avLst/>
            <a:gdLst>
              <a:gd name="connsiteX0" fmla="*/ 0 w 1425687"/>
              <a:gd name="connsiteY0" fmla="*/ 0 h 1425687"/>
              <a:gd name="connsiteX1" fmla="*/ 1425687 w 1425687"/>
              <a:gd name="connsiteY1" fmla="*/ 0 h 1425687"/>
              <a:gd name="connsiteX2" fmla="*/ 1425687 w 1425687"/>
              <a:gd name="connsiteY2" fmla="*/ 819509 h 1425687"/>
              <a:gd name="connsiteX3" fmla="*/ 819509 w 1425687"/>
              <a:gd name="connsiteY3" fmla="*/ 1425687 h 1425687"/>
              <a:gd name="connsiteX4" fmla="*/ 0 w 1425687"/>
              <a:gd name="connsiteY4" fmla="*/ 1425687 h 1425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5687" h="1425687">
                <a:moveTo>
                  <a:pt x="0" y="0"/>
                </a:moveTo>
                <a:lnTo>
                  <a:pt x="1425687" y="0"/>
                </a:lnTo>
                <a:lnTo>
                  <a:pt x="1425687" y="819509"/>
                </a:lnTo>
                <a:lnTo>
                  <a:pt x="819509" y="1425687"/>
                </a:lnTo>
                <a:lnTo>
                  <a:pt x="0" y="142568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E807326-229C-458C-BDA0-C72126216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FCADE1D5-E79C-4CEF-BEFD-B66EFB394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Modèle visuel</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28" name="Isosceles Triangle 27">
            <a:extLst>
              <a:ext uri="{FF2B5EF4-FFF2-40B4-BE49-F238E27FC236}">
                <a16:creationId xmlns:a16="http://schemas.microsoft.com/office/drawing/2014/main" id="{54FC8EB5-1620-43B8-B816-8A91B6EAC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3866" y="5708769"/>
            <a:ext cx="2313591" cy="1156796"/>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D544515-9F93-4809-A102-B49C85F46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797" y="6332156"/>
            <a:ext cx="1066816" cy="53340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996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8F845-C410-8E8D-8C29-3D67FD3EEE53}"/>
              </a:ext>
            </a:extLst>
          </p:cNvPr>
          <p:cNvSpPr>
            <a:spLocks noGrp="1"/>
          </p:cNvSpPr>
          <p:nvPr>
            <p:ph type="title"/>
          </p:nvPr>
        </p:nvSpPr>
        <p:spPr/>
        <p:txBody>
          <a:bodyPr/>
          <a:lstStyle/>
          <a:p>
            <a:r>
              <a:rPr lang="fr-FR" dirty="0"/>
              <a:t>Qu'est-ce que le modèle visuel ?</a:t>
            </a:r>
          </a:p>
        </p:txBody>
      </p:sp>
      <p:sp>
        <p:nvSpPr>
          <p:cNvPr id="3" name="Espace réservé du contenu 2">
            <a:extLst>
              <a:ext uri="{FF2B5EF4-FFF2-40B4-BE49-F238E27FC236}">
                <a16:creationId xmlns:a16="http://schemas.microsoft.com/office/drawing/2014/main" id="{5092D2F1-201A-A0ED-8C2B-32A47EE57713}"/>
              </a:ext>
            </a:extLst>
          </p:cNvPr>
          <p:cNvSpPr>
            <a:spLocks noGrp="1"/>
          </p:cNvSpPr>
          <p:nvPr>
            <p:ph idx="1"/>
          </p:nvPr>
        </p:nvSpPr>
        <p:spPr/>
        <p:txBody>
          <a:bodyPr/>
          <a:lstStyle/>
          <a:p>
            <a:pPr marL="0" indent="0">
              <a:buNone/>
            </a:pPr>
            <a:r>
              <a:rPr lang="fr-FR" dirty="0"/>
              <a:t>Le modèle est la façon de disposer ensemble l’information que chacun va apporter (les expériences, les vécus, les idées, </a:t>
            </a:r>
            <a:r>
              <a:rPr lang="fr-FR" dirty="0" err="1"/>
              <a:t>etc</a:t>
            </a:r>
            <a:r>
              <a:rPr lang="fr-FR" dirty="0"/>
              <a:t>). Cela se voit particulièrement lorsqu'il y a un </a:t>
            </a:r>
            <a:r>
              <a:rPr lang="fr-FR" dirty="0" err="1"/>
              <a:t>support.Le</a:t>
            </a:r>
            <a:r>
              <a:rPr lang="fr-FR" dirty="0"/>
              <a:t> modèle va conditionner les actions </a:t>
            </a:r>
            <a:r>
              <a:rPr lang="fr-FR" dirty="0" err="1"/>
              <a:t>collectives.Que</a:t>
            </a:r>
            <a:r>
              <a:rPr lang="fr-FR" dirty="0"/>
              <a:t> veut-on mettre en avant comme information au départ ? Y-a-t-il différentes catégories ? Quelle est la relation entre ces catégories ? La plupart des modèles présentés ici sont souvent en 2 dimensions, mais les modèles visuels en 3 dimensions ou plus peuvent également être utilisés en atelier. </a:t>
            </a:r>
          </a:p>
        </p:txBody>
      </p:sp>
    </p:spTree>
    <p:extLst>
      <p:ext uri="{BB962C8B-B14F-4D97-AF65-F5344CB8AC3E}">
        <p14:creationId xmlns:p14="http://schemas.microsoft.com/office/powerpoint/2010/main" val="363476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C0FFB5-BF29-9F90-284F-4E80C68BDD68}"/>
              </a:ext>
            </a:extLst>
          </p:cNvPr>
          <p:cNvSpPr>
            <a:spLocks noGrp="1"/>
          </p:cNvSpPr>
          <p:nvPr>
            <p:ph type="title"/>
          </p:nvPr>
        </p:nvSpPr>
        <p:spPr/>
        <p:txBody>
          <a:bodyPr/>
          <a:lstStyle/>
          <a:p>
            <a:r>
              <a:rPr lang="fr-FR" dirty="0"/>
              <a:t>Modèle visuel</a:t>
            </a:r>
          </a:p>
        </p:txBody>
      </p:sp>
      <p:sp>
        <p:nvSpPr>
          <p:cNvPr id="3" name="Espace réservé du contenu 2">
            <a:extLst>
              <a:ext uri="{FF2B5EF4-FFF2-40B4-BE49-F238E27FC236}">
                <a16:creationId xmlns:a16="http://schemas.microsoft.com/office/drawing/2014/main" id="{89862CF5-7050-BDFD-9065-3129C267BBF9}"/>
              </a:ext>
            </a:extLst>
          </p:cNvPr>
          <p:cNvSpPr>
            <a:spLocks noGrp="1"/>
          </p:cNvSpPr>
          <p:nvPr>
            <p:ph idx="1"/>
          </p:nvPr>
        </p:nvSpPr>
        <p:spPr/>
        <p:txBody>
          <a:bodyPr>
            <a:normAutofit fontScale="62500" lnSpcReduction="20000"/>
          </a:bodyPr>
          <a:lstStyle/>
          <a:p>
            <a:r>
              <a:rPr lang="fr-FR" dirty="0"/>
              <a:t>Canvas méthodologique existant / Grilles de lecture / Classification</a:t>
            </a:r>
          </a:p>
          <a:p>
            <a:r>
              <a:rPr lang="fr-FR" dirty="0"/>
              <a:t>Diagrammes de </a:t>
            </a:r>
            <a:r>
              <a:rPr lang="fr-FR" dirty="0" err="1"/>
              <a:t>Venn</a:t>
            </a:r>
            <a:r>
              <a:rPr lang="fr-FR" dirty="0"/>
              <a:t> / Points Communs et différences / Inclusions et exclusions</a:t>
            </a:r>
          </a:p>
          <a:p>
            <a:r>
              <a:rPr lang="fr-FR" dirty="0"/>
              <a:t>Avantages et Inconvénients / équilibres ou déséquilibres</a:t>
            </a:r>
          </a:p>
          <a:p>
            <a:r>
              <a:rPr lang="fr-FR" dirty="0"/>
              <a:t>Cycles / cercles vicieux, vertueux, processus récurrents...</a:t>
            </a:r>
          </a:p>
          <a:p>
            <a:r>
              <a:rPr lang="fr-FR" dirty="0"/>
              <a:t>Métaphores visuelles</a:t>
            </a:r>
          </a:p>
          <a:p>
            <a:r>
              <a:rPr lang="fr-FR" dirty="0"/>
              <a:t>Processus linéaire / étapes / suite d'événements, ...</a:t>
            </a:r>
          </a:p>
          <a:p>
            <a:r>
              <a:rPr lang="fr-FR" dirty="0"/>
              <a:t>Cadran</a:t>
            </a:r>
          </a:p>
          <a:p>
            <a:r>
              <a:rPr lang="fr-FR" dirty="0"/>
              <a:t>Diagrammes divers</a:t>
            </a:r>
          </a:p>
          <a:p>
            <a:r>
              <a:rPr lang="fr-FR" dirty="0" err="1"/>
              <a:t>Mindmap</a:t>
            </a:r>
            <a:r>
              <a:rPr lang="fr-FR" dirty="0"/>
              <a:t> / arbre de détails / déclinaisons en plusieurs sujets...</a:t>
            </a:r>
          </a:p>
          <a:p>
            <a:r>
              <a:rPr lang="fr-FR" dirty="0"/>
              <a:t>Hiérarchie</a:t>
            </a:r>
          </a:p>
          <a:p>
            <a:r>
              <a:rPr lang="fr-FR" dirty="0"/>
              <a:t>Ensemble désordonné</a:t>
            </a:r>
          </a:p>
          <a:p>
            <a:r>
              <a:rPr lang="fr-FR" dirty="0"/>
              <a:t>Patatoïdes</a:t>
            </a:r>
          </a:p>
          <a:p>
            <a:r>
              <a:rPr lang="fr-FR" dirty="0"/>
              <a:t>Modèle ad hoc</a:t>
            </a:r>
          </a:p>
        </p:txBody>
      </p:sp>
    </p:spTree>
    <p:extLst>
      <p:ext uri="{BB962C8B-B14F-4D97-AF65-F5344CB8AC3E}">
        <p14:creationId xmlns:p14="http://schemas.microsoft.com/office/powerpoint/2010/main" val="1929120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94D27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au 3">
            <a:extLst>
              <a:ext uri="{FF2B5EF4-FFF2-40B4-BE49-F238E27FC236}">
                <a16:creationId xmlns:a16="http://schemas.microsoft.com/office/drawing/2014/main" id="{446E523F-E7D0-4FA0-B5C0-4ADFAB62BB1A}"/>
              </a:ext>
            </a:extLst>
          </p:cNvPr>
          <p:cNvGraphicFramePr>
            <a:graphicFrameLocks noGrp="1"/>
          </p:cNvGraphicFramePr>
          <p:nvPr>
            <p:extLst>
              <p:ext uri="{D42A27DB-BD31-4B8C-83A1-F6EECF244321}">
                <p14:modId xmlns:p14="http://schemas.microsoft.com/office/powerpoint/2010/main" val="1212205452"/>
              </p:ext>
            </p:extLst>
          </p:nvPr>
        </p:nvGraphicFramePr>
        <p:xfrm>
          <a:off x="4403212" y="413893"/>
          <a:ext cx="3385576" cy="1501770"/>
        </p:xfrm>
        <a:graphic>
          <a:graphicData uri="http://schemas.openxmlformats.org/drawingml/2006/table">
            <a:tbl>
              <a:tblPr bandRow="1">
                <a:tableStyleId>{93296810-A885-4BE3-A3E7-6D5BEEA58F35}</a:tableStyleId>
              </a:tblPr>
              <a:tblGrid>
                <a:gridCol w="677115">
                  <a:extLst>
                    <a:ext uri="{9D8B030D-6E8A-4147-A177-3AD203B41FA5}">
                      <a16:colId xmlns:a16="http://schemas.microsoft.com/office/drawing/2014/main" val="2659429322"/>
                    </a:ext>
                  </a:extLst>
                </a:gridCol>
                <a:gridCol w="677115">
                  <a:extLst>
                    <a:ext uri="{9D8B030D-6E8A-4147-A177-3AD203B41FA5}">
                      <a16:colId xmlns:a16="http://schemas.microsoft.com/office/drawing/2014/main" val="4191968286"/>
                    </a:ext>
                  </a:extLst>
                </a:gridCol>
                <a:gridCol w="338558">
                  <a:extLst>
                    <a:ext uri="{9D8B030D-6E8A-4147-A177-3AD203B41FA5}">
                      <a16:colId xmlns:a16="http://schemas.microsoft.com/office/drawing/2014/main" val="61065989"/>
                    </a:ext>
                  </a:extLst>
                </a:gridCol>
                <a:gridCol w="338558">
                  <a:extLst>
                    <a:ext uri="{9D8B030D-6E8A-4147-A177-3AD203B41FA5}">
                      <a16:colId xmlns:a16="http://schemas.microsoft.com/office/drawing/2014/main" val="3143696377"/>
                    </a:ext>
                  </a:extLst>
                </a:gridCol>
                <a:gridCol w="677115">
                  <a:extLst>
                    <a:ext uri="{9D8B030D-6E8A-4147-A177-3AD203B41FA5}">
                      <a16:colId xmlns:a16="http://schemas.microsoft.com/office/drawing/2014/main" val="291149706"/>
                    </a:ext>
                  </a:extLst>
                </a:gridCol>
                <a:gridCol w="677115">
                  <a:extLst>
                    <a:ext uri="{9D8B030D-6E8A-4147-A177-3AD203B41FA5}">
                      <a16:colId xmlns:a16="http://schemas.microsoft.com/office/drawing/2014/main" val="1846748765"/>
                    </a:ext>
                  </a:extLst>
                </a:gridCol>
              </a:tblGrid>
              <a:tr h="500590">
                <a:tc rowSpan="2">
                  <a:txBody>
                    <a:bodyPr/>
                    <a:lstStyle/>
                    <a:p>
                      <a:r>
                        <a:rPr lang="fr-FR"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h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635745824"/>
                  </a:ext>
                </a:extLst>
              </a:tr>
              <a:tr h="500590">
                <a:tc vMerge="1">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gridSpan="2" vMerge="1">
                  <a:txBody>
                    <a:bodyPr/>
                    <a:lstStyle/>
                    <a:p>
                      <a:endParaRPr lang="fr-FR" sz="1200" dirty="0"/>
                    </a:p>
                  </a:txBody>
                  <a:tcPr/>
                </a:tc>
                <a:tc hMerge="1"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tc>
                <a:tc vMerge="1">
                  <a:txBody>
                    <a:bodyPr/>
                    <a:lstStyle/>
                    <a:p>
                      <a:endParaRPr lang="fr-FR" sz="1200" dirty="0"/>
                    </a:p>
                  </a:txBody>
                  <a:tcPr/>
                </a:tc>
                <a:extLst>
                  <a:ext uri="{0D108BD9-81ED-4DB2-BD59-A6C34878D82A}">
                    <a16:rowId xmlns:a16="http://schemas.microsoft.com/office/drawing/2014/main" val="4033471446"/>
                  </a:ext>
                </a:extLst>
              </a:tr>
              <a:tr h="50059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hMerge="1">
                  <a:txBody>
                    <a:bodyPr/>
                    <a:lstStyle/>
                    <a:p>
                      <a:endParaRPr lang="fr-FR" sz="1200"/>
                    </a:p>
                  </a:txBody>
                  <a:tcPr/>
                </a:tc>
                <a:tc hMerge="1">
                  <a:txBody>
                    <a:bodyPr/>
                    <a:lstStyle/>
                    <a:p>
                      <a:endParaRPr lang="fr-FR" sz="1200" dirty="0"/>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4213466100"/>
                  </a:ext>
                </a:extLst>
              </a:tr>
            </a:tbl>
          </a:graphicData>
        </a:graphic>
      </p:graphicFrame>
      <p:sp>
        <p:nvSpPr>
          <p:cNvPr id="4" name="Ellipse 3">
            <a:extLst>
              <a:ext uri="{FF2B5EF4-FFF2-40B4-BE49-F238E27FC236}">
                <a16:creationId xmlns:a16="http://schemas.microsoft.com/office/drawing/2014/main" id="{AC1F69E7-952F-4517-BA5A-D24979F2E91D}"/>
              </a:ext>
            </a:extLst>
          </p:cNvPr>
          <p:cNvSpPr/>
          <p:nvPr/>
        </p:nvSpPr>
        <p:spPr>
          <a:xfrm>
            <a:off x="8297109" y="34386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1" name="Ellipse 260">
            <a:extLst>
              <a:ext uri="{FF2B5EF4-FFF2-40B4-BE49-F238E27FC236}">
                <a16:creationId xmlns:a16="http://schemas.microsoft.com/office/drawing/2014/main" id="{D7ED3D83-673A-421C-98CA-9DB219338CE3}"/>
              </a:ext>
            </a:extLst>
          </p:cNvPr>
          <p:cNvSpPr/>
          <p:nvPr/>
        </p:nvSpPr>
        <p:spPr>
          <a:xfrm>
            <a:off x="9054193" y="34386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2" name="Ellipse 261">
            <a:extLst>
              <a:ext uri="{FF2B5EF4-FFF2-40B4-BE49-F238E27FC236}">
                <a16:creationId xmlns:a16="http://schemas.microsoft.com/office/drawing/2014/main" id="{56300C57-C384-4FA0-9397-6BEA248133E4}"/>
              </a:ext>
            </a:extLst>
          </p:cNvPr>
          <p:cNvSpPr/>
          <p:nvPr/>
        </p:nvSpPr>
        <p:spPr>
          <a:xfrm>
            <a:off x="8679270" y="879720"/>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Graphique 10" descr="Balance de la justice avec un remplissage uni">
            <a:extLst>
              <a:ext uri="{FF2B5EF4-FFF2-40B4-BE49-F238E27FC236}">
                <a16:creationId xmlns:a16="http://schemas.microsoft.com/office/drawing/2014/main" id="{094BDDA2-D568-4981-ADAE-F7F041076D2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43780" y="2590800"/>
            <a:ext cx="1676400" cy="1676400"/>
          </a:xfrm>
          <a:prstGeom prst="rect">
            <a:avLst/>
          </a:prstGeom>
        </p:spPr>
      </p:pic>
      <p:pic>
        <p:nvPicPr>
          <p:cNvPr id="21" name="Graphique 20" descr="Badge à suivre avec un remplissage uni">
            <a:extLst>
              <a:ext uri="{FF2B5EF4-FFF2-40B4-BE49-F238E27FC236}">
                <a16:creationId xmlns:a16="http://schemas.microsoft.com/office/drawing/2014/main" id="{AF6627B6-9AD3-4220-958C-203DD496F02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85978" y="2386005"/>
            <a:ext cx="508790" cy="508790"/>
          </a:xfrm>
          <a:prstGeom prst="rect">
            <a:avLst/>
          </a:prstGeom>
        </p:spPr>
      </p:pic>
      <p:pic>
        <p:nvPicPr>
          <p:cNvPr id="512" name="Graphique 511" descr="Badge à ne plus suivre avec un remplissage uni">
            <a:extLst>
              <a:ext uri="{FF2B5EF4-FFF2-40B4-BE49-F238E27FC236}">
                <a16:creationId xmlns:a16="http://schemas.microsoft.com/office/drawing/2014/main" id="{18BC9651-BB50-4649-90C8-456ACA02E55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465334" y="2386005"/>
            <a:ext cx="508790" cy="508790"/>
          </a:xfrm>
          <a:prstGeom prst="rect">
            <a:avLst/>
          </a:prstGeom>
        </p:spPr>
      </p:pic>
      <p:pic>
        <p:nvPicPr>
          <p:cNvPr id="515" name="Graphique 514" descr="Venteux avec un remplissage uni">
            <a:extLst>
              <a:ext uri="{FF2B5EF4-FFF2-40B4-BE49-F238E27FC236}">
                <a16:creationId xmlns:a16="http://schemas.microsoft.com/office/drawing/2014/main" id="{6959F947-880A-439A-B991-44C69AC2997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8170791" y="2556578"/>
            <a:ext cx="914400" cy="914400"/>
          </a:xfrm>
          <a:prstGeom prst="rect">
            <a:avLst/>
          </a:prstGeom>
        </p:spPr>
      </p:pic>
      <p:pic>
        <p:nvPicPr>
          <p:cNvPr id="517" name="Graphique 516" descr="Voilier avec un remplissage uni">
            <a:extLst>
              <a:ext uri="{FF2B5EF4-FFF2-40B4-BE49-F238E27FC236}">
                <a16:creationId xmlns:a16="http://schemas.microsoft.com/office/drawing/2014/main" id="{0A7E6BC7-58D0-4018-9121-0A8B8BAA870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657489" y="2975707"/>
            <a:ext cx="914400" cy="914400"/>
          </a:xfrm>
          <a:prstGeom prst="rect">
            <a:avLst/>
          </a:prstGeom>
        </p:spPr>
      </p:pic>
      <p:pic>
        <p:nvPicPr>
          <p:cNvPr id="519" name="Graphique 518" descr="Lien avec un remplissage uni">
            <a:extLst>
              <a:ext uri="{FF2B5EF4-FFF2-40B4-BE49-F238E27FC236}">
                <a16:creationId xmlns:a16="http://schemas.microsoft.com/office/drawing/2014/main" id="{87A4F9FA-F160-46DA-8709-F0663ECE9D63}"/>
              </a:ext>
            </a:extLst>
          </p:cNvPr>
          <p:cNvPicPr>
            <a:picLocks noChangeAspect="1"/>
          </p:cNvPicPr>
          <p:nvPr/>
        </p:nvPicPr>
        <p:blipFill>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3084410">
            <a:off x="9114052" y="3700725"/>
            <a:ext cx="331213" cy="331213"/>
          </a:xfrm>
          <a:prstGeom prst="rect">
            <a:avLst/>
          </a:prstGeom>
        </p:spPr>
      </p:pic>
      <p:pic>
        <p:nvPicPr>
          <p:cNvPr id="521" name="Graphique 520" descr="Ancrer avec un remplissage uni">
            <a:extLst>
              <a:ext uri="{FF2B5EF4-FFF2-40B4-BE49-F238E27FC236}">
                <a16:creationId xmlns:a16="http://schemas.microsoft.com/office/drawing/2014/main" id="{87D98DDF-D5D0-4FCE-B349-50B3C9DC9D1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9072139" y="3920839"/>
            <a:ext cx="415043" cy="415043"/>
          </a:xfrm>
          <a:prstGeom prst="rect">
            <a:avLst/>
          </a:prstGeom>
        </p:spPr>
      </p:pic>
      <p:pic>
        <p:nvPicPr>
          <p:cNvPr id="523" name="Graphique 522" descr="Scène tropicale avec un remplissage uni">
            <a:extLst>
              <a:ext uri="{FF2B5EF4-FFF2-40B4-BE49-F238E27FC236}">
                <a16:creationId xmlns:a16="http://schemas.microsoft.com/office/drawing/2014/main" id="{1003E102-79FD-428C-82BE-4F73ADAD8B34}"/>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020257" y="2688575"/>
            <a:ext cx="914400" cy="914400"/>
          </a:xfrm>
          <a:prstGeom prst="rect">
            <a:avLst/>
          </a:prstGeom>
        </p:spPr>
      </p:pic>
      <p:pic>
        <p:nvPicPr>
          <p:cNvPr id="527" name="Graphique 526" descr="Iceberg avec un remplissage uni">
            <a:extLst>
              <a:ext uri="{FF2B5EF4-FFF2-40B4-BE49-F238E27FC236}">
                <a16:creationId xmlns:a16="http://schemas.microsoft.com/office/drawing/2014/main" id="{0EC35340-6151-4925-B5C4-6B70F514C067}"/>
              </a:ext>
            </a:extLst>
          </p:cNvPr>
          <p:cNvPicPr>
            <a:picLocks noChangeAspect="1"/>
          </p:cNvPicPr>
          <p:nvPr/>
        </p:nvPicPr>
        <p:blipFill rotWithShape="1">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rcRect t="29920"/>
          <a:stretch/>
        </p:blipFill>
        <p:spPr>
          <a:xfrm rot="10800000">
            <a:off x="10090253" y="3584100"/>
            <a:ext cx="570327" cy="399687"/>
          </a:xfrm>
          <a:prstGeom prst="rect">
            <a:avLst/>
          </a:prstGeom>
        </p:spPr>
      </p:pic>
      <p:pic>
        <p:nvPicPr>
          <p:cNvPr id="529" name="Graphique 528" descr="Tableau décisionnel avec un remplissage uni">
            <a:extLst>
              <a:ext uri="{FF2B5EF4-FFF2-40B4-BE49-F238E27FC236}">
                <a16:creationId xmlns:a16="http://schemas.microsoft.com/office/drawing/2014/main" id="{70CB8A3F-69FA-4AF5-80C8-DF086C54F9B7}"/>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rot="16200000">
            <a:off x="527791" y="5473298"/>
            <a:ext cx="914400" cy="914400"/>
          </a:xfrm>
          <a:prstGeom prst="rect">
            <a:avLst/>
          </a:prstGeom>
        </p:spPr>
      </p:pic>
      <p:pic>
        <p:nvPicPr>
          <p:cNvPr id="287" name="Graphique 286" descr="Tableau décisionnel avec un remplissage uni">
            <a:extLst>
              <a:ext uri="{FF2B5EF4-FFF2-40B4-BE49-F238E27FC236}">
                <a16:creationId xmlns:a16="http://schemas.microsoft.com/office/drawing/2014/main" id="{A52152EE-2884-47EF-A512-CD74A5672B5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rot="16200000">
            <a:off x="1176719" y="5236020"/>
            <a:ext cx="914400" cy="914400"/>
          </a:xfrm>
          <a:prstGeom prst="rect">
            <a:avLst/>
          </a:prstGeom>
        </p:spPr>
      </p:pic>
      <p:sp>
        <p:nvSpPr>
          <p:cNvPr id="530" name="Rectangle 529">
            <a:extLst>
              <a:ext uri="{FF2B5EF4-FFF2-40B4-BE49-F238E27FC236}">
                <a16:creationId xmlns:a16="http://schemas.microsoft.com/office/drawing/2014/main" id="{C02D0BFF-01B4-4E12-9493-51852C4A64EE}"/>
              </a:ext>
            </a:extLst>
          </p:cNvPr>
          <p:cNvSpPr/>
          <p:nvPr/>
        </p:nvSpPr>
        <p:spPr>
          <a:xfrm>
            <a:off x="2510754" y="5332270"/>
            <a:ext cx="134123" cy="271594"/>
          </a:xfrm>
          <a:prstGeom prst="rect">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9" name="Rectangle 288">
            <a:extLst>
              <a:ext uri="{FF2B5EF4-FFF2-40B4-BE49-F238E27FC236}">
                <a16:creationId xmlns:a16="http://schemas.microsoft.com/office/drawing/2014/main" id="{6FEB467C-153A-420C-AB7E-CEC9D1B15139}"/>
              </a:ext>
            </a:extLst>
          </p:cNvPr>
          <p:cNvSpPr/>
          <p:nvPr/>
        </p:nvSpPr>
        <p:spPr>
          <a:xfrm>
            <a:off x="3190676" y="5331465"/>
            <a:ext cx="134123" cy="271594"/>
          </a:xfrm>
          <a:prstGeom prst="rect">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32" name="Connecteur droit avec flèche 531">
            <a:extLst>
              <a:ext uri="{FF2B5EF4-FFF2-40B4-BE49-F238E27FC236}">
                <a16:creationId xmlns:a16="http://schemas.microsoft.com/office/drawing/2014/main" id="{C9414A4E-16DC-46A4-91A4-5CD9D92FC98E}"/>
              </a:ext>
            </a:extLst>
          </p:cNvPr>
          <p:cNvCxnSpPr>
            <a:cxnSpLocks/>
          </p:cNvCxnSpPr>
          <p:nvPr/>
        </p:nvCxnSpPr>
        <p:spPr>
          <a:xfrm>
            <a:off x="2061184" y="5473298"/>
            <a:ext cx="449570" cy="0"/>
          </a:xfrm>
          <a:prstGeom prst="straightConnector1">
            <a:avLst/>
          </a:prstGeom>
          <a:ln w="38100">
            <a:solidFill>
              <a:srgbClr val="94D27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3" name="Connecteur droit avec flèche 292">
            <a:extLst>
              <a:ext uri="{FF2B5EF4-FFF2-40B4-BE49-F238E27FC236}">
                <a16:creationId xmlns:a16="http://schemas.microsoft.com/office/drawing/2014/main" id="{68E7E20E-DA74-4CFE-B435-5F36F593B3C0}"/>
              </a:ext>
            </a:extLst>
          </p:cNvPr>
          <p:cNvCxnSpPr>
            <a:cxnSpLocks/>
          </p:cNvCxnSpPr>
          <p:nvPr/>
        </p:nvCxnSpPr>
        <p:spPr>
          <a:xfrm>
            <a:off x="2710788" y="5473298"/>
            <a:ext cx="449570" cy="0"/>
          </a:xfrm>
          <a:prstGeom prst="straightConnector1">
            <a:avLst/>
          </a:prstGeom>
          <a:ln w="38100">
            <a:solidFill>
              <a:srgbClr val="94D27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5" name="Connecteur droit avec flèche 534">
            <a:extLst>
              <a:ext uri="{FF2B5EF4-FFF2-40B4-BE49-F238E27FC236}">
                <a16:creationId xmlns:a16="http://schemas.microsoft.com/office/drawing/2014/main" id="{44F871B8-D8E4-4B0F-B338-796B09A45579}"/>
              </a:ext>
            </a:extLst>
          </p:cNvPr>
          <p:cNvCxnSpPr/>
          <p:nvPr/>
        </p:nvCxnSpPr>
        <p:spPr>
          <a:xfrm>
            <a:off x="6095429" y="4848670"/>
            <a:ext cx="0" cy="1689100"/>
          </a:xfrm>
          <a:prstGeom prst="straightConnector1">
            <a:avLst/>
          </a:prstGeom>
          <a:ln w="38100">
            <a:solidFill>
              <a:srgbClr val="94D27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6" name="Connecteur droit avec flèche 295">
            <a:extLst>
              <a:ext uri="{FF2B5EF4-FFF2-40B4-BE49-F238E27FC236}">
                <a16:creationId xmlns:a16="http://schemas.microsoft.com/office/drawing/2014/main" id="{2C2612E9-CBED-4F77-945A-383390A3ED68}"/>
              </a:ext>
            </a:extLst>
          </p:cNvPr>
          <p:cNvCxnSpPr>
            <a:cxnSpLocks/>
          </p:cNvCxnSpPr>
          <p:nvPr/>
        </p:nvCxnSpPr>
        <p:spPr>
          <a:xfrm>
            <a:off x="4533900" y="5693220"/>
            <a:ext cx="3254888" cy="0"/>
          </a:xfrm>
          <a:prstGeom prst="straightConnector1">
            <a:avLst/>
          </a:prstGeom>
          <a:ln w="38100">
            <a:solidFill>
              <a:srgbClr val="94D27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539" name="Graphique 538" descr="Squelette de poisson mort contour">
            <a:extLst>
              <a:ext uri="{FF2B5EF4-FFF2-40B4-BE49-F238E27FC236}">
                <a16:creationId xmlns:a16="http://schemas.microsoft.com/office/drawing/2014/main" id="{F2C20EBB-A005-44DA-BEEC-F5D780ED5D1E}"/>
              </a:ext>
            </a:extLst>
          </p:cNvPr>
          <p:cNvPicPr>
            <a:picLocks noChangeAspect="1"/>
          </p:cNvPicPr>
          <p:nvPr/>
        </p:nvPicPr>
        <p:blipFill rotWithShape="1">
          <a:blip r:embed="rId23" cstate="print">
            <a:extLst>
              <a:ext uri="{28A0092B-C50C-407E-A947-70E740481C1C}">
                <a14:useLocalDpi xmlns:a14="http://schemas.microsoft.com/office/drawing/2010/main"/>
              </a:ext>
              <a:ext uri="{96DAC541-7B7A-43D3-8B79-37D633B846F1}">
                <asvg:svgBlip xmlns:asvg="http://schemas.microsoft.com/office/drawing/2016/SVG/main" r:embed="rId24"/>
              </a:ext>
            </a:extLst>
          </a:blip>
          <a:srcRect l="14924" t="26890" r="29681" b="23246"/>
          <a:stretch/>
        </p:blipFill>
        <p:spPr>
          <a:xfrm>
            <a:off x="9173498" y="4848670"/>
            <a:ext cx="1841783" cy="1657904"/>
          </a:xfrm>
          <a:prstGeom prst="rect">
            <a:avLst/>
          </a:prstGeom>
        </p:spPr>
      </p:pic>
      <p:pic>
        <p:nvPicPr>
          <p:cNvPr id="541" name="Graphique 540" descr="Cercles avec flèches avec un remplissage uni">
            <a:extLst>
              <a:ext uri="{FF2B5EF4-FFF2-40B4-BE49-F238E27FC236}">
                <a16:creationId xmlns:a16="http://schemas.microsoft.com/office/drawing/2014/main" id="{B1407BB5-D305-4883-9ECE-FDBCF8D8636F}"/>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231830" y="2500754"/>
            <a:ext cx="1727197" cy="1727197"/>
          </a:xfrm>
          <a:prstGeom prst="rect">
            <a:avLst/>
          </a:prstGeom>
        </p:spPr>
      </p:pic>
      <p:grpSp>
        <p:nvGrpSpPr>
          <p:cNvPr id="3" name="Groupe 2">
            <a:extLst>
              <a:ext uri="{FF2B5EF4-FFF2-40B4-BE49-F238E27FC236}">
                <a16:creationId xmlns:a16="http://schemas.microsoft.com/office/drawing/2014/main" id="{A82B74FC-550B-4AC9-AF7B-4B42DC0F73A5}"/>
              </a:ext>
            </a:extLst>
          </p:cNvPr>
          <p:cNvGrpSpPr/>
          <p:nvPr/>
        </p:nvGrpSpPr>
        <p:grpSpPr>
          <a:xfrm>
            <a:off x="284241" y="407098"/>
            <a:ext cx="3661166" cy="1777681"/>
            <a:chOff x="284241" y="407098"/>
            <a:chExt cx="3661166" cy="1777681"/>
          </a:xfrm>
        </p:grpSpPr>
        <p:pic>
          <p:nvPicPr>
            <p:cNvPr id="543" name="Graphique 542" descr="Œil avec un remplissage uni">
              <a:extLst>
                <a:ext uri="{FF2B5EF4-FFF2-40B4-BE49-F238E27FC236}">
                  <a16:creationId xmlns:a16="http://schemas.microsoft.com/office/drawing/2014/main" id="{736E8DF3-0570-4E1B-A370-7CD568F4DFAA}"/>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84241" y="413893"/>
              <a:ext cx="530020" cy="530020"/>
            </a:xfrm>
            <a:prstGeom prst="rect">
              <a:avLst/>
            </a:prstGeom>
          </p:spPr>
        </p:pic>
        <p:pic>
          <p:nvPicPr>
            <p:cNvPr id="306" name="Graphique 305" descr="Œil avec un remplissage uni">
              <a:extLst>
                <a:ext uri="{FF2B5EF4-FFF2-40B4-BE49-F238E27FC236}">
                  <a16:creationId xmlns:a16="http://schemas.microsoft.com/office/drawing/2014/main" id="{0EE3F9D4-80D8-465B-BE61-2353E4F8B133}"/>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733582" y="413893"/>
              <a:ext cx="530020" cy="530020"/>
            </a:xfrm>
            <a:prstGeom prst="rect">
              <a:avLst/>
            </a:prstGeom>
          </p:spPr>
        </p:pic>
        <p:pic>
          <p:nvPicPr>
            <p:cNvPr id="307" name="Graphique 306" descr="Œil avec un remplissage uni">
              <a:extLst>
                <a:ext uri="{FF2B5EF4-FFF2-40B4-BE49-F238E27FC236}">
                  <a16:creationId xmlns:a16="http://schemas.microsoft.com/office/drawing/2014/main" id="{8F09F637-74B8-4106-AB81-218E26994F0D}"/>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966046" y="407098"/>
              <a:ext cx="530020" cy="530020"/>
            </a:xfrm>
            <a:prstGeom prst="rect">
              <a:avLst/>
            </a:prstGeom>
          </p:spPr>
        </p:pic>
        <p:pic>
          <p:nvPicPr>
            <p:cNvPr id="308" name="Graphique 307" descr="Œil avec un remplissage uni">
              <a:extLst>
                <a:ext uri="{FF2B5EF4-FFF2-40B4-BE49-F238E27FC236}">
                  <a16:creationId xmlns:a16="http://schemas.microsoft.com/office/drawing/2014/main" id="{93693794-B1E0-4DF0-8063-38B5C73FB8BC}"/>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3415387" y="407098"/>
              <a:ext cx="530020" cy="530020"/>
            </a:xfrm>
            <a:prstGeom prst="rect">
              <a:avLst/>
            </a:prstGeom>
          </p:spPr>
        </p:pic>
        <p:pic>
          <p:nvPicPr>
            <p:cNvPr id="309" name="Graphique 308" descr="Œil avec un remplissage uni">
              <a:extLst>
                <a:ext uri="{FF2B5EF4-FFF2-40B4-BE49-F238E27FC236}">
                  <a16:creationId xmlns:a16="http://schemas.microsoft.com/office/drawing/2014/main" id="{5ED1BFD1-DF1F-45CC-B70F-C1B778CC561C}"/>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574458" y="1654759"/>
              <a:ext cx="530020" cy="530020"/>
            </a:xfrm>
            <a:prstGeom prst="rect">
              <a:avLst/>
            </a:prstGeom>
          </p:spPr>
        </p:pic>
        <p:pic>
          <p:nvPicPr>
            <p:cNvPr id="310" name="Graphique 309" descr="Œil avec un remplissage uni">
              <a:extLst>
                <a:ext uri="{FF2B5EF4-FFF2-40B4-BE49-F238E27FC236}">
                  <a16:creationId xmlns:a16="http://schemas.microsoft.com/office/drawing/2014/main" id="{FEA20B2F-1813-4F28-83DD-362995EED2A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023799" y="1654759"/>
              <a:ext cx="530020" cy="530020"/>
            </a:xfrm>
            <a:prstGeom prst="rect">
              <a:avLst/>
            </a:prstGeom>
          </p:spPr>
        </p:pic>
        <p:pic>
          <p:nvPicPr>
            <p:cNvPr id="311" name="Graphique 310" descr="Aide avec un remplissage uni">
              <a:extLst>
                <a:ext uri="{FF2B5EF4-FFF2-40B4-BE49-F238E27FC236}">
                  <a16:creationId xmlns:a16="http://schemas.microsoft.com/office/drawing/2014/main" id="{A8DBF97E-3CF8-4D2D-93FB-A89DCE33B635}"/>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1629018" y="634068"/>
              <a:ext cx="914400" cy="914400"/>
            </a:xfrm>
            <a:prstGeom prst="rect">
              <a:avLst/>
            </a:prstGeom>
          </p:spPr>
        </p:pic>
        <p:sp>
          <p:nvSpPr>
            <p:cNvPr id="312" name="Flèche : droite 311">
              <a:extLst>
                <a:ext uri="{FF2B5EF4-FFF2-40B4-BE49-F238E27FC236}">
                  <a16:creationId xmlns:a16="http://schemas.microsoft.com/office/drawing/2014/main" id="{59B6B104-7198-40E5-947E-AF7A713A3BFA}"/>
                </a:ext>
              </a:extLst>
            </p:cNvPr>
            <p:cNvSpPr/>
            <p:nvPr/>
          </p:nvSpPr>
          <p:spPr>
            <a:xfrm rot="8771669">
              <a:off x="2528589" y="692427"/>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3" name="Flèche : droite 312">
              <a:extLst>
                <a:ext uri="{FF2B5EF4-FFF2-40B4-BE49-F238E27FC236}">
                  <a16:creationId xmlns:a16="http://schemas.microsoft.com/office/drawing/2014/main" id="{84D0FE70-FD7E-42AD-9A3C-8053B859EC60}"/>
                </a:ext>
              </a:extLst>
            </p:cNvPr>
            <p:cNvSpPr/>
            <p:nvPr/>
          </p:nvSpPr>
          <p:spPr>
            <a:xfrm rot="16200000">
              <a:off x="1901366" y="1492768"/>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4" name="Flèche : droite 313">
              <a:extLst>
                <a:ext uri="{FF2B5EF4-FFF2-40B4-BE49-F238E27FC236}">
                  <a16:creationId xmlns:a16="http://schemas.microsoft.com/office/drawing/2014/main" id="{45021559-F4BB-4DD1-BFF7-43067B4016F1}"/>
                </a:ext>
              </a:extLst>
            </p:cNvPr>
            <p:cNvSpPr/>
            <p:nvPr/>
          </p:nvSpPr>
          <p:spPr>
            <a:xfrm rot="2098502">
              <a:off x="1285224" y="647591"/>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15" name="Ellipse 314">
            <a:extLst>
              <a:ext uri="{FF2B5EF4-FFF2-40B4-BE49-F238E27FC236}">
                <a16:creationId xmlns:a16="http://schemas.microsoft.com/office/drawing/2014/main" id="{F7B8711D-562B-434B-B361-2B4080B77E23}"/>
              </a:ext>
            </a:extLst>
          </p:cNvPr>
          <p:cNvSpPr/>
          <p:nvPr/>
        </p:nvSpPr>
        <p:spPr>
          <a:xfrm>
            <a:off x="10583282" y="58304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7" name="Ellipse 316">
            <a:extLst>
              <a:ext uri="{FF2B5EF4-FFF2-40B4-BE49-F238E27FC236}">
                <a16:creationId xmlns:a16="http://schemas.microsoft.com/office/drawing/2014/main" id="{B9EFE1A6-ACC0-4B9C-8282-8B733584FFBB}"/>
              </a:ext>
            </a:extLst>
          </p:cNvPr>
          <p:cNvSpPr/>
          <p:nvPr/>
        </p:nvSpPr>
        <p:spPr>
          <a:xfrm>
            <a:off x="10869263" y="857985"/>
            <a:ext cx="517043" cy="521830"/>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8" name="Ellipse 317">
            <a:extLst>
              <a:ext uri="{FF2B5EF4-FFF2-40B4-BE49-F238E27FC236}">
                <a16:creationId xmlns:a16="http://schemas.microsoft.com/office/drawing/2014/main" id="{15511F1F-5585-4586-9A6F-C089F04B847F}"/>
              </a:ext>
            </a:extLst>
          </p:cNvPr>
          <p:cNvSpPr/>
          <p:nvPr/>
        </p:nvSpPr>
        <p:spPr>
          <a:xfrm>
            <a:off x="10348163" y="332061"/>
            <a:ext cx="1559241" cy="1573677"/>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9" name="Rectangle 318">
            <a:extLst>
              <a:ext uri="{FF2B5EF4-FFF2-40B4-BE49-F238E27FC236}">
                <a16:creationId xmlns:a16="http://schemas.microsoft.com/office/drawing/2014/main" id="{8CFB00DA-7B72-407F-95B8-34C2E54BCCC1}"/>
              </a:ext>
            </a:extLst>
          </p:cNvPr>
          <p:cNvSpPr/>
          <p:nvPr/>
        </p:nvSpPr>
        <p:spPr>
          <a:xfrm>
            <a:off x="284241" y="293633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0" name="Rectangle 319">
            <a:extLst>
              <a:ext uri="{FF2B5EF4-FFF2-40B4-BE49-F238E27FC236}">
                <a16:creationId xmlns:a16="http://schemas.microsoft.com/office/drawing/2014/main" id="{0C2E062C-8104-44DB-B5A3-F913490C3E8E}"/>
              </a:ext>
            </a:extLst>
          </p:cNvPr>
          <p:cNvSpPr/>
          <p:nvPr/>
        </p:nvSpPr>
        <p:spPr>
          <a:xfrm>
            <a:off x="752157" y="292262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1" name="Rectangle 320">
            <a:extLst>
              <a:ext uri="{FF2B5EF4-FFF2-40B4-BE49-F238E27FC236}">
                <a16:creationId xmlns:a16="http://schemas.microsoft.com/office/drawing/2014/main" id="{88134EAA-BDFC-48F9-939F-01B8863617B4}"/>
              </a:ext>
            </a:extLst>
          </p:cNvPr>
          <p:cNvSpPr/>
          <p:nvPr/>
        </p:nvSpPr>
        <p:spPr>
          <a:xfrm>
            <a:off x="313465" y="342367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2" name="Rectangle 321">
            <a:extLst>
              <a:ext uri="{FF2B5EF4-FFF2-40B4-BE49-F238E27FC236}">
                <a16:creationId xmlns:a16="http://schemas.microsoft.com/office/drawing/2014/main" id="{A2BF2826-229F-4928-8D8E-C47618309EBA}"/>
              </a:ext>
            </a:extLst>
          </p:cNvPr>
          <p:cNvSpPr/>
          <p:nvPr/>
        </p:nvSpPr>
        <p:spPr>
          <a:xfrm>
            <a:off x="3232412" y="286358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3" name="Rectangle 322">
            <a:extLst>
              <a:ext uri="{FF2B5EF4-FFF2-40B4-BE49-F238E27FC236}">
                <a16:creationId xmlns:a16="http://schemas.microsoft.com/office/drawing/2014/main" id="{8FDC8F55-E171-432D-BAAE-711683B018FA}"/>
              </a:ext>
            </a:extLst>
          </p:cNvPr>
          <p:cNvSpPr/>
          <p:nvPr/>
        </p:nvSpPr>
        <p:spPr>
          <a:xfrm>
            <a:off x="4458392" y="6789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4" name="Rectangle 323">
            <a:extLst>
              <a:ext uri="{FF2B5EF4-FFF2-40B4-BE49-F238E27FC236}">
                <a16:creationId xmlns:a16="http://schemas.microsoft.com/office/drawing/2014/main" id="{BAB937F4-878F-49C5-A952-744BD5AF1F0E}"/>
              </a:ext>
            </a:extLst>
          </p:cNvPr>
          <p:cNvSpPr/>
          <p:nvPr/>
        </p:nvSpPr>
        <p:spPr>
          <a:xfrm>
            <a:off x="4761896" y="6957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5" name="Rectangle 324">
            <a:extLst>
              <a:ext uri="{FF2B5EF4-FFF2-40B4-BE49-F238E27FC236}">
                <a16:creationId xmlns:a16="http://schemas.microsoft.com/office/drawing/2014/main" id="{929088AD-FDD8-45B6-9A86-482B29AACA42}"/>
              </a:ext>
            </a:extLst>
          </p:cNvPr>
          <p:cNvSpPr/>
          <p:nvPr/>
        </p:nvSpPr>
        <p:spPr>
          <a:xfrm>
            <a:off x="4550487" y="103066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6" name="Rectangle 325">
            <a:extLst>
              <a:ext uri="{FF2B5EF4-FFF2-40B4-BE49-F238E27FC236}">
                <a16:creationId xmlns:a16="http://schemas.microsoft.com/office/drawing/2014/main" id="{9FEE910D-FFEB-40C5-9C6E-93E9822A29DA}"/>
              </a:ext>
            </a:extLst>
          </p:cNvPr>
          <p:cNvSpPr/>
          <p:nvPr/>
        </p:nvSpPr>
        <p:spPr>
          <a:xfrm>
            <a:off x="4870183" y="154025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7" name="Rectangle 326">
            <a:extLst>
              <a:ext uri="{FF2B5EF4-FFF2-40B4-BE49-F238E27FC236}">
                <a16:creationId xmlns:a16="http://schemas.microsoft.com/office/drawing/2014/main" id="{B97FB316-B14E-4439-B9F8-F91C73F84348}"/>
              </a:ext>
            </a:extLst>
          </p:cNvPr>
          <p:cNvSpPr/>
          <p:nvPr/>
        </p:nvSpPr>
        <p:spPr>
          <a:xfrm>
            <a:off x="6394363" y="15888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8" name="Rectangle 327">
            <a:extLst>
              <a:ext uri="{FF2B5EF4-FFF2-40B4-BE49-F238E27FC236}">
                <a16:creationId xmlns:a16="http://schemas.microsoft.com/office/drawing/2014/main" id="{6FBC8AC0-59D4-4E01-A061-0275B82FAF55}"/>
              </a:ext>
            </a:extLst>
          </p:cNvPr>
          <p:cNvSpPr/>
          <p:nvPr/>
        </p:nvSpPr>
        <p:spPr>
          <a:xfrm>
            <a:off x="5429621" y="107476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9" name="Rectangle 328">
            <a:extLst>
              <a:ext uri="{FF2B5EF4-FFF2-40B4-BE49-F238E27FC236}">
                <a16:creationId xmlns:a16="http://schemas.microsoft.com/office/drawing/2014/main" id="{3566C809-EB68-4F9E-8326-E93038BE06A4}"/>
              </a:ext>
            </a:extLst>
          </p:cNvPr>
          <p:cNvSpPr/>
          <p:nvPr/>
        </p:nvSpPr>
        <p:spPr>
          <a:xfrm>
            <a:off x="5380919" y="59076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0" name="Rectangle 329">
            <a:extLst>
              <a:ext uri="{FF2B5EF4-FFF2-40B4-BE49-F238E27FC236}">
                <a16:creationId xmlns:a16="http://schemas.microsoft.com/office/drawing/2014/main" id="{DC84358E-E2EE-4E46-8142-E6DE56463B0E}"/>
              </a:ext>
            </a:extLst>
          </p:cNvPr>
          <p:cNvSpPr/>
          <p:nvPr/>
        </p:nvSpPr>
        <p:spPr>
          <a:xfrm>
            <a:off x="5806473" y="6957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1" name="Rectangle 330">
            <a:extLst>
              <a:ext uri="{FF2B5EF4-FFF2-40B4-BE49-F238E27FC236}">
                <a16:creationId xmlns:a16="http://schemas.microsoft.com/office/drawing/2014/main" id="{7A8B6B9F-0E7F-46BF-B95F-CB79AEB1ABDA}"/>
              </a:ext>
            </a:extLst>
          </p:cNvPr>
          <p:cNvSpPr/>
          <p:nvPr/>
        </p:nvSpPr>
        <p:spPr>
          <a:xfrm>
            <a:off x="6092454" y="69861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2" name="Rectangle 331">
            <a:extLst>
              <a:ext uri="{FF2B5EF4-FFF2-40B4-BE49-F238E27FC236}">
                <a16:creationId xmlns:a16="http://schemas.microsoft.com/office/drawing/2014/main" id="{EDB62CEC-DE8E-4393-8690-38079E9E621D}"/>
              </a:ext>
            </a:extLst>
          </p:cNvPr>
          <p:cNvSpPr/>
          <p:nvPr/>
        </p:nvSpPr>
        <p:spPr>
          <a:xfrm>
            <a:off x="6762319" y="5480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3" name="Rectangle 332">
            <a:extLst>
              <a:ext uri="{FF2B5EF4-FFF2-40B4-BE49-F238E27FC236}">
                <a16:creationId xmlns:a16="http://schemas.microsoft.com/office/drawing/2014/main" id="{6416496D-6A40-40E9-A50D-956B09B379AF}"/>
              </a:ext>
            </a:extLst>
          </p:cNvPr>
          <p:cNvSpPr/>
          <p:nvPr/>
        </p:nvSpPr>
        <p:spPr>
          <a:xfrm>
            <a:off x="7266530" y="73031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4" name="Rectangle 333">
            <a:extLst>
              <a:ext uri="{FF2B5EF4-FFF2-40B4-BE49-F238E27FC236}">
                <a16:creationId xmlns:a16="http://schemas.microsoft.com/office/drawing/2014/main" id="{9D906EA8-783B-422D-8E81-9C27F305F147}"/>
              </a:ext>
            </a:extLst>
          </p:cNvPr>
          <p:cNvSpPr/>
          <p:nvPr/>
        </p:nvSpPr>
        <p:spPr>
          <a:xfrm>
            <a:off x="6840021" y="108146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5" name="Rectangle 334">
            <a:extLst>
              <a:ext uri="{FF2B5EF4-FFF2-40B4-BE49-F238E27FC236}">
                <a16:creationId xmlns:a16="http://schemas.microsoft.com/office/drawing/2014/main" id="{671455D1-6E07-46BB-BC17-4B3A485BBD93}"/>
              </a:ext>
            </a:extLst>
          </p:cNvPr>
          <p:cNvSpPr/>
          <p:nvPr/>
        </p:nvSpPr>
        <p:spPr>
          <a:xfrm>
            <a:off x="8822107" y="106404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6" name="Rectangle 335">
            <a:extLst>
              <a:ext uri="{FF2B5EF4-FFF2-40B4-BE49-F238E27FC236}">
                <a16:creationId xmlns:a16="http://schemas.microsoft.com/office/drawing/2014/main" id="{63285378-54B2-468D-A43D-027922EF1960}"/>
              </a:ext>
            </a:extLst>
          </p:cNvPr>
          <p:cNvSpPr/>
          <p:nvPr/>
        </p:nvSpPr>
        <p:spPr>
          <a:xfrm>
            <a:off x="9066246" y="62338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7" name="Rectangle 336">
            <a:extLst>
              <a:ext uri="{FF2B5EF4-FFF2-40B4-BE49-F238E27FC236}">
                <a16:creationId xmlns:a16="http://schemas.microsoft.com/office/drawing/2014/main" id="{63491910-D661-469F-844C-5A256E273631}"/>
              </a:ext>
            </a:extLst>
          </p:cNvPr>
          <p:cNvSpPr/>
          <p:nvPr/>
        </p:nvSpPr>
        <p:spPr>
          <a:xfrm>
            <a:off x="9721902" y="66379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8" name="Rectangle 337">
            <a:extLst>
              <a:ext uri="{FF2B5EF4-FFF2-40B4-BE49-F238E27FC236}">
                <a16:creationId xmlns:a16="http://schemas.microsoft.com/office/drawing/2014/main" id="{9A170FE9-A23A-4155-85A2-3DE29FEF465D}"/>
              </a:ext>
            </a:extLst>
          </p:cNvPr>
          <p:cNvSpPr/>
          <p:nvPr/>
        </p:nvSpPr>
        <p:spPr>
          <a:xfrm>
            <a:off x="9143948" y="95032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9" name="Rectangle 338">
            <a:extLst>
              <a:ext uri="{FF2B5EF4-FFF2-40B4-BE49-F238E27FC236}">
                <a16:creationId xmlns:a16="http://schemas.microsoft.com/office/drawing/2014/main" id="{F955CBDC-8643-49B1-8084-8EA222C0602D}"/>
              </a:ext>
            </a:extLst>
          </p:cNvPr>
          <p:cNvSpPr/>
          <p:nvPr/>
        </p:nvSpPr>
        <p:spPr>
          <a:xfrm>
            <a:off x="9048811" y="154846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0" name="Rectangle 339">
            <a:extLst>
              <a:ext uri="{FF2B5EF4-FFF2-40B4-BE49-F238E27FC236}">
                <a16:creationId xmlns:a16="http://schemas.microsoft.com/office/drawing/2014/main" id="{EECFE80E-5E97-4202-8014-0203B3E3D36A}"/>
              </a:ext>
            </a:extLst>
          </p:cNvPr>
          <p:cNvSpPr/>
          <p:nvPr/>
        </p:nvSpPr>
        <p:spPr>
          <a:xfrm>
            <a:off x="10997042" y="99479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1" name="Rectangle 340">
            <a:extLst>
              <a:ext uri="{FF2B5EF4-FFF2-40B4-BE49-F238E27FC236}">
                <a16:creationId xmlns:a16="http://schemas.microsoft.com/office/drawing/2014/main" id="{4F9384D6-A0E5-4CD3-A661-3065B014942A}"/>
              </a:ext>
            </a:extLst>
          </p:cNvPr>
          <p:cNvSpPr/>
          <p:nvPr/>
        </p:nvSpPr>
        <p:spPr>
          <a:xfrm>
            <a:off x="10616132" y="119853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2" name="Rectangle 341">
            <a:extLst>
              <a:ext uri="{FF2B5EF4-FFF2-40B4-BE49-F238E27FC236}">
                <a16:creationId xmlns:a16="http://schemas.microsoft.com/office/drawing/2014/main" id="{DDF7DC6D-8ADD-4E85-B5DD-66A711B0C1BB}"/>
              </a:ext>
            </a:extLst>
          </p:cNvPr>
          <p:cNvSpPr/>
          <p:nvPr/>
        </p:nvSpPr>
        <p:spPr>
          <a:xfrm>
            <a:off x="10861147" y="141614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3" name="Rectangle 342">
            <a:extLst>
              <a:ext uri="{FF2B5EF4-FFF2-40B4-BE49-F238E27FC236}">
                <a16:creationId xmlns:a16="http://schemas.microsoft.com/office/drawing/2014/main" id="{D85D8BDD-0805-48FF-9E6C-B3CF07B2CBCD}"/>
              </a:ext>
            </a:extLst>
          </p:cNvPr>
          <p:cNvSpPr/>
          <p:nvPr/>
        </p:nvSpPr>
        <p:spPr>
          <a:xfrm>
            <a:off x="11142206" y="167340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4" name="Rectangle 343">
            <a:extLst>
              <a:ext uri="{FF2B5EF4-FFF2-40B4-BE49-F238E27FC236}">
                <a16:creationId xmlns:a16="http://schemas.microsoft.com/office/drawing/2014/main" id="{1384FED2-252A-44E0-B692-560C5FB33682}"/>
              </a:ext>
            </a:extLst>
          </p:cNvPr>
          <p:cNvSpPr/>
          <p:nvPr/>
        </p:nvSpPr>
        <p:spPr>
          <a:xfrm>
            <a:off x="11451580" y="146471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5" name="Rectangle 344">
            <a:extLst>
              <a:ext uri="{FF2B5EF4-FFF2-40B4-BE49-F238E27FC236}">
                <a16:creationId xmlns:a16="http://schemas.microsoft.com/office/drawing/2014/main" id="{B18FAA03-DF4B-4ECA-B773-F4E413300D4F}"/>
              </a:ext>
            </a:extLst>
          </p:cNvPr>
          <p:cNvSpPr/>
          <p:nvPr/>
        </p:nvSpPr>
        <p:spPr>
          <a:xfrm>
            <a:off x="5960780" y="240621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6" name="Rectangle 345">
            <a:extLst>
              <a:ext uri="{FF2B5EF4-FFF2-40B4-BE49-F238E27FC236}">
                <a16:creationId xmlns:a16="http://schemas.microsoft.com/office/drawing/2014/main" id="{3BCCF9B1-06AF-4E07-BC30-9866175D2CE4}"/>
              </a:ext>
            </a:extLst>
          </p:cNvPr>
          <p:cNvSpPr/>
          <p:nvPr/>
        </p:nvSpPr>
        <p:spPr>
          <a:xfrm>
            <a:off x="5625019" y="242751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7" name="Rectangle 346">
            <a:extLst>
              <a:ext uri="{FF2B5EF4-FFF2-40B4-BE49-F238E27FC236}">
                <a16:creationId xmlns:a16="http://schemas.microsoft.com/office/drawing/2014/main" id="{378428BF-ADE9-40A8-96E6-AFE734F04993}"/>
              </a:ext>
            </a:extLst>
          </p:cNvPr>
          <p:cNvSpPr/>
          <p:nvPr/>
        </p:nvSpPr>
        <p:spPr>
          <a:xfrm>
            <a:off x="6357731" y="252558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8" name="Rectangle 347">
            <a:extLst>
              <a:ext uri="{FF2B5EF4-FFF2-40B4-BE49-F238E27FC236}">
                <a16:creationId xmlns:a16="http://schemas.microsoft.com/office/drawing/2014/main" id="{9537D36B-D855-407C-ADBF-2C6A1A8893C5}"/>
              </a:ext>
            </a:extLst>
          </p:cNvPr>
          <p:cNvSpPr/>
          <p:nvPr/>
        </p:nvSpPr>
        <p:spPr>
          <a:xfrm>
            <a:off x="6881804" y="342287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9" name="Rectangle 348">
            <a:extLst>
              <a:ext uri="{FF2B5EF4-FFF2-40B4-BE49-F238E27FC236}">
                <a16:creationId xmlns:a16="http://schemas.microsoft.com/office/drawing/2014/main" id="{B4DA300A-C88A-4C17-A32C-DF779EBFCCC0}"/>
              </a:ext>
            </a:extLst>
          </p:cNvPr>
          <p:cNvSpPr/>
          <p:nvPr/>
        </p:nvSpPr>
        <p:spPr>
          <a:xfrm>
            <a:off x="6595868" y="380567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0" name="Rectangle 349">
            <a:extLst>
              <a:ext uri="{FF2B5EF4-FFF2-40B4-BE49-F238E27FC236}">
                <a16:creationId xmlns:a16="http://schemas.microsoft.com/office/drawing/2014/main" id="{2090A77A-96D1-4B5B-A255-B741BC34200C}"/>
              </a:ext>
            </a:extLst>
          </p:cNvPr>
          <p:cNvSpPr/>
          <p:nvPr/>
        </p:nvSpPr>
        <p:spPr>
          <a:xfrm>
            <a:off x="6942259" y="374222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1" name="Rectangle 350">
            <a:extLst>
              <a:ext uri="{FF2B5EF4-FFF2-40B4-BE49-F238E27FC236}">
                <a16:creationId xmlns:a16="http://schemas.microsoft.com/office/drawing/2014/main" id="{9DC07346-5948-417C-A2A8-596426FB1622}"/>
              </a:ext>
            </a:extLst>
          </p:cNvPr>
          <p:cNvSpPr/>
          <p:nvPr/>
        </p:nvSpPr>
        <p:spPr>
          <a:xfrm>
            <a:off x="5267702" y="384051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2" name="Rectangle 351">
            <a:extLst>
              <a:ext uri="{FF2B5EF4-FFF2-40B4-BE49-F238E27FC236}">
                <a16:creationId xmlns:a16="http://schemas.microsoft.com/office/drawing/2014/main" id="{1142A534-A3AB-4419-82DF-E423CBFD6CA7}"/>
              </a:ext>
            </a:extLst>
          </p:cNvPr>
          <p:cNvSpPr/>
          <p:nvPr/>
        </p:nvSpPr>
        <p:spPr>
          <a:xfrm>
            <a:off x="9377337" y="31278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3" name="Rectangle 352">
            <a:extLst>
              <a:ext uri="{FF2B5EF4-FFF2-40B4-BE49-F238E27FC236}">
                <a16:creationId xmlns:a16="http://schemas.microsoft.com/office/drawing/2014/main" id="{276F8139-B02D-4E34-A1D6-C83C74203BCB}"/>
              </a:ext>
            </a:extLst>
          </p:cNvPr>
          <p:cNvSpPr/>
          <p:nvPr/>
        </p:nvSpPr>
        <p:spPr>
          <a:xfrm>
            <a:off x="9362297" y="283623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4" name="Rectangle 353">
            <a:extLst>
              <a:ext uri="{FF2B5EF4-FFF2-40B4-BE49-F238E27FC236}">
                <a16:creationId xmlns:a16="http://schemas.microsoft.com/office/drawing/2014/main" id="{22199328-2AAA-4315-84A2-332E1664C564}"/>
              </a:ext>
            </a:extLst>
          </p:cNvPr>
          <p:cNvSpPr/>
          <p:nvPr/>
        </p:nvSpPr>
        <p:spPr>
          <a:xfrm>
            <a:off x="8250837" y="244211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5" name="Rectangle 354">
            <a:extLst>
              <a:ext uri="{FF2B5EF4-FFF2-40B4-BE49-F238E27FC236}">
                <a16:creationId xmlns:a16="http://schemas.microsoft.com/office/drawing/2014/main" id="{EB662D32-C3EE-4482-B344-30534F7DDE99}"/>
              </a:ext>
            </a:extLst>
          </p:cNvPr>
          <p:cNvSpPr/>
          <p:nvPr/>
        </p:nvSpPr>
        <p:spPr>
          <a:xfrm>
            <a:off x="8879833" y="39646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6" name="Rectangle 355">
            <a:extLst>
              <a:ext uri="{FF2B5EF4-FFF2-40B4-BE49-F238E27FC236}">
                <a16:creationId xmlns:a16="http://schemas.microsoft.com/office/drawing/2014/main" id="{F12262C2-FF56-4499-BD66-5C6C2C0EF017}"/>
              </a:ext>
            </a:extLst>
          </p:cNvPr>
          <p:cNvSpPr/>
          <p:nvPr/>
        </p:nvSpPr>
        <p:spPr>
          <a:xfrm>
            <a:off x="8583951" y="39646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7" name="Rectangle 356">
            <a:extLst>
              <a:ext uri="{FF2B5EF4-FFF2-40B4-BE49-F238E27FC236}">
                <a16:creationId xmlns:a16="http://schemas.microsoft.com/office/drawing/2014/main" id="{7210EF20-50B0-4A7A-B3E1-394AABE25256}"/>
              </a:ext>
            </a:extLst>
          </p:cNvPr>
          <p:cNvSpPr/>
          <p:nvPr/>
        </p:nvSpPr>
        <p:spPr>
          <a:xfrm>
            <a:off x="10146755" y="399293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8" name="Rectangle 357">
            <a:extLst>
              <a:ext uri="{FF2B5EF4-FFF2-40B4-BE49-F238E27FC236}">
                <a16:creationId xmlns:a16="http://schemas.microsoft.com/office/drawing/2014/main" id="{C940E032-2CCF-4AC5-B52A-C1586E63392B}"/>
              </a:ext>
            </a:extLst>
          </p:cNvPr>
          <p:cNvSpPr/>
          <p:nvPr/>
        </p:nvSpPr>
        <p:spPr>
          <a:xfrm>
            <a:off x="10883167" y="289756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9" name="Rectangle 358">
            <a:extLst>
              <a:ext uri="{FF2B5EF4-FFF2-40B4-BE49-F238E27FC236}">
                <a16:creationId xmlns:a16="http://schemas.microsoft.com/office/drawing/2014/main" id="{C588D512-1A53-4D3A-83A9-4D26E3514A60}"/>
              </a:ext>
            </a:extLst>
          </p:cNvPr>
          <p:cNvSpPr/>
          <p:nvPr/>
        </p:nvSpPr>
        <p:spPr>
          <a:xfrm>
            <a:off x="10983197" y="258074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0" name="Rectangle 359">
            <a:extLst>
              <a:ext uri="{FF2B5EF4-FFF2-40B4-BE49-F238E27FC236}">
                <a16:creationId xmlns:a16="http://schemas.microsoft.com/office/drawing/2014/main" id="{99FD9A0A-C30A-461A-BDC4-4691DD0B8EC3}"/>
              </a:ext>
            </a:extLst>
          </p:cNvPr>
          <p:cNvSpPr/>
          <p:nvPr/>
        </p:nvSpPr>
        <p:spPr>
          <a:xfrm>
            <a:off x="10583282" y="484842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1" name="Rectangle 360">
            <a:extLst>
              <a:ext uri="{FF2B5EF4-FFF2-40B4-BE49-F238E27FC236}">
                <a16:creationId xmlns:a16="http://schemas.microsoft.com/office/drawing/2014/main" id="{1AB9A5EF-9029-4704-B0E9-D5F6F787DCD0}"/>
              </a:ext>
            </a:extLst>
          </p:cNvPr>
          <p:cNvSpPr/>
          <p:nvPr/>
        </p:nvSpPr>
        <p:spPr>
          <a:xfrm>
            <a:off x="10799282" y="508734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2" name="Rectangle 361">
            <a:extLst>
              <a:ext uri="{FF2B5EF4-FFF2-40B4-BE49-F238E27FC236}">
                <a16:creationId xmlns:a16="http://schemas.microsoft.com/office/drawing/2014/main" id="{535A4CBA-B000-40D8-8367-AE02E541C020}"/>
              </a:ext>
            </a:extLst>
          </p:cNvPr>
          <p:cNvSpPr/>
          <p:nvPr/>
        </p:nvSpPr>
        <p:spPr>
          <a:xfrm>
            <a:off x="10838064" y="589305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3" name="Rectangle 362">
            <a:extLst>
              <a:ext uri="{FF2B5EF4-FFF2-40B4-BE49-F238E27FC236}">
                <a16:creationId xmlns:a16="http://schemas.microsoft.com/office/drawing/2014/main" id="{09961778-8337-424D-9E85-64406BFBA2E7}"/>
              </a:ext>
            </a:extLst>
          </p:cNvPr>
          <p:cNvSpPr/>
          <p:nvPr/>
        </p:nvSpPr>
        <p:spPr>
          <a:xfrm>
            <a:off x="10639067" y="610956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4" name="Rectangle 363">
            <a:extLst>
              <a:ext uri="{FF2B5EF4-FFF2-40B4-BE49-F238E27FC236}">
                <a16:creationId xmlns:a16="http://schemas.microsoft.com/office/drawing/2014/main" id="{0BED64F7-F584-4B98-A3BE-264AE0AB228C}"/>
              </a:ext>
            </a:extLst>
          </p:cNvPr>
          <p:cNvSpPr/>
          <p:nvPr/>
        </p:nvSpPr>
        <p:spPr>
          <a:xfrm>
            <a:off x="9661763" y="485698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5" name="Rectangle 364">
            <a:extLst>
              <a:ext uri="{FF2B5EF4-FFF2-40B4-BE49-F238E27FC236}">
                <a16:creationId xmlns:a16="http://schemas.microsoft.com/office/drawing/2014/main" id="{D1659D00-F268-4486-B0E8-EE1D54DDC160}"/>
              </a:ext>
            </a:extLst>
          </p:cNvPr>
          <p:cNvSpPr/>
          <p:nvPr/>
        </p:nvSpPr>
        <p:spPr>
          <a:xfrm>
            <a:off x="9350780" y="492222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6" name="Rectangle 365">
            <a:extLst>
              <a:ext uri="{FF2B5EF4-FFF2-40B4-BE49-F238E27FC236}">
                <a16:creationId xmlns:a16="http://schemas.microsoft.com/office/drawing/2014/main" id="{1F0EB7C5-FE4D-49B6-B617-18AF145BA9FE}"/>
              </a:ext>
            </a:extLst>
          </p:cNvPr>
          <p:cNvSpPr/>
          <p:nvPr/>
        </p:nvSpPr>
        <p:spPr>
          <a:xfrm>
            <a:off x="9818589" y="607009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7" name="Rectangle 366">
            <a:extLst>
              <a:ext uri="{FF2B5EF4-FFF2-40B4-BE49-F238E27FC236}">
                <a16:creationId xmlns:a16="http://schemas.microsoft.com/office/drawing/2014/main" id="{920D8AE2-AC04-45CF-980D-7946195CD053}"/>
              </a:ext>
            </a:extLst>
          </p:cNvPr>
          <p:cNvSpPr/>
          <p:nvPr/>
        </p:nvSpPr>
        <p:spPr>
          <a:xfrm>
            <a:off x="6650799" y="495642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8" name="Rectangle 367">
            <a:extLst>
              <a:ext uri="{FF2B5EF4-FFF2-40B4-BE49-F238E27FC236}">
                <a16:creationId xmlns:a16="http://schemas.microsoft.com/office/drawing/2014/main" id="{604C6C1A-7BD0-48BD-A390-60F88E47BD50}"/>
              </a:ext>
            </a:extLst>
          </p:cNvPr>
          <p:cNvSpPr/>
          <p:nvPr/>
        </p:nvSpPr>
        <p:spPr>
          <a:xfrm>
            <a:off x="6870860" y="520463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9" name="Rectangle 368">
            <a:extLst>
              <a:ext uri="{FF2B5EF4-FFF2-40B4-BE49-F238E27FC236}">
                <a16:creationId xmlns:a16="http://schemas.microsoft.com/office/drawing/2014/main" id="{9FE7FDBF-DCE4-4B4E-B252-5E6A3BE5503A}"/>
              </a:ext>
            </a:extLst>
          </p:cNvPr>
          <p:cNvSpPr/>
          <p:nvPr/>
        </p:nvSpPr>
        <p:spPr>
          <a:xfrm>
            <a:off x="6553331" y="53165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0" name="Rectangle 369">
            <a:extLst>
              <a:ext uri="{FF2B5EF4-FFF2-40B4-BE49-F238E27FC236}">
                <a16:creationId xmlns:a16="http://schemas.microsoft.com/office/drawing/2014/main" id="{72E98EF6-B835-4655-9EB9-16352F7492B6}"/>
              </a:ext>
            </a:extLst>
          </p:cNvPr>
          <p:cNvSpPr/>
          <p:nvPr/>
        </p:nvSpPr>
        <p:spPr>
          <a:xfrm>
            <a:off x="5429621" y="53165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1" name="Rectangle 370">
            <a:extLst>
              <a:ext uri="{FF2B5EF4-FFF2-40B4-BE49-F238E27FC236}">
                <a16:creationId xmlns:a16="http://schemas.microsoft.com/office/drawing/2014/main" id="{A8B32D10-9102-4F68-909B-6B80976D7B66}"/>
              </a:ext>
            </a:extLst>
          </p:cNvPr>
          <p:cNvSpPr/>
          <p:nvPr/>
        </p:nvSpPr>
        <p:spPr>
          <a:xfrm>
            <a:off x="5145652" y="59913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2" name="Rectangle 371">
            <a:extLst>
              <a:ext uri="{FF2B5EF4-FFF2-40B4-BE49-F238E27FC236}">
                <a16:creationId xmlns:a16="http://schemas.microsoft.com/office/drawing/2014/main" id="{54F44B13-48DF-41F2-A6AB-AF890CB8AE31}"/>
              </a:ext>
            </a:extLst>
          </p:cNvPr>
          <p:cNvSpPr/>
          <p:nvPr/>
        </p:nvSpPr>
        <p:spPr>
          <a:xfrm>
            <a:off x="6698159" y="601716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3" name="Rectangle 372">
            <a:extLst>
              <a:ext uri="{FF2B5EF4-FFF2-40B4-BE49-F238E27FC236}">
                <a16:creationId xmlns:a16="http://schemas.microsoft.com/office/drawing/2014/main" id="{2ABEDAFC-AD3B-4EFE-89CC-D7B1E11911FF}"/>
              </a:ext>
            </a:extLst>
          </p:cNvPr>
          <p:cNvSpPr/>
          <p:nvPr/>
        </p:nvSpPr>
        <p:spPr>
          <a:xfrm>
            <a:off x="6297604" y="594076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4" name="Rectangle 373">
            <a:extLst>
              <a:ext uri="{FF2B5EF4-FFF2-40B4-BE49-F238E27FC236}">
                <a16:creationId xmlns:a16="http://schemas.microsoft.com/office/drawing/2014/main" id="{0CF38B0A-75DC-407E-ABE2-F57F2BD1BC1B}"/>
              </a:ext>
            </a:extLst>
          </p:cNvPr>
          <p:cNvSpPr/>
          <p:nvPr/>
        </p:nvSpPr>
        <p:spPr>
          <a:xfrm>
            <a:off x="3202749" y="499477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5" name="Rectangle 374">
            <a:extLst>
              <a:ext uri="{FF2B5EF4-FFF2-40B4-BE49-F238E27FC236}">
                <a16:creationId xmlns:a16="http://schemas.microsoft.com/office/drawing/2014/main" id="{62AC23BF-C2C0-4278-8C82-5EB1C01AF598}"/>
              </a:ext>
            </a:extLst>
          </p:cNvPr>
          <p:cNvSpPr/>
          <p:nvPr/>
        </p:nvSpPr>
        <p:spPr>
          <a:xfrm>
            <a:off x="3221402" y="466957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6" name="Rectangle 375">
            <a:extLst>
              <a:ext uri="{FF2B5EF4-FFF2-40B4-BE49-F238E27FC236}">
                <a16:creationId xmlns:a16="http://schemas.microsoft.com/office/drawing/2014/main" id="{EE21B73D-41DC-473F-BDBB-E53C237A07BE}"/>
              </a:ext>
            </a:extLst>
          </p:cNvPr>
          <p:cNvSpPr/>
          <p:nvPr/>
        </p:nvSpPr>
        <p:spPr>
          <a:xfrm>
            <a:off x="2455043" y="49492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7" name="Rectangle 376">
            <a:extLst>
              <a:ext uri="{FF2B5EF4-FFF2-40B4-BE49-F238E27FC236}">
                <a16:creationId xmlns:a16="http://schemas.microsoft.com/office/drawing/2014/main" id="{40C97352-D77C-4AE6-A06A-A37E2559014B}"/>
              </a:ext>
            </a:extLst>
          </p:cNvPr>
          <p:cNvSpPr/>
          <p:nvPr/>
        </p:nvSpPr>
        <p:spPr>
          <a:xfrm>
            <a:off x="2340613" y="467251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8" name="Rectangle 377">
            <a:extLst>
              <a:ext uri="{FF2B5EF4-FFF2-40B4-BE49-F238E27FC236}">
                <a16:creationId xmlns:a16="http://schemas.microsoft.com/office/drawing/2014/main" id="{3EC7B294-7341-47CD-BE61-E06D667302D9}"/>
              </a:ext>
            </a:extLst>
          </p:cNvPr>
          <p:cNvSpPr/>
          <p:nvPr/>
        </p:nvSpPr>
        <p:spPr>
          <a:xfrm>
            <a:off x="1787271" y="503579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9" name="Rectangle 378">
            <a:extLst>
              <a:ext uri="{FF2B5EF4-FFF2-40B4-BE49-F238E27FC236}">
                <a16:creationId xmlns:a16="http://schemas.microsoft.com/office/drawing/2014/main" id="{B3FABD06-8829-419E-9B8C-826E2060297B}"/>
              </a:ext>
            </a:extLst>
          </p:cNvPr>
          <p:cNvSpPr/>
          <p:nvPr/>
        </p:nvSpPr>
        <p:spPr>
          <a:xfrm>
            <a:off x="1148952" y="523055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0" name="Rectangle 379">
            <a:extLst>
              <a:ext uri="{FF2B5EF4-FFF2-40B4-BE49-F238E27FC236}">
                <a16:creationId xmlns:a16="http://schemas.microsoft.com/office/drawing/2014/main" id="{0ED293B8-D539-413B-BF74-54D59049D16B}"/>
              </a:ext>
            </a:extLst>
          </p:cNvPr>
          <p:cNvSpPr/>
          <p:nvPr/>
        </p:nvSpPr>
        <p:spPr>
          <a:xfrm>
            <a:off x="442725" y="548032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1" name="Rectangle 380">
            <a:extLst>
              <a:ext uri="{FF2B5EF4-FFF2-40B4-BE49-F238E27FC236}">
                <a16:creationId xmlns:a16="http://schemas.microsoft.com/office/drawing/2014/main" id="{1C11BBA4-CCD4-4408-88F4-F2CDF7C3A14F}"/>
              </a:ext>
            </a:extLst>
          </p:cNvPr>
          <p:cNvSpPr/>
          <p:nvPr/>
        </p:nvSpPr>
        <p:spPr>
          <a:xfrm>
            <a:off x="2147868" y="582854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2" name="Rectangle 381">
            <a:extLst>
              <a:ext uri="{FF2B5EF4-FFF2-40B4-BE49-F238E27FC236}">
                <a16:creationId xmlns:a16="http://schemas.microsoft.com/office/drawing/2014/main" id="{631106F4-B36B-4F9D-BCFD-96A8E8FA7DE5}"/>
              </a:ext>
            </a:extLst>
          </p:cNvPr>
          <p:cNvSpPr/>
          <p:nvPr/>
        </p:nvSpPr>
        <p:spPr>
          <a:xfrm>
            <a:off x="1437257" y="618849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40415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94D27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Sphères de Harvey 100% avec un remplissage uni">
            <a:extLst>
              <a:ext uri="{FF2B5EF4-FFF2-40B4-BE49-F238E27FC236}">
                <a16:creationId xmlns:a16="http://schemas.microsoft.com/office/drawing/2014/main" id="{B6676138-3163-43D5-9B65-09A1A002129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375" t="9896" r="8854" b="9896"/>
          <a:stretch/>
        </p:blipFill>
        <p:spPr>
          <a:xfrm>
            <a:off x="1544397" y="951483"/>
            <a:ext cx="1082676" cy="426590"/>
          </a:xfrm>
          <a:prstGeom prst="rect">
            <a:avLst/>
          </a:prstGeom>
        </p:spPr>
      </p:pic>
      <p:pic>
        <p:nvPicPr>
          <p:cNvPr id="15" name="Graphique 14" descr="Sphères de Harvey 100% avec un remplissage uni">
            <a:extLst>
              <a:ext uri="{FF2B5EF4-FFF2-40B4-BE49-F238E27FC236}">
                <a16:creationId xmlns:a16="http://schemas.microsoft.com/office/drawing/2014/main" id="{3D64326A-8D85-443A-A7D8-199308C159B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27073" y="573606"/>
            <a:ext cx="631946" cy="248996"/>
          </a:xfrm>
          <a:prstGeom prst="rect">
            <a:avLst/>
          </a:prstGeom>
        </p:spPr>
      </p:pic>
      <p:pic>
        <p:nvPicPr>
          <p:cNvPr id="16" name="Graphique 15" descr="Sphères de Harvey 100% avec un remplissage uni">
            <a:extLst>
              <a:ext uri="{FF2B5EF4-FFF2-40B4-BE49-F238E27FC236}">
                <a16:creationId xmlns:a16="http://schemas.microsoft.com/office/drawing/2014/main" id="{9F7C0C2E-48DD-4861-991D-D8772B3F29C5}"/>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27073" y="1455458"/>
            <a:ext cx="631946" cy="248996"/>
          </a:xfrm>
          <a:prstGeom prst="rect">
            <a:avLst/>
          </a:prstGeom>
        </p:spPr>
      </p:pic>
      <p:pic>
        <p:nvPicPr>
          <p:cNvPr id="17" name="Graphique 16" descr="Sphères de Harvey 100% avec un remplissage uni">
            <a:extLst>
              <a:ext uri="{FF2B5EF4-FFF2-40B4-BE49-F238E27FC236}">
                <a16:creationId xmlns:a16="http://schemas.microsoft.com/office/drawing/2014/main" id="{2029B58E-A3A9-4BD1-A352-87680985D77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912451" y="1455458"/>
            <a:ext cx="631946" cy="248996"/>
          </a:xfrm>
          <a:prstGeom prst="rect">
            <a:avLst/>
          </a:prstGeom>
        </p:spPr>
      </p:pic>
      <p:pic>
        <p:nvPicPr>
          <p:cNvPr id="18" name="Graphique 17" descr="Sphères de Harvey 100% avec un remplissage uni">
            <a:extLst>
              <a:ext uri="{FF2B5EF4-FFF2-40B4-BE49-F238E27FC236}">
                <a16:creationId xmlns:a16="http://schemas.microsoft.com/office/drawing/2014/main" id="{950F078A-55C5-43AA-BF5F-CA4581E3910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912451" y="580511"/>
            <a:ext cx="631946" cy="248996"/>
          </a:xfrm>
          <a:prstGeom prst="rect">
            <a:avLst/>
          </a:prstGeom>
        </p:spPr>
      </p:pic>
      <p:pic>
        <p:nvPicPr>
          <p:cNvPr id="19" name="Graphique 18" descr="Sphères de Harvey 100% avec un remplissage uni">
            <a:extLst>
              <a:ext uri="{FF2B5EF4-FFF2-40B4-BE49-F238E27FC236}">
                <a16:creationId xmlns:a16="http://schemas.microsoft.com/office/drawing/2014/main" id="{EF4E69ED-61B8-4955-93FA-A0533D4B92B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5983" y="254919"/>
            <a:ext cx="319991" cy="126081"/>
          </a:xfrm>
          <a:prstGeom prst="rect">
            <a:avLst/>
          </a:prstGeom>
        </p:spPr>
      </p:pic>
      <p:pic>
        <p:nvPicPr>
          <p:cNvPr id="20" name="Graphique 19" descr="Sphères de Harvey 100% avec un remplissage uni">
            <a:extLst>
              <a:ext uri="{FF2B5EF4-FFF2-40B4-BE49-F238E27FC236}">
                <a16:creationId xmlns:a16="http://schemas.microsoft.com/office/drawing/2014/main" id="{B76BC279-43C5-48D6-BC98-57A3A73EBCE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5982" y="559232"/>
            <a:ext cx="319991" cy="126081"/>
          </a:xfrm>
          <a:prstGeom prst="rect">
            <a:avLst/>
          </a:prstGeom>
        </p:spPr>
      </p:pic>
      <p:pic>
        <p:nvPicPr>
          <p:cNvPr id="21" name="Graphique 20" descr="Sphères de Harvey 100% avec un remplissage uni">
            <a:extLst>
              <a:ext uri="{FF2B5EF4-FFF2-40B4-BE49-F238E27FC236}">
                <a16:creationId xmlns:a16="http://schemas.microsoft.com/office/drawing/2014/main" id="{3EEE7647-C630-414C-8694-328526CF298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5982" y="1516915"/>
            <a:ext cx="319991" cy="126081"/>
          </a:xfrm>
          <a:prstGeom prst="rect">
            <a:avLst/>
          </a:prstGeom>
        </p:spPr>
      </p:pic>
      <p:pic>
        <p:nvPicPr>
          <p:cNvPr id="22" name="Graphique 21" descr="Sphères de Harvey 100% avec un remplissage uni">
            <a:extLst>
              <a:ext uri="{FF2B5EF4-FFF2-40B4-BE49-F238E27FC236}">
                <a16:creationId xmlns:a16="http://schemas.microsoft.com/office/drawing/2014/main" id="{3F0D7A20-0369-4E35-892D-1A27950C2836}"/>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3482371" y="1516914"/>
            <a:ext cx="319991" cy="126081"/>
          </a:xfrm>
          <a:prstGeom prst="rect">
            <a:avLst/>
          </a:prstGeom>
        </p:spPr>
      </p:pic>
      <p:pic>
        <p:nvPicPr>
          <p:cNvPr id="23" name="Graphique 22" descr="Sphères de Harvey 100% avec un remplissage uni">
            <a:extLst>
              <a:ext uri="{FF2B5EF4-FFF2-40B4-BE49-F238E27FC236}">
                <a16:creationId xmlns:a16="http://schemas.microsoft.com/office/drawing/2014/main" id="{A60542E3-23DC-4108-8CF7-57C1267CD8C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3482371" y="1799302"/>
            <a:ext cx="319991" cy="126081"/>
          </a:xfrm>
          <a:prstGeom prst="rect">
            <a:avLst/>
          </a:prstGeom>
        </p:spPr>
      </p:pic>
      <p:pic>
        <p:nvPicPr>
          <p:cNvPr id="25" name="Graphique 24" descr="Sphères de Harvey 100% avec un remplissage uni">
            <a:extLst>
              <a:ext uri="{FF2B5EF4-FFF2-40B4-BE49-F238E27FC236}">
                <a16:creationId xmlns:a16="http://schemas.microsoft.com/office/drawing/2014/main" id="{A5FCE709-68B1-4602-9BA7-2902DB0C3AA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3482370" y="641968"/>
            <a:ext cx="319991" cy="126081"/>
          </a:xfrm>
          <a:prstGeom prst="rect">
            <a:avLst/>
          </a:prstGeom>
        </p:spPr>
      </p:pic>
      <p:cxnSp>
        <p:nvCxnSpPr>
          <p:cNvPr id="8" name="Connecteur : en arc 7">
            <a:extLst>
              <a:ext uri="{FF2B5EF4-FFF2-40B4-BE49-F238E27FC236}">
                <a16:creationId xmlns:a16="http://schemas.microsoft.com/office/drawing/2014/main" id="{1AF11D08-156F-4DF6-B21F-A5D77C6F866D}"/>
              </a:ext>
            </a:extLst>
          </p:cNvPr>
          <p:cNvCxnSpPr>
            <a:stCxn id="4" idx="1"/>
            <a:endCxn id="18" idx="2"/>
          </p:cNvCxnSpPr>
          <p:nvPr/>
        </p:nvCxnSpPr>
        <p:spPr>
          <a:xfrm rot="10800000">
            <a:off x="1228425" y="829508"/>
            <a:ext cx="315973" cy="335271"/>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 en arc 29">
            <a:extLst>
              <a:ext uri="{FF2B5EF4-FFF2-40B4-BE49-F238E27FC236}">
                <a16:creationId xmlns:a16="http://schemas.microsoft.com/office/drawing/2014/main" id="{A632B222-ED4F-4D79-A680-589D85576DC3}"/>
              </a:ext>
            </a:extLst>
          </p:cNvPr>
          <p:cNvCxnSpPr>
            <a:cxnSpLocks/>
            <a:stCxn id="4" idx="1"/>
            <a:endCxn id="17" idx="0"/>
          </p:cNvCxnSpPr>
          <p:nvPr/>
        </p:nvCxnSpPr>
        <p:spPr>
          <a:xfrm rot="10800000" flipV="1">
            <a:off x="1228425" y="1164778"/>
            <a:ext cx="315973" cy="290680"/>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 en arc 32">
            <a:extLst>
              <a:ext uri="{FF2B5EF4-FFF2-40B4-BE49-F238E27FC236}">
                <a16:creationId xmlns:a16="http://schemas.microsoft.com/office/drawing/2014/main" id="{815F0ED8-0039-41D2-9D19-D92F3CD2264E}"/>
              </a:ext>
            </a:extLst>
          </p:cNvPr>
          <p:cNvCxnSpPr>
            <a:cxnSpLocks/>
            <a:stCxn id="4" idx="3"/>
            <a:endCxn id="16" idx="0"/>
          </p:cNvCxnSpPr>
          <p:nvPr/>
        </p:nvCxnSpPr>
        <p:spPr>
          <a:xfrm>
            <a:off x="2627073" y="1164778"/>
            <a:ext cx="315973" cy="290680"/>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 en arc 35">
            <a:extLst>
              <a:ext uri="{FF2B5EF4-FFF2-40B4-BE49-F238E27FC236}">
                <a16:creationId xmlns:a16="http://schemas.microsoft.com/office/drawing/2014/main" id="{C7758DB1-6996-4091-B0B1-845481BB61D1}"/>
              </a:ext>
            </a:extLst>
          </p:cNvPr>
          <p:cNvCxnSpPr>
            <a:cxnSpLocks/>
            <a:stCxn id="4" idx="3"/>
            <a:endCxn id="15" idx="2"/>
          </p:cNvCxnSpPr>
          <p:nvPr/>
        </p:nvCxnSpPr>
        <p:spPr>
          <a:xfrm flipV="1">
            <a:off x="2627073" y="822602"/>
            <a:ext cx="315973" cy="342176"/>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eur : en arc 38">
            <a:extLst>
              <a:ext uri="{FF2B5EF4-FFF2-40B4-BE49-F238E27FC236}">
                <a16:creationId xmlns:a16="http://schemas.microsoft.com/office/drawing/2014/main" id="{97DA4642-8150-4108-B9AD-A6956D9DB1AC}"/>
              </a:ext>
            </a:extLst>
          </p:cNvPr>
          <p:cNvCxnSpPr>
            <a:cxnSpLocks/>
            <a:stCxn id="16" idx="3"/>
            <a:endCxn id="22" idx="1"/>
          </p:cNvCxnSpPr>
          <p:nvPr/>
        </p:nvCxnSpPr>
        <p:spPr>
          <a:xfrm flipV="1">
            <a:off x="3259019" y="1579955"/>
            <a:ext cx="223352" cy="1"/>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 en arc 41">
            <a:extLst>
              <a:ext uri="{FF2B5EF4-FFF2-40B4-BE49-F238E27FC236}">
                <a16:creationId xmlns:a16="http://schemas.microsoft.com/office/drawing/2014/main" id="{38BE4669-BD43-4537-9186-7C45185E95E6}"/>
              </a:ext>
            </a:extLst>
          </p:cNvPr>
          <p:cNvCxnSpPr>
            <a:cxnSpLocks/>
            <a:stCxn id="16" idx="3"/>
            <a:endCxn id="23" idx="1"/>
          </p:cNvCxnSpPr>
          <p:nvPr/>
        </p:nvCxnSpPr>
        <p:spPr>
          <a:xfrm>
            <a:off x="3259019" y="1579956"/>
            <a:ext cx="223352" cy="282387"/>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 en arc 44">
            <a:extLst>
              <a:ext uri="{FF2B5EF4-FFF2-40B4-BE49-F238E27FC236}">
                <a16:creationId xmlns:a16="http://schemas.microsoft.com/office/drawing/2014/main" id="{92E94CC3-1139-4A1B-BBC5-B9FA0D858C30}"/>
              </a:ext>
            </a:extLst>
          </p:cNvPr>
          <p:cNvCxnSpPr>
            <a:cxnSpLocks/>
            <a:stCxn id="15" idx="3"/>
            <a:endCxn id="25" idx="1"/>
          </p:cNvCxnSpPr>
          <p:nvPr/>
        </p:nvCxnSpPr>
        <p:spPr>
          <a:xfrm>
            <a:off x="3259019" y="698104"/>
            <a:ext cx="223351" cy="6905"/>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eur : en arc 47">
            <a:extLst>
              <a:ext uri="{FF2B5EF4-FFF2-40B4-BE49-F238E27FC236}">
                <a16:creationId xmlns:a16="http://schemas.microsoft.com/office/drawing/2014/main" id="{3F5D7B20-F7B0-4878-AE59-E5CB75DE6240}"/>
              </a:ext>
            </a:extLst>
          </p:cNvPr>
          <p:cNvCxnSpPr>
            <a:cxnSpLocks/>
            <a:stCxn id="18" idx="1"/>
            <a:endCxn id="19" idx="3"/>
          </p:cNvCxnSpPr>
          <p:nvPr/>
        </p:nvCxnSpPr>
        <p:spPr>
          <a:xfrm rot="10800000">
            <a:off x="585975" y="317961"/>
            <a:ext cx="326477" cy="387049"/>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 en arc 50">
            <a:extLst>
              <a:ext uri="{FF2B5EF4-FFF2-40B4-BE49-F238E27FC236}">
                <a16:creationId xmlns:a16="http://schemas.microsoft.com/office/drawing/2014/main" id="{9F5B8A1D-D76D-4AF4-A3F5-5A49CB883F99}"/>
              </a:ext>
            </a:extLst>
          </p:cNvPr>
          <p:cNvCxnSpPr>
            <a:cxnSpLocks/>
            <a:stCxn id="18" idx="1"/>
          </p:cNvCxnSpPr>
          <p:nvPr/>
        </p:nvCxnSpPr>
        <p:spPr>
          <a:xfrm rot="10800000">
            <a:off x="592461" y="600603"/>
            <a:ext cx="319991" cy="104406"/>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 en arc 53">
            <a:extLst>
              <a:ext uri="{FF2B5EF4-FFF2-40B4-BE49-F238E27FC236}">
                <a16:creationId xmlns:a16="http://schemas.microsoft.com/office/drawing/2014/main" id="{CEAE6C92-B479-47C7-8B15-4A2E983B0CE4}"/>
              </a:ext>
            </a:extLst>
          </p:cNvPr>
          <p:cNvCxnSpPr>
            <a:cxnSpLocks/>
            <a:stCxn id="17" idx="1"/>
            <a:endCxn id="21" idx="3"/>
          </p:cNvCxnSpPr>
          <p:nvPr/>
        </p:nvCxnSpPr>
        <p:spPr>
          <a:xfrm rot="10800000">
            <a:off x="585973" y="1579956"/>
            <a:ext cx="326478" cy="12700"/>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Pyramide avec niveaux avec un remplissage uni">
            <a:extLst>
              <a:ext uri="{FF2B5EF4-FFF2-40B4-BE49-F238E27FC236}">
                <a16:creationId xmlns:a16="http://schemas.microsoft.com/office/drawing/2014/main" id="{E6E691F4-E785-43EC-92DA-C76DDEBB484C}"/>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135366" y="212454"/>
            <a:ext cx="1948526" cy="1948526"/>
          </a:xfrm>
          <a:prstGeom prst="rect">
            <a:avLst/>
          </a:prstGeom>
        </p:spPr>
      </p:pic>
      <p:sp>
        <p:nvSpPr>
          <p:cNvPr id="49" name="Rectangle 48">
            <a:extLst>
              <a:ext uri="{FF2B5EF4-FFF2-40B4-BE49-F238E27FC236}">
                <a16:creationId xmlns:a16="http://schemas.microsoft.com/office/drawing/2014/main" id="{B2CF0CCC-7A03-4E40-9B23-CAB7BC440F5A}"/>
              </a:ext>
            </a:extLst>
          </p:cNvPr>
          <p:cNvSpPr/>
          <p:nvPr/>
        </p:nvSpPr>
        <p:spPr>
          <a:xfrm>
            <a:off x="8848201" y="138413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2B8EA410-C279-47A5-B3E2-74F4EFE515B0}"/>
              </a:ext>
            </a:extLst>
          </p:cNvPr>
          <p:cNvSpPr/>
          <p:nvPr/>
        </p:nvSpPr>
        <p:spPr>
          <a:xfrm>
            <a:off x="9276276" y="115853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4DA9E225-0645-4953-B99B-DE42FD961656}"/>
              </a:ext>
            </a:extLst>
          </p:cNvPr>
          <p:cNvSpPr/>
          <p:nvPr/>
        </p:nvSpPr>
        <p:spPr>
          <a:xfrm>
            <a:off x="8945415" y="800520"/>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5CF9AC1-0750-472F-8645-C4AAEB34EA5A}"/>
              </a:ext>
            </a:extLst>
          </p:cNvPr>
          <p:cNvSpPr/>
          <p:nvPr/>
        </p:nvSpPr>
        <p:spPr>
          <a:xfrm>
            <a:off x="9323813" y="40336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A543913C-F58B-4E44-861D-CE25AE51F820}"/>
              </a:ext>
            </a:extLst>
          </p:cNvPr>
          <p:cNvSpPr/>
          <p:nvPr/>
        </p:nvSpPr>
        <p:spPr>
          <a:xfrm>
            <a:off x="9700531" y="65280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5F87F62D-F306-49EF-9741-4532BEF7DBF6}"/>
              </a:ext>
            </a:extLst>
          </p:cNvPr>
          <p:cNvSpPr/>
          <p:nvPr/>
        </p:nvSpPr>
        <p:spPr>
          <a:xfrm>
            <a:off x="9795097" y="107906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1AAA8372-7DB4-43EB-8230-6225F116E3B6}"/>
              </a:ext>
            </a:extLst>
          </p:cNvPr>
          <p:cNvSpPr/>
          <p:nvPr/>
        </p:nvSpPr>
        <p:spPr>
          <a:xfrm>
            <a:off x="9882668" y="164558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5F2E9E2B-92D3-42E7-9797-2119E3AD8896}"/>
              </a:ext>
            </a:extLst>
          </p:cNvPr>
          <p:cNvSpPr/>
          <p:nvPr/>
        </p:nvSpPr>
        <p:spPr>
          <a:xfrm>
            <a:off x="10313918" y="158229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C3DE5923-6749-4492-8DCC-E190E5B61CB7}"/>
              </a:ext>
            </a:extLst>
          </p:cNvPr>
          <p:cNvSpPr/>
          <p:nvPr/>
        </p:nvSpPr>
        <p:spPr>
          <a:xfrm>
            <a:off x="10191694" y="103181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C339D696-7C31-41F2-8173-29F9D81CF123}"/>
              </a:ext>
            </a:extLst>
          </p:cNvPr>
          <p:cNvSpPr/>
          <p:nvPr/>
        </p:nvSpPr>
        <p:spPr>
          <a:xfrm>
            <a:off x="10178231" y="41752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CDF292B1-2A78-40B7-8C9B-071755DF29F5}"/>
              </a:ext>
            </a:extLst>
          </p:cNvPr>
          <p:cNvSpPr/>
          <p:nvPr/>
        </p:nvSpPr>
        <p:spPr>
          <a:xfrm>
            <a:off x="10714499" y="289545"/>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22A9780B-4F00-4DAA-9674-7855FBC39E7B}"/>
              </a:ext>
            </a:extLst>
          </p:cNvPr>
          <p:cNvSpPr/>
          <p:nvPr/>
        </p:nvSpPr>
        <p:spPr>
          <a:xfrm>
            <a:off x="10678172" y="822250"/>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1AA0892B-E881-402E-BBE6-60EDAC523EED}"/>
              </a:ext>
            </a:extLst>
          </p:cNvPr>
          <p:cNvSpPr/>
          <p:nvPr/>
        </p:nvSpPr>
        <p:spPr>
          <a:xfrm>
            <a:off x="10768130" y="135207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A1FC728C-80E1-4765-BBC2-10AA7077372A}"/>
              </a:ext>
            </a:extLst>
          </p:cNvPr>
          <p:cNvSpPr/>
          <p:nvPr/>
        </p:nvSpPr>
        <p:spPr>
          <a:xfrm>
            <a:off x="379521" y="342899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00214AD3-B8AC-4FB5-8FE8-381291388CF3}"/>
              </a:ext>
            </a:extLst>
          </p:cNvPr>
          <p:cNvSpPr/>
          <p:nvPr/>
        </p:nvSpPr>
        <p:spPr>
          <a:xfrm>
            <a:off x="792877" y="311574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05173E36-B1FB-40A9-96E7-99194AB81E61}"/>
              </a:ext>
            </a:extLst>
          </p:cNvPr>
          <p:cNvSpPr/>
          <p:nvPr/>
        </p:nvSpPr>
        <p:spPr>
          <a:xfrm>
            <a:off x="279916" y="286033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5E8C9F66-2A9A-486A-93E3-BF375690189C}"/>
              </a:ext>
            </a:extLst>
          </p:cNvPr>
          <p:cNvSpPr/>
          <p:nvPr/>
        </p:nvSpPr>
        <p:spPr>
          <a:xfrm>
            <a:off x="734820" y="257002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5B73A13E-E4CE-4777-8052-F23051D2AE32}"/>
              </a:ext>
            </a:extLst>
          </p:cNvPr>
          <p:cNvSpPr/>
          <p:nvPr/>
        </p:nvSpPr>
        <p:spPr>
          <a:xfrm>
            <a:off x="1625880" y="378466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FA517524-8E9A-427A-B313-CF041C50D499}"/>
              </a:ext>
            </a:extLst>
          </p:cNvPr>
          <p:cNvSpPr/>
          <p:nvPr/>
        </p:nvSpPr>
        <p:spPr>
          <a:xfrm>
            <a:off x="1666527" y="329913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C20E21CE-22EB-40DD-8391-233F73EE8964}"/>
              </a:ext>
            </a:extLst>
          </p:cNvPr>
          <p:cNvSpPr/>
          <p:nvPr/>
        </p:nvSpPr>
        <p:spPr>
          <a:xfrm>
            <a:off x="2065620" y="376809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6F172B50-BD3B-4420-BCA8-59EBE4B68C6E}"/>
              </a:ext>
            </a:extLst>
          </p:cNvPr>
          <p:cNvSpPr/>
          <p:nvPr/>
        </p:nvSpPr>
        <p:spPr>
          <a:xfrm>
            <a:off x="2103871" y="324780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5402DC33-26B8-427D-A8B5-961EB394E1E7}"/>
              </a:ext>
            </a:extLst>
          </p:cNvPr>
          <p:cNvSpPr/>
          <p:nvPr/>
        </p:nvSpPr>
        <p:spPr>
          <a:xfrm>
            <a:off x="3371160" y="272859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F7C3F400-DC4E-4E8F-95EF-867627116316}"/>
              </a:ext>
            </a:extLst>
          </p:cNvPr>
          <p:cNvSpPr/>
          <p:nvPr/>
        </p:nvSpPr>
        <p:spPr>
          <a:xfrm>
            <a:off x="3369333" y="321790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001A9648-2DFD-444E-8697-E3C0340ED90E}"/>
              </a:ext>
            </a:extLst>
          </p:cNvPr>
          <p:cNvSpPr/>
          <p:nvPr/>
        </p:nvSpPr>
        <p:spPr>
          <a:xfrm>
            <a:off x="2924928" y="254304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D468D2E9-066C-495D-9E40-85981356F645}"/>
              </a:ext>
            </a:extLst>
          </p:cNvPr>
          <p:cNvSpPr/>
          <p:nvPr/>
        </p:nvSpPr>
        <p:spPr>
          <a:xfrm>
            <a:off x="2888601" y="307574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9BD0F792-2EBC-4201-BDF5-72941127FAF8}"/>
              </a:ext>
            </a:extLst>
          </p:cNvPr>
          <p:cNvSpPr/>
          <p:nvPr/>
        </p:nvSpPr>
        <p:spPr>
          <a:xfrm>
            <a:off x="2978559" y="360557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Forme libre : forme 49">
            <a:extLst>
              <a:ext uri="{FF2B5EF4-FFF2-40B4-BE49-F238E27FC236}">
                <a16:creationId xmlns:a16="http://schemas.microsoft.com/office/drawing/2014/main" id="{F9AA4B7E-5C98-434A-BF5B-84D09A6A4924}"/>
              </a:ext>
            </a:extLst>
          </p:cNvPr>
          <p:cNvSpPr/>
          <p:nvPr/>
        </p:nvSpPr>
        <p:spPr>
          <a:xfrm>
            <a:off x="1504845" y="3066424"/>
            <a:ext cx="1143105" cy="1324601"/>
          </a:xfrm>
          <a:custGeom>
            <a:avLst/>
            <a:gdLst>
              <a:gd name="connsiteX0" fmla="*/ 105 w 1143105"/>
              <a:gd name="connsiteY0" fmla="*/ 886451 h 1324601"/>
              <a:gd name="connsiteX1" fmla="*/ 28680 w 1143105"/>
              <a:gd name="connsiteY1" fmla="*/ 838826 h 1324601"/>
              <a:gd name="connsiteX2" fmla="*/ 66780 w 1143105"/>
              <a:gd name="connsiteY2" fmla="*/ 781676 h 1324601"/>
              <a:gd name="connsiteX3" fmla="*/ 76305 w 1143105"/>
              <a:gd name="connsiteY3" fmla="*/ 715001 h 1324601"/>
              <a:gd name="connsiteX4" fmla="*/ 66780 w 1143105"/>
              <a:gd name="connsiteY4" fmla="*/ 505451 h 1324601"/>
              <a:gd name="connsiteX5" fmla="*/ 66780 w 1143105"/>
              <a:gd name="connsiteY5" fmla="*/ 200651 h 1324601"/>
              <a:gd name="connsiteX6" fmla="*/ 133455 w 1143105"/>
              <a:gd name="connsiteY6" fmla="*/ 124451 h 1324601"/>
              <a:gd name="connsiteX7" fmla="*/ 171555 w 1143105"/>
              <a:gd name="connsiteY7" fmla="*/ 86351 h 1324601"/>
              <a:gd name="connsiteX8" fmla="*/ 352530 w 1143105"/>
              <a:gd name="connsiteY8" fmla="*/ 19676 h 1324601"/>
              <a:gd name="connsiteX9" fmla="*/ 495405 w 1143105"/>
              <a:gd name="connsiteY9" fmla="*/ 626 h 1324601"/>
              <a:gd name="connsiteX10" fmla="*/ 962130 w 1143105"/>
              <a:gd name="connsiteY10" fmla="*/ 29201 h 1324601"/>
              <a:gd name="connsiteX11" fmla="*/ 1047855 w 1143105"/>
              <a:gd name="connsiteY11" fmla="*/ 67301 h 1324601"/>
              <a:gd name="connsiteX12" fmla="*/ 1095480 w 1143105"/>
              <a:gd name="connsiteY12" fmla="*/ 133976 h 1324601"/>
              <a:gd name="connsiteX13" fmla="*/ 1124055 w 1143105"/>
              <a:gd name="connsiteY13" fmla="*/ 181601 h 1324601"/>
              <a:gd name="connsiteX14" fmla="*/ 1133580 w 1143105"/>
              <a:gd name="connsiteY14" fmla="*/ 248276 h 1324601"/>
              <a:gd name="connsiteX15" fmla="*/ 1143105 w 1143105"/>
              <a:gd name="connsiteY15" fmla="*/ 305426 h 1324601"/>
              <a:gd name="connsiteX16" fmla="*/ 1133580 w 1143105"/>
              <a:gd name="connsiteY16" fmla="*/ 429251 h 1324601"/>
              <a:gd name="connsiteX17" fmla="*/ 1085955 w 1143105"/>
              <a:gd name="connsiteY17" fmla="*/ 553076 h 1324601"/>
              <a:gd name="connsiteX18" fmla="*/ 1066905 w 1143105"/>
              <a:gd name="connsiteY18" fmla="*/ 610226 h 1324601"/>
              <a:gd name="connsiteX19" fmla="*/ 1019280 w 1143105"/>
              <a:gd name="connsiteY19" fmla="*/ 734051 h 1324601"/>
              <a:gd name="connsiteX20" fmla="*/ 1038330 w 1143105"/>
              <a:gd name="connsiteY20" fmla="*/ 962651 h 1324601"/>
              <a:gd name="connsiteX21" fmla="*/ 1066905 w 1143105"/>
              <a:gd name="connsiteY21" fmla="*/ 1048376 h 1324601"/>
              <a:gd name="connsiteX22" fmla="*/ 1076430 w 1143105"/>
              <a:gd name="connsiteY22" fmla="*/ 1096001 h 1324601"/>
              <a:gd name="connsiteX23" fmla="*/ 1047855 w 1143105"/>
              <a:gd name="connsiteY23" fmla="*/ 1276976 h 1324601"/>
              <a:gd name="connsiteX24" fmla="*/ 1019280 w 1143105"/>
              <a:gd name="connsiteY24" fmla="*/ 1286501 h 1324601"/>
              <a:gd name="connsiteX25" fmla="*/ 981180 w 1143105"/>
              <a:gd name="connsiteY25" fmla="*/ 1296026 h 1324601"/>
              <a:gd name="connsiteX26" fmla="*/ 857355 w 1143105"/>
              <a:gd name="connsiteY26" fmla="*/ 1315076 h 1324601"/>
              <a:gd name="connsiteX27" fmla="*/ 714480 w 1143105"/>
              <a:gd name="connsiteY27" fmla="*/ 1324601 h 1324601"/>
              <a:gd name="connsiteX28" fmla="*/ 343005 w 1143105"/>
              <a:gd name="connsiteY28" fmla="*/ 1315076 h 1324601"/>
              <a:gd name="connsiteX29" fmla="*/ 285855 w 1143105"/>
              <a:gd name="connsiteY29" fmla="*/ 1276976 h 1324601"/>
              <a:gd name="connsiteX30" fmla="*/ 266805 w 1143105"/>
              <a:gd name="connsiteY30" fmla="*/ 1248401 h 1324601"/>
              <a:gd name="connsiteX31" fmla="*/ 209655 w 1143105"/>
              <a:gd name="connsiteY31" fmla="*/ 1172201 h 1324601"/>
              <a:gd name="connsiteX32" fmla="*/ 152505 w 1143105"/>
              <a:gd name="connsiteY32" fmla="*/ 1115051 h 1324601"/>
              <a:gd name="connsiteX33" fmla="*/ 85830 w 1143105"/>
              <a:gd name="connsiteY33" fmla="*/ 1029326 h 1324601"/>
              <a:gd name="connsiteX34" fmla="*/ 28680 w 1143105"/>
              <a:gd name="connsiteY34" fmla="*/ 953126 h 1324601"/>
              <a:gd name="connsiteX35" fmla="*/ 19155 w 1143105"/>
              <a:gd name="connsiteY35" fmla="*/ 924551 h 1324601"/>
              <a:gd name="connsiteX36" fmla="*/ 105 w 1143105"/>
              <a:gd name="connsiteY36" fmla="*/ 886451 h 132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43105" h="1324601">
                <a:moveTo>
                  <a:pt x="105" y="886451"/>
                </a:moveTo>
                <a:cubicBezTo>
                  <a:pt x="1692" y="872164"/>
                  <a:pt x="18741" y="854445"/>
                  <a:pt x="28680" y="838826"/>
                </a:cubicBezTo>
                <a:cubicBezTo>
                  <a:pt x="40972" y="819510"/>
                  <a:pt x="58561" y="803045"/>
                  <a:pt x="66780" y="781676"/>
                </a:cubicBezTo>
                <a:cubicBezTo>
                  <a:pt x="74839" y="760722"/>
                  <a:pt x="73130" y="737226"/>
                  <a:pt x="76305" y="715001"/>
                </a:cubicBezTo>
                <a:cubicBezTo>
                  <a:pt x="73130" y="645151"/>
                  <a:pt x="70769" y="575259"/>
                  <a:pt x="66780" y="505451"/>
                </a:cubicBezTo>
                <a:cubicBezTo>
                  <a:pt x="59769" y="382753"/>
                  <a:pt x="44650" y="333430"/>
                  <a:pt x="66780" y="200651"/>
                </a:cubicBezTo>
                <a:cubicBezTo>
                  <a:pt x="73961" y="157567"/>
                  <a:pt x="105894" y="148567"/>
                  <a:pt x="133455" y="124451"/>
                </a:cubicBezTo>
                <a:cubicBezTo>
                  <a:pt x="146972" y="112624"/>
                  <a:pt x="155901" y="95156"/>
                  <a:pt x="171555" y="86351"/>
                </a:cubicBezTo>
                <a:cubicBezTo>
                  <a:pt x="203395" y="68441"/>
                  <a:pt x="304295" y="28446"/>
                  <a:pt x="352530" y="19676"/>
                </a:cubicBezTo>
                <a:cubicBezTo>
                  <a:pt x="399801" y="11081"/>
                  <a:pt x="447780" y="6976"/>
                  <a:pt x="495405" y="626"/>
                </a:cubicBezTo>
                <a:cubicBezTo>
                  <a:pt x="738263" y="6697"/>
                  <a:pt x="790963" y="-16443"/>
                  <a:pt x="962130" y="29201"/>
                </a:cubicBezTo>
                <a:cubicBezTo>
                  <a:pt x="998777" y="38973"/>
                  <a:pt x="1020452" y="44465"/>
                  <a:pt x="1047855" y="67301"/>
                </a:cubicBezTo>
                <a:cubicBezTo>
                  <a:pt x="1084734" y="98033"/>
                  <a:pt x="1072236" y="92137"/>
                  <a:pt x="1095480" y="133976"/>
                </a:cubicBezTo>
                <a:cubicBezTo>
                  <a:pt x="1104471" y="150160"/>
                  <a:pt x="1114530" y="165726"/>
                  <a:pt x="1124055" y="181601"/>
                </a:cubicBezTo>
                <a:cubicBezTo>
                  <a:pt x="1127230" y="203826"/>
                  <a:pt x="1130166" y="226086"/>
                  <a:pt x="1133580" y="248276"/>
                </a:cubicBezTo>
                <a:cubicBezTo>
                  <a:pt x="1136517" y="267364"/>
                  <a:pt x="1143105" y="286113"/>
                  <a:pt x="1143105" y="305426"/>
                </a:cubicBezTo>
                <a:cubicBezTo>
                  <a:pt x="1143105" y="346823"/>
                  <a:pt x="1140036" y="388361"/>
                  <a:pt x="1133580" y="429251"/>
                </a:cubicBezTo>
                <a:cubicBezTo>
                  <a:pt x="1128555" y="461073"/>
                  <a:pt x="1096344" y="526065"/>
                  <a:pt x="1085955" y="553076"/>
                </a:cubicBezTo>
                <a:cubicBezTo>
                  <a:pt x="1078747" y="571818"/>
                  <a:pt x="1073847" y="591384"/>
                  <a:pt x="1066905" y="610226"/>
                </a:cubicBezTo>
                <a:cubicBezTo>
                  <a:pt x="1051617" y="651722"/>
                  <a:pt x="1019280" y="734051"/>
                  <a:pt x="1019280" y="734051"/>
                </a:cubicBezTo>
                <a:cubicBezTo>
                  <a:pt x="1025630" y="810251"/>
                  <a:pt x="1030184" y="886622"/>
                  <a:pt x="1038330" y="962651"/>
                </a:cubicBezTo>
                <a:cubicBezTo>
                  <a:pt x="1042392" y="1000562"/>
                  <a:pt x="1055545" y="1010508"/>
                  <a:pt x="1066905" y="1048376"/>
                </a:cubicBezTo>
                <a:cubicBezTo>
                  <a:pt x="1071557" y="1063883"/>
                  <a:pt x="1073255" y="1080126"/>
                  <a:pt x="1076430" y="1096001"/>
                </a:cubicBezTo>
                <a:cubicBezTo>
                  <a:pt x="1066905" y="1156326"/>
                  <a:pt x="1065404" y="1218479"/>
                  <a:pt x="1047855" y="1276976"/>
                </a:cubicBezTo>
                <a:cubicBezTo>
                  <a:pt x="1044970" y="1286593"/>
                  <a:pt x="1028934" y="1283743"/>
                  <a:pt x="1019280" y="1286501"/>
                </a:cubicBezTo>
                <a:cubicBezTo>
                  <a:pt x="1006693" y="1290097"/>
                  <a:pt x="994017" y="1293459"/>
                  <a:pt x="981180" y="1296026"/>
                </a:cubicBezTo>
                <a:cubicBezTo>
                  <a:pt x="961258" y="1300010"/>
                  <a:pt x="874129" y="1313551"/>
                  <a:pt x="857355" y="1315076"/>
                </a:cubicBezTo>
                <a:cubicBezTo>
                  <a:pt x="809820" y="1319397"/>
                  <a:pt x="762105" y="1321426"/>
                  <a:pt x="714480" y="1324601"/>
                </a:cubicBezTo>
                <a:cubicBezTo>
                  <a:pt x="590655" y="1321426"/>
                  <a:pt x="466730" y="1320968"/>
                  <a:pt x="343005" y="1315076"/>
                </a:cubicBezTo>
                <a:cubicBezTo>
                  <a:pt x="316519" y="1313815"/>
                  <a:pt x="301582" y="1295849"/>
                  <a:pt x="285855" y="1276976"/>
                </a:cubicBezTo>
                <a:cubicBezTo>
                  <a:pt x="278526" y="1268182"/>
                  <a:pt x="273538" y="1257659"/>
                  <a:pt x="266805" y="1248401"/>
                </a:cubicBezTo>
                <a:cubicBezTo>
                  <a:pt x="248131" y="1222724"/>
                  <a:pt x="232106" y="1194652"/>
                  <a:pt x="209655" y="1172201"/>
                </a:cubicBezTo>
                <a:cubicBezTo>
                  <a:pt x="190605" y="1153151"/>
                  <a:pt x="169045" y="1136317"/>
                  <a:pt x="152505" y="1115051"/>
                </a:cubicBezTo>
                <a:cubicBezTo>
                  <a:pt x="130280" y="1086476"/>
                  <a:pt x="105910" y="1059447"/>
                  <a:pt x="85830" y="1029326"/>
                </a:cubicBezTo>
                <a:cubicBezTo>
                  <a:pt x="55503" y="983835"/>
                  <a:pt x="73931" y="1009690"/>
                  <a:pt x="28680" y="953126"/>
                </a:cubicBezTo>
                <a:cubicBezTo>
                  <a:pt x="25505" y="943601"/>
                  <a:pt x="21590" y="934291"/>
                  <a:pt x="19155" y="924551"/>
                </a:cubicBezTo>
                <a:cubicBezTo>
                  <a:pt x="15228" y="908845"/>
                  <a:pt x="-1482" y="900738"/>
                  <a:pt x="105" y="886451"/>
                </a:cubicBezTo>
                <a:close/>
              </a:path>
            </a:pathLst>
          </a:custGeom>
          <a:noFill/>
          <a:ln w="28575">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Forme libre : forme 51">
            <a:extLst>
              <a:ext uri="{FF2B5EF4-FFF2-40B4-BE49-F238E27FC236}">
                <a16:creationId xmlns:a16="http://schemas.microsoft.com/office/drawing/2014/main" id="{9DC598D6-D591-491B-9569-AFE09BDE6E0E}"/>
              </a:ext>
            </a:extLst>
          </p:cNvPr>
          <p:cNvSpPr/>
          <p:nvPr/>
        </p:nvSpPr>
        <p:spPr>
          <a:xfrm>
            <a:off x="257175" y="2428875"/>
            <a:ext cx="1133475" cy="1714500"/>
          </a:xfrm>
          <a:custGeom>
            <a:avLst/>
            <a:gdLst>
              <a:gd name="connsiteX0" fmla="*/ 123825 w 1133475"/>
              <a:gd name="connsiteY0" fmla="*/ 1524000 h 1714500"/>
              <a:gd name="connsiteX1" fmla="*/ 171450 w 1133475"/>
              <a:gd name="connsiteY1" fmla="*/ 1628775 h 1714500"/>
              <a:gd name="connsiteX2" fmla="*/ 247650 w 1133475"/>
              <a:gd name="connsiteY2" fmla="*/ 1676400 h 1714500"/>
              <a:gd name="connsiteX3" fmla="*/ 381000 w 1133475"/>
              <a:gd name="connsiteY3" fmla="*/ 1714500 h 1714500"/>
              <a:gd name="connsiteX4" fmla="*/ 457200 w 1133475"/>
              <a:gd name="connsiteY4" fmla="*/ 1704975 h 1714500"/>
              <a:gd name="connsiteX5" fmla="*/ 628650 w 1133475"/>
              <a:gd name="connsiteY5" fmla="*/ 1638300 h 1714500"/>
              <a:gd name="connsiteX6" fmla="*/ 781050 w 1133475"/>
              <a:gd name="connsiteY6" fmla="*/ 1552575 h 1714500"/>
              <a:gd name="connsiteX7" fmla="*/ 933450 w 1133475"/>
              <a:gd name="connsiteY7" fmla="*/ 1438275 h 1714500"/>
              <a:gd name="connsiteX8" fmla="*/ 1085850 w 1133475"/>
              <a:gd name="connsiteY8" fmla="*/ 1238250 h 1714500"/>
              <a:gd name="connsiteX9" fmla="*/ 1123950 w 1133475"/>
              <a:gd name="connsiteY9" fmla="*/ 1085850 h 1714500"/>
              <a:gd name="connsiteX10" fmla="*/ 1133475 w 1133475"/>
              <a:gd name="connsiteY10" fmla="*/ 1000125 h 1714500"/>
              <a:gd name="connsiteX11" fmla="*/ 1123950 w 1133475"/>
              <a:gd name="connsiteY11" fmla="*/ 514350 h 1714500"/>
              <a:gd name="connsiteX12" fmla="*/ 1104900 w 1133475"/>
              <a:gd name="connsiteY12" fmla="*/ 466725 h 1714500"/>
              <a:gd name="connsiteX13" fmla="*/ 1095375 w 1133475"/>
              <a:gd name="connsiteY13" fmla="*/ 400050 h 1714500"/>
              <a:gd name="connsiteX14" fmla="*/ 1038225 w 1133475"/>
              <a:gd name="connsiteY14" fmla="*/ 209550 h 1714500"/>
              <a:gd name="connsiteX15" fmla="*/ 1009650 w 1133475"/>
              <a:gd name="connsiteY15" fmla="*/ 123825 h 1714500"/>
              <a:gd name="connsiteX16" fmla="*/ 1000125 w 1133475"/>
              <a:gd name="connsiteY16" fmla="*/ 85725 h 1714500"/>
              <a:gd name="connsiteX17" fmla="*/ 962025 w 1133475"/>
              <a:gd name="connsiteY17" fmla="*/ 47625 h 1714500"/>
              <a:gd name="connsiteX18" fmla="*/ 933450 w 1133475"/>
              <a:gd name="connsiteY18" fmla="*/ 28575 h 1714500"/>
              <a:gd name="connsiteX19" fmla="*/ 781050 w 1133475"/>
              <a:gd name="connsiteY19" fmla="*/ 9525 h 1714500"/>
              <a:gd name="connsiteX20" fmla="*/ 695325 w 1133475"/>
              <a:gd name="connsiteY20" fmla="*/ 0 h 1714500"/>
              <a:gd name="connsiteX21" fmla="*/ 542925 w 1133475"/>
              <a:gd name="connsiteY21" fmla="*/ 9525 h 1714500"/>
              <a:gd name="connsiteX22" fmla="*/ 466725 w 1133475"/>
              <a:gd name="connsiteY22" fmla="*/ 28575 h 1714500"/>
              <a:gd name="connsiteX23" fmla="*/ 352425 w 1133475"/>
              <a:gd name="connsiteY23" fmla="*/ 66675 h 1714500"/>
              <a:gd name="connsiteX24" fmla="*/ 295275 w 1133475"/>
              <a:gd name="connsiteY24" fmla="*/ 104775 h 1714500"/>
              <a:gd name="connsiteX25" fmla="*/ 219075 w 1133475"/>
              <a:gd name="connsiteY25" fmla="*/ 161925 h 1714500"/>
              <a:gd name="connsiteX26" fmla="*/ 142875 w 1133475"/>
              <a:gd name="connsiteY26" fmla="*/ 247650 h 1714500"/>
              <a:gd name="connsiteX27" fmla="*/ 95250 w 1133475"/>
              <a:gd name="connsiteY27" fmla="*/ 323850 h 1714500"/>
              <a:gd name="connsiteX28" fmla="*/ 66675 w 1133475"/>
              <a:gd name="connsiteY28" fmla="*/ 361950 h 1714500"/>
              <a:gd name="connsiteX29" fmla="*/ 57150 w 1133475"/>
              <a:gd name="connsiteY29" fmla="*/ 400050 h 1714500"/>
              <a:gd name="connsiteX30" fmla="*/ 19050 w 1133475"/>
              <a:gd name="connsiteY30" fmla="*/ 485775 h 1714500"/>
              <a:gd name="connsiteX31" fmla="*/ 0 w 1133475"/>
              <a:gd name="connsiteY31" fmla="*/ 561975 h 1714500"/>
              <a:gd name="connsiteX32" fmla="*/ 19050 w 1133475"/>
              <a:gd name="connsiteY32" fmla="*/ 828675 h 1714500"/>
              <a:gd name="connsiteX33" fmla="*/ 47625 w 1133475"/>
              <a:gd name="connsiteY33" fmla="*/ 876300 h 1714500"/>
              <a:gd name="connsiteX34" fmla="*/ 85725 w 1133475"/>
              <a:gd name="connsiteY34" fmla="*/ 933450 h 1714500"/>
              <a:gd name="connsiteX35" fmla="*/ 133350 w 1133475"/>
              <a:gd name="connsiteY35" fmla="*/ 1009650 h 1714500"/>
              <a:gd name="connsiteX36" fmla="*/ 142875 w 1133475"/>
              <a:gd name="connsiteY36" fmla="*/ 1047750 h 1714500"/>
              <a:gd name="connsiteX37" fmla="*/ 180975 w 1133475"/>
              <a:gd name="connsiteY37" fmla="*/ 1143000 h 1714500"/>
              <a:gd name="connsiteX38" fmla="*/ 171450 w 1133475"/>
              <a:gd name="connsiteY38" fmla="*/ 1524000 h 1714500"/>
              <a:gd name="connsiteX39" fmla="*/ 123825 w 1133475"/>
              <a:gd name="connsiteY39" fmla="*/ 15240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33475" h="1714500">
                <a:moveTo>
                  <a:pt x="123825" y="1524000"/>
                </a:moveTo>
                <a:cubicBezTo>
                  <a:pt x="123825" y="1541462"/>
                  <a:pt x="147258" y="1599000"/>
                  <a:pt x="171450" y="1628775"/>
                </a:cubicBezTo>
                <a:cubicBezTo>
                  <a:pt x="190338" y="1652022"/>
                  <a:pt x="221221" y="1662305"/>
                  <a:pt x="247650" y="1676400"/>
                </a:cubicBezTo>
                <a:cubicBezTo>
                  <a:pt x="311536" y="1710472"/>
                  <a:pt x="312137" y="1704662"/>
                  <a:pt x="381000" y="1714500"/>
                </a:cubicBezTo>
                <a:cubicBezTo>
                  <a:pt x="406400" y="1711325"/>
                  <a:pt x="432283" y="1710838"/>
                  <a:pt x="457200" y="1704975"/>
                </a:cubicBezTo>
                <a:cubicBezTo>
                  <a:pt x="503906" y="1693985"/>
                  <a:pt x="586706" y="1660111"/>
                  <a:pt x="628650" y="1638300"/>
                </a:cubicBezTo>
                <a:cubicBezTo>
                  <a:pt x="680362" y="1611410"/>
                  <a:pt x="734422" y="1587546"/>
                  <a:pt x="781050" y="1552575"/>
                </a:cubicBezTo>
                <a:cubicBezTo>
                  <a:pt x="831850" y="1514475"/>
                  <a:pt x="892433" y="1486750"/>
                  <a:pt x="933450" y="1438275"/>
                </a:cubicBezTo>
                <a:cubicBezTo>
                  <a:pt x="1057573" y="1291584"/>
                  <a:pt x="1009569" y="1360300"/>
                  <a:pt x="1085850" y="1238250"/>
                </a:cubicBezTo>
                <a:cubicBezTo>
                  <a:pt x="1101540" y="1183333"/>
                  <a:pt x="1114324" y="1143604"/>
                  <a:pt x="1123950" y="1085850"/>
                </a:cubicBezTo>
                <a:cubicBezTo>
                  <a:pt x="1128677" y="1057490"/>
                  <a:pt x="1130300" y="1028700"/>
                  <a:pt x="1133475" y="1000125"/>
                </a:cubicBezTo>
                <a:cubicBezTo>
                  <a:pt x="1130300" y="838200"/>
                  <a:pt x="1132614" y="676074"/>
                  <a:pt x="1123950" y="514350"/>
                </a:cubicBezTo>
                <a:cubicBezTo>
                  <a:pt x="1123035" y="497277"/>
                  <a:pt x="1109047" y="483312"/>
                  <a:pt x="1104900" y="466725"/>
                </a:cubicBezTo>
                <a:cubicBezTo>
                  <a:pt x="1099455" y="444945"/>
                  <a:pt x="1100575" y="421890"/>
                  <a:pt x="1095375" y="400050"/>
                </a:cubicBezTo>
                <a:cubicBezTo>
                  <a:pt x="1012116" y="50362"/>
                  <a:pt x="1089113" y="396141"/>
                  <a:pt x="1038225" y="209550"/>
                </a:cubicBezTo>
                <a:cubicBezTo>
                  <a:pt x="989519" y="30961"/>
                  <a:pt x="1067862" y="279057"/>
                  <a:pt x="1009650" y="123825"/>
                </a:cubicBezTo>
                <a:cubicBezTo>
                  <a:pt x="1005053" y="111568"/>
                  <a:pt x="1007063" y="96826"/>
                  <a:pt x="1000125" y="85725"/>
                </a:cubicBezTo>
                <a:cubicBezTo>
                  <a:pt x="990606" y="70495"/>
                  <a:pt x="975662" y="59314"/>
                  <a:pt x="962025" y="47625"/>
                </a:cubicBezTo>
                <a:cubicBezTo>
                  <a:pt x="953333" y="40175"/>
                  <a:pt x="943972" y="33084"/>
                  <a:pt x="933450" y="28575"/>
                </a:cubicBezTo>
                <a:cubicBezTo>
                  <a:pt x="896983" y="12946"/>
                  <a:pt x="795303" y="10882"/>
                  <a:pt x="781050" y="9525"/>
                </a:cubicBezTo>
                <a:cubicBezTo>
                  <a:pt x="752429" y="6799"/>
                  <a:pt x="723900" y="3175"/>
                  <a:pt x="695325" y="0"/>
                </a:cubicBezTo>
                <a:cubicBezTo>
                  <a:pt x="644525" y="3175"/>
                  <a:pt x="593431" y="3212"/>
                  <a:pt x="542925" y="9525"/>
                </a:cubicBezTo>
                <a:cubicBezTo>
                  <a:pt x="516945" y="12772"/>
                  <a:pt x="492023" y="21829"/>
                  <a:pt x="466725" y="28575"/>
                </a:cubicBezTo>
                <a:cubicBezTo>
                  <a:pt x="438017" y="36230"/>
                  <a:pt x="381266" y="50944"/>
                  <a:pt x="352425" y="66675"/>
                </a:cubicBezTo>
                <a:cubicBezTo>
                  <a:pt x="332325" y="77638"/>
                  <a:pt x="313591" y="91038"/>
                  <a:pt x="295275" y="104775"/>
                </a:cubicBezTo>
                <a:cubicBezTo>
                  <a:pt x="269875" y="123825"/>
                  <a:pt x="238125" y="136525"/>
                  <a:pt x="219075" y="161925"/>
                </a:cubicBezTo>
                <a:cubicBezTo>
                  <a:pt x="152062" y="251276"/>
                  <a:pt x="237036" y="141719"/>
                  <a:pt x="142875" y="247650"/>
                </a:cubicBezTo>
                <a:cubicBezTo>
                  <a:pt x="97430" y="298775"/>
                  <a:pt x="128868" y="270061"/>
                  <a:pt x="95250" y="323850"/>
                </a:cubicBezTo>
                <a:cubicBezTo>
                  <a:pt x="86836" y="337312"/>
                  <a:pt x="76200" y="349250"/>
                  <a:pt x="66675" y="361950"/>
                </a:cubicBezTo>
                <a:cubicBezTo>
                  <a:pt x="63500" y="374650"/>
                  <a:pt x="61747" y="387793"/>
                  <a:pt x="57150" y="400050"/>
                </a:cubicBezTo>
                <a:cubicBezTo>
                  <a:pt x="25914" y="483346"/>
                  <a:pt x="48840" y="388959"/>
                  <a:pt x="19050" y="485775"/>
                </a:cubicBezTo>
                <a:cubicBezTo>
                  <a:pt x="11350" y="510799"/>
                  <a:pt x="6350" y="536575"/>
                  <a:pt x="0" y="561975"/>
                </a:cubicBezTo>
                <a:cubicBezTo>
                  <a:pt x="6350" y="650875"/>
                  <a:pt x="5698" y="740554"/>
                  <a:pt x="19050" y="828675"/>
                </a:cubicBezTo>
                <a:cubicBezTo>
                  <a:pt x="21823" y="846979"/>
                  <a:pt x="37686" y="860681"/>
                  <a:pt x="47625" y="876300"/>
                </a:cubicBezTo>
                <a:cubicBezTo>
                  <a:pt x="59917" y="895616"/>
                  <a:pt x="73945" y="913817"/>
                  <a:pt x="85725" y="933450"/>
                </a:cubicBezTo>
                <a:cubicBezTo>
                  <a:pt x="138024" y="1020615"/>
                  <a:pt x="67020" y="921209"/>
                  <a:pt x="133350" y="1009650"/>
                </a:cubicBezTo>
                <a:cubicBezTo>
                  <a:pt x="136525" y="1022350"/>
                  <a:pt x="138472" y="1035422"/>
                  <a:pt x="142875" y="1047750"/>
                </a:cubicBezTo>
                <a:cubicBezTo>
                  <a:pt x="154376" y="1079954"/>
                  <a:pt x="180975" y="1143000"/>
                  <a:pt x="180975" y="1143000"/>
                </a:cubicBezTo>
                <a:cubicBezTo>
                  <a:pt x="197381" y="1307062"/>
                  <a:pt x="200453" y="1284722"/>
                  <a:pt x="171450" y="1524000"/>
                </a:cubicBezTo>
                <a:cubicBezTo>
                  <a:pt x="170072" y="1535364"/>
                  <a:pt x="123825" y="1506538"/>
                  <a:pt x="123825" y="1524000"/>
                </a:cubicBezTo>
                <a:close/>
              </a:path>
            </a:pathLst>
          </a:custGeom>
          <a:noFill/>
          <a:ln w="28575">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Forme libre : forme 52">
            <a:extLst>
              <a:ext uri="{FF2B5EF4-FFF2-40B4-BE49-F238E27FC236}">
                <a16:creationId xmlns:a16="http://schemas.microsoft.com/office/drawing/2014/main" id="{7339FC6F-CEE2-4372-9621-EF398F8D94E9}"/>
              </a:ext>
            </a:extLst>
          </p:cNvPr>
          <p:cNvSpPr/>
          <p:nvPr/>
        </p:nvSpPr>
        <p:spPr>
          <a:xfrm>
            <a:off x="2714625" y="2466975"/>
            <a:ext cx="1143000" cy="1590675"/>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7E1D856F-D352-441D-9D6C-F9C296D939C7}"/>
              </a:ext>
            </a:extLst>
          </p:cNvPr>
          <p:cNvSpPr/>
          <p:nvPr/>
        </p:nvSpPr>
        <p:spPr>
          <a:xfrm>
            <a:off x="2568718" y="175010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31B25AD5-B497-4621-8A0F-98C17DD32F1D}"/>
              </a:ext>
            </a:extLst>
          </p:cNvPr>
          <p:cNvSpPr/>
          <p:nvPr/>
        </p:nvSpPr>
        <p:spPr>
          <a:xfrm>
            <a:off x="2864255" y="175010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26C73FBA-D5A4-42E0-8743-085CD8F06ED6}"/>
              </a:ext>
            </a:extLst>
          </p:cNvPr>
          <p:cNvSpPr/>
          <p:nvPr/>
        </p:nvSpPr>
        <p:spPr>
          <a:xfrm>
            <a:off x="3054525" y="80817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4AC2EA89-14BD-478A-8D6B-89386A9EF48E}"/>
              </a:ext>
            </a:extLst>
          </p:cNvPr>
          <p:cNvSpPr/>
          <p:nvPr/>
        </p:nvSpPr>
        <p:spPr>
          <a:xfrm>
            <a:off x="3530568" y="80025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3EDA7965-5D3C-4668-A6C0-14754E9DDC99}"/>
              </a:ext>
            </a:extLst>
          </p:cNvPr>
          <p:cNvSpPr/>
          <p:nvPr/>
        </p:nvSpPr>
        <p:spPr>
          <a:xfrm>
            <a:off x="1592298" y="52504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6078E522-4C83-4100-AC57-228B3D164C4A}"/>
              </a:ext>
            </a:extLst>
          </p:cNvPr>
          <p:cNvSpPr/>
          <p:nvPr/>
        </p:nvSpPr>
        <p:spPr>
          <a:xfrm>
            <a:off x="749060" y="22704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60F97538-980C-470D-8030-182998F63760}"/>
              </a:ext>
            </a:extLst>
          </p:cNvPr>
          <p:cNvSpPr/>
          <p:nvPr/>
        </p:nvSpPr>
        <p:spPr>
          <a:xfrm>
            <a:off x="425977" y="119830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1B3DE8FD-26B1-4361-B39B-5AF1AFAB8F07}"/>
              </a:ext>
            </a:extLst>
          </p:cNvPr>
          <p:cNvSpPr/>
          <p:nvPr/>
        </p:nvSpPr>
        <p:spPr>
          <a:xfrm>
            <a:off x="902671" y="175858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B57EFDAA-53F1-4069-A29C-ACCEFACBA502}"/>
              </a:ext>
            </a:extLst>
          </p:cNvPr>
          <p:cNvSpPr/>
          <p:nvPr/>
        </p:nvSpPr>
        <p:spPr>
          <a:xfrm>
            <a:off x="5483576" y="167362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F40075CE-4ED6-4A5B-A73E-E00C62F76D41}"/>
              </a:ext>
            </a:extLst>
          </p:cNvPr>
          <p:cNvSpPr/>
          <p:nvPr/>
        </p:nvSpPr>
        <p:spPr>
          <a:xfrm>
            <a:off x="5934259" y="132172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E33A445C-C47C-4C31-B1AE-E9BA3C84AC7A}"/>
              </a:ext>
            </a:extLst>
          </p:cNvPr>
          <p:cNvSpPr/>
          <p:nvPr/>
        </p:nvSpPr>
        <p:spPr>
          <a:xfrm>
            <a:off x="6195818" y="97119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C5324962-9963-42F1-88F2-392FC20F30F4}"/>
              </a:ext>
            </a:extLst>
          </p:cNvPr>
          <p:cNvSpPr/>
          <p:nvPr/>
        </p:nvSpPr>
        <p:spPr>
          <a:xfrm>
            <a:off x="6178359" y="50510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2F8050FF-31D1-47CF-BB84-673530F96381}"/>
              </a:ext>
            </a:extLst>
          </p:cNvPr>
          <p:cNvSpPr/>
          <p:nvPr/>
        </p:nvSpPr>
        <p:spPr>
          <a:xfrm>
            <a:off x="5155424" y="174495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76B91FE-A00A-4CD2-ADBF-B1DBD18353BC}"/>
              </a:ext>
            </a:extLst>
          </p:cNvPr>
          <p:cNvSpPr/>
          <p:nvPr/>
        </p:nvSpPr>
        <p:spPr>
          <a:xfrm>
            <a:off x="5851806" y="55204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1E60C04A-BF83-40CD-A3E4-09887070BFFB}"/>
              </a:ext>
            </a:extLst>
          </p:cNvPr>
          <p:cNvSpPr/>
          <p:nvPr/>
        </p:nvSpPr>
        <p:spPr>
          <a:xfrm>
            <a:off x="5886565" y="9296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2719D0FB-A7A9-4E77-93FD-544CA5337F8B}"/>
              </a:ext>
            </a:extLst>
          </p:cNvPr>
          <p:cNvSpPr/>
          <p:nvPr/>
        </p:nvSpPr>
        <p:spPr>
          <a:xfrm>
            <a:off x="6244628" y="133809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0427DAE7-2A61-498E-8453-BC9E414EE3F8}"/>
              </a:ext>
            </a:extLst>
          </p:cNvPr>
          <p:cNvSpPr/>
          <p:nvPr/>
        </p:nvSpPr>
        <p:spPr>
          <a:xfrm>
            <a:off x="5757715" y="173092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104EE60E-DD9D-4E40-B04D-F4679EB9BE62}"/>
              </a:ext>
            </a:extLst>
          </p:cNvPr>
          <p:cNvSpPr/>
          <p:nvPr/>
        </p:nvSpPr>
        <p:spPr>
          <a:xfrm>
            <a:off x="6056309" y="174135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D2B94757-449A-4BD0-AB8C-6EB9488737A7}"/>
              </a:ext>
            </a:extLst>
          </p:cNvPr>
          <p:cNvSpPr/>
          <p:nvPr/>
        </p:nvSpPr>
        <p:spPr>
          <a:xfrm>
            <a:off x="6409087" y="175858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0" name="Connecteur : en arc 109">
            <a:extLst>
              <a:ext uri="{FF2B5EF4-FFF2-40B4-BE49-F238E27FC236}">
                <a16:creationId xmlns:a16="http://schemas.microsoft.com/office/drawing/2014/main" id="{1C28F4A8-1177-444F-B412-4D7B0552A97C}"/>
              </a:ext>
            </a:extLst>
          </p:cNvPr>
          <p:cNvCxnSpPr>
            <a:cxnSpLocks/>
          </p:cNvCxnSpPr>
          <p:nvPr/>
        </p:nvCxnSpPr>
        <p:spPr>
          <a:xfrm rot="5400000" flipH="1" flipV="1">
            <a:off x="4006256" y="1241022"/>
            <a:ext cx="1531539" cy="3"/>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68FB75C0-17D0-4656-9391-CE9268F38691}"/>
              </a:ext>
            </a:extLst>
          </p:cNvPr>
          <p:cNvSpPr/>
          <p:nvPr/>
        </p:nvSpPr>
        <p:spPr>
          <a:xfrm>
            <a:off x="4682249" y="2543042"/>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FCA5B2F0-313B-40F9-B032-73A730C5AD1F}"/>
              </a:ext>
            </a:extLst>
          </p:cNvPr>
          <p:cNvSpPr/>
          <p:nvPr/>
        </p:nvSpPr>
        <p:spPr>
          <a:xfrm>
            <a:off x="4805773" y="3747171"/>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08F177AC-8D45-48C1-910F-8ED85DE2D6F1}"/>
              </a:ext>
            </a:extLst>
          </p:cNvPr>
          <p:cNvSpPr/>
          <p:nvPr/>
        </p:nvSpPr>
        <p:spPr>
          <a:xfrm>
            <a:off x="6047269" y="3130519"/>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16D0CEC7-B5D6-4CF2-BDED-8228002369D9}"/>
              </a:ext>
            </a:extLst>
          </p:cNvPr>
          <p:cNvSpPr/>
          <p:nvPr/>
        </p:nvSpPr>
        <p:spPr>
          <a:xfrm>
            <a:off x="6212065" y="2625988"/>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A7FF0E70-56D2-4059-8FA2-CABB1754CEA1}"/>
              </a:ext>
            </a:extLst>
          </p:cNvPr>
          <p:cNvSpPr/>
          <p:nvPr/>
        </p:nvSpPr>
        <p:spPr>
          <a:xfrm>
            <a:off x="7192567" y="3718025"/>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1E94FE53-6F6F-4A5B-BDED-5B8945B6F923}"/>
              </a:ext>
            </a:extLst>
          </p:cNvPr>
          <p:cNvSpPr/>
          <p:nvPr/>
        </p:nvSpPr>
        <p:spPr>
          <a:xfrm>
            <a:off x="7387562" y="2927169"/>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2" name="Connecteur : en arc 111">
            <a:extLst>
              <a:ext uri="{FF2B5EF4-FFF2-40B4-BE49-F238E27FC236}">
                <a16:creationId xmlns:a16="http://schemas.microsoft.com/office/drawing/2014/main" id="{E6613E82-89A9-4B40-BC2D-BB5D20BFE5E6}"/>
              </a:ext>
            </a:extLst>
          </p:cNvPr>
          <p:cNvCxnSpPr>
            <a:cxnSpLocks/>
            <a:stCxn id="86" idx="3"/>
            <a:endCxn id="87" idx="1"/>
          </p:cNvCxnSpPr>
          <p:nvPr/>
        </p:nvCxnSpPr>
        <p:spPr>
          <a:xfrm flipV="1">
            <a:off x="5135366" y="3298091"/>
            <a:ext cx="911903" cy="616652"/>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eur : en arc 112">
            <a:extLst>
              <a:ext uri="{FF2B5EF4-FFF2-40B4-BE49-F238E27FC236}">
                <a16:creationId xmlns:a16="http://schemas.microsoft.com/office/drawing/2014/main" id="{1FE2B631-1083-489D-B391-69807A2E30EB}"/>
              </a:ext>
            </a:extLst>
          </p:cNvPr>
          <p:cNvCxnSpPr>
            <a:cxnSpLocks/>
            <a:stCxn id="85" idx="2"/>
            <a:endCxn id="109" idx="1"/>
          </p:cNvCxnSpPr>
          <p:nvPr/>
        </p:nvCxnSpPr>
        <p:spPr>
          <a:xfrm rot="16200000" flipH="1">
            <a:off x="5516100" y="2209130"/>
            <a:ext cx="1007412" cy="2345521"/>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eur : en arc 113">
            <a:extLst>
              <a:ext uri="{FF2B5EF4-FFF2-40B4-BE49-F238E27FC236}">
                <a16:creationId xmlns:a16="http://schemas.microsoft.com/office/drawing/2014/main" id="{0B4BA23D-F77E-4FCE-B21E-995C984DE6E8}"/>
              </a:ext>
            </a:extLst>
          </p:cNvPr>
          <p:cNvCxnSpPr>
            <a:cxnSpLocks/>
            <a:stCxn id="108" idx="3"/>
            <a:endCxn id="111" idx="1"/>
          </p:cNvCxnSpPr>
          <p:nvPr/>
        </p:nvCxnSpPr>
        <p:spPr>
          <a:xfrm>
            <a:off x="6541658" y="2793560"/>
            <a:ext cx="845904" cy="301181"/>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4E901364-3693-4974-B0DB-6F903118DEAE}"/>
              </a:ext>
            </a:extLst>
          </p:cNvPr>
          <p:cNvSpPr/>
          <p:nvPr/>
        </p:nvSpPr>
        <p:spPr>
          <a:xfrm>
            <a:off x="5801072" y="2525195"/>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0B929100-53B9-4EC1-A9E5-D5AA49D9B026}"/>
              </a:ext>
            </a:extLst>
          </p:cNvPr>
          <p:cNvSpPr/>
          <p:nvPr/>
        </p:nvSpPr>
        <p:spPr>
          <a:xfrm>
            <a:off x="7606743" y="3807523"/>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B51E01BB-4D32-4259-AFC6-F4B3490B45F0}"/>
              </a:ext>
            </a:extLst>
          </p:cNvPr>
          <p:cNvSpPr/>
          <p:nvPr/>
        </p:nvSpPr>
        <p:spPr>
          <a:xfrm>
            <a:off x="4411026" y="3914742"/>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36164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886643-547B-492D-8E83-30656F7340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Freeform: Shape 14">
            <a:extLst>
              <a:ext uri="{FF2B5EF4-FFF2-40B4-BE49-F238E27FC236}">
                <a16:creationId xmlns:a16="http://schemas.microsoft.com/office/drawing/2014/main" id="{49F1A7E4-819D-4D21-8E8B-32671A9F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7 w 5353835"/>
              <a:gd name="connsiteY0" fmla="*/ 5273742 h 5353835"/>
              <a:gd name="connsiteX1" fmla="*/ 4938299 w 5353835"/>
              <a:gd name="connsiteY1" fmla="*/ 5273742 h 5353835"/>
              <a:gd name="connsiteX2" fmla="*/ 4858206 w 5353835"/>
              <a:gd name="connsiteY2" fmla="*/ 5353835 h 5353835"/>
              <a:gd name="connsiteX3" fmla="*/ 770600 w 5353835"/>
              <a:gd name="connsiteY3" fmla="*/ 5353835 h 5353835"/>
              <a:gd name="connsiteX4" fmla="*/ 433255 w 5353835"/>
              <a:gd name="connsiteY4" fmla="*/ 80093 h 5353835"/>
              <a:gd name="connsiteX5" fmla="*/ 513348 w 5353835"/>
              <a:gd name="connsiteY5" fmla="*/ 0 h 5353835"/>
              <a:gd name="connsiteX6" fmla="*/ 5353835 w 5353835"/>
              <a:gd name="connsiteY6" fmla="*/ 0 h 5353835"/>
              <a:gd name="connsiteX7" fmla="*/ 5353835 w 5353835"/>
              <a:gd name="connsiteY7" fmla="*/ 4858206 h 5353835"/>
              <a:gd name="connsiteX8" fmla="*/ 5273742 w 5353835"/>
              <a:gd name="connsiteY8" fmla="*/ 4938299 h 5353835"/>
              <a:gd name="connsiteX9" fmla="*/ 5273742 w 5353835"/>
              <a:gd name="connsiteY9" fmla="*/ 80093 h 5353835"/>
              <a:gd name="connsiteX10" fmla="*/ 0 w 5353835"/>
              <a:gd name="connsiteY10" fmla="*/ 513348 h 5353835"/>
              <a:gd name="connsiteX11" fmla="*/ 80093 w 5353835"/>
              <a:gd name="connsiteY11" fmla="*/ 433255 h 5353835"/>
              <a:gd name="connsiteX12" fmla="*/ 80093 w 5353835"/>
              <a:gd name="connsiteY12" fmla="*/ 4663328 h 5353835"/>
              <a:gd name="connsiteX13" fmla="*/ 0 w 5353835"/>
              <a:gd name="connsiteY13" fmla="*/ 4583235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1116701" y="2452526"/>
            <a:ext cx="4248318" cy="1952947"/>
          </a:xfrm>
          <a:noFill/>
        </p:spPr>
        <p:txBody>
          <a:bodyPr anchor="ctr">
            <a:normAutofit/>
          </a:bodyPr>
          <a:lstStyle/>
          <a:p>
            <a:r>
              <a:rPr lang="fr-FR" sz="3600" dirty="0">
                <a:solidFill>
                  <a:srgbClr val="080808"/>
                </a:solidFill>
              </a:rPr>
              <a:t>Configuration</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1991745" y="4557900"/>
            <a:ext cx="2442690" cy="915772"/>
          </a:xfrm>
          <a:noFill/>
        </p:spPr>
        <p:txBody>
          <a:bodyPr>
            <a:normAutofit/>
          </a:bodyPr>
          <a:lstStyle/>
          <a:p>
            <a:endParaRPr lang="en-US" sz="2000">
              <a:solidFill>
                <a:srgbClr val="080808"/>
              </a:solidFill>
            </a:endParaRPr>
          </a:p>
        </p:txBody>
      </p:sp>
      <p:grpSp>
        <p:nvGrpSpPr>
          <p:cNvPr id="17" name="Group 16">
            <a:extLst>
              <a:ext uri="{FF2B5EF4-FFF2-40B4-BE49-F238E27FC236}">
                <a16:creationId xmlns:a16="http://schemas.microsoft.com/office/drawing/2014/main" id="{4A0CBA31-096E-4091-9E61-2D558A509D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1248189" cy="1248189"/>
            <a:chOff x="10943811" y="-2"/>
            <a:chExt cx="1248189" cy="1248189"/>
          </a:xfrm>
        </p:grpSpPr>
        <p:sp>
          <p:nvSpPr>
            <p:cNvPr id="18" name="Isosceles Triangle 17">
              <a:extLst>
                <a:ext uri="{FF2B5EF4-FFF2-40B4-BE49-F238E27FC236}">
                  <a16:creationId xmlns:a16="http://schemas.microsoft.com/office/drawing/2014/main" id="{CB64814D-A361-44E1-8D97-B83E41C8B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943811" y="-2"/>
              <a:ext cx="1248189" cy="1248189"/>
            </a:xfrm>
            <a:prstGeom prst="triangle">
              <a:avLst>
                <a:gd name="adj" fmla="val 10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2A6879-032A-4946-9CCA-44D38BEDF5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317937" y="246646"/>
              <a:ext cx="577231" cy="57723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7DCEF321-6D7A-4F12-9C40-45B5BCE69D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778603" y="3517915"/>
            <a:ext cx="3385655" cy="3655570"/>
            <a:chOff x="-969545" y="3517915"/>
            <a:chExt cx="3385655" cy="3655570"/>
          </a:xfrm>
        </p:grpSpPr>
        <p:sp>
          <p:nvSpPr>
            <p:cNvPr id="22" name="Freeform: Shape 21">
              <a:extLst>
                <a:ext uri="{FF2B5EF4-FFF2-40B4-BE49-F238E27FC236}">
                  <a16:creationId xmlns:a16="http://schemas.microsoft.com/office/drawing/2014/main" id="{6E5DFE27-9624-478D-A5DB-D1245FF45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474116" y="4022486"/>
              <a:ext cx="3655570" cy="2646427"/>
            </a:xfrm>
            <a:custGeom>
              <a:avLst/>
              <a:gdLst>
                <a:gd name="connsiteX0" fmla="*/ 0 w 2736866"/>
                <a:gd name="connsiteY0" fmla="*/ 0 h 1981337"/>
                <a:gd name="connsiteX1" fmla="*/ 2736866 w 2736866"/>
                <a:gd name="connsiteY1" fmla="*/ 0 h 1981337"/>
                <a:gd name="connsiteX2" fmla="*/ 2736866 w 2736866"/>
                <a:gd name="connsiteY2" fmla="*/ 1225808 h 1981337"/>
                <a:gd name="connsiteX3" fmla="*/ 1981337 w 2736866"/>
                <a:gd name="connsiteY3" fmla="*/ 1981337 h 1981337"/>
              </a:gdLst>
              <a:ahLst/>
              <a:cxnLst>
                <a:cxn ang="0">
                  <a:pos x="connsiteX0" y="connsiteY0"/>
                </a:cxn>
                <a:cxn ang="0">
                  <a:pos x="connsiteX1" y="connsiteY1"/>
                </a:cxn>
                <a:cxn ang="0">
                  <a:pos x="connsiteX2" y="connsiteY2"/>
                </a:cxn>
                <a:cxn ang="0">
                  <a:pos x="connsiteX3" y="connsiteY3"/>
                </a:cxn>
              </a:cxnLst>
              <a:rect l="l" t="t" r="r" b="b"/>
              <a:pathLst>
                <a:path w="2736866" h="1981337">
                  <a:moveTo>
                    <a:pt x="0" y="0"/>
                  </a:moveTo>
                  <a:lnTo>
                    <a:pt x="2736866" y="0"/>
                  </a:lnTo>
                  <a:lnTo>
                    <a:pt x="2736866" y="1225808"/>
                  </a:lnTo>
                  <a:lnTo>
                    <a:pt x="1981337" y="1981337"/>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5BFF565-70E2-42D9-88A5-F588A72A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616274" y="5778765"/>
              <a:ext cx="799836" cy="79983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6AB08D7-F0FB-4965-B730-8B874214C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93049" y="367194"/>
            <a:ext cx="999162" cy="99916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148D9297-49FA-43ED-AC6B-E2F153B3A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9187" y="946949"/>
            <a:ext cx="352820" cy="352820"/>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D12E931-C1A9-4A7E-A98D-CCA7DC6AC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423089" y="4846332"/>
            <a:ext cx="1333438" cy="13334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93727061-1ADF-421E-B715-7D4DE0B2E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85899" y="4866318"/>
            <a:ext cx="618664" cy="61866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53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C49502-A6F6-FFAD-7B70-56A9085F285D}"/>
              </a:ext>
            </a:extLst>
          </p:cNvPr>
          <p:cNvSpPr>
            <a:spLocks noGrp="1"/>
          </p:cNvSpPr>
          <p:nvPr>
            <p:ph type="title"/>
          </p:nvPr>
        </p:nvSpPr>
        <p:spPr/>
        <p:txBody>
          <a:bodyPr/>
          <a:lstStyle/>
          <a:p>
            <a:r>
              <a:rPr lang="fr-FR" dirty="0"/>
              <a:t>Qu'est-ce que la configuration ?</a:t>
            </a:r>
          </a:p>
        </p:txBody>
      </p:sp>
      <p:sp>
        <p:nvSpPr>
          <p:cNvPr id="3" name="Espace réservé du contenu 2">
            <a:extLst>
              <a:ext uri="{FF2B5EF4-FFF2-40B4-BE49-F238E27FC236}">
                <a16:creationId xmlns:a16="http://schemas.microsoft.com/office/drawing/2014/main" id="{90815DB6-C4FC-B03C-81F1-81FA51F1462C}"/>
              </a:ext>
            </a:extLst>
          </p:cNvPr>
          <p:cNvSpPr>
            <a:spLocks noGrp="1"/>
          </p:cNvSpPr>
          <p:nvPr>
            <p:ph idx="1"/>
          </p:nvPr>
        </p:nvSpPr>
        <p:spPr/>
        <p:txBody>
          <a:bodyPr/>
          <a:lstStyle/>
          <a:p>
            <a:r>
              <a:rPr lang="fr-FR" dirty="0"/>
              <a:t>La configuration décrit la façon dont l'ensemble des personnes sont organisées pour interagir (chacun de son côté, en binôme, petits groupes, ...) et la forme de présence des facilitateur(s) (tournant, dédié, absent...).A chaque configuration correspondent donc certaines possibilités en interaction, qui peuvent par exemple influencer le niveau d'ouverture de soi (moins il y a de monde, plus c'est facile) ou le nombre de personnes alignées par un même message (si on a tous les participants en même temps, c'est plus simple).</a:t>
            </a:r>
          </a:p>
        </p:txBody>
      </p:sp>
    </p:spTree>
    <p:extLst>
      <p:ext uri="{BB962C8B-B14F-4D97-AF65-F5344CB8AC3E}">
        <p14:creationId xmlns:p14="http://schemas.microsoft.com/office/powerpoint/2010/main" val="236487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42E93D-73C7-9B5A-9937-074EF742D575}"/>
              </a:ext>
            </a:extLst>
          </p:cNvPr>
          <p:cNvSpPr>
            <a:spLocks noGrp="1"/>
          </p:cNvSpPr>
          <p:nvPr>
            <p:ph type="title"/>
          </p:nvPr>
        </p:nvSpPr>
        <p:spPr/>
        <p:txBody>
          <a:bodyPr/>
          <a:lstStyle/>
          <a:p>
            <a:r>
              <a:rPr lang="fr-FR" dirty="0"/>
              <a:t>Configuration</a:t>
            </a:r>
          </a:p>
        </p:txBody>
      </p:sp>
      <p:sp>
        <p:nvSpPr>
          <p:cNvPr id="3" name="Espace réservé du contenu 2">
            <a:extLst>
              <a:ext uri="{FF2B5EF4-FFF2-40B4-BE49-F238E27FC236}">
                <a16:creationId xmlns:a16="http://schemas.microsoft.com/office/drawing/2014/main" id="{28E5E8C1-4BE8-462C-0A14-AAD33BEED402}"/>
              </a:ext>
            </a:extLst>
          </p:cNvPr>
          <p:cNvSpPr>
            <a:spLocks noGrp="1"/>
          </p:cNvSpPr>
          <p:nvPr>
            <p:ph idx="1"/>
          </p:nvPr>
        </p:nvSpPr>
        <p:spPr/>
        <p:txBody>
          <a:bodyPr>
            <a:normAutofit fontScale="62500" lnSpcReduction="20000"/>
          </a:bodyPr>
          <a:lstStyle/>
          <a:p>
            <a:r>
              <a:rPr lang="fr-FR" dirty="0"/>
              <a:t>Chacun de son côté</a:t>
            </a:r>
          </a:p>
          <a:p>
            <a:r>
              <a:rPr lang="fr-FR" dirty="0"/>
              <a:t>Chacun de son côté avec facilitateur(s) tournants</a:t>
            </a:r>
          </a:p>
          <a:p>
            <a:r>
              <a:rPr lang="fr-FR" dirty="0"/>
              <a:t>En binômes autonomes</a:t>
            </a:r>
          </a:p>
          <a:p>
            <a:r>
              <a:rPr lang="fr-FR" dirty="0"/>
              <a:t>En binômes avec facilitateur(s) tournants</a:t>
            </a:r>
          </a:p>
          <a:p>
            <a:r>
              <a:rPr lang="fr-FR" dirty="0"/>
              <a:t>En petits groupes autonomes</a:t>
            </a:r>
          </a:p>
          <a:p>
            <a:r>
              <a:rPr lang="fr-FR" dirty="0"/>
              <a:t>En petits groupes avec facilitateur(s) tournant(s)</a:t>
            </a:r>
          </a:p>
          <a:p>
            <a:r>
              <a:rPr lang="fr-FR" dirty="0"/>
              <a:t>En petits groupes avec facilitateurs dédiés</a:t>
            </a:r>
          </a:p>
          <a:p>
            <a:r>
              <a:rPr lang="fr-FR" dirty="0"/>
              <a:t>Tous ensemble avec facilitateur(s)</a:t>
            </a:r>
          </a:p>
          <a:p>
            <a:r>
              <a:rPr lang="fr-FR" dirty="0"/>
              <a:t>Tous ensemble autonomes</a:t>
            </a:r>
          </a:p>
          <a:p>
            <a:r>
              <a:rPr lang="fr-FR" dirty="0"/>
              <a:t>En mélange et circulation libre autonomes</a:t>
            </a:r>
          </a:p>
          <a:p>
            <a:r>
              <a:rPr lang="fr-FR" dirty="0"/>
              <a:t>En mélange et circulation libre avec facilitateurs tournants</a:t>
            </a:r>
          </a:p>
          <a:p>
            <a:r>
              <a:rPr lang="fr-FR" dirty="0"/>
              <a:t>En mélange et circulation libre avec facilitateurs dédiés</a:t>
            </a:r>
          </a:p>
          <a:p>
            <a:r>
              <a:rPr lang="fr-FR" dirty="0"/>
              <a:t>En </a:t>
            </a:r>
            <a:r>
              <a:rPr lang="fr-FR" dirty="0" err="1"/>
              <a:t>manoeuvre</a:t>
            </a:r>
            <a:r>
              <a:rPr lang="fr-FR" dirty="0"/>
              <a:t> : Changement de configuration</a:t>
            </a:r>
          </a:p>
        </p:txBody>
      </p:sp>
    </p:spTree>
    <p:extLst>
      <p:ext uri="{BB962C8B-B14F-4D97-AF65-F5344CB8AC3E}">
        <p14:creationId xmlns:p14="http://schemas.microsoft.com/office/powerpoint/2010/main" val="403003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16E8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que 40" descr="Personne confuse avec un remplissage uni">
            <a:extLst>
              <a:ext uri="{FF2B5EF4-FFF2-40B4-BE49-F238E27FC236}">
                <a16:creationId xmlns:a16="http://schemas.microsoft.com/office/drawing/2014/main" id="{4E5EE771-6DC2-4877-B620-374F7C8E150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71664" y="155283"/>
            <a:ext cx="602103" cy="602103"/>
          </a:xfrm>
          <a:prstGeom prst="rect">
            <a:avLst/>
          </a:prstGeom>
        </p:spPr>
      </p:pic>
      <p:pic>
        <p:nvPicPr>
          <p:cNvPr id="45" name="Graphique 44" descr="Personne confuse avec un remplissage uni">
            <a:extLst>
              <a:ext uri="{FF2B5EF4-FFF2-40B4-BE49-F238E27FC236}">
                <a16:creationId xmlns:a16="http://schemas.microsoft.com/office/drawing/2014/main" id="{70A32C25-0E7A-45F9-AEAE-AF505178AF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81365" y="1605005"/>
            <a:ext cx="602103" cy="602103"/>
          </a:xfrm>
          <a:prstGeom prst="rect">
            <a:avLst/>
          </a:prstGeom>
        </p:spPr>
      </p:pic>
      <p:pic>
        <p:nvPicPr>
          <p:cNvPr id="47" name="Graphique 46" descr="Personne confuse avec un remplissage uni">
            <a:extLst>
              <a:ext uri="{FF2B5EF4-FFF2-40B4-BE49-F238E27FC236}">
                <a16:creationId xmlns:a16="http://schemas.microsoft.com/office/drawing/2014/main" id="{715C750C-07FF-4143-8F16-4D0B3BBD865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77788" y="1597224"/>
            <a:ext cx="602103" cy="602103"/>
          </a:xfrm>
          <a:prstGeom prst="rect">
            <a:avLst/>
          </a:prstGeom>
        </p:spPr>
      </p:pic>
      <p:pic>
        <p:nvPicPr>
          <p:cNvPr id="51" name="Graphique 50" descr="Personne confuse avec un remplissage uni">
            <a:extLst>
              <a:ext uri="{FF2B5EF4-FFF2-40B4-BE49-F238E27FC236}">
                <a16:creationId xmlns:a16="http://schemas.microsoft.com/office/drawing/2014/main" id="{B8C52761-E7F6-4C81-9EAD-38C81C8C19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97888" y="155836"/>
            <a:ext cx="602103" cy="602103"/>
          </a:xfrm>
          <a:prstGeom prst="rect">
            <a:avLst/>
          </a:prstGeom>
        </p:spPr>
      </p:pic>
      <p:pic>
        <p:nvPicPr>
          <p:cNvPr id="54" name="Graphique 53" descr="Personne confuse avec un remplissage uni">
            <a:extLst>
              <a:ext uri="{FF2B5EF4-FFF2-40B4-BE49-F238E27FC236}">
                <a16:creationId xmlns:a16="http://schemas.microsoft.com/office/drawing/2014/main" id="{084CD82F-ACD8-4963-B99E-C652BDF59AA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44853" y="225679"/>
            <a:ext cx="602103" cy="602103"/>
          </a:xfrm>
          <a:prstGeom prst="rect">
            <a:avLst/>
          </a:prstGeom>
        </p:spPr>
      </p:pic>
      <p:pic>
        <p:nvPicPr>
          <p:cNvPr id="55" name="Graphique 54" descr="Personne confuse avec un remplissage uni">
            <a:extLst>
              <a:ext uri="{FF2B5EF4-FFF2-40B4-BE49-F238E27FC236}">
                <a16:creationId xmlns:a16="http://schemas.microsoft.com/office/drawing/2014/main" id="{49449868-C92A-4024-A0EC-91B323C4EB5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45904" y="314795"/>
            <a:ext cx="602103" cy="602103"/>
          </a:xfrm>
          <a:prstGeom prst="rect">
            <a:avLst/>
          </a:prstGeom>
        </p:spPr>
      </p:pic>
      <p:pic>
        <p:nvPicPr>
          <p:cNvPr id="56" name="Graphique 55" descr="Personne confuse avec un remplissage uni">
            <a:extLst>
              <a:ext uri="{FF2B5EF4-FFF2-40B4-BE49-F238E27FC236}">
                <a16:creationId xmlns:a16="http://schemas.microsoft.com/office/drawing/2014/main" id="{BB500A2F-7C73-4AEE-AD9F-06AF5B28CBF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30276" y="1393735"/>
            <a:ext cx="602103" cy="602103"/>
          </a:xfrm>
          <a:prstGeom prst="rect">
            <a:avLst/>
          </a:prstGeom>
        </p:spPr>
      </p:pic>
      <p:pic>
        <p:nvPicPr>
          <p:cNvPr id="57" name="Graphique 56" descr="Personne confuse avec un remplissage uni">
            <a:extLst>
              <a:ext uri="{FF2B5EF4-FFF2-40B4-BE49-F238E27FC236}">
                <a16:creationId xmlns:a16="http://schemas.microsoft.com/office/drawing/2014/main" id="{A914659A-38A5-4D77-9CFD-2D9F3B2401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1327" y="1482851"/>
            <a:ext cx="602103" cy="602103"/>
          </a:xfrm>
          <a:prstGeom prst="rect">
            <a:avLst/>
          </a:prstGeom>
        </p:spPr>
      </p:pic>
      <p:pic>
        <p:nvPicPr>
          <p:cNvPr id="60" name="Graphique 59" descr="Personne confuse avec un remplissage uni">
            <a:extLst>
              <a:ext uri="{FF2B5EF4-FFF2-40B4-BE49-F238E27FC236}">
                <a16:creationId xmlns:a16="http://schemas.microsoft.com/office/drawing/2014/main" id="{F876D091-6267-4417-8493-A75B3E0A84B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32882" y="1378597"/>
            <a:ext cx="602103" cy="602103"/>
          </a:xfrm>
          <a:prstGeom prst="rect">
            <a:avLst/>
          </a:prstGeom>
        </p:spPr>
      </p:pic>
      <p:pic>
        <p:nvPicPr>
          <p:cNvPr id="61" name="Graphique 60" descr="Personne confuse avec un remplissage uni">
            <a:extLst>
              <a:ext uri="{FF2B5EF4-FFF2-40B4-BE49-F238E27FC236}">
                <a16:creationId xmlns:a16="http://schemas.microsoft.com/office/drawing/2014/main" id="{6E68CDDE-ADFF-430E-918D-F8477F005E1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3933" y="1467713"/>
            <a:ext cx="602103" cy="602103"/>
          </a:xfrm>
          <a:prstGeom prst="rect">
            <a:avLst/>
          </a:prstGeom>
        </p:spPr>
      </p:pic>
      <p:pic>
        <p:nvPicPr>
          <p:cNvPr id="62" name="Graphique 61" descr="Personne confuse avec un remplissage uni">
            <a:extLst>
              <a:ext uri="{FF2B5EF4-FFF2-40B4-BE49-F238E27FC236}">
                <a16:creationId xmlns:a16="http://schemas.microsoft.com/office/drawing/2014/main" id="{095C4A11-8241-4208-B48F-6BB60C71648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32882" y="210964"/>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DC1D0642-A51B-4365-9B89-B1F63D8CA4D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3933" y="300080"/>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B9603316-1792-49ED-A720-CAB87F2018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58153" y="2473579"/>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54E0DAC4-CE83-4654-B858-702FA866CC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9204" y="2562695"/>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FD9AB19B-B66E-4987-925A-AB14CF5AA9F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6558" y="2862204"/>
            <a:ext cx="602103" cy="602103"/>
          </a:xfrm>
          <a:prstGeom prst="rect">
            <a:avLst/>
          </a:prstGeom>
        </p:spPr>
      </p:pic>
      <p:pic>
        <p:nvPicPr>
          <p:cNvPr id="67" name="Graphique 66" descr="Héros avec un remplissage uni">
            <a:extLst>
              <a:ext uri="{FF2B5EF4-FFF2-40B4-BE49-F238E27FC236}">
                <a16:creationId xmlns:a16="http://schemas.microsoft.com/office/drawing/2014/main" id="{CB2BB87E-A1ED-47B7-9D35-03853D6D2B0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82422" y="3007188"/>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A3CA70CE-E1F2-4F22-8DD3-40FC57DB129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14155" y="2455243"/>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3543AB5A-D42A-4A68-815B-6DD6877BC3B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15206" y="2544359"/>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756A9A96-9746-4CDE-A870-0A7321B486A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22560" y="2843868"/>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741C90E3-186F-463C-9595-ABAAECDF278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85430" y="3464307"/>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FA596731-C9C0-4DFE-9C5D-359B4C445C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86481" y="3553423"/>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8CEB37E4-7DEF-4369-8688-D26C4A9F9E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893835" y="3852932"/>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8FDA4468-EC98-403F-BB5E-0C6D0200A43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55728" y="2447106"/>
            <a:ext cx="602103" cy="602103"/>
          </a:xfrm>
          <a:prstGeom prst="rect">
            <a:avLst/>
          </a:prstGeom>
        </p:spPr>
      </p:pic>
      <p:pic>
        <p:nvPicPr>
          <p:cNvPr id="75" name="Graphique 74" descr="Personne confuse avec un remplissage uni">
            <a:extLst>
              <a:ext uri="{FF2B5EF4-FFF2-40B4-BE49-F238E27FC236}">
                <a16:creationId xmlns:a16="http://schemas.microsoft.com/office/drawing/2014/main" id="{7B730CA7-97F0-43B7-AD6A-09E48DE1A73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56779" y="2536222"/>
            <a:ext cx="602103" cy="602103"/>
          </a:xfrm>
          <a:prstGeom prst="rect">
            <a:avLst/>
          </a:prstGeom>
        </p:spPr>
      </p:pic>
      <p:pic>
        <p:nvPicPr>
          <p:cNvPr id="76" name="Graphique 75" descr="Personne confuse avec un remplissage uni">
            <a:extLst>
              <a:ext uri="{FF2B5EF4-FFF2-40B4-BE49-F238E27FC236}">
                <a16:creationId xmlns:a16="http://schemas.microsoft.com/office/drawing/2014/main" id="{B7EC6B2D-13B5-4BD1-AA7E-58539312A69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64133" y="2835731"/>
            <a:ext cx="602103" cy="602103"/>
          </a:xfrm>
          <a:prstGeom prst="rect">
            <a:avLst/>
          </a:prstGeom>
        </p:spPr>
      </p:pic>
      <p:pic>
        <p:nvPicPr>
          <p:cNvPr id="77" name="Graphique 76" descr="Personne confuse avec un remplissage uni">
            <a:extLst>
              <a:ext uri="{FF2B5EF4-FFF2-40B4-BE49-F238E27FC236}">
                <a16:creationId xmlns:a16="http://schemas.microsoft.com/office/drawing/2014/main" id="{8980A0B0-F75A-4CDF-8A5D-C5EDF3110A4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11730" y="2428770"/>
            <a:ext cx="602103" cy="602103"/>
          </a:xfrm>
          <a:prstGeom prst="rect">
            <a:avLst/>
          </a:prstGeom>
        </p:spPr>
      </p:pic>
      <p:pic>
        <p:nvPicPr>
          <p:cNvPr id="78" name="Graphique 77" descr="Personne confuse avec un remplissage uni">
            <a:extLst>
              <a:ext uri="{FF2B5EF4-FFF2-40B4-BE49-F238E27FC236}">
                <a16:creationId xmlns:a16="http://schemas.microsoft.com/office/drawing/2014/main" id="{9731E920-112E-488E-9D33-FB96AF65FED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12781" y="2517886"/>
            <a:ext cx="602103" cy="602103"/>
          </a:xfrm>
          <a:prstGeom prst="rect">
            <a:avLst/>
          </a:prstGeom>
        </p:spPr>
      </p:pic>
      <p:pic>
        <p:nvPicPr>
          <p:cNvPr id="79" name="Graphique 78" descr="Personne confuse avec un remplissage uni">
            <a:extLst>
              <a:ext uri="{FF2B5EF4-FFF2-40B4-BE49-F238E27FC236}">
                <a16:creationId xmlns:a16="http://schemas.microsoft.com/office/drawing/2014/main" id="{ED3FB338-0179-44FA-889C-D9BDE83F5F9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20135" y="2817395"/>
            <a:ext cx="602103" cy="602103"/>
          </a:xfrm>
          <a:prstGeom prst="rect">
            <a:avLst/>
          </a:prstGeom>
        </p:spPr>
      </p:pic>
      <p:pic>
        <p:nvPicPr>
          <p:cNvPr id="80" name="Graphique 79" descr="Personne confuse avec un remplissage uni">
            <a:extLst>
              <a:ext uri="{FF2B5EF4-FFF2-40B4-BE49-F238E27FC236}">
                <a16:creationId xmlns:a16="http://schemas.microsoft.com/office/drawing/2014/main" id="{6DD24846-05B4-4249-93A3-EDA586BB0A1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83005" y="3437834"/>
            <a:ext cx="602103" cy="602103"/>
          </a:xfrm>
          <a:prstGeom prst="rect">
            <a:avLst/>
          </a:prstGeom>
        </p:spPr>
      </p:pic>
      <p:pic>
        <p:nvPicPr>
          <p:cNvPr id="81" name="Graphique 80" descr="Personne confuse avec un remplissage uni">
            <a:extLst>
              <a:ext uri="{FF2B5EF4-FFF2-40B4-BE49-F238E27FC236}">
                <a16:creationId xmlns:a16="http://schemas.microsoft.com/office/drawing/2014/main" id="{4A3D30C0-25A9-449C-9DF1-5D86459790C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84056" y="3526950"/>
            <a:ext cx="602103" cy="602103"/>
          </a:xfrm>
          <a:prstGeom prst="rect">
            <a:avLst/>
          </a:prstGeom>
        </p:spPr>
      </p:pic>
      <p:pic>
        <p:nvPicPr>
          <p:cNvPr id="82" name="Graphique 81" descr="Personne confuse avec un remplissage uni">
            <a:extLst>
              <a:ext uri="{FF2B5EF4-FFF2-40B4-BE49-F238E27FC236}">
                <a16:creationId xmlns:a16="http://schemas.microsoft.com/office/drawing/2014/main" id="{ABD6F676-0C94-4C6F-96E9-AC157E9EF59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91410" y="3826459"/>
            <a:ext cx="602103" cy="602103"/>
          </a:xfrm>
          <a:prstGeom prst="rect">
            <a:avLst/>
          </a:prstGeom>
        </p:spPr>
      </p:pic>
      <p:pic>
        <p:nvPicPr>
          <p:cNvPr id="83" name="Graphique 82" descr="Héros avec un remplissage uni">
            <a:extLst>
              <a:ext uri="{FF2B5EF4-FFF2-40B4-BE49-F238E27FC236}">
                <a16:creationId xmlns:a16="http://schemas.microsoft.com/office/drawing/2014/main" id="{67350E2B-3123-4B73-BE73-539243D4662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03469" y="3878370"/>
            <a:ext cx="602103" cy="602103"/>
          </a:xfrm>
          <a:prstGeom prst="rect">
            <a:avLst/>
          </a:prstGeom>
        </p:spPr>
      </p:pic>
      <p:pic>
        <p:nvPicPr>
          <p:cNvPr id="84" name="Graphique 83" descr="Héros avec un remplissage uni">
            <a:extLst>
              <a:ext uri="{FF2B5EF4-FFF2-40B4-BE49-F238E27FC236}">
                <a16:creationId xmlns:a16="http://schemas.microsoft.com/office/drawing/2014/main" id="{E66D9CF3-C654-485F-862B-8C6ED6127A6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61272" y="3057346"/>
            <a:ext cx="602103" cy="602103"/>
          </a:xfrm>
          <a:prstGeom prst="rect">
            <a:avLst/>
          </a:prstGeom>
        </p:spPr>
      </p:pic>
      <p:pic>
        <p:nvPicPr>
          <p:cNvPr id="85" name="Graphique 84" descr="Héros avec un remplissage uni">
            <a:extLst>
              <a:ext uri="{FF2B5EF4-FFF2-40B4-BE49-F238E27FC236}">
                <a16:creationId xmlns:a16="http://schemas.microsoft.com/office/drawing/2014/main" id="{BD1EAFE0-4F24-43E6-8F6B-4E99EAF38DA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92134" y="2485335"/>
            <a:ext cx="602103" cy="602103"/>
          </a:xfrm>
          <a:prstGeom prst="rect">
            <a:avLst/>
          </a:prstGeom>
        </p:spPr>
      </p:pic>
      <p:cxnSp>
        <p:nvCxnSpPr>
          <p:cNvPr id="7" name="Connecteur droit avec flèche 6">
            <a:extLst>
              <a:ext uri="{FF2B5EF4-FFF2-40B4-BE49-F238E27FC236}">
                <a16:creationId xmlns:a16="http://schemas.microsoft.com/office/drawing/2014/main" id="{4290693D-F0E0-4092-AA10-AB91F476741A}"/>
              </a:ext>
            </a:extLst>
          </p:cNvPr>
          <p:cNvCxnSpPr/>
          <p:nvPr/>
        </p:nvCxnSpPr>
        <p:spPr>
          <a:xfrm>
            <a:off x="5258882" y="2835731"/>
            <a:ext cx="1752848" cy="8137"/>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A1FB801D-9A99-4603-BCE2-CEB4952EFEF5}"/>
              </a:ext>
            </a:extLst>
          </p:cNvPr>
          <p:cNvCxnSpPr>
            <a:cxnSpLocks/>
          </p:cNvCxnSpPr>
          <p:nvPr/>
        </p:nvCxnSpPr>
        <p:spPr>
          <a:xfrm flipH="1">
            <a:off x="6379381" y="2997657"/>
            <a:ext cx="610447" cy="404553"/>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C4D3F722-B954-4CD2-8664-30AF3FD11A27}"/>
              </a:ext>
            </a:extLst>
          </p:cNvPr>
          <p:cNvCxnSpPr>
            <a:cxnSpLocks/>
          </p:cNvCxnSpPr>
          <p:nvPr/>
        </p:nvCxnSpPr>
        <p:spPr>
          <a:xfrm flipH="1" flipV="1">
            <a:off x="5256018" y="3030874"/>
            <a:ext cx="775537" cy="356073"/>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0" name="Graphique 89" descr="Héros avec un remplissage uni">
            <a:extLst>
              <a:ext uri="{FF2B5EF4-FFF2-40B4-BE49-F238E27FC236}">
                <a16:creationId xmlns:a16="http://schemas.microsoft.com/office/drawing/2014/main" id="{BC07FEF6-28FE-4735-B460-5B860036C97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52438" y="2578508"/>
            <a:ext cx="602103" cy="602103"/>
          </a:xfrm>
          <a:prstGeom prst="rect">
            <a:avLst/>
          </a:prstGeom>
        </p:spPr>
      </p:pic>
      <p:pic>
        <p:nvPicPr>
          <p:cNvPr id="91" name="Graphique 90" descr="Personne confuse avec un remplissage uni">
            <a:extLst>
              <a:ext uri="{FF2B5EF4-FFF2-40B4-BE49-F238E27FC236}">
                <a16:creationId xmlns:a16="http://schemas.microsoft.com/office/drawing/2014/main" id="{8A8B21D4-EE68-47D7-87E3-7E048298F45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833053" y="3077028"/>
            <a:ext cx="602103" cy="602103"/>
          </a:xfrm>
          <a:prstGeom prst="rect">
            <a:avLst/>
          </a:prstGeom>
        </p:spPr>
      </p:pic>
      <p:pic>
        <p:nvPicPr>
          <p:cNvPr id="92" name="Graphique 91" descr="Personne confuse avec un remplissage uni">
            <a:extLst>
              <a:ext uri="{FF2B5EF4-FFF2-40B4-BE49-F238E27FC236}">
                <a16:creationId xmlns:a16="http://schemas.microsoft.com/office/drawing/2014/main" id="{03C8E546-EC15-41BE-BEFE-B22A941A1EA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60860" y="3453035"/>
            <a:ext cx="602103" cy="602103"/>
          </a:xfrm>
          <a:prstGeom prst="rect">
            <a:avLst/>
          </a:prstGeom>
        </p:spPr>
      </p:pic>
      <p:pic>
        <p:nvPicPr>
          <p:cNvPr id="93" name="Graphique 92" descr="Personne confuse avec un remplissage uni">
            <a:extLst>
              <a:ext uri="{FF2B5EF4-FFF2-40B4-BE49-F238E27FC236}">
                <a16:creationId xmlns:a16="http://schemas.microsoft.com/office/drawing/2014/main" id="{60768C67-7C46-4EFC-8ACC-F5C2A775A56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61911" y="3586508"/>
            <a:ext cx="602103" cy="602103"/>
          </a:xfrm>
          <a:prstGeom prst="rect">
            <a:avLst/>
          </a:prstGeom>
        </p:spPr>
      </p:pic>
      <p:pic>
        <p:nvPicPr>
          <p:cNvPr id="94" name="Graphique 93" descr="Personne confuse avec un remplissage uni">
            <a:extLst>
              <a:ext uri="{FF2B5EF4-FFF2-40B4-BE49-F238E27FC236}">
                <a16:creationId xmlns:a16="http://schemas.microsoft.com/office/drawing/2014/main" id="{1E5EE58C-EADF-476A-8F3D-6000F77EA80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81205" y="3777268"/>
            <a:ext cx="602103" cy="602103"/>
          </a:xfrm>
          <a:prstGeom prst="rect">
            <a:avLst/>
          </a:prstGeom>
        </p:spPr>
      </p:pic>
      <p:pic>
        <p:nvPicPr>
          <p:cNvPr id="95" name="Graphique 94" descr="Personne confuse avec un remplissage uni">
            <a:extLst>
              <a:ext uri="{FF2B5EF4-FFF2-40B4-BE49-F238E27FC236}">
                <a16:creationId xmlns:a16="http://schemas.microsoft.com/office/drawing/2014/main" id="{D6E1ABD3-153C-4872-857C-F176D504950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15572" y="3679144"/>
            <a:ext cx="602103" cy="602103"/>
          </a:xfrm>
          <a:prstGeom prst="rect">
            <a:avLst/>
          </a:prstGeom>
        </p:spPr>
      </p:pic>
      <p:pic>
        <p:nvPicPr>
          <p:cNvPr id="96" name="Graphique 95" descr="Personne confuse avec un remplissage uni">
            <a:extLst>
              <a:ext uri="{FF2B5EF4-FFF2-40B4-BE49-F238E27FC236}">
                <a16:creationId xmlns:a16="http://schemas.microsoft.com/office/drawing/2014/main" id="{962E0E18-01E1-47FA-8385-1AC9333C1E4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30778" y="2678635"/>
            <a:ext cx="602103" cy="602103"/>
          </a:xfrm>
          <a:prstGeom prst="rect">
            <a:avLst/>
          </a:prstGeom>
        </p:spPr>
      </p:pic>
      <p:pic>
        <p:nvPicPr>
          <p:cNvPr id="97" name="Graphique 96" descr="Personne confuse avec un remplissage uni">
            <a:extLst>
              <a:ext uri="{FF2B5EF4-FFF2-40B4-BE49-F238E27FC236}">
                <a16:creationId xmlns:a16="http://schemas.microsoft.com/office/drawing/2014/main" id="{FAC48727-0B7F-427D-A9AE-F1B97B3FBB9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36983" y="3500912"/>
            <a:ext cx="602103" cy="602103"/>
          </a:xfrm>
          <a:prstGeom prst="rect">
            <a:avLst/>
          </a:prstGeom>
        </p:spPr>
      </p:pic>
      <p:pic>
        <p:nvPicPr>
          <p:cNvPr id="98" name="Graphique 97" descr="Personne confuse avec un remplissage uni">
            <a:extLst>
              <a:ext uri="{FF2B5EF4-FFF2-40B4-BE49-F238E27FC236}">
                <a16:creationId xmlns:a16="http://schemas.microsoft.com/office/drawing/2014/main" id="{6F2A2997-A5CB-4AAB-935E-0853B707871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8032" y="3308239"/>
            <a:ext cx="602103" cy="602103"/>
          </a:xfrm>
          <a:prstGeom prst="rect">
            <a:avLst/>
          </a:prstGeom>
        </p:spPr>
      </p:pic>
      <p:pic>
        <p:nvPicPr>
          <p:cNvPr id="99" name="Graphique 98" descr="Personne confuse avec un remplissage uni">
            <a:extLst>
              <a:ext uri="{FF2B5EF4-FFF2-40B4-BE49-F238E27FC236}">
                <a16:creationId xmlns:a16="http://schemas.microsoft.com/office/drawing/2014/main" id="{F989BD8C-5A59-4A01-BD85-B472522A1B6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3243" y="2878917"/>
            <a:ext cx="602103" cy="602103"/>
          </a:xfrm>
          <a:prstGeom prst="rect">
            <a:avLst/>
          </a:prstGeom>
        </p:spPr>
      </p:pic>
      <p:pic>
        <p:nvPicPr>
          <p:cNvPr id="100" name="Graphique 99" descr="Personne confuse avec un remplissage uni">
            <a:extLst>
              <a:ext uri="{FF2B5EF4-FFF2-40B4-BE49-F238E27FC236}">
                <a16:creationId xmlns:a16="http://schemas.microsoft.com/office/drawing/2014/main" id="{99EFBD1A-1C7E-44A9-B739-43C89B721C3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20242" y="2473578"/>
            <a:ext cx="602103" cy="602103"/>
          </a:xfrm>
          <a:prstGeom prst="rect">
            <a:avLst/>
          </a:prstGeom>
        </p:spPr>
      </p:pic>
      <p:pic>
        <p:nvPicPr>
          <p:cNvPr id="101" name="Graphique 100" descr="Personne confuse avec un remplissage uni">
            <a:extLst>
              <a:ext uri="{FF2B5EF4-FFF2-40B4-BE49-F238E27FC236}">
                <a16:creationId xmlns:a16="http://schemas.microsoft.com/office/drawing/2014/main" id="{237D99B4-ECAB-4224-8660-BD21285A559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68490" y="2520949"/>
            <a:ext cx="602103" cy="602103"/>
          </a:xfrm>
          <a:prstGeom prst="rect">
            <a:avLst/>
          </a:prstGeom>
        </p:spPr>
      </p:pic>
      <p:pic>
        <p:nvPicPr>
          <p:cNvPr id="102" name="Graphique 101" descr="Personne confuse avec un remplissage uni">
            <a:extLst>
              <a:ext uri="{FF2B5EF4-FFF2-40B4-BE49-F238E27FC236}">
                <a16:creationId xmlns:a16="http://schemas.microsoft.com/office/drawing/2014/main" id="{B096E269-82DA-4E1B-B798-BA8F6B0B85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30779" y="2666353"/>
            <a:ext cx="602103" cy="602103"/>
          </a:xfrm>
          <a:prstGeom prst="rect">
            <a:avLst/>
          </a:prstGeom>
        </p:spPr>
      </p:pic>
      <p:pic>
        <p:nvPicPr>
          <p:cNvPr id="107" name="Graphique 106" descr="Personne confuse avec un remplissage uni">
            <a:extLst>
              <a:ext uri="{FF2B5EF4-FFF2-40B4-BE49-F238E27FC236}">
                <a16:creationId xmlns:a16="http://schemas.microsoft.com/office/drawing/2014/main" id="{8191E246-D4DF-4A1D-B5D0-01BFE03814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8695" y="5373168"/>
            <a:ext cx="602103" cy="602103"/>
          </a:xfrm>
          <a:prstGeom prst="rect">
            <a:avLst/>
          </a:prstGeom>
        </p:spPr>
      </p:pic>
      <p:pic>
        <p:nvPicPr>
          <p:cNvPr id="108" name="Graphique 107" descr="Personne confuse avec un remplissage uni">
            <a:extLst>
              <a:ext uri="{FF2B5EF4-FFF2-40B4-BE49-F238E27FC236}">
                <a16:creationId xmlns:a16="http://schemas.microsoft.com/office/drawing/2014/main" id="{57C18655-6B15-469C-B997-2044C435BE8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6502" y="5749175"/>
            <a:ext cx="602103" cy="602103"/>
          </a:xfrm>
          <a:prstGeom prst="rect">
            <a:avLst/>
          </a:prstGeom>
        </p:spPr>
      </p:pic>
      <p:pic>
        <p:nvPicPr>
          <p:cNvPr id="109" name="Graphique 108" descr="Personne confuse avec un remplissage uni">
            <a:extLst>
              <a:ext uri="{FF2B5EF4-FFF2-40B4-BE49-F238E27FC236}">
                <a16:creationId xmlns:a16="http://schemas.microsoft.com/office/drawing/2014/main" id="{DA27EF93-5D6B-46E1-AA7D-43131B681E6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37553" y="5882648"/>
            <a:ext cx="602103" cy="602103"/>
          </a:xfrm>
          <a:prstGeom prst="rect">
            <a:avLst/>
          </a:prstGeom>
        </p:spPr>
      </p:pic>
      <p:pic>
        <p:nvPicPr>
          <p:cNvPr id="110" name="Graphique 109" descr="Personne confuse avec un remplissage uni">
            <a:extLst>
              <a:ext uri="{FF2B5EF4-FFF2-40B4-BE49-F238E27FC236}">
                <a16:creationId xmlns:a16="http://schemas.microsoft.com/office/drawing/2014/main" id="{BDDF1614-FA97-423C-BF4C-C9F7F6B198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56847" y="6073408"/>
            <a:ext cx="602103" cy="602103"/>
          </a:xfrm>
          <a:prstGeom prst="rect">
            <a:avLst/>
          </a:prstGeom>
        </p:spPr>
      </p:pic>
      <p:pic>
        <p:nvPicPr>
          <p:cNvPr id="111" name="Graphique 110" descr="Personne confuse avec un remplissage uni">
            <a:extLst>
              <a:ext uri="{FF2B5EF4-FFF2-40B4-BE49-F238E27FC236}">
                <a16:creationId xmlns:a16="http://schemas.microsoft.com/office/drawing/2014/main" id="{3480B163-227B-4354-9D9C-21D58C91F42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1214" y="5975284"/>
            <a:ext cx="602103" cy="602103"/>
          </a:xfrm>
          <a:prstGeom prst="rect">
            <a:avLst/>
          </a:prstGeom>
        </p:spPr>
      </p:pic>
      <p:pic>
        <p:nvPicPr>
          <p:cNvPr id="112" name="Graphique 111" descr="Personne confuse avec un remplissage uni">
            <a:extLst>
              <a:ext uri="{FF2B5EF4-FFF2-40B4-BE49-F238E27FC236}">
                <a16:creationId xmlns:a16="http://schemas.microsoft.com/office/drawing/2014/main" id="{67DA2C3F-10F7-4BB0-8E36-832507F0245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6420" y="4974775"/>
            <a:ext cx="602103" cy="602103"/>
          </a:xfrm>
          <a:prstGeom prst="rect">
            <a:avLst/>
          </a:prstGeom>
        </p:spPr>
      </p:pic>
      <p:pic>
        <p:nvPicPr>
          <p:cNvPr id="113" name="Graphique 112" descr="Personne confuse avec un remplissage uni">
            <a:extLst>
              <a:ext uri="{FF2B5EF4-FFF2-40B4-BE49-F238E27FC236}">
                <a16:creationId xmlns:a16="http://schemas.microsoft.com/office/drawing/2014/main" id="{F8048D0A-76DC-4E7A-8710-9B4074B8D36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12625" y="5797052"/>
            <a:ext cx="602103" cy="602103"/>
          </a:xfrm>
          <a:prstGeom prst="rect">
            <a:avLst/>
          </a:prstGeom>
        </p:spPr>
      </p:pic>
      <p:pic>
        <p:nvPicPr>
          <p:cNvPr id="114" name="Graphique 113" descr="Personne confuse avec un remplissage uni">
            <a:extLst>
              <a:ext uri="{FF2B5EF4-FFF2-40B4-BE49-F238E27FC236}">
                <a16:creationId xmlns:a16="http://schemas.microsoft.com/office/drawing/2014/main" id="{86C71CF4-FC81-4194-AD8B-625F5B0EC74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13674" y="5604379"/>
            <a:ext cx="602103" cy="602103"/>
          </a:xfrm>
          <a:prstGeom prst="rect">
            <a:avLst/>
          </a:prstGeom>
        </p:spPr>
      </p:pic>
      <p:pic>
        <p:nvPicPr>
          <p:cNvPr id="115" name="Graphique 114" descr="Personne confuse avec un remplissage uni">
            <a:extLst>
              <a:ext uri="{FF2B5EF4-FFF2-40B4-BE49-F238E27FC236}">
                <a16:creationId xmlns:a16="http://schemas.microsoft.com/office/drawing/2014/main" id="{25875197-92A5-445C-888D-2657BD860A9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58885" y="5175057"/>
            <a:ext cx="602103" cy="602103"/>
          </a:xfrm>
          <a:prstGeom prst="rect">
            <a:avLst/>
          </a:prstGeom>
        </p:spPr>
      </p:pic>
      <p:pic>
        <p:nvPicPr>
          <p:cNvPr id="116" name="Graphique 115" descr="Personne confuse avec un remplissage uni">
            <a:extLst>
              <a:ext uri="{FF2B5EF4-FFF2-40B4-BE49-F238E27FC236}">
                <a16:creationId xmlns:a16="http://schemas.microsoft.com/office/drawing/2014/main" id="{A1B1741E-96B4-443A-B45D-BF5B9E6D924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95884" y="4769718"/>
            <a:ext cx="602103" cy="602103"/>
          </a:xfrm>
          <a:prstGeom prst="rect">
            <a:avLst/>
          </a:prstGeom>
        </p:spPr>
      </p:pic>
      <p:pic>
        <p:nvPicPr>
          <p:cNvPr id="117" name="Graphique 116" descr="Personne confuse avec un remplissage uni">
            <a:extLst>
              <a:ext uri="{FF2B5EF4-FFF2-40B4-BE49-F238E27FC236}">
                <a16:creationId xmlns:a16="http://schemas.microsoft.com/office/drawing/2014/main" id="{3C8FE09B-FB0E-44B6-9DDE-702D1A2693B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44132" y="4817089"/>
            <a:ext cx="602103" cy="602103"/>
          </a:xfrm>
          <a:prstGeom prst="rect">
            <a:avLst/>
          </a:prstGeom>
        </p:spPr>
      </p:pic>
      <p:pic>
        <p:nvPicPr>
          <p:cNvPr id="118" name="Graphique 117" descr="Personne confuse avec un remplissage uni">
            <a:extLst>
              <a:ext uri="{FF2B5EF4-FFF2-40B4-BE49-F238E27FC236}">
                <a16:creationId xmlns:a16="http://schemas.microsoft.com/office/drawing/2014/main" id="{01E6F911-3DE4-4F86-9DCF-A49115CEA2E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06421" y="4962493"/>
            <a:ext cx="602103" cy="602103"/>
          </a:xfrm>
          <a:prstGeom prst="rect">
            <a:avLst/>
          </a:prstGeom>
        </p:spPr>
      </p:pic>
      <p:pic>
        <p:nvPicPr>
          <p:cNvPr id="119" name="Graphique 118" descr="Personne confuse avec un remplissage uni">
            <a:extLst>
              <a:ext uri="{FF2B5EF4-FFF2-40B4-BE49-F238E27FC236}">
                <a16:creationId xmlns:a16="http://schemas.microsoft.com/office/drawing/2014/main" id="{FF68082C-8481-40A6-BCE9-4BCD2FD4B2F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01366" y="4704968"/>
            <a:ext cx="602103" cy="602103"/>
          </a:xfrm>
          <a:prstGeom prst="rect">
            <a:avLst/>
          </a:prstGeom>
        </p:spPr>
      </p:pic>
      <p:pic>
        <p:nvPicPr>
          <p:cNvPr id="120" name="Graphique 119" descr="Personne confuse avec un remplissage uni">
            <a:extLst>
              <a:ext uri="{FF2B5EF4-FFF2-40B4-BE49-F238E27FC236}">
                <a16:creationId xmlns:a16="http://schemas.microsoft.com/office/drawing/2014/main" id="{CBA003E9-9593-4CB6-A875-AEE963C229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74904" y="4659359"/>
            <a:ext cx="602103" cy="602103"/>
          </a:xfrm>
          <a:prstGeom prst="rect">
            <a:avLst/>
          </a:prstGeom>
        </p:spPr>
      </p:pic>
      <p:pic>
        <p:nvPicPr>
          <p:cNvPr id="121" name="Graphique 120" descr="Personne confuse avec un remplissage uni">
            <a:extLst>
              <a:ext uri="{FF2B5EF4-FFF2-40B4-BE49-F238E27FC236}">
                <a16:creationId xmlns:a16="http://schemas.microsoft.com/office/drawing/2014/main" id="{D7BD83AE-986E-48F8-BC41-963E73B8D91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84605" y="6109081"/>
            <a:ext cx="602103" cy="602103"/>
          </a:xfrm>
          <a:prstGeom prst="rect">
            <a:avLst/>
          </a:prstGeom>
        </p:spPr>
      </p:pic>
      <p:pic>
        <p:nvPicPr>
          <p:cNvPr id="122" name="Graphique 121" descr="Personne confuse avec un remplissage uni">
            <a:extLst>
              <a:ext uri="{FF2B5EF4-FFF2-40B4-BE49-F238E27FC236}">
                <a16:creationId xmlns:a16="http://schemas.microsoft.com/office/drawing/2014/main" id="{04156764-CCE0-4F78-A8F3-4C44500B9F7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62460" y="6090561"/>
            <a:ext cx="602103" cy="602103"/>
          </a:xfrm>
          <a:prstGeom prst="rect">
            <a:avLst/>
          </a:prstGeom>
        </p:spPr>
      </p:pic>
      <p:pic>
        <p:nvPicPr>
          <p:cNvPr id="123" name="Graphique 122" descr="Personne confuse avec un remplissage uni">
            <a:extLst>
              <a:ext uri="{FF2B5EF4-FFF2-40B4-BE49-F238E27FC236}">
                <a16:creationId xmlns:a16="http://schemas.microsoft.com/office/drawing/2014/main" id="{83CE36A5-B055-43C0-8140-78993B05A14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08197" y="4685819"/>
            <a:ext cx="602103" cy="602103"/>
          </a:xfrm>
          <a:prstGeom prst="rect">
            <a:avLst/>
          </a:prstGeom>
        </p:spPr>
      </p:pic>
      <p:pic>
        <p:nvPicPr>
          <p:cNvPr id="124" name="Graphique 123" descr="Héros avec un remplissage uni">
            <a:extLst>
              <a:ext uri="{FF2B5EF4-FFF2-40B4-BE49-F238E27FC236}">
                <a16:creationId xmlns:a16="http://schemas.microsoft.com/office/drawing/2014/main" id="{854C5CFC-0E52-4E1E-8E04-5D03922AF5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77278" y="4713466"/>
            <a:ext cx="602103" cy="602103"/>
          </a:xfrm>
          <a:prstGeom prst="rect">
            <a:avLst/>
          </a:prstGeom>
        </p:spPr>
      </p:pic>
      <p:cxnSp>
        <p:nvCxnSpPr>
          <p:cNvPr id="125" name="Connecteur droit avec flèche 124">
            <a:extLst>
              <a:ext uri="{FF2B5EF4-FFF2-40B4-BE49-F238E27FC236}">
                <a16:creationId xmlns:a16="http://schemas.microsoft.com/office/drawing/2014/main" id="{6103930E-68DC-4889-BCDA-9C99D90B8CE7}"/>
              </a:ext>
            </a:extLst>
          </p:cNvPr>
          <p:cNvCxnSpPr>
            <a:cxnSpLocks/>
          </p:cNvCxnSpPr>
          <p:nvPr/>
        </p:nvCxnSpPr>
        <p:spPr>
          <a:xfrm>
            <a:off x="5014986" y="4970653"/>
            <a:ext cx="2297795" cy="0"/>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a:extLst>
              <a:ext uri="{FF2B5EF4-FFF2-40B4-BE49-F238E27FC236}">
                <a16:creationId xmlns:a16="http://schemas.microsoft.com/office/drawing/2014/main" id="{68E7AFD8-CCFE-49DE-97DE-34F033807319}"/>
              </a:ext>
            </a:extLst>
          </p:cNvPr>
          <p:cNvCxnSpPr>
            <a:cxnSpLocks/>
          </p:cNvCxnSpPr>
          <p:nvPr/>
        </p:nvCxnSpPr>
        <p:spPr>
          <a:xfrm flipH="1">
            <a:off x="4957830" y="6362170"/>
            <a:ext cx="2402907" cy="12289"/>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395A2AEE-C397-4896-9E44-CD6F6D8F8D9A}"/>
              </a:ext>
            </a:extLst>
          </p:cNvPr>
          <p:cNvCxnSpPr>
            <a:cxnSpLocks/>
          </p:cNvCxnSpPr>
          <p:nvPr/>
        </p:nvCxnSpPr>
        <p:spPr>
          <a:xfrm>
            <a:off x="7722238" y="5371299"/>
            <a:ext cx="20636" cy="603972"/>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992A218D-B4BE-48FB-A829-CB38D8B114B8}"/>
              </a:ext>
            </a:extLst>
          </p:cNvPr>
          <p:cNvCxnSpPr>
            <a:cxnSpLocks/>
          </p:cNvCxnSpPr>
          <p:nvPr/>
        </p:nvCxnSpPr>
        <p:spPr>
          <a:xfrm flipV="1">
            <a:off x="4485656" y="5370129"/>
            <a:ext cx="0" cy="630286"/>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38" name="Graphique 137" descr="Héros avec un remplissage uni">
            <a:extLst>
              <a:ext uri="{FF2B5EF4-FFF2-40B4-BE49-F238E27FC236}">
                <a16:creationId xmlns:a16="http://schemas.microsoft.com/office/drawing/2014/main" id="{545A9A6A-0AC6-40AA-A0D5-72B19D198EF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81175" y="4746862"/>
            <a:ext cx="602103" cy="602103"/>
          </a:xfrm>
          <a:prstGeom prst="rect">
            <a:avLst/>
          </a:prstGeom>
        </p:spPr>
      </p:pic>
      <p:cxnSp>
        <p:nvCxnSpPr>
          <p:cNvPr id="139" name="Connecteur droit avec flèche 138">
            <a:extLst>
              <a:ext uri="{FF2B5EF4-FFF2-40B4-BE49-F238E27FC236}">
                <a16:creationId xmlns:a16="http://schemas.microsoft.com/office/drawing/2014/main" id="{FD593A84-C9D3-45EF-9950-3A5B41E11CD2}"/>
              </a:ext>
            </a:extLst>
          </p:cNvPr>
          <p:cNvCxnSpPr>
            <a:cxnSpLocks/>
          </p:cNvCxnSpPr>
          <p:nvPr/>
        </p:nvCxnSpPr>
        <p:spPr>
          <a:xfrm>
            <a:off x="8918883" y="5004049"/>
            <a:ext cx="2297795" cy="0"/>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eur droit avec flèche 139">
            <a:extLst>
              <a:ext uri="{FF2B5EF4-FFF2-40B4-BE49-F238E27FC236}">
                <a16:creationId xmlns:a16="http://schemas.microsoft.com/office/drawing/2014/main" id="{F7942B9C-9C53-440E-9139-23963806C5C3}"/>
              </a:ext>
            </a:extLst>
          </p:cNvPr>
          <p:cNvCxnSpPr>
            <a:cxnSpLocks/>
          </p:cNvCxnSpPr>
          <p:nvPr/>
        </p:nvCxnSpPr>
        <p:spPr>
          <a:xfrm flipH="1">
            <a:off x="8861727" y="6395566"/>
            <a:ext cx="2402907" cy="12289"/>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1" name="Connecteur droit avec flèche 140">
            <a:extLst>
              <a:ext uri="{FF2B5EF4-FFF2-40B4-BE49-F238E27FC236}">
                <a16:creationId xmlns:a16="http://schemas.microsoft.com/office/drawing/2014/main" id="{020D902C-B216-4B86-B615-45DB48BF5B38}"/>
              </a:ext>
            </a:extLst>
          </p:cNvPr>
          <p:cNvCxnSpPr>
            <a:cxnSpLocks/>
          </p:cNvCxnSpPr>
          <p:nvPr/>
        </p:nvCxnSpPr>
        <p:spPr>
          <a:xfrm>
            <a:off x="11626135" y="5404695"/>
            <a:ext cx="20636" cy="603972"/>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Connecteur droit avec flèche 141">
            <a:extLst>
              <a:ext uri="{FF2B5EF4-FFF2-40B4-BE49-F238E27FC236}">
                <a16:creationId xmlns:a16="http://schemas.microsoft.com/office/drawing/2014/main" id="{1904C928-7B94-4B4E-B365-18FC37AAA2E2}"/>
              </a:ext>
            </a:extLst>
          </p:cNvPr>
          <p:cNvCxnSpPr>
            <a:cxnSpLocks/>
          </p:cNvCxnSpPr>
          <p:nvPr/>
        </p:nvCxnSpPr>
        <p:spPr>
          <a:xfrm flipV="1">
            <a:off x="8389553" y="5403525"/>
            <a:ext cx="0" cy="630286"/>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43" name="Graphique 142" descr="Personne confuse avec un remplissage uni">
            <a:extLst>
              <a:ext uri="{FF2B5EF4-FFF2-40B4-BE49-F238E27FC236}">
                <a16:creationId xmlns:a16="http://schemas.microsoft.com/office/drawing/2014/main" id="{5109B1B3-404D-4F63-AD16-AA08015AE78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59624" y="4751386"/>
            <a:ext cx="602103" cy="602103"/>
          </a:xfrm>
          <a:prstGeom prst="rect">
            <a:avLst/>
          </a:prstGeom>
        </p:spPr>
      </p:pic>
      <p:pic>
        <p:nvPicPr>
          <p:cNvPr id="144" name="Graphique 143" descr="Personne confuse avec un remplissage uni">
            <a:extLst>
              <a:ext uri="{FF2B5EF4-FFF2-40B4-BE49-F238E27FC236}">
                <a16:creationId xmlns:a16="http://schemas.microsoft.com/office/drawing/2014/main" id="{C085F53B-84EA-4E5E-8AAF-4C84EABD4B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60675" y="4840502"/>
            <a:ext cx="602103" cy="602103"/>
          </a:xfrm>
          <a:prstGeom prst="rect">
            <a:avLst/>
          </a:prstGeom>
        </p:spPr>
      </p:pic>
      <p:pic>
        <p:nvPicPr>
          <p:cNvPr id="145" name="Graphique 144" descr="Personne confuse avec un remplissage uni">
            <a:extLst>
              <a:ext uri="{FF2B5EF4-FFF2-40B4-BE49-F238E27FC236}">
                <a16:creationId xmlns:a16="http://schemas.microsoft.com/office/drawing/2014/main" id="{085E63C0-E2C7-48C3-A37C-6574FA404A2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5047" y="5919442"/>
            <a:ext cx="602103" cy="602103"/>
          </a:xfrm>
          <a:prstGeom prst="rect">
            <a:avLst/>
          </a:prstGeom>
        </p:spPr>
      </p:pic>
      <p:pic>
        <p:nvPicPr>
          <p:cNvPr id="146" name="Graphique 145" descr="Personne confuse avec un remplissage uni">
            <a:extLst>
              <a:ext uri="{FF2B5EF4-FFF2-40B4-BE49-F238E27FC236}">
                <a16:creationId xmlns:a16="http://schemas.microsoft.com/office/drawing/2014/main" id="{ECBBAA71-BA31-4319-85B2-80633247D8D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46098" y="6008558"/>
            <a:ext cx="602103" cy="602103"/>
          </a:xfrm>
          <a:prstGeom prst="rect">
            <a:avLst/>
          </a:prstGeom>
        </p:spPr>
      </p:pic>
      <p:pic>
        <p:nvPicPr>
          <p:cNvPr id="147" name="Graphique 146" descr="Personne confuse avec un remplissage uni">
            <a:extLst>
              <a:ext uri="{FF2B5EF4-FFF2-40B4-BE49-F238E27FC236}">
                <a16:creationId xmlns:a16="http://schemas.microsoft.com/office/drawing/2014/main" id="{D3C8945E-D9B2-4460-AB35-4C3FA6B0D77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47653" y="5904304"/>
            <a:ext cx="602103" cy="602103"/>
          </a:xfrm>
          <a:prstGeom prst="rect">
            <a:avLst/>
          </a:prstGeom>
        </p:spPr>
      </p:pic>
      <p:pic>
        <p:nvPicPr>
          <p:cNvPr id="148" name="Graphique 147" descr="Personne confuse avec un remplissage uni">
            <a:extLst>
              <a:ext uri="{FF2B5EF4-FFF2-40B4-BE49-F238E27FC236}">
                <a16:creationId xmlns:a16="http://schemas.microsoft.com/office/drawing/2014/main" id="{801AAEE0-9FCA-4D15-BD6D-1AF506A9BA9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48704" y="5993420"/>
            <a:ext cx="602103" cy="602103"/>
          </a:xfrm>
          <a:prstGeom prst="rect">
            <a:avLst/>
          </a:prstGeom>
        </p:spPr>
      </p:pic>
      <p:pic>
        <p:nvPicPr>
          <p:cNvPr id="149" name="Graphique 148" descr="Personne confuse avec un remplissage uni">
            <a:extLst>
              <a:ext uri="{FF2B5EF4-FFF2-40B4-BE49-F238E27FC236}">
                <a16:creationId xmlns:a16="http://schemas.microsoft.com/office/drawing/2014/main" id="{27EB793D-CBAC-42D6-A131-8AB95A50C91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47653" y="4736671"/>
            <a:ext cx="602103" cy="602103"/>
          </a:xfrm>
          <a:prstGeom prst="rect">
            <a:avLst/>
          </a:prstGeom>
        </p:spPr>
      </p:pic>
      <p:pic>
        <p:nvPicPr>
          <p:cNvPr id="150" name="Graphique 149" descr="Personne confuse avec un remplissage uni">
            <a:extLst>
              <a:ext uri="{FF2B5EF4-FFF2-40B4-BE49-F238E27FC236}">
                <a16:creationId xmlns:a16="http://schemas.microsoft.com/office/drawing/2014/main" id="{B398AD15-77E4-48F3-9025-98BE7FF9C4B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48704" y="4825787"/>
            <a:ext cx="602103" cy="602103"/>
          </a:xfrm>
          <a:prstGeom prst="rect">
            <a:avLst/>
          </a:prstGeom>
        </p:spPr>
      </p:pic>
      <p:grpSp>
        <p:nvGrpSpPr>
          <p:cNvPr id="2" name="Groupe 1">
            <a:extLst>
              <a:ext uri="{FF2B5EF4-FFF2-40B4-BE49-F238E27FC236}">
                <a16:creationId xmlns:a16="http://schemas.microsoft.com/office/drawing/2014/main" id="{FF812633-C22B-4EE6-8BFC-D3D52C909071}"/>
              </a:ext>
            </a:extLst>
          </p:cNvPr>
          <p:cNvGrpSpPr/>
          <p:nvPr/>
        </p:nvGrpSpPr>
        <p:grpSpPr>
          <a:xfrm>
            <a:off x="300929" y="626311"/>
            <a:ext cx="3334766" cy="1307376"/>
            <a:chOff x="300929" y="626311"/>
            <a:chExt cx="3334766" cy="1307376"/>
          </a:xfrm>
        </p:grpSpPr>
        <p:pic>
          <p:nvPicPr>
            <p:cNvPr id="37" name="Graphique 36" descr="Héros avec un remplissage uni">
              <a:extLst>
                <a:ext uri="{FF2B5EF4-FFF2-40B4-BE49-F238E27FC236}">
                  <a16:creationId xmlns:a16="http://schemas.microsoft.com/office/drawing/2014/main" id="{E7071BE7-DAB6-4BFB-8905-BE11EBBEDE7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28319" y="626311"/>
              <a:ext cx="1307376" cy="1307376"/>
            </a:xfrm>
            <a:prstGeom prst="rect">
              <a:avLst/>
            </a:prstGeom>
          </p:spPr>
        </p:pic>
        <p:pic>
          <p:nvPicPr>
            <p:cNvPr id="39" name="Graphique 38" descr="Personne confuse avec un remplissage uni">
              <a:extLst>
                <a:ext uri="{FF2B5EF4-FFF2-40B4-BE49-F238E27FC236}">
                  <a16:creationId xmlns:a16="http://schemas.microsoft.com/office/drawing/2014/main" id="{1F673271-C51D-41D7-AC18-A67F4997283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0929" y="660773"/>
              <a:ext cx="1238451" cy="1238451"/>
            </a:xfrm>
            <a:prstGeom prst="rect">
              <a:avLst/>
            </a:prstGeom>
          </p:spPr>
        </p:pic>
        <p:pic>
          <p:nvPicPr>
            <p:cNvPr id="151" name="Graphique 150" descr="Aide avec un remplissage uni">
              <a:extLst>
                <a:ext uri="{FF2B5EF4-FFF2-40B4-BE49-F238E27FC236}">
                  <a16:creationId xmlns:a16="http://schemas.microsoft.com/office/drawing/2014/main" id="{B1A302F2-1B47-403F-8051-FC9C6FE3EF1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30032" y="680525"/>
              <a:ext cx="914400" cy="914400"/>
            </a:xfrm>
            <a:prstGeom prst="rect">
              <a:avLst/>
            </a:prstGeom>
          </p:spPr>
        </p:pic>
      </p:grpSp>
    </p:spTree>
    <p:extLst>
      <p:ext uri="{BB962C8B-B14F-4D97-AF65-F5344CB8AC3E}">
        <p14:creationId xmlns:p14="http://schemas.microsoft.com/office/powerpoint/2010/main" val="4162027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16E8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Personne confuse avec un remplissage uni">
            <a:extLst>
              <a:ext uri="{FF2B5EF4-FFF2-40B4-BE49-F238E27FC236}">
                <a16:creationId xmlns:a16="http://schemas.microsoft.com/office/drawing/2014/main" id="{68BB4993-5935-4257-BF8C-34076BC7172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2903" y="263779"/>
            <a:ext cx="602103" cy="602103"/>
          </a:xfrm>
          <a:prstGeom prst="rect">
            <a:avLst/>
          </a:prstGeom>
        </p:spPr>
      </p:pic>
      <p:pic>
        <p:nvPicPr>
          <p:cNvPr id="14" name="Graphique 13" descr="Personne confuse avec un remplissage uni">
            <a:extLst>
              <a:ext uri="{FF2B5EF4-FFF2-40B4-BE49-F238E27FC236}">
                <a16:creationId xmlns:a16="http://schemas.microsoft.com/office/drawing/2014/main" id="{86A9D9F3-E749-4CD1-B2B8-81F472282DB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63954" y="352895"/>
            <a:ext cx="602103" cy="602103"/>
          </a:xfrm>
          <a:prstGeom prst="rect">
            <a:avLst/>
          </a:prstGeom>
        </p:spPr>
      </p:pic>
      <p:pic>
        <p:nvPicPr>
          <p:cNvPr id="15" name="Graphique 14" descr="Personne confuse avec un remplissage uni">
            <a:extLst>
              <a:ext uri="{FF2B5EF4-FFF2-40B4-BE49-F238E27FC236}">
                <a16:creationId xmlns:a16="http://schemas.microsoft.com/office/drawing/2014/main" id="{007037F2-23E8-4FDD-A7D0-60849818C55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08" y="652404"/>
            <a:ext cx="602103" cy="602103"/>
          </a:xfrm>
          <a:prstGeom prst="rect">
            <a:avLst/>
          </a:prstGeom>
        </p:spPr>
      </p:pic>
      <p:pic>
        <p:nvPicPr>
          <p:cNvPr id="16" name="Graphique 15" descr="Personne confuse avec un remplissage uni">
            <a:extLst>
              <a:ext uri="{FF2B5EF4-FFF2-40B4-BE49-F238E27FC236}">
                <a16:creationId xmlns:a16="http://schemas.microsoft.com/office/drawing/2014/main" id="{12B045F2-51CE-4B87-B5B9-E6F49EB10E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37188" y="262236"/>
            <a:ext cx="602103" cy="602103"/>
          </a:xfrm>
          <a:prstGeom prst="rect">
            <a:avLst/>
          </a:prstGeom>
        </p:spPr>
      </p:pic>
      <p:pic>
        <p:nvPicPr>
          <p:cNvPr id="17" name="Graphique 16" descr="Personne confuse avec un remplissage uni">
            <a:extLst>
              <a:ext uri="{FF2B5EF4-FFF2-40B4-BE49-F238E27FC236}">
                <a16:creationId xmlns:a16="http://schemas.microsoft.com/office/drawing/2014/main" id="{BC6A1267-3CC6-48CF-8C8A-1710DE19F3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38239" y="351352"/>
            <a:ext cx="602103" cy="602103"/>
          </a:xfrm>
          <a:prstGeom prst="rect">
            <a:avLst/>
          </a:prstGeom>
        </p:spPr>
      </p:pic>
      <p:pic>
        <p:nvPicPr>
          <p:cNvPr id="18" name="Graphique 17" descr="Personne confuse avec un remplissage uni">
            <a:extLst>
              <a:ext uri="{FF2B5EF4-FFF2-40B4-BE49-F238E27FC236}">
                <a16:creationId xmlns:a16="http://schemas.microsoft.com/office/drawing/2014/main" id="{B82D5437-53DE-4D01-912D-65F95245AA6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45593" y="650861"/>
            <a:ext cx="602103" cy="602103"/>
          </a:xfrm>
          <a:prstGeom prst="rect">
            <a:avLst/>
          </a:prstGeom>
        </p:spPr>
      </p:pic>
      <p:pic>
        <p:nvPicPr>
          <p:cNvPr id="19" name="Graphique 18" descr="Personne confuse avec un remplissage uni">
            <a:extLst>
              <a:ext uri="{FF2B5EF4-FFF2-40B4-BE49-F238E27FC236}">
                <a16:creationId xmlns:a16="http://schemas.microsoft.com/office/drawing/2014/main" id="{1A99581D-D8C6-489B-B9B9-FA4C621ED0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66524" y="413533"/>
            <a:ext cx="602103" cy="602103"/>
          </a:xfrm>
          <a:prstGeom prst="rect">
            <a:avLst/>
          </a:prstGeom>
        </p:spPr>
      </p:pic>
      <p:pic>
        <p:nvPicPr>
          <p:cNvPr id="20" name="Graphique 19" descr="Personne confuse avec un remplissage uni">
            <a:extLst>
              <a:ext uri="{FF2B5EF4-FFF2-40B4-BE49-F238E27FC236}">
                <a16:creationId xmlns:a16="http://schemas.microsoft.com/office/drawing/2014/main" id="{A477078B-C856-4B03-A781-1CBFCE51157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867575" y="502649"/>
            <a:ext cx="602103" cy="602103"/>
          </a:xfrm>
          <a:prstGeom prst="rect">
            <a:avLst/>
          </a:prstGeom>
        </p:spPr>
      </p:pic>
      <p:pic>
        <p:nvPicPr>
          <p:cNvPr id="21" name="Graphique 20" descr="Personne confuse avec un remplissage uni">
            <a:extLst>
              <a:ext uri="{FF2B5EF4-FFF2-40B4-BE49-F238E27FC236}">
                <a16:creationId xmlns:a16="http://schemas.microsoft.com/office/drawing/2014/main" id="{1C612C5E-A1C1-4E6E-B6E3-7D849212DB5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14234" y="766007"/>
            <a:ext cx="602103" cy="602103"/>
          </a:xfrm>
          <a:prstGeom prst="rect">
            <a:avLst/>
          </a:prstGeom>
        </p:spPr>
      </p:pic>
      <p:pic>
        <p:nvPicPr>
          <p:cNvPr id="22" name="Graphique 21" descr="Personne confuse avec un remplissage uni">
            <a:extLst>
              <a:ext uri="{FF2B5EF4-FFF2-40B4-BE49-F238E27FC236}">
                <a16:creationId xmlns:a16="http://schemas.microsoft.com/office/drawing/2014/main" id="{68032030-F865-45BE-BCE7-1F9514B2EEA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249" y="1510190"/>
            <a:ext cx="602103" cy="602103"/>
          </a:xfrm>
          <a:prstGeom prst="rect">
            <a:avLst/>
          </a:prstGeom>
        </p:spPr>
      </p:pic>
      <p:pic>
        <p:nvPicPr>
          <p:cNvPr id="23" name="Graphique 22" descr="Personne confuse avec un remplissage uni">
            <a:extLst>
              <a:ext uri="{FF2B5EF4-FFF2-40B4-BE49-F238E27FC236}">
                <a16:creationId xmlns:a16="http://schemas.microsoft.com/office/drawing/2014/main" id="{D86D4082-A366-4967-BAAC-7CFFE48D533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8300" y="1599306"/>
            <a:ext cx="602103" cy="602103"/>
          </a:xfrm>
          <a:prstGeom prst="rect">
            <a:avLst/>
          </a:prstGeom>
        </p:spPr>
      </p:pic>
      <p:pic>
        <p:nvPicPr>
          <p:cNvPr id="25" name="Graphique 24" descr="Personne confuse avec un remplissage uni">
            <a:extLst>
              <a:ext uri="{FF2B5EF4-FFF2-40B4-BE49-F238E27FC236}">
                <a16:creationId xmlns:a16="http://schemas.microsoft.com/office/drawing/2014/main" id="{6B220252-0A9B-49D9-83A7-3588718121A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2562" y="1276969"/>
            <a:ext cx="602103" cy="602103"/>
          </a:xfrm>
          <a:prstGeom prst="rect">
            <a:avLst/>
          </a:prstGeom>
        </p:spPr>
      </p:pic>
      <p:pic>
        <p:nvPicPr>
          <p:cNvPr id="26" name="Graphique 25" descr="Personne confuse avec un remplissage uni">
            <a:extLst>
              <a:ext uri="{FF2B5EF4-FFF2-40B4-BE49-F238E27FC236}">
                <a16:creationId xmlns:a16="http://schemas.microsoft.com/office/drawing/2014/main" id="{58F41541-430B-44D4-A8DE-018A60CC30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05056" y="1614654"/>
            <a:ext cx="602103" cy="602103"/>
          </a:xfrm>
          <a:prstGeom prst="rect">
            <a:avLst/>
          </a:prstGeom>
        </p:spPr>
      </p:pic>
      <p:pic>
        <p:nvPicPr>
          <p:cNvPr id="27" name="Graphique 26" descr="Personne confuse avec un remplissage uni">
            <a:extLst>
              <a:ext uri="{FF2B5EF4-FFF2-40B4-BE49-F238E27FC236}">
                <a16:creationId xmlns:a16="http://schemas.microsoft.com/office/drawing/2014/main" id="{CCB20F1D-6552-4BAD-9224-74767A06D63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925761" y="1510190"/>
            <a:ext cx="602103" cy="602103"/>
          </a:xfrm>
          <a:prstGeom prst="rect">
            <a:avLst/>
          </a:prstGeom>
        </p:spPr>
      </p:pic>
      <p:pic>
        <p:nvPicPr>
          <p:cNvPr id="30" name="Graphique 29" descr="Personne confuse avec un remplissage uni">
            <a:extLst>
              <a:ext uri="{FF2B5EF4-FFF2-40B4-BE49-F238E27FC236}">
                <a16:creationId xmlns:a16="http://schemas.microsoft.com/office/drawing/2014/main" id="{D484466A-12CD-4FBC-A650-D543D57ACFC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9089" y="207929"/>
            <a:ext cx="602103" cy="602103"/>
          </a:xfrm>
          <a:prstGeom prst="rect">
            <a:avLst/>
          </a:prstGeom>
        </p:spPr>
      </p:pic>
      <p:pic>
        <p:nvPicPr>
          <p:cNvPr id="31" name="Graphique 30" descr="Personne confuse avec un remplissage uni">
            <a:extLst>
              <a:ext uri="{FF2B5EF4-FFF2-40B4-BE49-F238E27FC236}">
                <a16:creationId xmlns:a16="http://schemas.microsoft.com/office/drawing/2014/main" id="{949B07B2-DC1F-441D-BA15-6EB1C1308A6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36443" y="507438"/>
            <a:ext cx="602103" cy="602103"/>
          </a:xfrm>
          <a:prstGeom prst="rect">
            <a:avLst/>
          </a:prstGeom>
        </p:spPr>
      </p:pic>
      <p:pic>
        <p:nvPicPr>
          <p:cNvPr id="32" name="Graphique 31" descr="Personne confuse avec un remplissage uni">
            <a:extLst>
              <a:ext uri="{FF2B5EF4-FFF2-40B4-BE49-F238E27FC236}">
                <a16:creationId xmlns:a16="http://schemas.microsoft.com/office/drawing/2014/main" id="{F5E13F79-5C30-419F-8622-511692FB1EB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49351" y="1454373"/>
            <a:ext cx="602103" cy="602103"/>
          </a:xfrm>
          <a:prstGeom prst="rect">
            <a:avLst/>
          </a:prstGeom>
        </p:spPr>
      </p:pic>
      <p:pic>
        <p:nvPicPr>
          <p:cNvPr id="33" name="Graphique 32" descr="Personne confuse avec un remplissage uni">
            <a:extLst>
              <a:ext uri="{FF2B5EF4-FFF2-40B4-BE49-F238E27FC236}">
                <a16:creationId xmlns:a16="http://schemas.microsoft.com/office/drawing/2014/main" id="{376E1DE2-3C4B-4EB6-B2D5-C1A243FA157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48750" y="1242620"/>
            <a:ext cx="602103" cy="602103"/>
          </a:xfrm>
          <a:prstGeom prst="rect">
            <a:avLst/>
          </a:prstGeom>
        </p:spPr>
      </p:pic>
      <p:cxnSp>
        <p:nvCxnSpPr>
          <p:cNvPr id="34" name="Connecteur droit avec flèche 33">
            <a:extLst>
              <a:ext uri="{FF2B5EF4-FFF2-40B4-BE49-F238E27FC236}">
                <a16:creationId xmlns:a16="http://schemas.microsoft.com/office/drawing/2014/main" id="{6195521C-9890-4F85-B7E1-405FD8BEAD87}"/>
              </a:ext>
            </a:extLst>
          </p:cNvPr>
          <p:cNvCxnSpPr/>
          <p:nvPr/>
        </p:nvCxnSpPr>
        <p:spPr>
          <a:xfrm>
            <a:off x="936729" y="795563"/>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6877FF90-E2C6-4695-96A0-29E61AF62B85}"/>
              </a:ext>
            </a:extLst>
          </p:cNvPr>
          <p:cNvCxnSpPr>
            <a:cxnSpLocks/>
          </p:cNvCxnSpPr>
          <p:nvPr/>
        </p:nvCxnSpPr>
        <p:spPr>
          <a:xfrm>
            <a:off x="902745" y="1087216"/>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E8DD37C5-133B-4827-870A-B48B4810E01F}"/>
              </a:ext>
            </a:extLst>
          </p:cNvPr>
          <p:cNvCxnSpPr>
            <a:cxnSpLocks/>
          </p:cNvCxnSpPr>
          <p:nvPr/>
        </p:nvCxnSpPr>
        <p:spPr>
          <a:xfrm>
            <a:off x="1938599" y="1013002"/>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96B9549A-3FC0-49B8-BE8D-5718D4994EA1}"/>
              </a:ext>
            </a:extLst>
          </p:cNvPr>
          <p:cNvCxnSpPr>
            <a:cxnSpLocks/>
          </p:cNvCxnSpPr>
          <p:nvPr/>
        </p:nvCxnSpPr>
        <p:spPr>
          <a:xfrm flipV="1">
            <a:off x="1854485" y="1637678"/>
            <a:ext cx="341652" cy="25729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A2CE07B9-D689-451B-87DE-C6E03D95B079}"/>
              </a:ext>
            </a:extLst>
          </p:cNvPr>
          <p:cNvCxnSpPr>
            <a:cxnSpLocks/>
          </p:cNvCxnSpPr>
          <p:nvPr/>
        </p:nvCxnSpPr>
        <p:spPr>
          <a:xfrm>
            <a:off x="2474749" y="1652182"/>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3E3650A7-FF8E-4937-B6E3-216018C00D0F}"/>
              </a:ext>
            </a:extLst>
          </p:cNvPr>
          <p:cNvCxnSpPr>
            <a:cxnSpLocks/>
          </p:cNvCxnSpPr>
          <p:nvPr/>
        </p:nvCxnSpPr>
        <p:spPr>
          <a:xfrm flipH="1">
            <a:off x="3329103" y="1282984"/>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6342A2A7-4B1F-4576-B76A-0D7CE0936863}"/>
              </a:ext>
            </a:extLst>
          </p:cNvPr>
          <p:cNvCxnSpPr>
            <a:cxnSpLocks/>
          </p:cNvCxnSpPr>
          <p:nvPr/>
        </p:nvCxnSpPr>
        <p:spPr>
          <a:xfrm flipH="1">
            <a:off x="2413941" y="1033318"/>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19D45520-52CC-4E98-9EA5-38538E2D20F4}"/>
              </a:ext>
            </a:extLst>
          </p:cNvPr>
          <p:cNvCxnSpPr>
            <a:cxnSpLocks/>
          </p:cNvCxnSpPr>
          <p:nvPr/>
        </p:nvCxnSpPr>
        <p:spPr>
          <a:xfrm>
            <a:off x="2016551" y="915585"/>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D96D45DB-8B53-47ED-A0F1-E8E941094EA3}"/>
              </a:ext>
            </a:extLst>
          </p:cNvPr>
          <p:cNvCxnSpPr>
            <a:cxnSpLocks/>
          </p:cNvCxnSpPr>
          <p:nvPr/>
        </p:nvCxnSpPr>
        <p:spPr>
          <a:xfrm>
            <a:off x="820393" y="1227045"/>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7ED113E-33D1-4AFF-BA49-D8B42CFDFCBF}"/>
              </a:ext>
            </a:extLst>
          </p:cNvPr>
          <p:cNvCxnSpPr>
            <a:cxnSpLocks/>
            <a:endCxn id="32" idx="0"/>
          </p:cNvCxnSpPr>
          <p:nvPr/>
        </p:nvCxnSpPr>
        <p:spPr>
          <a:xfrm flipH="1">
            <a:off x="1650403" y="1118704"/>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BB123BDC-00B9-41C8-BECB-83DDDD1B58DB}"/>
              </a:ext>
            </a:extLst>
          </p:cNvPr>
          <p:cNvCxnSpPr>
            <a:cxnSpLocks/>
          </p:cNvCxnSpPr>
          <p:nvPr/>
        </p:nvCxnSpPr>
        <p:spPr>
          <a:xfrm flipH="1">
            <a:off x="1851257" y="1994212"/>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8" name="Graphique 57" descr="Personne confuse avec un remplissage uni">
            <a:extLst>
              <a:ext uri="{FF2B5EF4-FFF2-40B4-BE49-F238E27FC236}">
                <a16:creationId xmlns:a16="http://schemas.microsoft.com/office/drawing/2014/main" id="{05AABC66-B641-4FFA-AB0F-40C5DD0C86B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56100" y="224366"/>
            <a:ext cx="602103" cy="602103"/>
          </a:xfrm>
          <a:prstGeom prst="rect">
            <a:avLst/>
          </a:prstGeom>
        </p:spPr>
      </p:pic>
      <p:pic>
        <p:nvPicPr>
          <p:cNvPr id="59" name="Graphique 58" descr="Personne confuse avec un remplissage uni">
            <a:extLst>
              <a:ext uri="{FF2B5EF4-FFF2-40B4-BE49-F238E27FC236}">
                <a16:creationId xmlns:a16="http://schemas.microsoft.com/office/drawing/2014/main" id="{15F084E6-8493-40BD-A5D3-A12C34A3757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57151" y="313482"/>
            <a:ext cx="602103" cy="602103"/>
          </a:xfrm>
          <a:prstGeom prst="rect">
            <a:avLst/>
          </a:prstGeom>
        </p:spPr>
      </p:pic>
      <p:pic>
        <p:nvPicPr>
          <p:cNvPr id="60" name="Graphique 59" descr="Personne confuse avec un remplissage uni">
            <a:extLst>
              <a:ext uri="{FF2B5EF4-FFF2-40B4-BE49-F238E27FC236}">
                <a16:creationId xmlns:a16="http://schemas.microsoft.com/office/drawing/2014/main" id="{D750B251-7156-4456-B4CD-C7170DE07E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64505" y="612991"/>
            <a:ext cx="602103" cy="602103"/>
          </a:xfrm>
          <a:prstGeom prst="rect">
            <a:avLst/>
          </a:prstGeom>
        </p:spPr>
      </p:pic>
      <p:pic>
        <p:nvPicPr>
          <p:cNvPr id="61" name="Graphique 60" descr="Personne confuse avec un remplissage uni">
            <a:extLst>
              <a:ext uri="{FF2B5EF4-FFF2-40B4-BE49-F238E27FC236}">
                <a16:creationId xmlns:a16="http://schemas.microsoft.com/office/drawing/2014/main" id="{F105AC43-5D57-46BF-85B5-B560B31D42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30385" y="222823"/>
            <a:ext cx="602103" cy="602103"/>
          </a:xfrm>
          <a:prstGeom prst="rect">
            <a:avLst/>
          </a:prstGeom>
        </p:spPr>
      </p:pic>
      <p:pic>
        <p:nvPicPr>
          <p:cNvPr id="62" name="Graphique 61" descr="Personne confuse avec un remplissage uni">
            <a:extLst>
              <a:ext uri="{FF2B5EF4-FFF2-40B4-BE49-F238E27FC236}">
                <a16:creationId xmlns:a16="http://schemas.microsoft.com/office/drawing/2014/main" id="{30980A18-52A3-481B-80F8-F7F57125853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31436" y="311939"/>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89D27FD9-DFCA-4082-99A3-59FAB23AF22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38790" y="611448"/>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003C10D9-86E9-4FF2-A499-1F7D167CD4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9721" y="374120"/>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5BF21BDA-05FF-4FD6-9033-B548EA48070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0772" y="463236"/>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357B4560-F125-4BDD-A547-531673E19DE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7431" y="726594"/>
            <a:ext cx="602103" cy="602103"/>
          </a:xfrm>
          <a:prstGeom prst="rect">
            <a:avLst/>
          </a:prstGeom>
        </p:spPr>
      </p:pic>
      <p:pic>
        <p:nvPicPr>
          <p:cNvPr id="67" name="Graphique 66" descr="Personne confuse avec un remplissage uni">
            <a:extLst>
              <a:ext uri="{FF2B5EF4-FFF2-40B4-BE49-F238E27FC236}">
                <a16:creationId xmlns:a16="http://schemas.microsoft.com/office/drawing/2014/main" id="{DAB75A2D-4343-4EC3-8890-49CDD3FA3C9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40446" y="1470777"/>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43B43CC2-14FC-401D-94DF-01152E95F0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41497" y="1559893"/>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6EFFF2FE-F3C2-444C-85DD-B1D33939141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5759" y="1237556"/>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9D7CCB76-0425-4EA4-9720-B55B2E16CB0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98253" y="1575241"/>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CF9EE5CC-0D7D-4E4C-A328-665A4F19540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18958" y="1470777"/>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7BFE8EAC-6FC5-4C45-9C46-44BF4C7053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22286" y="168516"/>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8C8F6530-252C-4721-8D06-49A41178F6F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29640" y="468025"/>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8E331558-CA0A-4F33-9A1F-473682C0D0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342548" y="1414960"/>
            <a:ext cx="602103" cy="602103"/>
          </a:xfrm>
          <a:prstGeom prst="rect">
            <a:avLst/>
          </a:prstGeom>
        </p:spPr>
      </p:pic>
      <p:cxnSp>
        <p:nvCxnSpPr>
          <p:cNvPr id="76" name="Connecteur droit avec flèche 75">
            <a:extLst>
              <a:ext uri="{FF2B5EF4-FFF2-40B4-BE49-F238E27FC236}">
                <a16:creationId xmlns:a16="http://schemas.microsoft.com/office/drawing/2014/main" id="{97924573-A41F-45F9-8D97-17963E8C334B}"/>
              </a:ext>
            </a:extLst>
          </p:cNvPr>
          <p:cNvCxnSpPr/>
          <p:nvPr/>
        </p:nvCxnSpPr>
        <p:spPr>
          <a:xfrm>
            <a:off x="4929926" y="756150"/>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Connecteur droit avec flèche 76">
            <a:extLst>
              <a:ext uri="{FF2B5EF4-FFF2-40B4-BE49-F238E27FC236}">
                <a16:creationId xmlns:a16="http://schemas.microsoft.com/office/drawing/2014/main" id="{DF8E58E9-5F1F-46A9-AD1E-B2300D7BE79F}"/>
              </a:ext>
            </a:extLst>
          </p:cNvPr>
          <p:cNvCxnSpPr>
            <a:cxnSpLocks/>
          </p:cNvCxnSpPr>
          <p:nvPr/>
        </p:nvCxnSpPr>
        <p:spPr>
          <a:xfrm>
            <a:off x="4895942" y="1047803"/>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9A583DAE-7130-436B-9EED-4F68D50B4CCF}"/>
              </a:ext>
            </a:extLst>
          </p:cNvPr>
          <p:cNvCxnSpPr>
            <a:cxnSpLocks/>
          </p:cNvCxnSpPr>
          <p:nvPr/>
        </p:nvCxnSpPr>
        <p:spPr>
          <a:xfrm>
            <a:off x="5931796" y="973589"/>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F074EAEF-2C3C-4DFB-82AB-BC9FF487BC55}"/>
              </a:ext>
            </a:extLst>
          </p:cNvPr>
          <p:cNvCxnSpPr>
            <a:cxnSpLocks/>
          </p:cNvCxnSpPr>
          <p:nvPr/>
        </p:nvCxnSpPr>
        <p:spPr>
          <a:xfrm flipV="1">
            <a:off x="5847682" y="1598265"/>
            <a:ext cx="341652" cy="25729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Connecteur droit avec flèche 79">
            <a:extLst>
              <a:ext uri="{FF2B5EF4-FFF2-40B4-BE49-F238E27FC236}">
                <a16:creationId xmlns:a16="http://schemas.microsoft.com/office/drawing/2014/main" id="{70A608F6-B9A9-4727-8465-35918CBC6F14}"/>
              </a:ext>
            </a:extLst>
          </p:cNvPr>
          <p:cNvCxnSpPr>
            <a:cxnSpLocks/>
          </p:cNvCxnSpPr>
          <p:nvPr/>
        </p:nvCxnSpPr>
        <p:spPr>
          <a:xfrm>
            <a:off x="6467946" y="1612769"/>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007BB946-B32F-4611-9AF2-504E4C9A26D8}"/>
              </a:ext>
            </a:extLst>
          </p:cNvPr>
          <p:cNvCxnSpPr>
            <a:cxnSpLocks/>
          </p:cNvCxnSpPr>
          <p:nvPr/>
        </p:nvCxnSpPr>
        <p:spPr>
          <a:xfrm flipH="1">
            <a:off x="7322300" y="1243571"/>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EC7246-559C-489C-9615-E39DDF354211}"/>
              </a:ext>
            </a:extLst>
          </p:cNvPr>
          <p:cNvCxnSpPr>
            <a:cxnSpLocks/>
          </p:cNvCxnSpPr>
          <p:nvPr/>
        </p:nvCxnSpPr>
        <p:spPr>
          <a:xfrm flipH="1">
            <a:off x="6407138" y="993905"/>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CD80C536-E674-4241-903C-B699F6418DEF}"/>
              </a:ext>
            </a:extLst>
          </p:cNvPr>
          <p:cNvCxnSpPr>
            <a:cxnSpLocks/>
          </p:cNvCxnSpPr>
          <p:nvPr/>
        </p:nvCxnSpPr>
        <p:spPr>
          <a:xfrm>
            <a:off x="6009748" y="876172"/>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3BA3DED-CB84-4FE7-A67F-5012E093CCB8}"/>
              </a:ext>
            </a:extLst>
          </p:cNvPr>
          <p:cNvCxnSpPr>
            <a:cxnSpLocks/>
          </p:cNvCxnSpPr>
          <p:nvPr/>
        </p:nvCxnSpPr>
        <p:spPr>
          <a:xfrm>
            <a:off x="4813590" y="1187632"/>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431E14FF-A38C-4C14-AB5D-AEBB3ADDE434}"/>
              </a:ext>
            </a:extLst>
          </p:cNvPr>
          <p:cNvCxnSpPr>
            <a:cxnSpLocks/>
            <a:endCxn id="74" idx="0"/>
          </p:cNvCxnSpPr>
          <p:nvPr/>
        </p:nvCxnSpPr>
        <p:spPr>
          <a:xfrm flipH="1">
            <a:off x="5643600" y="1079291"/>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BD720F4B-F555-41A8-BFE4-5AD484E7F751}"/>
              </a:ext>
            </a:extLst>
          </p:cNvPr>
          <p:cNvCxnSpPr>
            <a:cxnSpLocks/>
          </p:cNvCxnSpPr>
          <p:nvPr/>
        </p:nvCxnSpPr>
        <p:spPr>
          <a:xfrm flipH="1">
            <a:off x="5844454" y="1954799"/>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7" name="Graphique 86" descr="Héros avec un remplissage uni">
            <a:extLst>
              <a:ext uri="{FF2B5EF4-FFF2-40B4-BE49-F238E27FC236}">
                <a16:creationId xmlns:a16="http://schemas.microsoft.com/office/drawing/2014/main" id="{C738CD33-10DB-43A8-8F0E-CEF6EDB054C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934937" y="1208098"/>
            <a:ext cx="602103" cy="602103"/>
          </a:xfrm>
          <a:prstGeom prst="rect">
            <a:avLst/>
          </a:prstGeom>
        </p:spPr>
      </p:pic>
      <p:pic>
        <p:nvPicPr>
          <p:cNvPr id="89" name="Graphique 88" descr="Personne confuse avec un remplissage uni">
            <a:extLst>
              <a:ext uri="{FF2B5EF4-FFF2-40B4-BE49-F238E27FC236}">
                <a16:creationId xmlns:a16="http://schemas.microsoft.com/office/drawing/2014/main" id="{DEC02933-4A8D-4EB8-BE3E-7D71685C2E7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33469" y="333844"/>
            <a:ext cx="602103" cy="602103"/>
          </a:xfrm>
          <a:prstGeom prst="rect">
            <a:avLst/>
          </a:prstGeom>
        </p:spPr>
      </p:pic>
      <p:pic>
        <p:nvPicPr>
          <p:cNvPr id="90" name="Graphique 89" descr="Personne confuse avec un remplissage uni">
            <a:extLst>
              <a:ext uri="{FF2B5EF4-FFF2-40B4-BE49-F238E27FC236}">
                <a16:creationId xmlns:a16="http://schemas.microsoft.com/office/drawing/2014/main" id="{E2D19A9A-D035-4FA3-992F-DFB02A82FC0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0823" y="633353"/>
            <a:ext cx="602103" cy="602103"/>
          </a:xfrm>
          <a:prstGeom prst="rect">
            <a:avLst/>
          </a:prstGeom>
        </p:spPr>
      </p:pic>
      <p:pic>
        <p:nvPicPr>
          <p:cNvPr id="91" name="Graphique 90" descr="Personne confuse avec un remplissage uni">
            <a:extLst>
              <a:ext uri="{FF2B5EF4-FFF2-40B4-BE49-F238E27FC236}">
                <a16:creationId xmlns:a16="http://schemas.microsoft.com/office/drawing/2014/main" id="{BCC46919-5BB2-4E21-8827-59C40AB62E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06703" y="243185"/>
            <a:ext cx="602103" cy="602103"/>
          </a:xfrm>
          <a:prstGeom prst="rect">
            <a:avLst/>
          </a:prstGeom>
        </p:spPr>
      </p:pic>
      <p:pic>
        <p:nvPicPr>
          <p:cNvPr id="93" name="Graphique 92" descr="Personne confuse avec un remplissage uni">
            <a:extLst>
              <a:ext uri="{FF2B5EF4-FFF2-40B4-BE49-F238E27FC236}">
                <a16:creationId xmlns:a16="http://schemas.microsoft.com/office/drawing/2014/main" id="{5F5A88FD-75C2-46A8-810C-39A1D174F7E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115108" y="631810"/>
            <a:ext cx="602103" cy="602103"/>
          </a:xfrm>
          <a:prstGeom prst="rect">
            <a:avLst/>
          </a:prstGeom>
        </p:spPr>
      </p:pic>
      <p:pic>
        <p:nvPicPr>
          <p:cNvPr id="94" name="Graphique 93" descr="Personne confuse avec un remplissage uni">
            <a:extLst>
              <a:ext uri="{FF2B5EF4-FFF2-40B4-BE49-F238E27FC236}">
                <a16:creationId xmlns:a16="http://schemas.microsoft.com/office/drawing/2014/main" id="{65672F59-C09D-49F5-8597-F21F3A0B2C7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36039" y="394482"/>
            <a:ext cx="602103" cy="602103"/>
          </a:xfrm>
          <a:prstGeom prst="rect">
            <a:avLst/>
          </a:prstGeom>
        </p:spPr>
      </p:pic>
      <p:pic>
        <p:nvPicPr>
          <p:cNvPr id="95" name="Graphique 94" descr="Personne confuse avec un remplissage uni">
            <a:extLst>
              <a:ext uri="{FF2B5EF4-FFF2-40B4-BE49-F238E27FC236}">
                <a16:creationId xmlns:a16="http://schemas.microsoft.com/office/drawing/2014/main" id="{9B38EB74-C3BF-41A7-944C-047803C6F57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37090" y="483598"/>
            <a:ext cx="602103" cy="602103"/>
          </a:xfrm>
          <a:prstGeom prst="rect">
            <a:avLst/>
          </a:prstGeom>
        </p:spPr>
      </p:pic>
      <p:pic>
        <p:nvPicPr>
          <p:cNvPr id="96" name="Graphique 95" descr="Personne confuse avec un remplissage uni">
            <a:extLst>
              <a:ext uri="{FF2B5EF4-FFF2-40B4-BE49-F238E27FC236}">
                <a16:creationId xmlns:a16="http://schemas.microsoft.com/office/drawing/2014/main" id="{17675FCA-6B56-4FCB-92C7-10C5EF61BE7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3749" y="746956"/>
            <a:ext cx="602103" cy="602103"/>
          </a:xfrm>
          <a:prstGeom prst="rect">
            <a:avLst/>
          </a:prstGeom>
        </p:spPr>
      </p:pic>
      <p:pic>
        <p:nvPicPr>
          <p:cNvPr id="97" name="Graphique 96" descr="Personne confuse avec un remplissage uni">
            <a:extLst>
              <a:ext uri="{FF2B5EF4-FFF2-40B4-BE49-F238E27FC236}">
                <a16:creationId xmlns:a16="http://schemas.microsoft.com/office/drawing/2014/main" id="{C1B8117B-A8B6-4B71-B027-FC167E6FDF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716764" y="1491139"/>
            <a:ext cx="602103" cy="602103"/>
          </a:xfrm>
          <a:prstGeom prst="rect">
            <a:avLst/>
          </a:prstGeom>
        </p:spPr>
      </p:pic>
      <p:pic>
        <p:nvPicPr>
          <p:cNvPr id="98" name="Graphique 97" descr="Personne confuse avec un remplissage uni">
            <a:extLst>
              <a:ext uri="{FF2B5EF4-FFF2-40B4-BE49-F238E27FC236}">
                <a16:creationId xmlns:a16="http://schemas.microsoft.com/office/drawing/2014/main" id="{C318A5E9-5A45-4B0F-9CC8-D652B6170BD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17815" y="1580255"/>
            <a:ext cx="602103" cy="602103"/>
          </a:xfrm>
          <a:prstGeom prst="rect">
            <a:avLst/>
          </a:prstGeom>
        </p:spPr>
      </p:pic>
      <p:pic>
        <p:nvPicPr>
          <p:cNvPr id="100" name="Graphique 99" descr="Personne confuse avec un remplissage uni">
            <a:extLst>
              <a:ext uri="{FF2B5EF4-FFF2-40B4-BE49-F238E27FC236}">
                <a16:creationId xmlns:a16="http://schemas.microsoft.com/office/drawing/2014/main" id="{522E75D0-371A-4034-A74D-070629260D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74571" y="1595603"/>
            <a:ext cx="602103" cy="602103"/>
          </a:xfrm>
          <a:prstGeom prst="rect">
            <a:avLst/>
          </a:prstGeom>
        </p:spPr>
      </p:pic>
      <p:pic>
        <p:nvPicPr>
          <p:cNvPr id="103" name="Graphique 102" descr="Personne confuse avec un remplissage uni">
            <a:extLst>
              <a:ext uri="{FF2B5EF4-FFF2-40B4-BE49-F238E27FC236}">
                <a16:creationId xmlns:a16="http://schemas.microsoft.com/office/drawing/2014/main" id="{A3DFBF9A-6257-43C8-BC17-E07F992D964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05958" y="488387"/>
            <a:ext cx="602103" cy="602103"/>
          </a:xfrm>
          <a:prstGeom prst="rect">
            <a:avLst/>
          </a:prstGeom>
        </p:spPr>
      </p:pic>
      <p:pic>
        <p:nvPicPr>
          <p:cNvPr id="104" name="Graphique 103" descr="Personne confuse avec un remplissage uni">
            <a:extLst>
              <a:ext uri="{FF2B5EF4-FFF2-40B4-BE49-F238E27FC236}">
                <a16:creationId xmlns:a16="http://schemas.microsoft.com/office/drawing/2014/main" id="{ECBEA4B8-04AE-48FC-B03A-1962A3130C4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18866" y="1435322"/>
            <a:ext cx="602103" cy="602103"/>
          </a:xfrm>
          <a:prstGeom prst="rect">
            <a:avLst/>
          </a:prstGeom>
        </p:spPr>
      </p:pic>
      <p:cxnSp>
        <p:nvCxnSpPr>
          <p:cNvPr id="106" name="Connecteur droit avec flèche 105">
            <a:extLst>
              <a:ext uri="{FF2B5EF4-FFF2-40B4-BE49-F238E27FC236}">
                <a16:creationId xmlns:a16="http://schemas.microsoft.com/office/drawing/2014/main" id="{C0E5C705-B479-4D65-BCB4-A94F09038511}"/>
              </a:ext>
            </a:extLst>
          </p:cNvPr>
          <p:cNvCxnSpPr/>
          <p:nvPr/>
        </p:nvCxnSpPr>
        <p:spPr>
          <a:xfrm>
            <a:off x="8906244" y="776512"/>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5BA3DFEF-4B69-4FB8-A57B-9F0AB78A26BD}"/>
              </a:ext>
            </a:extLst>
          </p:cNvPr>
          <p:cNvCxnSpPr>
            <a:cxnSpLocks/>
          </p:cNvCxnSpPr>
          <p:nvPr/>
        </p:nvCxnSpPr>
        <p:spPr>
          <a:xfrm>
            <a:off x="8872260" y="1068165"/>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Connecteur droit avec flèche 107">
            <a:extLst>
              <a:ext uri="{FF2B5EF4-FFF2-40B4-BE49-F238E27FC236}">
                <a16:creationId xmlns:a16="http://schemas.microsoft.com/office/drawing/2014/main" id="{12EAA3AE-6473-4316-B251-9B0DA2AD4F84}"/>
              </a:ext>
            </a:extLst>
          </p:cNvPr>
          <p:cNvCxnSpPr>
            <a:cxnSpLocks/>
          </p:cNvCxnSpPr>
          <p:nvPr/>
        </p:nvCxnSpPr>
        <p:spPr>
          <a:xfrm>
            <a:off x="9908114" y="993951"/>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Connecteur droit avec flèche 108">
            <a:extLst>
              <a:ext uri="{FF2B5EF4-FFF2-40B4-BE49-F238E27FC236}">
                <a16:creationId xmlns:a16="http://schemas.microsoft.com/office/drawing/2014/main" id="{D03AFC5C-A6F3-491F-AEC8-507E972901B5}"/>
              </a:ext>
            </a:extLst>
          </p:cNvPr>
          <p:cNvCxnSpPr>
            <a:cxnSpLocks/>
          </p:cNvCxnSpPr>
          <p:nvPr/>
        </p:nvCxnSpPr>
        <p:spPr>
          <a:xfrm flipV="1">
            <a:off x="9824000" y="1252964"/>
            <a:ext cx="665723" cy="6229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7B782863-9892-4524-A0D7-38F4448F2691}"/>
              </a:ext>
            </a:extLst>
          </p:cNvPr>
          <p:cNvCxnSpPr>
            <a:cxnSpLocks/>
          </p:cNvCxnSpPr>
          <p:nvPr/>
        </p:nvCxnSpPr>
        <p:spPr>
          <a:xfrm>
            <a:off x="10444264" y="1633131"/>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961F6EBC-C93E-442E-8B72-3404D5B45141}"/>
              </a:ext>
            </a:extLst>
          </p:cNvPr>
          <p:cNvCxnSpPr>
            <a:cxnSpLocks/>
          </p:cNvCxnSpPr>
          <p:nvPr/>
        </p:nvCxnSpPr>
        <p:spPr>
          <a:xfrm flipH="1">
            <a:off x="11298618" y="1263933"/>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54B05021-DBA5-4CF6-92A3-448DB441BBDF}"/>
              </a:ext>
            </a:extLst>
          </p:cNvPr>
          <p:cNvCxnSpPr>
            <a:cxnSpLocks/>
          </p:cNvCxnSpPr>
          <p:nvPr/>
        </p:nvCxnSpPr>
        <p:spPr>
          <a:xfrm flipH="1">
            <a:off x="10383456" y="1014267"/>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3F6AA7D3-2115-43F8-BE45-A7DC56EB27A7}"/>
              </a:ext>
            </a:extLst>
          </p:cNvPr>
          <p:cNvCxnSpPr>
            <a:cxnSpLocks/>
          </p:cNvCxnSpPr>
          <p:nvPr/>
        </p:nvCxnSpPr>
        <p:spPr>
          <a:xfrm>
            <a:off x="9986066" y="896534"/>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6174A03B-7DEA-467A-B23A-978C3D3C1353}"/>
              </a:ext>
            </a:extLst>
          </p:cNvPr>
          <p:cNvCxnSpPr>
            <a:cxnSpLocks/>
          </p:cNvCxnSpPr>
          <p:nvPr/>
        </p:nvCxnSpPr>
        <p:spPr>
          <a:xfrm>
            <a:off x="8789908" y="1207994"/>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C81F7482-30BD-4E1D-B19D-D07B4899DF30}"/>
              </a:ext>
            </a:extLst>
          </p:cNvPr>
          <p:cNvCxnSpPr>
            <a:cxnSpLocks/>
            <a:endCxn id="104" idx="0"/>
          </p:cNvCxnSpPr>
          <p:nvPr/>
        </p:nvCxnSpPr>
        <p:spPr>
          <a:xfrm flipH="1">
            <a:off x="9619918" y="1099653"/>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7C0D5388-C5D9-479C-8598-CA23660E38C6}"/>
              </a:ext>
            </a:extLst>
          </p:cNvPr>
          <p:cNvCxnSpPr>
            <a:cxnSpLocks/>
          </p:cNvCxnSpPr>
          <p:nvPr/>
        </p:nvCxnSpPr>
        <p:spPr>
          <a:xfrm flipH="1">
            <a:off x="9820772" y="1975161"/>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7" name="Graphique 116" descr="Héros avec un remplissage uni">
            <a:extLst>
              <a:ext uri="{FF2B5EF4-FFF2-40B4-BE49-F238E27FC236}">
                <a16:creationId xmlns:a16="http://schemas.microsoft.com/office/drawing/2014/main" id="{91B0DA54-3AF0-4F1E-A65B-5BC99A25765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317046" y="1474727"/>
            <a:ext cx="602103" cy="602103"/>
          </a:xfrm>
          <a:prstGeom prst="rect">
            <a:avLst/>
          </a:prstGeom>
        </p:spPr>
      </p:pic>
      <p:pic>
        <p:nvPicPr>
          <p:cNvPr id="118" name="Graphique 117" descr="Héros avec un remplissage uni">
            <a:extLst>
              <a:ext uri="{FF2B5EF4-FFF2-40B4-BE49-F238E27FC236}">
                <a16:creationId xmlns:a16="http://schemas.microsoft.com/office/drawing/2014/main" id="{BD11DB14-1469-4F1B-8B0C-2FFC416064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84227" y="124732"/>
            <a:ext cx="602103" cy="602103"/>
          </a:xfrm>
          <a:prstGeom prst="rect">
            <a:avLst/>
          </a:prstGeom>
        </p:spPr>
      </p:pic>
      <p:pic>
        <p:nvPicPr>
          <p:cNvPr id="119" name="Graphique 118" descr="Héros avec un remplissage uni">
            <a:extLst>
              <a:ext uri="{FF2B5EF4-FFF2-40B4-BE49-F238E27FC236}">
                <a16:creationId xmlns:a16="http://schemas.microsoft.com/office/drawing/2014/main" id="{48BD08AD-E314-45C4-9624-3EC226258F0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432995" y="256653"/>
            <a:ext cx="602103" cy="602103"/>
          </a:xfrm>
          <a:prstGeom prst="rect">
            <a:avLst/>
          </a:prstGeom>
        </p:spPr>
      </p:pic>
      <p:pic>
        <p:nvPicPr>
          <p:cNvPr id="120" name="Graphique 119" descr="Héros avec un remplissage uni">
            <a:extLst>
              <a:ext uri="{FF2B5EF4-FFF2-40B4-BE49-F238E27FC236}">
                <a16:creationId xmlns:a16="http://schemas.microsoft.com/office/drawing/2014/main" id="{791ACCED-7190-4C1A-ABD0-7DB97784D4B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013512" y="1600636"/>
            <a:ext cx="602103" cy="602103"/>
          </a:xfrm>
          <a:prstGeom prst="rect">
            <a:avLst/>
          </a:prstGeom>
        </p:spPr>
      </p:pic>
      <p:pic>
        <p:nvPicPr>
          <p:cNvPr id="121" name="Graphique 120" descr="Héros avec un remplissage uni">
            <a:extLst>
              <a:ext uri="{FF2B5EF4-FFF2-40B4-BE49-F238E27FC236}">
                <a16:creationId xmlns:a16="http://schemas.microsoft.com/office/drawing/2014/main" id="{D5A87510-79D5-43A4-A0AF-F3E6221FC48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832608" y="208546"/>
            <a:ext cx="602103" cy="602103"/>
          </a:xfrm>
          <a:prstGeom prst="rect">
            <a:avLst/>
          </a:prstGeom>
        </p:spPr>
      </p:pic>
      <p:pic>
        <p:nvPicPr>
          <p:cNvPr id="123" name="Graphique 122" descr="Personne confuse avec un remplissage uni">
            <a:extLst>
              <a:ext uri="{FF2B5EF4-FFF2-40B4-BE49-F238E27FC236}">
                <a16:creationId xmlns:a16="http://schemas.microsoft.com/office/drawing/2014/main" id="{26018603-AC23-4B31-B6EC-A4B4EC4A8F4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71072" y="2866685"/>
            <a:ext cx="602103" cy="602103"/>
          </a:xfrm>
          <a:prstGeom prst="rect">
            <a:avLst/>
          </a:prstGeom>
        </p:spPr>
      </p:pic>
      <p:pic>
        <p:nvPicPr>
          <p:cNvPr id="124" name="Graphique 123" descr="Personne confuse avec un remplissage uni">
            <a:extLst>
              <a:ext uri="{FF2B5EF4-FFF2-40B4-BE49-F238E27FC236}">
                <a16:creationId xmlns:a16="http://schemas.microsoft.com/office/drawing/2014/main" id="{6A51F079-8563-4DFE-BBA9-AAD45C3F19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8903" y="3345969"/>
            <a:ext cx="602103" cy="602103"/>
          </a:xfrm>
          <a:prstGeom prst="rect">
            <a:avLst/>
          </a:prstGeom>
        </p:spPr>
      </p:pic>
      <p:pic>
        <p:nvPicPr>
          <p:cNvPr id="125" name="Graphique 124" descr="Personne confuse avec un remplissage uni">
            <a:extLst>
              <a:ext uri="{FF2B5EF4-FFF2-40B4-BE49-F238E27FC236}">
                <a16:creationId xmlns:a16="http://schemas.microsoft.com/office/drawing/2014/main" id="{2F500645-64F1-4681-A377-A5BCE30CC17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60947" y="3345970"/>
            <a:ext cx="602103" cy="602103"/>
          </a:xfrm>
          <a:prstGeom prst="rect">
            <a:avLst/>
          </a:prstGeom>
        </p:spPr>
      </p:pic>
      <p:pic>
        <p:nvPicPr>
          <p:cNvPr id="126" name="Graphique 125" descr="Personne confuse avec un remplissage uni">
            <a:extLst>
              <a:ext uri="{FF2B5EF4-FFF2-40B4-BE49-F238E27FC236}">
                <a16:creationId xmlns:a16="http://schemas.microsoft.com/office/drawing/2014/main" id="{30AA05AC-0AC6-4E02-B42C-EBFEB1505391}"/>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8580" y="2418712"/>
            <a:ext cx="355374" cy="355372"/>
          </a:xfrm>
          <a:prstGeom prst="rect">
            <a:avLst/>
          </a:prstGeom>
        </p:spPr>
      </p:pic>
      <p:pic>
        <p:nvPicPr>
          <p:cNvPr id="127" name="Graphique 126" descr="Personne confuse avec un remplissage uni">
            <a:extLst>
              <a:ext uri="{FF2B5EF4-FFF2-40B4-BE49-F238E27FC236}">
                <a16:creationId xmlns:a16="http://schemas.microsoft.com/office/drawing/2014/main" id="{4B07FB13-2740-443E-9DE9-E1C6B66FE58D}"/>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8821" y="3630315"/>
            <a:ext cx="355374" cy="355372"/>
          </a:xfrm>
          <a:prstGeom prst="rect">
            <a:avLst/>
          </a:prstGeom>
        </p:spPr>
      </p:pic>
      <p:pic>
        <p:nvPicPr>
          <p:cNvPr id="128" name="Graphique 127" descr="Personne confuse avec un remplissage uni">
            <a:extLst>
              <a:ext uri="{FF2B5EF4-FFF2-40B4-BE49-F238E27FC236}">
                <a16:creationId xmlns:a16="http://schemas.microsoft.com/office/drawing/2014/main" id="{2302501B-6188-4810-B9A9-E1200107424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3621" y="3073599"/>
            <a:ext cx="355374" cy="355372"/>
          </a:xfrm>
          <a:prstGeom prst="rect">
            <a:avLst/>
          </a:prstGeom>
        </p:spPr>
      </p:pic>
      <p:pic>
        <p:nvPicPr>
          <p:cNvPr id="129" name="Graphique 128" descr="Personne confuse avec un remplissage uni">
            <a:extLst>
              <a:ext uri="{FF2B5EF4-FFF2-40B4-BE49-F238E27FC236}">
                <a16:creationId xmlns:a16="http://schemas.microsoft.com/office/drawing/2014/main" id="{5E7293DB-678C-45C0-8F52-CDA05FA82BD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68626" y="2458668"/>
            <a:ext cx="602103" cy="602103"/>
          </a:xfrm>
          <a:prstGeom prst="rect">
            <a:avLst/>
          </a:prstGeom>
        </p:spPr>
      </p:pic>
      <p:pic>
        <p:nvPicPr>
          <p:cNvPr id="130" name="Graphique 129" descr="Personne confuse avec un remplissage uni">
            <a:extLst>
              <a:ext uri="{FF2B5EF4-FFF2-40B4-BE49-F238E27FC236}">
                <a16:creationId xmlns:a16="http://schemas.microsoft.com/office/drawing/2014/main" id="{4082998F-D4D6-46C9-99F0-D1CC56A2782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46111" y="2638576"/>
            <a:ext cx="602103" cy="602103"/>
          </a:xfrm>
          <a:prstGeom prst="rect">
            <a:avLst/>
          </a:prstGeom>
        </p:spPr>
      </p:pic>
      <p:pic>
        <p:nvPicPr>
          <p:cNvPr id="131" name="Graphique 130" descr="Personne confuse avec un remplissage uni">
            <a:extLst>
              <a:ext uri="{FF2B5EF4-FFF2-40B4-BE49-F238E27FC236}">
                <a16:creationId xmlns:a16="http://schemas.microsoft.com/office/drawing/2014/main" id="{800E6532-E4D4-4F7D-A2A5-FF8C1E1C3C9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30480" y="3825619"/>
            <a:ext cx="602103" cy="602103"/>
          </a:xfrm>
          <a:prstGeom prst="rect">
            <a:avLst/>
          </a:prstGeom>
        </p:spPr>
      </p:pic>
      <p:pic>
        <p:nvPicPr>
          <p:cNvPr id="132" name="Graphique 131" descr="Personne confuse avec un remplissage uni">
            <a:extLst>
              <a:ext uri="{FF2B5EF4-FFF2-40B4-BE49-F238E27FC236}">
                <a16:creationId xmlns:a16="http://schemas.microsoft.com/office/drawing/2014/main" id="{979EA7D7-FDD1-44B4-B834-E68B601DCAD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4088" y="4107516"/>
            <a:ext cx="355374" cy="355372"/>
          </a:xfrm>
          <a:prstGeom prst="rect">
            <a:avLst/>
          </a:prstGeom>
        </p:spPr>
      </p:pic>
      <p:pic>
        <p:nvPicPr>
          <p:cNvPr id="133" name="Graphique 132" descr="Personne confuse avec un remplissage uni">
            <a:extLst>
              <a:ext uri="{FF2B5EF4-FFF2-40B4-BE49-F238E27FC236}">
                <a16:creationId xmlns:a16="http://schemas.microsoft.com/office/drawing/2014/main" id="{5EEDAF45-C345-40BD-A2DA-2C74663F081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79925" y="3633233"/>
            <a:ext cx="602103" cy="602103"/>
          </a:xfrm>
          <a:prstGeom prst="rect">
            <a:avLst/>
          </a:prstGeom>
        </p:spPr>
      </p:pic>
      <p:pic>
        <p:nvPicPr>
          <p:cNvPr id="134" name="Graphique 133" descr="Personne confuse avec un remplissage uni">
            <a:extLst>
              <a:ext uri="{FF2B5EF4-FFF2-40B4-BE49-F238E27FC236}">
                <a16:creationId xmlns:a16="http://schemas.microsoft.com/office/drawing/2014/main" id="{0E64751E-0576-4BA1-AC53-A0321FF904B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45593" y="3672030"/>
            <a:ext cx="602103" cy="602103"/>
          </a:xfrm>
          <a:prstGeom prst="rect">
            <a:avLst/>
          </a:prstGeom>
        </p:spPr>
      </p:pic>
      <p:sp>
        <p:nvSpPr>
          <p:cNvPr id="135" name="Flèche : droite 134">
            <a:extLst>
              <a:ext uri="{FF2B5EF4-FFF2-40B4-BE49-F238E27FC236}">
                <a16:creationId xmlns:a16="http://schemas.microsoft.com/office/drawing/2014/main" id="{873505EF-CAC6-4117-8791-E9EBF6B27194}"/>
              </a:ext>
            </a:extLst>
          </p:cNvPr>
          <p:cNvSpPr/>
          <p:nvPr/>
        </p:nvSpPr>
        <p:spPr>
          <a:xfrm>
            <a:off x="832364" y="3127920"/>
            <a:ext cx="572835" cy="602102"/>
          </a:xfrm>
          <a:prstGeom prst="rightArrow">
            <a:avLst/>
          </a:prstGeom>
          <a:solidFill>
            <a:srgbClr val="F16E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Flèche : droite 135">
            <a:extLst>
              <a:ext uri="{FF2B5EF4-FFF2-40B4-BE49-F238E27FC236}">
                <a16:creationId xmlns:a16="http://schemas.microsoft.com/office/drawing/2014/main" id="{F1A2904D-829F-439D-B4F3-B1D64B3881C1}"/>
              </a:ext>
            </a:extLst>
          </p:cNvPr>
          <p:cNvSpPr/>
          <p:nvPr/>
        </p:nvSpPr>
        <p:spPr>
          <a:xfrm>
            <a:off x="2714234" y="3120083"/>
            <a:ext cx="572835" cy="602102"/>
          </a:xfrm>
          <a:prstGeom prst="rightArrow">
            <a:avLst/>
          </a:prstGeom>
          <a:solidFill>
            <a:srgbClr val="F16E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7" name="Graphique 136" descr="Personne confuse avec un remplissage uni">
            <a:extLst>
              <a:ext uri="{FF2B5EF4-FFF2-40B4-BE49-F238E27FC236}">
                <a16:creationId xmlns:a16="http://schemas.microsoft.com/office/drawing/2014/main" id="{8CCF9EEE-9C01-49FB-B368-52D5C99583E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79521" y="2462502"/>
            <a:ext cx="602103" cy="602103"/>
          </a:xfrm>
          <a:prstGeom prst="rect">
            <a:avLst/>
          </a:prstGeom>
        </p:spPr>
      </p:pic>
      <p:pic>
        <p:nvPicPr>
          <p:cNvPr id="138" name="Graphique 137" descr="Personne confuse avec un remplissage uni">
            <a:extLst>
              <a:ext uri="{FF2B5EF4-FFF2-40B4-BE49-F238E27FC236}">
                <a16:creationId xmlns:a16="http://schemas.microsoft.com/office/drawing/2014/main" id="{F96A2AEB-6B90-4497-B456-44E97F98A59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80572" y="2551618"/>
            <a:ext cx="602103" cy="602103"/>
          </a:xfrm>
          <a:prstGeom prst="rect">
            <a:avLst/>
          </a:prstGeom>
        </p:spPr>
      </p:pic>
      <p:pic>
        <p:nvPicPr>
          <p:cNvPr id="139" name="Graphique 138" descr="Personne confuse avec un remplissage uni">
            <a:extLst>
              <a:ext uri="{FF2B5EF4-FFF2-40B4-BE49-F238E27FC236}">
                <a16:creationId xmlns:a16="http://schemas.microsoft.com/office/drawing/2014/main" id="{C73D8D03-F6B2-4C1F-AD2C-BCFE17659AA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87926" y="2851127"/>
            <a:ext cx="602103" cy="602103"/>
          </a:xfrm>
          <a:prstGeom prst="rect">
            <a:avLst/>
          </a:prstGeom>
        </p:spPr>
      </p:pic>
      <p:pic>
        <p:nvPicPr>
          <p:cNvPr id="141" name="Graphique 140" descr="Personne confuse avec un remplissage uni">
            <a:extLst>
              <a:ext uri="{FF2B5EF4-FFF2-40B4-BE49-F238E27FC236}">
                <a16:creationId xmlns:a16="http://schemas.microsoft.com/office/drawing/2014/main" id="{8A02DB77-7AEC-4632-A291-07542EA8EA3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35523" y="2444166"/>
            <a:ext cx="602103" cy="602103"/>
          </a:xfrm>
          <a:prstGeom prst="rect">
            <a:avLst/>
          </a:prstGeom>
        </p:spPr>
      </p:pic>
      <p:pic>
        <p:nvPicPr>
          <p:cNvPr id="142" name="Graphique 141" descr="Personne confuse avec un remplissage uni">
            <a:extLst>
              <a:ext uri="{FF2B5EF4-FFF2-40B4-BE49-F238E27FC236}">
                <a16:creationId xmlns:a16="http://schemas.microsoft.com/office/drawing/2014/main" id="{5459C985-E1F5-44AA-8D52-B8C086017DE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36574" y="2533282"/>
            <a:ext cx="602103" cy="602103"/>
          </a:xfrm>
          <a:prstGeom prst="rect">
            <a:avLst/>
          </a:prstGeom>
        </p:spPr>
      </p:pic>
      <p:pic>
        <p:nvPicPr>
          <p:cNvPr id="143" name="Graphique 142" descr="Personne confuse avec un remplissage uni">
            <a:extLst>
              <a:ext uri="{FF2B5EF4-FFF2-40B4-BE49-F238E27FC236}">
                <a16:creationId xmlns:a16="http://schemas.microsoft.com/office/drawing/2014/main" id="{F8594FE2-2779-4F77-8D52-D2CB3293B71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43928" y="2832791"/>
            <a:ext cx="602103" cy="602103"/>
          </a:xfrm>
          <a:prstGeom prst="rect">
            <a:avLst/>
          </a:prstGeom>
        </p:spPr>
      </p:pic>
      <p:pic>
        <p:nvPicPr>
          <p:cNvPr id="144" name="Graphique 143" descr="Personne confuse avec un remplissage uni">
            <a:extLst>
              <a:ext uri="{FF2B5EF4-FFF2-40B4-BE49-F238E27FC236}">
                <a16:creationId xmlns:a16="http://schemas.microsoft.com/office/drawing/2014/main" id="{BFD4608B-436A-4DDA-AC5E-0C9823AD46C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06798" y="3453230"/>
            <a:ext cx="602103" cy="602103"/>
          </a:xfrm>
          <a:prstGeom prst="rect">
            <a:avLst/>
          </a:prstGeom>
        </p:spPr>
      </p:pic>
      <p:pic>
        <p:nvPicPr>
          <p:cNvPr id="145" name="Graphique 144" descr="Personne confuse avec un remplissage uni">
            <a:extLst>
              <a:ext uri="{FF2B5EF4-FFF2-40B4-BE49-F238E27FC236}">
                <a16:creationId xmlns:a16="http://schemas.microsoft.com/office/drawing/2014/main" id="{15360CD2-8CA6-4CA4-9F1A-CCB63E487C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07849" y="3542346"/>
            <a:ext cx="602103" cy="602103"/>
          </a:xfrm>
          <a:prstGeom prst="rect">
            <a:avLst/>
          </a:prstGeom>
        </p:spPr>
      </p:pic>
      <p:pic>
        <p:nvPicPr>
          <p:cNvPr id="146" name="Graphique 145" descr="Personne confuse avec un remplissage uni">
            <a:extLst>
              <a:ext uri="{FF2B5EF4-FFF2-40B4-BE49-F238E27FC236}">
                <a16:creationId xmlns:a16="http://schemas.microsoft.com/office/drawing/2014/main" id="{0019AFD3-396D-4817-BD53-FE514E4DB85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15203" y="3841855"/>
            <a:ext cx="602103" cy="602103"/>
          </a:xfrm>
          <a:prstGeom prst="rect">
            <a:avLst/>
          </a:prstGeom>
        </p:spPr>
      </p:pic>
    </p:spTree>
    <p:extLst>
      <p:ext uri="{BB962C8B-B14F-4D97-AF65-F5344CB8AC3E}">
        <p14:creationId xmlns:p14="http://schemas.microsoft.com/office/powerpoint/2010/main" val="1426364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en-US" sz="2000">
              <a:solidFill>
                <a:srgbClr val="080808"/>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en-US" sz="3600" dirty="0">
                <a:solidFill>
                  <a:srgbClr val="080808"/>
                </a:solidFill>
              </a:rPr>
              <a:t>Type </a:t>
            </a:r>
            <a:r>
              <a:rPr lang="en-US" sz="3600" dirty="0" err="1">
                <a:solidFill>
                  <a:srgbClr val="080808"/>
                </a:solidFill>
              </a:rPr>
              <a:t>d’activité</a:t>
            </a:r>
            <a:endParaRPr lang="en-US" sz="3600" dirty="0">
              <a:solidFill>
                <a:srgbClr val="080808"/>
              </a:solidFill>
            </a:endParaRP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24489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F4D8D9-45B5-F65C-104F-5A3040D22F99}"/>
              </a:ext>
            </a:extLst>
          </p:cNvPr>
          <p:cNvSpPr>
            <a:spLocks noGrp="1"/>
          </p:cNvSpPr>
          <p:nvPr>
            <p:ph type="title"/>
          </p:nvPr>
        </p:nvSpPr>
        <p:spPr/>
        <p:txBody>
          <a:bodyPr/>
          <a:lstStyle/>
          <a:p>
            <a:r>
              <a:rPr lang="fr-FR" dirty="0"/>
              <a:t>Qu'est-ce que le type d'activité ?</a:t>
            </a:r>
          </a:p>
        </p:txBody>
      </p:sp>
      <p:sp>
        <p:nvSpPr>
          <p:cNvPr id="3" name="Espace réservé du contenu 2">
            <a:extLst>
              <a:ext uri="{FF2B5EF4-FFF2-40B4-BE49-F238E27FC236}">
                <a16:creationId xmlns:a16="http://schemas.microsoft.com/office/drawing/2014/main" id="{900C95C6-A081-6FDD-26D4-07880A663CC7}"/>
              </a:ext>
            </a:extLst>
          </p:cNvPr>
          <p:cNvSpPr>
            <a:spLocks noGrp="1"/>
          </p:cNvSpPr>
          <p:nvPr>
            <p:ph idx="1"/>
          </p:nvPr>
        </p:nvSpPr>
        <p:spPr/>
        <p:txBody>
          <a:bodyPr/>
          <a:lstStyle/>
          <a:p>
            <a:pPr marL="0" indent="0">
              <a:buNone/>
            </a:pPr>
            <a:r>
              <a:rPr lang="fr-FR" dirty="0"/>
              <a:t>Le type d'activité désigne l'activité PRINCIPALE et SUGGÉRÉE aux participants. A chacune correspond un certain nombre de verbes décrivant l'activité (prioriser, imaginer, échanger,...) ou d'action (idéation, production, ...). On peut donc souvent s'attendre à un résultat correspondant (des idées pour l'idéation, des décisions pour la priorisation, ...). Il est possible d'avoir simultanément des activités de plusieurs types dans une même phase d'atelier.&lt;b&gt;Suggestions de combinaisons : &lt;/b&gt;Certains type d'activités se prêtent mieux à certaines configurations, certains modèles visuels voire certaines compositions, les suggestions seront indiquées</a:t>
            </a:r>
          </a:p>
        </p:txBody>
      </p:sp>
    </p:spTree>
    <p:extLst>
      <p:ext uri="{BB962C8B-B14F-4D97-AF65-F5344CB8AC3E}">
        <p14:creationId xmlns:p14="http://schemas.microsoft.com/office/powerpoint/2010/main" val="3581409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041C83-FE40-8267-777D-F4B826CB8EBC}"/>
              </a:ext>
            </a:extLst>
          </p:cNvPr>
          <p:cNvSpPr>
            <a:spLocks noGrp="1"/>
          </p:cNvSpPr>
          <p:nvPr>
            <p:ph type="title"/>
          </p:nvPr>
        </p:nvSpPr>
        <p:spPr/>
        <p:txBody>
          <a:bodyPr/>
          <a:lstStyle/>
          <a:p>
            <a:r>
              <a:rPr lang="fr-FR" dirty="0"/>
              <a:t>Type d’activités</a:t>
            </a:r>
          </a:p>
        </p:txBody>
      </p:sp>
      <p:sp>
        <p:nvSpPr>
          <p:cNvPr id="3" name="Espace réservé du contenu 2">
            <a:extLst>
              <a:ext uri="{FF2B5EF4-FFF2-40B4-BE49-F238E27FC236}">
                <a16:creationId xmlns:a16="http://schemas.microsoft.com/office/drawing/2014/main" id="{CD649279-39C5-907A-6B65-F3199C2AB9B1}"/>
              </a:ext>
            </a:extLst>
          </p:cNvPr>
          <p:cNvSpPr>
            <a:spLocks noGrp="1"/>
          </p:cNvSpPr>
          <p:nvPr>
            <p:ph idx="1"/>
          </p:nvPr>
        </p:nvSpPr>
        <p:spPr/>
        <p:txBody>
          <a:bodyPr>
            <a:normAutofit fontScale="77500" lnSpcReduction="20000"/>
          </a:bodyPr>
          <a:lstStyle/>
          <a:p>
            <a:r>
              <a:rPr lang="fr-FR" dirty="0"/>
              <a:t>Idéation Proposition Invention Création </a:t>
            </a:r>
          </a:p>
          <a:p>
            <a:r>
              <a:rPr lang="fr-FR" dirty="0"/>
              <a:t>Imagination concentrée autour d'une idée Ajout de détails Affinage </a:t>
            </a:r>
          </a:p>
          <a:p>
            <a:r>
              <a:rPr lang="fr-FR" dirty="0"/>
              <a:t>Introspection Ressenti Souvenir</a:t>
            </a:r>
          </a:p>
          <a:p>
            <a:r>
              <a:rPr lang="fr-FR" dirty="0"/>
              <a:t>Partage et échanges d'opinions, ressentis, expériences, identités, questions</a:t>
            </a:r>
          </a:p>
          <a:p>
            <a:r>
              <a:rPr lang="fr-FR" dirty="0"/>
              <a:t>Priorisation Votes Prise de décision Comparaison</a:t>
            </a:r>
          </a:p>
          <a:p>
            <a:r>
              <a:rPr lang="fr-FR" dirty="0"/>
              <a:t>Rangement et Fusion Groupements d'idées </a:t>
            </a:r>
          </a:p>
          <a:p>
            <a:r>
              <a:rPr lang="fr-FR" dirty="0"/>
              <a:t>Production ou avancement d'un livrable Ecriture Enregistrement Dessin </a:t>
            </a:r>
          </a:p>
          <a:p>
            <a:r>
              <a:rPr lang="fr-FR" dirty="0"/>
              <a:t>Prise d'engagements</a:t>
            </a:r>
          </a:p>
          <a:p>
            <a:r>
              <a:rPr lang="fr-FR" dirty="0"/>
              <a:t>Consommation de contenus déjà prêts (lecture, visionnage, écoute, jeu...) </a:t>
            </a:r>
          </a:p>
          <a:p>
            <a:r>
              <a:rPr lang="fr-FR" dirty="0"/>
              <a:t>Observation Prise de notes Enregistrement Ecoute active Interrogations Inspection</a:t>
            </a:r>
          </a:p>
          <a:p>
            <a:r>
              <a:rPr lang="fr-FR" dirty="0"/>
              <a:t>Célébration Félicitations </a:t>
            </a:r>
          </a:p>
          <a:p>
            <a:r>
              <a:rPr lang="fr-FR" dirty="0"/>
              <a:t>Libre (activité sans objectif)Détente</a:t>
            </a:r>
          </a:p>
        </p:txBody>
      </p:sp>
    </p:spTree>
    <p:extLst>
      <p:ext uri="{BB962C8B-B14F-4D97-AF65-F5344CB8AC3E}">
        <p14:creationId xmlns:p14="http://schemas.microsoft.com/office/powerpoint/2010/main" val="529156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AA5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Lumières allumées avec un remplissage uni">
            <a:extLst>
              <a:ext uri="{FF2B5EF4-FFF2-40B4-BE49-F238E27FC236}">
                <a16:creationId xmlns:a16="http://schemas.microsoft.com/office/drawing/2014/main" id="{70DF621C-11CF-4AE7-9C3B-394513755C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97360" y="355684"/>
            <a:ext cx="1614590" cy="1614590"/>
          </a:xfrm>
          <a:prstGeom prst="rect">
            <a:avLst/>
          </a:prstGeom>
        </p:spPr>
      </p:pic>
      <p:pic>
        <p:nvPicPr>
          <p:cNvPr id="27" name="Graphique 26" descr="Bulle de pensée avec un remplissage uni">
            <a:extLst>
              <a:ext uri="{FF2B5EF4-FFF2-40B4-BE49-F238E27FC236}">
                <a16:creationId xmlns:a16="http://schemas.microsoft.com/office/drawing/2014/main" id="{416ABD30-838F-470C-82DC-764B630E74F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89655" y="318667"/>
            <a:ext cx="759313" cy="759313"/>
          </a:xfrm>
          <a:prstGeom prst="rect">
            <a:avLst/>
          </a:prstGeom>
        </p:spPr>
      </p:pic>
      <p:grpSp>
        <p:nvGrpSpPr>
          <p:cNvPr id="30" name="Groupe 29">
            <a:extLst>
              <a:ext uri="{FF2B5EF4-FFF2-40B4-BE49-F238E27FC236}">
                <a16:creationId xmlns:a16="http://schemas.microsoft.com/office/drawing/2014/main" id="{A7F5E482-FFE4-4A65-AC66-243513FE151B}"/>
              </a:ext>
            </a:extLst>
          </p:cNvPr>
          <p:cNvGrpSpPr/>
          <p:nvPr/>
        </p:nvGrpSpPr>
        <p:grpSpPr>
          <a:xfrm>
            <a:off x="9379002" y="1003037"/>
            <a:ext cx="1104586" cy="1104586"/>
            <a:chOff x="8662397" y="788806"/>
            <a:chExt cx="914400" cy="914400"/>
          </a:xfrm>
        </p:grpSpPr>
        <p:pic>
          <p:nvPicPr>
            <p:cNvPr id="29" name="Graphique 28" descr="Tête avec engrenages avec un remplissage uni">
              <a:extLst>
                <a:ext uri="{FF2B5EF4-FFF2-40B4-BE49-F238E27FC236}">
                  <a16:creationId xmlns:a16="http://schemas.microsoft.com/office/drawing/2014/main" id="{3FFD63EC-3AA6-42E2-9962-B5D8B1DD1C8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662397" y="788806"/>
              <a:ext cx="914400" cy="914400"/>
            </a:xfrm>
            <a:prstGeom prst="rect">
              <a:avLst/>
            </a:prstGeom>
          </p:spPr>
        </p:pic>
        <p:pic>
          <p:nvPicPr>
            <p:cNvPr id="49" name="Graphique 48" descr="Cœur avec un remplissage uni">
              <a:extLst>
                <a:ext uri="{FF2B5EF4-FFF2-40B4-BE49-F238E27FC236}">
                  <a16:creationId xmlns:a16="http://schemas.microsoft.com/office/drawing/2014/main" id="{7E345C81-9BC1-4964-9F13-F33B6DA01259}"/>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099809" y="1129603"/>
              <a:ext cx="209291" cy="209291"/>
            </a:xfrm>
            <a:prstGeom prst="rect">
              <a:avLst/>
            </a:prstGeom>
          </p:spPr>
        </p:pic>
      </p:grpSp>
      <p:pic>
        <p:nvPicPr>
          <p:cNvPr id="32" name="Graphique 31" descr="Chat avec un remplissage uni">
            <a:extLst>
              <a:ext uri="{FF2B5EF4-FFF2-40B4-BE49-F238E27FC236}">
                <a16:creationId xmlns:a16="http://schemas.microsoft.com/office/drawing/2014/main" id="{190BBB4E-1754-4C25-87E6-D0D2897BAEF8}"/>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259626" y="2638292"/>
            <a:ext cx="1865659" cy="1865659"/>
          </a:xfrm>
          <a:prstGeom prst="rect">
            <a:avLst/>
          </a:prstGeom>
        </p:spPr>
      </p:pic>
      <p:pic>
        <p:nvPicPr>
          <p:cNvPr id="34" name="Graphique 33" descr="Bulle de discussion avec un remplissage uni">
            <a:extLst>
              <a:ext uri="{FF2B5EF4-FFF2-40B4-BE49-F238E27FC236}">
                <a16:creationId xmlns:a16="http://schemas.microsoft.com/office/drawing/2014/main" id="{A6FE44E5-F62A-4D00-9328-073ADE44830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42562" y="2741784"/>
            <a:ext cx="914400" cy="914400"/>
          </a:xfrm>
          <a:prstGeom prst="rect">
            <a:avLst/>
          </a:prstGeom>
        </p:spPr>
      </p:pic>
      <p:pic>
        <p:nvPicPr>
          <p:cNvPr id="42" name="Graphique 41" descr="Bulle de discussion avec un remplissage uni">
            <a:extLst>
              <a:ext uri="{FF2B5EF4-FFF2-40B4-BE49-F238E27FC236}">
                <a16:creationId xmlns:a16="http://schemas.microsoft.com/office/drawing/2014/main" id="{4FB9F151-A326-47DF-9834-FBDACD78CE6E}"/>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59197" y="3105432"/>
            <a:ext cx="914400" cy="914400"/>
          </a:xfrm>
          <a:prstGeom prst="rect">
            <a:avLst/>
          </a:prstGeom>
        </p:spPr>
      </p:pic>
      <p:pic>
        <p:nvPicPr>
          <p:cNvPr id="50" name="Graphique 49" descr="Coche avec un remplissage uni">
            <a:extLst>
              <a:ext uri="{FF2B5EF4-FFF2-40B4-BE49-F238E27FC236}">
                <a16:creationId xmlns:a16="http://schemas.microsoft.com/office/drawing/2014/main" id="{0ABD22A7-BFA1-4F7E-9AFE-972A71F03A74}"/>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1463" y="2573269"/>
            <a:ext cx="278503" cy="278503"/>
          </a:xfrm>
          <a:prstGeom prst="rect">
            <a:avLst/>
          </a:prstGeom>
        </p:spPr>
      </p:pic>
      <p:sp>
        <p:nvSpPr>
          <p:cNvPr id="59" name="Rectangle 58">
            <a:extLst>
              <a:ext uri="{FF2B5EF4-FFF2-40B4-BE49-F238E27FC236}">
                <a16:creationId xmlns:a16="http://schemas.microsoft.com/office/drawing/2014/main" id="{A39AC8DF-4E27-4530-8915-565D63E14849}"/>
              </a:ext>
            </a:extLst>
          </p:cNvPr>
          <p:cNvSpPr/>
          <p:nvPr/>
        </p:nvSpPr>
        <p:spPr>
          <a:xfrm>
            <a:off x="4273625" y="2551178"/>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6DA5E54-D13D-4A9A-A462-CB230CAD8376}"/>
              </a:ext>
            </a:extLst>
          </p:cNvPr>
          <p:cNvSpPr/>
          <p:nvPr/>
        </p:nvSpPr>
        <p:spPr>
          <a:xfrm>
            <a:off x="4273625" y="2847562"/>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EF7AAD5-5947-44BD-B02F-DFB9F9E1D61A}"/>
              </a:ext>
            </a:extLst>
          </p:cNvPr>
          <p:cNvSpPr/>
          <p:nvPr/>
        </p:nvSpPr>
        <p:spPr>
          <a:xfrm>
            <a:off x="4273625" y="3143946"/>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DBC2D853-E39E-40F2-BB5F-070CEA2FF805}"/>
              </a:ext>
            </a:extLst>
          </p:cNvPr>
          <p:cNvSpPr/>
          <p:nvPr/>
        </p:nvSpPr>
        <p:spPr>
          <a:xfrm>
            <a:off x="4273625" y="3440330"/>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2990DD0-1D94-4AD3-8517-642C1E227149}"/>
              </a:ext>
            </a:extLst>
          </p:cNvPr>
          <p:cNvSpPr/>
          <p:nvPr/>
        </p:nvSpPr>
        <p:spPr>
          <a:xfrm>
            <a:off x="4273625" y="3736714"/>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54F1B6AF-0F04-4A0E-A9D2-42625F2B2537}"/>
              </a:ext>
            </a:extLst>
          </p:cNvPr>
          <p:cNvSpPr/>
          <p:nvPr/>
        </p:nvSpPr>
        <p:spPr>
          <a:xfrm>
            <a:off x="4273625" y="4033098"/>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43DC135-F487-4661-8CC5-BAA570CCA571}"/>
              </a:ext>
            </a:extLst>
          </p:cNvPr>
          <p:cNvSpPr/>
          <p:nvPr/>
        </p:nvSpPr>
        <p:spPr>
          <a:xfrm>
            <a:off x="6226682" y="3921227"/>
            <a:ext cx="485268"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E2926EF7-E89A-434C-ACCC-8122B2224785}"/>
              </a:ext>
            </a:extLst>
          </p:cNvPr>
          <p:cNvSpPr/>
          <p:nvPr/>
        </p:nvSpPr>
        <p:spPr>
          <a:xfrm>
            <a:off x="6711950" y="3557882"/>
            <a:ext cx="485268" cy="646259"/>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5E27839-C3EE-40DE-BEE9-C8BC32313E75}"/>
              </a:ext>
            </a:extLst>
          </p:cNvPr>
          <p:cNvSpPr/>
          <p:nvPr/>
        </p:nvSpPr>
        <p:spPr>
          <a:xfrm>
            <a:off x="7197218" y="3822700"/>
            <a:ext cx="485268" cy="381441"/>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que 69" descr="Coche avec un remplissage uni">
            <a:extLst>
              <a:ext uri="{FF2B5EF4-FFF2-40B4-BE49-F238E27FC236}">
                <a16:creationId xmlns:a16="http://schemas.microsoft.com/office/drawing/2014/main" id="{DBFD4F93-9DFD-4474-98B1-9599FACC37BD}"/>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39966" y="2573269"/>
            <a:ext cx="278503" cy="278503"/>
          </a:xfrm>
          <a:prstGeom prst="rect">
            <a:avLst/>
          </a:prstGeom>
        </p:spPr>
      </p:pic>
      <p:pic>
        <p:nvPicPr>
          <p:cNvPr id="71" name="Graphique 70" descr="Coche avec un remplissage uni">
            <a:extLst>
              <a:ext uri="{FF2B5EF4-FFF2-40B4-BE49-F238E27FC236}">
                <a16:creationId xmlns:a16="http://schemas.microsoft.com/office/drawing/2014/main" id="{3475ED7A-C105-47BC-B4CF-89EBB13C4412}"/>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14548" y="2573269"/>
            <a:ext cx="278503" cy="278503"/>
          </a:xfrm>
          <a:prstGeom prst="rect">
            <a:avLst/>
          </a:prstGeom>
        </p:spPr>
      </p:pic>
      <p:pic>
        <p:nvPicPr>
          <p:cNvPr id="72" name="Graphique 71" descr="Coche avec un remplissage uni">
            <a:extLst>
              <a:ext uri="{FF2B5EF4-FFF2-40B4-BE49-F238E27FC236}">
                <a16:creationId xmlns:a16="http://schemas.microsoft.com/office/drawing/2014/main" id="{E04F2DEE-E6AA-48A8-949D-43716146E26F}"/>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487821" y="2573269"/>
            <a:ext cx="278503" cy="278503"/>
          </a:xfrm>
          <a:prstGeom prst="rect">
            <a:avLst/>
          </a:prstGeom>
        </p:spPr>
      </p:pic>
      <p:pic>
        <p:nvPicPr>
          <p:cNvPr id="73" name="Graphique 72" descr="Coche avec un remplissage uni">
            <a:extLst>
              <a:ext uri="{FF2B5EF4-FFF2-40B4-BE49-F238E27FC236}">
                <a16:creationId xmlns:a16="http://schemas.microsoft.com/office/drawing/2014/main" id="{1F5938AE-E917-4367-88F2-DC38FF272B60}"/>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5641" y="2865443"/>
            <a:ext cx="278503" cy="278503"/>
          </a:xfrm>
          <a:prstGeom prst="rect">
            <a:avLst/>
          </a:prstGeom>
        </p:spPr>
      </p:pic>
      <p:pic>
        <p:nvPicPr>
          <p:cNvPr id="74" name="Graphique 73" descr="Coche avec un remplissage uni">
            <a:extLst>
              <a:ext uri="{FF2B5EF4-FFF2-40B4-BE49-F238E27FC236}">
                <a16:creationId xmlns:a16="http://schemas.microsoft.com/office/drawing/2014/main" id="{7C589D93-B7A4-4541-9D08-8EA8A693147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4144" y="2865443"/>
            <a:ext cx="278503" cy="278503"/>
          </a:xfrm>
          <a:prstGeom prst="rect">
            <a:avLst/>
          </a:prstGeom>
        </p:spPr>
      </p:pic>
      <p:pic>
        <p:nvPicPr>
          <p:cNvPr id="75" name="Graphique 74" descr="Coche avec un remplissage uni">
            <a:extLst>
              <a:ext uri="{FF2B5EF4-FFF2-40B4-BE49-F238E27FC236}">
                <a16:creationId xmlns:a16="http://schemas.microsoft.com/office/drawing/2014/main" id="{1A807E23-EDCD-428D-BECF-95862F61F75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18726" y="2865443"/>
            <a:ext cx="278503" cy="278503"/>
          </a:xfrm>
          <a:prstGeom prst="rect">
            <a:avLst/>
          </a:prstGeom>
        </p:spPr>
      </p:pic>
      <p:pic>
        <p:nvPicPr>
          <p:cNvPr id="76" name="Graphique 75" descr="Coche avec un remplissage uni">
            <a:extLst>
              <a:ext uri="{FF2B5EF4-FFF2-40B4-BE49-F238E27FC236}">
                <a16:creationId xmlns:a16="http://schemas.microsoft.com/office/drawing/2014/main" id="{D2934C33-8973-4B02-9657-E00AAE5461E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70664" y="3148846"/>
            <a:ext cx="278503" cy="278503"/>
          </a:xfrm>
          <a:prstGeom prst="rect">
            <a:avLst/>
          </a:prstGeom>
        </p:spPr>
      </p:pic>
      <p:pic>
        <p:nvPicPr>
          <p:cNvPr id="77" name="Graphique 76" descr="Coche avec un remplissage uni">
            <a:extLst>
              <a:ext uri="{FF2B5EF4-FFF2-40B4-BE49-F238E27FC236}">
                <a16:creationId xmlns:a16="http://schemas.microsoft.com/office/drawing/2014/main" id="{AE71596A-B98D-44AA-8533-DD01575ED28B}"/>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9167" y="3148846"/>
            <a:ext cx="278503" cy="278503"/>
          </a:xfrm>
          <a:prstGeom prst="rect">
            <a:avLst/>
          </a:prstGeom>
        </p:spPr>
      </p:pic>
      <p:pic>
        <p:nvPicPr>
          <p:cNvPr id="78" name="Graphique 77" descr="Coche avec un remplissage uni">
            <a:extLst>
              <a:ext uri="{FF2B5EF4-FFF2-40B4-BE49-F238E27FC236}">
                <a16:creationId xmlns:a16="http://schemas.microsoft.com/office/drawing/2014/main" id="{F0270AD7-B40F-40ED-9226-05A3B5E0B761}"/>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70664" y="3426860"/>
            <a:ext cx="278503" cy="278503"/>
          </a:xfrm>
          <a:prstGeom prst="rect">
            <a:avLst/>
          </a:prstGeom>
        </p:spPr>
      </p:pic>
      <p:pic>
        <p:nvPicPr>
          <p:cNvPr id="79" name="Graphique 78" descr="Coche avec un remplissage uni">
            <a:extLst>
              <a:ext uri="{FF2B5EF4-FFF2-40B4-BE49-F238E27FC236}">
                <a16:creationId xmlns:a16="http://schemas.microsoft.com/office/drawing/2014/main" id="{66354A24-62A9-491F-B3F1-715C586A4A32}"/>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9167" y="3426860"/>
            <a:ext cx="278503" cy="278503"/>
          </a:xfrm>
          <a:prstGeom prst="rect">
            <a:avLst/>
          </a:prstGeom>
        </p:spPr>
      </p:pic>
      <p:pic>
        <p:nvPicPr>
          <p:cNvPr id="80" name="Graphique 79" descr="Coche avec un remplissage uni">
            <a:extLst>
              <a:ext uri="{FF2B5EF4-FFF2-40B4-BE49-F238E27FC236}">
                <a16:creationId xmlns:a16="http://schemas.microsoft.com/office/drawing/2014/main" id="{AE7B9A8F-6FEE-418D-BA91-F7F820C49E7C}"/>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1463" y="3737826"/>
            <a:ext cx="278503" cy="278503"/>
          </a:xfrm>
          <a:prstGeom prst="rect">
            <a:avLst/>
          </a:prstGeom>
        </p:spPr>
      </p:pic>
      <p:pic>
        <p:nvPicPr>
          <p:cNvPr id="81" name="Graphique 80" descr="Coche avec un remplissage uni">
            <a:extLst>
              <a:ext uri="{FF2B5EF4-FFF2-40B4-BE49-F238E27FC236}">
                <a16:creationId xmlns:a16="http://schemas.microsoft.com/office/drawing/2014/main" id="{80236359-D2EC-45D0-8B03-CCD572C4AFDC}"/>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752144" y="2568964"/>
            <a:ext cx="278503" cy="278503"/>
          </a:xfrm>
          <a:prstGeom prst="rect">
            <a:avLst/>
          </a:prstGeom>
        </p:spPr>
      </p:pic>
      <p:pic>
        <p:nvPicPr>
          <p:cNvPr id="84" name="Graphique 83" descr="Ampoule avec un remplissage uni">
            <a:extLst>
              <a:ext uri="{FF2B5EF4-FFF2-40B4-BE49-F238E27FC236}">
                <a16:creationId xmlns:a16="http://schemas.microsoft.com/office/drawing/2014/main" id="{4AD2D520-4C82-4ACC-A575-A3821141572A}"/>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676866" y="3020228"/>
            <a:ext cx="485268" cy="485268"/>
          </a:xfrm>
          <a:prstGeom prst="rect">
            <a:avLst/>
          </a:prstGeom>
        </p:spPr>
      </p:pic>
      <p:pic>
        <p:nvPicPr>
          <p:cNvPr id="85" name="Graphique 84" descr="Ampoule avec un remplissage uni">
            <a:extLst>
              <a:ext uri="{FF2B5EF4-FFF2-40B4-BE49-F238E27FC236}">
                <a16:creationId xmlns:a16="http://schemas.microsoft.com/office/drawing/2014/main" id="{9B07F564-1519-4D35-B826-63F5CC7635DA}"/>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197218" y="3379650"/>
            <a:ext cx="485268" cy="485268"/>
          </a:xfrm>
          <a:prstGeom prst="rect">
            <a:avLst/>
          </a:prstGeom>
        </p:spPr>
      </p:pic>
      <p:pic>
        <p:nvPicPr>
          <p:cNvPr id="86" name="Graphique 85" descr="Ampoule avec un remplissage uni">
            <a:extLst>
              <a:ext uri="{FF2B5EF4-FFF2-40B4-BE49-F238E27FC236}">
                <a16:creationId xmlns:a16="http://schemas.microsoft.com/office/drawing/2014/main" id="{2A89F2BB-D1F8-4909-9049-7551B4126612}"/>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30328" y="3452782"/>
            <a:ext cx="485268" cy="485268"/>
          </a:xfrm>
          <a:prstGeom prst="rect">
            <a:avLst/>
          </a:prstGeom>
        </p:spPr>
      </p:pic>
      <p:sp>
        <p:nvSpPr>
          <p:cNvPr id="87" name="Rectangle 86">
            <a:extLst>
              <a:ext uri="{FF2B5EF4-FFF2-40B4-BE49-F238E27FC236}">
                <a16:creationId xmlns:a16="http://schemas.microsoft.com/office/drawing/2014/main" id="{A8E128EF-3DEF-426A-A6B8-538129491A20}"/>
              </a:ext>
            </a:extLst>
          </p:cNvPr>
          <p:cNvSpPr/>
          <p:nvPr/>
        </p:nvSpPr>
        <p:spPr>
          <a:xfrm>
            <a:off x="8161146" y="2436841"/>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026AF34-F414-4FD1-BB39-34F7BF80618F}"/>
              </a:ext>
            </a:extLst>
          </p:cNvPr>
          <p:cNvSpPr/>
          <p:nvPr/>
        </p:nvSpPr>
        <p:spPr>
          <a:xfrm>
            <a:off x="8834186" y="3376901"/>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7D2B696E-B986-40C4-A721-CD80A295A619}"/>
              </a:ext>
            </a:extLst>
          </p:cNvPr>
          <p:cNvSpPr/>
          <p:nvPr/>
        </p:nvSpPr>
        <p:spPr>
          <a:xfrm>
            <a:off x="9110557" y="3167461"/>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5752F8C9-BA92-48FB-9B46-8BD55FFAEB5C}"/>
              </a:ext>
            </a:extLst>
          </p:cNvPr>
          <p:cNvSpPr/>
          <p:nvPr/>
        </p:nvSpPr>
        <p:spPr>
          <a:xfrm>
            <a:off x="8767590" y="299669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FDFB136F-1F3E-4F8C-8931-C2F811FCA8D5}"/>
              </a:ext>
            </a:extLst>
          </p:cNvPr>
          <p:cNvSpPr/>
          <p:nvPr/>
        </p:nvSpPr>
        <p:spPr>
          <a:xfrm>
            <a:off x="9071740" y="2802587"/>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AFC813-D593-4D98-B61D-EE3F0DA7E63C}"/>
              </a:ext>
            </a:extLst>
          </p:cNvPr>
          <p:cNvSpPr/>
          <p:nvPr/>
        </p:nvSpPr>
        <p:spPr>
          <a:xfrm>
            <a:off x="9667505" y="361470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37583C9D-CF4C-4147-A963-241EA7ED372A}"/>
              </a:ext>
            </a:extLst>
          </p:cNvPr>
          <p:cNvSpPr/>
          <p:nvPr/>
        </p:nvSpPr>
        <p:spPr>
          <a:xfrm>
            <a:off x="9694682" y="3290075"/>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391EA055-1429-4D99-950F-7A798578D7D3}"/>
              </a:ext>
            </a:extLst>
          </p:cNvPr>
          <p:cNvSpPr/>
          <p:nvPr/>
        </p:nvSpPr>
        <p:spPr>
          <a:xfrm>
            <a:off x="9961517" y="360362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33D5682B-7D65-4D33-BDFA-DDED958C3895}"/>
              </a:ext>
            </a:extLst>
          </p:cNvPr>
          <p:cNvSpPr/>
          <p:nvPr/>
        </p:nvSpPr>
        <p:spPr>
          <a:xfrm>
            <a:off x="9987092" y="325575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F2B4234E-7F60-4DE1-BAB6-D60FDBE61DEE}"/>
              </a:ext>
            </a:extLst>
          </p:cNvPr>
          <p:cNvSpPr/>
          <p:nvPr/>
        </p:nvSpPr>
        <p:spPr>
          <a:xfrm>
            <a:off x="10834405" y="2908609"/>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C88469FD-6166-42FC-BCB4-A4AAD850CA3A}"/>
              </a:ext>
            </a:extLst>
          </p:cNvPr>
          <p:cNvSpPr/>
          <p:nvPr/>
        </p:nvSpPr>
        <p:spPr>
          <a:xfrm>
            <a:off x="10833183" y="323576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28C9BA07-9679-4BE5-82D9-D6E9BB2D311B}"/>
              </a:ext>
            </a:extLst>
          </p:cNvPr>
          <p:cNvSpPr/>
          <p:nvPr/>
        </p:nvSpPr>
        <p:spPr>
          <a:xfrm>
            <a:off x="10536053" y="2784548"/>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E94B031E-0D67-46A9-925A-F463254CDE40}"/>
              </a:ext>
            </a:extLst>
          </p:cNvPr>
          <p:cNvSpPr/>
          <p:nvPr/>
        </p:nvSpPr>
        <p:spPr>
          <a:xfrm>
            <a:off x="10511765" y="3140716"/>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2EF5BE0F-4EEB-4225-87F6-F79CE4BABFEF}"/>
              </a:ext>
            </a:extLst>
          </p:cNvPr>
          <p:cNvSpPr/>
          <p:nvPr/>
        </p:nvSpPr>
        <p:spPr>
          <a:xfrm>
            <a:off x="10571911" y="3494962"/>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Forme libre : forme 101">
            <a:extLst>
              <a:ext uri="{FF2B5EF4-FFF2-40B4-BE49-F238E27FC236}">
                <a16:creationId xmlns:a16="http://schemas.microsoft.com/office/drawing/2014/main" id="{EA2B3BA0-633C-4222-8F29-35FCA2085EC9}"/>
              </a:ext>
            </a:extLst>
          </p:cNvPr>
          <p:cNvSpPr/>
          <p:nvPr/>
        </p:nvSpPr>
        <p:spPr>
          <a:xfrm>
            <a:off x="9586581" y="3134482"/>
            <a:ext cx="764284" cy="885633"/>
          </a:xfrm>
          <a:custGeom>
            <a:avLst/>
            <a:gdLst>
              <a:gd name="connsiteX0" fmla="*/ 105 w 1143105"/>
              <a:gd name="connsiteY0" fmla="*/ 886451 h 1324601"/>
              <a:gd name="connsiteX1" fmla="*/ 28680 w 1143105"/>
              <a:gd name="connsiteY1" fmla="*/ 838826 h 1324601"/>
              <a:gd name="connsiteX2" fmla="*/ 66780 w 1143105"/>
              <a:gd name="connsiteY2" fmla="*/ 781676 h 1324601"/>
              <a:gd name="connsiteX3" fmla="*/ 76305 w 1143105"/>
              <a:gd name="connsiteY3" fmla="*/ 715001 h 1324601"/>
              <a:gd name="connsiteX4" fmla="*/ 66780 w 1143105"/>
              <a:gd name="connsiteY4" fmla="*/ 505451 h 1324601"/>
              <a:gd name="connsiteX5" fmla="*/ 66780 w 1143105"/>
              <a:gd name="connsiteY5" fmla="*/ 200651 h 1324601"/>
              <a:gd name="connsiteX6" fmla="*/ 133455 w 1143105"/>
              <a:gd name="connsiteY6" fmla="*/ 124451 h 1324601"/>
              <a:gd name="connsiteX7" fmla="*/ 171555 w 1143105"/>
              <a:gd name="connsiteY7" fmla="*/ 86351 h 1324601"/>
              <a:gd name="connsiteX8" fmla="*/ 352530 w 1143105"/>
              <a:gd name="connsiteY8" fmla="*/ 19676 h 1324601"/>
              <a:gd name="connsiteX9" fmla="*/ 495405 w 1143105"/>
              <a:gd name="connsiteY9" fmla="*/ 626 h 1324601"/>
              <a:gd name="connsiteX10" fmla="*/ 962130 w 1143105"/>
              <a:gd name="connsiteY10" fmla="*/ 29201 h 1324601"/>
              <a:gd name="connsiteX11" fmla="*/ 1047855 w 1143105"/>
              <a:gd name="connsiteY11" fmla="*/ 67301 h 1324601"/>
              <a:gd name="connsiteX12" fmla="*/ 1095480 w 1143105"/>
              <a:gd name="connsiteY12" fmla="*/ 133976 h 1324601"/>
              <a:gd name="connsiteX13" fmla="*/ 1124055 w 1143105"/>
              <a:gd name="connsiteY13" fmla="*/ 181601 h 1324601"/>
              <a:gd name="connsiteX14" fmla="*/ 1133580 w 1143105"/>
              <a:gd name="connsiteY14" fmla="*/ 248276 h 1324601"/>
              <a:gd name="connsiteX15" fmla="*/ 1143105 w 1143105"/>
              <a:gd name="connsiteY15" fmla="*/ 305426 h 1324601"/>
              <a:gd name="connsiteX16" fmla="*/ 1133580 w 1143105"/>
              <a:gd name="connsiteY16" fmla="*/ 429251 h 1324601"/>
              <a:gd name="connsiteX17" fmla="*/ 1085955 w 1143105"/>
              <a:gd name="connsiteY17" fmla="*/ 553076 h 1324601"/>
              <a:gd name="connsiteX18" fmla="*/ 1066905 w 1143105"/>
              <a:gd name="connsiteY18" fmla="*/ 610226 h 1324601"/>
              <a:gd name="connsiteX19" fmla="*/ 1019280 w 1143105"/>
              <a:gd name="connsiteY19" fmla="*/ 734051 h 1324601"/>
              <a:gd name="connsiteX20" fmla="*/ 1038330 w 1143105"/>
              <a:gd name="connsiteY20" fmla="*/ 962651 h 1324601"/>
              <a:gd name="connsiteX21" fmla="*/ 1066905 w 1143105"/>
              <a:gd name="connsiteY21" fmla="*/ 1048376 h 1324601"/>
              <a:gd name="connsiteX22" fmla="*/ 1076430 w 1143105"/>
              <a:gd name="connsiteY22" fmla="*/ 1096001 h 1324601"/>
              <a:gd name="connsiteX23" fmla="*/ 1047855 w 1143105"/>
              <a:gd name="connsiteY23" fmla="*/ 1276976 h 1324601"/>
              <a:gd name="connsiteX24" fmla="*/ 1019280 w 1143105"/>
              <a:gd name="connsiteY24" fmla="*/ 1286501 h 1324601"/>
              <a:gd name="connsiteX25" fmla="*/ 981180 w 1143105"/>
              <a:gd name="connsiteY25" fmla="*/ 1296026 h 1324601"/>
              <a:gd name="connsiteX26" fmla="*/ 857355 w 1143105"/>
              <a:gd name="connsiteY26" fmla="*/ 1315076 h 1324601"/>
              <a:gd name="connsiteX27" fmla="*/ 714480 w 1143105"/>
              <a:gd name="connsiteY27" fmla="*/ 1324601 h 1324601"/>
              <a:gd name="connsiteX28" fmla="*/ 343005 w 1143105"/>
              <a:gd name="connsiteY28" fmla="*/ 1315076 h 1324601"/>
              <a:gd name="connsiteX29" fmla="*/ 285855 w 1143105"/>
              <a:gd name="connsiteY29" fmla="*/ 1276976 h 1324601"/>
              <a:gd name="connsiteX30" fmla="*/ 266805 w 1143105"/>
              <a:gd name="connsiteY30" fmla="*/ 1248401 h 1324601"/>
              <a:gd name="connsiteX31" fmla="*/ 209655 w 1143105"/>
              <a:gd name="connsiteY31" fmla="*/ 1172201 h 1324601"/>
              <a:gd name="connsiteX32" fmla="*/ 152505 w 1143105"/>
              <a:gd name="connsiteY32" fmla="*/ 1115051 h 1324601"/>
              <a:gd name="connsiteX33" fmla="*/ 85830 w 1143105"/>
              <a:gd name="connsiteY33" fmla="*/ 1029326 h 1324601"/>
              <a:gd name="connsiteX34" fmla="*/ 28680 w 1143105"/>
              <a:gd name="connsiteY34" fmla="*/ 953126 h 1324601"/>
              <a:gd name="connsiteX35" fmla="*/ 19155 w 1143105"/>
              <a:gd name="connsiteY35" fmla="*/ 924551 h 1324601"/>
              <a:gd name="connsiteX36" fmla="*/ 105 w 1143105"/>
              <a:gd name="connsiteY36" fmla="*/ 886451 h 132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43105" h="1324601">
                <a:moveTo>
                  <a:pt x="105" y="886451"/>
                </a:moveTo>
                <a:cubicBezTo>
                  <a:pt x="1692" y="872164"/>
                  <a:pt x="18741" y="854445"/>
                  <a:pt x="28680" y="838826"/>
                </a:cubicBezTo>
                <a:cubicBezTo>
                  <a:pt x="40972" y="819510"/>
                  <a:pt x="58561" y="803045"/>
                  <a:pt x="66780" y="781676"/>
                </a:cubicBezTo>
                <a:cubicBezTo>
                  <a:pt x="74839" y="760722"/>
                  <a:pt x="73130" y="737226"/>
                  <a:pt x="76305" y="715001"/>
                </a:cubicBezTo>
                <a:cubicBezTo>
                  <a:pt x="73130" y="645151"/>
                  <a:pt x="70769" y="575259"/>
                  <a:pt x="66780" y="505451"/>
                </a:cubicBezTo>
                <a:cubicBezTo>
                  <a:pt x="59769" y="382753"/>
                  <a:pt x="44650" y="333430"/>
                  <a:pt x="66780" y="200651"/>
                </a:cubicBezTo>
                <a:cubicBezTo>
                  <a:pt x="73961" y="157567"/>
                  <a:pt x="105894" y="148567"/>
                  <a:pt x="133455" y="124451"/>
                </a:cubicBezTo>
                <a:cubicBezTo>
                  <a:pt x="146972" y="112624"/>
                  <a:pt x="155901" y="95156"/>
                  <a:pt x="171555" y="86351"/>
                </a:cubicBezTo>
                <a:cubicBezTo>
                  <a:pt x="203395" y="68441"/>
                  <a:pt x="304295" y="28446"/>
                  <a:pt x="352530" y="19676"/>
                </a:cubicBezTo>
                <a:cubicBezTo>
                  <a:pt x="399801" y="11081"/>
                  <a:pt x="447780" y="6976"/>
                  <a:pt x="495405" y="626"/>
                </a:cubicBezTo>
                <a:cubicBezTo>
                  <a:pt x="738263" y="6697"/>
                  <a:pt x="790963" y="-16443"/>
                  <a:pt x="962130" y="29201"/>
                </a:cubicBezTo>
                <a:cubicBezTo>
                  <a:pt x="998777" y="38973"/>
                  <a:pt x="1020452" y="44465"/>
                  <a:pt x="1047855" y="67301"/>
                </a:cubicBezTo>
                <a:cubicBezTo>
                  <a:pt x="1084734" y="98033"/>
                  <a:pt x="1072236" y="92137"/>
                  <a:pt x="1095480" y="133976"/>
                </a:cubicBezTo>
                <a:cubicBezTo>
                  <a:pt x="1104471" y="150160"/>
                  <a:pt x="1114530" y="165726"/>
                  <a:pt x="1124055" y="181601"/>
                </a:cubicBezTo>
                <a:cubicBezTo>
                  <a:pt x="1127230" y="203826"/>
                  <a:pt x="1130166" y="226086"/>
                  <a:pt x="1133580" y="248276"/>
                </a:cubicBezTo>
                <a:cubicBezTo>
                  <a:pt x="1136517" y="267364"/>
                  <a:pt x="1143105" y="286113"/>
                  <a:pt x="1143105" y="305426"/>
                </a:cubicBezTo>
                <a:cubicBezTo>
                  <a:pt x="1143105" y="346823"/>
                  <a:pt x="1140036" y="388361"/>
                  <a:pt x="1133580" y="429251"/>
                </a:cubicBezTo>
                <a:cubicBezTo>
                  <a:pt x="1128555" y="461073"/>
                  <a:pt x="1096344" y="526065"/>
                  <a:pt x="1085955" y="553076"/>
                </a:cubicBezTo>
                <a:cubicBezTo>
                  <a:pt x="1078747" y="571818"/>
                  <a:pt x="1073847" y="591384"/>
                  <a:pt x="1066905" y="610226"/>
                </a:cubicBezTo>
                <a:cubicBezTo>
                  <a:pt x="1051617" y="651722"/>
                  <a:pt x="1019280" y="734051"/>
                  <a:pt x="1019280" y="734051"/>
                </a:cubicBezTo>
                <a:cubicBezTo>
                  <a:pt x="1025630" y="810251"/>
                  <a:pt x="1030184" y="886622"/>
                  <a:pt x="1038330" y="962651"/>
                </a:cubicBezTo>
                <a:cubicBezTo>
                  <a:pt x="1042392" y="1000562"/>
                  <a:pt x="1055545" y="1010508"/>
                  <a:pt x="1066905" y="1048376"/>
                </a:cubicBezTo>
                <a:cubicBezTo>
                  <a:pt x="1071557" y="1063883"/>
                  <a:pt x="1073255" y="1080126"/>
                  <a:pt x="1076430" y="1096001"/>
                </a:cubicBezTo>
                <a:cubicBezTo>
                  <a:pt x="1066905" y="1156326"/>
                  <a:pt x="1065404" y="1218479"/>
                  <a:pt x="1047855" y="1276976"/>
                </a:cubicBezTo>
                <a:cubicBezTo>
                  <a:pt x="1044970" y="1286593"/>
                  <a:pt x="1028934" y="1283743"/>
                  <a:pt x="1019280" y="1286501"/>
                </a:cubicBezTo>
                <a:cubicBezTo>
                  <a:pt x="1006693" y="1290097"/>
                  <a:pt x="994017" y="1293459"/>
                  <a:pt x="981180" y="1296026"/>
                </a:cubicBezTo>
                <a:cubicBezTo>
                  <a:pt x="961258" y="1300010"/>
                  <a:pt x="874129" y="1313551"/>
                  <a:pt x="857355" y="1315076"/>
                </a:cubicBezTo>
                <a:cubicBezTo>
                  <a:pt x="809820" y="1319397"/>
                  <a:pt x="762105" y="1321426"/>
                  <a:pt x="714480" y="1324601"/>
                </a:cubicBezTo>
                <a:cubicBezTo>
                  <a:pt x="590655" y="1321426"/>
                  <a:pt x="466730" y="1320968"/>
                  <a:pt x="343005" y="1315076"/>
                </a:cubicBezTo>
                <a:cubicBezTo>
                  <a:pt x="316519" y="1313815"/>
                  <a:pt x="301582" y="1295849"/>
                  <a:pt x="285855" y="1276976"/>
                </a:cubicBezTo>
                <a:cubicBezTo>
                  <a:pt x="278526" y="1268182"/>
                  <a:pt x="273538" y="1257659"/>
                  <a:pt x="266805" y="1248401"/>
                </a:cubicBezTo>
                <a:cubicBezTo>
                  <a:pt x="248131" y="1222724"/>
                  <a:pt x="232106" y="1194652"/>
                  <a:pt x="209655" y="1172201"/>
                </a:cubicBezTo>
                <a:cubicBezTo>
                  <a:pt x="190605" y="1153151"/>
                  <a:pt x="169045" y="1136317"/>
                  <a:pt x="152505" y="1115051"/>
                </a:cubicBezTo>
                <a:cubicBezTo>
                  <a:pt x="130280" y="1086476"/>
                  <a:pt x="105910" y="1059447"/>
                  <a:pt x="85830" y="1029326"/>
                </a:cubicBezTo>
                <a:cubicBezTo>
                  <a:pt x="55503" y="983835"/>
                  <a:pt x="73931" y="1009690"/>
                  <a:pt x="28680" y="953126"/>
                </a:cubicBezTo>
                <a:cubicBezTo>
                  <a:pt x="25505" y="943601"/>
                  <a:pt x="21590" y="934291"/>
                  <a:pt x="19155" y="924551"/>
                </a:cubicBezTo>
                <a:cubicBezTo>
                  <a:pt x="15228" y="908845"/>
                  <a:pt x="-1482" y="900738"/>
                  <a:pt x="105" y="886451"/>
                </a:cubicBezTo>
                <a:close/>
              </a:path>
            </a:pathLst>
          </a:custGeom>
          <a:noFill/>
          <a:ln w="28575">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Forme libre : forme 102">
            <a:extLst>
              <a:ext uri="{FF2B5EF4-FFF2-40B4-BE49-F238E27FC236}">
                <a16:creationId xmlns:a16="http://schemas.microsoft.com/office/drawing/2014/main" id="{90165DE8-6C1D-415D-B407-6A9BA0803642}"/>
              </a:ext>
            </a:extLst>
          </p:cNvPr>
          <p:cNvSpPr/>
          <p:nvPr/>
        </p:nvSpPr>
        <p:spPr>
          <a:xfrm>
            <a:off x="8752385" y="2708215"/>
            <a:ext cx="757845" cy="1146320"/>
          </a:xfrm>
          <a:custGeom>
            <a:avLst/>
            <a:gdLst>
              <a:gd name="connsiteX0" fmla="*/ 123825 w 1133475"/>
              <a:gd name="connsiteY0" fmla="*/ 1524000 h 1714500"/>
              <a:gd name="connsiteX1" fmla="*/ 171450 w 1133475"/>
              <a:gd name="connsiteY1" fmla="*/ 1628775 h 1714500"/>
              <a:gd name="connsiteX2" fmla="*/ 247650 w 1133475"/>
              <a:gd name="connsiteY2" fmla="*/ 1676400 h 1714500"/>
              <a:gd name="connsiteX3" fmla="*/ 381000 w 1133475"/>
              <a:gd name="connsiteY3" fmla="*/ 1714500 h 1714500"/>
              <a:gd name="connsiteX4" fmla="*/ 457200 w 1133475"/>
              <a:gd name="connsiteY4" fmla="*/ 1704975 h 1714500"/>
              <a:gd name="connsiteX5" fmla="*/ 628650 w 1133475"/>
              <a:gd name="connsiteY5" fmla="*/ 1638300 h 1714500"/>
              <a:gd name="connsiteX6" fmla="*/ 781050 w 1133475"/>
              <a:gd name="connsiteY6" fmla="*/ 1552575 h 1714500"/>
              <a:gd name="connsiteX7" fmla="*/ 933450 w 1133475"/>
              <a:gd name="connsiteY7" fmla="*/ 1438275 h 1714500"/>
              <a:gd name="connsiteX8" fmla="*/ 1085850 w 1133475"/>
              <a:gd name="connsiteY8" fmla="*/ 1238250 h 1714500"/>
              <a:gd name="connsiteX9" fmla="*/ 1123950 w 1133475"/>
              <a:gd name="connsiteY9" fmla="*/ 1085850 h 1714500"/>
              <a:gd name="connsiteX10" fmla="*/ 1133475 w 1133475"/>
              <a:gd name="connsiteY10" fmla="*/ 1000125 h 1714500"/>
              <a:gd name="connsiteX11" fmla="*/ 1123950 w 1133475"/>
              <a:gd name="connsiteY11" fmla="*/ 514350 h 1714500"/>
              <a:gd name="connsiteX12" fmla="*/ 1104900 w 1133475"/>
              <a:gd name="connsiteY12" fmla="*/ 466725 h 1714500"/>
              <a:gd name="connsiteX13" fmla="*/ 1095375 w 1133475"/>
              <a:gd name="connsiteY13" fmla="*/ 400050 h 1714500"/>
              <a:gd name="connsiteX14" fmla="*/ 1038225 w 1133475"/>
              <a:gd name="connsiteY14" fmla="*/ 209550 h 1714500"/>
              <a:gd name="connsiteX15" fmla="*/ 1009650 w 1133475"/>
              <a:gd name="connsiteY15" fmla="*/ 123825 h 1714500"/>
              <a:gd name="connsiteX16" fmla="*/ 1000125 w 1133475"/>
              <a:gd name="connsiteY16" fmla="*/ 85725 h 1714500"/>
              <a:gd name="connsiteX17" fmla="*/ 962025 w 1133475"/>
              <a:gd name="connsiteY17" fmla="*/ 47625 h 1714500"/>
              <a:gd name="connsiteX18" fmla="*/ 933450 w 1133475"/>
              <a:gd name="connsiteY18" fmla="*/ 28575 h 1714500"/>
              <a:gd name="connsiteX19" fmla="*/ 781050 w 1133475"/>
              <a:gd name="connsiteY19" fmla="*/ 9525 h 1714500"/>
              <a:gd name="connsiteX20" fmla="*/ 695325 w 1133475"/>
              <a:gd name="connsiteY20" fmla="*/ 0 h 1714500"/>
              <a:gd name="connsiteX21" fmla="*/ 542925 w 1133475"/>
              <a:gd name="connsiteY21" fmla="*/ 9525 h 1714500"/>
              <a:gd name="connsiteX22" fmla="*/ 466725 w 1133475"/>
              <a:gd name="connsiteY22" fmla="*/ 28575 h 1714500"/>
              <a:gd name="connsiteX23" fmla="*/ 352425 w 1133475"/>
              <a:gd name="connsiteY23" fmla="*/ 66675 h 1714500"/>
              <a:gd name="connsiteX24" fmla="*/ 295275 w 1133475"/>
              <a:gd name="connsiteY24" fmla="*/ 104775 h 1714500"/>
              <a:gd name="connsiteX25" fmla="*/ 219075 w 1133475"/>
              <a:gd name="connsiteY25" fmla="*/ 161925 h 1714500"/>
              <a:gd name="connsiteX26" fmla="*/ 142875 w 1133475"/>
              <a:gd name="connsiteY26" fmla="*/ 247650 h 1714500"/>
              <a:gd name="connsiteX27" fmla="*/ 95250 w 1133475"/>
              <a:gd name="connsiteY27" fmla="*/ 323850 h 1714500"/>
              <a:gd name="connsiteX28" fmla="*/ 66675 w 1133475"/>
              <a:gd name="connsiteY28" fmla="*/ 361950 h 1714500"/>
              <a:gd name="connsiteX29" fmla="*/ 57150 w 1133475"/>
              <a:gd name="connsiteY29" fmla="*/ 400050 h 1714500"/>
              <a:gd name="connsiteX30" fmla="*/ 19050 w 1133475"/>
              <a:gd name="connsiteY30" fmla="*/ 485775 h 1714500"/>
              <a:gd name="connsiteX31" fmla="*/ 0 w 1133475"/>
              <a:gd name="connsiteY31" fmla="*/ 561975 h 1714500"/>
              <a:gd name="connsiteX32" fmla="*/ 19050 w 1133475"/>
              <a:gd name="connsiteY32" fmla="*/ 828675 h 1714500"/>
              <a:gd name="connsiteX33" fmla="*/ 47625 w 1133475"/>
              <a:gd name="connsiteY33" fmla="*/ 876300 h 1714500"/>
              <a:gd name="connsiteX34" fmla="*/ 85725 w 1133475"/>
              <a:gd name="connsiteY34" fmla="*/ 933450 h 1714500"/>
              <a:gd name="connsiteX35" fmla="*/ 133350 w 1133475"/>
              <a:gd name="connsiteY35" fmla="*/ 1009650 h 1714500"/>
              <a:gd name="connsiteX36" fmla="*/ 142875 w 1133475"/>
              <a:gd name="connsiteY36" fmla="*/ 1047750 h 1714500"/>
              <a:gd name="connsiteX37" fmla="*/ 180975 w 1133475"/>
              <a:gd name="connsiteY37" fmla="*/ 1143000 h 1714500"/>
              <a:gd name="connsiteX38" fmla="*/ 171450 w 1133475"/>
              <a:gd name="connsiteY38" fmla="*/ 1524000 h 1714500"/>
              <a:gd name="connsiteX39" fmla="*/ 123825 w 1133475"/>
              <a:gd name="connsiteY39" fmla="*/ 15240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33475" h="1714500">
                <a:moveTo>
                  <a:pt x="123825" y="1524000"/>
                </a:moveTo>
                <a:cubicBezTo>
                  <a:pt x="123825" y="1541462"/>
                  <a:pt x="147258" y="1599000"/>
                  <a:pt x="171450" y="1628775"/>
                </a:cubicBezTo>
                <a:cubicBezTo>
                  <a:pt x="190338" y="1652022"/>
                  <a:pt x="221221" y="1662305"/>
                  <a:pt x="247650" y="1676400"/>
                </a:cubicBezTo>
                <a:cubicBezTo>
                  <a:pt x="311536" y="1710472"/>
                  <a:pt x="312137" y="1704662"/>
                  <a:pt x="381000" y="1714500"/>
                </a:cubicBezTo>
                <a:cubicBezTo>
                  <a:pt x="406400" y="1711325"/>
                  <a:pt x="432283" y="1710838"/>
                  <a:pt x="457200" y="1704975"/>
                </a:cubicBezTo>
                <a:cubicBezTo>
                  <a:pt x="503906" y="1693985"/>
                  <a:pt x="586706" y="1660111"/>
                  <a:pt x="628650" y="1638300"/>
                </a:cubicBezTo>
                <a:cubicBezTo>
                  <a:pt x="680362" y="1611410"/>
                  <a:pt x="734422" y="1587546"/>
                  <a:pt x="781050" y="1552575"/>
                </a:cubicBezTo>
                <a:cubicBezTo>
                  <a:pt x="831850" y="1514475"/>
                  <a:pt x="892433" y="1486750"/>
                  <a:pt x="933450" y="1438275"/>
                </a:cubicBezTo>
                <a:cubicBezTo>
                  <a:pt x="1057573" y="1291584"/>
                  <a:pt x="1009569" y="1360300"/>
                  <a:pt x="1085850" y="1238250"/>
                </a:cubicBezTo>
                <a:cubicBezTo>
                  <a:pt x="1101540" y="1183333"/>
                  <a:pt x="1114324" y="1143604"/>
                  <a:pt x="1123950" y="1085850"/>
                </a:cubicBezTo>
                <a:cubicBezTo>
                  <a:pt x="1128677" y="1057490"/>
                  <a:pt x="1130300" y="1028700"/>
                  <a:pt x="1133475" y="1000125"/>
                </a:cubicBezTo>
                <a:cubicBezTo>
                  <a:pt x="1130300" y="838200"/>
                  <a:pt x="1132614" y="676074"/>
                  <a:pt x="1123950" y="514350"/>
                </a:cubicBezTo>
                <a:cubicBezTo>
                  <a:pt x="1123035" y="497277"/>
                  <a:pt x="1109047" y="483312"/>
                  <a:pt x="1104900" y="466725"/>
                </a:cubicBezTo>
                <a:cubicBezTo>
                  <a:pt x="1099455" y="444945"/>
                  <a:pt x="1100575" y="421890"/>
                  <a:pt x="1095375" y="400050"/>
                </a:cubicBezTo>
                <a:cubicBezTo>
                  <a:pt x="1012116" y="50362"/>
                  <a:pt x="1089113" y="396141"/>
                  <a:pt x="1038225" y="209550"/>
                </a:cubicBezTo>
                <a:cubicBezTo>
                  <a:pt x="989519" y="30961"/>
                  <a:pt x="1067862" y="279057"/>
                  <a:pt x="1009650" y="123825"/>
                </a:cubicBezTo>
                <a:cubicBezTo>
                  <a:pt x="1005053" y="111568"/>
                  <a:pt x="1007063" y="96826"/>
                  <a:pt x="1000125" y="85725"/>
                </a:cubicBezTo>
                <a:cubicBezTo>
                  <a:pt x="990606" y="70495"/>
                  <a:pt x="975662" y="59314"/>
                  <a:pt x="962025" y="47625"/>
                </a:cubicBezTo>
                <a:cubicBezTo>
                  <a:pt x="953333" y="40175"/>
                  <a:pt x="943972" y="33084"/>
                  <a:pt x="933450" y="28575"/>
                </a:cubicBezTo>
                <a:cubicBezTo>
                  <a:pt x="896983" y="12946"/>
                  <a:pt x="795303" y="10882"/>
                  <a:pt x="781050" y="9525"/>
                </a:cubicBezTo>
                <a:cubicBezTo>
                  <a:pt x="752429" y="6799"/>
                  <a:pt x="723900" y="3175"/>
                  <a:pt x="695325" y="0"/>
                </a:cubicBezTo>
                <a:cubicBezTo>
                  <a:pt x="644525" y="3175"/>
                  <a:pt x="593431" y="3212"/>
                  <a:pt x="542925" y="9525"/>
                </a:cubicBezTo>
                <a:cubicBezTo>
                  <a:pt x="516945" y="12772"/>
                  <a:pt x="492023" y="21829"/>
                  <a:pt x="466725" y="28575"/>
                </a:cubicBezTo>
                <a:cubicBezTo>
                  <a:pt x="438017" y="36230"/>
                  <a:pt x="381266" y="50944"/>
                  <a:pt x="352425" y="66675"/>
                </a:cubicBezTo>
                <a:cubicBezTo>
                  <a:pt x="332325" y="77638"/>
                  <a:pt x="313591" y="91038"/>
                  <a:pt x="295275" y="104775"/>
                </a:cubicBezTo>
                <a:cubicBezTo>
                  <a:pt x="269875" y="123825"/>
                  <a:pt x="238125" y="136525"/>
                  <a:pt x="219075" y="161925"/>
                </a:cubicBezTo>
                <a:cubicBezTo>
                  <a:pt x="152062" y="251276"/>
                  <a:pt x="237036" y="141719"/>
                  <a:pt x="142875" y="247650"/>
                </a:cubicBezTo>
                <a:cubicBezTo>
                  <a:pt x="97430" y="298775"/>
                  <a:pt x="128868" y="270061"/>
                  <a:pt x="95250" y="323850"/>
                </a:cubicBezTo>
                <a:cubicBezTo>
                  <a:pt x="86836" y="337312"/>
                  <a:pt x="76200" y="349250"/>
                  <a:pt x="66675" y="361950"/>
                </a:cubicBezTo>
                <a:cubicBezTo>
                  <a:pt x="63500" y="374650"/>
                  <a:pt x="61747" y="387793"/>
                  <a:pt x="57150" y="400050"/>
                </a:cubicBezTo>
                <a:cubicBezTo>
                  <a:pt x="25914" y="483346"/>
                  <a:pt x="48840" y="388959"/>
                  <a:pt x="19050" y="485775"/>
                </a:cubicBezTo>
                <a:cubicBezTo>
                  <a:pt x="11350" y="510799"/>
                  <a:pt x="6350" y="536575"/>
                  <a:pt x="0" y="561975"/>
                </a:cubicBezTo>
                <a:cubicBezTo>
                  <a:pt x="6350" y="650875"/>
                  <a:pt x="5698" y="740554"/>
                  <a:pt x="19050" y="828675"/>
                </a:cubicBezTo>
                <a:cubicBezTo>
                  <a:pt x="21823" y="846979"/>
                  <a:pt x="37686" y="860681"/>
                  <a:pt x="47625" y="876300"/>
                </a:cubicBezTo>
                <a:cubicBezTo>
                  <a:pt x="59917" y="895616"/>
                  <a:pt x="73945" y="913817"/>
                  <a:pt x="85725" y="933450"/>
                </a:cubicBezTo>
                <a:cubicBezTo>
                  <a:pt x="138024" y="1020615"/>
                  <a:pt x="67020" y="921209"/>
                  <a:pt x="133350" y="1009650"/>
                </a:cubicBezTo>
                <a:cubicBezTo>
                  <a:pt x="136525" y="1022350"/>
                  <a:pt x="138472" y="1035422"/>
                  <a:pt x="142875" y="1047750"/>
                </a:cubicBezTo>
                <a:cubicBezTo>
                  <a:pt x="154376" y="1079954"/>
                  <a:pt x="180975" y="1143000"/>
                  <a:pt x="180975" y="1143000"/>
                </a:cubicBezTo>
                <a:cubicBezTo>
                  <a:pt x="197381" y="1307062"/>
                  <a:pt x="200453" y="1284722"/>
                  <a:pt x="171450" y="1524000"/>
                </a:cubicBezTo>
                <a:cubicBezTo>
                  <a:pt x="170072" y="1535364"/>
                  <a:pt x="123825" y="1506538"/>
                  <a:pt x="123825" y="1524000"/>
                </a:cubicBezTo>
                <a:close/>
              </a:path>
            </a:pathLst>
          </a:custGeom>
          <a:noFill/>
          <a:ln w="28575">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Forme libre : forme 103">
            <a:extLst>
              <a:ext uri="{FF2B5EF4-FFF2-40B4-BE49-F238E27FC236}">
                <a16:creationId xmlns:a16="http://schemas.microsoft.com/office/drawing/2014/main" id="{277A13A3-AED5-4EA5-A82E-0382729077CF}"/>
              </a:ext>
            </a:extLst>
          </p:cNvPr>
          <p:cNvSpPr/>
          <p:nvPr/>
        </p:nvSpPr>
        <p:spPr>
          <a:xfrm>
            <a:off x="10395444" y="2733689"/>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 name="Graphique 53" descr="Lumières allumées avec un remplissage uni">
            <a:extLst>
              <a:ext uri="{FF2B5EF4-FFF2-40B4-BE49-F238E27FC236}">
                <a16:creationId xmlns:a16="http://schemas.microsoft.com/office/drawing/2014/main" id="{CB89F038-6AB2-4EE5-936B-2732A4F0A60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65226" y="5735545"/>
            <a:ext cx="857899" cy="857899"/>
          </a:xfrm>
          <a:prstGeom prst="rect">
            <a:avLst/>
          </a:prstGeom>
        </p:spPr>
      </p:pic>
      <p:pic>
        <p:nvPicPr>
          <p:cNvPr id="56" name="Graphique 55" descr="Ampoule et engrenage avec un remplissage uni">
            <a:extLst>
              <a:ext uri="{FF2B5EF4-FFF2-40B4-BE49-F238E27FC236}">
                <a16:creationId xmlns:a16="http://schemas.microsoft.com/office/drawing/2014/main" id="{435026E5-3F72-4DAE-B1D5-59E4B98AAB8F}"/>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2077442" y="4690983"/>
            <a:ext cx="857899" cy="857899"/>
          </a:xfrm>
          <a:prstGeom prst="rect">
            <a:avLst/>
          </a:prstGeom>
        </p:spPr>
      </p:pic>
      <p:pic>
        <p:nvPicPr>
          <p:cNvPr id="58" name="Graphique 57" descr="Ampoule et crayon avec un remplissage uni">
            <a:extLst>
              <a:ext uri="{FF2B5EF4-FFF2-40B4-BE49-F238E27FC236}">
                <a16:creationId xmlns:a16="http://schemas.microsoft.com/office/drawing/2014/main" id="{7B7AF53A-E83C-4C94-B0F3-11F9AA40F356}"/>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253010" y="4702741"/>
            <a:ext cx="857899" cy="857899"/>
          </a:xfrm>
          <a:prstGeom prst="rect">
            <a:avLst/>
          </a:prstGeom>
        </p:spPr>
      </p:pic>
      <p:sp>
        <p:nvSpPr>
          <p:cNvPr id="116" name="Flèche : droite 115">
            <a:extLst>
              <a:ext uri="{FF2B5EF4-FFF2-40B4-BE49-F238E27FC236}">
                <a16:creationId xmlns:a16="http://schemas.microsoft.com/office/drawing/2014/main" id="{9875D866-76B7-45C3-B2B6-847FCBC128F2}"/>
              </a:ext>
            </a:extLst>
          </p:cNvPr>
          <p:cNvSpPr/>
          <p:nvPr/>
        </p:nvSpPr>
        <p:spPr>
          <a:xfrm rot="18931565">
            <a:off x="1840284" y="5425701"/>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Flèche : droite 116">
            <a:extLst>
              <a:ext uri="{FF2B5EF4-FFF2-40B4-BE49-F238E27FC236}">
                <a16:creationId xmlns:a16="http://schemas.microsoft.com/office/drawing/2014/main" id="{CC36EE51-0972-46C7-B6DA-F00E3DE6EEFF}"/>
              </a:ext>
            </a:extLst>
          </p:cNvPr>
          <p:cNvSpPr/>
          <p:nvPr/>
        </p:nvSpPr>
        <p:spPr>
          <a:xfrm rot="2577627">
            <a:off x="2752499" y="5432847"/>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5" name="Graphique 514" descr="Document avec un remplissage uni">
            <a:extLst>
              <a:ext uri="{FF2B5EF4-FFF2-40B4-BE49-F238E27FC236}">
                <a16:creationId xmlns:a16="http://schemas.microsoft.com/office/drawing/2014/main" id="{15E47483-587E-4600-BE7A-81D5E6225A79}"/>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673048" y="5538771"/>
            <a:ext cx="1107267" cy="1107267"/>
          </a:xfrm>
          <a:prstGeom prst="rect">
            <a:avLst/>
          </a:prstGeom>
        </p:spPr>
      </p:pic>
      <p:pic>
        <p:nvPicPr>
          <p:cNvPr id="517" name="Graphique 516" descr="Programmeur avec un remplissage uni">
            <a:extLst>
              <a:ext uri="{FF2B5EF4-FFF2-40B4-BE49-F238E27FC236}">
                <a16:creationId xmlns:a16="http://schemas.microsoft.com/office/drawing/2014/main" id="{79BC356F-5687-49DB-BF4E-D9FC6D8266EA}"/>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713918" y="4821784"/>
            <a:ext cx="1107267" cy="1107267"/>
          </a:xfrm>
          <a:prstGeom prst="rect">
            <a:avLst/>
          </a:prstGeom>
        </p:spPr>
      </p:pic>
      <p:pic>
        <p:nvPicPr>
          <p:cNvPr id="519" name="Graphique 518" descr="Presse-papiers vérifié avec un remplissage uni">
            <a:extLst>
              <a:ext uri="{FF2B5EF4-FFF2-40B4-BE49-F238E27FC236}">
                <a16:creationId xmlns:a16="http://schemas.microsoft.com/office/drawing/2014/main" id="{290B6A78-DD2A-4F32-9C5B-93358A4BAAA8}"/>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165660" y="4697750"/>
            <a:ext cx="1804743" cy="1804743"/>
          </a:xfrm>
          <a:prstGeom prst="rect">
            <a:avLst/>
          </a:prstGeom>
        </p:spPr>
      </p:pic>
      <p:pic>
        <p:nvPicPr>
          <p:cNvPr id="521" name="Graphique 520" descr="Engrenages avec un remplissage uni">
            <a:extLst>
              <a:ext uri="{FF2B5EF4-FFF2-40B4-BE49-F238E27FC236}">
                <a16:creationId xmlns:a16="http://schemas.microsoft.com/office/drawing/2014/main" id="{3EC63CB2-2F2D-420D-BEA4-BF9155491B34}"/>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2989655" y="5693220"/>
            <a:ext cx="991525" cy="991525"/>
          </a:xfrm>
          <a:prstGeom prst="rect">
            <a:avLst/>
          </a:prstGeom>
        </p:spPr>
      </p:pic>
      <p:sp>
        <p:nvSpPr>
          <p:cNvPr id="126" name="Flèche : droite 125">
            <a:extLst>
              <a:ext uri="{FF2B5EF4-FFF2-40B4-BE49-F238E27FC236}">
                <a16:creationId xmlns:a16="http://schemas.microsoft.com/office/drawing/2014/main" id="{A2EBA6AF-FB15-4C6F-9113-49D0DB1FD691}"/>
              </a:ext>
            </a:extLst>
          </p:cNvPr>
          <p:cNvSpPr/>
          <p:nvPr/>
        </p:nvSpPr>
        <p:spPr>
          <a:xfrm rot="2577627">
            <a:off x="928068" y="5432847"/>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0" name="Graphique 129" descr="Aide avec un remplissage uni">
            <a:extLst>
              <a:ext uri="{FF2B5EF4-FFF2-40B4-BE49-F238E27FC236}">
                <a16:creationId xmlns:a16="http://schemas.microsoft.com/office/drawing/2014/main" id="{47DEDFF1-CC42-4101-A6EB-C64730676D7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1588934" y="753137"/>
            <a:ext cx="914400" cy="914400"/>
          </a:xfrm>
          <a:prstGeom prst="rect">
            <a:avLst/>
          </a:prstGeom>
        </p:spPr>
      </p:pic>
      <p:pic>
        <p:nvPicPr>
          <p:cNvPr id="131" name="Graphique 130" descr="Lumières allumées avec un remplissage uni">
            <a:extLst>
              <a:ext uri="{FF2B5EF4-FFF2-40B4-BE49-F238E27FC236}">
                <a16:creationId xmlns:a16="http://schemas.microsoft.com/office/drawing/2014/main" id="{0A4D5DCB-AB23-41A5-9D00-8AA3801163B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7658" y="300868"/>
            <a:ext cx="759313" cy="759313"/>
          </a:xfrm>
          <a:prstGeom prst="rect">
            <a:avLst/>
          </a:prstGeom>
        </p:spPr>
      </p:pic>
      <p:pic>
        <p:nvPicPr>
          <p:cNvPr id="132" name="Graphique 131" descr="Document avec un remplissage uni">
            <a:extLst>
              <a:ext uri="{FF2B5EF4-FFF2-40B4-BE49-F238E27FC236}">
                <a16:creationId xmlns:a16="http://schemas.microsoft.com/office/drawing/2014/main" id="{1D7EA037-CBB8-4DF7-8979-495834E428D0}"/>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2969389" y="1479464"/>
            <a:ext cx="594433" cy="594433"/>
          </a:xfrm>
          <a:prstGeom prst="rect">
            <a:avLst/>
          </a:prstGeom>
        </p:spPr>
      </p:pic>
      <p:grpSp>
        <p:nvGrpSpPr>
          <p:cNvPr id="524" name="Groupe 523">
            <a:extLst>
              <a:ext uri="{FF2B5EF4-FFF2-40B4-BE49-F238E27FC236}">
                <a16:creationId xmlns:a16="http://schemas.microsoft.com/office/drawing/2014/main" id="{52E4431A-A5D3-4A6E-A6EF-537A0E09D476}"/>
              </a:ext>
            </a:extLst>
          </p:cNvPr>
          <p:cNvGrpSpPr/>
          <p:nvPr/>
        </p:nvGrpSpPr>
        <p:grpSpPr>
          <a:xfrm>
            <a:off x="593644" y="1378068"/>
            <a:ext cx="445506" cy="619997"/>
            <a:chOff x="928941" y="1083787"/>
            <a:chExt cx="764213" cy="1063531"/>
          </a:xfrm>
        </p:grpSpPr>
        <p:sp>
          <p:nvSpPr>
            <p:cNvPr id="133" name="Rectangle 132">
              <a:extLst>
                <a:ext uri="{FF2B5EF4-FFF2-40B4-BE49-F238E27FC236}">
                  <a16:creationId xmlns:a16="http://schemas.microsoft.com/office/drawing/2014/main" id="{1F914BC6-EAE2-406C-8084-ADD78B62A2AE}"/>
                </a:ext>
              </a:extLst>
            </p:cNvPr>
            <p:cNvSpPr/>
            <p:nvPr/>
          </p:nvSpPr>
          <p:spPr>
            <a:xfrm>
              <a:off x="1367902" y="1258707"/>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61A68653-D23F-4851-BAC6-7C11D1B65FD4}"/>
                </a:ext>
              </a:extLst>
            </p:cNvPr>
            <p:cNvSpPr/>
            <p:nvPr/>
          </p:nvSpPr>
          <p:spPr>
            <a:xfrm>
              <a:off x="1366680" y="1585858"/>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168B1608-F3D4-4E1B-A517-DC11CC4C8C57}"/>
                </a:ext>
              </a:extLst>
            </p:cNvPr>
            <p:cNvSpPr/>
            <p:nvPr/>
          </p:nvSpPr>
          <p:spPr>
            <a:xfrm>
              <a:off x="1069550" y="1134646"/>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8A2AD52-49B8-42B9-AF4F-8CF86770124B}"/>
                </a:ext>
              </a:extLst>
            </p:cNvPr>
            <p:cNvSpPr/>
            <p:nvPr/>
          </p:nvSpPr>
          <p:spPr>
            <a:xfrm>
              <a:off x="1045262" y="1490814"/>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E5A147-5617-4EA9-9B5F-3645FD7362E6}"/>
                </a:ext>
              </a:extLst>
            </p:cNvPr>
            <p:cNvSpPr/>
            <p:nvPr/>
          </p:nvSpPr>
          <p:spPr>
            <a:xfrm>
              <a:off x="1105408" y="184506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Forme libre : forme 137">
              <a:extLst>
                <a:ext uri="{FF2B5EF4-FFF2-40B4-BE49-F238E27FC236}">
                  <a16:creationId xmlns:a16="http://schemas.microsoft.com/office/drawing/2014/main" id="{4DB3871A-C504-4C95-B347-AC5C1A8CFC35}"/>
                </a:ext>
              </a:extLst>
            </p:cNvPr>
            <p:cNvSpPr/>
            <p:nvPr/>
          </p:nvSpPr>
          <p:spPr>
            <a:xfrm>
              <a:off x="928941" y="1083787"/>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0" name="Graphique 139" descr="Bulle de pensée avec un remplissage uni">
            <a:extLst>
              <a:ext uri="{FF2B5EF4-FFF2-40B4-BE49-F238E27FC236}">
                <a16:creationId xmlns:a16="http://schemas.microsoft.com/office/drawing/2014/main" id="{67BB8805-39F2-4E56-87F5-1F1A729FE76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29970" y="202010"/>
            <a:ext cx="1104586" cy="1104586"/>
          </a:xfrm>
          <a:prstGeom prst="rect">
            <a:avLst/>
          </a:prstGeom>
        </p:spPr>
      </p:pic>
      <p:pic>
        <p:nvPicPr>
          <p:cNvPr id="526" name="Graphique 525" descr="Crayon avec un remplissage uni">
            <a:extLst>
              <a:ext uri="{FF2B5EF4-FFF2-40B4-BE49-F238E27FC236}">
                <a16:creationId xmlns:a16="http://schemas.microsoft.com/office/drawing/2014/main" id="{DA7F6259-B6CB-4CD1-BB88-80CD9B4BEF18}"/>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6575506" y="4874065"/>
            <a:ext cx="914400" cy="914400"/>
          </a:xfrm>
          <a:prstGeom prst="rect">
            <a:avLst/>
          </a:prstGeom>
        </p:spPr>
      </p:pic>
    </p:spTree>
    <p:extLst>
      <p:ext uri="{BB962C8B-B14F-4D97-AF65-F5344CB8AC3E}">
        <p14:creationId xmlns:p14="http://schemas.microsoft.com/office/powerpoint/2010/main" val="3762067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AA5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Présentation avec multimédia avec un remplissage uni">
            <a:extLst>
              <a:ext uri="{FF2B5EF4-FFF2-40B4-BE49-F238E27FC236}">
                <a16:creationId xmlns:a16="http://schemas.microsoft.com/office/drawing/2014/main" id="{6BD0A308-6D96-41F6-865A-53D200263EB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3681" y="229177"/>
            <a:ext cx="1871201" cy="1871201"/>
          </a:xfrm>
          <a:prstGeom prst="rect">
            <a:avLst/>
          </a:prstGeom>
        </p:spPr>
      </p:pic>
      <p:sp>
        <p:nvSpPr>
          <p:cNvPr id="17" name="Flèche : droite 16">
            <a:extLst>
              <a:ext uri="{FF2B5EF4-FFF2-40B4-BE49-F238E27FC236}">
                <a16:creationId xmlns:a16="http://schemas.microsoft.com/office/drawing/2014/main" id="{BF928589-8A7B-4FDD-B0B5-771F9DCD7D7B}"/>
              </a:ext>
            </a:extLst>
          </p:cNvPr>
          <p:cNvSpPr/>
          <p:nvPr/>
        </p:nvSpPr>
        <p:spPr>
          <a:xfrm>
            <a:off x="5421351" y="329919"/>
            <a:ext cx="1618642" cy="170133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pic>
        <p:nvPicPr>
          <p:cNvPr id="9" name="Graphique 8" descr="Télescope avec un remplissage uni">
            <a:extLst>
              <a:ext uri="{FF2B5EF4-FFF2-40B4-BE49-F238E27FC236}">
                <a16:creationId xmlns:a16="http://schemas.microsoft.com/office/drawing/2014/main" id="{BE5D7A59-F997-4021-9305-0992349157D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660512" y="475289"/>
            <a:ext cx="914400" cy="914400"/>
          </a:xfrm>
          <a:prstGeom prst="rect">
            <a:avLst/>
          </a:prstGeom>
        </p:spPr>
      </p:pic>
      <p:pic>
        <p:nvPicPr>
          <p:cNvPr id="13" name="Graphique 12" descr="Loupe avec un remplissage uni">
            <a:extLst>
              <a:ext uri="{FF2B5EF4-FFF2-40B4-BE49-F238E27FC236}">
                <a16:creationId xmlns:a16="http://schemas.microsoft.com/office/drawing/2014/main" id="{E293DD7D-D828-4AF5-AC45-96CEBE9439D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661119" y="475289"/>
            <a:ext cx="914400" cy="914400"/>
          </a:xfrm>
          <a:prstGeom prst="rect">
            <a:avLst/>
          </a:prstGeom>
        </p:spPr>
      </p:pic>
      <p:pic>
        <p:nvPicPr>
          <p:cNvPr id="15" name="Graphique 14" descr="Presse-papiers partiellement barré avec un remplissage uni">
            <a:extLst>
              <a:ext uri="{FF2B5EF4-FFF2-40B4-BE49-F238E27FC236}">
                <a16:creationId xmlns:a16="http://schemas.microsoft.com/office/drawing/2014/main" id="{F2EB3EB7-70FC-41B0-8B16-3EDC479A4FA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574912" y="1110721"/>
            <a:ext cx="914400" cy="914400"/>
          </a:xfrm>
          <a:prstGeom prst="rect">
            <a:avLst/>
          </a:prstGeom>
        </p:spPr>
      </p:pic>
      <p:pic>
        <p:nvPicPr>
          <p:cNvPr id="3" name="Graphique 2" descr="Applaudissements avec un remplissage uni">
            <a:extLst>
              <a:ext uri="{FF2B5EF4-FFF2-40B4-BE49-F238E27FC236}">
                <a16:creationId xmlns:a16="http://schemas.microsoft.com/office/drawing/2014/main" id="{0CBE56C6-C9C7-412D-950F-06354D3DD2DA}"/>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45756" y="2384808"/>
            <a:ext cx="1195027" cy="1195027"/>
          </a:xfrm>
          <a:prstGeom prst="rect">
            <a:avLst/>
          </a:prstGeom>
        </p:spPr>
      </p:pic>
      <p:pic>
        <p:nvPicPr>
          <p:cNvPr id="6" name="Graphique 5" descr="Bière avec un remplissage uni">
            <a:extLst>
              <a:ext uri="{FF2B5EF4-FFF2-40B4-BE49-F238E27FC236}">
                <a16:creationId xmlns:a16="http://schemas.microsoft.com/office/drawing/2014/main" id="{088A27F3-E04F-4F0D-8D3B-5EC2D5C9EB9E}"/>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227301" y="3225464"/>
            <a:ext cx="1247727" cy="1247727"/>
          </a:xfrm>
          <a:prstGeom prst="rect">
            <a:avLst/>
          </a:prstGeom>
        </p:spPr>
      </p:pic>
      <p:pic>
        <p:nvPicPr>
          <p:cNvPr id="20" name="Graphique 19" descr="Applaudissements avec un remplissage uni">
            <a:extLst>
              <a:ext uri="{FF2B5EF4-FFF2-40B4-BE49-F238E27FC236}">
                <a16:creationId xmlns:a16="http://schemas.microsoft.com/office/drawing/2014/main" id="{0312E29C-7D86-424C-8303-E652AB0EDEA3}"/>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2830687" y="2384808"/>
            <a:ext cx="1195027" cy="1195027"/>
          </a:xfrm>
          <a:prstGeom prst="rect">
            <a:avLst/>
          </a:prstGeom>
        </p:spPr>
      </p:pic>
      <p:pic>
        <p:nvPicPr>
          <p:cNvPr id="21" name="Graphique 20" descr="Bière avec un remplissage uni">
            <a:extLst>
              <a:ext uri="{FF2B5EF4-FFF2-40B4-BE49-F238E27FC236}">
                <a16:creationId xmlns:a16="http://schemas.microsoft.com/office/drawing/2014/main" id="{71258CE3-0635-44A0-A217-475F671C2064}"/>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flipH="1">
            <a:off x="691328" y="3225464"/>
            <a:ext cx="1247727" cy="1247727"/>
          </a:xfrm>
          <a:prstGeom prst="rect">
            <a:avLst/>
          </a:prstGeom>
        </p:spPr>
      </p:pic>
    </p:spTree>
    <p:extLst>
      <p:ext uri="{BB962C8B-B14F-4D97-AF65-F5344CB8AC3E}">
        <p14:creationId xmlns:p14="http://schemas.microsoft.com/office/powerpoint/2010/main" val="2257240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Outils support</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en-US"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264483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F841B-0E7B-61D2-4E50-784FE41D1667}"/>
              </a:ext>
            </a:extLst>
          </p:cNvPr>
          <p:cNvSpPr>
            <a:spLocks noGrp="1"/>
          </p:cNvSpPr>
          <p:nvPr>
            <p:ph type="title"/>
          </p:nvPr>
        </p:nvSpPr>
        <p:spPr/>
        <p:txBody>
          <a:bodyPr/>
          <a:lstStyle/>
          <a:p>
            <a:r>
              <a:rPr lang="fr-FR" dirty="0"/>
              <a:t>Que sont les Outils et supports ?</a:t>
            </a:r>
          </a:p>
        </p:txBody>
      </p:sp>
      <p:sp>
        <p:nvSpPr>
          <p:cNvPr id="3" name="Espace réservé du contenu 2">
            <a:extLst>
              <a:ext uri="{FF2B5EF4-FFF2-40B4-BE49-F238E27FC236}">
                <a16:creationId xmlns:a16="http://schemas.microsoft.com/office/drawing/2014/main" id="{8862EBA9-AE21-B8E8-D1E8-CE32260ACBC3}"/>
              </a:ext>
            </a:extLst>
          </p:cNvPr>
          <p:cNvSpPr>
            <a:spLocks noGrp="1"/>
          </p:cNvSpPr>
          <p:nvPr>
            <p:ph idx="1"/>
          </p:nvPr>
        </p:nvSpPr>
        <p:spPr/>
        <p:txBody>
          <a:bodyPr/>
          <a:lstStyle/>
          <a:p>
            <a:r>
              <a:rPr lang="fr-FR" dirty="0"/>
              <a:t>Les outils de support sont l'ensemble des matériels, informations, et tout ce qui n'est pas humain (ou être vivant) pouvant vous aider dans votre atelier. Cela inclut les objets, mais également les logiciels, les lieux et espaces que vous avez à </a:t>
            </a:r>
            <a:r>
              <a:rPr lang="fr-FR" dirty="0" err="1"/>
              <a:t>disposition.Les</a:t>
            </a:r>
            <a:r>
              <a:rPr lang="fr-FR" dirty="0"/>
              <a:t> bons supports peuvent énormément aider à votre conception d'ateliers, et il reste à bien les choisir. Il est rare de choisir cependant ses activités ou le thème de son atelier sur la base du matériel à disposition.</a:t>
            </a:r>
          </a:p>
        </p:txBody>
      </p:sp>
    </p:spTree>
    <p:extLst>
      <p:ext uri="{BB962C8B-B14F-4D97-AF65-F5344CB8AC3E}">
        <p14:creationId xmlns:p14="http://schemas.microsoft.com/office/powerpoint/2010/main" val="2054174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81EE08-B227-A5C8-0C1F-04BB6A309202}"/>
              </a:ext>
            </a:extLst>
          </p:cNvPr>
          <p:cNvSpPr>
            <a:spLocks noGrp="1"/>
          </p:cNvSpPr>
          <p:nvPr>
            <p:ph type="title"/>
          </p:nvPr>
        </p:nvSpPr>
        <p:spPr/>
        <p:txBody>
          <a:bodyPr/>
          <a:lstStyle/>
          <a:p>
            <a:r>
              <a:rPr lang="fr-FR" dirty="0"/>
              <a:t>Outils et support</a:t>
            </a:r>
          </a:p>
        </p:txBody>
      </p:sp>
      <p:sp>
        <p:nvSpPr>
          <p:cNvPr id="3" name="Espace réservé du contenu 2">
            <a:extLst>
              <a:ext uri="{FF2B5EF4-FFF2-40B4-BE49-F238E27FC236}">
                <a16:creationId xmlns:a16="http://schemas.microsoft.com/office/drawing/2014/main" id="{6AC272E6-5318-8FD7-CE9A-0EEF1C7F3923}"/>
              </a:ext>
            </a:extLst>
          </p:cNvPr>
          <p:cNvSpPr>
            <a:spLocks noGrp="1"/>
          </p:cNvSpPr>
          <p:nvPr>
            <p:ph idx="1"/>
          </p:nvPr>
        </p:nvSpPr>
        <p:spPr/>
        <p:txBody>
          <a:bodyPr>
            <a:normAutofit fontScale="55000" lnSpcReduction="20000"/>
          </a:bodyPr>
          <a:lstStyle/>
          <a:p>
            <a:r>
              <a:rPr lang="fr-FR" dirty="0"/>
              <a:t>Sans support particulier</a:t>
            </a:r>
          </a:p>
          <a:p>
            <a:r>
              <a:rPr lang="fr-FR" dirty="0"/>
              <a:t>Jeu de cartes</a:t>
            </a:r>
          </a:p>
          <a:p>
            <a:r>
              <a:rPr lang="fr-FR" dirty="0"/>
              <a:t>Objets, accessoires</a:t>
            </a:r>
          </a:p>
          <a:p>
            <a:r>
              <a:rPr lang="fr-FR" dirty="0"/>
              <a:t>Mur de management visuel physique</a:t>
            </a:r>
          </a:p>
          <a:p>
            <a:r>
              <a:rPr lang="fr-FR" dirty="0"/>
              <a:t>Mur de management visuel virtuel</a:t>
            </a:r>
          </a:p>
          <a:p>
            <a:r>
              <a:rPr lang="fr-FR" dirty="0"/>
              <a:t>Espace virtuel</a:t>
            </a:r>
          </a:p>
          <a:p>
            <a:r>
              <a:rPr lang="fr-FR" dirty="0"/>
              <a:t>Espaces physiques isolables les uns des autres / </a:t>
            </a:r>
            <a:r>
              <a:rPr lang="fr-FR" dirty="0" err="1"/>
              <a:t>Ilôts</a:t>
            </a:r>
            <a:r>
              <a:rPr lang="fr-FR" dirty="0"/>
              <a:t> de tables / salles </a:t>
            </a:r>
          </a:p>
          <a:p>
            <a:r>
              <a:rPr lang="fr-FR" dirty="0"/>
              <a:t>Grande salle avec attention centralisée</a:t>
            </a:r>
          </a:p>
          <a:p>
            <a:r>
              <a:rPr lang="fr-FR" dirty="0"/>
              <a:t>Feuilles, Post-</a:t>
            </a:r>
            <a:r>
              <a:rPr lang="fr-FR" dirty="0" err="1"/>
              <a:t>its</a:t>
            </a:r>
            <a:r>
              <a:rPr lang="fr-FR" dirty="0"/>
              <a:t>, Posters et outils d'écriture / de dessin</a:t>
            </a:r>
          </a:p>
          <a:p>
            <a:r>
              <a:rPr lang="fr-FR" dirty="0"/>
              <a:t>Outil numérique de gestion et suivi (Kanban </a:t>
            </a:r>
            <a:r>
              <a:rPr lang="fr-FR" dirty="0" err="1"/>
              <a:t>Board</a:t>
            </a:r>
            <a:r>
              <a:rPr lang="fr-FR" dirty="0"/>
              <a:t>,  GANTT, Liste d'actions, Tableau...)</a:t>
            </a:r>
          </a:p>
          <a:p>
            <a:r>
              <a:rPr lang="fr-FR" dirty="0"/>
              <a:t>Grand plateau / table / espace central où poser des choses et se retrouver</a:t>
            </a:r>
          </a:p>
          <a:p>
            <a:r>
              <a:rPr lang="fr-FR" dirty="0"/>
              <a:t>Contenus prêts à être utilisés (présentations, vidéos, audios, jeux, ....)</a:t>
            </a:r>
          </a:p>
          <a:p>
            <a:r>
              <a:rPr lang="fr-FR" dirty="0"/>
              <a:t>Matériel d'enregistrement</a:t>
            </a:r>
          </a:p>
          <a:p>
            <a:r>
              <a:rPr lang="fr-FR" dirty="0"/>
              <a:t>Lieu particulier</a:t>
            </a:r>
          </a:p>
          <a:p>
            <a:r>
              <a:rPr lang="fr-FR" dirty="0"/>
              <a:t>Outil de discussion en ligne</a:t>
            </a:r>
          </a:p>
        </p:txBody>
      </p:sp>
    </p:spTree>
    <p:extLst>
      <p:ext uri="{BB962C8B-B14F-4D97-AF65-F5344CB8AC3E}">
        <p14:creationId xmlns:p14="http://schemas.microsoft.com/office/powerpoint/2010/main" val="38227713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Sphères de Harvey 100% avec un remplissage uni">
            <a:extLst>
              <a:ext uri="{FF2B5EF4-FFF2-40B4-BE49-F238E27FC236}">
                <a16:creationId xmlns:a16="http://schemas.microsoft.com/office/drawing/2014/main" id="{5D60D9D8-EC94-46F8-AE21-5110E4EBDF2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a:off x="4745723" y="1120921"/>
            <a:ext cx="504228" cy="110605"/>
          </a:xfrm>
          <a:prstGeom prst="rect">
            <a:avLst/>
          </a:prstGeom>
        </p:spPr>
      </p:pic>
      <p:pic>
        <p:nvPicPr>
          <p:cNvPr id="68" name="Graphique 67" descr="Sphères de Harvey 100% avec un remplissage uni">
            <a:extLst>
              <a:ext uri="{FF2B5EF4-FFF2-40B4-BE49-F238E27FC236}">
                <a16:creationId xmlns:a16="http://schemas.microsoft.com/office/drawing/2014/main" id="{9DE48464-408D-4D91-9409-BFFE3B33F1E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a:off x="6754132" y="1120920"/>
            <a:ext cx="504228" cy="110605"/>
          </a:xfrm>
          <a:prstGeom prst="rect">
            <a:avLst/>
          </a:prstGeom>
        </p:spPr>
      </p:pic>
      <p:pic>
        <p:nvPicPr>
          <p:cNvPr id="69" name="Graphique 68" descr="Sphères de Harvey 100% avec un remplissage uni">
            <a:extLst>
              <a:ext uri="{FF2B5EF4-FFF2-40B4-BE49-F238E27FC236}">
                <a16:creationId xmlns:a16="http://schemas.microsoft.com/office/drawing/2014/main" id="{53645EC4-C017-4235-B6CD-97F3A3E677E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3124004">
            <a:off x="5208790" y="525767"/>
            <a:ext cx="504228" cy="110605"/>
          </a:xfrm>
          <a:prstGeom prst="rect">
            <a:avLst/>
          </a:prstGeom>
        </p:spPr>
      </p:pic>
      <p:pic>
        <p:nvPicPr>
          <p:cNvPr id="70" name="Graphique 69" descr="Sphères de Harvey 100% avec un remplissage uni">
            <a:extLst>
              <a:ext uri="{FF2B5EF4-FFF2-40B4-BE49-F238E27FC236}">
                <a16:creationId xmlns:a16="http://schemas.microsoft.com/office/drawing/2014/main" id="{9FEB5D08-FFEA-4D87-90AD-23C67B6778A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3124004">
            <a:off x="6277427" y="1643836"/>
            <a:ext cx="504228" cy="110605"/>
          </a:xfrm>
          <a:prstGeom prst="rect">
            <a:avLst/>
          </a:prstGeom>
        </p:spPr>
      </p:pic>
      <p:pic>
        <p:nvPicPr>
          <p:cNvPr id="71" name="Graphique 70" descr="Sphères de Harvey 100% avec un remplissage uni">
            <a:extLst>
              <a:ext uri="{FF2B5EF4-FFF2-40B4-BE49-F238E27FC236}">
                <a16:creationId xmlns:a16="http://schemas.microsoft.com/office/drawing/2014/main" id="{E23AC7B1-BCC0-4193-8669-8DC8333B2C78}"/>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18694507">
            <a:off x="6286092" y="518223"/>
            <a:ext cx="504228" cy="110605"/>
          </a:xfrm>
          <a:prstGeom prst="rect">
            <a:avLst/>
          </a:prstGeom>
        </p:spPr>
      </p:pic>
      <p:pic>
        <p:nvPicPr>
          <p:cNvPr id="72" name="Graphique 71" descr="Sphères de Harvey 100% avec un remplissage uni">
            <a:extLst>
              <a:ext uri="{FF2B5EF4-FFF2-40B4-BE49-F238E27FC236}">
                <a16:creationId xmlns:a16="http://schemas.microsoft.com/office/drawing/2014/main" id="{B2D51D41-08A3-4820-ADB4-7F045C333F4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18694507">
            <a:off x="5208791" y="1605736"/>
            <a:ext cx="504228" cy="110605"/>
          </a:xfrm>
          <a:prstGeom prst="rect">
            <a:avLst/>
          </a:prstGeom>
        </p:spPr>
      </p:pic>
      <p:grpSp>
        <p:nvGrpSpPr>
          <p:cNvPr id="9" name="Groupe 8">
            <a:extLst>
              <a:ext uri="{FF2B5EF4-FFF2-40B4-BE49-F238E27FC236}">
                <a16:creationId xmlns:a16="http://schemas.microsoft.com/office/drawing/2014/main" id="{D583A7D4-FCDB-469B-BDDF-07DC59654739}"/>
              </a:ext>
            </a:extLst>
          </p:cNvPr>
          <p:cNvGrpSpPr/>
          <p:nvPr/>
        </p:nvGrpSpPr>
        <p:grpSpPr>
          <a:xfrm rot="19766643">
            <a:off x="8464597" y="537132"/>
            <a:ext cx="914400" cy="914400"/>
            <a:chOff x="8464597" y="537132"/>
            <a:chExt cx="914400" cy="914400"/>
          </a:xfrm>
        </p:grpSpPr>
        <p:pic>
          <p:nvPicPr>
            <p:cNvPr id="49" name="Graphique 48" descr="Carte à jouer avec un remplissage uni">
              <a:extLst>
                <a:ext uri="{FF2B5EF4-FFF2-40B4-BE49-F238E27FC236}">
                  <a16:creationId xmlns:a16="http://schemas.microsoft.com/office/drawing/2014/main" id="{6B1D34F5-2A94-480A-B98A-59EDA525ED6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 name="Rectangle 7">
              <a:extLst>
                <a:ext uri="{FF2B5EF4-FFF2-40B4-BE49-F238E27FC236}">
                  <a16:creationId xmlns:a16="http://schemas.microsoft.com/office/drawing/2014/main" id="{9B0B37A1-6720-40A3-9C57-8C5EA6399CB1}"/>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4" name="Groupe 73">
            <a:extLst>
              <a:ext uri="{FF2B5EF4-FFF2-40B4-BE49-F238E27FC236}">
                <a16:creationId xmlns:a16="http://schemas.microsoft.com/office/drawing/2014/main" id="{FE6B79C8-662C-4018-9076-68F8E776DC32}"/>
              </a:ext>
            </a:extLst>
          </p:cNvPr>
          <p:cNvGrpSpPr/>
          <p:nvPr/>
        </p:nvGrpSpPr>
        <p:grpSpPr>
          <a:xfrm>
            <a:off x="8762908" y="410780"/>
            <a:ext cx="914400" cy="914400"/>
            <a:chOff x="8464597" y="537132"/>
            <a:chExt cx="914400" cy="914400"/>
          </a:xfrm>
        </p:grpSpPr>
        <p:pic>
          <p:nvPicPr>
            <p:cNvPr id="76" name="Graphique 75" descr="Carte à jouer avec un remplissage uni">
              <a:extLst>
                <a:ext uri="{FF2B5EF4-FFF2-40B4-BE49-F238E27FC236}">
                  <a16:creationId xmlns:a16="http://schemas.microsoft.com/office/drawing/2014/main" id="{34862D52-3FD8-44C8-B966-00A791D2E5F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78" name="Rectangle 77">
              <a:extLst>
                <a:ext uri="{FF2B5EF4-FFF2-40B4-BE49-F238E27FC236}">
                  <a16:creationId xmlns:a16="http://schemas.microsoft.com/office/drawing/2014/main" id="{DA676294-823B-4037-AEA5-705042CED3F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0" name="Groupe 79">
            <a:extLst>
              <a:ext uri="{FF2B5EF4-FFF2-40B4-BE49-F238E27FC236}">
                <a16:creationId xmlns:a16="http://schemas.microsoft.com/office/drawing/2014/main" id="{8C7C4F28-7247-41A0-B113-AA2178102C4A}"/>
              </a:ext>
            </a:extLst>
          </p:cNvPr>
          <p:cNvGrpSpPr/>
          <p:nvPr/>
        </p:nvGrpSpPr>
        <p:grpSpPr>
          <a:xfrm rot="1566252">
            <a:off x="9022951" y="463169"/>
            <a:ext cx="914400" cy="914400"/>
            <a:chOff x="8464597" y="537132"/>
            <a:chExt cx="914400" cy="914400"/>
          </a:xfrm>
        </p:grpSpPr>
        <p:pic>
          <p:nvPicPr>
            <p:cNvPr id="81" name="Graphique 80" descr="Carte à jouer avec un remplissage uni">
              <a:extLst>
                <a:ext uri="{FF2B5EF4-FFF2-40B4-BE49-F238E27FC236}">
                  <a16:creationId xmlns:a16="http://schemas.microsoft.com/office/drawing/2014/main" id="{DD28891A-CFAF-4198-9443-0B68E558910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2" name="Rectangle 81">
              <a:extLst>
                <a:ext uri="{FF2B5EF4-FFF2-40B4-BE49-F238E27FC236}">
                  <a16:creationId xmlns:a16="http://schemas.microsoft.com/office/drawing/2014/main" id="{2388ACB1-1984-46E7-B4FA-00B9990C65C8}"/>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4" name="Groupe 43">
            <a:extLst>
              <a:ext uri="{FF2B5EF4-FFF2-40B4-BE49-F238E27FC236}">
                <a16:creationId xmlns:a16="http://schemas.microsoft.com/office/drawing/2014/main" id="{BC775085-AB7B-4D41-967D-F5FFF3952493}"/>
              </a:ext>
            </a:extLst>
          </p:cNvPr>
          <p:cNvGrpSpPr/>
          <p:nvPr/>
        </p:nvGrpSpPr>
        <p:grpSpPr>
          <a:xfrm>
            <a:off x="10418956" y="841417"/>
            <a:ext cx="1472754" cy="1040752"/>
            <a:chOff x="10418956" y="841417"/>
            <a:chExt cx="1472754" cy="1040752"/>
          </a:xfrm>
        </p:grpSpPr>
        <p:grpSp>
          <p:nvGrpSpPr>
            <p:cNvPr id="84" name="Groupe 83">
              <a:extLst>
                <a:ext uri="{FF2B5EF4-FFF2-40B4-BE49-F238E27FC236}">
                  <a16:creationId xmlns:a16="http://schemas.microsoft.com/office/drawing/2014/main" id="{AD24A815-B47B-4C58-8C10-E1A09D11C14A}"/>
                </a:ext>
              </a:extLst>
            </p:cNvPr>
            <p:cNvGrpSpPr/>
            <p:nvPr/>
          </p:nvGrpSpPr>
          <p:grpSpPr>
            <a:xfrm rot="19766643">
              <a:off x="10418956" y="967769"/>
              <a:ext cx="914400" cy="914400"/>
              <a:chOff x="8464597" y="537132"/>
              <a:chExt cx="914400" cy="914400"/>
            </a:xfrm>
          </p:grpSpPr>
          <p:pic>
            <p:nvPicPr>
              <p:cNvPr id="86" name="Graphique 85" descr="Carte à jouer avec un remplissage uni">
                <a:extLst>
                  <a:ext uri="{FF2B5EF4-FFF2-40B4-BE49-F238E27FC236}">
                    <a16:creationId xmlns:a16="http://schemas.microsoft.com/office/drawing/2014/main" id="{5DB13A78-F014-4DFA-BCAF-07B75EDC0E1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8" name="Rectangle 87">
                <a:extLst>
                  <a:ext uri="{FF2B5EF4-FFF2-40B4-BE49-F238E27FC236}">
                    <a16:creationId xmlns:a16="http://schemas.microsoft.com/office/drawing/2014/main" id="{C54422E7-D120-4670-B335-EBA56449C2C0}"/>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9" name="Groupe 88">
              <a:extLst>
                <a:ext uri="{FF2B5EF4-FFF2-40B4-BE49-F238E27FC236}">
                  <a16:creationId xmlns:a16="http://schemas.microsoft.com/office/drawing/2014/main" id="{9BCFBA77-8BB1-4FA3-A30F-B21327F4634D}"/>
                </a:ext>
              </a:extLst>
            </p:cNvPr>
            <p:cNvGrpSpPr/>
            <p:nvPr/>
          </p:nvGrpSpPr>
          <p:grpSpPr>
            <a:xfrm>
              <a:off x="10717267" y="841417"/>
              <a:ext cx="914400" cy="914400"/>
              <a:chOff x="8464597" y="537132"/>
              <a:chExt cx="914400" cy="914400"/>
            </a:xfrm>
          </p:grpSpPr>
          <p:pic>
            <p:nvPicPr>
              <p:cNvPr id="91" name="Graphique 90" descr="Carte à jouer avec un remplissage uni">
                <a:extLst>
                  <a:ext uri="{FF2B5EF4-FFF2-40B4-BE49-F238E27FC236}">
                    <a16:creationId xmlns:a16="http://schemas.microsoft.com/office/drawing/2014/main" id="{96D9119D-ED90-4A48-874D-02DBE9288BF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92" name="Rectangle 91">
                <a:extLst>
                  <a:ext uri="{FF2B5EF4-FFF2-40B4-BE49-F238E27FC236}">
                    <a16:creationId xmlns:a16="http://schemas.microsoft.com/office/drawing/2014/main" id="{105AC6BD-DE85-48E2-B060-0F6F507CE07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93" name="Groupe 92">
              <a:extLst>
                <a:ext uri="{FF2B5EF4-FFF2-40B4-BE49-F238E27FC236}">
                  <a16:creationId xmlns:a16="http://schemas.microsoft.com/office/drawing/2014/main" id="{9BEF972D-CE4B-497D-BC7E-431C3B61228C}"/>
                </a:ext>
              </a:extLst>
            </p:cNvPr>
            <p:cNvGrpSpPr/>
            <p:nvPr/>
          </p:nvGrpSpPr>
          <p:grpSpPr>
            <a:xfrm rot="1566252">
              <a:off x="10977310" y="893806"/>
              <a:ext cx="914400" cy="914400"/>
              <a:chOff x="8464597" y="537132"/>
              <a:chExt cx="914400" cy="914400"/>
            </a:xfrm>
          </p:grpSpPr>
          <p:pic>
            <p:nvPicPr>
              <p:cNvPr id="94" name="Graphique 93" descr="Carte à jouer avec un remplissage uni">
                <a:extLst>
                  <a:ext uri="{FF2B5EF4-FFF2-40B4-BE49-F238E27FC236}">
                    <a16:creationId xmlns:a16="http://schemas.microsoft.com/office/drawing/2014/main" id="{324BBDB2-EEE5-4584-BE11-6F10E1D9E57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95" name="Rectangle 94">
                <a:extLst>
                  <a:ext uri="{FF2B5EF4-FFF2-40B4-BE49-F238E27FC236}">
                    <a16:creationId xmlns:a16="http://schemas.microsoft.com/office/drawing/2014/main" id="{BAE775C0-C7A0-4176-A3DA-BBACC357770E}"/>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12" name="Graphique 11" descr="Dé avec un remplissage uni">
            <a:extLst>
              <a:ext uri="{FF2B5EF4-FFF2-40B4-BE49-F238E27FC236}">
                <a16:creationId xmlns:a16="http://schemas.microsoft.com/office/drawing/2014/main" id="{E09BDAB9-EA44-41DC-8E33-62B5CF9AC68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94050" y="2911902"/>
            <a:ext cx="1400175" cy="1400175"/>
          </a:xfrm>
          <a:prstGeom prst="rect">
            <a:avLst/>
          </a:prstGeom>
        </p:spPr>
      </p:pic>
      <p:sp>
        <p:nvSpPr>
          <p:cNvPr id="13" name="Rectangle 12">
            <a:extLst>
              <a:ext uri="{FF2B5EF4-FFF2-40B4-BE49-F238E27FC236}">
                <a16:creationId xmlns:a16="http://schemas.microsoft.com/office/drawing/2014/main" id="{28D1E5B5-6FA0-409B-8F24-250C023D20E8}"/>
              </a:ext>
            </a:extLst>
          </p:cNvPr>
          <p:cNvSpPr/>
          <p:nvPr/>
        </p:nvSpPr>
        <p:spPr>
          <a:xfrm>
            <a:off x="4615059" y="2772114"/>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DE59F448-6C2B-4A4A-93E8-5158D8A76139}"/>
              </a:ext>
            </a:extLst>
          </p:cNvPr>
          <p:cNvSpPr/>
          <p:nvPr/>
        </p:nvSpPr>
        <p:spPr>
          <a:xfrm>
            <a:off x="5664521" y="2772114"/>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2AA8CA3A-AE3D-44DA-8B7D-F47F037289A0}"/>
              </a:ext>
            </a:extLst>
          </p:cNvPr>
          <p:cNvSpPr/>
          <p:nvPr/>
        </p:nvSpPr>
        <p:spPr>
          <a:xfrm>
            <a:off x="6682997" y="2771238"/>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41C4E593-FE97-4B1D-959E-475C6961CD79}"/>
              </a:ext>
            </a:extLst>
          </p:cNvPr>
          <p:cNvSpPr/>
          <p:nvPr/>
        </p:nvSpPr>
        <p:spPr>
          <a:xfrm>
            <a:off x="4685336" y="2868706"/>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5398E254-330D-4B8B-800A-00AAAAFFB81E}"/>
              </a:ext>
            </a:extLst>
          </p:cNvPr>
          <p:cNvSpPr/>
          <p:nvPr/>
        </p:nvSpPr>
        <p:spPr>
          <a:xfrm>
            <a:off x="4892788" y="2868706"/>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1C2FD774-C3F1-4AF3-9A7B-C4CE6B8CD449}"/>
              </a:ext>
            </a:extLst>
          </p:cNvPr>
          <p:cNvSpPr/>
          <p:nvPr/>
        </p:nvSpPr>
        <p:spPr>
          <a:xfrm>
            <a:off x="4683374" y="308063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B5F34C01-7E5A-480F-A1E4-18414C2B0910}"/>
              </a:ext>
            </a:extLst>
          </p:cNvPr>
          <p:cNvSpPr/>
          <p:nvPr/>
        </p:nvSpPr>
        <p:spPr>
          <a:xfrm>
            <a:off x="4892788" y="308063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5FAA5941-5023-4E44-8C51-E0631C4746EB}"/>
              </a:ext>
            </a:extLst>
          </p:cNvPr>
          <p:cNvSpPr/>
          <p:nvPr/>
        </p:nvSpPr>
        <p:spPr>
          <a:xfrm>
            <a:off x="5242850" y="2990117"/>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D9D95604-EE91-418F-B28C-D12718E46E2E}"/>
              </a:ext>
            </a:extLst>
          </p:cNvPr>
          <p:cNvSpPr/>
          <p:nvPr/>
        </p:nvSpPr>
        <p:spPr>
          <a:xfrm>
            <a:off x="5768909" y="303720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C34FE617-1655-471D-B9BD-8EDD8EB25946}"/>
              </a:ext>
            </a:extLst>
          </p:cNvPr>
          <p:cNvSpPr/>
          <p:nvPr/>
        </p:nvSpPr>
        <p:spPr>
          <a:xfrm>
            <a:off x="5999221" y="3218250"/>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131285A8-5F5E-4067-A0A3-AD5CFF48E890}"/>
              </a:ext>
            </a:extLst>
          </p:cNvPr>
          <p:cNvSpPr/>
          <p:nvPr/>
        </p:nvSpPr>
        <p:spPr>
          <a:xfrm>
            <a:off x="5999042" y="2934675"/>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B8800E8E-067E-44A5-8760-236FF9A4C445}"/>
              </a:ext>
            </a:extLst>
          </p:cNvPr>
          <p:cNvSpPr/>
          <p:nvPr/>
        </p:nvSpPr>
        <p:spPr>
          <a:xfrm>
            <a:off x="6279344" y="3093553"/>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5BB5B49D-C34A-444A-A1A1-924D06906353}"/>
              </a:ext>
            </a:extLst>
          </p:cNvPr>
          <p:cNvSpPr/>
          <p:nvPr/>
        </p:nvSpPr>
        <p:spPr>
          <a:xfrm>
            <a:off x="6754132" y="3735371"/>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72C704C2-2B90-4DBE-9042-7BED228D4DB5}"/>
              </a:ext>
            </a:extLst>
          </p:cNvPr>
          <p:cNvSpPr/>
          <p:nvPr/>
        </p:nvSpPr>
        <p:spPr>
          <a:xfrm>
            <a:off x="6754132" y="2978543"/>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1D6DC312-FC23-4858-85BC-6E29A7ABDE5E}"/>
              </a:ext>
            </a:extLst>
          </p:cNvPr>
          <p:cNvSpPr/>
          <p:nvPr/>
        </p:nvSpPr>
        <p:spPr>
          <a:xfrm>
            <a:off x="7078292" y="287644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1526A86F-8B8E-4B66-8DAB-A5ADB5376CFA}"/>
              </a:ext>
            </a:extLst>
          </p:cNvPr>
          <p:cNvSpPr/>
          <p:nvPr/>
        </p:nvSpPr>
        <p:spPr>
          <a:xfrm>
            <a:off x="7308425" y="2946687"/>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4E84320-AC1E-4F74-B41F-E4A04A14D1C8}"/>
              </a:ext>
            </a:extLst>
          </p:cNvPr>
          <p:cNvSpPr/>
          <p:nvPr/>
        </p:nvSpPr>
        <p:spPr>
          <a:xfrm>
            <a:off x="7314218" y="3730272"/>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5" name="Connecteur droit 14">
            <a:extLst>
              <a:ext uri="{FF2B5EF4-FFF2-40B4-BE49-F238E27FC236}">
                <a16:creationId xmlns:a16="http://schemas.microsoft.com/office/drawing/2014/main" id="{F285C9C2-D659-42DD-9E45-F102CFAC1250}"/>
              </a:ext>
            </a:extLst>
          </p:cNvPr>
          <p:cNvCxnSpPr/>
          <p:nvPr/>
        </p:nvCxnSpPr>
        <p:spPr>
          <a:xfrm>
            <a:off x="8430267" y="2928679"/>
            <a:ext cx="3312877" cy="0"/>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BEC405A7-48BF-42FB-AC16-15EEA5679E09}"/>
              </a:ext>
            </a:extLst>
          </p:cNvPr>
          <p:cNvSpPr/>
          <p:nvPr/>
        </p:nvSpPr>
        <p:spPr>
          <a:xfrm>
            <a:off x="8632845" y="3053368"/>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2D48D10A-4E5E-4BD4-B060-64B2A640CF9A}"/>
              </a:ext>
            </a:extLst>
          </p:cNvPr>
          <p:cNvSpPr/>
          <p:nvPr/>
        </p:nvSpPr>
        <p:spPr>
          <a:xfrm>
            <a:off x="8551793" y="2990116"/>
            <a:ext cx="996146" cy="1330419"/>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7897A397-3394-4442-A790-318D70B4DB18}"/>
              </a:ext>
            </a:extLst>
          </p:cNvPr>
          <p:cNvSpPr/>
          <p:nvPr/>
        </p:nvSpPr>
        <p:spPr>
          <a:xfrm>
            <a:off x="9677308" y="2994103"/>
            <a:ext cx="996146" cy="556816"/>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5E891A69-309E-4D6C-A4F4-1E2589522907}"/>
              </a:ext>
            </a:extLst>
          </p:cNvPr>
          <p:cNvSpPr/>
          <p:nvPr/>
        </p:nvSpPr>
        <p:spPr>
          <a:xfrm>
            <a:off x="10765406" y="2994102"/>
            <a:ext cx="996146" cy="1134981"/>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77D3434D-2638-4D6A-91FD-AD6A27F68572}"/>
              </a:ext>
            </a:extLst>
          </p:cNvPr>
          <p:cNvSpPr/>
          <p:nvPr/>
        </p:nvSpPr>
        <p:spPr>
          <a:xfrm>
            <a:off x="8637009" y="3199331"/>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D577C6AE-0069-494B-8650-F3C2256C30D2}"/>
              </a:ext>
            </a:extLst>
          </p:cNvPr>
          <p:cNvSpPr/>
          <p:nvPr/>
        </p:nvSpPr>
        <p:spPr>
          <a:xfrm>
            <a:off x="8782807" y="3114336"/>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E820A53F-38C5-448D-ABD3-F4F718516206}"/>
              </a:ext>
            </a:extLst>
          </p:cNvPr>
          <p:cNvSpPr/>
          <p:nvPr/>
        </p:nvSpPr>
        <p:spPr>
          <a:xfrm>
            <a:off x="8928701" y="3218250"/>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2FE505C0-F068-400B-9FE3-22605315A18A}"/>
              </a:ext>
            </a:extLst>
          </p:cNvPr>
          <p:cNvSpPr/>
          <p:nvPr/>
        </p:nvSpPr>
        <p:spPr>
          <a:xfrm>
            <a:off x="9357798" y="3122226"/>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4FA4F8C5-A904-4753-825D-3F76788A3A3B}"/>
              </a:ext>
            </a:extLst>
          </p:cNvPr>
          <p:cNvSpPr/>
          <p:nvPr/>
        </p:nvSpPr>
        <p:spPr>
          <a:xfrm>
            <a:off x="9361145" y="3271845"/>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0BA90276-933D-41E0-92AD-4CE25FD5FBF9}"/>
              </a:ext>
            </a:extLst>
          </p:cNvPr>
          <p:cNvSpPr/>
          <p:nvPr/>
        </p:nvSpPr>
        <p:spPr>
          <a:xfrm>
            <a:off x="8632844" y="3703043"/>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39F26DAD-76FD-45E0-8D41-A791B978189D}"/>
              </a:ext>
            </a:extLst>
          </p:cNvPr>
          <p:cNvSpPr/>
          <p:nvPr/>
        </p:nvSpPr>
        <p:spPr>
          <a:xfrm>
            <a:off x="8776764" y="3703043"/>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BA4EC6FF-717F-474A-87F2-4A3C346397B4}"/>
              </a:ext>
            </a:extLst>
          </p:cNvPr>
          <p:cNvSpPr/>
          <p:nvPr/>
        </p:nvSpPr>
        <p:spPr>
          <a:xfrm>
            <a:off x="9711952" y="305749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3B2AB8DB-A3AB-4E53-83CD-25AB5302B4B8}"/>
              </a:ext>
            </a:extLst>
          </p:cNvPr>
          <p:cNvSpPr/>
          <p:nvPr/>
        </p:nvSpPr>
        <p:spPr>
          <a:xfrm>
            <a:off x="9828604" y="305749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557ABEC-16AA-4385-80D3-AF1F2FE6458F}"/>
              </a:ext>
            </a:extLst>
          </p:cNvPr>
          <p:cNvSpPr/>
          <p:nvPr/>
        </p:nvSpPr>
        <p:spPr>
          <a:xfrm>
            <a:off x="9739219" y="3178065"/>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5A3509D-4FBF-4CD0-A138-1FBECF792B39}"/>
              </a:ext>
            </a:extLst>
          </p:cNvPr>
          <p:cNvSpPr/>
          <p:nvPr/>
        </p:nvSpPr>
        <p:spPr>
          <a:xfrm>
            <a:off x="9855871" y="3178065"/>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7BF0EEB4-3296-4A9E-94BD-B458AE64107C}"/>
              </a:ext>
            </a:extLst>
          </p:cNvPr>
          <p:cNvSpPr/>
          <p:nvPr/>
        </p:nvSpPr>
        <p:spPr>
          <a:xfrm>
            <a:off x="9816794" y="3298131"/>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35941DCF-FCEB-48E8-B9C8-9AE2686E8648}"/>
              </a:ext>
            </a:extLst>
          </p:cNvPr>
          <p:cNvSpPr/>
          <p:nvPr/>
        </p:nvSpPr>
        <p:spPr>
          <a:xfrm>
            <a:off x="9933446" y="3298131"/>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6E05D80A-87CD-4925-B586-73739B9D9CC8}"/>
              </a:ext>
            </a:extLst>
          </p:cNvPr>
          <p:cNvSpPr/>
          <p:nvPr/>
        </p:nvSpPr>
        <p:spPr>
          <a:xfrm>
            <a:off x="10302151" y="3069252"/>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9396E803-848F-4301-A9C4-85B4A892CE20}"/>
              </a:ext>
            </a:extLst>
          </p:cNvPr>
          <p:cNvSpPr/>
          <p:nvPr/>
        </p:nvSpPr>
        <p:spPr>
          <a:xfrm>
            <a:off x="10418803" y="3069252"/>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2646C67E-03E5-4F94-A713-FAB8B89F1DB2}"/>
              </a:ext>
            </a:extLst>
          </p:cNvPr>
          <p:cNvSpPr/>
          <p:nvPr/>
        </p:nvSpPr>
        <p:spPr>
          <a:xfrm>
            <a:off x="10329418" y="3189827"/>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830EEDF0-36CF-4EFF-9415-CA4AFC26A5C4}"/>
              </a:ext>
            </a:extLst>
          </p:cNvPr>
          <p:cNvSpPr/>
          <p:nvPr/>
        </p:nvSpPr>
        <p:spPr>
          <a:xfrm>
            <a:off x="10446070" y="3189827"/>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0B2A9100-6F6C-47DF-93D3-CA8DCBFFC116}"/>
              </a:ext>
            </a:extLst>
          </p:cNvPr>
          <p:cNvSpPr/>
          <p:nvPr/>
        </p:nvSpPr>
        <p:spPr>
          <a:xfrm>
            <a:off x="10406993" y="3309893"/>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6821406E-04D2-46A8-A1C9-FF76AD020808}"/>
              </a:ext>
            </a:extLst>
          </p:cNvPr>
          <p:cNvSpPr/>
          <p:nvPr/>
        </p:nvSpPr>
        <p:spPr>
          <a:xfrm>
            <a:off x="10523645" y="3309893"/>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E5B9B88B-030B-411B-B16F-BB822B70395E}"/>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24E4C39F-D807-48FB-BB1F-27516CE6D600}"/>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462A492C-7860-4968-A76B-6ABA9FBD5DE5}"/>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1EE17DE2-1C15-45E0-8CC7-A263A340A725}"/>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71F004F-1896-44C7-81D3-76D4E246064C}"/>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8782143E-0CF8-45B2-805E-E1FB30D3A1AC}"/>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BCF11DCC-8431-4EC5-B78C-CB43912DF1F4}"/>
              </a:ext>
            </a:extLst>
          </p:cNvPr>
          <p:cNvSpPr/>
          <p:nvPr/>
        </p:nvSpPr>
        <p:spPr>
          <a:xfrm>
            <a:off x="10909223" y="347956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6D05F176-402D-4A20-BEF9-3903ED065486}"/>
              </a:ext>
            </a:extLst>
          </p:cNvPr>
          <p:cNvSpPr/>
          <p:nvPr/>
        </p:nvSpPr>
        <p:spPr>
          <a:xfrm>
            <a:off x="11025875" y="347956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B9D59787-76E6-45A3-8C03-7AD908A54891}"/>
              </a:ext>
            </a:extLst>
          </p:cNvPr>
          <p:cNvSpPr/>
          <p:nvPr/>
        </p:nvSpPr>
        <p:spPr>
          <a:xfrm>
            <a:off x="10936490" y="360014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681DA9CF-F632-4935-A6F9-EBD0B3C71A32}"/>
              </a:ext>
            </a:extLst>
          </p:cNvPr>
          <p:cNvSpPr/>
          <p:nvPr/>
        </p:nvSpPr>
        <p:spPr>
          <a:xfrm>
            <a:off x="11053142" y="360014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085AC36E-BBC2-4DAC-9BA0-D0187AE121DD}"/>
              </a:ext>
            </a:extLst>
          </p:cNvPr>
          <p:cNvSpPr/>
          <p:nvPr/>
        </p:nvSpPr>
        <p:spPr>
          <a:xfrm>
            <a:off x="11014065" y="372021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CC9F1537-E2B8-4724-8989-38BB3CFABFC6}"/>
              </a:ext>
            </a:extLst>
          </p:cNvPr>
          <p:cNvSpPr/>
          <p:nvPr/>
        </p:nvSpPr>
        <p:spPr>
          <a:xfrm>
            <a:off x="11130717" y="372021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C78DA8EE-899F-4822-A5F4-2F018E935741}"/>
              </a:ext>
            </a:extLst>
          </p:cNvPr>
          <p:cNvSpPr/>
          <p:nvPr/>
        </p:nvSpPr>
        <p:spPr>
          <a:xfrm>
            <a:off x="8562159" y="2560573"/>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59880985-5C47-4EFB-8F84-E5340186ADC1}"/>
              </a:ext>
            </a:extLst>
          </p:cNvPr>
          <p:cNvSpPr/>
          <p:nvPr/>
        </p:nvSpPr>
        <p:spPr>
          <a:xfrm>
            <a:off x="9778934" y="2553830"/>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4FFACBBD-F18A-4850-A98A-D56F015DC0B9}"/>
              </a:ext>
            </a:extLst>
          </p:cNvPr>
          <p:cNvSpPr/>
          <p:nvPr/>
        </p:nvSpPr>
        <p:spPr>
          <a:xfrm>
            <a:off x="10951641" y="2544799"/>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Programmatrice avec un remplissage uni">
            <a:extLst>
              <a:ext uri="{FF2B5EF4-FFF2-40B4-BE49-F238E27FC236}">
                <a16:creationId xmlns:a16="http://schemas.microsoft.com/office/drawing/2014/main" id="{389D600A-0605-436D-AEB3-4CF42AA3B1F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35786" y="4815840"/>
            <a:ext cx="699148" cy="699148"/>
          </a:xfrm>
          <a:prstGeom prst="rect">
            <a:avLst/>
          </a:prstGeom>
        </p:spPr>
      </p:pic>
      <p:pic>
        <p:nvPicPr>
          <p:cNvPr id="19" name="Graphique 18" descr="Programmatrice contour">
            <a:extLst>
              <a:ext uri="{FF2B5EF4-FFF2-40B4-BE49-F238E27FC236}">
                <a16:creationId xmlns:a16="http://schemas.microsoft.com/office/drawing/2014/main" id="{3E16C724-BCFD-4871-978B-788963C7DE0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162596" y="5825732"/>
            <a:ext cx="776448" cy="776448"/>
          </a:xfrm>
          <a:prstGeom prst="rect">
            <a:avLst/>
          </a:prstGeom>
        </p:spPr>
      </p:pic>
      <p:pic>
        <p:nvPicPr>
          <p:cNvPr id="22" name="Graphique 21" descr="Programmeur avec un remplissage uni">
            <a:extLst>
              <a:ext uri="{FF2B5EF4-FFF2-40B4-BE49-F238E27FC236}">
                <a16:creationId xmlns:a16="http://schemas.microsoft.com/office/drawing/2014/main" id="{1C26B192-90E1-4507-B7AF-060FF4B8F07C}"/>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3170673" y="4815840"/>
            <a:ext cx="699148" cy="699148"/>
          </a:xfrm>
          <a:prstGeom prst="rect">
            <a:avLst/>
          </a:prstGeom>
        </p:spPr>
      </p:pic>
      <p:pic>
        <p:nvPicPr>
          <p:cNvPr id="25" name="Graphique 24" descr="Programmeur contour">
            <a:extLst>
              <a:ext uri="{FF2B5EF4-FFF2-40B4-BE49-F238E27FC236}">
                <a16:creationId xmlns:a16="http://schemas.microsoft.com/office/drawing/2014/main" id="{E522A4D7-D888-407D-93DC-D795AE9D1081}"/>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05198" y="5970475"/>
            <a:ext cx="699148" cy="699148"/>
          </a:xfrm>
          <a:prstGeom prst="rect">
            <a:avLst/>
          </a:prstGeom>
        </p:spPr>
      </p:pic>
      <p:pic>
        <p:nvPicPr>
          <p:cNvPr id="28" name="Graphique 27" descr="Écran avec un remplissage uni">
            <a:extLst>
              <a:ext uri="{FF2B5EF4-FFF2-40B4-BE49-F238E27FC236}">
                <a16:creationId xmlns:a16="http://schemas.microsoft.com/office/drawing/2014/main" id="{FEC4F93B-4B1F-4FE8-B4BE-C10CEB6DEB58}"/>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15411" y="4814900"/>
            <a:ext cx="1891292" cy="1891292"/>
          </a:xfrm>
          <a:prstGeom prst="rect">
            <a:avLst/>
          </a:prstGeom>
        </p:spPr>
      </p:pic>
      <p:pic>
        <p:nvPicPr>
          <p:cNvPr id="167" name="Graphique 166" descr="Personne confuse avec un remplissage uni">
            <a:extLst>
              <a:ext uri="{FF2B5EF4-FFF2-40B4-BE49-F238E27FC236}">
                <a16:creationId xmlns:a16="http://schemas.microsoft.com/office/drawing/2014/main" id="{20E6BB60-3143-4A29-A993-C66631344324}"/>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426016" y="5253038"/>
            <a:ext cx="301052" cy="301052"/>
          </a:xfrm>
          <a:prstGeom prst="rect">
            <a:avLst/>
          </a:prstGeom>
        </p:spPr>
      </p:pic>
      <p:pic>
        <p:nvPicPr>
          <p:cNvPr id="168" name="Graphique 167" descr="Personne confuse avec un remplissage uni">
            <a:extLst>
              <a:ext uri="{FF2B5EF4-FFF2-40B4-BE49-F238E27FC236}">
                <a16:creationId xmlns:a16="http://schemas.microsoft.com/office/drawing/2014/main" id="{45275479-F0DC-4A6E-B842-D447CEC45D40}"/>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426016" y="5734766"/>
            <a:ext cx="301052" cy="301052"/>
          </a:xfrm>
          <a:prstGeom prst="rect">
            <a:avLst/>
          </a:prstGeom>
        </p:spPr>
      </p:pic>
      <p:pic>
        <p:nvPicPr>
          <p:cNvPr id="169" name="Graphique 168" descr="Personne confuse avec un remplissage uni">
            <a:extLst>
              <a:ext uri="{FF2B5EF4-FFF2-40B4-BE49-F238E27FC236}">
                <a16:creationId xmlns:a16="http://schemas.microsoft.com/office/drawing/2014/main" id="{C94097CE-BBC0-4686-9E51-82C69F7D5AA4}"/>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422900" y="5734766"/>
            <a:ext cx="301052" cy="301052"/>
          </a:xfrm>
          <a:prstGeom prst="rect">
            <a:avLst/>
          </a:prstGeom>
        </p:spPr>
      </p:pic>
      <p:pic>
        <p:nvPicPr>
          <p:cNvPr id="170" name="Graphique 169" descr="Personne confuse avec un remplissage uni">
            <a:extLst>
              <a:ext uri="{FF2B5EF4-FFF2-40B4-BE49-F238E27FC236}">
                <a16:creationId xmlns:a16="http://schemas.microsoft.com/office/drawing/2014/main" id="{0A0104DF-6621-4E48-9292-7A822C189152}"/>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422900" y="5253038"/>
            <a:ext cx="301052" cy="301052"/>
          </a:xfrm>
          <a:prstGeom prst="rect">
            <a:avLst/>
          </a:prstGeom>
        </p:spPr>
      </p:pic>
      <p:pic>
        <p:nvPicPr>
          <p:cNvPr id="30" name="Graphique 29" descr="Bureau avec un remplissage uni">
            <a:extLst>
              <a:ext uri="{FF2B5EF4-FFF2-40B4-BE49-F238E27FC236}">
                <a16:creationId xmlns:a16="http://schemas.microsoft.com/office/drawing/2014/main" id="{2F08BEEF-2720-4345-9D6C-1FAAABD49106}"/>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7408" t="17475" r="11316" b="16349"/>
          <a:stretch/>
        </p:blipFill>
        <p:spPr>
          <a:xfrm>
            <a:off x="1843172" y="5405739"/>
            <a:ext cx="435769" cy="354807"/>
          </a:xfrm>
          <a:prstGeom prst="rect">
            <a:avLst/>
          </a:prstGeom>
        </p:spPr>
      </p:pic>
      <p:pic>
        <p:nvPicPr>
          <p:cNvPr id="32" name="Graphique 31" descr="Cause à effet avec un remplissage uni">
            <a:extLst>
              <a:ext uri="{FF2B5EF4-FFF2-40B4-BE49-F238E27FC236}">
                <a16:creationId xmlns:a16="http://schemas.microsoft.com/office/drawing/2014/main" id="{C0E60750-6961-440A-A408-74EE8EA00F3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69548" y="5186140"/>
            <a:ext cx="434847" cy="434847"/>
          </a:xfrm>
          <a:prstGeom prst="rect">
            <a:avLst/>
          </a:prstGeom>
        </p:spPr>
      </p:pic>
      <p:pic>
        <p:nvPicPr>
          <p:cNvPr id="174" name="Graphique 173" descr="Cause à effet avec un remplissage uni">
            <a:extLst>
              <a:ext uri="{FF2B5EF4-FFF2-40B4-BE49-F238E27FC236}">
                <a16:creationId xmlns:a16="http://schemas.microsoft.com/office/drawing/2014/main" id="{9537C295-9265-4E26-894E-B07C5E9F5405}"/>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V="1">
            <a:off x="853919" y="6104460"/>
            <a:ext cx="434847" cy="431178"/>
          </a:xfrm>
          <a:prstGeom prst="rect">
            <a:avLst/>
          </a:prstGeom>
        </p:spPr>
      </p:pic>
      <p:pic>
        <p:nvPicPr>
          <p:cNvPr id="177" name="Graphique 176" descr="Cause à effet avec un remplissage uni">
            <a:extLst>
              <a:ext uri="{FF2B5EF4-FFF2-40B4-BE49-F238E27FC236}">
                <a16:creationId xmlns:a16="http://schemas.microsoft.com/office/drawing/2014/main" id="{25189B03-90DB-4E71-B11B-39E933E65ED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H="1">
            <a:off x="2839969" y="5128135"/>
            <a:ext cx="435768" cy="434847"/>
          </a:xfrm>
          <a:prstGeom prst="rect">
            <a:avLst/>
          </a:prstGeom>
        </p:spPr>
      </p:pic>
      <p:pic>
        <p:nvPicPr>
          <p:cNvPr id="178" name="Graphique 177" descr="Cause à effet avec un remplissage uni">
            <a:extLst>
              <a:ext uri="{FF2B5EF4-FFF2-40B4-BE49-F238E27FC236}">
                <a16:creationId xmlns:a16="http://schemas.microsoft.com/office/drawing/2014/main" id="{3C712E08-3780-4204-94CF-6DD06A31D04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H="1" flipV="1">
            <a:off x="2824340" y="6046455"/>
            <a:ext cx="435768" cy="431178"/>
          </a:xfrm>
          <a:prstGeom prst="rect">
            <a:avLst/>
          </a:prstGeom>
        </p:spPr>
      </p:pic>
      <p:grpSp>
        <p:nvGrpSpPr>
          <p:cNvPr id="38" name="Groupe 37">
            <a:extLst>
              <a:ext uri="{FF2B5EF4-FFF2-40B4-BE49-F238E27FC236}">
                <a16:creationId xmlns:a16="http://schemas.microsoft.com/office/drawing/2014/main" id="{787DC1CE-654E-4094-ABAA-AA427F0A55F3}"/>
              </a:ext>
            </a:extLst>
          </p:cNvPr>
          <p:cNvGrpSpPr/>
          <p:nvPr/>
        </p:nvGrpSpPr>
        <p:grpSpPr>
          <a:xfrm>
            <a:off x="4460125" y="4780518"/>
            <a:ext cx="716083" cy="970336"/>
            <a:chOff x="4460125" y="4780518"/>
            <a:chExt cx="716083" cy="970336"/>
          </a:xfrm>
        </p:grpSpPr>
        <p:pic>
          <p:nvPicPr>
            <p:cNvPr id="36" name="Graphique 35" descr="Table et chaises avec un remplissage uni">
              <a:extLst>
                <a:ext uri="{FF2B5EF4-FFF2-40B4-BE49-F238E27FC236}">
                  <a16:creationId xmlns:a16="http://schemas.microsoft.com/office/drawing/2014/main" id="{F99CA43C-428D-4415-A766-41F687B86702}"/>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79" name="Graphique 178" descr="Table et chaises avec un remplissage uni">
              <a:extLst>
                <a:ext uri="{FF2B5EF4-FFF2-40B4-BE49-F238E27FC236}">
                  <a16:creationId xmlns:a16="http://schemas.microsoft.com/office/drawing/2014/main" id="{CEEE820D-2156-48BA-8421-ABD5ED8A91AF}"/>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37" name="Organigramme : Données 36">
              <a:extLst>
                <a:ext uri="{FF2B5EF4-FFF2-40B4-BE49-F238E27FC236}">
                  <a16:creationId xmlns:a16="http://schemas.microsoft.com/office/drawing/2014/main" id="{138CBD4B-2CC3-4F66-AF17-084F5A2935B8}"/>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82" name="Groupe 181">
            <a:extLst>
              <a:ext uri="{FF2B5EF4-FFF2-40B4-BE49-F238E27FC236}">
                <a16:creationId xmlns:a16="http://schemas.microsoft.com/office/drawing/2014/main" id="{0442E40D-2C94-4B32-B76A-D7881764447C}"/>
              </a:ext>
            </a:extLst>
          </p:cNvPr>
          <p:cNvGrpSpPr/>
          <p:nvPr/>
        </p:nvGrpSpPr>
        <p:grpSpPr>
          <a:xfrm>
            <a:off x="5713675" y="4804007"/>
            <a:ext cx="716083" cy="970336"/>
            <a:chOff x="4460125" y="4780518"/>
            <a:chExt cx="716083" cy="970336"/>
          </a:xfrm>
        </p:grpSpPr>
        <p:pic>
          <p:nvPicPr>
            <p:cNvPr id="183" name="Graphique 182" descr="Table et chaises avec un remplissage uni">
              <a:extLst>
                <a:ext uri="{FF2B5EF4-FFF2-40B4-BE49-F238E27FC236}">
                  <a16:creationId xmlns:a16="http://schemas.microsoft.com/office/drawing/2014/main" id="{9D320FEF-9042-481C-9558-46ADC09570F0}"/>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84" name="Graphique 183" descr="Table et chaises avec un remplissage uni">
              <a:extLst>
                <a:ext uri="{FF2B5EF4-FFF2-40B4-BE49-F238E27FC236}">
                  <a16:creationId xmlns:a16="http://schemas.microsoft.com/office/drawing/2014/main" id="{5F502D87-5D8C-4023-9113-59DB5B06AD7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85" name="Organigramme : Données 184">
              <a:extLst>
                <a:ext uri="{FF2B5EF4-FFF2-40B4-BE49-F238E27FC236}">
                  <a16:creationId xmlns:a16="http://schemas.microsoft.com/office/drawing/2014/main" id="{04DBEBDF-EB2B-47BB-AC87-D105D68A54BD}"/>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86" name="Groupe 185">
            <a:extLst>
              <a:ext uri="{FF2B5EF4-FFF2-40B4-BE49-F238E27FC236}">
                <a16:creationId xmlns:a16="http://schemas.microsoft.com/office/drawing/2014/main" id="{01D2815F-9FD9-4CA8-8976-2B539D161D83}"/>
              </a:ext>
            </a:extLst>
          </p:cNvPr>
          <p:cNvGrpSpPr/>
          <p:nvPr/>
        </p:nvGrpSpPr>
        <p:grpSpPr>
          <a:xfrm>
            <a:off x="4943425" y="5631844"/>
            <a:ext cx="716083" cy="970336"/>
            <a:chOff x="4460125" y="4780518"/>
            <a:chExt cx="716083" cy="970336"/>
          </a:xfrm>
        </p:grpSpPr>
        <p:pic>
          <p:nvPicPr>
            <p:cNvPr id="187" name="Graphique 186" descr="Table et chaises avec un remplissage uni">
              <a:extLst>
                <a:ext uri="{FF2B5EF4-FFF2-40B4-BE49-F238E27FC236}">
                  <a16:creationId xmlns:a16="http://schemas.microsoft.com/office/drawing/2014/main" id="{B66E5F32-869A-4D3D-B061-F7E7FA5FD08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88" name="Graphique 187" descr="Table et chaises avec un remplissage uni">
              <a:extLst>
                <a:ext uri="{FF2B5EF4-FFF2-40B4-BE49-F238E27FC236}">
                  <a16:creationId xmlns:a16="http://schemas.microsoft.com/office/drawing/2014/main" id="{EFA904E2-BC22-4800-9418-7E90A15DA078}"/>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89" name="Organigramme : Données 188">
              <a:extLst>
                <a:ext uri="{FF2B5EF4-FFF2-40B4-BE49-F238E27FC236}">
                  <a16:creationId xmlns:a16="http://schemas.microsoft.com/office/drawing/2014/main" id="{2106FA2A-94E3-4723-BF39-DCB2BAC08A12}"/>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0" name="Groupe 189">
            <a:extLst>
              <a:ext uri="{FF2B5EF4-FFF2-40B4-BE49-F238E27FC236}">
                <a16:creationId xmlns:a16="http://schemas.microsoft.com/office/drawing/2014/main" id="{BB6C964D-5856-4D65-9659-16256D237931}"/>
              </a:ext>
            </a:extLst>
          </p:cNvPr>
          <p:cNvGrpSpPr/>
          <p:nvPr/>
        </p:nvGrpSpPr>
        <p:grpSpPr>
          <a:xfrm>
            <a:off x="6320571" y="5651104"/>
            <a:ext cx="716083" cy="970336"/>
            <a:chOff x="4460125" y="4780518"/>
            <a:chExt cx="716083" cy="970336"/>
          </a:xfrm>
        </p:grpSpPr>
        <p:pic>
          <p:nvPicPr>
            <p:cNvPr id="191" name="Graphique 190" descr="Table et chaises avec un remplissage uni">
              <a:extLst>
                <a:ext uri="{FF2B5EF4-FFF2-40B4-BE49-F238E27FC236}">
                  <a16:creationId xmlns:a16="http://schemas.microsoft.com/office/drawing/2014/main" id="{902634C1-0506-4B3E-9D81-E06CB2B1CEB1}"/>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92" name="Graphique 191" descr="Table et chaises avec un remplissage uni">
              <a:extLst>
                <a:ext uri="{FF2B5EF4-FFF2-40B4-BE49-F238E27FC236}">
                  <a16:creationId xmlns:a16="http://schemas.microsoft.com/office/drawing/2014/main" id="{080F418E-86AF-48BC-A094-737F7C94586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93" name="Organigramme : Données 192">
              <a:extLst>
                <a:ext uri="{FF2B5EF4-FFF2-40B4-BE49-F238E27FC236}">
                  <a16:creationId xmlns:a16="http://schemas.microsoft.com/office/drawing/2014/main" id="{B165C3CE-1C6C-4AAF-951F-8CD5C0A16A4B}"/>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4" name="Groupe 193">
            <a:extLst>
              <a:ext uri="{FF2B5EF4-FFF2-40B4-BE49-F238E27FC236}">
                <a16:creationId xmlns:a16="http://schemas.microsoft.com/office/drawing/2014/main" id="{4B0570F3-29F5-4179-863B-EE3AFE8D52B8}"/>
              </a:ext>
            </a:extLst>
          </p:cNvPr>
          <p:cNvGrpSpPr/>
          <p:nvPr/>
        </p:nvGrpSpPr>
        <p:grpSpPr>
          <a:xfrm>
            <a:off x="7052633" y="4814900"/>
            <a:ext cx="716083" cy="970336"/>
            <a:chOff x="4460125" y="4780518"/>
            <a:chExt cx="716083" cy="970336"/>
          </a:xfrm>
        </p:grpSpPr>
        <p:pic>
          <p:nvPicPr>
            <p:cNvPr id="195" name="Graphique 194" descr="Table et chaises avec un remplissage uni">
              <a:extLst>
                <a:ext uri="{FF2B5EF4-FFF2-40B4-BE49-F238E27FC236}">
                  <a16:creationId xmlns:a16="http://schemas.microsoft.com/office/drawing/2014/main" id="{018A5F8C-4BA4-401A-96F2-388D2E52C2F9}"/>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96" name="Graphique 195" descr="Table et chaises avec un remplissage uni">
              <a:extLst>
                <a:ext uri="{FF2B5EF4-FFF2-40B4-BE49-F238E27FC236}">
                  <a16:creationId xmlns:a16="http://schemas.microsoft.com/office/drawing/2014/main" id="{9BA6C6F5-8E94-4702-9A49-AD050F5FAB9A}"/>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97" name="Organigramme : Données 196">
              <a:extLst>
                <a:ext uri="{FF2B5EF4-FFF2-40B4-BE49-F238E27FC236}">
                  <a16:creationId xmlns:a16="http://schemas.microsoft.com/office/drawing/2014/main" id="{485A5588-E714-4766-80EC-025D6BD1BA5F}"/>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0" name="Graphique 39" descr="Chaise de bureau avec un remplissage uni">
            <a:extLst>
              <a:ext uri="{FF2B5EF4-FFF2-40B4-BE49-F238E27FC236}">
                <a16:creationId xmlns:a16="http://schemas.microsoft.com/office/drawing/2014/main" id="{22D53AB2-D539-4E8A-94C6-7FA97E02D2B3}"/>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08911" y="4967469"/>
            <a:ext cx="201767" cy="271554"/>
          </a:xfrm>
          <a:prstGeom prst="rect">
            <a:avLst/>
          </a:prstGeom>
        </p:spPr>
      </p:pic>
      <p:pic>
        <p:nvPicPr>
          <p:cNvPr id="43" name="Graphique 42" descr="Enseignant avec un remplissage uni">
            <a:extLst>
              <a:ext uri="{FF2B5EF4-FFF2-40B4-BE49-F238E27FC236}">
                <a16:creationId xmlns:a16="http://schemas.microsoft.com/office/drawing/2014/main" id="{9DE26D16-1790-4E94-8457-5B6A39A82B7F}"/>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772151" y="6023538"/>
            <a:ext cx="682654" cy="682654"/>
          </a:xfrm>
          <a:prstGeom prst="rect">
            <a:avLst/>
          </a:prstGeom>
        </p:spPr>
      </p:pic>
      <p:pic>
        <p:nvPicPr>
          <p:cNvPr id="201" name="Graphique 200" descr="Chaise de bureau avec un remplissage uni">
            <a:extLst>
              <a:ext uri="{FF2B5EF4-FFF2-40B4-BE49-F238E27FC236}">
                <a16:creationId xmlns:a16="http://schemas.microsoft.com/office/drawing/2014/main" id="{DD849153-2E5D-4C88-A724-2471EFD7D93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0678" y="4967469"/>
            <a:ext cx="201767" cy="271554"/>
          </a:xfrm>
          <a:prstGeom prst="rect">
            <a:avLst/>
          </a:prstGeom>
        </p:spPr>
      </p:pic>
      <p:pic>
        <p:nvPicPr>
          <p:cNvPr id="203" name="Graphique 202" descr="Chaise de bureau avec un remplissage uni">
            <a:extLst>
              <a:ext uri="{FF2B5EF4-FFF2-40B4-BE49-F238E27FC236}">
                <a16:creationId xmlns:a16="http://schemas.microsoft.com/office/drawing/2014/main" id="{6329C8A4-CB20-4FED-AF21-4F5355FFD41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08039" y="4967469"/>
            <a:ext cx="201767" cy="271554"/>
          </a:xfrm>
          <a:prstGeom prst="rect">
            <a:avLst/>
          </a:prstGeom>
        </p:spPr>
      </p:pic>
      <p:pic>
        <p:nvPicPr>
          <p:cNvPr id="204" name="Graphique 203" descr="Chaise de bureau avec un remplissage uni">
            <a:extLst>
              <a:ext uri="{FF2B5EF4-FFF2-40B4-BE49-F238E27FC236}">
                <a16:creationId xmlns:a16="http://schemas.microsoft.com/office/drawing/2014/main" id="{13D9104B-E9EB-4A01-AE2F-B7EAC0AD210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09806" y="4967469"/>
            <a:ext cx="201767" cy="271554"/>
          </a:xfrm>
          <a:prstGeom prst="rect">
            <a:avLst/>
          </a:prstGeom>
        </p:spPr>
      </p:pic>
      <p:pic>
        <p:nvPicPr>
          <p:cNvPr id="205" name="Graphique 204" descr="Chaise de bureau avec un remplissage uni">
            <a:extLst>
              <a:ext uri="{FF2B5EF4-FFF2-40B4-BE49-F238E27FC236}">
                <a16:creationId xmlns:a16="http://schemas.microsoft.com/office/drawing/2014/main" id="{BE1DE688-6AE8-4374-BC77-0578318E409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05400" y="4967469"/>
            <a:ext cx="201767" cy="271554"/>
          </a:xfrm>
          <a:prstGeom prst="rect">
            <a:avLst/>
          </a:prstGeom>
        </p:spPr>
      </p:pic>
      <p:pic>
        <p:nvPicPr>
          <p:cNvPr id="206" name="Graphique 205" descr="Chaise de bureau avec un remplissage uni">
            <a:extLst>
              <a:ext uri="{FF2B5EF4-FFF2-40B4-BE49-F238E27FC236}">
                <a16:creationId xmlns:a16="http://schemas.microsoft.com/office/drawing/2014/main" id="{C8572DEC-E6F9-4CDC-96E7-89CCAF9A952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08911" y="5282536"/>
            <a:ext cx="201767" cy="271554"/>
          </a:xfrm>
          <a:prstGeom prst="rect">
            <a:avLst/>
          </a:prstGeom>
        </p:spPr>
      </p:pic>
      <p:pic>
        <p:nvPicPr>
          <p:cNvPr id="207" name="Graphique 206" descr="Chaise de bureau avec un remplissage uni">
            <a:extLst>
              <a:ext uri="{FF2B5EF4-FFF2-40B4-BE49-F238E27FC236}">
                <a16:creationId xmlns:a16="http://schemas.microsoft.com/office/drawing/2014/main" id="{A92F8A61-2651-4996-843C-C327AC2BBDE1}"/>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0678" y="5282536"/>
            <a:ext cx="201767" cy="271554"/>
          </a:xfrm>
          <a:prstGeom prst="rect">
            <a:avLst/>
          </a:prstGeom>
        </p:spPr>
      </p:pic>
      <p:pic>
        <p:nvPicPr>
          <p:cNvPr id="209" name="Graphique 208" descr="Chaise de bureau avec un remplissage uni">
            <a:extLst>
              <a:ext uri="{FF2B5EF4-FFF2-40B4-BE49-F238E27FC236}">
                <a16:creationId xmlns:a16="http://schemas.microsoft.com/office/drawing/2014/main" id="{A0CEFE6A-3A0A-4422-A9AA-A57C8C5D9E0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08039" y="5282536"/>
            <a:ext cx="201767" cy="271554"/>
          </a:xfrm>
          <a:prstGeom prst="rect">
            <a:avLst/>
          </a:prstGeom>
        </p:spPr>
      </p:pic>
      <p:pic>
        <p:nvPicPr>
          <p:cNvPr id="210" name="Graphique 209" descr="Chaise de bureau avec un remplissage uni">
            <a:extLst>
              <a:ext uri="{FF2B5EF4-FFF2-40B4-BE49-F238E27FC236}">
                <a16:creationId xmlns:a16="http://schemas.microsoft.com/office/drawing/2014/main" id="{47F3AA4A-264A-4B27-886E-A31CCF0DAB4E}"/>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09806" y="5282536"/>
            <a:ext cx="201767" cy="271554"/>
          </a:xfrm>
          <a:prstGeom prst="rect">
            <a:avLst/>
          </a:prstGeom>
        </p:spPr>
      </p:pic>
      <p:pic>
        <p:nvPicPr>
          <p:cNvPr id="211" name="Graphique 210" descr="Chaise de bureau avec un remplissage uni">
            <a:extLst>
              <a:ext uri="{FF2B5EF4-FFF2-40B4-BE49-F238E27FC236}">
                <a16:creationId xmlns:a16="http://schemas.microsoft.com/office/drawing/2014/main" id="{CFE475A7-1014-43CC-94E5-A63A788BBF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05400" y="5282536"/>
            <a:ext cx="201767" cy="271554"/>
          </a:xfrm>
          <a:prstGeom prst="rect">
            <a:avLst/>
          </a:prstGeom>
        </p:spPr>
      </p:pic>
      <p:pic>
        <p:nvPicPr>
          <p:cNvPr id="212" name="Graphique 211" descr="Chaise de bureau avec un remplissage uni">
            <a:extLst>
              <a:ext uri="{FF2B5EF4-FFF2-40B4-BE49-F238E27FC236}">
                <a16:creationId xmlns:a16="http://schemas.microsoft.com/office/drawing/2014/main" id="{8D3E0C48-579C-4B58-9632-8C78D7566C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2965" y="4967469"/>
            <a:ext cx="201767" cy="271554"/>
          </a:xfrm>
          <a:prstGeom prst="rect">
            <a:avLst/>
          </a:prstGeom>
        </p:spPr>
      </p:pic>
      <p:pic>
        <p:nvPicPr>
          <p:cNvPr id="214" name="Graphique 213" descr="Chaise de bureau avec un remplissage uni">
            <a:extLst>
              <a:ext uri="{FF2B5EF4-FFF2-40B4-BE49-F238E27FC236}">
                <a16:creationId xmlns:a16="http://schemas.microsoft.com/office/drawing/2014/main" id="{F76B70ED-2EDB-48FC-9ADE-C08A6965D35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0326" y="4967469"/>
            <a:ext cx="201767" cy="271554"/>
          </a:xfrm>
          <a:prstGeom prst="rect">
            <a:avLst/>
          </a:prstGeom>
        </p:spPr>
      </p:pic>
      <p:pic>
        <p:nvPicPr>
          <p:cNvPr id="215" name="Graphique 214" descr="Chaise de bureau avec un remplissage uni">
            <a:extLst>
              <a:ext uri="{FF2B5EF4-FFF2-40B4-BE49-F238E27FC236}">
                <a16:creationId xmlns:a16="http://schemas.microsoft.com/office/drawing/2014/main" id="{4C8321AF-83CF-4A39-BF23-B54100793F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2093" y="4967469"/>
            <a:ext cx="201767" cy="271554"/>
          </a:xfrm>
          <a:prstGeom prst="rect">
            <a:avLst/>
          </a:prstGeom>
        </p:spPr>
      </p:pic>
      <p:pic>
        <p:nvPicPr>
          <p:cNvPr id="216" name="Graphique 215" descr="Chaise de bureau avec un remplissage uni">
            <a:extLst>
              <a:ext uri="{FF2B5EF4-FFF2-40B4-BE49-F238E27FC236}">
                <a16:creationId xmlns:a16="http://schemas.microsoft.com/office/drawing/2014/main" id="{A9B73EB6-C4F2-4D8B-85E3-DA0612ABFFC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3860" y="4967469"/>
            <a:ext cx="201767" cy="271554"/>
          </a:xfrm>
          <a:prstGeom prst="rect">
            <a:avLst/>
          </a:prstGeom>
        </p:spPr>
      </p:pic>
      <p:pic>
        <p:nvPicPr>
          <p:cNvPr id="217" name="Graphique 216" descr="Chaise de bureau avec un remplissage uni">
            <a:extLst>
              <a:ext uri="{FF2B5EF4-FFF2-40B4-BE49-F238E27FC236}">
                <a16:creationId xmlns:a16="http://schemas.microsoft.com/office/drawing/2014/main" id="{AF0FADC4-2E57-47E4-B3E9-3857F050BB5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19454" y="4967469"/>
            <a:ext cx="201767" cy="271554"/>
          </a:xfrm>
          <a:prstGeom prst="rect">
            <a:avLst/>
          </a:prstGeom>
        </p:spPr>
      </p:pic>
      <p:pic>
        <p:nvPicPr>
          <p:cNvPr id="218" name="Graphique 217" descr="Chaise de bureau avec un remplissage uni">
            <a:extLst>
              <a:ext uri="{FF2B5EF4-FFF2-40B4-BE49-F238E27FC236}">
                <a16:creationId xmlns:a16="http://schemas.microsoft.com/office/drawing/2014/main" id="{CB50CFD9-136E-4DD4-88C1-825B489365C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2965" y="5282536"/>
            <a:ext cx="201767" cy="271554"/>
          </a:xfrm>
          <a:prstGeom prst="rect">
            <a:avLst/>
          </a:prstGeom>
        </p:spPr>
      </p:pic>
      <p:pic>
        <p:nvPicPr>
          <p:cNvPr id="220" name="Graphique 219" descr="Chaise de bureau avec un remplissage uni">
            <a:extLst>
              <a:ext uri="{FF2B5EF4-FFF2-40B4-BE49-F238E27FC236}">
                <a16:creationId xmlns:a16="http://schemas.microsoft.com/office/drawing/2014/main" id="{EEE1AA01-15F4-428C-9236-BC60E5285F1F}"/>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0326" y="5282536"/>
            <a:ext cx="201767" cy="271554"/>
          </a:xfrm>
          <a:prstGeom prst="rect">
            <a:avLst/>
          </a:prstGeom>
        </p:spPr>
      </p:pic>
      <p:pic>
        <p:nvPicPr>
          <p:cNvPr id="221" name="Graphique 220" descr="Chaise de bureau avec un remplissage uni">
            <a:extLst>
              <a:ext uri="{FF2B5EF4-FFF2-40B4-BE49-F238E27FC236}">
                <a16:creationId xmlns:a16="http://schemas.microsoft.com/office/drawing/2014/main" id="{8F321A0E-1A8F-4F59-8B0F-283614375DE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2093" y="5282536"/>
            <a:ext cx="201767" cy="271554"/>
          </a:xfrm>
          <a:prstGeom prst="rect">
            <a:avLst/>
          </a:prstGeom>
        </p:spPr>
      </p:pic>
      <p:pic>
        <p:nvPicPr>
          <p:cNvPr id="222" name="Graphique 221" descr="Chaise de bureau avec un remplissage uni">
            <a:extLst>
              <a:ext uri="{FF2B5EF4-FFF2-40B4-BE49-F238E27FC236}">
                <a16:creationId xmlns:a16="http://schemas.microsoft.com/office/drawing/2014/main" id="{39D1DBA1-6084-4DAB-8AB5-C13E60AF868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3860" y="5282536"/>
            <a:ext cx="201767" cy="271554"/>
          </a:xfrm>
          <a:prstGeom prst="rect">
            <a:avLst/>
          </a:prstGeom>
        </p:spPr>
      </p:pic>
      <p:pic>
        <p:nvPicPr>
          <p:cNvPr id="223" name="Graphique 222" descr="Chaise de bureau avec un remplissage uni">
            <a:extLst>
              <a:ext uri="{FF2B5EF4-FFF2-40B4-BE49-F238E27FC236}">
                <a16:creationId xmlns:a16="http://schemas.microsoft.com/office/drawing/2014/main" id="{F547134D-CCCB-47CA-9F8C-701CDC1E269E}"/>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19454" y="5282536"/>
            <a:ext cx="201767" cy="271554"/>
          </a:xfrm>
          <a:prstGeom prst="rect">
            <a:avLst/>
          </a:prstGeom>
        </p:spPr>
      </p:pic>
      <p:pic>
        <p:nvPicPr>
          <p:cNvPr id="229" name="Graphique 228" descr="Chaise de bureau avec un remplissage uni">
            <a:extLst>
              <a:ext uri="{FF2B5EF4-FFF2-40B4-BE49-F238E27FC236}">
                <a16:creationId xmlns:a16="http://schemas.microsoft.com/office/drawing/2014/main" id="{7ACE51E1-ECB9-4DA6-9B51-C63C36340FD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17024" y="4962529"/>
            <a:ext cx="201767" cy="271554"/>
          </a:xfrm>
          <a:prstGeom prst="rect">
            <a:avLst/>
          </a:prstGeom>
        </p:spPr>
      </p:pic>
      <p:pic>
        <p:nvPicPr>
          <p:cNvPr id="230" name="Graphique 229" descr="Chaise de bureau avec un remplissage uni">
            <a:extLst>
              <a:ext uri="{FF2B5EF4-FFF2-40B4-BE49-F238E27FC236}">
                <a16:creationId xmlns:a16="http://schemas.microsoft.com/office/drawing/2014/main" id="{A4DF8D58-8BBB-4507-B7F2-FE874D445FD5}"/>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18791" y="4962529"/>
            <a:ext cx="201767" cy="271554"/>
          </a:xfrm>
          <a:prstGeom prst="rect">
            <a:avLst/>
          </a:prstGeom>
        </p:spPr>
      </p:pic>
      <p:pic>
        <p:nvPicPr>
          <p:cNvPr id="231" name="Graphique 230" descr="Chaise de bureau avec un remplissage uni">
            <a:extLst>
              <a:ext uri="{FF2B5EF4-FFF2-40B4-BE49-F238E27FC236}">
                <a16:creationId xmlns:a16="http://schemas.microsoft.com/office/drawing/2014/main" id="{0C7392E0-E66B-4089-98F3-03C8DDF4372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0558" y="4962529"/>
            <a:ext cx="201767" cy="271554"/>
          </a:xfrm>
          <a:prstGeom prst="rect">
            <a:avLst/>
          </a:prstGeom>
        </p:spPr>
      </p:pic>
      <p:pic>
        <p:nvPicPr>
          <p:cNvPr id="232" name="Graphique 231" descr="Chaise de bureau avec un remplissage uni">
            <a:extLst>
              <a:ext uri="{FF2B5EF4-FFF2-40B4-BE49-F238E27FC236}">
                <a16:creationId xmlns:a16="http://schemas.microsoft.com/office/drawing/2014/main" id="{1B425881-412F-4710-B3A4-6CC2F01CE3F1}"/>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16152" y="4962529"/>
            <a:ext cx="201767" cy="271554"/>
          </a:xfrm>
          <a:prstGeom prst="rect">
            <a:avLst/>
          </a:prstGeom>
        </p:spPr>
      </p:pic>
      <p:pic>
        <p:nvPicPr>
          <p:cNvPr id="234" name="Graphique 233" descr="Chaise de bureau avec un remplissage uni">
            <a:extLst>
              <a:ext uri="{FF2B5EF4-FFF2-40B4-BE49-F238E27FC236}">
                <a16:creationId xmlns:a16="http://schemas.microsoft.com/office/drawing/2014/main" id="{08BFE986-CE10-493E-B78F-E6201F7B212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17024" y="5277596"/>
            <a:ext cx="201767" cy="271554"/>
          </a:xfrm>
          <a:prstGeom prst="rect">
            <a:avLst/>
          </a:prstGeom>
        </p:spPr>
      </p:pic>
      <p:pic>
        <p:nvPicPr>
          <p:cNvPr id="235" name="Graphique 234" descr="Chaise de bureau avec un remplissage uni">
            <a:extLst>
              <a:ext uri="{FF2B5EF4-FFF2-40B4-BE49-F238E27FC236}">
                <a16:creationId xmlns:a16="http://schemas.microsoft.com/office/drawing/2014/main" id="{5C82BD9E-5C7F-4AF0-9649-13F35E87FBB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18791" y="5277596"/>
            <a:ext cx="201767" cy="271554"/>
          </a:xfrm>
          <a:prstGeom prst="rect">
            <a:avLst/>
          </a:prstGeom>
        </p:spPr>
      </p:pic>
      <p:pic>
        <p:nvPicPr>
          <p:cNvPr id="236" name="Graphique 235" descr="Chaise de bureau avec un remplissage uni">
            <a:extLst>
              <a:ext uri="{FF2B5EF4-FFF2-40B4-BE49-F238E27FC236}">
                <a16:creationId xmlns:a16="http://schemas.microsoft.com/office/drawing/2014/main" id="{1A62179C-7501-49DF-995E-84CD3491397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0558" y="5277596"/>
            <a:ext cx="201767" cy="271554"/>
          </a:xfrm>
          <a:prstGeom prst="rect">
            <a:avLst/>
          </a:prstGeom>
        </p:spPr>
      </p:pic>
      <p:pic>
        <p:nvPicPr>
          <p:cNvPr id="237" name="Graphique 236" descr="Chaise de bureau avec un remplissage uni">
            <a:extLst>
              <a:ext uri="{FF2B5EF4-FFF2-40B4-BE49-F238E27FC236}">
                <a16:creationId xmlns:a16="http://schemas.microsoft.com/office/drawing/2014/main" id="{B6AA8D39-DBF9-444A-AF2A-6EF3B9802A2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16152" y="5277596"/>
            <a:ext cx="201767" cy="271554"/>
          </a:xfrm>
          <a:prstGeom prst="rect">
            <a:avLst/>
          </a:prstGeom>
        </p:spPr>
      </p:pic>
      <p:pic>
        <p:nvPicPr>
          <p:cNvPr id="239" name="Graphique 238" descr="Chaise de bureau avec un remplissage uni">
            <a:extLst>
              <a:ext uri="{FF2B5EF4-FFF2-40B4-BE49-F238E27FC236}">
                <a16:creationId xmlns:a16="http://schemas.microsoft.com/office/drawing/2014/main" id="{C9E21B97-BD82-461C-BD04-C6B7F31F3AA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196028" y="4968408"/>
            <a:ext cx="201767" cy="271554"/>
          </a:xfrm>
          <a:prstGeom prst="rect">
            <a:avLst/>
          </a:prstGeom>
        </p:spPr>
      </p:pic>
      <p:pic>
        <p:nvPicPr>
          <p:cNvPr id="240" name="Graphique 239" descr="Chaise de bureau avec un remplissage uni">
            <a:extLst>
              <a:ext uri="{FF2B5EF4-FFF2-40B4-BE49-F238E27FC236}">
                <a16:creationId xmlns:a16="http://schemas.microsoft.com/office/drawing/2014/main" id="{91985AB7-AE84-43CC-A08A-42D51947730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397795" y="4968408"/>
            <a:ext cx="201767" cy="271554"/>
          </a:xfrm>
          <a:prstGeom prst="rect">
            <a:avLst/>
          </a:prstGeom>
        </p:spPr>
      </p:pic>
      <p:pic>
        <p:nvPicPr>
          <p:cNvPr id="241" name="Graphique 240" descr="Chaise de bureau avec un remplissage uni">
            <a:extLst>
              <a:ext uri="{FF2B5EF4-FFF2-40B4-BE49-F238E27FC236}">
                <a16:creationId xmlns:a16="http://schemas.microsoft.com/office/drawing/2014/main" id="{CF0A90C8-FBD2-4570-A7F7-46E7DB02733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196028" y="5283475"/>
            <a:ext cx="201767" cy="271554"/>
          </a:xfrm>
          <a:prstGeom prst="rect">
            <a:avLst/>
          </a:prstGeom>
        </p:spPr>
      </p:pic>
      <p:pic>
        <p:nvPicPr>
          <p:cNvPr id="242" name="Graphique 241" descr="Chaise de bureau avec un remplissage uni">
            <a:extLst>
              <a:ext uri="{FF2B5EF4-FFF2-40B4-BE49-F238E27FC236}">
                <a16:creationId xmlns:a16="http://schemas.microsoft.com/office/drawing/2014/main" id="{0510042C-8537-426B-9FFB-2FBECA03034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397795" y="5283475"/>
            <a:ext cx="201767" cy="271554"/>
          </a:xfrm>
          <a:prstGeom prst="rect">
            <a:avLst/>
          </a:prstGeom>
        </p:spPr>
      </p:pic>
      <p:pic>
        <p:nvPicPr>
          <p:cNvPr id="243" name="Graphique 242" descr="Chaise de bureau avec un remplissage uni">
            <a:extLst>
              <a:ext uri="{FF2B5EF4-FFF2-40B4-BE49-F238E27FC236}">
                <a16:creationId xmlns:a16="http://schemas.microsoft.com/office/drawing/2014/main" id="{DBCC7195-AA57-4666-B1F7-3A456AD6A0A5}"/>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14619" y="5574314"/>
            <a:ext cx="201767" cy="271554"/>
          </a:xfrm>
          <a:prstGeom prst="rect">
            <a:avLst/>
          </a:prstGeom>
        </p:spPr>
      </p:pic>
      <p:pic>
        <p:nvPicPr>
          <p:cNvPr id="244" name="Graphique 243" descr="Chaise de bureau avec un remplissage uni">
            <a:extLst>
              <a:ext uri="{FF2B5EF4-FFF2-40B4-BE49-F238E27FC236}">
                <a16:creationId xmlns:a16="http://schemas.microsoft.com/office/drawing/2014/main" id="{4DCAE6BE-AB2D-4258-8193-BDC2958FF52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6386" y="5574314"/>
            <a:ext cx="201767" cy="271554"/>
          </a:xfrm>
          <a:prstGeom prst="rect">
            <a:avLst/>
          </a:prstGeom>
        </p:spPr>
      </p:pic>
      <p:pic>
        <p:nvPicPr>
          <p:cNvPr id="245" name="Graphique 244" descr="Chaise de bureau avec un remplissage uni">
            <a:extLst>
              <a:ext uri="{FF2B5EF4-FFF2-40B4-BE49-F238E27FC236}">
                <a16:creationId xmlns:a16="http://schemas.microsoft.com/office/drawing/2014/main" id="{9097F60C-FEF4-4F88-A750-78492EFE2BA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13747" y="5574314"/>
            <a:ext cx="201767" cy="271554"/>
          </a:xfrm>
          <a:prstGeom prst="rect">
            <a:avLst/>
          </a:prstGeom>
        </p:spPr>
      </p:pic>
      <p:pic>
        <p:nvPicPr>
          <p:cNvPr id="246" name="Graphique 245" descr="Chaise de bureau avec un remplissage uni">
            <a:extLst>
              <a:ext uri="{FF2B5EF4-FFF2-40B4-BE49-F238E27FC236}">
                <a16:creationId xmlns:a16="http://schemas.microsoft.com/office/drawing/2014/main" id="{16C4CED8-1E18-43C3-852A-943E6BDEF803}"/>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15514" y="5574314"/>
            <a:ext cx="201767" cy="271554"/>
          </a:xfrm>
          <a:prstGeom prst="rect">
            <a:avLst/>
          </a:prstGeom>
        </p:spPr>
      </p:pic>
      <p:pic>
        <p:nvPicPr>
          <p:cNvPr id="247" name="Graphique 246" descr="Chaise de bureau avec un remplissage uni">
            <a:extLst>
              <a:ext uri="{FF2B5EF4-FFF2-40B4-BE49-F238E27FC236}">
                <a16:creationId xmlns:a16="http://schemas.microsoft.com/office/drawing/2014/main" id="{39F495F2-669F-42AA-A545-97949647569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11108" y="5574314"/>
            <a:ext cx="201767" cy="271554"/>
          </a:xfrm>
          <a:prstGeom prst="rect">
            <a:avLst/>
          </a:prstGeom>
        </p:spPr>
      </p:pic>
      <p:pic>
        <p:nvPicPr>
          <p:cNvPr id="248" name="Graphique 247" descr="Chaise de bureau avec un remplissage uni">
            <a:extLst>
              <a:ext uri="{FF2B5EF4-FFF2-40B4-BE49-F238E27FC236}">
                <a16:creationId xmlns:a16="http://schemas.microsoft.com/office/drawing/2014/main" id="{ECAB11A9-29E0-4120-A1CE-5E29E85FA34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8673" y="5574314"/>
            <a:ext cx="201767" cy="271554"/>
          </a:xfrm>
          <a:prstGeom prst="rect">
            <a:avLst/>
          </a:prstGeom>
        </p:spPr>
      </p:pic>
      <p:pic>
        <p:nvPicPr>
          <p:cNvPr id="249" name="Graphique 248" descr="Chaise de bureau avec un remplissage uni">
            <a:extLst>
              <a:ext uri="{FF2B5EF4-FFF2-40B4-BE49-F238E27FC236}">
                <a16:creationId xmlns:a16="http://schemas.microsoft.com/office/drawing/2014/main" id="{C61D35F8-E1A6-49BE-826E-2C5229629C2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6034" y="5574314"/>
            <a:ext cx="201767" cy="271554"/>
          </a:xfrm>
          <a:prstGeom prst="rect">
            <a:avLst/>
          </a:prstGeom>
        </p:spPr>
      </p:pic>
      <p:pic>
        <p:nvPicPr>
          <p:cNvPr id="250" name="Graphique 249" descr="Chaise de bureau avec un remplissage uni">
            <a:extLst>
              <a:ext uri="{FF2B5EF4-FFF2-40B4-BE49-F238E27FC236}">
                <a16:creationId xmlns:a16="http://schemas.microsoft.com/office/drawing/2014/main" id="{872B9B21-B4C3-4731-AC06-56BA03B6126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7801" y="5574314"/>
            <a:ext cx="201767" cy="271554"/>
          </a:xfrm>
          <a:prstGeom prst="rect">
            <a:avLst/>
          </a:prstGeom>
        </p:spPr>
      </p:pic>
      <p:pic>
        <p:nvPicPr>
          <p:cNvPr id="251" name="Graphique 250" descr="Chaise de bureau avec un remplissage uni">
            <a:extLst>
              <a:ext uri="{FF2B5EF4-FFF2-40B4-BE49-F238E27FC236}">
                <a16:creationId xmlns:a16="http://schemas.microsoft.com/office/drawing/2014/main" id="{BA63AE22-D40D-45EB-81B5-F32FCE7284AD}"/>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9568" y="5574314"/>
            <a:ext cx="201767" cy="271554"/>
          </a:xfrm>
          <a:prstGeom prst="rect">
            <a:avLst/>
          </a:prstGeom>
        </p:spPr>
      </p:pic>
      <p:pic>
        <p:nvPicPr>
          <p:cNvPr id="252" name="Graphique 251" descr="Chaise de bureau avec un remplissage uni">
            <a:extLst>
              <a:ext uri="{FF2B5EF4-FFF2-40B4-BE49-F238E27FC236}">
                <a16:creationId xmlns:a16="http://schemas.microsoft.com/office/drawing/2014/main" id="{E56BB56C-E769-4F37-841C-4001C19FFB1D}"/>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25162" y="5574314"/>
            <a:ext cx="201767" cy="271554"/>
          </a:xfrm>
          <a:prstGeom prst="rect">
            <a:avLst/>
          </a:prstGeom>
        </p:spPr>
      </p:pic>
      <p:pic>
        <p:nvPicPr>
          <p:cNvPr id="253" name="Graphique 252" descr="Chaise de bureau avec un remplissage uni">
            <a:extLst>
              <a:ext uri="{FF2B5EF4-FFF2-40B4-BE49-F238E27FC236}">
                <a16:creationId xmlns:a16="http://schemas.microsoft.com/office/drawing/2014/main" id="{34D33B70-666A-4648-9E7F-7F5E2A2A2E2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22732" y="5569374"/>
            <a:ext cx="201767" cy="271554"/>
          </a:xfrm>
          <a:prstGeom prst="rect">
            <a:avLst/>
          </a:prstGeom>
        </p:spPr>
      </p:pic>
      <p:pic>
        <p:nvPicPr>
          <p:cNvPr id="254" name="Graphique 253" descr="Chaise de bureau avec un remplissage uni">
            <a:extLst>
              <a:ext uri="{FF2B5EF4-FFF2-40B4-BE49-F238E27FC236}">
                <a16:creationId xmlns:a16="http://schemas.microsoft.com/office/drawing/2014/main" id="{68DAFC51-407D-4E93-9FF0-513819FA202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24499" y="5569374"/>
            <a:ext cx="201767" cy="271554"/>
          </a:xfrm>
          <a:prstGeom prst="rect">
            <a:avLst/>
          </a:prstGeom>
        </p:spPr>
      </p:pic>
      <p:pic>
        <p:nvPicPr>
          <p:cNvPr id="255" name="Graphique 254" descr="Chaise de bureau avec un remplissage uni">
            <a:extLst>
              <a:ext uri="{FF2B5EF4-FFF2-40B4-BE49-F238E27FC236}">
                <a16:creationId xmlns:a16="http://schemas.microsoft.com/office/drawing/2014/main" id="{17E30746-F02D-4FFF-890E-25D85C55B506}"/>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6266" y="5569374"/>
            <a:ext cx="201767" cy="271554"/>
          </a:xfrm>
          <a:prstGeom prst="rect">
            <a:avLst/>
          </a:prstGeom>
        </p:spPr>
      </p:pic>
      <p:pic>
        <p:nvPicPr>
          <p:cNvPr id="256" name="Graphique 255" descr="Chaise de bureau avec un remplissage uni">
            <a:extLst>
              <a:ext uri="{FF2B5EF4-FFF2-40B4-BE49-F238E27FC236}">
                <a16:creationId xmlns:a16="http://schemas.microsoft.com/office/drawing/2014/main" id="{DFDE2CBB-E270-4959-8085-784385CC138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21860" y="5569374"/>
            <a:ext cx="201767" cy="271554"/>
          </a:xfrm>
          <a:prstGeom prst="rect">
            <a:avLst/>
          </a:prstGeom>
        </p:spPr>
      </p:pic>
      <p:pic>
        <p:nvPicPr>
          <p:cNvPr id="257" name="Graphique 256" descr="Chaise de bureau avec un remplissage uni">
            <a:extLst>
              <a:ext uri="{FF2B5EF4-FFF2-40B4-BE49-F238E27FC236}">
                <a16:creationId xmlns:a16="http://schemas.microsoft.com/office/drawing/2014/main" id="{7F22AC63-DEFB-4DAA-A7A2-63773EB9027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201736" y="5575253"/>
            <a:ext cx="201767" cy="271554"/>
          </a:xfrm>
          <a:prstGeom prst="rect">
            <a:avLst/>
          </a:prstGeom>
        </p:spPr>
      </p:pic>
      <p:pic>
        <p:nvPicPr>
          <p:cNvPr id="258" name="Graphique 257" descr="Chaise de bureau avec un remplissage uni">
            <a:extLst>
              <a:ext uri="{FF2B5EF4-FFF2-40B4-BE49-F238E27FC236}">
                <a16:creationId xmlns:a16="http://schemas.microsoft.com/office/drawing/2014/main" id="{A88841DA-15E7-4D58-974D-DBCF492B159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403503" y="5575253"/>
            <a:ext cx="201767" cy="271554"/>
          </a:xfrm>
          <a:prstGeom prst="rect">
            <a:avLst/>
          </a:prstGeom>
        </p:spPr>
      </p:pic>
      <p:pic>
        <p:nvPicPr>
          <p:cNvPr id="259" name="Graphique 258" descr="Aide avec un remplissage uni">
            <a:extLst>
              <a:ext uri="{FF2B5EF4-FFF2-40B4-BE49-F238E27FC236}">
                <a16:creationId xmlns:a16="http://schemas.microsoft.com/office/drawing/2014/main" id="{CB62CD5F-E7B0-4E19-BD45-356517990686}"/>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545579" y="697610"/>
            <a:ext cx="914400" cy="914400"/>
          </a:xfrm>
          <a:prstGeom prst="rect">
            <a:avLst/>
          </a:prstGeom>
        </p:spPr>
      </p:pic>
      <p:grpSp>
        <p:nvGrpSpPr>
          <p:cNvPr id="261" name="Groupe 260">
            <a:extLst>
              <a:ext uri="{FF2B5EF4-FFF2-40B4-BE49-F238E27FC236}">
                <a16:creationId xmlns:a16="http://schemas.microsoft.com/office/drawing/2014/main" id="{6EB10C30-3237-466B-B19C-BC430A7C0A49}"/>
              </a:ext>
            </a:extLst>
          </p:cNvPr>
          <p:cNvGrpSpPr/>
          <p:nvPr/>
        </p:nvGrpSpPr>
        <p:grpSpPr>
          <a:xfrm>
            <a:off x="2765333" y="278879"/>
            <a:ext cx="976111" cy="689789"/>
            <a:chOff x="10418956" y="841417"/>
            <a:chExt cx="1472754" cy="1040752"/>
          </a:xfrm>
        </p:grpSpPr>
        <p:grpSp>
          <p:nvGrpSpPr>
            <p:cNvPr id="262" name="Groupe 261">
              <a:extLst>
                <a:ext uri="{FF2B5EF4-FFF2-40B4-BE49-F238E27FC236}">
                  <a16:creationId xmlns:a16="http://schemas.microsoft.com/office/drawing/2014/main" id="{ADDD10D6-02B0-48FC-8DEF-04AD6F8B6835}"/>
                </a:ext>
              </a:extLst>
            </p:cNvPr>
            <p:cNvGrpSpPr/>
            <p:nvPr/>
          </p:nvGrpSpPr>
          <p:grpSpPr>
            <a:xfrm rot="19766643">
              <a:off x="10418956" y="967769"/>
              <a:ext cx="914400" cy="914400"/>
              <a:chOff x="8464597" y="537132"/>
              <a:chExt cx="914400" cy="914400"/>
            </a:xfrm>
          </p:grpSpPr>
          <p:pic>
            <p:nvPicPr>
              <p:cNvPr id="269" name="Graphique 268" descr="Carte à jouer avec un remplissage uni">
                <a:extLst>
                  <a:ext uri="{FF2B5EF4-FFF2-40B4-BE49-F238E27FC236}">
                    <a16:creationId xmlns:a16="http://schemas.microsoft.com/office/drawing/2014/main" id="{3E6C8DE1-1567-4A8B-83FF-B0B505ABC58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70" name="Rectangle 269">
                <a:extLst>
                  <a:ext uri="{FF2B5EF4-FFF2-40B4-BE49-F238E27FC236}">
                    <a16:creationId xmlns:a16="http://schemas.microsoft.com/office/drawing/2014/main" id="{72FD2AEF-DC59-4ED5-95E2-E5B02BD77B32}"/>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3" name="Groupe 262">
              <a:extLst>
                <a:ext uri="{FF2B5EF4-FFF2-40B4-BE49-F238E27FC236}">
                  <a16:creationId xmlns:a16="http://schemas.microsoft.com/office/drawing/2014/main" id="{DEB13252-AAE7-48DC-BBD9-8D0FC0DAFDC1}"/>
                </a:ext>
              </a:extLst>
            </p:cNvPr>
            <p:cNvGrpSpPr/>
            <p:nvPr/>
          </p:nvGrpSpPr>
          <p:grpSpPr>
            <a:xfrm>
              <a:off x="10717267" y="841417"/>
              <a:ext cx="914400" cy="914400"/>
              <a:chOff x="8464597" y="537132"/>
              <a:chExt cx="914400" cy="914400"/>
            </a:xfrm>
          </p:grpSpPr>
          <p:pic>
            <p:nvPicPr>
              <p:cNvPr id="267" name="Graphique 266" descr="Carte à jouer avec un remplissage uni">
                <a:extLst>
                  <a:ext uri="{FF2B5EF4-FFF2-40B4-BE49-F238E27FC236}">
                    <a16:creationId xmlns:a16="http://schemas.microsoft.com/office/drawing/2014/main" id="{9840E170-DBDA-446C-9D27-16374B2EDDE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68" name="Rectangle 267">
                <a:extLst>
                  <a:ext uri="{FF2B5EF4-FFF2-40B4-BE49-F238E27FC236}">
                    <a16:creationId xmlns:a16="http://schemas.microsoft.com/office/drawing/2014/main" id="{2B575047-C00C-41CD-8767-ABF9CF5EC409}"/>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4" name="Groupe 263">
              <a:extLst>
                <a:ext uri="{FF2B5EF4-FFF2-40B4-BE49-F238E27FC236}">
                  <a16:creationId xmlns:a16="http://schemas.microsoft.com/office/drawing/2014/main" id="{7C9D5584-F1B3-44D2-81DF-951B1ACF69DE}"/>
                </a:ext>
              </a:extLst>
            </p:cNvPr>
            <p:cNvGrpSpPr/>
            <p:nvPr/>
          </p:nvGrpSpPr>
          <p:grpSpPr>
            <a:xfrm rot="1566252">
              <a:off x="10977310" y="893806"/>
              <a:ext cx="914400" cy="914400"/>
              <a:chOff x="8464597" y="537132"/>
              <a:chExt cx="914400" cy="914400"/>
            </a:xfrm>
          </p:grpSpPr>
          <p:pic>
            <p:nvPicPr>
              <p:cNvPr id="265" name="Graphique 264" descr="Carte à jouer avec un remplissage uni">
                <a:extLst>
                  <a:ext uri="{FF2B5EF4-FFF2-40B4-BE49-F238E27FC236}">
                    <a16:creationId xmlns:a16="http://schemas.microsoft.com/office/drawing/2014/main" id="{132EF2D1-545D-44ED-BA74-2CD8FAF566E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66" name="Rectangle 265">
                <a:extLst>
                  <a:ext uri="{FF2B5EF4-FFF2-40B4-BE49-F238E27FC236}">
                    <a16:creationId xmlns:a16="http://schemas.microsoft.com/office/drawing/2014/main" id="{517935EC-D49E-4861-B8BB-6D3701BDA4F3}"/>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1" name="Groupe 270">
            <a:extLst>
              <a:ext uri="{FF2B5EF4-FFF2-40B4-BE49-F238E27FC236}">
                <a16:creationId xmlns:a16="http://schemas.microsoft.com/office/drawing/2014/main" id="{1F2472F3-1A19-40CB-BA51-64911D8A3741}"/>
              </a:ext>
            </a:extLst>
          </p:cNvPr>
          <p:cNvGrpSpPr/>
          <p:nvPr/>
        </p:nvGrpSpPr>
        <p:grpSpPr>
          <a:xfrm>
            <a:off x="296730" y="1095248"/>
            <a:ext cx="716083" cy="970336"/>
            <a:chOff x="4460125" y="4780518"/>
            <a:chExt cx="716083" cy="970336"/>
          </a:xfrm>
        </p:grpSpPr>
        <p:pic>
          <p:nvPicPr>
            <p:cNvPr id="272" name="Graphique 271" descr="Table et chaises avec un remplissage uni">
              <a:extLst>
                <a:ext uri="{FF2B5EF4-FFF2-40B4-BE49-F238E27FC236}">
                  <a16:creationId xmlns:a16="http://schemas.microsoft.com/office/drawing/2014/main" id="{7E62EC1F-19A4-464D-82F7-B2C00625BF2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273" name="Graphique 272" descr="Table et chaises avec un remplissage uni">
              <a:extLst>
                <a:ext uri="{FF2B5EF4-FFF2-40B4-BE49-F238E27FC236}">
                  <a16:creationId xmlns:a16="http://schemas.microsoft.com/office/drawing/2014/main" id="{BE34EDDA-BBFB-45CC-8C03-97E1C87A3516}"/>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274" name="Organigramme : Données 273">
              <a:extLst>
                <a:ext uri="{FF2B5EF4-FFF2-40B4-BE49-F238E27FC236}">
                  <a16:creationId xmlns:a16="http://schemas.microsoft.com/office/drawing/2014/main" id="{E8644861-32E6-441B-91AC-3C1C4665CB93}"/>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75" name="Graphique 274" descr="Dé avec un remplissage uni">
            <a:extLst>
              <a:ext uri="{FF2B5EF4-FFF2-40B4-BE49-F238E27FC236}">
                <a16:creationId xmlns:a16="http://schemas.microsoft.com/office/drawing/2014/main" id="{9938F30E-9B89-405E-ACEA-3CF8DB8FE6E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36345" y="1197837"/>
            <a:ext cx="914400" cy="914400"/>
          </a:xfrm>
          <a:prstGeom prst="rect">
            <a:avLst/>
          </a:prstGeom>
        </p:spPr>
      </p:pic>
      <p:pic>
        <p:nvPicPr>
          <p:cNvPr id="47" name="Graphique 46" descr="Sablier 30% avec un remplissage uni">
            <a:extLst>
              <a:ext uri="{FF2B5EF4-FFF2-40B4-BE49-F238E27FC236}">
                <a16:creationId xmlns:a16="http://schemas.microsoft.com/office/drawing/2014/main" id="{C44D2DBD-AE8D-4262-AD76-0C9A0ED0F6C4}"/>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1666754" y="2532916"/>
            <a:ext cx="914400" cy="914400"/>
          </a:xfrm>
          <a:prstGeom prst="rect">
            <a:avLst/>
          </a:prstGeom>
        </p:spPr>
      </p:pic>
      <p:pic>
        <p:nvPicPr>
          <p:cNvPr id="278" name="Graphique 277" descr="Papier avec un remplissage uni">
            <a:extLst>
              <a:ext uri="{FF2B5EF4-FFF2-40B4-BE49-F238E27FC236}">
                <a16:creationId xmlns:a16="http://schemas.microsoft.com/office/drawing/2014/main" id="{222A5C2C-C471-4A2E-9ACB-2430F068F354}"/>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334821" y="274977"/>
            <a:ext cx="596347" cy="596347"/>
          </a:xfrm>
          <a:prstGeom prst="rect">
            <a:avLst/>
          </a:prstGeom>
        </p:spPr>
      </p:pic>
      <p:pic>
        <p:nvPicPr>
          <p:cNvPr id="50" name="Graphique 49" descr="Bière avec un remplissage uni">
            <a:extLst>
              <a:ext uri="{FF2B5EF4-FFF2-40B4-BE49-F238E27FC236}">
                <a16:creationId xmlns:a16="http://schemas.microsoft.com/office/drawing/2014/main" id="{469002BF-670C-425F-9790-148F3390616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2721863" y="3086115"/>
            <a:ext cx="914400" cy="914400"/>
          </a:xfrm>
          <a:prstGeom prst="rect">
            <a:avLst/>
          </a:prstGeom>
        </p:spPr>
      </p:pic>
    </p:spTree>
    <p:extLst>
      <p:ext uri="{BB962C8B-B14F-4D97-AF65-F5344CB8AC3E}">
        <p14:creationId xmlns:p14="http://schemas.microsoft.com/office/powerpoint/2010/main" val="15241809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 name="Graphique 296" descr="Personne confuse avec un remplissage uni">
            <a:extLst>
              <a:ext uri="{FF2B5EF4-FFF2-40B4-BE49-F238E27FC236}">
                <a16:creationId xmlns:a16="http://schemas.microsoft.com/office/drawing/2014/main" id="{0FD71C60-CB78-4609-8627-658999F51B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4345" y="540675"/>
            <a:ext cx="510440" cy="510440"/>
          </a:xfrm>
          <a:prstGeom prst="rect">
            <a:avLst/>
          </a:prstGeom>
        </p:spPr>
      </p:pic>
      <p:pic>
        <p:nvPicPr>
          <p:cNvPr id="298" name="Graphique 297" descr="Personne confuse avec un remplissage uni">
            <a:extLst>
              <a:ext uri="{FF2B5EF4-FFF2-40B4-BE49-F238E27FC236}">
                <a16:creationId xmlns:a16="http://schemas.microsoft.com/office/drawing/2014/main" id="{F345C119-D2F2-416F-954C-E19D0A39D3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922711" y="447014"/>
            <a:ext cx="510440" cy="510440"/>
          </a:xfrm>
          <a:prstGeom prst="rect">
            <a:avLst/>
          </a:prstGeom>
        </p:spPr>
      </p:pic>
      <p:pic>
        <p:nvPicPr>
          <p:cNvPr id="299" name="Graphique 298" descr="Personne confuse avec un remplissage uni">
            <a:extLst>
              <a:ext uri="{FF2B5EF4-FFF2-40B4-BE49-F238E27FC236}">
                <a16:creationId xmlns:a16="http://schemas.microsoft.com/office/drawing/2014/main" id="{5338AB66-E72B-4599-982E-DF8A6BF95C6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233266" y="399091"/>
            <a:ext cx="510440" cy="510440"/>
          </a:xfrm>
          <a:prstGeom prst="rect">
            <a:avLst/>
          </a:prstGeom>
        </p:spPr>
      </p:pic>
      <p:pic>
        <p:nvPicPr>
          <p:cNvPr id="300" name="Graphique 299" descr="Personne confuse avec un remplissage uni">
            <a:extLst>
              <a:ext uri="{FF2B5EF4-FFF2-40B4-BE49-F238E27FC236}">
                <a16:creationId xmlns:a16="http://schemas.microsoft.com/office/drawing/2014/main" id="{1B8DCC2F-3996-4AEC-A88D-5C54169647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53499" y="447014"/>
            <a:ext cx="510440" cy="510440"/>
          </a:xfrm>
          <a:prstGeom prst="rect">
            <a:avLst/>
          </a:prstGeom>
        </p:spPr>
      </p:pic>
      <p:pic>
        <p:nvPicPr>
          <p:cNvPr id="301" name="Graphique 300" descr="Personne confuse avec un remplissage uni">
            <a:extLst>
              <a:ext uri="{FF2B5EF4-FFF2-40B4-BE49-F238E27FC236}">
                <a16:creationId xmlns:a16="http://schemas.microsoft.com/office/drawing/2014/main" id="{40653DFC-590D-4CB4-8188-E29CC0D0812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10880" y="550189"/>
            <a:ext cx="510440" cy="510440"/>
          </a:xfrm>
          <a:prstGeom prst="rect">
            <a:avLst/>
          </a:prstGeom>
        </p:spPr>
      </p:pic>
      <p:pic>
        <p:nvPicPr>
          <p:cNvPr id="302" name="Graphique 301" descr="Personne confuse avec un remplissage uni">
            <a:extLst>
              <a:ext uri="{FF2B5EF4-FFF2-40B4-BE49-F238E27FC236}">
                <a16:creationId xmlns:a16="http://schemas.microsoft.com/office/drawing/2014/main" id="{BC13EE93-07B3-4F59-BDF2-1BA36FDD0DF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11432" y="663495"/>
            <a:ext cx="510440" cy="510440"/>
          </a:xfrm>
          <a:prstGeom prst="rect">
            <a:avLst/>
          </a:prstGeom>
        </p:spPr>
      </p:pic>
      <p:pic>
        <p:nvPicPr>
          <p:cNvPr id="303" name="Graphique 302" descr="Personne confuse avec un remplissage uni">
            <a:extLst>
              <a:ext uri="{FF2B5EF4-FFF2-40B4-BE49-F238E27FC236}">
                <a16:creationId xmlns:a16="http://schemas.microsoft.com/office/drawing/2014/main" id="{403FD68F-C9E5-4C8C-96A9-DAC1BD10116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430718" y="1586129"/>
            <a:ext cx="510440" cy="510440"/>
          </a:xfrm>
          <a:prstGeom prst="rect">
            <a:avLst/>
          </a:prstGeom>
        </p:spPr>
      </p:pic>
      <p:pic>
        <p:nvPicPr>
          <p:cNvPr id="304" name="Graphique 303" descr="Personne confuse avec un remplissage uni">
            <a:extLst>
              <a:ext uri="{FF2B5EF4-FFF2-40B4-BE49-F238E27FC236}">
                <a16:creationId xmlns:a16="http://schemas.microsoft.com/office/drawing/2014/main" id="{68063C16-7B76-407F-BB9A-6D2624D98CD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8684" y="1533402"/>
            <a:ext cx="510440" cy="510440"/>
          </a:xfrm>
          <a:prstGeom prst="rect">
            <a:avLst/>
          </a:prstGeom>
        </p:spPr>
      </p:pic>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3C5097AD-DB51-45CF-B4C4-3A03F7B57F4B}"/>
              </a:ext>
            </a:extLst>
          </p:cNvPr>
          <p:cNvGrpSpPr/>
          <p:nvPr/>
        </p:nvGrpSpPr>
        <p:grpSpPr>
          <a:xfrm>
            <a:off x="376871" y="339993"/>
            <a:ext cx="755244" cy="807482"/>
            <a:chOff x="11358379" y="3657959"/>
            <a:chExt cx="317118" cy="339052"/>
          </a:xfrm>
        </p:grpSpPr>
        <p:sp>
          <p:nvSpPr>
            <p:cNvPr id="175" name="Rectangle 174">
              <a:extLst>
                <a:ext uri="{FF2B5EF4-FFF2-40B4-BE49-F238E27FC236}">
                  <a16:creationId xmlns:a16="http://schemas.microsoft.com/office/drawing/2014/main" id="{8EAA364B-12E6-418E-9940-BE986CF5C2CA}"/>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Rectangle 175">
              <a:extLst>
                <a:ext uri="{FF2B5EF4-FFF2-40B4-BE49-F238E27FC236}">
                  <a16:creationId xmlns:a16="http://schemas.microsoft.com/office/drawing/2014/main" id="{8C1BBDCA-626C-4FB7-B83D-01E5DC69AD1B}"/>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Rectangle 179">
              <a:extLst>
                <a:ext uri="{FF2B5EF4-FFF2-40B4-BE49-F238E27FC236}">
                  <a16:creationId xmlns:a16="http://schemas.microsoft.com/office/drawing/2014/main" id="{90A810A6-5766-4451-91D5-5584EDA087FD}"/>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03749A01-033D-4710-ABE6-25970AA4AE6D}"/>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8" name="Rectangle 197">
              <a:extLst>
                <a:ext uri="{FF2B5EF4-FFF2-40B4-BE49-F238E27FC236}">
                  <a16:creationId xmlns:a16="http://schemas.microsoft.com/office/drawing/2014/main" id="{57CE87CC-D779-4036-8C45-72B734AAD97D}"/>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9" name="Rectangle 198">
              <a:extLst>
                <a:ext uri="{FF2B5EF4-FFF2-40B4-BE49-F238E27FC236}">
                  <a16:creationId xmlns:a16="http://schemas.microsoft.com/office/drawing/2014/main" id="{56A3EA67-5AAE-453A-B54B-E024CF0D9F5F}"/>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0" name="Groupe 199">
            <a:extLst>
              <a:ext uri="{FF2B5EF4-FFF2-40B4-BE49-F238E27FC236}">
                <a16:creationId xmlns:a16="http://schemas.microsoft.com/office/drawing/2014/main" id="{8BD413A1-C867-4F22-BBC6-06850E62A3F1}"/>
              </a:ext>
            </a:extLst>
          </p:cNvPr>
          <p:cNvGrpSpPr/>
          <p:nvPr/>
        </p:nvGrpSpPr>
        <p:grpSpPr>
          <a:xfrm>
            <a:off x="969054" y="357296"/>
            <a:ext cx="755244" cy="807482"/>
            <a:chOff x="11358379" y="3657959"/>
            <a:chExt cx="317118" cy="339052"/>
          </a:xfrm>
        </p:grpSpPr>
        <p:sp>
          <p:nvSpPr>
            <p:cNvPr id="202" name="Rectangle 201">
              <a:extLst>
                <a:ext uri="{FF2B5EF4-FFF2-40B4-BE49-F238E27FC236}">
                  <a16:creationId xmlns:a16="http://schemas.microsoft.com/office/drawing/2014/main" id="{110C064F-59AF-4A16-A0A0-792BEE9A57B8}"/>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8" name="Rectangle 207">
              <a:extLst>
                <a:ext uri="{FF2B5EF4-FFF2-40B4-BE49-F238E27FC236}">
                  <a16:creationId xmlns:a16="http://schemas.microsoft.com/office/drawing/2014/main" id="{6CCF9FEA-3A93-4239-952E-B20F533C1148}"/>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3" name="Rectangle 212">
              <a:extLst>
                <a:ext uri="{FF2B5EF4-FFF2-40B4-BE49-F238E27FC236}">
                  <a16:creationId xmlns:a16="http://schemas.microsoft.com/office/drawing/2014/main" id="{78F73233-CF14-4007-951F-BEF5830E6F14}"/>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9" name="Rectangle 218">
              <a:extLst>
                <a:ext uri="{FF2B5EF4-FFF2-40B4-BE49-F238E27FC236}">
                  <a16:creationId xmlns:a16="http://schemas.microsoft.com/office/drawing/2014/main" id="{CB7302D6-E28E-4AA3-8290-FE7803AD7A8A}"/>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4" name="Rectangle 223">
              <a:extLst>
                <a:ext uri="{FF2B5EF4-FFF2-40B4-BE49-F238E27FC236}">
                  <a16:creationId xmlns:a16="http://schemas.microsoft.com/office/drawing/2014/main" id="{8D7F38C7-3CE3-4AC3-B3F1-10765B748A73}"/>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5" name="Rectangle 224">
              <a:extLst>
                <a:ext uri="{FF2B5EF4-FFF2-40B4-BE49-F238E27FC236}">
                  <a16:creationId xmlns:a16="http://schemas.microsoft.com/office/drawing/2014/main" id="{2BE42764-2651-4D31-9F35-8A18FAA366BE}"/>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26" name="Graphique 225" descr="Crayon avec un remplissage uni">
            <a:extLst>
              <a:ext uri="{FF2B5EF4-FFF2-40B4-BE49-F238E27FC236}">
                <a16:creationId xmlns:a16="http://schemas.microsoft.com/office/drawing/2014/main" id="{EFBB60E8-D28A-4C50-915E-9E246430B76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724297" y="1394659"/>
            <a:ext cx="610189" cy="610189"/>
          </a:xfrm>
          <a:prstGeom prst="rect">
            <a:avLst/>
          </a:prstGeom>
        </p:spPr>
      </p:pic>
      <p:pic>
        <p:nvPicPr>
          <p:cNvPr id="4" name="Graphique 3" descr="Papier avec un remplissage uni">
            <a:extLst>
              <a:ext uri="{FF2B5EF4-FFF2-40B4-BE49-F238E27FC236}">
                <a16:creationId xmlns:a16="http://schemas.microsoft.com/office/drawing/2014/main" id="{CD9B5DA6-EA2D-493A-9DA5-E893F0BC3EE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472060" y="263535"/>
            <a:ext cx="914400" cy="914400"/>
          </a:xfrm>
          <a:prstGeom prst="rect">
            <a:avLst/>
          </a:prstGeom>
        </p:spPr>
      </p:pic>
      <p:pic>
        <p:nvPicPr>
          <p:cNvPr id="227" name="Graphique 226" descr="Papier avec un remplissage uni">
            <a:extLst>
              <a:ext uri="{FF2B5EF4-FFF2-40B4-BE49-F238E27FC236}">
                <a16:creationId xmlns:a16="http://schemas.microsoft.com/office/drawing/2014/main" id="{AB3C4487-CFBA-4BB2-A371-F77AD8D633A5}"/>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111314" y="631150"/>
            <a:ext cx="914400" cy="914400"/>
          </a:xfrm>
          <a:prstGeom prst="rect">
            <a:avLst/>
          </a:prstGeom>
        </p:spPr>
      </p:pic>
      <p:pic>
        <p:nvPicPr>
          <p:cNvPr id="228" name="Graphique 227" descr="Papier avec un remplissage uni">
            <a:extLst>
              <a:ext uri="{FF2B5EF4-FFF2-40B4-BE49-F238E27FC236}">
                <a16:creationId xmlns:a16="http://schemas.microsoft.com/office/drawing/2014/main" id="{868A37A6-4335-41B8-AA46-B69A22E79BE8}"/>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523807" y="1147475"/>
            <a:ext cx="914400" cy="914400"/>
          </a:xfrm>
          <a:prstGeom prst="rect">
            <a:avLst/>
          </a:prstGeom>
        </p:spPr>
      </p:pic>
      <p:pic>
        <p:nvPicPr>
          <p:cNvPr id="233" name="Graphique 232" descr="Crayon avec un remplissage uni">
            <a:extLst>
              <a:ext uri="{FF2B5EF4-FFF2-40B4-BE49-F238E27FC236}">
                <a16:creationId xmlns:a16="http://schemas.microsoft.com/office/drawing/2014/main" id="{7514C007-21ED-43A1-8FFA-A829256BEF1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513863" y="1381181"/>
            <a:ext cx="610189" cy="610189"/>
          </a:xfrm>
          <a:prstGeom prst="rect">
            <a:avLst/>
          </a:prstGeom>
        </p:spPr>
      </p:pic>
      <p:pic>
        <p:nvPicPr>
          <p:cNvPr id="238" name="Graphique 237" descr="Crayon avec un remplissage uni">
            <a:extLst>
              <a:ext uri="{FF2B5EF4-FFF2-40B4-BE49-F238E27FC236}">
                <a16:creationId xmlns:a16="http://schemas.microsoft.com/office/drawing/2014/main" id="{8454C0B9-9727-4295-9081-C63998510F4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70443" y="1387920"/>
            <a:ext cx="610189" cy="610189"/>
          </a:xfrm>
          <a:prstGeom prst="rect">
            <a:avLst/>
          </a:prstGeom>
        </p:spPr>
      </p:pic>
      <p:pic>
        <p:nvPicPr>
          <p:cNvPr id="259" name="Graphique 258" descr="Crayon avec un remplissage uni">
            <a:extLst>
              <a:ext uri="{FF2B5EF4-FFF2-40B4-BE49-F238E27FC236}">
                <a16:creationId xmlns:a16="http://schemas.microsoft.com/office/drawing/2014/main" id="{3099E7BA-82DA-4C9C-BE10-F47C544C069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49872" y="1363209"/>
            <a:ext cx="610189" cy="610189"/>
          </a:xfrm>
          <a:prstGeom prst="rect">
            <a:avLst/>
          </a:prstGeom>
        </p:spPr>
      </p:pic>
      <p:graphicFrame>
        <p:nvGraphicFramePr>
          <p:cNvPr id="5" name="Tableau 5">
            <a:extLst>
              <a:ext uri="{FF2B5EF4-FFF2-40B4-BE49-F238E27FC236}">
                <a16:creationId xmlns:a16="http://schemas.microsoft.com/office/drawing/2014/main" id="{84882EB8-8078-483D-AC16-9EA3325939FC}"/>
              </a:ext>
            </a:extLst>
          </p:cNvPr>
          <p:cNvGraphicFramePr>
            <a:graphicFrameLocks noGrp="1"/>
          </p:cNvGraphicFramePr>
          <p:nvPr>
            <p:extLst>
              <p:ext uri="{D42A27DB-BD31-4B8C-83A1-F6EECF244321}">
                <p14:modId xmlns:p14="http://schemas.microsoft.com/office/powerpoint/2010/main" val="2395723641"/>
              </p:ext>
            </p:extLst>
          </p:nvPr>
        </p:nvGraphicFramePr>
        <p:xfrm>
          <a:off x="4468625" y="497790"/>
          <a:ext cx="1341524" cy="1219200"/>
        </p:xfrm>
        <a:graphic>
          <a:graphicData uri="http://schemas.openxmlformats.org/drawingml/2006/table">
            <a:tbl>
              <a:tblPr firstRow="1" bandRow="1">
                <a:tableStyleId>{00A15C55-8517-42AA-B614-E9B94910E393}</a:tableStyleId>
              </a:tblPr>
              <a:tblGrid>
                <a:gridCol w="670762">
                  <a:extLst>
                    <a:ext uri="{9D8B030D-6E8A-4147-A177-3AD203B41FA5}">
                      <a16:colId xmlns:a16="http://schemas.microsoft.com/office/drawing/2014/main" val="1296351465"/>
                    </a:ext>
                  </a:extLst>
                </a:gridCol>
                <a:gridCol w="670762">
                  <a:extLst>
                    <a:ext uri="{9D8B030D-6E8A-4147-A177-3AD203B41FA5}">
                      <a16:colId xmlns:a16="http://schemas.microsoft.com/office/drawing/2014/main" val="1924185423"/>
                    </a:ext>
                  </a:extLst>
                </a:gridCol>
              </a:tblGrid>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1CE2C"/>
                    </a:solidFill>
                  </a:tcPr>
                </a:tc>
                <a:tc>
                  <a:txBody>
                    <a:bodyPr/>
                    <a:lstStyle/>
                    <a:p>
                      <a:r>
                        <a:rPr kumimoji="0" lang="fr-FR" sz="10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1CE2C"/>
                    </a:solidFill>
                  </a:tcPr>
                </a:tc>
                <a:extLst>
                  <a:ext uri="{0D108BD9-81ED-4DB2-BD59-A6C34878D82A}">
                    <a16:rowId xmlns:a16="http://schemas.microsoft.com/office/drawing/2014/main" val="1994133118"/>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extLst>
                  <a:ext uri="{0D108BD9-81ED-4DB2-BD59-A6C34878D82A}">
                    <a16:rowId xmlns:a16="http://schemas.microsoft.com/office/drawing/2014/main" val="3604740298"/>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extLst>
                  <a:ext uri="{0D108BD9-81ED-4DB2-BD59-A6C34878D82A}">
                    <a16:rowId xmlns:a16="http://schemas.microsoft.com/office/drawing/2014/main" val="1428188930"/>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a:solidFill>
                          <a:schemeClr val="tx1"/>
                        </a:solidFill>
                      </a:endParaRPr>
                    </a:p>
                  </a:txBody>
                  <a:tcPr>
                    <a:solidFill>
                      <a:srgbClr val="F8E792"/>
                    </a:solidFill>
                  </a:tcPr>
                </a:tc>
                <a:extLst>
                  <a:ext uri="{0D108BD9-81ED-4DB2-BD59-A6C34878D82A}">
                    <a16:rowId xmlns:a16="http://schemas.microsoft.com/office/drawing/2014/main" val="1726892502"/>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tc>
                  <a:txBody>
                    <a:bodyPr/>
                    <a:lstStyle/>
                    <a:p>
                      <a:r>
                        <a:rPr kumimoji="0" lang="fr-FR" sz="10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extLst>
                  <a:ext uri="{0D108BD9-81ED-4DB2-BD59-A6C34878D82A}">
                    <a16:rowId xmlns:a16="http://schemas.microsoft.com/office/drawing/2014/main" val="1543989175"/>
                  </a:ext>
                </a:extLst>
              </a:tr>
            </a:tbl>
          </a:graphicData>
        </a:graphic>
      </p:graphicFrame>
      <p:sp>
        <p:nvSpPr>
          <p:cNvPr id="260" name="Rectangle 259">
            <a:extLst>
              <a:ext uri="{FF2B5EF4-FFF2-40B4-BE49-F238E27FC236}">
                <a16:creationId xmlns:a16="http://schemas.microsoft.com/office/drawing/2014/main" id="{1B5B17A1-3647-46A9-B1D2-10307EF5E6F8}"/>
              </a:ext>
            </a:extLst>
          </p:cNvPr>
          <p:cNvSpPr/>
          <p:nvPr/>
        </p:nvSpPr>
        <p:spPr>
          <a:xfrm>
            <a:off x="6298076"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1" name="Rectangle 260">
            <a:extLst>
              <a:ext uri="{FF2B5EF4-FFF2-40B4-BE49-F238E27FC236}">
                <a16:creationId xmlns:a16="http://schemas.microsoft.com/office/drawing/2014/main" id="{D274CA4D-EF67-4E8A-8A3E-5C2DFD09BD87}"/>
              </a:ext>
            </a:extLst>
          </p:cNvPr>
          <p:cNvSpPr/>
          <p:nvPr/>
        </p:nvSpPr>
        <p:spPr>
          <a:xfrm>
            <a:off x="6298076"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2" name="Rectangle 261">
            <a:extLst>
              <a:ext uri="{FF2B5EF4-FFF2-40B4-BE49-F238E27FC236}">
                <a16:creationId xmlns:a16="http://schemas.microsoft.com/office/drawing/2014/main" id="{8D8D30A1-6303-4A90-ABA3-4D5A2D73C0A6}"/>
              </a:ext>
            </a:extLst>
          </p:cNvPr>
          <p:cNvSpPr/>
          <p:nvPr/>
        </p:nvSpPr>
        <p:spPr>
          <a:xfrm>
            <a:off x="6298075" y="1085701"/>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3" name="Rectangle 262">
            <a:extLst>
              <a:ext uri="{FF2B5EF4-FFF2-40B4-BE49-F238E27FC236}">
                <a16:creationId xmlns:a16="http://schemas.microsoft.com/office/drawing/2014/main" id="{D5D244F7-340F-40D6-8940-3A9D91CEA832}"/>
              </a:ext>
            </a:extLst>
          </p:cNvPr>
          <p:cNvSpPr/>
          <p:nvPr/>
        </p:nvSpPr>
        <p:spPr>
          <a:xfrm>
            <a:off x="6298074" y="1340673"/>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4" name="Rectangle 263">
            <a:extLst>
              <a:ext uri="{FF2B5EF4-FFF2-40B4-BE49-F238E27FC236}">
                <a16:creationId xmlns:a16="http://schemas.microsoft.com/office/drawing/2014/main" id="{192C62F7-EDF6-4D53-8C9B-63A8D6392B36}"/>
              </a:ext>
            </a:extLst>
          </p:cNvPr>
          <p:cNvSpPr/>
          <p:nvPr/>
        </p:nvSpPr>
        <p:spPr>
          <a:xfrm>
            <a:off x="6298074" y="1598214"/>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5" name="Rectangle 264">
            <a:extLst>
              <a:ext uri="{FF2B5EF4-FFF2-40B4-BE49-F238E27FC236}">
                <a16:creationId xmlns:a16="http://schemas.microsoft.com/office/drawing/2014/main" id="{AC78E506-F137-48E5-84BD-7EC308DB3AD5}"/>
              </a:ext>
            </a:extLst>
          </p:cNvPr>
          <p:cNvSpPr/>
          <p:nvPr/>
        </p:nvSpPr>
        <p:spPr>
          <a:xfrm>
            <a:off x="6733843"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6" name="Rectangle 265">
            <a:extLst>
              <a:ext uri="{FF2B5EF4-FFF2-40B4-BE49-F238E27FC236}">
                <a16:creationId xmlns:a16="http://schemas.microsoft.com/office/drawing/2014/main" id="{B64775C1-B473-495A-93E8-4383F5AE1559}"/>
              </a:ext>
            </a:extLst>
          </p:cNvPr>
          <p:cNvSpPr/>
          <p:nvPr/>
        </p:nvSpPr>
        <p:spPr>
          <a:xfrm>
            <a:off x="6733843"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7" name="Rectangle 266">
            <a:extLst>
              <a:ext uri="{FF2B5EF4-FFF2-40B4-BE49-F238E27FC236}">
                <a16:creationId xmlns:a16="http://schemas.microsoft.com/office/drawing/2014/main" id="{552739BF-F524-4829-B7BC-FBE417F0EB4C}"/>
              </a:ext>
            </a:extLst>
          </p:cNvPr>
          <p:cNvSpPr/>
          <p:nvPr/>
        </p:nvSpPr>
        <p:spPr>
          <a:xfrm>
            <a:off x="7169610"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8" name="Rectangle 267">
            <a:extLst>
              <a:ext uri="{FF2B5EF4-FFF2-40B4-BE49-F238E27FC236}">
                <a16:creationId xmlns:a16="http://schemas.microsoft.com/office/drawing/2014/main" id="{ABDF6B3B-6769-4DFF-9661-1565F37F693D}"/>
              </a:ext>
            </a:extLst>
          </p:cNvPr>
          <p:cNvSpPr/>
          <p:nvPr/>
        </p:nvSpPr>
        <p:spPr>
          <a:xfrm>
            <a:off x="7605378"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9" name="Rectangle 268">
            <a:extLst>
              <a:ext uri="{FF2B5EF4-FFF2-40B4-BE49-F238E27FC236}">
                <a16:creationId xmlns:a16="http://schemas.microsoft.com/office/drawing/2014/main" id="{AE83F617-B012-4CA7-9E8E-83729A15F19F}"/>
              </a:ext>
            </a:extLst>
          </p:cNvPr>
          <p:cNvSpPr/>
          <p:nvPr/>
        </p:nvSpPr>
        <p:spPr>
          <a:xfrm>
            <a:off x="7605378"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0" name="Rectangle 269">
            <a:extLst>
              <a:ext uri="{FF2B5EF4-FFF2-40B4-BE49-F238E27FC236}">
                <a16:creationId xmlns:a16="http://schemas.microsoft.com/office/drawing/2014/main" id="{64BACF2C-E6F9-4D6C-9658-1D2D7E99F90A}"/>
              </a:ext>
            </a:extLst>
          </p:cNvPr>
          <p:cNvSpPr/>
          <p:nvPr/>
        </p:nvSpPr>
        <p:spPr>
          <a:xfrm>
            <a:off x="7605378" y="1084311"/>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1" name="Rectangle 270">
            <a:extLst>
              <a:ext uri="{FF2B5EF4-FFF2-40B4-BE49-F238E27FC236}">
                <a16:creationId xmlns:a16="http://schemas.microsoft.com/office/drawing/2014/main" id="{BB26DCEE-BB04-4B87-8132-AA78FDD0662F}"/>
              </a:ext>
            </a:extLst>
          </p:cNvPr>
          <p:cNvSpPr/>
          <p:nvPr/>
        </p:nvSpPr>
        <p:spPr>
          <a:xfrm>
            <a:off x="7608634" y="1340673"/>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4BFFB305-35A4-44DC-A4B1-48586DFF8843}"/>
              </a:ext>
            </a:extLst>
          </p:cNvPr>
          <p:cNvCxnSpPr/>
          <p:nvPr/>
        </p:nvCxnSpPr>
        <p:spPr>
          <a:xfrm>
            <a:off x="6629400"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879F8F55-AB86-4CDA-9CBE-79C7F8E38458}"/>
              </a:ext>
            </a:extLst>
          </p:cNvPr>
          <p:cNvCxnSpPr/>
          <p:nvPr/>
        </p:nvCxnSpPr>
        <p:spPr>
          <a:xfrm>
            <a:off x="7072312"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3" name="Connecteur droit 272">
            <a:extLst>
              <a:ext uri="{FF2B5EF4-FFF2-40B4-BE49-F238E27FC236}">
                <a16:creationId xmlns:a16="http://schemas.microsoft.com/office/drawing/2014/main" id="{CEACF8E6-CEBA-41F4-AFB5-71A9EEBE381C}"/>
              </a:ext>
            </a:extLst>
          </p:cNvPr>
          <p:cNvCxnSpPr/>
          <p:nvPr/>
        </p:nvCxnSpPr>
        <p:spPr>
          <a:xfrm>
            <a:off x="7500937"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4" name="Connecteur droit 273">
            <a:extLst>
              <a:ext uri="{FF2B5EF4-FFF2-40B4-BE49-F238E27FC236}">
                <a16:creationId xmlns:a16="http://schemas.microsoft.com/office/drawing/2014/main" id="{03395114-63D8-4D75-8848-74C38DF16380}"/>
              </a:ext>
            </a:extLst>
          </p:cNvPr>
          <p:cNvCxnSpPr>
            <a:cxnSpLocks/>
          </p:cNvCxnSpPr>
          <p:nvPr/>
        </p:nvCxnSpPr>
        <p:spPr>
          <a:xfrm>
            <a:off x="6262688" y="537875"/>
            <a:ext cx="1726487" cy="0"/>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sp>
        <p:nvSpPr>
          <p:cNvPr id="275" name="ZoneTexte 274">
            <a:extLst>
              <a:ext uri="{FF2B5EF4-FFF2-40B4-BE49-F238E27FC236}">
                <a16:creationId xmlns:a16="http://schemas.microsoft.com/office/drawing/2014/main" id="{FDCC8C6D-A479-4F8F-927A-7A4E61B93C04}"/>
              </a:ext>
            </a:extLst>
          </p:cNvPr>
          <p:cNvSpPr txBox="1"/>
          <p:nvPr/>
        </p:nvSpPr>
        <p:spPr>
          <a:xfrm>
            <a:off x="6257306" y="211469"/>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6" name="ZoneTexte 275">
            <a:extLst>
              <a:ext uri="{FF2B5EF4-FFF2-40B4-BE49-F238E27FC236}">
                <a16:creationId xmlns:a16="http://schemas.microsoft.com/office/drawing/2014/main" id="{DA61B652-7176-4950-B1A8-BEDBA209DBA5}"/>
              </a:ext>
            </a:extLst>
          </p:cNvPr>
          <p:cNvSpPr txBox="1"/>
          <p:nvPr/>
        </p:nvSpPr>
        <p:spPr>
          <a:xfrm>
            <a:off x="6691485" y="205035"/>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7" name="ZoneTexte 276">
            <a:extLst>
              <a:ext uri="{FF2B5EF4-FFF2-40B4-BE49-F238E27FC236}">
                <a16:creationId xmlns:a16="http://schemas.microsoft.com/office/drawing/2014/main" id="{828DD640-F2A2-45E7-88C7-A6A384FBE67E}"/>
              </a:ext>
            </a:extLst>
          </p:cNvPr>
          <p:cNvSpPr txBox="1"/>
          <p:nvPr/>
        </p:nvSpPr>
        <p:spPr>
          <a:xfrm>
            <a:off x="7111403" y="203834"/>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8" name="ZoneTexte 277">
            <a:extLst>
              <a:ext uri="{FF2B5EF4-FFF2-40B4-BE49-F238E27FC236}">
                <a16:creationId xmlns:a16="http://schemas.microsoft.com/office/drawing/2014/main" id="{45B0E73F-0099-4DE6-A7F7-5D88698C4DB2}"/>
              </a:ext>
            </a:extLst>
          </p:cNvPr>
          <p:cNvSpPr txBox="1"/>
          <p:nvPr/>
        </p:nvSpPr>
        <p:spPr>
          <a:xfrm>
            <a:off x="7551691" y="203834"/>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pic>
        <p:nvPicPr>
          <p:cNvPr id="279" name="Graphique 278" descr="Sphères de Harvey 100% avec un remplissage uni">
            <a:extLst>
              <a:ext uri="{FF2B5EF4-FFF2-40B4-BE49-F238E27FC236}">
                <a16:creationId xmlns:a16="http://schemas.microsoft.com/office/drawing/2014/main" id="{9C8EF067-52CB-4AB2-8794-31E997564471}"/>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9896" t="8148" r="9376" b="4997"/>
          <a:stretch/>
        </p:blipFill>
        <p:spPr>
          <a:xfrm rot="16200000">
            <a:off x="9654420" y="-469082"/>
            <a:ext cx="999293" cy="3378928"/>
          </a:xfrm>
          <a:prstGeom prst="rect">
            <a:avLst/>
          </a:prstGeom>
        </p:spPr>
      </p:pic>
      <p:pic>
        <p:nvPicPr>
          <p:cNvPr id="280" name="Graphique 279" descr="Sphères de Harvey 100% avec un remplissage uni">
            <a:extLst>
              <a:ext uri="{FF2B5EF4-FFF2-40B4-BE49-F238E27FC236}">
                <a16:creationId xmlns:a16="http://schemas.microsoft.com/office/drawing/2014/main" id="{DD9DBDF3-CF2E-4417-8B78-6F158F2F0505}"/>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8584539" y="1079735"/>
            <a:ext cx="149838" cy="506649"/>
          </a:xfrm>
          <a:prstGeom prst="rect">
            <a:avLst/>
          </a:prstGeom>
        </p:spPr>
      </p:pic>
      <p:pic>
        <p:nvPicPr>
          <p:cNvPr id="281" name="Graphique 280" descr="Sphères de Harvey 100% avec un remplissage uni">
            <a:extLst>
              <a:ext uri="{FF2B5EF4-FFF2-40B4-BE49-F238E27FC236}">
                <a16:creationId xmlns:a16="http://schemas.microsoft.com/office/drawing/2014/main" id="{ED021DEC-73E6-4F4E-9A08-275ECE1AB4A4}"/>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9032693" y="1398447"/>
            <a:ext cx="149838" cy="506649"/>
          </a:xfrm>
          <a:prstGeom prst="rect">
            <a:avLst/>
          </a:prstGeom>
        </p:spPr>
      </p:pic>
      <p:pic>
        <p:nvPicPr>
          <p:cNvPr id="282" name="Graphique 281" descr="Sphères de Harvey 100% avec un remplissage uni">
            <a:extLst>
              <a:ext uri="{FF2B5EF4-FFF2-40B4-BE49-F238E27FC236}">
                <a16:creationId xmlns:a16="http://schemas.microsoft.com/office/drawing/2014/main" id="{8BB4886D-13A8-411E-A916-A1EDF82F18FB}"/>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0047332" y="1573950"/>
            <a:ext cx="149838" cy="506649"/>
          </a:xfrm>
          <a:prstGeom prst="rect">
            <a:avLst/>
          </a:prstGeom>
        </p:spPr>
      </p:pic>
      <p:pic>
        <p:nvPicPr>
          <p:cNvPr id="283" name="Graphique 282" descr="Sphères de Harvey 100% avec un remplissage uni">
            <a:extLst>
              <a:ext uri="{FF2B5EF4-FFF2-40B4-BE49-F238E27FC236}">
                <a16:creationId xmlns:a16="http://schemas.microsoft.com/office/drawing/2014/main" id="{D9C9B122-F1EF-4DFC-974D-F7286511837B}"/>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1063050" y="1466749"/>
            <a:ext cx="149838" cy="506649"/>
          </a:xfrm>
          <a:prstGeom prst="rect">
            <a:avLst/>
          </a:prstGeom>
        </p:spPr>
      </p:pic>
      <p:pic>
        <p:nvPicPr>
          <p:cNvPr id="284" name="Graphique 283" descr="Sphères de Harvey 100% avec un remplissage uni">
            <a:extLst>
              <a:ext uri="{FF2B5EF4-FFF2-40B4-BE49-F238E27FC236}">
                <a16:creationId xmlns:a16="http://schemas.microsoft.com/office/drawing/2014/main" id="{D1FB2F88-AE35-49F4-8D68-AE4DBE10CA77}"/>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1415601" y="1087348"/>
            <a:ext cx="149838" cy="506649"/>
          </a:xfrm>
          <a:prstGeom prst="rect">
            <a:avLst/>
          </a:prstGeom>
        </p:spPr>
      </p:pic>
      <p:sp>
        <p:nvSpPr>
          <p:cNvPr id="18" name="Organigramme : Opération manuelle 17">
            <a:extLst>
              <a:ext uri="{FF2B5EF4-FFF2-40B4-BE49-F238E27FC236}">
                <a16:creationId xmlns:a16="http://schemas.microsoft.com/office/drawing/2014/main" id="{88F41AA5-9CE3-4799-9600-181235C8D0AF}"/>
              </a:ext>
            </a:extLst>
          </p:cNvPr>
          <p:cNvSpPr/>
          <p:nvPr/>
        </p:nvSpPr>
        <p:spPr>
          <a:xfrm flipV="1">
            <a:off x="8658416" y="1069616"/>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5" name="Organigramme : Opération manuelle 284">
            <a:extLst>
              <a:ext uri="{FF2B5EF4-FFF2-40B4-BE49-F238E27FC236}">
                <a16:creationId xmlns:a16="http://schemas.microsoft.com/office/drawing/2014/main" id="{5BD71F5D-5410-4121-A0ED-36EB45A8D00A}"/>
              </a:ext>
            </a:extLst>
          </p:cNvPr>
          <p:cNvSpPr/>
          <p:nvPr/>
        </p:nvSpPr>
        <p:spPr>
          <a:xfrm flipV="1">
            <a:off x="8748920" y="1196300"/>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6" name="Organigramme : Opération manuelle 285">
            <a:extLst>
              <a:ext uri="{FF2B5EF4-FFF2-40B4-BE49-F238E27FC236}">
                <a16:creationId xmlns:a16="http://schemas.microsoft.com/office/drawing/2014/main" id="{2548BAFC-8489-431D-A7CB-C54E5BA3A5F6}"/>
              </a:ext>
            </a:extLst>
          </p:cNvPr>
          <p:cNvSpPr/>
          <p:nvPr/>
        </p:nvSpPr>
        <p:spPr>
          <a:xfrm flipV="1">
            <a:off x="8965961" y="978124"/>
            <a:ext cx="403836" cy="373308"/>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7" name="Organigramme : Opération manuelle 286">
            <a:extLst>
              <a:ext uri="{FF2B5EF4-FFF2-40B4-BE49-F238E27FC236}">
                <a16:creationId xmlns:a16="http://schemas.microsoft.com/office/drawing/2014/main" id="{4E61AA61-D374-469F-9DD5-B5176CF68F17}"/>
              </a:ext>
            </a:extLst>
          </p:cNvPr>
          <p:cNvSpPr/>
          <p:nvPr/>
        </p:nvSpPr>
        <p:spPr>
          <a:xfrm flipV="1">
            <a:off x="9656473" y="1478298"/>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8" name="Organigramme : Opération manuelle 287">
            <a:extLst>
              <a:ext uri="{FF2B5EF4-FFF2-40B4-BE49-F238E27FC236}">
                <a16:creationId xmlns:a16="http://schemas.microsoft.com/office/drawing/2014/main" id="{8ED08C1F-7815-4028-A775-D7F8091CF432}"/>
              </a:ext>
            </a:extLst>
          </p:cNvPr>
          <p:cNvSpPr/>
          <p:nvPr/>
        </p:nvSpPr>
        <p:spPr>
          <a:xfrm flipV="1">
            <a:off x="9987925" y="1147475"/>
            <a:ext cx="403836" cy="373308"/>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9" name="Organigramme : Opération manuelle 288">
            <a:extLst>
              <a:ext uri="{FF2B5EF4-FFF2-40B4-BE49-F238E27FC236}">
                <a16:creationId xmlns:a16="http://schemas.microsoft.com/office/drawing/2014/main" id="{A8AD5BA7-927B-459C-A585-197040BD590B}"/>
              </a:ext>
            </a:extLst>
          </p:cNvPr>
          <p:cNvSpPr/>
          <p:nvPr/>
        </p:nvSpPr>
        <p:spPr>
          <a:xfrm flipV="1">
            <a:off x="11272803" y="1028417"/>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0" name="Organigramme : Opération manuelle 289">
            <a:extLst>
              <a:ext uri="{FF2B5EF4-FFF2-40B4-BE49-F238E27FC236}">
                <a16:creationId xmlns:a16="http://schemas.microsoft.com/office/drawing/2014/main" id="{D4CAEA75-9B25-4F3A-947F-59182B9823A7}"/>
              </a:ext>
            </a:extLst>
          </p:cNvPr>
          <p:cNvSpPr/>
          <p:nvPr/>
        </p:nvSpPr>
        <p:spPr>
          <a:xfrm flipV="1">
            <a:off x="11016833" y="1028417"/>
            <a:ext cx="297411" cy="203957"/>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1" name="Organigramme : Opération manuelle 290">
            <a:extLst>
              <a:ext uri="{FF2B5EF4-FFF2-40B4-BE49-F238E27FC236}">
                <a16:creationId xmlns:a16="http://schemas.microsoft.com/office/drawing/2014/main" id="{DC27115A-DBCB-42D8-846C-FF78A56F5C1D}"/>
              </a:ext>
            </a:extLst>
          </p:cNvPr>
          <p:cNvSpPr/>
          <p:nvPr/>
        </p:nvSpPr>
        <p:spPr>
          <a:xfrm flipV="1">
            <a:off x="11332523" y="1151239"/>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2" name="Organigramme : Opération manuelle 291">
            <a:extLst>
              <a:ext uri="{FF2B5EF4-FFF2-40B4-BE49-F238E27FC236}">
                <a16:creationId xmlns:a16="http://schemas.microsoft.com/office/drawing/2014/main" id="{014B1304-EB86-415C-98BC-96F809FF2FE6}"/>
              </a:ext>
            </a:extLst>
          </p:cNvPr>
          <p:cNvSpPr/>
          <p:nvPr/>
        </p:nvSpPr>
        <p:spPr>
          <a:xfrm flipV="1">
            <a:off x="11332523" y="1246876"/>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3" name="Organigramme : Opération manuelle 292">
            <a:extLst>
              <a:ext uri="{FF2B5EF4-FFF2-40B4-BE49-F238E27FC236}">
                <a16:creationId xmlns:a16="http://schemas.microsoft.com/office/drawing/2014/main" id="{087356F8-2A3A-4023-87C8-B5FB185A6215}"/>
              </a:ext>
            </a:extLst>
          </p:cNvPr>
          <p:cNvSpPr/>
          <p:nvPr/>
        </p:nvSpPr>
        <p:spPr>
          <a:xfrm flipV="1">
            <a:off x="10277350" y="808741"/>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4" name="Organigramme : Opération manuelle 293">
            <a:extLst>
              <a:ext uri="{FF2B5EF4-FFF2-40B4-BE49-F238E27FC236}">
                <a16:creationId xmlns:a16="http://schemas.microsoft.com/office/drawing/2014/main" id="{122DC5BD-DC7D-41F0-9FA4-0D4CA5BB1FAE}"/>
              </a:ext>
            </a:extLst>
          </p:cNvPr>
          <p:cNvSpPr/>
          <p:nvPr/>
        </p:nvSpPr>
        <p:spPr>
          <a:xfrm flipV="1">
            <a:off x="10052038" y="788772"/>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5" name="Organigramme : Opération manuelle 294">
            <a:extLst>
              <a:ext uri="{FF2B5EF4-FFF2-40B4-BE49-F238E27FC236}">
                <a16:creationId xmlns:a16="http://schemas.microsoft.com/office/drawing/2014/main" id="{657311FC-2B1F-469E-BA30-DC54BC08B0E7}"/>
              </a:ext>
            </a:extLst>
          </p:cNvPr>
          <p:cNvSpPr/>
          <p:nvPr/>
        </p:nvSpPr>
        <p:spPr>
          <a:xfrm flipV="1">
            <a:off x="9822108" y="788772"/>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6" name="Organigramme : Opération manuelle 295">
            <a:extLst>
              <a:ext uri="{FF2B5EF4-FFF2-40B4-BE49-F238E27FC236}">
                <a16:creationId xmlns:a16="http://schemas.microsoft.com/office/drawing/2014/main" id="{89AC1C09-5601-4051-A54E-0B3514E929D0}"/>
              </a:ext>
            </a:extLst>
          </p:cNvPr>
          <p:cNvSpPr/>
          <p:nvPr/>
        </p:nvSpPr>
        <p:spPr>
          <a:xfrm flipV="1">
            <a:off x="9570922" y="797696"/>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5" name="Graphique 304" descr="Présentation avec multimédia avec un remplissage uni">
            <a:extLst>
              <a:ext uri="{FF2B5EF4-FFF2-40B4-BE49-F238E27FC236}">
                <a16:creationId xmlns:a16="http://schemas.microsoft.com/office/drawing/2014/main" id="{A75B1E32-3B2B-4446-AFA0-E1A5AEE502D3}"/>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33004" y="2386005"/>
            <a:ext cx="1219626" cy="1219626"/>
          </a:xfrm>
          <a:prstGeom prst="rect">
            <a:avLst/>
          </a:prstGeom>
        </p:spPr>
      </p:pic>
      <p:pic>
        <p:nvPicPr>
          <p:cNvPr id="21" name="Graphique 20" descr="Recherche de dossiers avec un remplissage uni">
            <a:extLst>
              <a:ext uri="{FF2B5EF4-FFF2-40B4-BE49-F238E27FC236}">
                <a16:creationId xmlns:a16="http://schemas.microsoft.com/office/drawing/2014/main" id="{F53DFBF4-3BED-48DC-ABFF-583EFE2E035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694197" y="2486615"/>
            <a:ext cx="914400" cy="914400"/>
          </a:xfrm>
          <a:prstGeom prst="rect">
            <a:avLst/>
          </a:prstGeom>
        </p:spPr>
      </p:pic>
      <p:pic>
        <p:nvPicPr>
          <p:cNvPr id="26" name="Graphique 25" descr="Trombone avec un remplissage uni">
            <a:extLst>
              <a:ext uri="{FF2B5EF4-FFF2-40B4-BE49-F238E27FC236}">
                <a16:creationId xmlns:a16="http://schemas.microsoft.com/office/drawing/2014/main" id="{94E5B110-CA40-4E30-A348-4CA973AC3E56}"/>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632052" y="3428999"/>
            <a:ext cx="914400" cy="914400"/>
          </a:xfrm>
          <a:prstGeom prst="rect">
            <a:avLst/>
          </a:prstGeom>
        </p:spPr>
      </p:pic>
      <p:pic>
        <p:nvPicPr>
          <p:cNvPr id="29" name="Graphique 28" descr="Document avec un remplissage uni">
            <a:extLst>
              <a:ext uri="{FF2B5EF4-FFF2-40B4-BE49-F238E27FC236}">
                <a16:creationId xmlns:a16="http://schemas.microsoft.com/office/drawing/2014/main" id="{3F184079-DBAC-4F79-9F3A-0BFAFB68C8F1}"/>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802049" y="2500517"/>
            <a:ext cx="914400" cy="914400"/>
          </a:xfrm>
          <a:prstGeom prst="rect">
            <a:avLst/>
          </a:prstGeom>
        </p:spPr>
      </p:pic>
      <p:pic>
        <p:nvPicPr>
          <p:cNvPr id="33" name="Graphique 32" descr="Liste avec un remplissage uni">
            <a:extLst>
              <a:ext uri="{FF2B5EF4-FFF2-40B4-BE49-F238E27FC236}">
                <a16:creationId xmlns:a16="http://schemas.microsoft.com/office/drawing/2014/main" id="{590411AB-76D1-4E5C-9C03-3D9CB87AFBF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2814935" y="3428999"/>
            <a:ext cx="914400" cy="914400"/>
          </a:xfrm>
          <a:prstGeom prst="rect">
            <a:avLst/>
          </a:prstGeom>
        </p:spPr>
      </p:pic>
      <p:pic>
        <p:nvPicPr>
          <p:cNvPr id="35" name="Graphique 34" descr="Vlog avec un remplissage uni">
            <a:extLst>
              <a:ext uri="{FF2B5EF4-FFF2-40B4-BE49-F238E27FC236}">
                <a16:creationId xmlns:a16="http://schemas.microsoft.com/office/drawing/2014/main" id="{A65339DB-1C45-4B1F-B4D9-AB89EB7FA656}"/>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356043" y="3428999"/>
            <a:ext cx="914400" cy="914400"/>
          </a:xfrm>
          <a:prstGeom prst="rect">
            <a:avLst/>
          </a:prstGeom>
        </p:spPr>
      </p:pic>
      <p:pic>
        <p:nvPicPr>
          <p:cNvPr id="41" name="Graphique 40" descr="Smartphone avec un remplissage uni">
            <a:extLst>
              <a:ext uri="{FF2B5EF4-FFF2-40B4-BE49-F238E27FC236}">
                <a16:creationId xmlns:a16="http://schemas.microsoft.com/office/drawing/2014/main" id="{55B01C5C-BEEB-4B88-9726-FFBACE986E3C}"/>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18092" y="2538618"/>
            <a:ext cx="914400" cy="914400"/>
          </a:xfrm>
          <a:prstGeom prst="rect">
            <a:avLst/>
          </a:prstGeom>
        </p:spPr>
      </p:pic>
      <p:pic>
        <p:nvPicPr>
          <p:cNvPr id="44" name="Graphique 43" descr="Ouverture avec un remplissage uni">
            <a:extLst>
              <a:ext uri="{FF2B5EF4-FFF2-40B4-BE49-F238E27FC236}">
                <a16:creationId xmlns:a16="http://schemas.microsoft.com/office/drawing/2014/main" id="{A1725AD5-08E2-4DF8-B903-2A9AE95A91FD}"/>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444651" y="3488244"/>
            <a:ext cx="914400" cy="914400"/>
          </a:xfrm>
          <a:prstGeom prst="rect">
            <a:avLst/>
          </a:prstGeom>
        </p:spPr>
      </p:pic>
      <p:pic>
        <p:nvPicPr>
          <p:cNvPr id="46" name="Graphique 45" descr="Caméra vidéo avec un remplissage uni">
            <a:extLst>
              <a:ext uri="{FF2B5EF4-FFF2-40B4-BE49-F238E27FC236}">
                <a16:creationId xmlns:a16="http://schemas.microsoft.com/office/drawing/2014/main" id="{6019E96A-12EC-4A75-8FAA-6981DCC96ED3}"/>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5613143" y="2470650"/>
            <a:ext cx="914400" cy="914400"/>
          </a:xfrm>
          <a:prstGeom prst="rect">
            <a:avLst/>
          </a:prstGeom>
        </p:spPr>
      </p:pic>
      <p:pic>
        <p:nvPicPr>
          <p:cNvPr id="48" name="Graphique 47" descr="Appareil photo avec un remplissage uni">
            <a:extLst>
              <a:ext uri="{FF2B5EF4-FFF2-40B4-BE49-F238E27FC236}">
                <a16:creationId xmlns:a16="http://schemas.microsoft.com/office/drawing/2014/main" id="{4E76C913-7B47-48D6-B0B4-8CCC4D481E4A}"/>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558181" y="3453018"/>
            <a:ext cx="914400" cy="914400"/>
          </a:xfrm>
          <a:prstGeom prst="rect">
            <a:avLst/>
          </a:prstGeom>
        </p:spPr>
      </p:pic>
      <p:pic>
        <p:nvPicPr>
          <p:cNvPr id="51" name="Graphique 50" descr="Webcam avec un remplissage uni">
            <a:extLst>
              <a:ext uri="{FF2B5EF4-FFF2-40B4-BE49-F238E27FC236}">
                <a16:creationId xmlns:a16="http://schemas.microsoft.com/office/drawing/2014/main" id="{1DADE4A9-3011-4701-9B7A-90F960787FB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847711" y="2430547"/>
            <a:ext cx="914400" cy="914400"/>
          </a:xfrm>
          <a:prstGeom prst="rect">
            <a:avLst/>
          </a:prstGeom>
        </p:spPr>
      </p:pic>
      <p:pic>
        <p:nvPicPr>
          <p:cNvPr id="53" name="Graphique 52" descr="Micro de radio avec un remplissage uni">
            <a:extLst>
              <a:ext uri="{FF2B5EF4-FFF2-40B4-BE49-F238E27FC236}">
                <a16:creationId xmlns:a16="http://schemas.microsoft.com/office/drawing/2014/main" id="{736E38B1-D0A8-4763-97A0-AC5B7A02B307}"/>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6837330" y="3453018"/>
            <a:ext cx="914400" cy="914400"/>
          </a:xfrm>
          <a:prstGeom prst="rect">
            <a:avLst/>
          </a:prstGeom>
        </p:spPr>
      </p:pic>
      <p:pic>
        <p:nvPicPr>
          <p:cNvPr id="57" name="Graphique 56" descr="Bâtiment avec un remplissage uni">
            <a:extLst>
              <a:ext uri="{FF2B5EF4-FFF2-40B4-BE49-F238E27FC236}">
                <a16:creationId xmlns:a16="http://schemas.microsoft.com/office/drawing/2014/main" id="{14F937A7-073C-40A4-8962-55DC9EBA599B}"/>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10857044" y="2524974"/>
            <a:ext cx="914400" cy="914400"/>
          </a:xfrm>
          <a:prstGeom prst="rect">
            <a:avLst/>
          </a:prstGeom>
        </p:spPr>
      </p:pic>
      <p:pic>
        <p:nvPicPr>
          <p:cNvPr id="59" name="Graphique 58" descr="Travail à domicile avec un remplissage uni">
            <a:extLst>
              <a:ext uri="{FF2B5EF4-FFF2-40B4-BE49-F238E27FC236}">
                <a16:creationId xmlns:a16="http://schemas.microsoft.com/office/drawing/2014/main" id="{87B02570-2E62-44C8-AB9D-8470EC583406}"/>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9739970" y="2465373"/>
            <a:ext cx="914400" cy="914400"/>
          </a:xfrm>
          <a:prstGeom prst="rect">
            <a:avLst/>
          </a:prstGeom>
        </p:spPr>
      </p:pic>
      <p:pic>
        <p:nvPicPr>
          <p:cNvPr id="61" name="Graphique 60" descr="Train avec un remplissage uni">
            <a:extLst>
              <a:ext uri="{FF2B5EF4-FFF2-40B4-BE49-F238E27FC236}">
                <a16:creationId xmlns:a16="http://schemas.microsoft.com/office/drawing/2014/main" id="{908F2988-DCD3-4A20-ADDA-8C06D903965A}"/>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9777303" y="3428999"/>
            <a:ext cx="914400" cy="914400"/>
          </a:xfrm>
          <a:prstGeom prst="rect">
            <a:avLst/>
          </a:prstGeom>
        </p:spPr>
      </p:pic>
      <p:pic>
        <p:nvPicPr>
          <p:cNvPr id="63" name="Graphique 62" descr="Scène de montagnes avec un remplissage uni">
            <a:extLst>
              <a:ext uri="{FF2B5EF4-FFF2-40B4-BE49-F238E27FC236}">
                <a16:creationId xmlns:a16="http://schemas.microsoft.com/office/drawing/2014/main" id="{9B317F06-4A98-4675-AC0A-ADE1B3F56611}"/>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466766" y="2556331"/>
            <a:ext cx="914400" cy="914400"/>
          </a:xfrm>
          <a:prstGeom prst="rect">
            <a:avLst/>
          </a:prstGeom>
        </p:spPr>
      </p:pic>
      <p:pic>
        <p:nvPicPr>
          <p:cNvPr id="513" name="Graphique 512" descr="Montagnes russes en montée avec un remplissage uni">
            <a:extLst>
              <a:ext uri="{FF2B5EF4-FFF2-40B4-BE49-F238E27FC236}">
                <a16:creationId xmlns:a16="http://schemas.microsoft.com/office/drawing/2014/main" id="{02AE8B6D-F22E-431E-BACF-6DEBB117335A}"/>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8523904" y="3488244"/>
            <a:ext cx="914400" cy="914400"/>
          </a:xfrm>
          <a:prstGeom prst="rect">
            <a:avLst/>
          </a:prstGeom>
        </p:spPr>
      </p:pic>
      <p:pic>
        <p:nvPicPr>
          <p:cNvPr id="515" name="Graphique 514" descr="Repère avec un remplissage uni">
            <a:extLst>
              <a:ext uri="{FF2B5EF4-FFF2-40B4-BE49-F238E27FC236}">
                <a16:creationId xmlns:a16="http://schemas.microsoft.com/office/drawing/2014/main" id="{3A3DD416-2994-4F85-B48F-31A51EAADDF3}"/>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10875323" y="3397009"/>
            <a:ext cx="914400" cy="914400"/>
          </a:xfrm>
          <a:prstGeom prst="rect">
            <a:avLst/>
          </a:prstGeom>
        </p:spPr>
      </p:pic>
      <p:pic>
        <p:nvPicPr>
          <p:cNvPr id="6" name="Graphique 5" descr="Réunion en ligne avec un remplissage uni">
            <a:extLst>
              <a:ext uri="{FF2B5EF4-FFF2-40B4-BE49-F238E27FC236}">
                <a16:creationId xmlns:a16="http://schemas.microsoft.com/office/drawing/2014/main" id="{E6688D36-58E8-4A63-A0E8-9DE08FF41541}"/>
              </a:ext>
            </a:extLst>
          </p:cNvPr>
          <p:cNvPicPr>
            <a:picLocks noChangeAspect="1"/>
          </p:cNvPicPr>
          <p:nvPr/>
        </p:nvPicPr>
        <p:blipFill>
          <a:blip r:embed="rId49">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082347" y="4696664"/>
            <a:ext cx="1956944" cy="1956944"/>
          </a:xfrm>
          <a:prstGeom prst="rect">
            <a:avLst/>
          </a:prstGeom>
        </p:spPr>
      </p:pic>
    </p:spTree>
    <p:extLst>
      <p:ext uri="{BB962C8B-B14F-4D97-AF65-F5344CB8AC3E}">
        <p14:creationId xmlns:p14="http://schemas.microsoft.com/office/powerpoint/2010/main" val="2038076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Univers narratif</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27043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8934C2-0F7E-C2A6-48AF-0FC0AB0AB937}"/>
              </a:ext>
            </a:extLst>
          </p:cNvPr>
          <p:cNvSpPr>
            <a:spLocks noGrp="1"/>
          </p:cNvSpPr>
          <p:nvPr>
            <p:ph type="title"/>
          </p:nvPr>
        </p:nvSpPr>
        <p:spPr/>
        <p:txBody>
          <a:bodyPr/>
          <a:lstStyle/>
          <a:p>
            <a:r>
              <a:rPr lang="fr-FR" dirty="0"/>
              <a:t>Qu'est-ce que l'univers narratif ?</a:t>
            </a:r>
          </a:p>
        </p:txBody>
      </p:sp>
      <p:sp>
        <p:nvSpPr>
          <p:cNvPr id="3" name="Espace réservé du contenu 2">
            <a:extLst>
              <a:ext uri="{FF2B5EF4-FFF2-40B4-BE49-F238E27FC236}">
                <a16:creationId xmlns:a16="http://schemas.microsoft.com/office/drawing/2014/main" id="{0584A6A8-3F6A-B41D-9A94-F3091E4C065C}"/>
              </a:ext>
            </a:extLst>
          </p:cNvPr>
          <p:cNvSpPr>
            <a:spLocks noGrp="1"/>
          </p:cNvSpPr>
          <p:nvPr>
            <p:ph idx="1"/>
          </p:nvPr>
        </p:nvSpPr>
        <p:spPr/>
        <p:txBody>
          <a:bodyPr/>
          <a:lstStyle/>
          <a:p>
            <a:r>
              <a:rPr lang="fr-FR" dirty="0"/>
              <a:t>L’Univers permet de ramener à des objets concrets des raisonnements </a:t>
            </a:r>
            <a:r>
              <a:rPr lang="fr-FR" dirty="0" err="1"/>
              <a:t>abstraits.L’intérêt</a:t>
            </a:r>
            <a:r>
              <a:rPr lang="fr-FR" dirty="0"/>
              <a:t> d’un Univers est de pouvoir utiliser le symbole ou la métaphore pour en dire beaucoup plus qu’un lot très riche de règles et d’</a:t>
            </a:r>
            <a:r>
              <a:rPr lang="fr-FR" dirty="0" err="1"/>
              <a:t>explication.L’Univers</a:t>
            </a:r>
            <a:r>
              <a:rPr lang="fr-FR" dirty="0"/>
              <a:t> doit &lt;b&gt;être parlant pour l’ensemble des participants&lt;/b&gt; (s’il est anecdotique ou uniquement connu d’une partie, cela peut créer inutilement des blocages et questions).L’Univers donne aussi un effet narratif qui peut inspirer vers l’ouverture et la créativité.</a:t>
            </a:r>
          </a:p>
        </p:txBody>
      </p:sp>
    </p:spTree>
    <p:extLst>
      <p:ext uri="{BB962C8B-B14F-4D97-AF65-F5344CB8AC3E}">
        <p14:creationId xmlns:p14="http://schemas.microsoft.com/office/powerpoint/2010/main" val="33774473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B56F1-2694-CDBA-80FD-9841400C668A}"/>
              </a:ext>
            </a:extLst>
          </p:cNvPr>
          <p:cNvSpPr>
            <a:spLocks noGrp="1"/>
          </p:cNvSpPr>
          <p:nvPr>
            <p:ph type="title"/>
          </p:nvPr>
        </p:nvSpPr>
        <p:spPr/>
        <p:txBody>
          <a:bodyPr/>
          <a:lstStyle/>
          <a:p>
            <a:r>
              <a:rPr lang="fr-FR" dirty="0"/>
              <a:t>Univers narratif</a:t>
            </a:r>
          </a:p>
        </p:txBody>
      </p:sp>
      <p:sp>
        <p:nvSpPr>
          <p:cNvPr id="3" name="Espace réservé du contenu 2">
            <a:extLst>
              <a:ext uri="{FF2B5EF4-FFF2-40B4-BE49-F238E27FC236}">
                <a16:creationId xmlns:a16="http://schemas.microsoft.com/office/drawing/2014/main" id="{6423BB20-9F3D-E003-7519-C4F83F9483EE}"/>
              </a:ext>
            </a:extLst>
          </p:cNvPr>
          <p:cNvSpPr>
            <a:spLocks noGrp="1"/>
          </p:cNvSpPr>
          <p:nvPr>
            <p:ph idx="1"/>
          </p:nvPr>
        </p:nvSpPr>
        <p:spPr/>
        <p:txBody>
          <a:bodyPr>
            <a:normAutofit fontScale="77500" lnSpcReduction="20000"/>
          </a:bodyPr>
          <a:lstStyle/>
          <a:p>
            <a:r>
              <a:rPr lang="fr-FR" dirty="0"/>
              <a:t>Science-fiction Futur</a:t>
            </a:r>
          </a:p>
          <a:p>
            <a:r>
              <a:rPr lang="fr-FR" dirty="0" err="1"/>
              <a:t>CivilisationsPaysCultures</a:t>
            </a:r>
            <a:r>
              <a:rPr lang="fr-FR" dirty="0"/>
              <a:t> </a:t>
            </a:r>
          </a:p>
          <a:p>
            <a:r>
              <a:rPr lang="fr-FR" dirty="0"/>
              <a:t>Fictions / Série / Film / Livre / Jeu / œuvre culturelle populaire</a:t>
            </a:r>
          </a:p>
          <a:p>
            <a:r>
              <a:rPr lang="fr-FR" dirty="0"/>
              <a:t>Sport : disciplines, épreuves, équipes, compétitions, ...</a:t>
            </a:r>
          </a:p>
          <a:p>
            <a:r>
              <a:rPr lang="fr-FR" dirty="0"/>
              <a:t>Histoire / Préhistoire / Antiquité / Médiéval / Temps modernes </a:t>
            </a:r>
          </a:p>
          <a:p>
            <a:r>
              <a:rPr lang="fr-FR" dirty="0"/>
              <a:t>Politique / Pouvoirs</a:t>
            </a:r>
          </a:p>
          <a:p>
            <a:r>
              <a:rPr lang="fr-FR" dirty="0"/>
              <a:t>Secteur ou métiers : Transports, construction, ...</a:t>
            </a:r>
          </a:p>
          <a:p>
            <a:r>
              <a:rPr lang="fr-FR" dirty="0"/>
              <a:t>Nature / Saisons / Mer / Montagne...</a:t>
            </a:r>
          </a:p>
          <a:p>
            <a:r>
              <a:rPr lang="fr-FR" dirty="0" err="1"/>
              <a:t>Evenement</a:t>
            </a:r>
            <a:r>
              <a:rPr lang="fr-FR" dirty="0"/>
              <a:t> populaire ou période dans l'année (Noël, Eté, Halloween, Rentrée...)</a:t>
            </a:r>
          </a:p>
          <a:p>
            <a:r>
              <a:rPr lang="fr-FR" dirty="0"/>
              <a:t>Cuisine et boissons</a:t>
            </a:r>
          </a:p>
          <a:p>
            <a:r>
              <a:rPr lang="fr-FR" dirty="0"/>
              <a:t>Médiéval Fantastique </a:t>
            </a:r>
          </a:p>
          <a:p>
            <a:r>
              <a:rPr lang="fr-FR" dirty="0"/>
              <a:t>Pas d'univers narratif particulier / Sortie des autres univers narratifs</a:t>
            </a:r>
          </a:p>
        </p:txBody>
      </p:sp>
    </p:spTree>
    <p:extLst>
      <p:ext uri="{BB962C8B-B14F-4D97-AF65-F5344CB8AC3E}">
        <p14:creationId xmlns:p14="http://schemas.microsoft.com/office/powerpoint/2010/main" val="5721607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AD29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Intelligence artificielle avec un remplissage uni">
            <a:extLst>
              <a:ext uri="{FF2B5EF4-FFF2-40B4-BE49-F238E27FC236}">
                <a16:creationId xmlns:a16="http://schemas.microsoft.com/office/drawing/2014/main" id="{775A093B-B332-49FB-865F-79EF0EDCF4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61510" y="263639"/>
            <a:ext cx="914400" cy="914400"/>
          </a:xfrm>
          <a:prstGeom prst="rect">
            <a:avLst/>
          </a:prstGeom>
        </p:spPr>
      </p:pic>
      <p:pic>
        <p:nvPicPr>
          <p:cNvPr id="7" name="Graphique 6" descr="Robot avec un remplissage uni">
            <a:extLst>
              <a:ext uri="{FF2B5EF4-FFF2-40B4-BE49-F238E27FC236}">
                <a16:creationId xmlns:a16="http://schemas.microsoft.com/office/drawing/2014/main" id="{68619E51-7759-4E0D-9434-9D9D4C5D6D1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911203" y="1246088"/>
            <a:ext cx="914400" cy="914400"/>
          </a:xfrm>
          <a:prstGeom prst="rect">
            <a:avLst/>
          </a:prstGeom>
        </p:spPr>
      </p:pic>
      <p:pic>
        <p:nvPicPr>
          <p:cNvPr id="10" name="Graphique 9" descr="Paysage spatial avec un remplissage uni">
            <a:extLst>
              <a:ext uri="{FF2B5EF4-FFF2-40B4-BE49-F238E27FC236}">
                <a16:creationId xmlns:a16="http://schemas.microsoft.com/office/drawing/2014/main" id="{FCE93532-F2B1-4E9F-B7A8-ED4EC61BC87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9435" y="1198804"/>
            <a:ext cx="914400" cy="914400"/>
          </a:xfrm>
          <a:prstGeom prst="rect">
            <a:avLst/>
          </a:prstGeom>
        </p:spPr>
      </p:pic>
      <p:pic>
        <p:nvPicPr>
          <p:cNvPr id="15" name="Graphique 14" descr="Une astronaute avec un remplissage uni">
            <a:extLst>
              <a:ext uri="{FF2B5EF4-FFF2-40B4-BE49-F238E27FC236}">
                <a16:creationId xmlns:a16="http://schemas.microsoft.com/office/drawing/2014/main" id="{74C1B941-849A-4CD9-9705-9A1708BC47B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573891" y="263639"/>
            <a:ext cx="914400" cy="914400"/>
          </a:xfrm>
          <a:prstGeom prst="rect">
            <a:avLst/>
          </a:prstGeom>
        </p:spPr>
      </p:pic>
      <p:pic>
        <p:nvPicPr>
          <p:cNvPr id="19" name="Graphique 18" descr="Satellite avec un remplissage uni">
            <a:extLst>
              <a:ext uri="{FF2B5EF4-FFF2-40B4-BE49-F238E27FC236}">
                <a16:creationId xmlns:a16="http://schemas.microsoft.com/office/drawing/2014/main" id="{18C07FD6-E825-44CB-9420-533477FF28F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916091" y="216354"/>
            <a:ext cx="914400" cy="914400"/>
          </a:xfrm>
          <a:prstGeom prst="rect">
            <a:avLst/>
          </a:prstGeom>
        </p:spPr>
      </p:pic>
      <p:pic>
        <p:nvPicPr>
          <p:cNvPr id="21" name="Graphique 20" descr="Bâtiment amérindien avec un remplissage uni">
            <a:extLst>
              <a:ext uri="{FF2B5EF4-FFF2-40B4-BE49-F238E27FC236}">
                <a16:creationId xmlns:a16="http://schemas.microsoft.com/office/drawing/2014/main" id="{DF7993D8-70A1-4C8E-B088-688584E969B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02636" y="2424877"/>
            <a:ext cx="914400" cy="914400"/>
          </a:xfrm>
          <a:prstGeom prst="rect">
            <a:avLst/>
          </a:prstGeom>
        </p:spPr>
      </p:pic>
      <p:pic>
        <p:nvPicPr>
          <p:cNvPr id="26" name="Graphique 25" descr="Cathédrale russe avec un remplissage uni">
            <a:extLst>
              <a:ext uri="{FF2B5EF4-FFF2-40B4-BE49-F238E27FC236}">
                <a16:creationId xmlns:a16="http://schemas.microsoft.com/office/drawing/2014/main" id="{FC8DBE30-0496-4BEA-BFB3-35CAB5FFAAC4}"/>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240270" y="3189510"/>
            <a:ext cx="914400" cy="914400"/>
          </a:xfrm>
          <a:prstGeom prst="rect">
            <a:avLst/>
          </a:prstGeom>
        </p:spPr>
      </p:pic>
      <p:pic>
        <p:nvPicPr>
          <p:cNvPr id="36" name="Graphique 35" descr="Cathédrale avec un remplissage uni">
            <a:extLst>
              <a:ext uri="{FF2B5EF4-FFF2-40B4-BE49-F238E27FC236}">
                <a16:creationId xmlns:a16="http://schemas.microsoft.com/office/drawing/2014/main" id="{5BE30FCF-B410-4377-BBEB-4C1C0037C2F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085923" y="3332077"/>
            <a:ext cx="914400" cy="914400"/>
          </a:xfrm>
          <a:prstGeom prst="rect">
            <a:avLst/>
          </a:prstGeom>
        </p:spPr>
      </p:pic>
      <p:pic>
        <p:nvPicPr>
          <p:cNvPr id="39" name="Graphique 38" descr="Stade avec un remplissage uni">
            <a:extLst>
              <a:ext uri="{FF2B5EF4-FFF2-40B4-BE49-F238E27FC236}">
                <a16:creationId xmlns:a16="http://schemas.microsoft.com/office/drawing/2014/main" id="{5CCAED8F-C7F1-4EBB-B38E-7E2992041979}"/>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041216" y="3440936"/>
            <a:ext cx="914400" cy="914400"/>
          </a:xfrm>
          <a:prstGeom prst="rect">
            <a:avLst/>
          </a:prstGeom>
        </p:spPr>
      </p:pic>
      <p:pic>
        <p:nvPicPr>
          <p:cNvPr id="41" name="Graphique 40" descr="Moulin à vent avec un remplissage uni">
            <a:extLst>
              <a:ext uri="{FF2B5EF4-FFF2-40B4-BE49-F238E27FC236}">
                <a16:creationId xmlns:a16="http://schemas.microsoft.com/office/drawing/2014/main" id="{2D86ACD4-8E02-47A2-81D0-2C3A2186A411}"/>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055804" y="3478081"/>
            <a:ext cx="914400" cy="914400"/>
          </a:xfrm>
          <a:prstGeom prst="rect">
            <a:avLst/>
          </a:prstGeom>
        </p:spPr>
      </p:pic>
      <p:pic>
        <p:nvPicPr>
          <p:cNvPr id="48" name="Graphique 47" descr="Temple asiatique avec un remplissage uni">
            <a:extLst>
              <a:ext uri="{FF2B5EF4-FFF2-40B4-BE49-F238E27FC236}">
                <a16:creationId xmlns:a16="http://schemas.microsoft.com/office/drawing/2014/main" id="{EE23CEBC-212E-4890-94A6-56D07577E259}"/>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684407" y="2484168"/>
            <a:ext cx="914400" cy="914400"/>
          </a:xfrm>
          <a:prstGeom prst="rect">
            <a:avLst/>
          </a:prstGeom>
        </p:spPr>
      </p:pic>
      <p:pic>
        <p:nvPicPr>
          <p:cNvPr id="60" name="Graphique 59" descr="Pyramide avec un remplissage uni">
            <a:extLst>
              <a:ext uri="{FF2B5EF4-FFF2-40B4-BE49-F238E27FC236}">
                <a16:creationId xmlns:a16="http://schemas.microsoft.com/office/drawing/2014/main" id="{F1C539E0-8A3B-490F-8E32-EFF883B486C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314794" y="2364226"/>
            <a:ext cx="914400" cy="914400"/>
          </a:xfrm>
          <a:prstGeom prst="rect">
            <a:avLst/>
          </a:prstGeom>
        </p:spPr>
      </p:pic>
      <p:pic>
        <p:nvPicPr>
          <p:cNvPr id="63" name="Graphique 62" descr="Homme détective avec un remplissage uni">
            <a:extLst>
              <a:ext uri="{FF2B5EF4-FFF2-40B4-BE49-F238E27FC236}">
                <a16:creationId xmlns:a16="http://schemas.microsoft.com/office/drawing/2014/main" id="{FC470527-7307-4AA1-9DBB-A1816D56E23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8431705" y="852067"/>
            <a:ext cx="1137144" cy="1137144"/>
          </a:xfrm>
          <a:prstGeom prst="rect">
            <a:avLst/>
          </a:prstGeom>
        </p:spPr>
      </p:pic>
      <p:pic>
        <p:nvPicPr>
          <p:cNvPr id="513" name="Graphique 512" descr="Héroïne avec un remplissage uni">
            <a:extLst>
              <a:ext uri="{FF2B5EF4-FFF2-40B4-BE49-F238E27FC236}">
                <a16:creationId xmlns:a16="http://schemas.microsoft.com/office/drawing/2014/main" id="{16AA25CA-B0CC-45FD-9ADB-5E94E3489862}"/>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470672" y="349737"/>
            <a:ext cx="1353551" cy="1353551"/>
          </a:xfrm>
          <a:prstGeom prst="rect">
            <a:avLst/>
          </a:prstGeom>
        </p:spPr>
      </p:pic>
      <p:pic>
        <p:nvPicPr>
          <p:cNvPr id="515" name="Graphique 514" descr="Employé de bureau avec un remplissage uni">
            <a:extLst>
              <a:ext uri="{FF2B5EF4-FFF2-40B4-BE49-F238E27FC236}">
                <a16:creationId xmlns:a16="http://schemas.microsoft.com/office/drawing/2014/main" id="{B876034A-502C-4959-B8F8-758716EED6F9}"/>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7027610" y="2484168"/>
            <a:ext cx="914400" cy="914400"/>
          </a:xfrm>
          <a:prstGeom prst="rect">
            <a:avLst/>
          </a:prstGeom>
        </p:spPr>
      </p:pic>
      <p:pic>
        <p:nvPicPr>
          <p:cNvPr id="517" name="Graphique 516" descr="Conférencier avec un remplissage uni">
            <a:extLst>
              <a:ext uri="{FF2B5EF4-FFF2-40B4-BE49-F238E27FC236}">
                <a16:creationId xmlns:a16="http://schemas.microsoft.com/office/drawing/2014/main" id="{02B31001-9EAB-47F1-9D72-CEDB622343AF}"/>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650624" y="3425869"/>
            <a:ext cx="914400" cy="914400"/>
          </a:xfrm>
          <a:prstGeom prst="rect">
            <a:avLst/>
          </a:prstGeom>
        </p:spPr>
      </p:pic>
      <p:pic>
        <p:nvPicPr>
          <p:cNvPr id="519" name="Graphique 518" descr="Couronne d'utilisateur féminine avec un remplissage uni">
            <a:extLst>
              <a:ext uri="{FF2B5EF4-FFF2-40B4-BE49-F238E27FC236}">
                <a16:creationId xmlns:a16="http://schemas.microsoft.com/office/drawing/2014/main" id="{2B93BC5C-6497-45DE-927C-0457812B4E24}"/>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272249" y="2565137"/>
            <a:ext cx="914400" cy="914400"/>
          </a:xfrm>
          <a:prstGeom prst="rect">
            <a:avLst/>
          </a:prstGeom>
        </p:spPr>
      </p:pic>
      <p:pic>
        <p:nvPicPr>
          <p:cNvPr id="521" name="Graphique 520" descr="Couronne d'utilisateur masculine avec un remplissage uni">
            <a:extLst>
              <a:ext uri="{FF2B5EF4-FFF2-40B4-BE49-F238E27FC236}">
                <a16:creationId xmlns:a16="http://schemas.microsoft.com/office/drawing/2014/main" id="{B6A6C6A4-AA7D-4DCD-8DEC-E25DCFDD53D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4924163" y="2565137"/>
            <a:ext cx="914400" cy="914400"/>
          </a:xfrm>
          <a:prstGeom prst="rect">
            <a:avLst/>
          </a:prstGeom>
        </p:spPr>
      </p:pic>
      <p:pic>
        <p:nvPicPr>
          <p:cNvPr id="523" name="Graphique 522" descr="Quille de bowling avec un remplissage uni">
            <a:extLst>
              <a:ext uri="{FF2B5EF4-FFF2-40B4-BE49-F238E27FC236}">
                <a16:creationId xmlns:a16="http://schemas.microsoft.com/office/drawing/2014/main" id="{5D83AA02-3A9C-4013-B5F6-72907155A631}"/>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8365855" y="2480856"/>
            <a:ext cx="914400" cy="914400"/>
          </a:xfrm>
          <a:prstGeom prst="rect">
            <a:avLst/>
          </a:prstGeom>
        </p:spPr>
      </p:pic>
      <p:pic>
        <p:nvPicPr>
          <p:cNvPr id="525" name="Graphique 524" descr="Raquette et balle de tennis avec un remplissage uni">
            <a:extLst>
              <a:ext uri="{FF2B5EF4-FFF2-40B4-BE49-F238E27FC236}">
                <a16:creationId xmlns:a16="http://schemas.microsoft.com/office/drawing/2014/main" id="{F4914485-678F-4D6E-943F-CB4F606BB6CF}"/>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9602406" y="3440936"/>
            <a:ext cx="914400" cy="914400"/>
          </a:xfrm>
          <a:prstGeom prst="rect">
            <a:avLst/>
          </a:prstGeom>
        </p:spPr>
      </p:pic>
      <p:pic>
        <p:nvPicPr>
          <p:cNvPr id="527" name="Graphique 526" descr="Panier de basketball avec un remplissage uni">
            <a:extLst>
              <a:ext uri="{FF2B5EF4-FFF2-40B4-BE49-F238E27FC236}">
                <a16:creationId xmlns:a16="http://schemas.microsoft.com/office/drawing/2014/main" id="{995C3900-1E6A-451D-8B54-901A7D31A758}"/>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371288" y="3474999"/>
            <a:ext cx="914400" cy="914400"/>
          </a:xfrm>
          <a:prstGeom prst="rect">
            <a:avLst/>
          </a:prstGeom>
        </p:spPr>
      </p:pic>
      <p:pic>
        <p:nvPicPr>
          <p:cNvPr id="529" name="Graphique 528" descr="Balles de sport avec un remplissage uni">
            <a:extLst>
              <a:ext uri="{FF2B5EF4-FFF2-40B4-BE49-F238E27FC236}">
                <a16:creationId xmlns:a16="http://schemas.microsoft.com/office/drawing/2014/main" id="{66593489-79BF-4EF5-8554-2C8778DF46DB}"/>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10896226" y="3425869"/>
            <a:ext cx="914400" cy="914400"/>
          </a:xfrm>
          <a:prstGeom prst="rect">
            <a:avLst/>
          </a:prstGeom>
        </p:spPr>
      </p:pic>
      <p:pic>
        <p:nvPicPr>
          <p:cNvPr id="531" name="Graphique 530" descr="Trophée avec un remplissage uni">
            <a:extLst>
              <a:ext uri="{FF2B5EF4-FFF2-40B4-BE49-F238E27FC236}">
                <a16:creationId xmlns:a16="http://schemas.microsoft.com/office/drawing/2014/main" id="{1C056A6C-1A42-43E5-9C03-7E677658CFB0}"/>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9690247" y="2442906"/>
            <a:ext cx="914400" cy="914400"/>
          </a:xfrm>
          <a:prstGeom prst="rect">
            <a:avLst/>
          </a:prstGeom>
        </p:spPr>
      </p:pic>
      <p:pic>
        <p:nvPicPr>
          <p:cNvPr id="535" name="Graphique 534" descr="Ballon de football avec un remplissage uni">
            <a:extLst>
              <a:ext uri="{FF2B5EF4-FFF2-40B4-BE49-F238E27FC236}">
                <a16:creationId xmlns:a16="http://schemas.microsoft.com/office/drawing/2014/main" id="{686D3154-7C15-43E2-B41F-B53611342AD0}"/>
              </a:ext>
            </a:extLst>
          </p:cNvPr>
          <p:cNvPicPr>
            <a:picLocks noChangeAspect="1"/>
          </p:cNvPicPr>
          <p:nvPr/>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rot="16200000">
            <a:off x="11715267" y="3037725"/>
            <a:ext cx="312381" cy="312381"/>
          </a:xfrm>
          <a:prstGeom prst="rect">
            <a:avLst/>
          </a:prstGeom>
        </p:spPr>
      </p:pic>
      <p:pic>
        <p:nvPicPr>
          <p:cNvPr id="537" name="Graphique 536" descr="Football avec un remplissage uni">
            <a:extLst>
              <a:ext uri="{FF2B5EF4-FFF2-40B4-BE49-F238E27FC236}">
                <a16:creationId xmlns:a16="http://schemas.microsoft.com/office/drawing/2014/main" id="{69069212-68A2-4F5D-853C-4D5D8A57FDE2}"/>
              </a:ext>
            </a:extLst>
          </p:cNvPr>
          <p:cNvPicPr>
            <a:picLocks noChangeAspect="1"/>
          </p:cNvPicPr>
          <p:nvPr/>
        </p:nvPicPr>
        <p:blipFill rotWithShape="1">
          <a:blip r:embed="rId51" cstate="print">
            <a:extLst>
              <a:ext uri="{28A0092B-C50C-407E-A947-70E740481C1C}">
                <a14:useLocalDpi xmlns:a14="http://schemas.microsoft.com/office/drawing/2010/main"/>
              </a:ext>
              <a:ext uri="{96DAC541-7B7A-43D3-8B79-37D633B846F1}">
                <asvg:svgBlip xmlns:asvg="http://schemas.microsoft.com/office/drawing/2016/SVG/main" r:embed="rId52"/>
              </a:ext>
            </a:extLst>
          </a:blip>
          <a:srcRect r="17277"/>
          <a:stretch/>
        </p:blipFill>
        <p:spPr>
          <a:xfrm>
            <a:off x="11014639" y="2417677"/>
            <a:ext cx="756416" cy="914400"/>
          </a:xfrm>
          <a:prstGeom prst="rect">
            <a:avLst/>
          </a:prstGeom>
        </p:spPr>
      </p:pic>
      <p:pic>
        <p:nvPicPr>
          <p:cNvPr id="539" name="Graphique 538" descr="Coq avec un remplissage uni">
            <a:extLst>
              <a:ext uri="{FF2B5EF4-FFF2-40B4-BE49-F238E27FC236}">
                <a16:creationId xmlns:a16="http://schemas.microsoft.com/office/drawing/2014/main" id="{56BA11FE-DC9E-40A9-B11E-BEEB4CDB3C44}"/>
              </a:ext>
            </a:extLst>
          </p:cNvPr>
          <p:cNvPicPr>
            <a:picLocks noChangeAspect="1"/>
          </p:cNvPicPr>
          <p:nvPr/>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1637214" y="5752949"/>
            <a:ext cx="914400" cy="914400"/>
          </a:xfrm>
          <a:prstGeom prst="rect">
            <a:avLst/>
          </a:prstGeom>
        </p:spPr>
      </p:pic>
      <p:pic>
        <p:nvPicPr>
          <p:cNvPr id="541" name="Graphique 540" descr="Cultures avec un remplissage uni">
            <a:extLst>
              <a:ext uri="{FF2B5EF4-FFF2-40B4-BE49-F238E27FC236}">
                <a16:creationId xmlns:a16="http://schemas.microsoft.com/office/drawing/2014/main" id="{D194CDED-C23E-479E-B978-F3FFB788A7E9}"/>
              </a:ext>
            </a:extLst>
          </p:cNvPr>
          <p:cNvPicPr>
            <a:picLocks noChangeAspect="1"/>
          </p:cNvPicPr>
          <p:nvPr/>
        </p:nvPicPr>
        <p:blipFill>
          <a:blip r:embed="rId55">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314247" y="5675909"/>
            <a:ext cx="914400" cy="914400"/>
          </a:xfrm>
          <a:prstGeom prst="rect">
            <a:avLst/>
          </a:prstGeom>
        </p:spPr>
      </p:pic>
      <p:pic>
        <p:nvPicPr>
          <p:cNvPr id="543" name="Graphique 542" descr="Scène de colline avec un remplissage uni">
            <a:extLst>
              <a:ext uri="{FF2B5EF4-FFF2-40B4-BE49-F238E27FC236}">
                <a16:creationId xmlns:a16="http://schemas.microsoft.com/office/drawing/2014/main" id="{F17909A8-1083-49DD-96E4-D1EBF5E29BDA}"/>
              </a:ext>
            </a:extLst>
          </p:cNvPr>
          <p:cNvPicPr>
            <a:picLocks noChangeAspect="1"/>
          </p:cNvPicPr>
          <p:nvPr/>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2960182" y="5690916"/>
            <a:ext cx="914400" cy="914400"/>
          </a:xfrm>
          <a:prstGeom prst="rect">
            <a:avLst/>
          </a:prstGeom>
        </p:spPr>
      </p:pic>
      <p:pic>
        <p:nvPicPr>
          <p:cNvPr id="545" name="Graphique 544" descr="Scène d’autoroute avec un remplissage uni">
            <a:extLst>
              <a:ext uri="{FF2B5EF4-FFF2-40B4-BE49-F238E27FC236}">
                <a16:creationId xmlns:a16="http://schemas.microsoft.com/office/drawing/2014/main" id="{F6F07DC5-BBF1-4824-9F2B-C9C33EDDA176}"/>
              </a:ext>
            </a:extLst>
          </p:cNvPr>
          <p:cNvPicPr>
            <a:picLocks noChangeAspect="1"/>
          </p:cNvPicPr>
          <p:nvPr/>
        </p:nvPicPr>
        <p:blipFill>
          <a:blip r:embed="rId59">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314247" y="4734638"/>
            <a:ext cx="914400" cy="914400"/>
          </a:xfrm>
          <a:prstGeom prst="rect">
            <a:avLst/>
          </a:prstGeom>
        </p:spPr>
      </p:pic>
      <p:pic>
        <p:nvPicPr>
          <p:cNvPr id="547" name="Graphique 546" descr="Route avec un remplissage uni">
            <a:extLst>
              <a:ext uri="{FF2B5EF4-FFF2-40B4-BE49-F238E27FC236}">
                <a16:creationId xmlns:a16="http://schemas.microsoft.com/office/drawing/2014/main" id="{4E6D7933-A53D-4E9D-8F1C-3BEBF3958E98}"/>
              </a:ext>
            </a:extLst>
          </p:cNvPr>
          <p:cNvPicPr>
            <a:picLocks noChangeAspect="1"/>
          </p:cNvPicPr>
          <p:nvPr/>
        </p:nvPicPr>
        <p:blipFill>
          <a:blip r:embed="rId61">
            <a:extLst>
              <a:ext uri="{28A0092B-C50C-407E-A947-70E740481C1C}">
                <a14:useLocalDpi xmlns:a14="http://schemas.microsoft.com/office/drawing/2010/main"/>
              </a:ext>
              <a:ext uri="{96DAC541-7B7A-43D3-8B79-37D633B846F1}">
                <asvg:svgBlip xmlns:asvg="http://schemas.microsoft.com/office/drawing/2016/SVG/main" r:embed="rId62"/>
              </a:ext>
            </a:extLst>
          </a:blip>
          <a:stretch>
            <a:fillRect/>
          </a:stretch>
        </p:blipFill>
        <p:spPr>
          <a:xfrm>
            <a:off x="1600500" y="4769683"/>
            <a:ext cx="914400" cy="914400"/>
          </a:xfrm>
          <a:prstGeom prst="rect">
            <a:avLst/>
          </a:prstGeom>
        </p:spPr>
      </p:pic>
      <p:pic>
        <p:nvPicPr>
          <p:cNvPr id="549" name="Graphique 548" descr="Scène tropicale avec un remplissage uni">
            <a:extLst>
              <a:ext uri="{FF2B5EF4-FFF2-40B4-BE49-F238E27FC236}">
                <a16:creationId xmlns:a16="http://schemas.microsoft.com/office/drawing/2014/main" id="{FBC04E0C-1A92-4BA8-9277-413C91D1E6B4}"/>
              </a:ext>
            </a:extLst>
          </p:cNvPr>
          <p:cNvPicPr>
            <a:picLocks noChangeAspect="1"/>
          </p:cNvPicPr>
          <p:nvPr/>
        </p:nvPicPr>
        <p:blipFill>
          <a:blip r:embed="rId63">
            <a:extLst>
              <a:ext uri="{28A0092B-C50C-407E-A947-70E740481C1C}">
                <a14:useLocalDpi xmlns:a14="http://schemas.microsoft.com/office/drawing/2010/main"/>
              </a:ext>
              <a:ext uri="{96DAC541-7B7A-43D3-8B79-37D633B846F1}">
                <asvg:svgBlip xmlns:asvg="http://schemas.microsoft.com/office/drawing/2016/SVG/main" r:embed="rId64"/>
              </a:ext>
            </a:extLst>
          </a:blip>
          <a:stretch>
            <a:fillRect/>
          </a:stretch>
        </p:blipFill>
        <p:spPr>
          <a:xfrm>
            <a:off x="2960182" y="4769683"/>
            <a:ext cx="914400" cy="914400"/>
          </a:xfrm>
          <a:prstGeom prst="rect">
            <a:avLst/>
          </a:prstGeom>
        </p:spPr>
      </p:pic>
      <p:pic>
        <p:nvPicPr>
          <p:cNvPr id="551" name="Graphique 550" descr="Barrière de construction avec un remplissage uni">
            <a:extLst>
              <a:ext uri="{FF2B5EF4-FFF2-40B4-BE49-F238E27FC236}">
                <a16:creationId xmlns:a16="http://schemas.microsoft.com/office/drawing/2014/main" id="{69C991BF-727C-43E7-91D9-17D02298CC73}"/>
              </a:ext>
            </a:extLst>
          </p:cNvPr>
          <p:cNvPicPr>
            <a:picLocks noChangeAspect="1"/>
          </p:cNvPicPr>
          <p:nvPr/>
        </p:nvPicPr>
        <p:blipFill>
          <a:blip r:embed="rId65">
            <a:extLst>
              <a:ext uri="{28A0092B-C50C-407E-A947-70E740481C1C}">
                <a14:useLocalDpi xmlns:a14="http://schemas.microsoft.com/office/drawing/2010/main"/>
              </a:ext>
              <a:ext uri="{96DAC541-7B7A-43D3-8B79-37D633B846F1}">
                <asvg:svgBlip xmlns:asvg="http://schemas.microsoft.com/office/drawing/2016/SVG/main" r:embed="rId66"/>
              </a:ext>
            </a:extLst>
          </a:blip>
          <a:stretch>
            <a:fillRect/>
          </a:stretch>
        </p:blipFill>
        <p:spPr>
          <a:xfrm>
            <a:off x="4509847" y="4722632"/>
            <a:ext cx="914400" cy="914400"/>
          </a:xfrm>
          <a:prstGeom prst="rect">
            <a:avLst/>
          </a:prstGeom>
        </p:spPr>
      </p:pic>
      <p:pic>
        <p:nvPicPr>
          <p:cNvPr id="553" name="Graphique 552" descr="Cigogne avec un remplissage uni">
            <a:extLst>
              <a:ext uri="{FF2B5EF4-FFF2-40B4-BE49-F238E27FC236}">
                <a16:creationId xmlns:a16="http://schemas.microsoft.com/office/drawing/2014/main" id="{F458583C-1766-49AD-919A-FB0D60F5B13F}"/>
              </a:ext>
            </a:extLst>
          </p:cNvPr>
          <p:cNvPicPr>
            <a:picLocks noChangeAspect="1"/>
          </p:cNvPicPr>
          <p:nvPr/>
        </p:nvPicPr>
        <p:blipFill>
          <a:blip r:embed="rId67">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4501669" y="5716374"/>
            <a:ext cx="914400" cy="914400"/>
          </a:xfrm>
          <a:prstGeom prst="rect">
            <a:avLst/>
          </a:prstGeom>
        </p:spPr>
      </p:pic>
      <p:pic>
        <p:nvPicPr>
          <p:cNvPr id="555" name="Graphique 554" descr="Marteau piqueur avec un remplissage uni">
            <a:extLst>
              <a:ext uri="{FF2B5EF4-FFF2-40B4-BE49-F238E27FC236}">
                <a16:creationId xmlns:a16="http://schemas.microsoft.com/office/drawing/2014/main" id="{79D15EE3-98DE-4538-A27B-4B20FF4D3A78}"/>
              </a:ext>
            </a:extLst>
          </p:cNvPr>
          <p:cNvPicPr>
            <a:picLocks noChangeAspect="1"/>
          </p:cNvPicPr>
          <p:nvPr/>
        </p:nvPicPr>
        <p:blipFill>
          <a:blip r:embed="rId69">
            <a:extLst>
              <a:ext uri="{28A0092B-C50C-407E-A947-70E740481C1C}">
                <a14:useLocalDpi xmlns:a14="http://schemas.microsoft.com/office/drawing/2010/main"/>
              </a:ext>
              <a:ext uri="{96DAC541-7B7A-43D3-8B79-37D633B846F1}">
                <asvg:svgBlip xmlns:asvg="http://schemas.microsoft.com/office/drawing/2016/SVG/main" r:embed="rId70"/>
              </a:ext>
            </a:extLst>
          </a:blip>
          <a:stretch>
            <a:fillRect/>
          </a:stretch>
        </p:blipFill>
        <p:spPr>
          <a:xfrm>
            <a:off x="5638800" y="5191838"/>
            <a:ext cx="914400" cy="914400"/>
          </a:xfrm>
          <a:prstGeom prst="rect">
            <a:avLst/>
          </a:prstGeom>
        </p:spPr>
      </p:pic>
      <p:pic>
        <p:nvPicPr>
          <p:cNvPr id="557" name="Graphique 556" descr="Toque de chef avec un remplissage uni">
            <a:extLst>
              <a:ext uri="{FF2B5EF4-FFF2-40B4-BE49-F238E27FC236}">
                <a16:creationId xmlns:a16="http://schemas.microsoft.com/office/drawing/2014/main" id="{8722288B-FA4D-452E-8E53-9857B0612A41}"/>
              </a:ext>
            </a:extLst>
          </p:cNvPr>
          <p:cNvPicPr>
            <a:picLocks noChangeAspect="1"/>
          </p:cNvPicPr>
          <p:nvPr/>
        </p:nvPicPr>
        <p:blipFill>
          <a:blip r:embed="rId71">
            <a:extLst>
              <a:ext uri="{28A0092B-C50C-407E-A947-70E740481C1C}">
                <a14:useLocalDpi xmlns:a14="http://schemas.microsoft.com/office/drawing/2010/main"/>
              </a:ext>
              <a:ext uri="{96DAC541-7B7A-43D3-8B79-37D633B846F1}">
                <asvg:svgBlip xmlns:asvg="http://schemas.microsoft.com/office/drawing/2016/SVG/main" r:embed="rId72"/>
              </a:ext>
            </a:extLst>
          </a:blip>
          <a:stretch>
            <a:fillRect/>
          </a:stretch>
        </p:blipFill>
        <p:spPr>
          <a:xfrm>
            <a:off x="8439612" y="4776516"/>
            <a:ext cx="914400" cy="914400"/>
          </a:xfrm>
          <a:prstGeom prst="rect">
            <a:avLst/>
          </a:prstGeom>
        </p:spPr>
      </p:pic>
      <p:pic>
        <p:nvPicPr>
          <p:cNvPr id="559" name="Graphique 558" descr="Train avec un remplissage uni">
            <a:extLst>
              <a:ext uri="{FF2B5EF4-FFF2-40B4-BE49-F238E27FC236}">
                <a16:creationId xmlns:a16="http://schemas.microsoft.com/office/drawing/2014/main" id="{A844C70A-5ADA-403A-93B3-29A3E58E234E}"/>
              </a:ext>
            </a:extLst>
          </p:cNvPr>
          <p:cNvPicPr>
            <a:picLocks noChangeAspect="1"/>
          </p:cNvPicPr>
          <p:nvPr/>
        </p:nvPicPr>
        <p:blipFill>
          <a:blip r:embed="rId73">
            <a:extLst>
              <a:ext uri="{28A0092B-C50C-407E-A947-70E740481C1C}">
                <a14:useLocalDpi xmlns:a14="http://schemas.microsoft.com/office/drawing/2010/main"/>
              </a:ext>
              <a:ext uri="{96DAC541-7B7A-43D3-8B79-37D633B846F1}">
                <asvg:svgBlip xmlns:asvg="http://schemas.microsoft.com/office/drawing/2016/SVG/main" r:embed="rId74"/>
              </a:ext>
            </a:extLst>
          </a:blip>
          <a:stretch>
            <a:fillRect/>
          </a:stretch>
        </p:blipFill>
        <p:spPr>
          <a:xfrm>
            <a:off x="6767753" y="5675909"/>
            <a:ext cx="914400" cy="914400"/>
          </a:xfrm>
          <a:prstGeom prst="rect">
            <a:avLst/>
          </a:prstGeom>
        </p:spPr>
      </p:pic>
      <p:pic>
        <p:nvPicPr>
          <p:cNvPr id="561" name="Graphique 560" descr="Bus avec un remplissage uni">
            <a:extLst>
              <a:ext uri="{FF2B5EF4-FFF2-40B4-BE49-F238E27FC236}">
                <a16:creationId xmlns:a16="http://schemas.microsoft.com/office/drawing/2014/main" id="{07F85894-536D-43C4-9C17-3B772CFFECBA}"/>
              </a:ext>
            </a:extLst>
          </p:cNvPr>
          <p:cNvPicPr>
            <a:picLocks noChangeAspect="1"/>
          </p:cNvPicPr>
          <p:nvPr/>
        </p:nvPicPr>
        <p:blipFill>
          <a:blip r:embed="rId75">
            <a:extLst>
              <a:ext uri="{28A0092B-C50C-407E-A947-70E740481C1C}">
                <a14:useLocalDpi xmlns:a14="http://schemas.microsoft.com/office/drawing/2010/main"/>
              </a:ext>
              <a:ext uri="{96DAC541-7B7A-43D3-8B79-37D633B846F1}">
                <asvg:svgBlip xmlns:asvg="http://schemas.microsoft.com/office/drawing/2016/SVG/main" r:embed="rId76"/>
              </a:ext>
            </a:extLst>
          </a:blip>
          <a:stretch>
            <a:fillRect/>
          </a:stretch>
        </p:blipFill>
        <p:spPr>
          <a:xfrm>
            <a:off x="6775931" y="4679011"/>
            <a:ext cx="914400" cy="914400"/>
          </a:xfrm>
          <a:prstGeom prst="rect">
            <a:avLst/>
          </a:prstGeom>
        </p:spPr>
      </p:pic>
      <p:pic>
        <p:nvPicPr>
          <p:cNvPr id="563" name="Graphique 562" descr="Assiette couverte avec un remplissage uni">
            <a:extLst>
              <a:ext uri="{FF2B5EF4-FFF2-40B4-BE49-F238E27FC236}">
                <a16:creationId xmlns:a16="http://schemas.microsoft.com/office/drawing/2014/main" id="{3AA0E6EF-11A9-4952-BA5A-C0879ADA1142}"/>
              </a:ext>
            </a:extLst>
          </p:cNvPr>
          <p:cNvPicPr>
            <a:picLocks noChangeAspect="1"/>
          </p:cNvPicPr>
          <p:nvPr/>
        </p:nvPicPr>
        <p:blipFill>
          <a:blip r:embed="rId77">
            <a:extLst>
              <a:ext uri="{28A0092B-C50C-407E-A947-70E740481C1C}">
                <a14:useLocalDpi xmlns:a14="http://schemas.microsoft.com/office/drawing/2010/main"/>
              </a:ext>
              <a:ext uri="{96DAC541-7B7A-43D3-8B79-37D633B846F1}">
                <asvg:svgBlip xmlns:asvg="http://schemas.microsoft.com/office/drawing/2016/SVG/main" r:embed="rId78"/>
              </a:ext>
            </a:extLst>
          </a:blip>
          <a:stretch>
            <a:fillRect/>
          </a:stretch>
        </p:blipFill>
        <p:spPr>
          <a:xfrm>
            <a:off x="9602406" y="5593863"/>
            <a:ext cx="914400" cy="914400"/>
          </a:xfrm>
          <a:prstGeom prst="rect">
            <a:avLst/>
          </a:prstGeom>
        </p:spPr>
      </p:pic>
      <p:pic>
        <p:nvPicPr>
          <p:cNvPr id="565" name="Graphique 564" descr="Noix de coco avec un remplissage uni">
            <a:extLst>
              <a:ext uri="{FF2B5EF4-FFF2-40B4-BE49-F238E27FC236}">
                <a16:creationId xmlns:a16="http://schemas.microsoft.com/office/drawing/2014/main" id="{1088C897-3C96-4922-BCA6-B2BAFAADA519}"/>
              </a:ext>
            </a:extLst>
          </p:cNvPr>
          <p:cNvPicPr>
            <a:picLocks noChangeAspect="1"/>
          </p:cNvPicPr>
          <p:nvPr/>
        </p:nvPicPr>
        <p:blipFill>
          <a:blip r:embed="rId79">
            <a:extLst>
              <a:ext uri="{28A0092B-C50C-407E-A947-70E740481C1C}">
                <a14:useLocalDpi xmlns:a14="http://schemas.microsoft.com/office/drawing/2010/main"/>
              </a:ext>
              <a:ext uri="{96DAC541-7B7A-43D3-8B79-37D633B846F1}">
                <asvg:svgBlip xmlns:asvg="http://schemas.microsoft.com/office/drawing/2016/SVG/main" r:embed="rId80"/>
              </a:ext>
            </a:extLst>
          </a:blip>
          <a:stretch>
            <a:fillRect/>
          </a:stretch>
        </p:blipFill>
        <p:spPr>
          <a:xfrm>
            <a:off x="10739025" y="4800298"/>
            <a:ext cx="914400" cy="914400"/>
          </a:xfrm>
          <a:prstGeom prst="rect">
            <a:avLst/>
          </a:prstGeom>
        </p:spPr>
      </p:pic>
      <p:pic>
        <p:nvPicPr>
          <p:cNvPr id="567" name="Graphique 566" descr="Création de récits avec un remplissage uni">
            <a:extLst>
              <a:ext uri="{FF2B5EF4-FFF2-40B4-BE49-F238E27FC236}">
                <a16:creationId xmlns:a16="http://schemas.microsoft.com/office/drawing/2014/main" id="{97379F11-B0F8-4813-A914-47D4356AF803}"/>
              </a:ext>
            </a:extLst>
          </p:cNvPr>
          <p:cNvPicPr>
            <a:picLocks noChangeAspect="1"/>
          </p:cNvPicPr>
          <p:nvPr/>
        </p:nvPicPr>
        <p:blipFill>
          <a:blip r:embed="rId81">
            <a:extLst>
              <a:ext uri="{28A0092B-C50C-407E-A947-70E740481C1C}">
                <a14:useLocalDpi xmlns:a14="http://schemas.microsoft.com/office/drawing/2010/main"/>
              </a:ext>
              <a:ext uri="{96DAC541-7B7A-43D3-8B79-37D633B846F1}">
                <asvg:svgBlip xmlns:asvg="http://schemas.microsoft.com/office/drawing/2016/SVG/main" r:embed="rId82"/>
              </a:ext>
            </a:extLst>
          </a:blip>
          <a:stretch>
            <a:fillRect/>
          </a:stretch>
        </p:blipFill>
        <p:spPr>
          <a:xfrm>
            <a:off x="1242232" y="302205"/>
            <a:ext cx="1687006" cy="1687006"/>
          </a:xfrm>
          <a:prstGeom prst="rect">
            <a:avLst/>
          </a:prstGeom>
        </p:spPr>
      </p:pic>
    </p:spTree>
    <p:extLst>
      <p:ext uri="{BB962C8B-B14F-4D97-AF65-F5344CB8AC3E}">
        <p14:creationId xmlns:p14="http://schemas.microsoft.com/office/powerpoint/2010/main" val="39963900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AD29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cène de château avec un remplissage uni">
            <a:extLst>
              <a:ext uri="{FF2B5EF4-FFF2-40B4-BE49-F238E27FC236}">
                <a16:creationId xmlns:a16="http://schemas.microsoft.com/office/drawing/2014/main" id="{F66ACC85-896A-4FC0-8AB2-4CDA40A1F7D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22206" y="1158969"/>
            <a:ext cx="914400" cy="914400"/>
          </a:xfrm>
          <a:prstGeom prst="rect">
            <a:avLst/>
          </a:prstGeom>
        </p:spPr>
      </p:pic>
      <p:pic>
        <p:nvPicPr>
          <p:cNvPr id="7" name="Graphique 6" descr="Pyramide avec un remplissage uni">
            <a:extLst>
              <a:ext uri="{FF2B5EF4-FFF2-40B4-BE49-F238E27FC236}">
                <a16:creationId xmlns:a16="http://schemas.microsoft.com/office/drawing/2014/main" id="{429C601E-8587-4D93-B5D4-46C2B2A73D7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15011" y="1158969"/>
            <a:ext cx="914400" cy="914400"/>
          </a:xfrm>
          <a:prstGeom prst="rect">
            <a:avLst/>
          </a:prstGeom>
        </p:spPr>
      </p:pic>
      <p:pic>
        <p:nvPicPr>
          <p:cNvPr id="9" name="Graphique 8" descr="Temple grec avec un remplissage uni">
            <a:extLst>
              <a:ext uri="{FF2B5EF4-FFF2-40B4-BE49-F238E27FC236}">
                <a16:creationId xmlns:a16="http://schemas.microsoft.com/office/drawing/2014/main" id="{10EA5CBD-0334-4F54-B259-8CFAABFF752B}"/>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628535" y="244569"/>
            <a:ext cx="914400" cy="914400"/>
          </a:xfrm>
          <a:prstGeom prst="rect">
            <a:avLst/>
          </a:prstGeom>
        </p:spPr>
      </p:pic>
      <p:pic>
        <p:nvPicPr>
          <p:cNvPr id="11" name="Graphique 10" descr="Peinture rupestre avec un remplissage uni">
            <a:extLst>
              <a:ext uri="{FF2B5EF4-FFF2-40B4-BE49-F238E27FC236}">
                <a16:creationId xmlns:a16="http://schemas.microsoft.com/office/drawing/2014/main" id="{5AD0E240-1BB4-4D4D-B0AF-BC837DDD7083}"/>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5880" y="244569"/>
            <a:ext cx="914400" cy="914400"/>
          </a:xfrm>
          <a:prstGeom prst="rect">
            <a:avLst/>
          </a:prstGeom>
        </p:spPr>
      </p:pic>
      <p:pic>
        <p:nvPicPr>
          <p:cNvPr id="13" name="Graphique 12" descr="Usine avec un remplissage uni">
            <a:extLst>
              <a:ext uri="{FF2B5EF4-FFF2-40B4-BE49-F238E27FC236}">
                <a16:creationId xmlns:a16="http://schemas.microsoft.com/office/drawing/2014/main" id="{CEA73846-D4ED-4ADA-BDD8-B353C435C38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061190" y="155453"/>
            <a:ext cx="914400" cy="914400"/>
          </a:xfrm>
          <a:prstGeom prst="rect">
            <a:avLst/>
          </a:prstGeom>
        </p:spPr>
      </p:pic>
      <p:pic>
        <p:nvPicPr>
          <p:cNvPr id="15" name="Graphique 14" descr="Tongs avec un remplissage uni">
            <a:extLst>
              <a:ext uri="{FF2B5EF4-FFF2-40B4-BE49-F238E27FC236}">
                <a16:creationId xmlns:a16="http://schemas.microsoft.com/office/drawing/2014/main" id="{2481C753-021F-4557-AC4F-DC0C05F5BDD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016217" y="1152528"/>
            <a:ext cx="914400" cy="914400"/>
          </a:xfrm>
          <a:prstGeom prst="rect">
            <a:avLst/>
          </a:prstGeom>
        </p:spPr>
      </p:pic>
      <p:pic>
        <p:nvPicPr>
          <p:cNvPr id="17" name="Graphique 16" descr="Citrouille d’Halloween avec un remplissage uni">
            <a:extLst>
              <a:ext uri="{FF2B5EF4-FFF2-40B4-BE49-F238E27FC236}">
                <a16:creationId xmlns:a16="http://schemas.microsoft.com/office/drawing/2014/main" id="{574AD880-F48C-44C5-8186-1724808B843E}"/>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051360" y="1144528"/>
            <a:ext cx="914400" cy="914400"/>
          </a:xfrm>
          <a:prstGeom prst="rect">
            <a:avLst/>
          </a:prstGeom>
        </p:spPr>
      </p:pic>
      <p:pic>
        <p:nvPicPr>
          <p:cNvPr id="19" name="Graphique 18" descr="Arbre de Noël avec un remplissage uni">
            <a:extLst>
              <a:ext uri="{FF2B5EF4-FFF2-40B4-BE49-F238E27FC236}">
                <a16:creationId xmlns:a16="http://schemas.microsoft.com/office/drawing/2014/main" id="{66A85AB4-4DC8-4728-8889-B1EB805AD166}"/>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7086503" y="1144528"/>
            <a:ext cx="914400" cy="914400"/>
          </a:xfrm>
          <a:prstGeom prst="rect">
            <a:avLst/>
          </a:prstGeom>
        </p:spPr>
      </p:pic>
      <p:pic>
        <p:nvPicPr>
          <p:cNvPr id="21" name="Graphique 20" descr="Calendrier journalier avec un remplissage uni">
            <a:extLst>
              <a:ext uri="{FF2B5EF4-FFF2-40B4-BE49-F238E27FC236}">
                <a16:creationId xmlns:a16="http://schemas.microsoft.com/office/drawing/2014/main" id="{C3DDBF5D-DC7D-4284-8CB4-1B3148FB16EC}"/>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214566" y="183009"/>
            <a:ext cx="914400" cy="914400"/>
          </a:xfrm>
          <a:prstGeom prst="rect">
            <a:avLst/>
          </a:prstGeom>
        </p:spPr>
      </p:pic>
      <p:pic>
        <p:nvPicPr>
          <p:cNvPr id="23" name="Graphique 22" descr="Production avec un remplissage uni">
            <a:extLst>
              <a:ext uri="{FF2B5EF4-FFF2-40B4-BE49-F238E27FC236}">
                <a16:creationId xmlns:a16="http://schemas.microsoft.com/office/drawing/2014/main" id="{AF344D50-8121-4CEB-8B2A-7EDDA5992F8A}"/>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117780" y="1174786"/>
            <a:ext cx="914400" cy="914400"/>
          </a:xfrm>
          <a:prstGeom prst="rect">
            <a:avLst/>
          </a:prstGeom>
        </p:spPr>
      </p:pic>
      <p:pic>
        <p:nvPicPr>
          <p:cNvPr id="26" name="Graphique 25" descr="Loup avec un remplissage uni">
            <a:extLst>
              <a:ext uri="{FF2B5EF4-FFF2-40B4-BE49-F238E27FC236}">
                <a16:creationId xmlns:a16="http://schemas.microsoft.com/office/drawing/2014/main" id="{FAA7699C-9468-4278-8CE3-2A1A29932218}"/>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231114" y="262257"/>
            <a:ext cx="914400" cy="914400"/>
          </a:xfrm>
          <a:prstGeom prst="rect">
            <a:avLst/>
          </a:prstGeom>
        </p:spPr>
      </p:pic>
      <p:pic>
        <p:nvPicPr>
          <p:cNvPr id="28" name="Graphique 27" descr="Chauve-souris avec un remplissage uni">
            <a:extLst>
              <a:ext uri="{FF2B5EF4-FFF2-40B4-BE49-F238E27FC236}">
                <a16:creationId xmlns:a16="http://schemas.microsoft.com/office/drawing/2014/main" id="{F7EE7664-5F3E-4223-AF68-6D7E243E0535}"/>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0819789" y="1144528"/>
            <a:ext cx="914400" cy="914400"/>
          </a:xfrm>
          <a:prstGeom prst="rect">
            <a:avLst/>
          </a:prstGeom>
        </p:spPr>
      </p:pic>
      <p:pic>
        <p:nvPicPr>
          <p:cNvPr id="37" name="Graphique 36" descr="Dragon avec un remplissage uni">
            <a:extLst>
              <a:ext uri="{FF2B5EF4-FFF2-40B4-BE49-F238E27FC236}">
                <a16:creationId xmlns:a16="http://schemas.microsoft.com/office/drawing/2014/main" id="{73C207FC-E470-4C36-AE61-27E81E1D1847}"/>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629885" y="3343274"/>
            <a:ext cx="914400" cy="914400"/>
          </a:xfrm>
          <a:prstGeom prst="rect">
            <a:avLst/>
          </a:prstGeom>
        </p:spPr>
      </p:pic>
      <p:pic>
        <p:nvPicPr>
          <p:cNvPr id="30" name="Graphique 29" descr="Excalibur avec un remplissage uni">
            <a:extLst>
              <a:ext uri="{FF2B5EF4-FFF2-40B4-BE49-F238E27FC236}">
                <a16:creationId xmlns:a16="http://schemas.microsoft.com/office/drawing/2014/main" id="{DDF8B6CB-FA49-4B58-B7DB-29C48CED343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749038" y="3290879"/>
            <a:ext cx="914400" cy="914400"/>
          </a:xfrm>
          <a:prstGeom prst="rect">
            <a:avLst/>
          </a:prstGeom>
        </p:spPr>
      </p:pic>
      <p:pic>
        <p:nvPicPr>
          <p:cNvPr id="32" name="Graphique 31" descr="Tour médiévale avec un remplissage uni">
            <a:extLst>
              <a:ext uri="{FF2B5EF4-FFF2-40B4-BE49-F238E27FC236}">
                <a16:creationId xmlns:a16="http://schemas.microsoft.com/office/drawing/2014/main" id="{2C8F8164-9011-4525-88A7-7EAB61C3057E}"/>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646212" y="2567629"/>
            <a:ext cx="914400" cy="914400"/>
          </a:xfrm>
          <a:prstGeom prst="rect">
            <a:avLst/>
          </a:prstGeom>
        </p:spPr>
      </p:pic>
      <p:pic>
        <p:nvPicPr>
          <p:cNvPr id="34" name="Graphique 33" descr="Chapeau de magicien avec un remplissage uni">
            <a:extLst>
              <a:ext uri="{FF2B5EF4-FFF2-40B4-BE49-F238E27FC236}">
                <a16:creationId xmlns:a16="http://schemas.microsoft.com/office/drawing/2014/main" id="{687EF9E0-E76B-4F5E-8277-2380F0D4D332}"/>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9974874" y="260386"/>
            <a:ext cx="914400" cy="914400"/>
          </a:xfrm>
          <a:prstGeom prst="rect">
            <a:avLst/>
          </a:prstGeom>
        </p:spPr>
      </p:pic>
      <p:pic>
        <p:nvPicPr>
          <p:cNvPr id="36" name="Graphique 35" descr="Bâtiment avec un remplissage uni">
            <a:extLst>
              <a:ext uri="{FF2B5EF4-FFF2-40B4-BE49-F238E27FC236}">
                <a16:creationId xmlns:a16="http://schemas.microsoft.com/office/drawing/2014/main" id="{60BF2D78-08EF-403B-BBCF-58070A806495}"/>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352674" y="2644588"/>
            <a:ext cx="1613086" cy="1613086"/>
          </a:xfrm>
          <a:prstGeom prst="rect">
            <a:avLst/>
          </a:prstGeom>
        </p:spPr>
      </p:pic>
    </p:spTree>
    <p:extLst>
      <p:ext uri="{BB962C8B-B14F-4D97-AF65-F5344CB8AC3E}">
        <p14:creationId xmlns:p14="http://schemas.microsoft.com/office/powerpoint/2010/main" val="1791263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Version simplifiée</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7849722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429327-2381-442F-9225-CE5E22F688CC}"/>
              </a:ext>
            </a:extLst>
          </p:cNvPr>
          <p:cNvSpPr>
            <a:spLocks noGrp="1"/>
          </p:cNvSpPr>
          <p:nvPr>
            <p:ph type="title"/>
          </p:nvPr>
        </p:nvSpPr>
        <p:spPr/>
        <p:txBody>
          <a:bodyPr/>
          <a:lstStyle/>
          <a:p>
            <a:r>
              <a:rPr lang="fr-FR" dirty="0"/>
              <a:t>Version simplifiée</a:t>
            </a:r>
          </a:p>
        </p:txBody>
      </p:sp>
      <p:sp>
        <p:nvSpPr>
          <p:cNvPr id="3" name="Espace réservé du contenu 2">
            <a:extLst>
              <a:ext uri="{FF2B5EF4-FFF2-40B4-BE49-F238E27FC236}">
                <a16:creationId xmlns:a16="http://schemas.microsoft.com/office/drawing/2014/main" id="{9511BDC9-C027-471F-B269-6587FD84B4E7}"/>
              </a:ext>
            </a:extLst>
          </p:cNvPr>
          <p:cNvSpPr>
            <a:spLocks noGrp="1"/>
          </p:cNvSpPr>
          <p:nvPr>
            <p:ph idx="1"/>
          </p:nvPr>
        </p:nvSpPr>
        <p:spPr>
          <a:xfrm>
            <a:off x="838200" y="1825625"/>
            <a:ext cx="4749800" cy="4351338"/>
          </a:xfrm>
        </p:spPr>
        <p:txBody>
          <a:bodyPr/>
          <a:lstStyle/>
          <a:p>
            <a:r>
              <a:rPr lang="fr-FR" dirty="0"/>
              <a:t>Plus lisible à des niveaux de zoom faible</a:t>
            </a:r>
          </a:p>
          <a:p>
            <a:r>
              <a:rPr lang="fr-FR" dirty="0"/>
              <a:t>Moins de détails sur les combinaisons</a:t>
            </a:r>
          </a:p>
          <a:p>
            <a:r>
              <a:rPr lang="fr-FR" dirty="0"/>
              <a:t>Constitue le « recto » des cartes (les cartes V1 constituant le verso)</a:t>
            </a:r>
          </a:p>
        </p:txBody>
      </p:sp>
      <p:pic>
        <p:nvPicPr>
          <p:cNvPr id="5" name="Image 4">
            <a:extLst>
              <a:ext uri="{FF2B5EF4-FFF2-40B4-BE49-F238E27FC236}">
                <a16:creationId xmlns:a16="http://schemas.microsoft.com/office/drawing/2014/main" id="{1B5680B8-9C53-4345-89FC-C4D0C76574B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312564" y="602343"/>
            <a:ext cx="4041236" cy="5653314"/>
          </a:xfrm>
          <a:prstGeom prst="rect">
            <a:avLst/>
          </a:prstGeom>
        </p:spPr>
      </p:pic>
    </p:spTree>
    <p:extLst>
      <p:ext uri="{BB962C8B-B14F-4D97-AF65-F5344CB8AC3E}">
        <p14:creationId xmlns:p14="http://schemas.microsoft.com/office/powerpoint/2010/main" val="838225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Objectifs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3937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solidFill>
            <a:schemeClr val="bg1"/>
          </a:solidFill>
        </p:spPr>
        <p:txBody>
          <a:bodyPr>
            <a:normAutofit lnSpcReduction="10000"/>
          </a:bodyPr>
          <a:lstStyle/>
          <a:p>
            <a:r>
              <a:rPr lang="fr-FR" dirty="0"/>
              <a:t>L’extension « Objectifs » a pour but de pouvoir qualifier plus facilement les objectifs d’un atelier en donnant des cas courants d’objectifs, qu’il faudra bien sûr adapter au contexte</a:t>
            </a:r>
          </a:p>
          <a:p>
            <a:endParaRPr lang="fr-FR" dirty="0"/>
          </a:p>
          <a:p>
            <a:r>
              <a:rPr lang="fr-FR" dirty="0"/>
              <a:t>L’extension objectifs se décline en plusieurs aspects</a:t>
            </a:r>
          </a:p>
          <a:p>
            <a:pPr lvl="1"/>
            <a:r>
              <a:rPr lang="fr-FR" dirty="0"/>
              <a:t>Le </a:t>
            </a:r>
            <a:r>
              <a:rPr lang="fr-FR" b="1" dirty="0">
                <a:solidFill>
                  <a:srgbClr val="FDD6FF"/>
                </a:solidFill>
              </a:rPr>
              <a:t>Deck « Ressenti cible » </a:t>
            </a:r>
            <a:r>
              <a:rPr lang="fr-FR" dirty="0"/>
              <a:t>qui concerne ce qu’on souhaite déclencher comme sentiments chez les participants</a:t>
            </a:r>
          </a:p>
          <a:p>
            <a:pPr lvl="1"/>
            <a:r>
              <a:rPr lang="fr-FR" dirty="0"/>
              <a:t>Le</a:t>
            </a:r>
            <a:r>
              <a:rPr lang="fr-FR" dirty="0">
                <a:highlight>
                  <a:srgbClr val="000000"/>
                </a:highlight>
              </a:rPr>
              <a:t> </a:t>
            </a:r>
            <a:r>
              <a:rPr lang="fr-FR" b="1" dirty="0">
                <a:solidFill>
                  <a:schemeClr val="bg1"/>
                </a:solidFill>
                <a:highlight>
                  <a:srgbClr val="000000"/>
                </a:highlight>
              </a:rPr>
              <a:t>Deck « Résultat opérationnel » </a:t>
            </a:r>
            <a:r>
              <a:rPr lang="fr-FR" dirty="0"/>
              <a:t>qui concerne ce qu’on souhaite atteindre d’un point de vue opérationnel (livrables, règles, processus, …)</a:t>
            </a:r>
          </a:p>
          <a:p>
            <a:pPr lvl="1"/>
            <a:r>
              <a:rPr lang="fr-FR" dirty="0"/>
              <a:t>Le plateau complémentaire « Objectifs » qui qualifie l’avant, le pendant et l’après atelier</a:t>
            </a:r>
          </a:p>
        </p:txBody>
      </p:sp>
    </p:spTree>
    <p:extLst>
      <p:ext uri="{BB962C8B-B14F-4D97-AF65-F5344CB8AC3E}">
        <p14:creationId xmlns:p14="http://schemas.microsoft.com/office/powerpoint/2010/main" val="2257384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lèche : droite 13">
            <a:extLst>
              <a:ext uri="{FF2B5EF4-FFF2-40B4-BE49-F238E27FC236}">
                <a16:creationId xmlns:a16="http://schemas.microsoft.com/office/drawing/2014/main" id="{E8981A8E-982E-43EC-8FCE-5A5EACC94DB0}"/>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BD930A50-C56F-46F0-BD05-F8DF2B11BB1C}"/>
              </a:ext>
            </a:extLst>
          </p:cNvPr>
          <p:cNvSpPr>
            <a:spLocks noGrp="1"/>
          </p:cNvSpPr>
          <p:nvPr>
            <p:ph type="title"/>
          </p:nvPr>
        </p:nvSpPr>
        <p:spPr/>
        <p:txBody>
          <a:bodyPr/>
          <a:lstStyle/>
          <a:p>
            <a:r>
              <a:rPr lang="fr-FR" dirty="0"/>
              <a:t>Plateau « objectifs »</a:t>
            </a:r>
            <a:br>
              <a:rPr lang="fr-FR" dirty="0"/>
            </a:br>
            <a:endParaRPr lang="fr-FR" dirty="0"/>
          </a:p>
        </p:txBody>
      </p:sp>
      <p:sp>
        <p:nvSpPr>
          <p:cNvPr id="4" name="Rectangle 3">
            <a:extLst>
              <a:ext uri="{FF2B5EF4-FFF2-40B4-BE49-F238E27FC236}">
                <a16:creationId xmlns:a16="http://schemas.microsoft.com/office/drawing/2014/main" id="{00369722-EF6E-4DB3-B33E-BB21AD7923B2}"/>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p:txBody>
      </p:sp>
      <p:sp>
        <p:nvSpPr>
          <p:cNvPr id="5" name="Rectangle 4">
            <a:extLst>
              <a:ext uri="{FF2B5EF4-FFF2-40B4-BE49-F238E27FC236}">
                <a16:creationId xmlns:a16="http://schemas.microsoft.com/office/drawing/2014/main" id="{1945C12C-D6DC-406D-83B7-155488E68030}"/>
              </a:ext>
            </a:extLst>
          </p:cNvPr>
          <p:cNvSpPr/>
          <p:nvPr/>
        </p:nvSpPr>
        <p:spPr>
          <a:xfrm>
            <a:off x="167121" y="4264454"/>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p:txBody>
      </p:sp>
      <p:sp>
        <p:nvSpPr>
          <p:cNvPr id="6" name="Rectangle 5">
            <a:extLst>
              <a:ext uri="{FF2B5EF4-FFF2-40B4-BE49-F238E27FC236}">
                <a16:creationId xmlns:a16="http://schemas.microsoft.com/office/drawing/2014/main" id="{AFC29544-2660-4DDE-80C1-7859F49DBB2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a:p>
            <a:pPr algn="ctr"/>
            <a:endParaRPr lang="fr-FR" dirty="0"/>
          </a:p>
        </p:txBody>
      </p:sp>
      <p:sp>
        <p:nvSpPr>
          <p:cNvPr id="7" name="Rectangle 6">
            <a:extLst>
              <a:ext uri="{FF2B5EF4-FFF2-40B4-BE49-F238E27FC236}">
                <a16:creationId xmlns:a16="http://schemas.microsoft.com/office/drawing/2014/main" id="{AF75A5FC-A647-4645-BD80-D379FD02C72A}"/>
              </a:ext>
            </a:extLst>
          </p:cNvPr>
          <p:cNvSpPr/>
          <p:nvPr/>
        </p:nvSpPr>
        <p:spPr>
          <a:xfrm>
            <a:off x="4528456" y="4264454"/>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p:txBody>
      </p:sp>
      <p:sp>
        <p:nvSpPr>
          <p:cNvPr id="9" name="Rectangle 8">
            <a:extLst>
              <a:ext uri="{FF2B5EF4-FFF2-40B4-BE49-F238E27FC236}">
                <a16:creationId xmlns:a16="http://schemas.microsoft.com/office/drawing/2014/main" id="{5A89A3F9-2281-4347-89DF-E7F92653990E}"/>
              </a:ext>
            </a:extLst>
          </p:cNvPr>
          <p:cNvSpPr/>
          <p:nvPr/>
        </p:nvSpPr>
        <p:spPr>
          <a:xfrm>
            <a:off x="9124926" y="2428466"/>
            <a:ext cx="2899955" cy="3538934"/>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a:p>
            <a:pPr algn="ctr"/>
            <a:endParaRPr lang="fr-FR" dirty="0"/>
          </a:p>
        </p:txBody>
      </p:sp>
      <p:sp>
        <p:nvSpPr>
          <p:cNvPr id="10" name="ZoneTexte 9">
            <a:extLst>
              <a:ext uri="{FF2B5EF4-FFF2-40B4-BE49-F238E27FC236}">
                <a16:creationId xmlns:a16="http://schemas.microsoft.com/office/drawing/2014/main" id="{A4690FBC-0E61-4467-8A7A-DF0733DFC255}"/>
              </a:ext>
            </a:extLst>
          </p:cNvPr>
          <p:cNvSpPr txBox="1"/>
          <p:nvPr/>
        </p:nvSpPr>
        <p:spPr>
          <a:xfrm>
            <a:off x="636706" y="1954979"/>
            <a:ext cx="1716945" cy="369332"/>
          </a:xfrm>
          <a:prstGeom prst="rect">
            <a:avLst/>
          </a:prstGeom>
          <a:noFill/>
        </p:spPr>
        <p:txBody>
          <a:bodyPr wrap="none" rtlCol="0">
            <a:spAutoFit/>
          </a:bodyPr>
          <a:lstStyle/>
          <a:p>
            <a:r>
              <a:rPr lang="fr-FR" dirty="0"/>
              <a:t>AVANT L’ATELIER</a:t>
            </a:r>
          </a:p>
        </p:txBody>
      </p:sp>
      <p:sp>
        <p:nvSpPr>
          <p:cNvPr id="11" name="ZoneTexte 10">
            <a:extLst>
              <a:ext uri="{FF2B5EF4-FFF2-40B4-BE49-F238E27FC236}">
                <a16:creationId xmlns:a16="http://schemas.microsoft.com/office/drawing/2014/main" id="{601EFD6B-BEB7-436D-9801-44AC9847A8F2}"/>
              </a:ext>
            </a:extLst>
          </p:cNvPr>
          <p:cNvSpPr txBox="1"/>
          <p:nvPr/>
        </p:nvSpPr>
        <p:spPr>
          <a:xfrm>
            <a:off x="4860279" y="1936653"/>
            <a:ext cx="1992469" cy="369332"/>
          </a:xfrm>
          <a:prstGeom prst="rect">
            <a:avLst/>
          </a:prstGeom>
          <a:noFill/>
        </p:spPr>
        <p:txBody>
          <a:bodyPr wrap="none" rtlCol="0">
            <a:spAutoFit/>
          </a:bodyPr>
          <a:lstStyle/>
          <a:p>
            <a:r>
              <a:rPr lang="fr-FR" dirty="0"/>
              <a:t>PENDANT L’ATELIER</a:t>
            </a:r>
          </a:p>
        </p:txBody>
      </p:sp>
      <p:sp>
        <p:nvSpPr>
          <p:cNvPr id="12" name="ZoneTexte 11">
            <a:extLst>
              <a:ext uri="{FF2B5EF4-FFF2-40B4-BE49-F238E27FC236}">
                <a16:creationId xmlns:a16="http://schemas.microsoft.com/office/drawing/2014/main" id="{6DE81DF9-BC98-4A97-9DF2-6A3E1F2A50B0}"/>
              </a:ext>
            </a:extLst>
          </p:cNvPr>
          <p:cNvSpPr txBox="1"/>
          <p:nvPr/>
        </p:nvSpPr>
        <p:spPr>
          <a:xfrm>
            <a:off x="9587465" y="1921022"/>
            <a:ext cx="1672830" cy="369332"/>
          </a:xfrm>
          <a:prstGeom prst="rect">
            <a:avLst/>
          </a:prstGeom>
          <a:noFill/>
        </p:spPr>
        <p:txBody>
          <a:bodyPr wrap="none" rtlCol="0">
            <a:spAutoFit/>
          </a:bodyPr>
          <a:lstStyle/>
          <a:p>
            <a:r>
              <a:rPr lang="fr-FR" dirty="0"/>
              <a:t>APRÈS L’ATELIER</a:t>
            </a:r>
          </a:p>
        </p:txBody>
      </p:sp>
      <p:pic>
        <p:nvPicPr>
          <p:cNvPr id="13" name="Image 12">
            <a:extLst>
              <a:ext uri="{FF2B5EF4-FFF2-40B4-BE49-F238E27FC236}">
                <a16:creationId xmlns:a16="http://schemas.microsoft.com/office/drawing/2014/main" id="{040DE6B4-6890-4B09-82D5-B675EAB8989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353800" y="6094850"/>
            <a:ext cx="658014" cy="634790"/>
          </a:xfrm>
          <a:prstGeom prst="rect">
            <a:avLst/>
          </a:prstGeom>
        </p:spPr>
      </p:pic>
    </p:spTree>
    <p:extLst>
      <p:ext uri="{BB962C8B-B14F-4D97-AF65-F5344CB8AC3E}">
        <p14:creationId xmlns:p14="http://schemas.microsoft.com/office/powerpoint/2010/main" val="1041856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930A50-C56F-46F0-BD05-F8DF2B11BB1C}"/>
              </a:ext>
            </a:extLst>
          </p:cNvPr>
          <p:cNvSpPr>
            <a:spLocks noGrp="1"/>
          </p:cNvSpPr>
          <p:nvPr>
            <p:ph type="title"/>
          </p:nvPr>
        </p:nvSpPr>
        <p:spPr/>
        <p:txBody>
          <a:bodyPr>
            <a:normAutofit/>
          </a:bodyPr>
          <a:lstStyle/>
          <a:p>
            <a:r>
              <a:rPr lang="fr-FR" dirty="0"/>
              <a:t>Plateau « objectifs »</a:t>
            </a:r>
            <a:br>
              <a:rPr lang="fr-FR" dirty="0"/>
            </a:br>
            <a:r>
              <a:rPr lang="fr-FR" dirty="0"/>
              <a:t>Exemple d’usage</a:t>
            </a:r>
          </a:p>
        </p:txBody>
      </p:sp>
      <p:pic>
        <p:nvPicPr>
          <p:cNvPr id="13" name="Image 12">
            <a:extLst>
              <a:ext uri="{FF2B5EF4-FFF2-40B4-BE49-F238E27FC236}">
                <a16:creationId xmlns:a16="http://schemas.microsoft.com/office/drawing/2014/main" id="{040DE6B4-6890-4B09-82D5-B675EAB8989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651698" y="365125"/>
            <a:ext cx="1217194" cy="1174234"/>
          </a:xfrm>
          <a:prstGeom prst="rect">
            <a:avLst/>
          </a:prstGeom>
        </p:spPr>
      </p:pic>
      <p:grpSp>
        <p:nvGrpSpPr>
          <p:cNvPr id="3" name="Groupe 2">
            <a:extLst>
              <a:ext uri="{FF2B5EF4-FFF2-40B4-BE49-F238E27FC236}">
                <a16:creationId xmlns:a16="http://schemas.microsoft.com/office/drawing/2014/main" id="{D4BCF336-5027-10A9-3B01-BF5381567747}"/>
              </a:ext>
            </a:extLst>
          </p:cNvPr>
          <p:cNvGrpSpPr/>
          <p:nvPr/>
        </p:nvGrpSpPr>
        <p:grpSpPr>
          <a:xfrm>
            <a:off x="167121" y="1928654"/>
            <a:ext cx="11850714" cy="4612170"/>
            <a:chOff x="167121" y="1928654"/>
            <a:chExt cx="11850714" cy="4612170"/>
          </a:xfrm>
        </p:grpSpPr>
        <p:sp>
          <p:nvSpPr>
            <p:cNvPr id="14" name="Flèche : droite 13">
              <a:extLst>
                <a:ext uri="{FF2B5EF4-FFF2-40B4-BE49-F238E27FC236}">
                  <a16:creationId xmlns:a16="http://schemas.microsoft.com/office/drawing/2014/main" id="{E8981A8E-982E-43EC-8FCE-5A5EACC94DB0}"/>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0369722-EF6E-4DB3-B33E-BB21AD7923B2}"/>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p:txBody>
        </p:sp>
        <p:sp>
          <p:nvSpPr>
            <p:cNvPr id="5" name="Rectangle 4">
              <a:extLst>
                <a:ext uri="{FF2B5EF4-FFF2-40B4-BE49-F238E27FC236}">
                  <a16:creationId xmlns:a16="http://schemas.microsoft.com/office/drawing/2014/main" id="{1945C12C-D6DC-406D-83B7-155488E68030}"/>
                </a:ext>
              </a:extLst>
            </p:cNvPr>
            <p:cNvSpPr/>
            <p:nvPr/>
          </p:nvSpPr>
          <p:spPr>
            <a:xfrm>
              <a:off x="167121"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p:txBody>
        </p:sp>
        <p:sp>
          <p:nvSpPr>
            <p:cNvPr id="6" name="Rectangle 5">
              <a:extLst>
                <a:ext uri="{FF2B5EF4-FFF2-40B4-BE49-F238E27FC236}">
                  <a16:creationId xmlns:a16="http://schemas.microsoft.com/office/drawing/2014/main" id="{AFC29544-2660-4DDE-80C1-7859F49DBB2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a:p>
              <a:pPr algn="ctr"/>
              <a:endParaRPr lang="fr-FR" dirty="0"/>
            </a:p>
          </p:txBody>
        </p:sp>
        <p:sp>
          <p:nvSpPr>
            <p:cNvPr id="7" name="Rectangle 6">
              <a:extLst>
                <a:ext uri="{FF2B5EF4-FFF2-40B4-BE49-F238E27FC236}">
                  <a16:creationId xmlns:a16="http://schemas.microsoft.com/office/drawing/2014/main" id="{AF75A5FC-A647-4645-BD80-D379FD02C72A}"/>
                </a:ext>
              </a:extLst>
            </p:cNvPr>
            <p:cNvSpPr/>
            <p:nvPr/>
          </p:nvSpPr>
          <p:spPr>
            <a:xfrm>
              <a:off x="4528456"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p:txBody>
        </p:sp>
        <p:sp>
          <p:nvSpPr>
            <p:cNvPr id="9" name="Rectangle 8">
              <a:extLst>
                <a:ext uri="{FF2B5EF4-FFF2-40B4-BE49-F238E27FC236}">
                  <a16:creationId xmlns:a16="http://schemas.microsoft.com/office/drawing/2014/main" id="{5A89A3F9-2281-4347-89DF-E7F92653990E}"/>
                </a:ext>
              </a:extLst>
            </p:cNvPr>
            <p:cNvSpPr/>
            <p:nvPr/>
          </p:nvSpPr>
          <p:spPr>
            <a:xfrm>
              <a:off x="9117880" y="2428467"/>
              <a:ext cx="2899955" cy="3797210"/>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a:p>
              <a:pPr algn="ctr"/>
              <a:endParaRPr lang="fr-FR" dirty="0"/>
            </a:p>
          </p:txBody>
        </p:sp>
        <p:sp>
          <p:nvSpPr>
            <p:cNvPr id="10" name="ZoneTexte 9">
              <a:extLst>
                <a:ext uri="{FF2B5EF4-FFF2-40B4-BE49-F238E27FC236}">
                  <a16:creationId xmlns:a16="http://schemas.microsoft.com/office/drawing/2014/main" id="{A4690FBC-0E61-4467-8A7A-DF0733DFC255}"/>
                </a:ext>
              </a:extLst>
            </p:cNvPr>
            <p:cNvSpPr txBox="1"/>
            <p:nvPr/>
          </p:nvSpPr>
          <p:spPr>
            <a:xfrm>
              <a:off x="636706" y="1954979"/>
              <a:ext cx="1716945" cy="369332"/>
            </a:xfrm>
            <a:prstGeom prst="rect">
              <a:avLst/>
            </a:prstGeom>
            <a:noFill/>
          </p:spPr>
          <p:txBody>
            <a:bodyPr wrap="none" rtlCol="0">
              <a:spAutoFit/>
            </a:bodyPr>
            <a:lstStyle/>
            <a:p>
              <a:r>
                <a:rPr lang="fr-FR" dirty="0"/>
                <a:t>AVANT L’ATELIER</a:t>
              </a:r>
            </a:p>
          </p:txBody>
        </p:sp>
        <p:sp>
          <p:nvSpPr>
            <p:cNvPr id="11" name="ZoneTexte 10">
              <a:extLst>
                <a:ext uri="{FF2B5EF4-FFF2-40B4-BE49-F238E27FC236}">
                  <a16:creationId xmlns:a16="http://schemas.microsoft.com/office/drawing/2014/main" id="{601EFD6B-BEB7-436D-9801-44AC9847A8F2}"/>
                </a:ext>
              </a:extLst>
            </p:cNvPr>
            <p:cNvSpPr txBox="1"/>
            <p:nvPr/>
          </p:nvSpPr>
          <p:spPr>
            <a:xfrm>
              <a:off x="4860279" y="1936653"/>
              <a:ext cx="1992469" cy="369332"/>
            </a:xfrm>
            <a:prstGeom prst="rect">
              <a:avLst/>
            </a:prstGeom>
            <a:noFill/>
          </p:spPr>
          <p:txBody>
            <a:bodyPr wrap="none" rtlCol="0">
              <a:spAutoFit/>
            </a:bodyPr>
            <a:lstStyle/>
            <a:p>
              <a:r>
                <a:rPr lang="fr-FR" dirty="0"/>
                <a:t>PENDANT L’ATELIER</a:t>
              </a:r>
            </a:p>
          </p:txBody>
        </p:sp>
        <p:sp>
          <p:nvSpPr>
            <p:cNvPr id="12" name="ZoneTexte 11">
              <a:extLst>
                <a:ext uri="{FF2B5EF4-FFF2-40B4-BE49-F238E27FC236}">
                  <a16:creationId xmlns:a16="http://schemas.microsoft.com/office/drawing/2014/main" id="{6DE81DF9-BC98-4A97-9DF2-6A3E1F2A50B0}"/>
                </a:ext>
              </a:extLst>
            </p:cNvPr>
            <p:cNvSpPr txBox="1"/>
            <p:nvPr/>
          </p:nvSpPr>
          <p:spPr>
            <a:xfrm>
              <a:off x="9815283" y="1928654"/>
              <a:ext cx="1672830" cy="369332"/>
            </a:xfrm>
            <a:prstGeom prst="rect">
              <a:avLst/>
            </a:prstGeom>
            <a:noFill/>
          </p:spPr>
          <p:txBody>
            <a:bodyPr wrap="none" rtlCol="0">
              <a:spAutoFit/>
            </a:bodyPr>
            <a:lstStyle/>
            <a:p>
              <a:r>
                <a:rPr lang="fr-FR" dirty="0"/>
                <a:t>APRÈS L’ATELIER</a:t>
              </a:r>
            </a:p>
          </p:txBody>
        </p:sp>
        <p:pic>
          <p:nvPicPr>
            <p:cNvPr id="15" name="Image 14" descr="Une image contenant texte&#10;&#10;Description générée automatiquement">
              <a:extLst>
                <a:ext uri="{FF2B5EF4-FFF2-40B4-BE49-F238E27FC236}">
                  <a16:creationId xmlns:a16="http://schemas.microsoft.com/office/drawing/2014/main" id="{9C352F83-DC2F-4753-9B09-DA293A177D6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0635" y="2950525"/>
              <a:ext cx="804636" cy="1125612"/>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5028BC4E-7305-4E6F-A7E0-AD8306BEE9C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93977" y="2934748"/>
              <a:ext cx="804636" cy="1125611"/>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3C673396-EAC5-45D8-BBB8-5AD344EFC98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397586" y="5056013"/>
              <a:ext cx="1061408" cy="1484811"/>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C19221C1-A493-4106-8F6E-FEC05F912AB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7857" y="5056012"/>
              <a:ext cx="1061408" cy="1484812"/>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354C5AF3-2BAA-4616-8745-C42B73E402B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4756545" y="5056011"/>
              <a:ext cx="1061409" cy="1484813"/>
            </a:xfrm>
            <a:prstGeom prst="rect">
              <a:avLst/>
            </a:prstGeom>
          </p:spPr>
        </p:pic>
        <p:pic>
          <p:nvPicPr>
            <p:cNvPr id="25" name="Image 24">
              <a:extLst>
                <a:ext uri="{FF2B5EF4-FFF2-40B4-BE49-F238E27FC236}">
                  <a16:creationId xmlns:a16="http://schemas.microsoft.com/office/drawing/2014/main" id="{0D960D1A-302D-4082-A58E-2EEA5750696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74602" y="2852554"/>
              <a:ext cx="1043352" cy="1459553"/>
            </a:xfrm>
            <a:prstGeom prst="rect">
              <a:avLst/>
            </a:prstGeom>
          </p:spPr>
        </p:pic>
        <p:pic>
          <p:nvPicPr>
            <p:cNvPr id="27" name="Image 26" descr="Une image contenant texte&#10;&#10;Description générée automatiquement">
              <a:extLst>
                <a:ext uri="{FF2B5EF4-FFF2-40B4-BE49-F238E27FC236}">
                  <a16:creationId xmlns:a16="http://schemas.microsoft.com/office/drawing/2014/main" id="{D346F055-EDAD-4A99-852F-48EF36ACB00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941106" y="5056011"/>
              <a:ext cx="1061408" cy="1484811"/>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4005DBD6-F1E6-40E6-9FB3-AC53F9B50BDE}"/>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03366" y="2850373"/>
              <a:ext cx="1060231" cy="1483165"/>
            </a:xfrm>
            <a:prstGeom prst="rect">
              <a:avLst/>
            </a:prstGeom>
          </p:spPr>
        </p:pic>
        <p:pic>
          <p:nvPicPr>
            <p:cNvPr id="31" name="Image 30">
              <a:extLst>
                <a:ext uri="{FF2B5EF4-FFF2-40B4-BE49-F238E27FC236}">
                  <a16:creationId xmlns:a16="http://schemas.microsoft.com/office/drawing/2014/main" id="{8F282615-DDBD-45B7-94D0-E878ACE48ACA}"/>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992148" y="2934748"/>
              <a:ext cx="804636" cy="1125611"/>
            </a:xfrm>
            <a:prstGeom prst="rect">
              <a:avLst/>
            </a:prstGeom>
          </p:spPr>
        </p:pic>
        <p:pic>
          <p:nvPicPr>
            <p:cNvPr id="33" name="Image 32" descr="Une image contenant texte&#10;&#10;Description générée automatiquement">
              <a:extLst>
                <a:ext uri="{FF2B5EF4-FFF2-40B4-BE49-F238E27FC236}">
                  <a16:creationId xmlns:a16="http://schemas.microsoft.com/office/drawing/2014/main" id="{449A495E-D600-43FE-A9A1-A05260222826}"/>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71281" y="5056011"/>
              <a:ext cx="1061407" cy="1484811"/>
            </a:xfrm>
            <a:prstGeom prst="rect">
              <a:avLst/>
            </a:prstGeom>
          </p:spPr>
        </p:pic>
        <p:pic>
          <p:nvPicPr>
            <p:cNvPr id="35" name="Image 34" descr="Une image contenant texte&#10;&#10;Description générée automatiquement">
              <a:extLst>
                <a:ext uri="{FF2B5EF4-FFF2-40B4-BE49-F238E27FC236}">
                  <a16:creationId xmlns:a16="http://schemas.microsoft.com/office/drawing/2014/main" id="{180826D2-5F28-431B-9CAE-54A4C23AAF6B}"/>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9582694" y="2893694"/>
              <a:ext cx="1061409" cy="1484813"/>
            </a:xfrm>
            <a:prstGeom prst="rect">
              <a:avLst/>
            </a:prstGeom>
          </p:spPr>
        </p:pic>
      </p:grpSp>
    </p:spTree>
    <p:extLst>
      <p:ext uri="{BB962C8B-B14F-4D97-AF65-F5344CB8AC3E}">
        <p14:creationId xmlns:p14="http://schemas.microsoft.com/office/powerpoint/2010/main" val="3003747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p:txBody>
          <a:bodyPr/>
          <a:lstStyle/>
          <a:p>
            <a:r>
              <a:rPr lang="fr-FR" dirty="0"/>
              <a:t>Deck « Résultat cible»</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Sert à cadrer ce que vous souhaitez que les participants atteignent</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Utilisable dans le plateau classique et le plateau objectif</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Aide à mieux choisir les activités</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Les cartes peuvent couvrir des sujets proches ou qui se recoupent. La grande variété permet de mieux s’adapter aux formulations naturelles de chacun.</a:t>
            </a:r>
          </a:p>
        </p:txBody>
      </p:sp>
      <p:pic>
        <p:nvPicPr>
          <p:cNvPr id="8" name="Image 7" descr="Une image contenant texte&#10;&#10;Description générée automatiquement">
            <a:extLst>
              <a:ext uri="{FF2B5EF4-FFF2-40B4-BE49-F238E27FC236}">
                <a16:creationId xmlns:a16="http://schemas.microsoft.com/office/drawing/2014/main" id="{C3213751-570A-4B75-AD23-F42DE17CD9E6}"/>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445828" y="404883"/>
            <a:ext cx="4323541" cy="6048233"/>
          </a:xfrm>
          <a:prstGeom prst="rect">
            <a:avLst/>
          </a:prstGeom>
        </p:spPr>
      </p:pic>
    </p:spTree>
    <p:extLst>
      <p:ext uri="{BB962C8B-B14F-4D97-AF65-F5344CB8AC3E}">
        <p14:creationId xmlns:p14="http://schemas.microsoft.com/office/powerpoint/2010/main" val="11816846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p:txBody>
          <a:bodyPr/>
          <a:lstStyle/>
          <a:p>
            <a:r>
              <a:rPr lang="fr-FR" dirty="0"/>
              <a:t>Deck « Ressenti cible »</a:t>
            </a:r>
          </a:p>
        </p:txBody>
      </p:sp>
      <p:pic>
        <p:nvPicPr>
          <p:cNvPr id="5" name="Espace réservé du contenu 4" descr="Une image contenant texte&#10;&#10;Description générée automatiquement">
            <a:extLst>
              <a:ext uri="{FF2B5EF4-FFF2-40B4-BE49-F238E27FC236}">
                <a16:creationId xmlns:a16="http://schemas.microsoft.com/office/drawing/2014/main" id="{E191C9AB-4E81-406F-AC39-B995078737D3}"/>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7271657" y="391967"/>
            <a:ext cx="4342006" cy="6074065"/>
          </a:xfrm>
        </p:spPr>
      </p:pic>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6"/>
            <a:ext cx="5970394" cy="3350532"/>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Sert à cadrer ce que vous souhaitez que les participants ressentent</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Utilisable dans le plateau classique et le plateau objectif</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Aide à mieux choisir les activités</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Les cartes peuvent couvrir des sujets proches ou qui se recoupent. La grande variété permet de mieux s’adapter aux formulations naturelles de chacun.</a:t>
            </a:r>
          </a:p>
        </p:txBody>
      </p:sp>
    </p:spTree>
    <p:extLst>
      <p:ext uri="{BB962C8B-B14F-4D97-AF65-F5344CB8AC3E}">
        <p14:creationId xmlns:p14="http://schemas.microsoft.com/office/powerpoint/2010/main" val="734514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Ressenti cible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3211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67B390-FD96-3164-701D-B08B7FC0CF7D}"/>
              </a:ext>
            </a:extLst>
          </p:cNvPr>
          <p:cNvSpPr>
            <a:spLocks noGrp="1"/>
          </p:cNvSpPr>
          <p:nvPr>
            <p:ph type="title"/>
          </p:nvPr>
        </p:nvSpPr>
        <p:spPr/>
        <p:txBody>
          <a:bodyPr/>
          <a:lstStyle/>
          <a:p>
            <a:r>
              <a:rPr lang="fr-FR" dirty="0"/>
              <a:t>Qu'est-ce que le ressenti cible ?</a:t>
            </a:r>
          </a:p>
        </p:txBody>
      </p:sp>
      <p:sp>
        <p:nvSpPr>
          <p:cNvPr id="3" name="Espace réservé du contenu 2">
            <a:extLst>
              <a:ext uri="{FF2B5EF4-FFF2-40B4-BE49-F238E27FC236}">
                <a16:creationId xmlns:a16="http://schemas.microsoft.com/office/drawing/2014/main" id="{B9A69774-6A23-54F7-57A3-4355F2DEEE84}"/>
              </a:ext>
            </a:extLst>
          </p:cNvPr>
          <p:cNvSpPr>
            <a:spLocks noGrp="1"/>
          </p:cNvSpPr>
          <p:nvPr>
            <p:ph idx="1"/>
          </p:nvPr>
        </p:nvSpPr>
        <p:spPr/>
        <p:txBody>
          <a:bodyPr/>
          <a:lstStyle/>
          <a:p>
            <a:r>
              <a:rPr lang="fr-FR" dirty="0"/>
              <a:t>Le ressenti cible est le sentiment que vous souhaitez créer chez les participants durant cette phase. Ces cartes vous permettent de décrire votre atelier de manière non pas opérationnelle, mais </a:t>
            </a:r>
            <a:r>
              <a:rPr lang="fr-FR" dirty="0" err="1"/>
              <a:t>émotionnelle.Un</a:t>
            </a:r>
            <a:r>
              <a:rPr lang="fr-FR" dirty="0"/>
              <a:t> atelier qui a une succession réussie de ressentis forts a plus de chances de marquer (un atelier désastreux aussi, mais ce n'est pas le but).Attention à ne pas surcharger les étapes de ressentis cibles. Attention à ne pas utiliser les sentiments comme un effet de surface : Mieux vaut créer les raisons réelles de ces sentiments que de travailler uniquement leur déclenchement temporaire</a:t>
            </a:r>
          </a:p>
        </p:txBody>
      </p:sp>
    </p:spTree>
    <p:extLst>
      <p:ext uri="{BB962C8B-B14F-4D97-AF65-F5344CB8AC3E}">
        <p14:creationId xmlns:p14="http://schemas.microsoft.com/office/powerpoint/2010/main" val="542791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3ADA4D-266A-687A-12A3-FDC092BFB7A9}"/>
              </a:ext>
            </a:extLst>
          </p:cNvPr>
          <p:cNvSpPr>
            <a:spLocks noGrp="1"/>
          </p:cNvSpPr>
          <p:nvPr>
            <p:ph type="title"/>
          </p:nvPr>
        </p:nvSpPr>
        <p:spPr/>
        <p:txBody>
          <a:bodyPr/>
          <a:lstStyle/>
          <a:p>
            <a:r>
              <a:rPr lang="fr-FR" dirty="0"/>
              <a:t>Ressenti cible</a:t>
            </a:r>
          </a:p>
        </p:txBody>
      </p:sp>
      <p:sp>
        <p:nvSpPr>
          <p:cNvPr id="3" name="Espace réservé du contenu 2">
            <a:extLst>
              <a:ext uri="{FF2B5EF4-FFF2-40B4-BE49-F238E27FC236}">
                <a16:creationId xmlns:a16="http://schemas.microsoft.com/office/drawing/2014/main" id="{02C47701-0A43-B140-3C88-F19B0FB34FB3}"/>
              </a:ext>
            </a:extLst>
          </p:cNvPr>
          <p:cNvSpPr>
            <a:spLocks noGrp="1"/>
          </p:cNvSpPr>
          <p:nvPr>
            <p:ph idx="1"/>
          </p:nvPr>
        </p:nvSpPr>
        <p:spPr/>
        <p:txBody>
          <a:bodyPr numCol="2">
            <a:normAutofit fontScale="55000" lnSpcReduction="20000"/>
          </a:bodyPr>
          <a:lstStyle/>
          <a:p>
            <a:r>
              <a:rPr lang="fr-FR" dirty="0"/>
              <a:t>Sentiment de repères, de familiarité</a:t>
            </a:r>
          </a:p>
          <a:p>
            <a:r>
              <a:rPr lang="fr-FR" dirty="0"/>
              <a:t>Sentiment de nouveautés et de découvertes à venir</a:t>
            </a:r>
          </a:p>
          <a:p>
            <a:r>
              <a:rPr lang="fr-FR" dirty="0"/>
              <a:t>Sentiment de soutien mutuel, de cohésion, de solidarité</a:t>
            </a:r>
          </a:p>
          <a:p>
            <a:r>
              <a:rPr lang="fr-FR" dirty="0"/>
              <a:t>Sentiment d'alignement avec soi-même</a:t>
            </a:r>
          </a:p>
          <a:p>
            <a:r>
              <a:rPr lang="fr-FR" dirty="0"/>
              <a:t>Sentiment d'excitation et de stimulation</a:t>
            </a:r>
          </a:p>
          <a:p>
            <a:r>
              <a:rPr lang="fr-FR" dirty="0"/>
              <a:t>Sentiment de repos, de détente, de légèreté et liberté</a:t>
            </a:r>
          </a:p>
          <a:p>
            <a:r>
              <a:rPr lang="fr-FR" dirty="0"/>
              <a:t>Sentiment de détenir un grand potentiel</a:t>
            </a:r>
          </a:p>
          <a:p>
            <a:r>
              <a:rPr lang="fr-FR" dirty="0"/>
              <a:t>Sentiment d'avancement, de progression et de concrétisation</a:t>
            </a:r>
          </a:p>
          <a:p>
            <a:r>
              <a:rPr lang="fr-FR" dirty="0"/>
              <a:t>Sentiment de grandeur, de responsabilités, d'importance</a:t>
            </a:r>
          </a:p>
          <a:p>
            <a:r>
              <a:rPr lang="fr-FR" dirty="0"/>
              <a:t>Sentiment de contribution, d'engagement</a:t>
            </a:r>
          </a:p>
          <a:p>
            <a:r>
              <a:rPr lang="fr-FR" dirty="0"/>
              <a:t>Sentiment de sens et d'impact</a:t>
            </a:r>
          </a:p>
          <a:p>
            <a:r>
              <a:rPr lang="fr-FR" dirty="0"/>
              <a:t>Sentiment de liberté et stimulation créative</a:t>
            </a:r>
          </a:p>
          <a:p>
            <a:r>
              <a:rPr lang="fr-FR" dirty="0"/>
              <a:t>Sentiment de performance, de réussite, de réalisation</a:t>
            </a:r>
          </a:p>
          <a:p>
            <a:r>
              <a:rPr lang="fr-FR" dirty="0"/>
              <a:t>Sentiment de frustration et d'envie</a:t>
            </a:r>
          </a:p>
          <a:p>
            <a:r>
              <a:rPr lang="fr-FR" dirty="0"/>
              <a:t>Sentiment d'être entendu, de ne pas être seul ou négligé</a:t>
            </a:r>
          </a:p>
          <a:p>
            <a:r>
              <a:rPr lang="fr-FR" dirty="0"/>
              <a:t>Sentiment d'appartenance, d'identité commune</a:t>
            </a:r>
          </a:p>
          <a:p>
            <a:r>
              <a:rPr lang="fr-FR" dirty="0"/>
              <a:t>Sentiment de mise en valeur</a:t>
            </a:r>
          </a:p>
          <a:p>
            <a:r>
              <a:rPr lang="fr-FR" dirty="0"/>
              <a:t>Sentiment de complétude</a:t>
            </a:r>
          </a:p>
          <a:p>
            <a:r>
              <a:rPr lang="fr-FR" dirty="0"/>
              <a:t>Sentiment d'être sur des rails, d'avoir trouvé sa place, son rôle</a:t>
            </a:r>
          </a:p>
          <a:p>
            <a:r>
              <a:rPr lang="fr-FR" dirty="0"/>
              <a:t>Sentiment d'indignation, de révolte</a:t>
            </a:r>
          </a:p>
          <a:p>
            <a:r>
              <a:rPr lang="fr-FR" dirty="0"/>
              <a:t>Sentiment d'apaisement ou de paix</a:t>
            </a:r>
          </a:p>
          <a:p>
            <a:r>
              <a:rPr lang="fr-FR" dirty="0"/>
              <a:t>Sentiment de protection vis à vis des autres ou de l'extérieur, de cocon</a:t>
            </a:r>
          </a:p>
          <a:p>
            <a:r>
              <a:rPr lang="fr-FR" dirty="0"/>
              <a:t>Sentiment de maîtrise, de compréhension globale et/ou fine, de capacité d'action</a:t>
            </a:r>
          </a:p>
          <a:p>
            <a:r>
              <a:rPr lang="fr-FR" dirty="0"/>
              <a:t>Sentiment de justice, de moralité, d'intégrité</a:t>
            </a:r>
          </a:p>
          <a:p>
            <a:r>
              <a:rPr lang="fr-FR" dirty="0"/>
              <a:t>Sentiment de libération</a:t>
            </a:r>
          </a:p>
        </p:txBody>
      </p:sp>
    </p:spTree>
    <p:extLst>
      <p:ext uri="{BB962C8B-B14F-4D97-AF65-F5344CB8AC3E}">
        <p14:creationId xmlns:p14="http://schemas.microsoft.com/office/powerpoint/2010/main" val="30914407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Rose des vents avec un remplissage uni">
            <a:extLst>
              <a:ext uri="{FF2B5EF4-FFF2-40B4-BE49-F238E27FC236}">
                <a16:creationId xmlns:a16="http://schemas.microsoft.com/office/drawing/2014/main" id="{5C57AEAC-627D-4777-B3E6-E2FE660B082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99387" y="278430"/>
            <a:ext cx="1772696" cy="1772696"/>
          </a:xfrm>
          <a:prstGeom prst="rect">
            <a:avLst/>
          </a:prstGeom>
        </p:spPr>
      </p:pic>
      <p:pic>
        <p:nvPicPr>
          <p:cNvPr id="6" name="Graphique 5" descr="Cadeau avec un remplissage uni">
            <a:extLst>
              <a:ext uri="{FF2B5EF4-FFF2-40B4-BE49-F238E27FC236}">
                <a16:creationId xmlns:a16="http://schemas.microsoft.com/office/drawing/2014/main" id="{476BCE63-6F63-4326-89F7-A4B686DFA1F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92213" y="278430"/>
            <a:ext cx="1607574" cy="1607574"/>
          </a:xfrm>
          <a:prstGeom prst="rect">
            <a:avLst/>
          </a:prstGeom>
        </p:spPr>
      </p:pic>
      <p:pic>
        <p:nvPicPr>
          <p:cNvPr id="10" name="Graphique 9" descr="Réussite du groupe avec un remplissage uni">
            <a:extLst>
              <a:ext uri="{FF2B5EF4-FFF2-40B4-BE49-F238E27FC236}">
                <a16:creationId xmlns:a16="http://schemas.microsoft.com/office/drawing/2014/main" id="{39F7DC01-28A9-49A3-996B-703DB6A94FC7}"/>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59249" y="198096"/>
            <a:ext cx="1933364" cy="1933364"/>
          </a:xfrm>
          <a:prstGeom prst="rect">
            <a:avLst/>
          </a:prstGeom>
        </p:spPr>
      </p:pic>
      <p:pic>
        <p:nvPicPr>
          <p:cNvPr id="18" name="Graphique 17" descr="Méditation avec un remplissage uni">
            <a:extLst>
              <a:ext uri="{FF2B5EF4-FFF2-40B4-BE49-F238E27FC236}">
                <a16:creationId xmlns:a16="http://schemas.microsoft.com/office/drawing/2014/main" id="{107274A8-6F87-4173-960E-C531AAFB3621}"/>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99387" y="2639961"/>
            <a:ext cx="1578078" cy="1578078"/>
          </a:xfrm>
          <a:prstGeom prst="rect">
            <a:avLst/>
          </a:prstGeom>
        </p:spPr>
      </p:pic>
      <p:pic>
        <p:nvPicPr>
          <p:cNvPr id="27" name="Graphique 26" descr="Confiserie avec un remplissage uni">
            <a:extLst>
              <a:ext uri="{FF2B5EF4-FFF2-40B4-BE49-F238E27FC236}">
                <a16:creationId xmlns:a16="http://schemas.microsoft.com/office/drawing/2014/main" id="{6E5C4F74-121C-4CA5-8125-D9D5B4859297}"/>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274357" y="2592609"/>
            <a:ext cx="1625430" cy="1625430"/>
          </a:xfrm>
          <a:prstGeom prst="rect">
            <a:avLst/>
          </a:prstGeom>
        </p:spPr>
      </p:pic>
      <p:pic>
        <p:nvPicPr>
          <p:cNvPr id="31" name="Graphique 30" descr="Hamac avec un remplissage uni">
            <a:extLst>
              <a:ext uri="{FF2B5EF4-FFF2-40B4-BE49-F238E27FC236}">
                <a16:creationId xmlns:a16="http://schemas.microsoft.com/office/drawing/2014/main" id="{825EC7A6-B8AC-4BF2-85EC-60A4ECCE38E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271305" y="2592609"/>
            <a:ext cx="1509251" cy="1509251"/>
          </a:xfrm>
          <a:prstGeom prst="rect">
            <a:avLst/>
          </a:prstGeom>
        </p:spPr>
      </p:pic>
      <p:pic>
        <p:nvPicPr>
          <p:cNvPr id="35" name="Graphique 34" descr="Aspiration avec un remplissage uni">
            <a:extLst>
              <a:ext uri="{FF2B5EF4-FFF2-40B4-BE49-F238E27FC236}">
                <a16:creationId xmlns:a16="http://schemas.microsoft.com/office/drawing/2014/main" id="{0DF540E1-F7D3-447B-8BEA-31868F486092}"/>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12574" y="4814679"/>
            <a:ext cx="1764891" cy="1764891"/>
          </a:xfrm>
          <a:prstGeom prst="rect">
            <a:avLst/>
          </a:prstGeom>
        </p:spPr>
      </p:pic>
      <p:pic>
        <p:nvPicPr>
          <p:cNvPr id="39" name="Graphique 38" descr="Aspiration avec un remplissage uni">
            <a:extLst>
              <a:ext uri="{FF2B5EF4-FFF2-40B4-BE49-F238E27FC236}">
                <a16:creationId xmlns:a16="http://schemas.microsoft.com/office/drawing/2014/main" id="{B9F2FD04-DB02-483E-916E-69080FC394BC}"/>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015355" y="4852455"/>
            <a:ext cx="1727115" cy="1727115"/>
          </a:xfrm>
          <a:prstGeom prst="rect">
            <a:avLst/>
          </a:prstGeom>
        </p:spPr>
      </p:pic>
      <p:pic>
        <p:nvPicPr>
          <p:cNvPr id="41" name="Graphique 40" descr="Conférencier avec un remplissage uni">
            <a:extLst>
              <a:ext uri="{FF2B5EF4-FFF2-40B4-BE49-F238E27FC236}">
                <a16:creationId xmlns:a16="http://schemas.microsoft.com/office/drawing/2014/main" id="{B5F854E0-BE4B-4F55-BC48-C2B283B39570}"/>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49064" y="4814679"/>
            <a:ext cx="1843549" cy="1843549"/>
          </a:xfrm>
          <a:prstGeom prst="rect">
            <a:avLst/>
          </a:prstGeom>
        </p:spPr>
      </p:pic>
    </p:spTree>
    <p:extLst>
      <p:ext uri="{BB962C8B-B14F-4D97-AF65-F5344CB8AC3E}">
        <p14:creationId xmlns:p14="http://schemas.microsoft.com/office/powerpoint/2010/main" val="3975683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in ouverte avec une plante avec un remplissage uni">
            <a:extLst>
              <a:ext uri="{FF2B5EF4-FFF2-40B4-BE49-F238E27FC236}">
                <a16:creationId xmlns:a16="http://schemas.microsoft.com/office/drawing/2014/main" id="{FAE66EE1-ECE9-44D0-8AE5-4262227A5E6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7640" y="198759"/>
            <a:ext cx="1932038" cy="1932038"/>
          </a:xfrm>
          <a:prstGeom prst="rect">
            <a:avLst/>
          </a:prstGeom>
        </p:spPr>
      </p:pic>
      <p:pic>
        <p:nvPicPr>
          <p:cNvPr id="7" name="Graphique 6" descr="Colombe avec un remplissage uni">
            <a:extLst>
              <a:ext uri="{FF2B5EF4-FFF2-40B4-BE49-F238E27FC236}">
                <a16:creationId xmlns:a16="http://schemas.microsoft.com/office/drawing/2014/main" id="{E06AD8BC-125A-4B10-B47C-14648FEAA8A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66286" y="121783"/>
            <a:ext cx="1572028" cy="1572028"/>
          </a:xfrm>
          <a:prstGeom prst="rect">
            <a:avLst/>
          </a:prstGeom>
        </p:spPr>
      </p:pic>
      <p:pic>
        <p:nvPicPr>
          <p:cNvPr id="9" name="Graphique 8" descr="Globe terrestre : Europe et Afrique avec un remplissage uni">
            <a:extLst>
              <a:ext uri="{FF2B5EF4-FFF2-40B4-BE49-F238E27FC236}">
                <a16:creationId xmlns:a16="http://schemas.microsoft.com/office/drawing/2014/main" id="{0DE63146-8FCA-4D92-AE90-052B9D1156C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312310" y="370823"/>
            <a:ext cx="1587910" cy="1587910"/>
          </a:xfrm>
          <a:prstGeom prst="rect">
            <a:avLst/>
          </a:prstGeom>
        </p:spPr>
      </p:pic>
      <p:pic>
        <p:nvPicPr>
          <p:cNvPr id="12" name="Graphique 11" descr="Création de récits avec un remplissage uni">
            <a:extLst>
              <a:ext uri="{FF2B5EF4-FFF2-40B4-BE49-F238E27FC236}">
                <a16:creationId xmlns:a16="http://schemas.microsoft.com/office/drawing/2014/main" id="{AFFAEE81-5167-4981-99A2-855386C80DA6}"/>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81549" y="2526889"/>
            <a:ext cx="1804219" cy="1804219"/>
          </a:xfrm>
          <a:prstGeom prst="rect">
            <a:avLst/>
          </a:prstGeom>
        </p:spPr>
      </p:pic>
      <p:pic>
        <p:nvPicPr>
          <p:cNvPr id="16" name="Graphique 15" descr="Jauge avec un remplissage uni">
            <a:extLst>
              <a:ext uri="{FF2B5EF4-FFF2-40B4-BE49-F238E27FC236}">
                <a16:creationId xmlns:a16="http://schemas.microsoft.com/office/drawing/2014/main" id="{1C1B58A3-0EC3-4D68-97AE-1E8C8A6D4DF3}"/>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181600" y="2578793"/>
            <a:ext cx="1700414" cy="1700414"/>
          </a:xfrm>
          <a:prstGeom prst="rect">
            <a:avLst/>
          </a:prstGeom>
        </p:spPr>
      </p:pic>
      <p:pic>
        <p:nvPicPr>
          <p:cNvPr id="19" name="Graphique 18" descr="Escargot avec un remplissage uni">
            <a:extLst>
              <a:ext uri="{FF2B5EF4-FFF2-40B4-BE49-F238E27FC236}">
                <a16:creationId xmlns:a16="http://schemas.microsoft.com/office/drawing/2014/main" id="{31A5B9EC-37F6-4867-8312-A5CE6F90FBE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207194" y="2586568"/>
            <a:ext cx="1798141" cy="1798141"/>
          </a:xfrm>
          <a:prstGeom prst="rect">
            <a:avLst/>
          </a:prstGeom>
        </p:spPr>
      </p:pic>
      <p:pic>
        <p:nvPicPr>
          <p:cNvPr id="21" name="Graphique 20" descr="Mégaphone avec un remplissage uni">
            <a:extLst>
              <a:ext uri="{FF2B5EF4-FFF2-40B4-BE49-F238E27FC236}">
                <a16:creationId xmlns:a16="http://schemas.microsoft.com/office/drawing/2014/main" id="{8FDF11B3-8A3D-4050-80C5-51E83B774B69}"/>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1549" y="4802151"/>
            <a:ext cx="1804219" cy="1804219"/>
          </a:xfrm>
          <a:prstGeom prst="rect">
            <a:avLst/>
          </a:prstGeom>
        </p:spPr>
      </p:pic>
      <p:pic>
        <p:nvPicPr>
          <p:cNvPr id="23" name="Graphique 22" descr="Maison rénovée (avec étincelles) avec un remplissage uni">
            <a:extLst>
              <a:ext uri="{FF2B5EF4-FFF2-40B4-BE49-F238E27FC236}">
                <a16:creationId xmlns:a16="http://schemas.microsoft.com/office/drawing/2014/main" id="{51619010-F882-4CBD-BD48-017757BD717D}"/>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31044" y="4855512"/>
            <a:ext cx="1729911" cy="1729911"/>
          </a:xfrm>
          <a:prstGeom prst="rect">
            <a:avLst/>
          </a:prstGeom>
        </p:spPr>
      </p:pic>
      <p:pic>
        <p:nvPicPr>
          <p:cNvPr id="26" name="Graphique 25" descr="Médaille avec un remplissage uni">
            <a:extLst>
              <a:ext uri="{FF2B5EF4-FFF2-40B4-BE49-F238E27FC236}">
                <a16:creationId xmlns:a16="http://schemas.microsoft.com/office/drawing/2014/main" id="{006B18FB-B4E2-4998-A619-920292960D9F}"/>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207195" y="4794152"/>
            <a:ext cx="1693025" cy="1693025"/>
          </a:xfrm>
          <a:prstGeom prst="rect">
            <a:avLst/>
          </a:prstGeom>
        </p:spPr>
      </p:pic>
    </p:spTree>
    <p:extLst>
      <p:ext uri="{BB962C8B-B14F-4D97-AF65-F5344CB8AC3E}">
        <p14:creationId xmlns:p14="http://schemas.microsoft.com/office/powerpoint/2010/main" val="34218949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14A0939-3B53-4E9B-B94F-EB243319909E}"/>
              </a:ext>
            </a:extLst>
          </p:cNvPr>
          <p:cNvSpPr/>
          <p:nvPr/>
        </p:nvSpPr>
        <p:spPr>
          <a:xfrm>
            <a:off x="776749" y="816077"/>
            <a:ext cx="2831689" cy="373626"/>
          </a:xfrm>
          <a:prstGeom prst="rect">
            <a:avLst/>
          </a:prstGeom>
          <a:solidFill>
            <a:srgbClr val="FDD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1CCB9B37-2C37-4466-9E8A-0B18B1813085}"/>
              </a:ext>
            </a:extLst>
          </p:cNvPr>
          <p:cNvSpPr/>
          <p:nvPr/>
        </p:nvSpPr>
        <p:spPr>
          <a:xfrm>
            <a:off x="699385" y="771487"/>
            <a:ext cx="2977879" cy="477210"/>
          </a:xfrm>
          <a:prstGeom prst="rect">
            <a:avLst/>
          </a:prstGeom>
          <a:no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634C0FB-E043-4AD9-934C-1BD3B0244D5D}"/>
              </a:ext>
            </a:extLst>
          </p:cNvPr>
          <p:cNvSpPr txBox="1"/>
          <p:nvPr/>
        </p:nvSpPr>
        <p:spPr>
          <a:xfrm>
            <a:off x="2251587" y="1367935"/>
            <a:ext cx="1592826" cy="707886"/>
          </a:xfrm>
          <a:prstGeom prst="rect">
            <a:avLst/>
          </a:prstGeom>
          <a:noFill/>
        </p:spPr>
        <p:txBody>
          <a:bodyPr wrap="square" rtlCol="0">
            <a:spAutoFit/>
          </a:bodyPr>
          <a:lstStyle/>
          <a:p>
            <a:pPr algn="r"/>
            <a:r>
              <a:rPr lang="fr-FR" sz="4000" b="1" dirty="0">
                <a:solidFill>
                  <a:srgbClr val="FDD6FF"/>
                </a:solidFill>
              </a:rPr>
              <a:t>100%</a:t>
            </a:r>
          </a:p>
        </p:txBody>
      </p:sp>
      <p:pic>
        <p:nvPicPr>
          <p:cNvPr id="5" name="Graphique 4" descr="Train avec un remplissage uni">
            <a:extLst>
              <a:ext uri="{FF2B5EF4-FFF2-40B4-BE49-F238E27FC236}">
                <a16:creationId xmlns:a16="http://schemas.microsoft.com/office/drawing/2014/main" id="{4F02D437-08CD-4BD3-BD28-16BB4B94B6F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35677" y="317098"/>
            <a:ext cx="1720645" cy="1720645"/>
          </a:xfrm>
          <a:prstGeom prst="rect">
            <a:avLst/>
          </a:prstGeom>
        </p:spPr>
      </p:pic>
      <p:pic>
        <p:nvPicPr>
          <p:cNvPr id="7" name="Graphique 6" descr="Visage en colère avec remplissage uni avec un remplissage uni">
            <a:extLst>
              <a:ext uri="{FF2B5EF4-FFF2-40B4-BE49-F238E27FC236}">
                <a16:creationId xmlns:a16="http://schemas.microsoft.com/office/drawing/2014/main" id="{2BA6926B-6C0C-4E6A-8C93-804FF2457CD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33097" y="752161"/>
            <a:ext cx="1231548" cy="1231548"/>
          </a:xfrm>
          <a:prstGeom prst="rect">
            <a:avLst/>
          </a:prstGeom>
        </p:spPr>
      </p:pic>
      <p:pic>
        <p:nvPicPr>
          <p:cNvPr id="9" name="Graphique 8" descr="Poing serré avec un remplissage uni">
            <a:extLst>
              <a:ext uri="{FF2B5EF4-FFF2-40B4-BE49-F238E27FC236}">
                <a16:creationId xmlns:a16="http://schemas.microsoft.com/office/drawing/2014/main" id="{9428158E-D4D6-448D-A99B-C9100D8D93F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958319" y="294961"/>
            <a:ext cx="1231548" cy="1231548"/>
          </a:xfrm>
          <a:prstGeom prst="rect">
            <a:avLst/>
          </a:prstGeom>
        </p:spPr>
      </p:pic>
      <p:pic>
        <p:nvPicPr>
          <p:cNvPr id="11" name="Graphique 10" descr="Visage souriant à remplissage solide avec un remplissage uni">
            <a:extLst>
              <a:ext uri="{FF2B5EF4-FFF2-40B4-BE49-F238E27FC236}">
                <a16:creationId xmlns:a16="http://schemas.microsoft.com/office/drawing/2014/main" id="{DBC00D37-7E4A-40DD-AF28-C81ABA960BA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520408" y="2857476"/>
            <a:ext cx="1381432" cy="1381432"/>
          </a:xfrm>
          <a:prstGeom prst="rect">
            <a:avLst/>
          </a:prstGeom>
        </p:spPr>
      </p:pic>
      <p:pic>
        <p:nvPicPr>
          <p:cNvPr id="14" name="Graphique 13" descr="Geste de paix avec un remplissage uni">
            <a:extLst>
              <a:ext uri="{FF2B5EF4-FFF2-40B4-BE49-F238E27FC236}">
                <a16:creationId xmlns:a16="http://schemas.microsoft.com/office/drawing/2014/main" id="{9A82CCAE-15F0-47B3-8335-12D50FB7A57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99385" y="2489392"/>
            <a:ext cx="1381432" cy="1381432"/>
          </a:xfrm>
          <a:prstGeom prst="rect">
            <a:avLst/>
          </a:prstGeom>
        </p:spPr>
      </p:pic>
      <p:pic>
        <p:nvPicPr>
          <p:cNvPr id="16" name="Graphique 15" descr="Visage au large sourire avec remplissage solide avec un remplissage uni">
            <a:extLst>
              <a:ext uri="{FF2B5EF4-FFF2-40B4-BE49-F238E27FC236}">
                <a16:creationId xmlns:a16="http://schemas.microsoft.com/office/drawing/2014/main" id="{3500CF7B-1554-42F6-8053-FB0244F4168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454492" y="2617204"/>
            <a:ext cx="914400" cy="914400"/>
          </a:xfrm>
          <a:prstGeom prst="rect">
            <a:avLst/>
          </a:prstGeom>
        </p:spPr>
      </p:pic>
      <p:pic>
        <p:nvPicPr>
          <p:cNvPr id="18" name="Graphique 17" descr="Visage surpris à remplissage uni avec un remplissage uni">
            <a:extLst>
              <a:ext uri="{FF2B5EF4-FFF2-40B4-BE49-F238E27FC236}">
                <a16:creationId xmlns:a16="http://schemas.microsoft.com/office/drawing/2014/main" id="{025A6110-274F-43AA-B8FD-34325B6C4FDF}"/>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212447" y="2413706"/>
            <a:ext cx="914400" cy="914400"/>
          </a:xfrm>
          <a:prstGeom prst="rect">
            <a:avLst/>
          </a:prstGeom>
        </p:spPr>
      </p:pic>
      <p:pic>
        <p:nvPicPr>
          <p:cNvPr id="20" name="Graphique 19" descr="Visage plaidant avec remplissage uni avec un remplissage uni">
            <a:extLst>
              <a:ext uri="{FF2B5EF4-FFF2-40B4-BE49-F238E27FC236}">
                <a16:creationId xmlns:a16="http://schemas.microsoft.com/office/drawing/2014/main" id="{AF5B807A-B816-4059-A209-100772723359}"/>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449850" y="3355807"/>
            <a:ext cx="914400" cy="914400"/>
          </a:xfrm>
          <a:prstGeom prst="rect">
            <a:avLst/>
          </a:prstGeom>
        </p:spPr>
      </p:pic>
      <p:pic>
        <p:nvPicPr>
          <p:cNvPr id="22" name="Graphique 21" descr="Visage étourdi avec remplissage uni avec un remplissage uni">
            <a:extLst>
              <a:ext uri="{FF2B5EF4-FFF2-40B4-BE49-F238E27FC236}">
                <a16:creationId xmlns:a16="http://schemas.microsoft.com/office/drawing/2014/main" id="{E210EB13-A3FC-4A86-BDF7-584816BA2C04}"/>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209352" y="3560041"/>
            <a:ext cx="914400" cy="914400"/>
          </a:xfrm>
          <a:prstGeom prst="rect">
            <a:avLst/>
          </a:prstGeom>
        </p:spPr>
      </p:pic>
      <p:pic>
        <p:nvPicPr>
          <p:cNvPr id="25" name="Graphique 24" descr="Visage tirant la langue à remplissage solide avec un remplissage uni">
            <a:extLst>
              <a:ext uri="{FF2B5EF4-FFF2-40B4-BE49-F238E27FC236}">
                <a16:creationId xmlns:a16="http://schemas.microsoft.com/office/drawing/2014/main" id="{EC3A9EB4-8C67-41EE-BD68-BD0F18BA04B8}"/>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5968854" y="3553957"/>
            <a:ext cx="914400" cy="914400"/>
          </a:xfrm>
          <a:prstGeom prst="rect">
            <a:avLst/>
          </a:prstGeom>
        </p:spPr>
      </p:pic>
      <p:pic>
        <p:nvPicPr>
          <p:cNvPr id="27" name="Graphique 26" descr="Visage inquiet à remplissage uni avec un remplissage uni">
            <a:extLst>
              <a:ext uri="{FF2B5EF4-FFF2-40B4-BE49-F238E27FC236}">
                <a16:creationId xmlns:a16="http://schemas.microsoft.com/office/drawing/2014/main" id="{2EAB998F-5264-42BF-A57D-8804C73379A7}"/>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6719883" y="3374250"/>
            <a:ext cx="914400" cy="914400"/>
          </a:xfrm>
          <a:prstGeom prst="rect">
            <a:avLst/>
          </a:prstGeom>
        </p:spPr>
      </p:pic>
      <p:pic>
        <p:nvPicPr>
          <p:cNvPr id="29" name="Graphique 28" descr="Visage en colère avec remplissage uni avec un remplissage uni">
            <a:extLst>
              <a:ext uri="{FF2B5EF4-FFF2-40B4-BE49-F238E27FC236}">
                <a16:creationId xmlns:a16="http://schemas.microsoft.com/office/drawing/2014/main" id="{3897A159-1F52-46D2-A667-469512FC001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728356" y="2633792"/>
            <a:ext cx="914400" cy="914400"/>
          </a:xfrm>
          <a:prstGeom prst="rect">
            <a:avLst/>
          </a:prstGeom>
        </p:spPr>
      </p:pic>
      <p:pic>
        <p:nvPicPr>
          <p:cNvPr id="31" name="Graphique 30" descr="Visage baveux avec remplissage uni avec un remplissage uni">
            <a:extLst>
              <a:ext uri="{FF2B5EF4-FFF2-40B4-BE49-F238E27FC236}">
                <a16:creationId xmlns:a16="http://schemas.microsoft.com/office/drawing/2014/main" id="{9214A276-A6C5-49DF-B635-294FD5FD7575}"/>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970402" y="2419790"/>
            <a:ext cx="914400" cy="914400"/>
          </a:xfrm>
          <a:prstGeom prst="rect">
            <a:avLst/>
          </a:prstGeom>
        </p:spPr>
      </p:pic>
      <p:pic>
        <p:nvPicPr>
          <p:cNvPr id="33" name="Graphique 32" descr="Bouclier avec un remplissage uni">
            <a:extLst>
              <a:ext uri="{FF2B5EF4-FFF2-40B4-BE49-F238E27FC236}">
                <a16:creationId xmlns:a16="http://schemas.microsoft.com/office/drawing/2014/main" id="{17280BF6-69C7-4EA7-966A-FB172B0A4110}"/>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9219617" y="2543564"/>
            <a:ext cx="1695344" cy="1695344"/>
          </a:xfrm>
          <a:prstGeom prst="rect">
            <a:avLst/>
          </a:prstGeom>
        </p:spPr>
      </p:pic>
      <p:pic>
        <p:nvPicPr>
          <p:cNvPr id="35" name="Graphique 34" descr="Menottes avec un remplissage uni">
            <a:extLst>
              <a:ext uri="{FF2B5EF4-FFF2-40B4-BE49-F238E27FC236}">
                <a16:creationId xmlns:a16="http://schemas.microsoft.com/office/drawing/2014/main" id="{57A9FE79-986A-492E-A47C-D84D45A674E1}"/>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779063" y="4654089"/>
            <a:ext cx="914400" cy="914400"/>
          </a:xfrm>
          <a:prstGeom prst="rect">
            <a:avLst/>
          </a:prstGeom>
        </p:spPr>
      </p:pic>
      <p:pic>
        <p:nvPicPr>
          <p:cNvPr id="37" name="Graphique 36" descr="Évasion de prison avec un remplissage uni">
            <a:extLst>
              <a:ext uri="{FF2B5EF4-FFF2-40B4-BE49-F238E27FC236}">
                <a16:creationId xmlns:a16="http://schemas.microsoft.com/office/drawing/2014/main" id="{0CCC0CE6-041E-4BA6-B503-F4E550DF8C0B}"/>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918614" y="4943465"/>
            <a:ext cx="1689824" cy="1689824"/>
          </a:xfrm>
          <a:prstGeom prst="rect">
            <a:avLst/>
          </a:prstGeom>
        </p:spPr>
      </p:pic>
      <p:sp>
        <p:nvSpPr>
          <p:cNvPr id="38" name="Rectangle 37">
            <a:extLst>
              <a:ext uri="{FF2B5EF4-FFF2-40B4-BE49-F238E27FC236}">
                <a16:creationId xmlns:a16="http://schemas.microsoft.com/office/drawing/2014/main" id="{DE9C0216-E2A7-40F4-824C-A95FBA45F6DE}"/>
              </a:ext>
            </a:extLst>
          </p:cNvPr>
          <p:cNvSpPr/>
          <p:nvPr/>
        </p:nvSpPr>
        <p:spPr>
          <a:xfrm>
            <a:off x="873239" y="5281637"/>
            <a:ext cx="396928" cy="327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F327AD39-1D18-4074-9324-E4A571E8024F}"/>
              </a:ext>
            </a:extLst>
          </p:cNvPr>
          <p:cNvSpPr/>
          <p:nvPr/>
        </p:nvSpPr>
        <p:spPr>
          <a:xfrm>
            <a:off x="1411733" y="5281637"/>
            <a:ext cx="226142" cy="1868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0" name="Graphique 39" descr="Balance de la justice avec un remplissage uni">
            <a:extLst>
              <a:ext uri="{FF2B5EF4-FFF2-40B4-BE49-F238E27FC236}">
                <a16:creationId xmlns:a16="http://schemas.microsoft.com/office/drawing/2014/main" id="{388BFE6F-F5A7-473E-AE09-79CCC7BBE7F7}"/>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282420" y="4867000"/>
            <a:ext cx="1673902" cy="1673902"/>
          </a:xfrm>
          <a:prstGeom prst="rect">
            <a:avLst/>
          </a:prstGeom>
        </p:spPr>
      </p:pic>
      <p:pic>
        <p:nvPicPr>
          <p:cNvPr id="42" name="Graphique 41" descr="Pièces d’échiquier avec un remplissage uni">
            <a:extLst>
              <a:ext uri="{FF2B5EF4-FFF2-40B4-BE49-F238E27FC236}">
                <a16:creationId xmlns:a16="http://schemas.microsoft.com/office/drawing/2014/main" id="{AE6E8392-35BA-468B-B150-033BB6E82882}"/>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9219617" y="4850095"/>
            <a:ext cx="1749010" cy="1749010"/>
          </a:xfrm>
          <a:prstGeom prst="rect">
            <a:avLst/>
          </a:prstGeom>
        </p:spPr>
      </p:pic>
    </p:spTree>
    <p:extLst>
      <p:ext uri="{BB962C8B-B14F-4D97-AF65-F5344CB8AC3E}">
        <p14:creationId xmlns:p14="http://schemas.microsoft.com/office/powerpoint/2010/main" val="10828002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Résultat cible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49028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83E818-DC90-D40D-79DD-EAA90888832B}"/>
              </a:ext>
            </a:extLst>
          </p:cNvPr>
          <p:cNvSpPr>
            <a:spLocks noGrp="1"/>
          </p:cNvSpPr>
          <p:nvPr>
            <p:ph type="title"/>
          </p:nvPr>
        </p:nvSpPr>
        <p:spPr/>
        <p:txBody>
          <a:bodyPr/>
          <a:lstStyle/>
          <a:p>
            <a:r>
              <a:rPr lang="fr-FR" dirty="0"/>
              <a:t>Qu'est-ce que le Résultat Cible ?</a:t>
            </a:r>
          </a:p>
        </p:txBody>
      </p:sp>
      <p:sp>
        <p:nvSpPr>
          <p:cNvPr id="3" name="Espace réservé du contenu 2">
            <a:extLst>
              <a:ext uri="{FF2B5EF4-FFF2-40B4-BE49-F238E27FC236}">
                <a16:creationId xmlns:a16="http://schemas.microsoft.com/office/drawing/2014/main" id="{1C05CC7C-E127-8208-9AAF-05BE40245442}"/>
              </a:ext>
            </a:extLst>
          </p:cNvPr>
          <p:cNvSpPr>
            <a:spLocks noGrp="1"/>
          </p:cNvSpPr>
          <p:nvPr>
            <p:ph idx="1"/>
          </p:nvPr>
        </p:nvSpPr>
        <p:spPr/>
        <p:txBody>
          <a:bodyPr/>
          <a:lstStyle/>
          <a:p>
            <a:r>
              <a:rPr lang="fr-FR" dirty="0"/>
              <a:t>Le résultat cible est un effet mesurable que vous souhaitez avoir atteint avec votre atelier. Ce n'est pas l'intérieur d'un atelier, mais plutôt ce qui est observable depuis l'</a:t>
            </a:r>
            <a:r>
              <a:rPr lang="fr-FR" dirty="0" err="1"/>
              <a:t>extérieur.C'est</a:t>
            </a:r>
            <a:r>
              <a:rPr lang="fr-FR" dirty="0"/>
              <a:t> ce qu'on peut mettre typiquement dans l'objectif d'atelier, dans le but à atteindre en termes </a:t>
            </a:r>
            <a:r>
              <a:rPr lang="fr-FR" dirty="0" err="1"/>
              <a:t>formels.Un</a:t>
            </a:r>
            <a:r>
              <a:rPr lang="fr-FR" dirty="0"/>
              <a:t> résultat cible peut avoir parfois une valeur </a:t>
            </a:r>
            <a:r>
              <a:rPr lang="fr-FR" dirty="0" err="1"/>
              <a:t>officielle.A</a:t>
            </a:r>
            <a:r>
              <a:rPr lang="fr-FR" dirty="0"/>
              <a:t> ne pas confondre avec l'ordre du jour, qui décrit plutôt le déroulement.</a:t>
            </a:r>
          </a:p>
        </p:txBody>
      </p:sp>
    </p:spTree>
    <p:extLst>
      <p:ext uri="{BB962C8B-B14F-4D97-AF65-F5344CB8AC3E}">
        <p14:creationId xmlns:p14="http://schemas.microsoft.com/office/powerpoint/2010/main" val="27261720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58C050-D1B5-5157-5DC5-EBA8879EFD9A}"/>
              </a:ext>
            </a:extLst>
          </p:cNvPr>
          <p:cNvSpPr>
            <a:spLocks noGrp="1"/>
          </p:cNvSpPr>
          <p:nvPr>
            <p:ph type="title"/>
          </p:nvPr>
        </p:nvSpPr>
        <p:spPr/>
        <p:txBody>
          <a:bodyPr/>
          <a:lstStyle/>
          <a:p>
            <a:r>
              <a:rPr lang="fr-FR" dirty="0"/>
              <a:t>Résultat Cible</a:t>
            </a:r>
          </a:p>
        </p:txBody>
      </p:sp>
      <p:sp>
        <p:nvSpPr>
          <p:cNvPr id="3" name="Espace réservé du contenu 2">
            <a:extLst>
              <a:ext uri="{FF2B5EF4-FFF2-40B4-BE49-F238E27FC236}">
                <a16:creationId xmlns:a16="http://schemas.microsoft.com/office/drawing/2014/main" id="{EC462EB4-0C78-50A8-A806-996C97EE0A9F}"/>
              </a:ext>
            </a:extLst>
          </p:cNvPr>
          <p:cNvSpPr>
            <a:spLocks noGrp="1"/>
          </p:cNvSpPr>
          <p:nvPr>
            <p:ph idx="1"/>
          </p:nvPr>
        </p:nvSpPr>
        <p:spPr/>
        <p:txBody>
          <a:bodyPr numCol="2">
            <a:normAutofit fontScale="70000" lnSpcReduction="20000"/>
          </a:bodyPr>
          <a:lstStyle/>
          <a:p>
            <a:r>
              <a:rPr lang="fr-FR" dirty="0"/>
              <a:t>Nous avons pu échanger autour de divers sujets ...</a:t>
            </a:r>
          </a:p>
          <a:p>
            <a:r>
              <a:rPr lang="fr-FR" dirty="0"/>
              <a:t>Nous avons appris au sujet de ...</a:t>
            </a:r>
          </a:p>
          <a:p>
            <a:r>
              <a:rPr lang="fr-FR" dirty="0"/>
              <a:t>Nous avons abordé pour la première fois le sujet de ...</a:t>
            </a:r>
          </a:p>
          <a:p>
            <a:r>
              <a:rPr lang="fr-FR" dirty="0"/>
              <a:t>Nous avons creusé et clarifié le sujet de ...</a:t>
            </a:r>
          </a:p>
          <a:p>
            <a:r>
              <a:rPr lang="fr-FR" dirty="0"/>
              <a:t>Nous avons créé à propos de ...</a:t>
            </a:r>
          </a:p>
          <a:p>
            <a:r>
              <a:rPr lang="fr-FR" dirty="0"/>
              <a:t>Nous avons exploré et clarifié les options à propos de ...</a:t>
            </a:r>
          </a:p>
          <a:p>
            <a:r>
              <a:rPr lang="fr-FR" dirty="0"/>
              <a:t>Nous avons éliminé des options à propos de ...</a:t>
            </a:r>
          </a:p>
          <a:p>
            <a:r>
              <a:rPr lang="fr-FR" dirty="0"/>
              <a:t>Nous nous sommes mis d'accord sur ...</a:t>
            </a:r>
          </a:p>
          <a:p>
            <a:r>
              <a:rPr lang="fr-FR" dirty="0"/>
              <a:t>Nous nous sommes officiellement mis d'accord sur ...</a:t>
            </a:r>
          </a:p>
          <a:p>
            <a:r>
              <a:rPr lang="fr-FR" dirty="0"/>
              <a:t>Nous avons exprimé notre désaccord sur ...</a:t>
            </a:r>
          </a:p>
          <a:p>
            <a:r>
              <a:rPr lang="fr-FR" dirty="0"/>
              <a:t>Nous avons vérifié notre accord ou désaccord sur ...</a:t>
            </a:r>
          </a:p>
          <a:p>
            <a:r>
              <a:rPr lang="fr-FR" dirty="0"/>
              <a:t>Nous avons pris une ou plusieurs décisions à propos de ...</a:t>
            </a:r>
          </a:p>
          <a:p>
            <a:r>
              <a:rPr lang="fr-FR" dirty="0"/>
              <a:t>Nous avons établi des règles à propos de ...</a:t>
            </a:r>
          </a:p>
          <a:p>
            <a:r>
              <a:rPr lang="fr-FR" dirty="0"/>
              <a:t>Nous avons revu des règles à propos de ...</a:t>
            </a:r>
          </a:p>
          <a:p>
            <a:r>
              <a:rPr lang="fr-FR" dirty="0"/>
              <a:t>Nous avons avancé le livrable ...</a:t>
            </a:r>
          </a:p>
          <a:p>
            <a:r>
              <a:rPr lang="fr-FR" dirty="0"/>
              <a:t>Nous avons terminé le livrable...</a:t>
            </a:r>
          </a:p>
          <a:p>
            <a:r>
              <a:rPr lang="fr-FR" dirty="0"/>
              <a:t>Nous nous sommes officiellement exprimés à propos de ...</a:t>
            </a:r>
          </a:p>
          <a:p>
            <a:r>
              <a:rPr lang="fr-FR" dirty="0"/>
              <a:t>Nous nous sommes exprimés à propos de ...</a:t>
            </a:r>
          </a:p>
          <a:p>
            <a:r>
              <a:rPr lang="fr-FR" dirty="0"/>
              <a:t>On a collecté officiellement des informations sur ...</a:t>
            </a:r>
          </a:p>
          <a:p>
            <a:r>
              <a:rPr lang="fr-FR" dirty="0"/>
              <a:t>On a collecté des informations sur ...</a:t>
            </a:r>
          </a:p>
        </p:txBody>
      </p:sp>
    </p:spTree>
    <p:extLst>
      <p:ext uri="{BB962C8B-B14F-4D97-AF65-F5344CB8AC3E}">
        <p14:creationId xmlns:p14="http://schemas.microsoft.com/office/powerpoint/2010/main" val="9921115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Retouches et couture avec un remplissage uni">
            <a:extLst>
              <a:ext uri="{FF2B5EF4-FFF2-40B4-BE49-F238E27FC236}">
                <a16:creationId xmlns:a16="http://schemas.microsoft.com/office/drawing/2014/main" id="{BD0076A7-8890-413B-8915-694AE0B178F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17721" y="1197856"/>
            <a:ext cx="679660" cy="679660"/>
          </a:xfrm>
          <a:prstGeom prst="rect">
            <a:avLst/>
          </a:prstGeom>
        </p:spPr>
      </p:pic>
      <p:pic>
        <p:nvPicPr>
          <p:cNvPr id="15" name="Graphique 14" descr="Retouches et couture avec un remplissage uni">
            <a:extLst>
              <a:ext uri="{FF2B5EF4-FFF2-40B4-BE49-F238E27FC236}">
                <a16:creationId xmlns:a16="http://schemas.microsoft.com/office/drawing/2014/main" id="{7DAE8704-08FD-448B-B8D6-9E1DE1D913E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39345" y="197600"/>
            <a:ext cx="758036" cy="758036"/>
          </a:xfrm>
          <a:prstGeom prst="rect">
            <a:avLst/>
          </a:prstGeom>
        </p:spPr>
      </p:pic>
      <p:pic>
        <p:nvPicPr>
          <p:cNvPr id="19" name="Graphique 18" descr="Pomme avec un remplissage uni">
            <a:extLst>
              <a:ext uri="{FF2B5EF4-FFF2-40B4-BE49-F238E27FC236}">
                <a16:creationId xmlns:a16="http://schemas.microsoft.com/office/drawing/2014/main" id="{83405BC6-944E-454F-AF37-32B3A34BE8C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904500" y="293394"/>
            <a:ext cx="566449" cy="566449"/>
          </a:xfrm>
          <a:prstGeom prst="rect">
            <a:avLst/>
          </a:prstGeom>
        </p:spPr>
      </p:pic>
      <p:pic>
        <p:nvPicPr>
          <p:cNvPr id="23" name="Graphique 22" descr="Temple asiatique avec un remplissage uni">
            <a:extLst>
              <a:ext uri="{FF2B5EF4-FFF2-40B4-BE49-F238E27FC236}">
                <a16:creationId xmlns:a16="http://schemas.microsoft.com/office/drawing/2014/main" id="{C11C1B3F-C1BA-4678-9BC1-0B9AE9454CB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904500" y="1151366"/>
            <a:ext cx="679660" cy="679660"/>
          </a:xfrm>
          <a:prstGeom prst="rect">
            <a:avLst/>
          </a:prstGeom>
        </p:spPr>
      </p:pic>
      <p:sp>
        <p:nvSpPr>
          <p:cNvPr id="26" name="Bulle narrative : rectangle à coins arrondis 25">
            <a:extLst>
              <a:ext uri="{FF2B5EF4-FFF2-40B4-BE49-F238E27FC236}">
                <a16:creationId xmlns:a16="http://schemas.microsoft.com/office/drawing/2014/main" id="{122E6877-E3EE-4512-B3B6-8D5198800C23}"/>
              </a:ext>
            </a:extLst>
          </p:cNvPr>
          <p:cNvSpPr/>
          <p:nvPr/>
        </p:nvSpPr>
        <p:spPr>
          <a:xfrm>
            <a:off x="338867" y="237114"/>
            <a:ext cx="1158993" cy="679010"/>
          </a:xfrm>
          <a:prstGeom prst="wedgeRoundRectCallout">
            <a:avLst>
              <a:gd name="adj1" fmla="val -54422"/>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Bulle narrative : rectangle à coins arrondis 44">
            <a:extLst>
              <a:ext uri="{FF2B5EF4-FFF2-40B4-BE49-F238E27FC236}">
                <a16:creationId xmlns:a16="http://schemas.microsoft.com/office/drawing/2014/main" id="{3C3AEE87-E94F-4D9A-90EB-E0A4749236D2}"/>
              </a:ext>
            </a:extLst>
          </p:cNvPr>
          <p:cNvSpPr/>
          <p:nvPr/>
        </p:nvSpPr>
        <p:spPr>
          <a:xfrm>
            <a:off x="338867" y="1158344"/>
            <a:ext cx="1158993" cy="679010"/>
          </a:xfrm>
          <a:prstGeom prst="wedgeRoundRectCallout">
            <a:avLst>
              <a:gd name="adj1" fmla="val -54422"/>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Bulle narrative : rectangle à coins arrondis 47">
            <a:extLst>
              <a:ext uri="{FF2B5EF4-FFF2-40B4-BE49-F238E27FC236}">
                <a16:creationId xmlns:a16="http://schemas.microsoft.com/office/drawing/2014/main" id="{4DD9FDD2-F281-4121-84A2-CDDDFBA9B7E7}"/>
              </a:ext>
            </a:extLst>
          </p:cNvPr>
          <p:cNvSpPr/>
          <p:nvPr/>
        </p:nvSpPr>
        <p:spPr>
          <a:xfrm>
            <a:off x="2672764" y="230136"/>
            <a:ext cx="1158993" cy="679010"/>
          </a:xfrm>
          <a:prstGeom prst="wedgeRoundRectCallout">
            <a:avLst>
              <a:gd name="adj1" fmla="val 58287"/>
              <a:gd name="adj2" fmla="val 71884"/>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Bulle narrative : rectangle à coins arrondis 48">
            <a:extLst>
              <a:ext uri="{FF2B5EF4-FFF2-40B4-BE49-F238E27FC236}">
                <a16:creationId xmlns:a16="http://schemas.microsoft.com/office/drawing/2014/main" id="{6CF98ADE-D9AF-43F1-BA1C-4D5264AB3AFC}"/>
              </a:ext>
            </a:extLst>
          </p:cNvPr>
          <p:cNvSpPr/>
          <p:nvPr/>
        </p:nvSpPr>
        <p:spPr>
          <a:xfrm>
            <a:off x="2672764" y="1151366"/>
            <a:ext cx="1158993" cy="679010"/>
          </a:xfrm>
          <a:prstGeom prst="wedgeRoundRectCallout">
            <a:avLst>
              <a:gd name="adj1" fmla="val 52276"/>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Toque d'étudiant avec un remplissage uni">
            <a:extLst>
              <a:ext uri="{FF2B5EF4-FFF2-40B4-BE49-F238E27FC236}">
                <a16:creationId xmlns:a16="http://schemas.microsoft.com/office/drawing/2014/main" id="{126ABD11-AEF0-4CBC-B996-58BCBBE8EC6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552722" y="979631"/>
            <a:ext cx="1116109" cy="1116109"/>
          </a:xfrm>
          <a:prstGeom prst="rect">
            <a:avLst/>
          </a:prstGeom>
        </p:spPr>
      </p:pic>
      <p:pic>
        <p:nvPicPr>
          <p:cNvPr id="34" name="Graphique 33" descr="Journal avec un remplissage uni">
            <a:extLst>
              <a:ext uri="{FF2B5EF4-FFF2-40B4-BE49-F238E27FC236}">
                <a16:creationId xmlns:a16="http://schemas.microsoft.com/office/drawing/2014/main" id="{3BBD94F8-D658-4951-A16B-F12EA323623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877589" y="293394"/>
            <a:ext cx="1627735" cy="1627735"/>
          </a:xfrm>
          <a:prstGeom prst="rect">
            <a:avLst/>
          </a:prstGeom>
        </p:spPr>
      </p:pic>
      <p:pic>
        <p:nvPicPr>
          <p:cNvPr id="43" name="Graphique 42" descr="Insecte sous une loupe avec un remplissage uni">
            <a:extLst>
              <a:ext uri="{FF2B5EF4-FFF2-40B4-BE49-F238E27FC236}">
                <a16:creationId xmlns:a16="http://schemas.microsoft.com/office/drawing/2014/main" id="{60C73F74-66CC-45B8-96DF-96B9920F00F0}"/>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609336" y="464933"/>
            <a:ext cx="1456196" cy="1456196"/>
          </a:xfrm>
          <a:prstGeom prst="rect">
            <a:avLst/>
          </a:prstGeom>
        </p:spPr>
      </p:pic>
      <p:pic>
        <p:nvPicPr>
          <p:cNvPr id="50" name="Graphique 49" descr="Huître avec perles avec un remplissage uni">
            <a:extLst>
              <a:ext uri="{FF2B5EF4-FFF2-40B4-BE49-F238E27FC236}">
                <a16:creationId xmlns:a16="http://schemas.microsoft.com/office/drawing/2014/main" id="{65EDBE29-B81A-448D-86CF-58F40B595F6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0181445" y="458810"/>
            <a:ext cx="1456196" cy="1456196"/>
          </a:xfrm>
          <a:prstGeom prst="rect">
            <a:avLst/>
          </a:prstGeom>
        </p:spPr>
      </p:pic>
      <p:pic>
        <p:nvPicPr>
          <p:cNvPr id="54" name="Graphique 53" descr="Plan avec un remplissage uni">
            <a:extLst>
              <a:ext uri="{FF2B5EF4-FFF2-40B4-BE49-F238E27FC236}">
                <a16:creationId xmlns:a16="http://schemas.microsoft.com/office/drawing/2014/main" id="{952A70F5-F258-4A69-8341-C73B7CEE6205}"/>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366604" y="2699603"/>
            <a:ext cx="1458792" cy="1458792"/>
          </a:xfrm>
          <a:prstGeom prst="rect">
            <a:avLst/>
          </a:prstGeom>
        </p:spPr>
      </p:pic>
      <p:pic>
        <p:nvPicPr>
          <p:cNvPr id="56" name="Graphique 55" descr="Travail avec un remplissage uni">
            <a:extLst>
              <a:ext uri="{FF2B5EF4-FFF2-40B4-BE49-F238E27FC236}">
                <a16:creationId xmlns:a16="http://schemas.microsoft.com/office/drawing/2014/main" id="{FF26046D-ECA1-4E2F-9C92-30426DCAE20F}"/>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233221" y="2593359"/>
            <a:ext cx="1671279" cy="1671279"/>
          </a:xfrm>
          <a:prstGeom prst="rect">
            <a:avLst/>
          </a:prstGeom>
        </p:spPr>
      </p:pic>
      <p:pic>
        <p:nvPicPr>
          <p:cNvPr id="65" name="Graphique 64" descr="Travail avec un remplissage uni">
            <a:extLst>
              <a:ext uri="{FF2B5EF4-FFF2-40B4-BE49-F238E27FC236}">
                <a16:creationId xmlns:a16="http://schemas.microsoft.com/office/drawing/2014/main" id="{F2A5061A-5830-440D-9A40-47EE7C6BDAC8}"/>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717598" y="3617752"/>
            <a:ext cx="777333" cy="777333"/>
          </a:xfrm>
          <a:prstGeom prst="rect">
            <a:avLst/>
          </a:prstGeom>
        </p:spPr>
      </p:pic>
      <p:sp>
        <p:nvSpPr>
          <p:cNvPr id="57" name="Rectangle 56">
            <a:extLst>
              <a:ext uri="{FF2B5EF4-FFF2-40B4-BE49-F238E27FC236}">
                <a16:creationId xmlns:a16="http://schemas.microsoft.com/office/drawing/2014/main" id="{100B8782-20CA-45B5-B537-99BE79406208}"/>
              </a:ext>
            </a:extLst>
          </p:cNvPr>
          <p:cNvSpPr/>
          <p:nvPr/>
        </p:nvSpPr>
        <p:spPr>
          <a:xfrm>
            <a:off x="8786060" y="2603714"/>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6E190639-F1A1-4026-A0D8-D6B43FD790AC}"/>
              </a:ext>
            </a:extLst>
          </p:cNvPr>
          <p:cNvSpPr/>
          <p:nvPr/>
        </p:nvSpPr>
        <p:spPr>
          <a:xfrm>
            <a:off x="9788402" y="2590798"/>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D93F4271-0138-4266-BF7B-BBBD06684BFC}"/>
              </a:ext>
            </a:extLst>
          </p:cNvPr>
          <p:cNvSpPr/>
          <p:nvPr/>
        </p:nvSpPr>
        <p:spPr>
          <a:xfrm>
            <a:off x="10790744" y="2590797"/>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8" name="Flèche : haut 57">
            <a:extLst>
              <a:ext uri="{FF2B5EF4-FFF2-40B4-BE49-F238E27FC236}">
                <a16:creationId xmlns:a16="http://schemas.microsoft.com/office/drawing/2014/main" id="{19516553-DAAD-4215-9314-83BAE7381A32}"/>
              </a:ext>
            </a:extLst>
          </p:cNvPr>
          <p:cNvSpPr/>
          <p:nvPr/>
        </p:nvSpPr>
        <p:spPr>
          <a:xfrm>
            <a:off x="9962010" y="338147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0" name="Flèche : haut 69">
            <a:extLst>
              <a:ext uri="{FF2B5EF4-FFF2-40B4-BE49-F238E27FC236}">
                <a16:creationId xmlns:a16="http://schemas.microsoft.com/office/drawing/2014/main" id="{6F651F76-48AD-44C8-A74B-BAEDC779EACD}"/>
              </a:ext>
            </a:extLst>
          </p:cNvPr>
          <p:cNvSpPr/>
          <p:nvPr/>
        </p:nvSpPr>
        <p:spPr>
          <a:xfrm rot="2688084">
            <a:off x="10602041" y="338147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1" name="Flèche : haut 70">
            <a:extLst>
              <a:ext uri="{FF2B5EF4-FFF2-40B4-BE49-F238E27FC236}">
                <a16:creationId xmlns:a16="http://schemas.microsoft.com/office/drawing/2014/main" id="{993C30F3-45E2-4917-BD7A-10DC93FED727}"/>
              </a:ext>
            </a:extLst>
          </p:cNvPr>
          <p:cNvSpPr/>
          <p:nvPr/>
        </p:nvSpPr>
        <p:spPr>
          <a:xfrm rot="18960716">
            <a:off x="9413905" y="338147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31200F52-4AAA-460B-8B88-8EA469CD5DD6}"/>
              </a:ext>
            </a:extLst>
          </p:cNvPr>
          <p:cNvSpPr/>
          <p:nvPr/>
        </p:nvSpPr>
        <p:spPr>
          <a:xfrm>
            <a:off x="668032" y="5053437"/>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C0E17CD0-D3E2-4760-9FC0-457F7B83C711}"/>
              </a:ext>
            </a:extLst>
          </p:cNvPr>
          <p:cNvSpPr/>
          <p:nvPr/>
        </p:nvSpPr>
        <p:spPr>
          <a:xfrm>
            <a:off x="1670374" y="5040521"/>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5" name="Flèche : haut 74">
            <a:extLst>
              <a:ext uri="{FF2B5EF4-FFF2-40B4-BE49-F238E27FC236}">
                <a16:creationId xmlns:a16="http://schemas.microsoft.com/office/drawing/2014/main" id="{967500DC-4237-4FF6-AC2A-D3D5BD42D7D6}"/>
              </a:ext>
            </a:extLst>
          </p:cNvPr>
          <p:cNvSpPr/>
          <p:nvPr/>
        </p:nvSpPr>
        <p:spPr>
          <a:xfrm>
            <a:off x="1843982" y="583119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6" name="Flèche : haut 75">
            <a:extLst>
              <a:ext uri="{FF2B5EF4-FFF2-40B4-BE49-F238E27FC236}">
                <a16:creationId xmlns:a16="http://schemas.microsoft.com/office/drawing/2014/main" id="{9FB6FC8D-3CA2-4D7D-91AC-0AEE753D116E}"/>
              </a:ext>
            </a:extLst>
          </p:cNvPr>
          <p:cNvSpPr/>
          <p:nvPr/>
        </p:nvSpPr>
        <p:spPr>
          <a:xfrm rot="2688084">
            <a:off x="2484013" y="583119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7" name="Flèche : haut 76">
            <a:extLst>
              <a:ext uri="{FF2B5EF4-FFF2-40B4-BE49-F238E27FC236}">
                <a16:creationId xmlns:a16="http://schemas.microsoft.com/office/drawing/2014/main" id="{4851A184-ED74-4BF6-B79C-E9A6A94CF8B7}"/>
              </a:ext>
            </a:extLst>
          </p:cNvPr>
          <p:cNvSpPr/>
          <p:nvPr/>
        </p:nvSpPr>
        <p:spPr>
          <a:xfrm rot="18960716">
            <a:off x="1295877" y="5831197"/>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0" name="Graphique 59" descr="Poignée de main avec un remplissage uni">
            <a:extLst>
              <a:ext uri="{FF2B5EF4-FFF2-40B4-BE49-F238E27FC236}">
                <a16:creationId xmlns:a16="http://schemas.microsoft.com/office/drawing/2014/main" id="{87479654-0121-4770-9C5C-14A6B85914B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238205" y="4849017"/>
            <a:ext cx="1715589" cy="1715589"/>
          </a:xfrm>
          <a:prstGeom prst="rect">
            <a:avLst/>
          </a:prstGeom>
        </p:spPr>
      </p:pic>
      <p:pic>
        <p:nvPicPr>
          <p:cNvPr id="62" name="Graphique 61" descr="Signe pouce en haut avec un remplissage uni">
            <a:extLst>
              <a:ext uri="{FF2B5EF4-FFF2-40B4-BE49-F238E27FC236}">
                <a16:creationId xmlns:a16="http://schemas.microsoft.com/office/drawing/2014/main" id="{D816F593-09F8-418F-AB09-EA3A2C3D5BA4}"/>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8216293" y="4778784"/>
            <a:ext cx="1572109" cy="1572109"/>
          </a:xfrm>
          <a:prstGeom prst="rect">
            <a:avLst/>
          </a:prstGeom>
        </p:spPr>
      </p:pic>
      <p:pic>
        <p:nvPicPr>
          <p:cNvPr id="512" name="Graphique 511" descr="Pouce en bas avec un remplissage uni">
            <a:extLst>
              <a:ext uri="{FF2B5EF4-FFF2-40B4-BE49-F238E27FC236}">
                <a16:creationId xmlns:a16="http://schemas.microsoft.com/office/drawing/2014/main" id="{08562E97-C1F7-4294-9163-D5D007A6DA67}"/>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flipH="1">
            <a:off x="10377285" y="4974218"/>
            <a:ext cx="1572109" cy="1572109"/>
          </a:xfrm>
          <a:prstGeom prst="rect">
            <a:avLst/>
          </a:prstGeom>
        </p:spPr>
      </p:pic>
    </p:spTree>
    <p:extLst>
      <p:ext uri="{BB962C8B-B14F-4D97-AF65-F5344CB8AC3E}">
        <p14:creationId xmlns:p14="http://schemas.microsoft.com/office/powerpoint/2010/main" val="18075023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Poignée de main avec un remplissage uni">
            <a:extLst>
              <a:ext uri="{FF2B5EF4-FFF2-40B4-BE49-F238E27FC236}">
                <a16:creationId xmlns:a16="http://schemas.microsoft.com/office/drawing/2014/main" id="{87479654-0121-4770-9C5C-14A6B85914B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38205" y="4849017"/>
            <a:ext cx="1715589" cy="1715589"/>
          </a:xfrm>
          <a:prstGeom prst="rect">
            <a:avLst/>
          </a:prstGeom>
        </p:spPr>
      </p:pic>
      <p:pic>
        <p:nvPicPr>
          <p:cNvPr id="40" name="Graphique 39" descr="Coche avec un remplissage uni">
            <a:extLst>
              <a:ext uri="{FF2B5EF4-FFF2-40B4-BE49-F238E27FC236}">
                <a16:creationId xmlns:a16="http://schemas.microsoft.com/office/drawing/2014/main" id="{E7A6236D-05CB-4387-9D1A-087AF671EA4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04471" y="5543143"/>
            <a:ext cx="1107267" cy="1107267"/>
          </a:xfrm>
          <a:prstGeom prst="rect">
            <a:avLst/>
          </a:prstGeom>
        </p:spPr>
      </p:pic>
      <p:pic>
        <p:nvPicPr>
          <p:cNvPr id="41" name="Graphique 40" descr="Signe pouce en haut avec un remplissage uni">
            <a:extLst>
              <a:ext uri="{FF2B5EF4-FFF2-40B4-BE49-F238E27FC236}">
                <a16:creationId xmlns:a16="http://schemas.microsoft.com/office/drawing/2014/main" id="{2D2428CD-C09A-46B3-90EC-8C4B5170EB1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331748" y="418012"/>
            <a:ext cx="1108333" cy="1108333"/>
          </a:xfrm>
          <a:prstGeom prst="rect">
            <a:avLst/>
          </a:prstGeom>
        </p:spPr>
      </p:pic>
      <p:pic>
        <p:nvPicPr>
          <p:cNvPr id="42" name="Graphique 41" descr="Pouce en bas avec un remplissage uni">
            <a:extLst>
              <a:ext uri="{FF2B5EF4-FFF2-40B4-BE49-F238E27FC236}">
                <a16:creationId xmlns:a16="http://schemas.microsoft.com/office/drawing/2014/main" id="{73ABDC6E-5294-4BA1-B4A5-260CE562EA5F}"/>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10869430" y="550264"/>
            <a:ext cx="1108333" cy="1108333"/>
          </a:xfrm>
          <a:prstGeom prst="rect">
            <a:avLst/>
          </a:prstGeom>
        </p:spPr>
      </p:pic>
      <p:pic>
        <p:nvPicPr>
          <p:cNvPr id="3" name="Graphique 2" descr="Aide avec un remplissage uni">
            <a:extLst>
              <a:ext uri="{FF2B5EF4-FFF2-40B4-BE49-F238E27FC236}">
                <a16:creationId xmlns:a16="http://schemas.microsoft.com/office/drawing/2014/main" id="{7CFA5EF1-D06C-4A56-A08F-F6AECBEA60B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474160" y="111679"/>
            <a:ext cx="1264207" cy="1264207"/>
          </a:xfrm>
          <a:prstGeom prst="rect">
            <a:avLst/>
          </a:prstGeom>
        </p:spPr>
      </p:pic>
      <p:pic>
        <p:nvPicPr>
          <p:cNvPr id="46" name="Graphique 45" descr="Poignée de main avec un remplissage uni">
            <a:extLst>
              <a:ext uri="{FF2B5EF4-FFF2-40B4-BE49-F238E27FC236}">
                <a16:creationId xmlns:a16="http://schemas.microsoft.com/office/drawing/2014/main" id="{C90EAD73-6D16-45B7-BAD1-D480646418F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b="19860"/>
          <a:stretch/>
        </p:blipFill>
        <p:spPr>
          <a:xfrm>
            <a:off x="9248470" y="832898"/>
            <a:ext cx="1715589" cy="1374875"/>
          </a:xfrm>
          <a:prstGeom prst="rect">
            <a:avLst/>
          </a:prstGeom>
        </p:spPr>
      </p:pic>
      <p:sp>
        <p:nvSpPr>
          <p:cNvPr id="4" name="Flèche : droite 3">
            <a:extLst>
              <a:ext uri="{FF2B5EF4-FFF2-40B4-BE49-F238E27FC236}">
                <a16:creationId xmlns:a16="http://schemas.microsoft.com/office/drawing/2014/main" id="{F1A8B564-AC91-446D-BC69-3B2AC428253B}"/>
              </a:ext>
            </a:extLst>
          </p:cNvPr>
          <p:cNvSpPr/>
          <p:nvPr/>
        </p:nvSpPr>
        <p:spPr>
          <a:xfrm>
            <a:off x="1794188" y="843952"/>
            <a:ext cx="748239" cy="7402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 name="Graphique 5" descr="Réunion avec un remplissage uni">
            <a:extLst>
              <a:ext uri="{FF2B5EF4-FFF2-40B4-BE49-F238E27FC236}">
                <a16:creationId xmlns:a16="http://schemas.microsoft.com/office/drawing/2014/main" id="{345F289A-1DE4-4FD7-9243-347C7774BF8F}"/>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04831" y="550264"/>
            <a:ext cx="1220876" cy="1220876"/>
          </a:xfrm>
          <a:prstGeom prst="rect">
            <a:avLst/>
          </a:prstGeom>
        </p:spPr>
      </p:pic>
      <p:pic>
        <p:nvPicPr>
          <p:cNvPr id="51" name="Graphique 50" descr="Aide avec un remplissage uni">
            <a:extLst>
              <a:ext uri="{FF2B5EF4-FFF2-40B4-BE49-F238E27FC236}">
                <a16:creationId xmlns:a16="http://schemas.microsoft.com/office/drawing/2014/main" id="{20C60D68-3543-4241-BF03-33139FFFBAC2}"/>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586094" y="564768"/>
            <a:ext cx="1264207" cy="1264207"/>
          </a:xfrm>
          <a:prstGeom prst="rect">
            <a:avLst/>
          </a:prstGeom>
        </p:spPr>
      </p:pic>
    </p:spTree>
    <p:extLst>
      <p:ext uri="{BB962C8B-B14F-4D97-AF65-F5344CB8AC3E}">
        <p14:creationId xmlns:p14="http://schemas.microsoft.com/office/powerpoint/2010/main" val="1091877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C13D5-0B5C-4102-A08A-BCF781092F75}"/>
              </a:ext>
            </a:extLst>
          </p:cNvPr>
          <p:cNvSpPr/>
          <p:nvPr/>
        </p:nvSpPr>
        <p:spPr>
          <a:xfrm>
            <a:off x="1591996" y="532272"/>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Flèche : haut 41">
            <a:extLst>
              <a:ext uri="{FF2B5EF4-FFF2-40B4-BE49-F238E27FC236}">
                <a16:creationId xmlns:a16="http://schemas.microsoft.com/office/drawing/2014/main" id="{804971CE-2F63-4E9B-B049-464646A1A278}"/>
              </a:ext>
            </a:extLst>
          </p:cNvPr>
          <p:cNvSpPr/>
          <p:nvPr/>
        </p:nvSpPr>
        <p:spPr>
          <a:xfrm>
            <a:off x="1739479" y="1363701"/>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4" name="Flèche : haut 43">
            <a:extLst>
              <a:ext uri="{FF2B5EF4-FFF2-40B4-BE49-F238E27FC236}">
                <a16:creationId xmlns:a16="http://schemas.microsoft.com/office/drawing/2014/main" id="{9352EF01-2541-4201-8825-0FF6D41D0FE7}"/>
              </a:ext>
            </a:extLst>
          </p:cNvPr>
          <p:cNvSpPr/>
          <p:nvPr/>
        </p:nvSpPr>
        <p:spPr>
          <a:xfrm rot="2688084">
            <a:off x="2379510" y="1363701"/>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6" name="Flèche : haut 45">
            <a:extLst>
              <a:ext uri="{FF2B5EF4-FFF2-40B4-BE49-F238E27FC236}">
                <a16:creationId xmlns:a16="http://schemas.microsoft.com/office/drawing/2014/main" id="{C6349D84-821A-4711-BFF7-23F6F9315457}"/>
              </a:ext>
            </a:extLst>
          </p:cNvPr>
          <p:cNvSpPr/>
          <p:nvPr/>
        </p:nvSpPr>
        <p:spPr>
          <a:xfrm rot="18960716">
            <a:off x="1191374" y="1363700"/>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3" name="Graphique 2" descr="Marteau d'officiel avec un remplissage uni">
            <a:extLst>
              <a:ext uri="{FF2B5EF4-FFF2-40B4-BE49-F238E27FC236}">
                <a16:creationId xmlns:a16="http://schemas.microsoft.com/office/drawing/2014/main" id="{C70AF2F8-A8B0-411F-8948-7B50CC5244E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75821" y="925289"/>
            <a:ext cx="914400" cy="914400"/>
          </a:xfrm>
          <a:prstGeom prst="rect">
            <a:avLst/>
          </a:prstGeom>
        </p:spPr>
      </p:pic>
      <p:pic>
        <p:nvPicPr>
          <p:cNvPr id="5" name="Graphique 4" descr="Presse-papiers vérifié avec un remplissage uni">
            <a:extLst>
              <a:ext uri="{FF2B5EF4-FFF2-40B4-BE49-F238E27FC236}">
                <a16:creationId xmlns:a16="http://schemas.microsoft.com/office/drawing/2014/main" id="{DA7B19D8-7EB4-4E8A-9DC2-B2FC7308D6B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93889" y="166449"/>
            <a:ext cx="1804222" cy="1804222"/>
          </a:xfrm>
          <a:prstGeom prst="rect">
            <a:avLst/>
          </a:prstGeom>
        </p:spPr>
      </p:pic>
      <p:pic>
        <p:nvPicPr>
          <p:cNvPr id="53" name="Graphique 52" descr="Presse-papiers vérifié avec un remplissage uni">
            <a:extLst>
              <a:ext uri="{FF2B5EF4-FFF2-40B4-BE49-F238E27FC236}">
                <a16:creationId xmlns:a16="http://schemas.microsoft.com/office/drawing/2014/main" id="{89D6B6BF-1C9B-4668-BCCB-CB133931590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192223" y="199113"/>
            <a:ext cx="1804222" cy="1804222"/>
          </a:xfrm>
          <a:prstGeom prst="rect">
            <a:avLst/>
          </a:prstGeom>
        </p:spPr>
      </p:pic>
      <p:pic>
        <p:nvPicPr>
          <p:cNvPr id="7" name="Graphique 6" descr="Liste avec un remplissage uni">
            <a:extLst>
              <a:ext uri="{FF2B5EF4-FFF2-40B4-BE49-F238E27FC236}">
                <a16:creationId xmlns:a16="http://schemas.microsoft.com/office/drawing/2014/main" id="{5714457E-ED64-4148-A754-B7617386907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79566" y="420296"/>
            <a:ext cx="1488964" cy="1488964"/>
          </a:xfrm>
          <a:prstGeom prst="rect">
            <a:avLst/>
          </a:prstGeom>
        </p:spPr>
      </p:pic>
      <p:sp>
        <p:nvSpPr>
          <p:cNvPr id="55" name="Flèche : haut 54">
            <a:extLst>
              <a:ext uri="{FF2B5EF4-FFF2-40B4-BE49-F238E27FC236}">
                <a16:creationId xmlns:a16="http://schemas.microsoft.com/office/drawing/2014/main" id="{4E71A5D1-6855-4790-B858-45E2B445AC4D}"/>
              </a:ext>
            </a:extLst>
          </p:cNvPr>
          <p:cNvSpPr/>
          <p:nvPr/>
        </p:nvSpPr>
        <p:spPr>
          <a:xfrm rot="5400000">
            <a:off x="9786738" y="974284"/>
            <a:ext cx="362001" cy="349371"/>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59" name="Graphique 58" descr="Document avec un remplissage uni">
            <a:extLst>
              <a:ext uri="{FF2B5EF4-FFF2-40B4-BE49-F238E27FC236}">
                <a16:creationId xmlns:a16="http://schemas.microsoft.com/office/drawing/2014/main" id="{2821FE99-7990-4A0E-A5CA-9B51EF0E629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675814" y="3258703"/>
            <a:ext cx="1107267" cy="1107267"/>
          </a:xfrm>
          <a:prstGeom prst="rect">
            <a:avLst/>
          </a:prstGeom>
        </p:spPr>
      </p:pic>
      <p:pic>
        <p:nvPicPr>
          <p:cNvPr id="63" name="Graphique 62" descr="Crayon avec un remplissage uni">
            <a:extLst>
              <a:ext uri="{FF2B5EF4-FFF2-40B4-BE49-F238E27FC236}">
                <a16:creationId xmlns:a16="http://schemas.microsoft.com/office/drawing/2014/main" id="{D48679AE-C63E-4808-9D94-8CAD6BEE2DA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578272" y="2593997"/>
            <a:ext cx="914400" cy="914400"/>
          </a:xfrm>
          <a:prstGeom prst="rect">
            <a:avLst/>
          </a:prstGeom>
        </p:spPr>
      </p:pic>
      <p:pic>
        <p:nvPicPr>
          <p:cNvPr id="64" name="Graphique 63" descr="Document avec un remplissage uni">
            <a:extLst>
              <a:ext uri="{FF2B5EF4-FFF2-40B4-BE49-F238E27FC236}">
                <a16:creationId xmlns:a16="http://schemas.microsoft.com/office/drawing/2014/main" id="{D8806C56-6B13-4258-8532-A7BA4415BB27}"/>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924618" y="3095349"/>
            <a:ext cx="1107267" cy="1107267"/>
          </a:xfrm>
          <a:prstGeom prst="rect">
            <a:avLst/>
          </a:prstGeom>
        </p:spPr>
      </p:pic>
      <p:pic>
        <p:nvPicPr>
          <p:cNvPr id="66" name="Graphique 65" descr="Programmeur avec un remplissage uni">
            <a:extLst>
              <a:ext uri="{FF2B5EF4-FFF2-40B4-BE49-F238E27FC236}">
                <a16:creationId xmlns:a16="http://schemas.microsoft.com/office/drawing/2014/main" id="{A2A42920-1061-4D6A-93FC-0FA9751BA4C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02252" y="2593997"/>
            <a:ext cx="619279" cy="619279"/>
          </a:xfrm>
          <a:prstGeom prst="rect">
            <a:avLst/>
          </a:prstGeom>
        </p:spPr>
      </p:pic>
      <p:pic>
        <p:nvPicPr>
          <p:cNvPr id="9" name="Graphique 8" descr="Coche avec un remplissage uni">
            <a:extLst>
              <a:ext uri="{FF2B5EF4-FFF2-40B4-BE49-F238E27FC236}">
                <a16:creationId xmlns:a16="http://schemas.microsoft.com/office/drawing/2014/main" id="{4092A451-8099-4464-8B46-ECDEA541AFD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608559" y="2581309"/>
            <a:ext cx="1107267" cy="1107267"/>
          </a:xfrm>
          <a:prstGeom prst="rect">
            <a:avLst/>
          </a:prstGeom>
        </p:spPr>
      </p:pic>
      <p:pic>
        <p:nvPicPr>
          <p:cNvPr id="74" name="Graphique 73" descr="Programmeur avec un remplissage uni">
            <a:extLst>
              <a:ext uri="{FF2B5EF4-FFF2-40B4-BE49-F238E27FC236}">
                <a16:creationId xmlns:a16="http://schemas.microsoft.com/office/drawing/2014/main" id="{96F6D398-FD65-4FF8-ABD3-8BE957C55985}"/>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792612" y="3025446"/>
            <a:ext cx="619279" cy="619279"/>
          </a:xfrm>
          <a:prstGeom prst="rect">
            <a:avLst/>
          </a:prstGeom>
        </p:spPr>
      </p:pic>
      <p:pic>
        <p:nvPicPr>
          <p:cNvPr id="78" name="Graphique 77" descr="Programmeur avec un remplissage uni">
            <a:extLst>
              <a:ext uri="{FF2B5EF4-FFF2-40B4-BE49-F238E27FC236}">
                <a16:creationId xmlns:a16="http://schemas.microsoft.com/office/drawing/2014/main" id="{38A9979C-A01C-4C79-9A48-30AB813D1A14}"/>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34582" y="3415616"/>
            <a:ext cx="619279" cy="619279"/>
          </a:xfrm>
          <a:prstGeom prst="rect">
            <a:avLst/>
          </a:prstGeom>
        </p:spPr>
      </p:pic>
      <p:pic>
        <p:nvPicPr>
          <p:cNvPr id="79" name="Graphique 78" descr="Programmeur avec un remplissage uni">
            <a:extLst>
              <a:ext uri="{FF2B5EF4-FFF2-40B4-BE49-F238E27FC236}">
                <a16:creationId xmlns:a16="http://schemas.microsoft.com/office/drawing/2014/main" id="{532C5F48-CA53-4942-89F9-34D16BB5D50A}"/>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65578" y="2715806"/>
            <a:ext cx="619279" cy="619279"/>
          </a:xfrm>
          <a:prstGeom prst="rect">
            <a:avLst/>
          </a:prstGeom>
        </p:spPr>
      </p:pic>
      <p:pic>
        <p:nvPicPr>
          <p:cNvPr id="80" name="Graphique 79" descr="Programmeur avec un remplissage uni">
            <a:extLst>
              <a:ext uri="{FF2B5EF4-FFF2-40B4-BE49-F238E27FC236}">
                <a16:creationId xmlns:a16="http://schemas.microsoft.com/office/drawing/2014/main" id="{7FC3CFC0-A901-4026-B531-C00E6FDBBD1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655938" y="3147255"/>
            <a:ext cx="619279" cy="619279"/>
          </a:xfrm>
          <a:prstGeom prst="rect">
            <a:avLst/>
          </a:prstGeom>
        </p:spPr>
      </p:pic>
      <p:pic>
        <p:nvPicPr>
          <p:cNvPr id="81" name="Graphique 80" descr="Programmeur avec un remplissage uni">
            <a:extLst>
              <a:ext uri="{FF2B5EF4-FFF2-40B4-BE49-F238E27FC236}">
                <a16:creationId xmlns:a16="http://schemas.microsoft.com/office/drawing/2014/main" id="{DB899D85-6856-4205-AEAF-B456849D980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97908" y="3537425"/>
            <a:ext cx="619279" cy="619279"/>
          </a:xfrm>
          <a:prstGeom prst="rect">
            <a:avLst/>
          </a:prstGeom>
        </p:spPr>
      </p:pic>
      <p:pic>
        <p:nvPicPr>
          <p:cNvPr id="12" name="Graphique 11" descr="Mégaphone avec un remplissage uni">
            <a:extLst>
              <a:ext uri="{FF2B5EF4-FFF2-40B4-BE49-F238E27FC236}">
                <a16:creationId xmlns:a16="http://schemas.microsoft.com/office/drawing/2014/main" id="{3144C8D9-46D4-40B6-A71B-DC546AB4BECF}"/>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9163349" y="2613111"/>
            <a:ext cx="1583030" cy="1583030"/>
          </a:xfrm>
          <a:prstGeom prst="rect">
            <a:avLst/>
          </a:prstGeom>
        </p:spPr>
      </p:pic>
      <p:pic>
        <p:nvPicPr>
          <p:cNvPr id="82" name="Graphique 81" descr="Coche avec un remplissage uni">
            <a:extLst>
              <a:ext uri="{FF2B5EF4-FFF2-40B4-BE49-F238E27FC236}">
                <a16:creationId xmlns:a16="http://schemas.microsoft.com/office/drawing/2014/main" id="{2437EED6-9E81-4C67-A674-5B9EB5B57C7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746379" y="3306835"/>
            <a:ext cx="1107267" cy="1107267"/>
          </a:xfrm>
          <a:prstGeom prst="rect">
            <a:avLst/>
          </a:prstGeom>
        </p:spPr>
      </p:pic>
      <p:pic>
        <p:nvPicPr>
          <p:cNvPr id="83" name="Graphique 82" descr="Mégaphone avec un remplissage uni">
            <a:extLst>
              <a:ext uri="{FF2B5EF4-FFF2-40B4-BE49-F238E27FC236}">
                <a16:creationId xmlns:a16="http://schemas.microsoft.com/office/drawing/2014/main" id="{4073C83A-DB78-4B1E-B58E-4A556E212A41}"/>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092218" y="4901705"/>
            <a:ext cx="1583030" cy="1583030"/>
          </a:xfrm>
          <a:prstGeom prst="rect">
            <a:avLst/>
          </a:prstGeom>
        </p:spPr>
      </p:pic>
      <p:pic>
        <p:nvPicPr>
          <p:cNvPr id="14" name="Graphique 13" descr="Informations avec un remplissage uni">
            <a:extLst>
              <a:ext uri="{FF2B5EF4-FFF2-40B4-BE49-F238E27FC236}">
                <a16:creationId xmlns:a16="http://schemas.microsoft.com/office/drawing/2014/main" id="{61F693AA-7B1C-4813-B85E-89DB63DE205B}"/>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516357" y="5939245"/>
            <a:ext cx="395254" cy="395254"/>
          </a:xfrm>
          <a:prstGeom prst="rect">
            <a:avLst/>
          </a:prstGeom>
        </p:spPr>
      </p:pic>
      <p:pic>
        <p:nvPicPr>
          <p:cNvPr id="84" name="Graphique 83" descr="Informations avec un remplissage uni">
            <a:extLst>
              <a:ext uri="{FF2B5EF4-FFF2-40B4-BE49-F238E27FC236}">
                <a16:creationId xmlns:a16="http://schemas.microsoft.com/office/drawing/2014/main" id="{896367A4-7981-4AE2-87FF-60948C4B8129}"/>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271947" y="6209211"/>
            <a:ext cx="395254" cy="395254"/>
          </a:xfrm>
          <a:prstGeom prst="rect">
            <a:avLst/>
          </a:prstGeom>
        </p:spPr>
      </p:pic>
      <p:pic>
        <p:nvPicPr>
          <p:cNvPr id="85" name="Graphique 84" descr="Informations avec un remplissage uni">
            <a:extLst>
              <a:ext uri="{FF2B5EF4-FFF2-40B4-BE49-F238E27FC236}">
                <a16:creationId xmlns:a16="http://schemas.microsoft.com/office/drawing/2014/main" id="{B2472ECB-867E-4037-A8EB-2E96490A9625}"/>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76168" y="6209211"/>
            <a:ext cx="395254" cy="395254"/>
          </a:xfrm>
          <a:prstGeom prst="rect">
            <a:avLst/>
          </a:prstGeom>
        </p:spPr>
      </p:pic>
      <p:pic>
        <p:nvPicPr>
          <p:cNvPr id="86" name="Graphique 85" descr="Informations avec un remplissage uni">
            <a:extLst>
              <a:ext uri="{FF2B5EF4-FFF2-40B4-BE49-F238E27FC236}">
                <a16:creationId xmlns:a16="http://schemas.microsoft.com/office/drawing/2014/main" id="{3D9EE19B-1E02-45C4-B2D8-374245672C95}"/>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190326" y="5982787"/>
            <a:ext cx="395254" cy="395254"/>
          </a:xfrm>
          <a:prstGeom prst="rect">
            <a:avLst/>
          </a:prstGeom>
        </p:spPr>
      </p:pic>
      <p:pic>
        <p:nvPicPr>
          <p:cNvPr id="87" name="Graphique 86" descr="Informations avec un remplissage uni">
            <a:extLst>
              <a:ext uri="{FF2B5EF4-FFF2-40B4-BE49-F238E27FC236}">
                <a16:creationId xmlns:a16="http://schemas.microsoft.com/office/drawing/2014/main" id="{B8BB9733-80C9-435A-9E01-D5CB227617D6}"/>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8432412" y="5947840"/>
            <a:ext cx="395254" cy="395254"/>
          </a:xfrm>
          <a:prstGeom prst="rect">
            <a:avLst/>
          </a:prstGeom>
        </p:spPr>
      </p:pic>
      <p:pic>
        <p:nvPicPr>
          <p:cNvPr id="88" name="Graphique 87" descr="Informations avec un remplissage uni">
            <a:extLst>
              <a:ext uri="{FF2B5EF4-FFF2-40B4-BE49-F238E27FC236}">
                <a16:creationId xmlns:a16="http://schemas.microsoft.com/office/drawing/2014/main" id="{EDC94174-DDD6-4530-869A-5838C22FFA6D}"/>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88002" y="6217806"/>
            <a:ext cx="395254" cy="395254"/>
          </a:xfrm>
          <a:prstGeom prst="rect">
            <a:avLst/>
          </a:prstGeom>
        </p:spPr>
      </p:pic>
      <p:pic>
        <p:nvPicPr>
          <p:cNvPr id="89" name="Graphique 88" descr="Informations avec un remplissage uni">
            <a:extLst>
              <a:ext uri="{FF2B5EF4-FFF2-40B4-BE49-F238E27FC236}">
                <a16:creationId xmlns:a16="http://schemas.microsoft.com/office/drawing/2014/main" id="{673A5AFD-180D-4E75-A162-84504546E5C9}"/>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0192223" y="6217806"/>
            <a:ext cx="395254" cy="395254"/>
          </a:xfrm>
          <a:prstGeom prst="rect">
            <a:avLst/>
          </a:prstGeom>
        </p:spPr>
      </p:pic>
      <p:pic>
        <p:nvPicPr>
          <p:cNvPr id="90" name="Graphique 89" descr="Informations avec un remplissage uni">
            <a:extLst>
              <a:ext uri="{FF2B5EF4-FFF2-40B4-BE49-F238E27FC236}">
                <a16:creationId xmlns:a16="http://schemas.microsoft.com/office/drawing/2014/main" id="{553B8661-8036-4863-B881-57405EDDACCE}"/>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094334" y="5939245"/>
            <a:ext cx="395254" cy="395254"/>
          </a:xfrm>
          <a:prstGeom prst="rect">
            <a:avLst/>
          </a:prstGeom>
        </p:spPr>
      </p:pic>
      <p:pic>
        <p:nvPicPr>
          <p:cNvPr id="91" name="Graphique 90" descr="Coche avec un remplissage uni">
            <a:extLst>
              <a:ext uri="{FF2B5EF4-FFF2-40B4-BE49-F238E27FC236}">
                <a16:creationId xmlns:a16="http://schemas.microsoft.com/office/drawing/2014/main" id="{205431F7-FE4F-4292-B4E4-5D20CAFEE05B}"/>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62666" y="4742862"/>
            <a:ext cx="1107267" cy="1107267"/>
          </a:xfrm>
          <a:prstGeom prst="rect">
            <a:avLst/>
          </a:prstGeom>
        </p:spPr>
      </p:pic>
      <p:sp>
        <p:nvSpPr>
          <p:cNvPr id="92" name="Flèche : haut 91">
            <a:extLst>
              <a:ext uri="{FF2B5EF4-FFF2-40B4-BE49-F238E27FC236}">
                <a16:creationId xmlns:a16="http://schemas.microsoft.com/office/drawing/2014/main" id="{4A5706E0-A2E5-4B31-9C48-530AB68453B7}"/>
              </a:ext>
            </a:extLst>
          </p:cNvPr>
          <p:cNvSpPr/>
          <p:nvPr/>
        </p:nvSpPr>
        <p:spPr>
          <a:xfrm rot="2082621">
            <a:off x="5459042" y="592519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3" name="Flèche : haut 92">
            <a:extLst>
              <a:ext uri="{FF2B5EF4-FFF2-40B4-BE49-F238E27FC236}">
                <a16:creationId xmlns:a16="http://schemas.microsoft.com/office/drawing/2014/main" id="{831335DD-4AC6-4D16-ADC9-8D103B073CFC}"/>
              </a:ext>
            </a:extLst>
          </p:cNvPr>
          <p:cNvSpPr/>
          <p:nvPr/>
        </p:nvSpPr>
        <p:spPr>
          <a:xfrm rot="19836691">
            <a:off x="6208622" y="5934326"/>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4" name="Flèche : haut 93">
            <a:extLst>
              <a:ext uri="{FF2B5EF4-FFF2-40B4-BE49-F238E27FC236}">
                <a16:creationId xmlns:a16="http://schemas.microsoft.com/office/drawing/2014/main" id="{9288F73C-76F9-4974-B9ED-13F42364C6E3}"/>
              </a:ext>
            </a:extLst>
          </p:cNvPr>
          <p:cNvSpPr/>
          <p:nvPr/>
        </p:nvSpPr>
        <p:spPr>
          <a:xfrm rot="18195122">
            <a:off x="6969761" y="578788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5" name="Flèche : haut 94">
            <a:extLst>
              <a:ext uri="{FF2B5EF4-FFF2-40B4-BE49-F238E27FC236}">
                <a16:creationId xmlns:a16="http://schemas.microsoft.com/office/drawing/2014/main" id="{A2D7183C-D639-489C-AF94-90888AB161BF}"/>
              </a:ext>
            </a:extLst>
          </p:cNvPr>
          <p:cNvSpPr/>
          <p:nvPr/>
        </p:nvSpPr>
        <p:spPr>
          <a:xfrm rot="2687742">
            <a:off x="4790435" y="574434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96" name="Graphique 95" descr="Informations avec un remplissage uni">
            <a:extLst>
              <a:ext uri="{FF2B5EF4-FFF2-40B4-BE49-F238E27FC236}">
                <a16:creationId xmlns:a16="http://schemas.microsoft.com/office/drawing/2014/main" id="{33207EA3-A717-4C71-8DF6-921811FDE3ED}"/>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69574" y="4892896"/>
            <a:ext cx="941358" cy="941358"/>
          </a:xfrm>
          <a:prstGeom prst="rect">
            <a:avLst/>
          </a:prstGeom>
        </p:spPr>
      </p:pic>
      <p:sp>
        <p:nvSpPr>
          <p:cNvPr id="97" name="Flèche : haut 96">
            <a:extLst>
              <a:ext uri="{FF2B5EF4-FFF2-40B4-BE49-F238E27FC236}">
                <a16:creationId xmlns:a16="http://schemas.microsoft.com/office/drawing/2014/main" id="{89408FAE-EFB2-4FA3-B228-AAA9C3437A57}"/>
              </a:ext>
            </a:extLst>
          </p:cNvPr>
          <p:cNvSpPr/>
          <p:nvPr/>
        </p:nvSpPr>
        <p:spPr>
          <a:xfrm rot="2082621">
            <a:off x="9335095" y="594191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8" name="Flèche : haut 97">
            <a:extLst>
              <a:ext uri="{FF2B5EF4-FFF2-40B4-BE49-F238E27FC236}">
                <a16:creationId xmlns:a16="http://schemas.microsoft.com/office/drawing/2014/main" id="{229DD5BC-0F37-4E4D-A9A3-F60976D6A35C}"/>
              </a:ext>
            </a:extLst>
          </p:cNvPr>
          <p:cNvSpPr/>
          <p:nvPr/>
        </p:nvSpPr>
        <p:spPr>
          <a:xfrm rot="19836691">
            <a:off x="10084675" y="595104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9" name="Flèche : haut 98">
            <a:extLst>
              <a:ext uri="{FF2B5EF4-FFF2-40B4-BE49-F238E27FC236}">
                <a16:creationId xmlns:a16="http://schemas.microsoft.com/office/drawing/2014/main" id="{F9943021-51C5-424E-8922-C1A31A1B0FFB}"/>
              </a:ext>
            </a:extLst>
          </p:cNvPr>
          <p:cNvSpPr/>
          <p:nvPr/>
        </p:nvSpPr>
        <p:spPr>
          <a:xfrm rot="18195122">
            <a:off x="10845814" y="5804607"/>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0" name="Flèche : haut 99">
            <a:extLst>
              <a:ext uri="{FF2B5EF4-FFF2-40B4-BE49-F238E27FC236}">
                <a16:creationId xmlns:a16="http://schemas.microsoft.com/office/drawing/2014/main" id="{633C2538-5F5D-46D6-A58A-793BE4628343}"/>
              </a:ext>
            </a:extLst>
          </p:cNvPr>
          <p:cNvSpPr/>
          <p:nvPr/>
        </p:nvSpPr>
        <p:spPr>
          <a:xfrm rot="2687742">
            <a:off x="8666488" y="576106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01" name="Graphique 100" descr="Informations avec un remplissage uni">
            <a:extLst>
              <a:ext uri="{FF2B5EF4-FFF2-40B4-BE49-F238E27FC236}">
                <a16:creationId xmlns:a16="http://schemas.microsoft.com/office/drawing/2014/main" id="{4BEF1086-E5AB-4795-96E8-756C8E6CF907}"/>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345627" y="4909615"/>
            <a:ext cx="941358" cy="941358"/>
          </a:xfrm>
          <a:prstGeom prst="rect">
            <a:avLst/>
          </a:prstGeom>
        </p:spPr>
      </p:pic>
    </p:spTree>
    <p:extLst>
      <p:ext uri="{BB962C8B-B14F-4D97-AF65-F5344CB8AC3E}">
        <p14:creationId xmlns:p14="http://schemas.microsoft.com/office/powerpoint/2010/main" val="36843002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a:t>
            </a:r>
            <a:br>
              <a:rPr lang="fr-FR" dirty="0"/>
            </a:br>
            <a:r>
              <a:rPr lang="fr-FR" dirty="0"/>
              <a:t>Rôles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3741056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2090056" y="1825625"/>
            <a:ext cx="9263743" cy="4351338"/>
          </a:xfrm>
          <a:solidFill>
            <a:schemeClr val="bg1"/>
          </a:solidFill>
        </p:spPr>
        <p:txBody>
          <a:bodyPr>
            <a:normAutofit/>
          </a:bodyPr>
          <a:lstStyle/>
          <a:p>
            <a:r>
              <a:rPr lang="fr-FR" dirty="0"/>
              <a:t>L’extension « Rôles » a pour but de pouvoir qualifier les différents rôles à tenir pendant l’atelier ou l’événement</a:t>
            </a:r>
          </a:p>
          <a:p>
            <a:endParaRPr lang="fr-FR" dirty="0"/>
          </a:p>
          <a:p>
            <a:r>
              <a:rPr lang="fr-FR" dirty="0"/>
              <a:t>Les rôles peuvent concerner les moments dirigés (type atelier, réunion, …) ou des moments à circulation libre (cocktail, pause, buffet, forum…)</a:t>
            </a:r>
          </a:p>
        </p:txBody>
      </p:sp>
    </p:spTree>
    <p:extLst>
      <p:ext uri="{BB962C8B-B14F-4D97-AF65-F5344CB8AC3E}">
        <p14:creationId xmlns:p14="http://schemas.microsoft.com/office/powerpoint/2010/main" val="1410163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a:xfrm>
            <a:off x="838200" y="365125"/>
            <a:ext cx="6294120" cy="1325563"/>
          </a:xfrm>
        </p:spPr>
        <p:txBody>
          <a:bodyPr/>
          <a:lstStyle/>
          <a:p>
            <a:r>
              <a:rPr lang="fr-FR" dirty="0"/>
              <a:t>Deck « Rôles pour événements dirigés»</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Les événements dirigés sont des événements pendant lesquels la majorité des moments sont cadrés : ateliers, réunions, </a:t>
            </a:r>
            <a:r>
              <a:rPr lang="fr-FR" dirty="0" err="1"/>
              <a:t>etc</a:t>
            </a: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Sert à définir des rôles à différentes phases de votre atelier, particulier sur les </a:t>
            </a:r>
            <a:r>
              <a:rPr lang="fr-FR" b="1" dirty="0">
                <a:solidFill>
                  <a:srgbClr val="F16E80"/>
                </a:solidFill>
              </a:rPr>
              <a:t>configurations qui NE SONT PAS à circulation libre</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 combine très bien avec un post-it descriptif des personnes, du nombre, ou d’autres détails sur ce rôle.</a:t>
            </a:r>
          </a:p>
        </p:txBody>
      </p:sp>
      <p:pic>
        <p:nvPicPr>
          <p:cNvPr id="4" name="Image 3">
            <a:extLst>
              <a:ext uri="{FF2B5EF4-FFF2-40B4-BE49-F238E27FC236}">
                <a16:creationId xmlns:a16="http://schemas.microsoft.com/office/drawing/2014/main" id="{E374F104-5ED4-2218-B3DA-CAF9F4037B8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33610" y="83575"/>
            <a:ext cx="2505670" cy="35052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3E5E47E5-3869-4DA8-D9BC-3A8DE383EB9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490781" y="2767873"/>
            <a:ext cx="2505670" cy="3505200"/>
          </a:xfrm>
          <a:prstGeom prst="rect">
            <a:avLst/>
          </a:prstGeom>
        </p:spPr>
      </p:pic>
      <p:sp>
        <p:nvSpPr>
          <p:cNvPr id="10" name="Rectangle 9">
            <a:extLst>
              <a:ext uri="{FF2B5EF4-FFF2-40B4-BE49-F238E27FC236}">
                <a16:creationId xmlns:a16="http://schemas.microsoft.com/office/drawing/2014/main" id="{F719A7AB-378A-1F66-D7E9-5A91C043966C}"/>
              </a:ext>
            </a:extLst>
          </p:cNvPr>
          <p:cNvSpPr/>
          <p:nvPr/>
        </p:nvSpPr>
        <p:spPr>
          <a:xfrm>
            <a:off x="9126584" y="5798456"/>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Jacques</a:t>
            </a:r>
          </a:p>
          <a:p>
            <a:pPr algn="ctr"/>
            <a:r>
              <a:rPr lang="fr-FR" dirty="0">
                <a:solidFill>
                  <a:schemeClr val="tx1"/>
                </a:solidFill>
              </a:rPr>
              <a:t>Sylvie</a:t>
            </a:r>
          </a:p>
        </p:txBody>
      </p:sp>
      <p:sp>
        <p:nvSpPr>
          <p:cNvPr id="11" name="Rectangle 10">
            <a:extLst>
              <a:ext uri="{FF2B5EF4-FFF2-40B4-BE49-F238E27FC236}">
                <a16:creationId xmlns:a16="http://schemas.microsoft.com/office/drawing/2014/main" id="{23AB5CC4-E623-53CE-5863-9C0E6BE4921E}"/>
              </a:ext>
            </a:extLst>
          </p:cNvPr>
          <p:cNvSpPr/>
          <p:nvPr/>
        </p:nvSpPr>
        <p:spPr>
          <a:xfrm>
            <a:off x="10886445" y="2954383"/>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 par groupe</a:t>
            </a:r>
          </a:p>
        </p:txBody>
      </p:sp>
    </p:spTree>
    <p:extLst>
      <p:ext uri="{BB962C8B-B14F-4D97-AF65-F5344CB8AC3E}">
        <p14:creationId xmlns:p14="http://schemas.microsoft.com/office/powerpoint/2010/main" val="25253516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a:xfrm>
            <a:off x="838200" y="365125"/>
            <a:ext cx="6294120" cy="1325563"/>
          </a:xfrm>
        </p:spPr>
        <p:txBody>
          <a:bodyPr>
            <a:normAutofit fontScale="90000"/>
          </a:bodyPr>
          <a:lstStyle/>
          <a:p>
            <a:r>
              <a:rPr lang="fr-FR" dirty="0"/>
              <a:t>Deck « Rôles pour événements à circulation libre»</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Les événements à circulation libre sont des événements moments pendant lesquels la circulation est libre : Cocktails, buffets, forums </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Sert à définir des rôles à différentes phases de votre atelier, particulier sur les </a:t>
            </a:r>
            <a:r>
              <a:rPr lang="fr-FR" b="1" dirty="0">
                <a:solidFill>
                  <a:srgbClr val="F16E80"/>
                </a:solidFill>
              </a:rPr>
              <a:t>configurations qui sont à circulation libre</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 combine très bien avec un post-it descriptif des personnes, du nombre, ou d’autres détails sur ce rôle.</a:t>
            </a:r>
          </a:p>
        </p:txBody>
      </p:sp>
      <p:pic>
        <p:nvPicPr>
          <p:cNvPr id="4" name="Image 3" descr="Une image contenant texte&#10;&#10;Description générée automatiquement">
            <a:extLst>
              <a:ext uri="{FF2B5EF4-FFF2-40B4-BE49-F238E27FC236}">
                <a16:creationId xmlns:a16="http://schemas.microsoft.com/office/drawing/2014/main" id="{363311B9-C356-C947-E035-46A09715F85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86330" y="117988"/>
            <a:ext cx="2505670" cy="3505200"/>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40F39D12-AD18-7B56-66D4-5560532A07F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657486" y="2644877"/>
            <a:ext cx="2505670" cy="3505200"/>
          </a:xfrm>
          <a:prstGeom prst="rect">
            <a:avLst/>
          </a:prstGeom>
        </p:spPr>
      </p:pic>
      <p:sp>
        <p:nvSpPr>
          <p:cNvPr id="9" name="Rectangle 8">
            <a:extLst>
              <a:ext uri="{FF2B5EF4-FFF2-40B4-BE49-F238E27FC236}">
                <a16:creationId xmlns:a16="http://schemas.microsoft.com/office/drawing/2014/main" id="{1560915F-A565-BF74-4B4B-8268C5BD560B}"/>
              </a:ext>
            </a:extLst>
          </p:cNvPr>
          <p:cNvSpPr/>
          <p:nvPr/>
        </p:nvSpPr>
        <p:spPr>
          <a:xfrm>
            <a:off x="9126584" y="5798456"/>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10</a:t>
            </a:r>
          </a:p>
        </p:txBody>
      </p:sp>
      <p:sp>
        <p:nvSpPr>
          <p:cNvPr id="10" name="Rectangle 9">
            <a:extLst>
              <a:ext uri="{FF2B5EF4-FFF2-40B4-BE49-F238E27FC236}">
                <a16:creationId xmlns:a16="http://schemas.microsoft.com/office/drawing/2014/main" id="{718557EA-3FBF-4FA3-623B-5CA129722AEA}"/>
              </a:ext>
            </a:extLst>
          </p:cNvPr>
          <p:cNvSpPr/>
          <p:nvPr/>
        </p:nvSpPr>
        <p:spPr>
          <a:xfrm>
            <a:off x="10877007" y="3079612"/>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Notes: </a:t>
            </a:r>
          </a:p>
          <a:p>
            <a:pPr algn="ctr"/>
            <a:r>
              <a:rPr lang="fr-FR" sz="1600" dirty="0">
                <a:solidFill>
                  <a:schemeClr val="tx1"/>
                </a:solidFill>
              </a:rPr>
              <a:t>Assurent aussi les vestiaires</a:t>
            </a:r>
          </a:p>
        </p:txBody>
      </p:sp>
    </p:spTree>
    <p:extLst>
      <p:ext uri="{BB962C8B-B14F-4D97-AF65-F5344CB8AC3E}">
        <p14:creationId xmlns:p14="http://schemas.microsoft.com/office/powerpoint/2010/main" val="11496641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Rôles pour événements dirigés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2704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17E302-8A9B-371C-D3F5-F4CCB31709D5}"/>
              </a:ext>
            </a:extLst>
          </p:cNvPr>
          <p:cNvSpPr>
            <a:spLocks noGrp="1"/>
          </p:cNvSpPr>
          <p:nvPr>
            <p:ph type="title"/>
          </p:nvPr>
        </p:nvSpPr>
        <p:spPr/>
        <p:txBody>
          <a:bodyPr/>
          <a:lstStyle/>
          <a:p>
            <a:r>
              <a:rPr lang="fr-FR" dirty="0"/>
              <a:t>Rôle pour événements dirigés</a:t>
            </a:r>
          </a:p>
        </p:txBody>
      </p:sp>
      <p:sp>
        <p:nvSpPr>
          <p:cNvPr id="3" name="Espace réservé du contenu 2">
            <a:extLst>
              <a:ext uri="{FF2B5EF4-FFF2-40B4-BE49-F238E27FC236}">
                <a16:creationId xmlns:a16="http://schemas.microsoft.com/office/drawing/2014/main" id="{CDBF6486-55E2-CEE1-530A-8BC2DAEBFFE8}"/>
              </a:ext>
            </a:extLst>
          </p:cNvPr>
          <p:cNvSpPr>
            <a:spLocks noGrp="1"/>
          </p:cNvSpPr>
          <p:nvPr>
            <p:ph idx="1"/>
          </p:nvPr>
        </p:nvSpPr>
        <p:spPr/>
        <p:txBody>
          <a:bodyPr>
            <a:normAutofit lnSpcReduction="10000"/>
          </a:bodyPr>
          <a:lstStyle/>
          <a:p>
            <a:r>
              <a:rPr lang="fr-FR" dirty="0"/>
              <a:t>Facilitateur Animateur</a:t>
            </a:r>
          </a:p>
          <a:p>
            <a:r>
              <a:rPr lang="fr-FR" dirty="0"/>
              <a:t>Gardien du temps et du déroulement</a:t>
            </a:r>
          </a:p>
          <a:p>
            <a:r>
              <a:rPr lang="fr-FR" dirty="0"/>
              <a:t>Pousse décision et avancement</a:t>
            </a:r>
          </a:p>
          <a:p>
            <a:r>
              <a:rPr lang="fr-FR" dirty="0"/>
              <a:t>Observateur pour amélioration continue</a:t>
            </a:r>
          </a:p>
          <a:p>
            <a:r>
              <a:rPr lang="fr-FR" dirty="0" err="1"/>
              <a:t>ScribeEnregistreurFacilitateur-graphiqueVidéaste</a:t>
            </a:r>
            <a:endParaRPr lang="fr-FR" dirty="0"/>
          </a:p>
          <a:p>
            <a:r>
              <a:rPr lang="fr-FR" dirty="0"/>
              <a:t>Contributeur riche en contenu </a:t>
            </a:r>
            <a:r>
              <a:rPr lang="fr-FR" dirty="0" err="1"/>
              <a:t>SpeakerIntervenant</a:t>
            </a:r>
            <a:endParaRPr lang="fr-FR" dirty="0"/>
          </a:p>
          <a:p>
            <a:r>
              <a:rPr lang="fr-FR" dirty="0"/>
              <a:t>Soutien logistique, technique, humain</a:t>
            </a:r>
          </a:p>
          <a:p>
            <a:r>
              <a:rPr lang="fr-FR" dirty="0" err="1"/>
              <a:t>SponsorGarant</a:t>
            </a:r>
            <a:r>
              <a:rPr lang="fr-FR" dirty="0"/>
              <a:t> du cadre, de la vision, de la </a:t>
            </a:r>
            <a:r>
              <a:rPr lang="fr-FR" dirty="0" err="1"/>
              <a:t>directionReprésentant</a:t>
            </a:r>
            <a:r>
              <a:rPr lang="fr-FR" dirty="0"/>
              <a:t> de l'autorité</a:t>
            </a:r>
          </a:p>
        </p:txBody>
      </p:sp>
    </p:spTree>
    <p:extLst>
      <p:ext uri="{BB962C8B-B14F-4D97-AF65-F5344CB8AC3E}">
        <p14:creationId xmlns:p14="http://schemas.microsoft.com/office/powerpoint/2010/main" val="6244070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igne pouce en haut avec un remplissage uni">
            <a:extLst>
              <a:ext uri="{FF2B5EF4-FFF2-40B4-BE49-F238E27FC236}">
                <a16:creationId xmlns:a16="http://schemas.microsoft.com/office/drawing/2014/main" id="{7BE092B5-7A61-1B53-9AC8-50A2EA995CC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82497" y="244613"/>
            <a:ext cx="178020" cy="178021"/>
          </a:xfrm>
          <a:prstGeom prst="rect">
            <a:avLst/>
          </a:prstGeom>
        </p:spPr>
      </p:pic>
      <p:pic>
        <p:nvPicPr>
          <p:cNvPr id="4" name="Graphique 3" descr="Pouce en bas avec un remplissage uni">
            <a:extLst>
              <a:ext uri="{FF2B5EF4-FFF2-40B4-BE49-F238E27FC236}">
                <a16:creationId xmlns:a16="http://schemas.microsoft.com/office/drawing/2014/main" id="{F61BC359-61D5-0BE5-AFE8-686FDD43D99E}"/>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039161" y="263918"/>
            <a:ext cx="192431" cy="192431"/>
          </a:xfrm>
          <a:prstGeom prst="rect">
            <a:avLst/>
          </a:prstGeom>
        </p:spPr>
      </p:pic>
      <p:sp>
        <p:nvSpPr>
          <p:cNvPr id="5" name="Rectangle 4">
            <a:extLst>
              <a:ext uri="{FF2B5EF4-FFF2-40B4-BE49-F238E27FC236}">
                <a16:creationId xmlns:a16="http://schemas.microsoft.com/office/drawing/2014/main" id="{CEDDA439-9693-B07C-2FD6-154DA241836F}"/>
              </a:ext>
            </a:extLst>
          </p:cNvPr>
          <p:cNvSpPr/>
          <p:nvPr/>
        </p:nvSpPr>
        <p:spPr>
          <a:xfrm>
            <a:off x="1165484"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0AF9AD1-1E60-C4F1-55E1-22909F59CD24}"/>
              </a:ext>
            </a:extLst>
          </p:cNvPr>
          <p:cNvSpPr/>
          <p:nvPr/>
        </p:nvSpPr>
        <p:spPr>
          <a:xfrm>
            <a:off x="1828064"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C3E228D-453C-EE80-D663-5CD9589071A4}"/>
              </a:ext>
            </a:extLst>
          </p:cNvPr>
          <p:cNvSpPr/>
          <p:nvPr/>
        </p:nvSpPr>
        <p:spPr>
          <a:xfrm>
            <a:off x="2490642"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1E2ADD98-4AB0-E1CD-E05F-146DC4C4D1B8}"/>
              </a:ext>
            </a:extLst>
          </p:cNvPr>
          <p:cNvSpPr/>
          <p:nvPr/>
        </p:nvSpPr>
        <p:spPr>
          <a:xfrm>
            <a:off x="3160732"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Aide avec un remplissage uni">
            <a:extLst>
              <a:ext uri="{FF2B5EF4-FFF2-40B4-BE49-F238E27FC236}">
                <a16:creationId xmlns:a16="http://schemas.microsoft.com/office/drawing/2014/main" id="{B4ECC3EF-C0B1-321C-115B-834936085E3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735906" y="263918"/>
            <a:ext cx="178158" cy="178158"/>
          </a:xfrm>
          <a:prstGeom prst="rect">
            <a:avLst/>
          </a:prstGeom>
        </p:spPr>
      </p:pic>
      <p:grpSp>
        <p:nvGrpSpPr>
          <p:cNvPr id="10" name="Groupe 9">
            <a:extLst>
              <a:ext uri="{FF2B5EF4-FFF2-40B4-BE49-F238E27FC236}">
                <a16:creationId xmlns:a16="http://schemas.microsoft.com/office/drawing/2014/main" id="{3F6EF793-B17C-4E2C-05B8-492FB3310870}"/>
              </a:ext>
            </a:extLst>
          </p:cNvPr>
          <p:cNvGrpSpPr/>
          <p:nvPr/>
        </p:nvGrpSpPr>
        <p:grpSpPr>
          <a:xfrm>
            <a:off x="3356528" y="246799"/>
            <a:ext cx="201782" cy="201782"/>
            <a:chOff x="5638800" y="2971800"/>
            <a:chExt cx="914400" cy="914400"/>
          </a:xfrm>
        </p:grpSpPr>
        <p:pic>
          <p:nvPicPr>
            <p:cNvPr id="28" name="Graphique 27" descr="Sphères de Harvey 100% avec un remplissage uni">
              <a:extLst>
                <a:ext uri="{FF2B5EF4-FFF2-40B4-BE49-F238E27FC236}">
                  <a16:creationId xmlns:a16="http://schemas.microsoft.com/office/drawing/2014/main" id="{5C218444-6D1D-9491-FCB3-6ABCAB773597}"/>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38800" y="2971800"/>
              <a:ext cx="914400" cy="914400"/>
            </a:xfrm>
            <a:prstGeom prst="rect">
              <a:avLst/>
            </a:prstGeom>
          </p:spPr>
        </p:pic>
        <p:pic>
          <p:nvPicPr>
            <p:cNvPr id="29" name="Graphique 28" descr="Lumières allumées avec un remplissage uni">
              <a:extLst>
                <a:ext uri="{FF2B5EF4-FFF2-40B4-BE49-F238E27FC236}">
                  <a16:creationId xmlns:a16="http://schemas.microsoft.com/office/drawing/2014/main" id="{3F91BF70-F09F-894A-7B4F-63D24098EC8C}"/>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710913" y="3066428"/>
              <a:ext cx="767522" cy="767522"/>
            </a:xfrm>
            <a:prstGeom prst="rect">
              <a:avLst/>
            </a:prstGeom>
          </p:spPr>
        </p:pic>
      </p:grpSp>
      <p:sp>
        <p:nvSpPr>
          <p:cNvPr id="11" name="Rectangle 10">
            <a:extLst>
              <a:ext uri="{FF2B5EF4-FFF2-40B4-BE49-F238E27FC236}">
                <a16:creationId xmlns:a16="http://schemas.microsoft.com/office/drawing/2014/main" id="{39E328E7-57CD-08DC-7BF4-3A1EBE829A90}"/>
              </a:ext>
            </a:extLst>
          </p:cNvPr>
          <p:cNvSpPr/>
          <p:nvPr/>
        </p:nvSpPr>
        <p:spPr>
          <a:xfrm>
            <a:off x="1204478" y="63543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2" name="Rectangle 11">
            <a:extLst>
              <a:ext uri="{FF2B5EF4-FFF2-40B4-BE49-F238E27FC236}">
                <a16:creationId xmlns:a16="http://schemas.microsoft.com/office/drawing/2014/main" id="{19A199DD-4DC0-6A53-DC24-4E8D15C01F47}"/>
              </a:ext>
            </a:extLst>
          </p:cNvPr>
          <p:cNvSpPr/>
          <p:nvPr/>
        </p:nvSpPr>
        <p:spPr>
          <a:xfrm>
            <a:off x="1418520" y="63543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3" name="Rectangle 12">
            <a:extLst>
              <a:ext uri="{FF2B5EF4-FFF2-40B4-BE49-F238E27FC236}">
                <a16:creationId xmlns:a16="http://schemas.microsoft.com/office/drawing/2014/main" id="{B03755CD-DA35-D28E-3D76-4E3DCDDEBAA1}"/>
              </a:ext>
            </a:extLst>
          </p:cNvPr>
          <p:cNvSpPr/>
          <p:nvPr/>
        </p:nvSpPr>
        <p:spPr>
          <a:xfrm>
            <a:off x="1363785" y="824130"/>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4" name="Rectangle 13">
            <a:extLst>
              <a:ext uri="{FF2B5EF4-FFF2-40B4-BE49-F238E27FC236}">
                <a16:creationId xmlns:a16="http://schemas.microsoft.com/office/drawing/2014/main" id="{E8707CEE-6827-3A20-94F1-A892D051DE80}"/>
              </a:ext>
            </a:extLst>
          </p:cNvPr>
          <p:cNvSpPr/>
          <p:nvPr/>
        </p:nvSpPr>
        <p:spPr>
          <a:xfrm>
            <a:off x="1895439" y="632380"/>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5" name="Rectangle 14">
            <a:extLst>
              <a:ext uri="{FF2B5EF4-FFF2-40B4-BE49-F238E27FC236}">
                <a16:creationId xmlns:a16="http://schemas.microsoft.com/office/drawing/2014/main" id="{F5C5C97B-8A0F-557D-0E90-1160274C56A6}"/>
              </a:ext>
            </a:extLst>
          </p:cNvPr>
          <p:cNvSpPr/>
          <p:nvPr/>
        </p:nvSpPr>
        <p:spPr>
          <a:xfrm>
            <a:off x="2127908" y="712125"/>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6" name="Rectangle 15">
            <a:extLst>
              <a:ext uri="{FF2B5EF4-FFF2-40B4-BE49-F238E27FC236}">
                <a16:creationId xmlns:a16="http://schemas.microsoft.com/office/drawing/2014/main" id="{FF6F80AD-34A8-59E0-6F79-4C2172BF25F2}"/>
              </a:ext>
            </a:extLst>
          </p:cNvPr>
          <p:cNvSpPr/>
          <p:nvPr/>
        </p:nvSpPr>
        <p:spPr>
          <a:xfrm>
            <a:off x="1907931" y="846763"/>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7" name="Rectangle 16">
            <a:extLst>
              <a:ext uri="{FF2B5EF4-FFF2-40B4-BE49-F238E27FC236}">
                <a16:creationId xmlns:a16="http://schemas.microsoft.com/office/drawing/2014/main" id="{70A97601-E42E-9EEC-6C6B-2BC8592E6BCF}"/>
              </a:ext>
            </a:extLst>
          </p:cNvPr>
          <p:cNvSpPr/>
          <p:nvPr/>
        </p:nvSpPr>
        <p:spPr>
          <a:xfrm>
            <a:off x="2535278" y="623115"/>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8" name="Rectangle 17">
            <a:extLst>
              <a:ext uri="{FF2B5EF4-FFF2-40B4-BE49-F238E27FC236}">
                <a16:creationId xmlns:a16="http://schemas.microsoft.com/office/drawing/2014/main" id="{381218D5-81A4-1D34-40D0-FF37CA1413F1}"/>
              </a:ext>
            </a:extLst>
          </p:cNvPr>
          <p:cNvSpPr/>
          <p:nvPr/>
        </p:nvSpPr>
        <p:spPr>
          <a:xfrm>
            <a:off x="2759514" y="613149"/>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9" name="Rectangle 18">
            <a:extLst>
              <a:ext uri="{FF2B5EF4-FFF2-40B4-BE49-F238E27FC236}">
                <a16:creationId xmlns:a16="http://schemas.microsoft.com/office/drawing/2014/main" id="{B28BDFCF-8ED3-FB29-599E-4DF002FFCA2B}"/>
              </a:ext>
            </a:extLst>
          </p:cNvPr>
          <p:cNvSpPr/>
          <p:nvPr/>
        </p:nvSpPr>
        <p:spPr>
          <a:xfrm>
            <a:off x="2701815" y="85670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0" name="Rectangle 19">
            <a:extLst>
              <a:ext uri="{FF2B5EF4-FFF2-40B4-BE49-F238E27FC236}">
                <a16:creationId xmlns:a16="http://schemas.microsoft.com/office/drawing/2014/main" id="{A9C59F9B-5424-CAA7-BC50-F953106FBE0C}"/>
              </a:ext>
            </a:extLst>
          </p:cNvPr>
          <p:cNvSpPr/>
          <p:nvPr/>
        </p:nvSpPr>
        <p:spPr>
          <a:xfrm>
            <a:off x="3251018" y="628137"/>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1" name="Rectangle 20">
            <a:extLst>
              <a:ext uri="{FF2B5EF4-FFF2-40B4-BE49-F238E27FC236}">
                <a16:creationId xmlns:a16="http://schemas.microsoft.com/office/drawing/2014/main" id="{A1E108C6-BE7F-3F80-2AB6-5586B730EB1E}"/>
              </a:ext>
            </a:extLst>
          </p:cNvPr>
          <p:cNvSpPr/>
          <p:nvPr/>
        </p:nvSpPr>
        <p:spPr>
          <a:xfrm>
            <a:off x="3438342" y="82280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2" name="Rectangle 21">
            <a:extLst>
              <a:ext uri="{FF2B5EF4-FFF2-40B4-BE49-F238E27FC236}">
                <a16:creationId xmlns:a16="http://schemas.microsoft.com/office/drawing/2014/main" id="{0A6BCBA0-F36B-C506-9C29-B8336B3B156F}"/>
              </a:ext>
            </a:extLst>
          </p:cNvPr>
          <p:cNvSpPr/>
          <p:nvPr/>
        </p:nvSpPr>
        <p:spPr>
          <a:xfrm>
            <a:off x="3483157" y="612609"/>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23" name="Graphique 22" descr="Personne confuse avec un remplissage uni">
            <a:extLst>
              <a:ext uri="{FF2B5EF4-FFF2-40B4-BE49-F238E27FC236}">
                <a16:creationId xmlns:a16="http://schemas.microsoft.com/office/drawing/2014/main" id="{24046DA5-B8DC-1D3A-2156-A23BFBC692CE}"/>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2857900" y="1203568"/>
            <a:ext cx="1083891" cy="757346"/>
          </a:xfrm>
          <a:prstGeom prst="rect">
            <a:avLst/>
          </a:prstGeom>
        </p:spPr>
      </p:pic>
      <p:sp>
        <p:nvSpPr>
          <p:cNvPr id="25" name="Rectangle 24">
            <a:extLst>
              <a:ext uri="{FF2B5EF4-FFF2-40B4-BE49-F238E27FC236}">
                <a16:creationId xmlns:a16="http://schemas.microsoft.com/office/drawing/2014/main" id="{6793113F-992D-014B-1F90-DBB1F50EE388}"/>
              </a:ext>
            </a:extLst>
          </p:cNvPr>
          <p:cNvSpPr/>
          <p:nvPr/>
        </p:nvSpPr>
        <p:spPr>
          <a:xfrm>
            <a:off x="2857900" y="1660267"/>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26" name="Graphique 25" descr="Homme avec un remplissage uni">
            <a:extLst>
              <a:ext uri="{FF2B5EF4-FFF2-40B4-BE49-F238E27FC236}">
                <a16:creationId xmlns:a16="http://schemas.microsoft.com/office/drawing/2014/main" id="{B01EBD3C-9FB9-3C14-2C4E-8F89892FF07E}"/>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1609411" y="1270246"/>
            <a:ext cx="1393032" cy="849476"/>
          </a:xfrm>
          <a:prstGeom prst="rect">
            <a:avLst/>
          </a:prstGeom>
        </p:spPr>
      </p:pic>
      <p:pic>
        <p:nvPicPr>
          <p:cNvPr id="27" name="Graphique 26" descr="Homme avec un remplissage uni">
            <a:extLst>
              <a:ext uri="{FF2B5EF4-FFF2-40B4-BE49-F238E27FC236}">
                <a16:creationId xmlns:a16="http://schemas.microsoft.com/office/drawing/2014/main" id="{84BF3340-D921-9400-D007-4051807D6C50}"/>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923110" y="1218963"/>
            <a:ext cx="1427779" cy="849476"/>
          </a:xfrm>
          <a:prstGeom prst="rect">
            <a:avLst/>
          </a:prstGeom>
        </p:spPr>
      </p:pic>
      <p:pic>
        <p:nvPicPr>
          <p:cNvPr id="30" name="Graphique 29" descr="Homme avec un remplissage uni">
            <a:extLst>
              <a:ext uri="{FF2B5EF4-FFF2-40B4-BE49-F238E27FC236}">
                <a16:creationId xmlns:a16="http://schemas.microsoft.com/office/drawing/2014/main" id="{524D1E96-84EB-9BC7-BB06-87282B7873DF}"/>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351108" y="1301135"/>
            <a:ext cx="1393032" cy="849476"/>
          </a:xfrm>
          <a:prstGeom prst="rect">
            <a:avLst/>
          </a:prstGeom>
        </p:spPr>
      </p:pic>
      <p:pic>
        <p:nvPicPr>
          <p:cNvPr id="31" name="Graphique 30" descr="Homme avec un remplissage uni">
            <a:extLst>
              <a:ext uri="{FF2B5EF4-FFF2-40B4-BE49-F238E27FC236}">
                <a16:creationId xmlns:a16="http://schemas.microsoft.com/office/drawing/2014/main" id="{FABFA46E-4BBE-8675-1172-6F2F6A8F6708}"/>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l="20292" t="1" r="27728" b="40502"/>
          <a:stretch/>
        </p:blipFill>
        <p:spPr>
          <a:xfrm>
            <a:off x="202125" y="1111438"/>
            <a:ext cx="724091" cy="849476"/>
          </a:xfrm>
          <a:prstGeom prst="rect">
            <a:avLst/>
          </a:prstGeom>
        </p:spPr>
      </p:pic>
      <p:pic>
        <p:nvPicPr>
          <p:cNvPr id="40" name="Graphique 39" descr="Personne confuse avec un remplissage uni">
            <a:extLst>
              <a:ext uri="{FF2B5EF4-FFF2-40B4-BE49-F238E27FC236}">
                <a16:creationId xmlns:a16="http://schemas.microsoft.com/office/drawing/2014/main" id="{DCB53E66-7C49-4D03-7A8B-0420A1440583}"/>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5322419" y="623115"/>
            <a:ext cx="1902316" cy="1329202"/>
          </a:xfrm>
          <a:prstGeom prst="rect">
            <a:avLst/>
          </a:prstGeom>
        </p:spPr>
      </p:pic>
      <p:pic>
        <p:nvPicPr>
          <p:cNvPr id="42" name="Graphique 41" descr="Sablier 60% avec un remplissage uni">
            <a:extLst>
              <a:ext uri="{FF2B5EF4-FFF2-40B4-BE49-F238E27FC236}">
                <a16:creationId xmlns:a16="http://schemas.microsoft.com/office/drawing/2014/main" id="{8FDDCC33-3BAF-533B-5309-C53AD45CEB4B}"/>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96364" y="518524"/>
            <a:ext cx="1218519" cy="1218519"/>
          </a:xfrm>
          <a:prstGeom prst="rect">
            <a:avLst/>
          </a:prstGeom>
        </p:spPr>
      </p:pic>
      <p:grpSp>
        <p:nvGrpSpPr>
          <p:cNvPr id="47" name="Groupe 46">
            <a:extLst>
              <a:ext uri="{FF2B5EF4-FFF2-40B4-BE49-F238E27FC236}">
                <a16:creationId xmlns:a16="http://schemas.microsoft.com/office/drawing/2014/main" id="{E29DEBB6-BAD4-D7B6-63D8-2DE1A084363B}"/>
              </a:ext>
            </a:extLst>
          </p:cNvPr>
          <p:cNvGrpSpPr/>
          <p:nvPr/>
        </p:nvGrpSpPr>
        <p:grpSpPr>
          <a:xfrm rot="20617303">
            <a:off x="4815140" y="468079"/>
            <a:ext cx="899357" cy="1300169"/>
            <a:chOff x="5268545" y="2857500"/>
            <a:chExt cx="1116783" cy="1614494"/>
          </a:xfrm>
        </p:grpSpPr>
        <p:sp>
          <p:nvSpPr>
            <p:cNvPr id="44" name="Rectangle 43">
              <a:extLst>
                <a:ext uri="{FF2B5EF4-FFF2-40B4-BE49-F238E27FC236}">
                  <a16:creationId xmlns:a16="http://schemas.microsoft.com/office/drawing/2014/main" id="{DAD7E4CD-FB06-7717-EF83-01BDD08801EB}"/>
                </a:ext>
              </a:extLst>
            </p:cNvPr>
            <p:cNvSpPr/>
            <p:nvPr/>
          </p:nvSpPr>
          <p:spPr>
            <a:xfrm>
              <a:off x="5729326" y="2857500"/>
              <a:ext cx="195224" cy="16144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A06EA2C-938E-11AB-1106-7034E87BFCF1}"/>
                </a:ext>
              </a:extLst>
            </p:cNvPr>
            <p:cNvSpPr/>
            <p:nvPr/>
          </p:nvSpPr>
          <p:spPr>
            <a:xfrm>
              <a:off x="5268545" y="3052761"/>
              <a:ext cx="1116783" cy="752475"/>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Graphique 45" descr="Avertissement avec un remplissage uni">
              <a:extLst>
                <a:ext uri="{FF2B5EF4-FFF2-40B4-BE49-F238E27FC236}">
                  <a16:creationId xmlns:a16="http://schemas.microsoft.com/office/drawing/2014/main" id="{342D8DD4-45F8-DB25-E0CE-09622801E488}"/>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83584" y="3053786"/>
              <a:ext cx="686707" cy="686707"/>
            </a:xfrm>
            <a:prstGeom prst="rect">
              <a:avLst/>
            </a:prstGeom>
          </p:spPr>
        </p:pic>
      </p:grpSp>
      <p:grpSp>
        <p:nvGrpSpPr>
          <p:cNvPr id="49" name="Groupe 48">
            <a:extLst>
              <a:ext uri="{FF2B5EF4-FFF2-40B4-BE49-F238E27FC236}">
                <a16:creationId xmlns:a16="http://schemas.microsoft.com/office/drawing/2014/main" id="{0CF64CC6-CCEB-F829-20E2-1C9823CC2F1F}"/>
              </a:ext>
            </a:extLst>
          </p:cNvPr>
          <p:cNvGrpSpPr/>
          <p:nvPr/>
        </p:nvGrpSpPr>
        <p:grpSpPr>
          <a:xfrm flipH="1">
            <a:off x="8301341" y="436044"/>
            <a:ext cx="1762751" cy="1565838"/>
            <a:chOff x="1195526" y="3102720"/>
            <a:chExt cx="1771118" cy="1642488"/>
          </a:xfrm>
        </p:grpSpPr>
        <p:pic>
          <p:nvPicPr>
            <p:cNvPr id="50" name="Graphique 49" descr="Homme conductrice avec un remplissage uni">
              <a:extLst>
                <a:ext uri="{FF2B5EF4-FFF2-40B4-BE49-F238E27FC236}">
                  <a16:creationId xmlns:a16="http://schemas.microsoft.com/office/drawing/2014/main" id="{3D6C0541-E72E-EA5E-C674-8507FFF4D161}"/>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r="14747" b="7263"/>
            <a:stretch/>
          </p:blipFill>
          <p:spPr>
            <a:xfrm>
              <a:off x="1195526" y="3102720"/>
              <a:ext cx="1509937" cy="1642488"/>
            </a:xfrm>
            <a:prstGeom prst="rect">
              <a:avLst/>
            </a:prstGeom>
          </p:spPr>
        </p:pic>
        <p:sp>
          <p:nvSpPr>
            <p:cNvPr id="51" name="Rectangle 50">
              <a:extLst>
                <a:ext uri="{FF2B5EF4-FFF2-40B4-BE49-F238E27FC236}">
                  <a16:creationId xmlns:a16="http://schemas.microsoft.com/office/drawing/2014/main" id="{9F46B29E-76ED-3895-EB4A-9A7AE7CCF7FC}"/>
                </a:ext>
              </a:extLst>
            </p:cNvPr>
            <p:cNvSpPr/>
            <p:nvPr/>
          </p:nvSpPr>
          <p:spPr>
            <a:xfrm>
              <a:off x="2510447" y="3102720"/>
              <a:ext cx="456197" cy="9361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200" dirty="0">
                <a:solidFill>
                  <a:schemeClr val="tx1"/>
                </a:solidFill>
              </a:endParaRPr>
            </a:p>
          </p:txBody>
        </p:sp>
      </p:grpSp>
      <p:pic>
        <p:nvPicPr>
          <p:cNvPr id="58" name="Graphique 57" descr="Flèches de chevron avec un remplissage uni">
            <a:extLst>
              <a:ext uri="{FF2B5EF4-FFF2-40B4-BE49-F238E27FC236}">
                <a16:creationId xmlns:a16="http://schemas.microsoft.com/office/drawing/2014/main" id="{7E559CA7-D6F3-4C9F-AEDE-2DA189EF181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895102" y="360133"/>
            <a:ext cx="1639813" cy="570022"/>
          </a:xfrm>
          <a:prstGeom prst="rect">
            <a:avLst/>
          </a:prstGeom>
        </p:spPr>
      </p:pic>
      <p:pic>
        <p:nvPicPr>
          <p:cNvPr id="60" name="Graphique 59" descr="Schéma de réseau avec un remplissage uni">
            <a:extLst>
              <a:ext uri="{FF2B5EF4-FFF2-40B4-BE49-F238E27FC236}">
                <a16:creationId xmlns:a16="http://schemas.microsoft.com/office/drawing/2014/main" id="{EE013B65-801A-25AF-1BC9-809C900811FB}"/>
              </a:ext>
            </a:extLst>
          </p:cNvPr>
          <p:cNvPicPr>
            <a:picLocks noChangeAspect="1"/>
          </p:cNvPicPr>
          <p:nvPr/>
        </p:nvPicPr>
        <p:blipFill rotWithShape="1">
          <a:blip r:embed="rId25" cstate="print">
            <a:extLst>
              <a:ext uri="{28A0092B-C50C-407E-A947-70E740481C1C}">
                <a14:useLocalDpi xmlns:a14="http://schemas.microsoft.com/office/drawing/2010/main"/>
              </a:ext>
              <a:ext uri="{96DAC541-7B7A-43D3-8B79-37D633B846F1}">
                <asvg:svgBlip xmlns:asvg="http://schemas.microsoft.com/office/drawing/2016/SVG/main" r:embed="rId26"/>
              </a:ext>
            </a:extLst>
          </a:blip>
          <a:srcRect t="11943" b="13933"/>
          <a:stretch/>
        </p:blipFill>
        <p:spPr>
          <a:xfrm>
            <a:off x="10121514" y="904658"/>
            <a:ext cx="1413401" cy="1047659"/>
          </a:xfrm>
          <a:prstGeom prst="rect">
            <a:avLst/>
          </a:prstGeom>
        </p:spPr>
      </p:pic>
      <p:sp>
        <p:nvSpPr>
          <p:cNvPr id="62" name="Rectangle 61">
            <a:extLst>
              <a:ext uri="{FF2B5EF4-FFF2-40B4-BE49-F238E27FC236}">
                <a16:creationId xmlns:a16="http://schemas.microsoft.com/office/drawing/2014/main" id="{EEA145E6-6773-7E9F-AB27-EA4DCFC09007}"/>
              </a:ext>
            </a:extLst>
          </p:cNvPr>
          <p:cNvSpPr/>
          <p:nvPr/>
        </p:nvSpPr>
        <p:spPr>
          <a:xfrm>
            <a:off x="11116455" y="1233738"/>
            <a:ext cx="449416" cy="3998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 name="Graphique 511" descr="Femme détective avec un remplissage uni">
            <a:extLst>
              <a:ext uri="{FF2B5EF4-FFF2-40B4-BE49-F238E27FC236}">
                <a16:creationId xmlns:a16="http://schemas.microsoft.com/office/drawing/2014/main" id="{433A8F9B-432F-708F-78CE-9CBD759AA52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9656" r="14873" b="5744"/>
          <a:stretch/>
        </p:blipFill>
        <p:spPr>
          <a:xfrm>
            <a:off x="351108" y="2616337"/>
            <a:ext cx="1393032" cy="1739763"/>
          </a:xfrm>
          <a:prstGeom prst="rect">
            <a:avLst/>
          </a:prstGeom>
        </p:spPr>
      </p:pic>
      <p:pic>
        <p:nvPicPr>
          <p:cNvPr id="513" name="Graphique 512" descr="Réussite du groupe avec un remplissage uni">
            <a:extLst>
              <a:ext uri="{FF2B5EF4-FFF2-40B4-BE49-F238E27FC236}">
                <a16:creationId xmlns:a16="http://schemas.microsoft.com/office/drawing/2014/main" id="{1A9369C2-6830-173A-DA3A-F53D9D7E1251}"/>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t="13979" b="19010"/>
          <a:stretch/>
        </p:blipFill>
        <p:spPr>
          <a:xfrm>
            <a:off x="2016639" y="2676885"/>
            <a:ext cx="1530936" cy="1025884"/>
          </a:xfrm>
          <a:prstGeom prst="rect">
            <a:avLst/>
          </a:prstGeom>
        </p:spPr>
      </p:pic>
      <p:pic>
        <p:nvPicPr>
          <p:cNvPr id="514" name="Graphique 513" descr="Papier avec un remplissage uni">
            <a:extLst>
              <a:ext uri="{FF2B5EF4-FFF2-40B4-BE49-F238E27FC236}">
                <a16:creationId xmlns:a16="http://schemas.microsoft.com/office/drawing/2014/main" id="{7480C531-6170-2ACE-6F6A-EDF31E1E7463}"/>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600113" y="2448507"/>
            <a:ext cx="521193" cy="521193"/>
          </a:xfrm>
          <a:prstGeom prst="rect">
            <a:avLst/>
          </a:prstGeom>
        </p:spPr>
      </p:pic>
      <p:pic>
        <p:nvPicPr>
          <p:cNvPr id="515" name="Graphique 514" descr="Crayon avec un remplissage uni">
            <a:extLst>
              <a:ext uri="{FF2B5EF4-FFF2-40B4-BE49-F238E27FC236}">
                <a16:creationId xmlns:a16="http://schemas.microsoft.com/office/drawing/2014/main" id="{E1741E4E-1066-5812-776E-CC23A7A8B2F8}"/>
              </a:ext>
            </a:extLst>
          </p:cNvPr>
          <p:cNvPicPr>
            <a:picLocks noChangeAspect="1"/>
          </p:cNvPicPr>
          <p:nvPr/>
        </p:nvPicPr>
        <p:blipFill>
          <a:blip r:embed="rId33" cstate="print">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228941" y="2770829"/>
            <a:ext cx="347798" cy="347798"/>
          </a:xfrm>
          <a:prstGeom prst="rect">
            <a:avLst/>
          </a:prstGeom>
        </p:spPr>
      </p:pic>
      <p:pic>
        <p:nvPicPr>
          <p:cNvPr id="516" name="Graphique 515" descr="Smartphone avec un remplissage uni">
            <a:extLst>
              <a:ext uri="{FF2B5EF4-FFF2-40B4-BE49-F238E27FC236}">
                <a16:creationId xmlns:a16="http://schemas.microsoft.com/office/drawing/2014/main" id="{8815A219-8C3A-3830-C937-7534BBFD3012}"/>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766528" y="3189827"/>
            <a:ext cx="521193" cy="521193"/>
          </a:xfrm>
          <a:prstGeom prst="rect">
            <a:avLst/>
          </a:prstGeom>
        </p:spPr>
      </p:pic>
      <p:pic>
        <p:nvPicPr>
          <p:cNvPr id="518" name="Graphique 517" descr="Caméra vidéo avec un remplissage uni">
            <a:extLst>
              <a:ext uri="{FF2B5EF4-FFF2-40B4-BE49-F238E27FC236}">
                <a16:creationId xmlns:a16="http://schemas.microsoft.com/office/drawing/2014/main" id="{729E3C02-B32D-F1AD-388C-055804AA010D}"/>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7381793" y="3745831"/>
            <a:ext cx="521193" cy="521193"/>
          </a:xfrm>
          <a:prstGeom prst="rect">
            <a:avLst/>
          </a:prstGeom>
        </p:spPr>
      </p:pic>
      <p:pic>
        <p:nvPicPr>
          <p:cNvPr id="519" name="Graphique 518" descr="Appareil photo avec un remplissage uni">
            <a:extLst>
              <a:ext uri="{FF2B5EF4-FFF2-40B4-BE49-F238E27FC236}">
                <a16:creationId xmlns:a16="http://schemas.microsoft.com/office/drawing/2014/main" id="{89391AFB-8164-BE45-A1E5-8205038A1804}"/>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6990890" y="3258718"/>
            <a:ext cx="521193" cy="521193"/>
          </a:xfrm>
          <a:prstGeom prst="rect">
            <a:avLst/>
          </a:prstGeom>
        </p:spPr>
      </p:pic>
      <p:pic>
        <p:nvPicPr>
          <p:cNvPr id="520" name="Graphique 519" descr="Webcam avec un remplissage uni">
            <a:extLst>
              <a:ext uri="{FF2B5EF4-FFF2-40B4-BE49-F238E27FC236}">
                <a16:creationId xmlns:a16="http://schemas.microsoft.com/office/drawing/2014/main" id="{761920AC-3EFC-AAD2-E3FD-7E6B6A33D4C0}"/>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6235175" y="2536774"/>
            <a:ext cx="521193" cy="521193"/>
          </a:xfrm>
          <a:prstGeom prst="rect">
            <a:avLst/>
          </a:prstGeom>
        </p:spPr>
      </p:pic>
      <p:pic>
        <p:nvPicPr>
          <p:cNvPr id="521" name="Graphique 520" descr="Micro de radio avec un remplissage uni">
            <a:extLst>
              <a:ext uri="{FF2B5EF4-FFF2-40B4-BE49-F238E27FC236}">
                <a16:creationId xmlns:a16="http://schemas.microsoft.com/office/drawing/2014/main" id="{19EE6EA1-0AC4-B8A9-FA4A-E457D55FF33D}"/>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6665140" y="2771605"/>
            <a:ext cx="521193" cy="521193"/>
          </a:xfrm>
          <a:prstGeom prst="rect">
            <a:avLst/>
          </a:prstGeom>
        </p:spPr>
      </p:pic>
      <p:pic>
        <p:nvPicPr>
          <p:cNvPr id="523" name="Graphique 522" descr="Plan avec un remplissage uni">
            <a:extLst>
              <a:ext uri="{FF2B5EF4-FFF2-40B4-BE49-F238E27FC236}">
                <a16:creationId xmlns:a16="http://schemas.microsoft.com/office/drawing/2014/main" id="{E138D287-1719-AADB-7A5B-6F217DEED8F6}"/>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4334475" y="3720663"/>
            <a:ext cx="635437" cy="635437"/>
          </a:xfrm>
          <a:prstGeom prst="rect">
            <a:avLst/>
          </a:prstGeom>
        </p:spPr>
      </p:pic>
      <p:pic>
        <p:nvPicPr>
          <p:cNvPr id="524" name="Graphique 523" descr="Personne confuse avec un remplissage uni">
            <a:extLst>
              <a:ext uri="{FF2B5EF4-FFF2-40B4-BE49-F238E27FC236}">
                <a16:creationId xmlns:a16="http://schemas.microsoft.com/office/drawing/2014/main" id="{EFFCEC43-3606-E040-CD15-519DF95DF257}"/>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5169782" y="3025052"/>
            <a:ext cx="1902316" cy="1329202"/>
          </a:xfrm>
          <a:prstGeom prst="rect">
            <a:avLst/>
          </a:prstGeom>
        </p:spPr>
      </p:pic>
      <p:grpSp>
        <p:nvGrpSpPr>
          <p:cNvPr id="525" name="Groupe 524">
            <a:extLst>
              <a:ext uri="{FF2B5EF4-FFF2-40B4-BE49-F238E27FC236}">
                <a16:creationId xmlns:a16="http://schemas.microsoft.com/office/drawing/2014/main" id="{7CB7F6B1-9F8E-3E25-6111-ECF781DA5D8D}"/>
              </a:ext>
            </a:extLst>
          </p:cNvPr>
          <p:cNvGrpSpPr/>
          <p:nvPr/>
        </p:nvGrpSpPr>
        <p:grpSpPr>
          <a:xfrm>
            <a:off x="8408223" y="2531910"/>
            <a:ext cx="3426582" cy="1822344"/>
            <a:chOff x="6390870" y="413695"/>
            <a:chExt cx="5574016" cy="2963189"/>
          </a:xfrm>
        </p:grpSpPr>
        <p:pic>
          <p:nvPicPr>
            <p:cNvPr id="526" name="Graphique 525" descr="Personne confuse avec un remplissage uni">
              <a:extLst>
                <a:ext uri="{FF2B5EF4-FFF2-40B4-BE49-F238E27FC236}">
                  <a16:creationId xmlns:a16="http://schemas.microsoft.com/office/drawing/2014/main" id="{7BEDDF4B-52AC-5CA4-0FB0-A8147BFA550C}"/>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8096144" y="1156310"/>
              <a:ext cx="1565232" cy="1093672"/>
            </a:xfrm>
            <a:prstGeom prst="rect">
              <a:avLst/>
            </a:prstGeom>
          </p:spPr>
        </p:pic>
        <p:pic>
          <p:nvPicPr>
            <p:cNvPr id="527" name="Graphique 526" descr="Homme avec un remplissage uni">
              <a:extLst>
                <a:ext uri="{FF2B5EF4-FFF2-40B4-BE49-F238E27FC236}">
                  <a16:creationId xmlns:a16="http://schemas.microsoft.com/office/drawing/2014/main" id="{B7276C81-0173-EC08-FFE3-AE2BB3ACC624}"/>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6390870" y="1765882"/>
              <a:ext cx="2061836" cy="1226716"/>
            </a:xfrm>
            <a:prstGeom prst="rect">
              <a:avLst/>
            </a:prstGeom>
          </p:spPr>
        </p:pic>
        <p:pic>
          <p:nvPicPr>
            <p:cNvPr id="528" name="Graphique 527" descr="Homme avec un remplissage uni">
              <a:extLst>
                <a:ext uri="{FF2B5EF4-FFF2-40B4-BE49-F238E27FC236}">
                  <a16:creationId xmlns:a16="http://schemas.microsoft.com/office/drawing/2014/main" id="{B144873C-0991-72AD-3F3C-006F3302B2FB}"/>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7135164" y="2050350"/>
              <a:ext cx="2061835" cy="1226717"/>
            </a:xfrm>
            <a:prstGeom prst="rect">
              <a:avLst/>
            </a:prstGeom>
          </p:spPr>
        </p:pic>
        <p:pic>
          <p:nvPicPr>
            <p:cNvPr id="529" name="Graphique 528" descr="Homme avec un remplissage uni">
              <a:extLst>
                <a:ext uri="{FF2B5EF4-FFF2-40B4-BE49-F238E27FC236}">
                  <a16:creationId xmlns:a16="http://schemas.microsoft.com/office/drawing/2014/main" id="{1F12F632-463E-796E-453D-76D94FD99F42}"/>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8026123" y="2150167"/>
              <a:ext cx="2061835" cy="1226717"/>
            </a:xfrm>
            <a:prstGeom prst="rect">
              <a:avLst/>
            </a:prstGeom>
          </p:spPr>
        </p:pic>
        <p:pic>
          <p:nvPicPr>
            <p:cNvPr id="530" name="Graphique 529" descr="Homme avec un remplissage uni">
              <a:extLst>
                <a:ext uri="{FF2B5EF4-FFF2-40B4-BE49-F238E27FC236}">
                  <a16:creationId xmlns:a16="http://schemas.microsoft.com/office/drawing/2014/main" id="{74028605-5511-7768-749C-9E9FA59E5EC8}"/>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9903050" y="1812331"/>
              <a:ext cx="2061836" cy="1226716"/>
            </a:xfrm>
            <a:prstGeom prst="rect">
              <a:avLst/>
            </a:prstGeom>
          </p:spPr>
        </p:pic>
        <p:sp>
          <p:nvSpPr>
            <p:cNvPr id="531" name="Rectangle 530">
              <a:extLst>
                <a:ext uri="{FF2B5EF4-FFF2-40B4-BE49-F238E27FC236}">
                  <a16:creationId xmlns:a16="http://schemas.microsoft.com/office/drawing/2014/main" id="{F7029C48-BFEB-ED1E-1D07-6B7EAB362203}"/>
                </a:ext>
              </a:extLst>
            </p:cNvPr>
            <p:cNvSpPr/>
            <p:nvPr/>
          </p:nvSpPr>
          <p:spPr>
            <a:xfrm>
              <a:off x="7481360" y="1150686"/>
              <a:ext cx="684721" cy="330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32" name="Graphique 531" descr="Bulle de discussion contour">
              <a:extLst>
                <a:ext uri="{FF2B5EF4-FFF2-40B4-BE49-F238E27FC236}">
                  <a16:creationId xmlns:a16="http://schemas.microsoft.com/office/drawing/2014/main" id="{3CA39A69-B1EB-3029-EF6F-2C5FE4330B59}"/>
                </a:ext>
              </a:extLst>
            </p:cNvPr>
            <p:cNvPicPr>
              <a:picLocks noChangeAspect="1"/>
            </p:cNvPicPr>
            <p:nvPr/>
          </p:nvPicPr>
          <p:blipFill rotWithShape="1">
            <a:blip r:embed="rId47" cstate="print">
              <a:extLst>
                <a:ext uri="{28A0092B-C50C-407E-A947-70E740481C1C}">
                  <a14:useLocalDpi xmlns:a14="http://schemas.microsoft.com/office/drawing/2010/main"/>
                </a:ext>
                <a:ext uri="{96DAC541-7B7A-43D3-8B79-37D633B846F1}">
                  <asvg:svgBlip xmlns:asvg="http://schemas.microsoft.com/office/drawing/2016/SVG/main" r:embed="rId48"/>
                </a:ext>
              </a:extLst>
            </a:blip>
            <a:srcRect t="16003" b="12311"/>
            <a:stretch/>
          </p:blipFill>
          <p:spPr>
            <a:xfrm flipH="1">
              <a:off x="8445891" y="413695"/>
              <a:ext cx="1436183" cy="836553"/>
            </a:xfrm>
            <a:prstGeom prst="rect">
              <a:avLst/>
            </a:prstGeom>
          </p:spPr>
        </p:pic>
        <p:pic>
          <p:nvPicPr>
            <p:cNvPr id="533" name="Graphique 532" descr="Homme avec un remplissage uni">
              <a:extLst>
                <a:ext uri="{FF2B5EF4-FFF2-40B4-BE49-F238E27FC236}">
                  <a16:creationId xmlns:a16="http://schemas.microsoft.com/office/drawing/2014/main" id="{76DF4809-AF15-DD9C-ECD9-28AF17E9846F}"/>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8987080" y="2007932"/>
              <a:ext cx="2061835" cy="1226717"/>
            </a:xfrm>
            <a:prstGeom prst="rect">
              <a:avLst/>
            </a:prstGeom>
          </p:spPr>
        </p:pic>
      </p:grpSp>
      <p:grpSp>
        <p:nvGrpSpPr>
          <p:cNvPr id="540" name="Groupe 539">
            <a:extLst>
              <a:ext uri="{FF2B5EF4-FFF2-40B4-BE49-F238E27FC236}">
                <a16:creationId xmlns:a16="http://schemas.microsoft.com/office/drawing/2014/main" id="{C776B9AC-231D-7F88-FB25-71771F92F162}"/>
              </a:ext>
            </a:extLst>
          </p:cNvPr>
          <p:cNvGrpSpPr/>
          <p:nvPr/>
        </p:nvGrpSpPr>
        <p:grpSpPr>
          <a:xfrm>
            <a:off x="1114991" y="4779858"/>
            <a:ext cx="1941918" cy="1833529"/>
            <a:chOff x="978457" y="4471994"/>
            <a:chExt cx="2450580" cy="2313800"/>
          </a:xfrm>
        </p:grpSpPr>
        <p:pic>
          <p:nvPicPr>
            <p:cNvPr id="537" name="Graphique 536" descr="Femme électricienne avec un remplissage uni">
              <a:extLst>
                <a:ext uri="{FF2B5EF4-FFF2-40B4-BE49-F238E27FC236}">
                  <a16:creationId xmlns:a16="http://schemas.microsoft.com/office/drawing/2014/main" id="{11056326-1812-6876-0177-C258088B5398}"/>
                </a:ext>
              </a:extLst>
            </p:cNvPr>
            <p:cNvPicPr>
              <a:picLocks noChangeAspect="1"/>
            </p:cNvPicPr>
            <p:nvPr/>
          </p:nvPicPr>
          <p:blipFill rotWithShape="1">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rcRect r="48405"/>
            <a:stretch/>
          </p:blipFill>
          <p:spPr>
            <a:xfrm>
              <a:off x="978457" y="4471994"/>
              <a:ext cx="1193799" cy="2313800"/>
            </a:xfrm>
            <a:prstGeom prst="rect">
              <a:avLst/>
            </a:prstGeom>
          </p:spPr>
        </p:pic>
        <p:pic>
          <p:nvPicPr>
            <p:cNvPr id="539" name="Graphique 538" descr="Femme médecin avec un remplissage uni">
              <a:extLst>
                <a:ext uri="{FF2B5EF4-FFF2-40B4-BE49-F238E27FC236}">
                  <a16:creationId xmlns:a16="http://schemas.microsoft.com/office/drawing/2014/main" id="{BDA15B0A-4AF0-9E09-AAB1-7E0E01EED8D5}"/>
                </a:ext>
              </a:extLst>
            </p:cNvPr>
            <p:cNvPicPr>
              <a:picLocks noChangeAspect="1"/>
            </p:cNvPicPr>
            <p:nvPr/>
          </p:nvPicPr>
          <p:blipFill rotWithShape="1">
            <a:blip r:embed="rId51" cstate="print">
              <a:extLst>
                <a:ext uri="{28A0092B-C50C-407E-A947-70E740481C1C}">
                  <a14:useLocalDpi xmlns:a14="http://schemas.microsoft.com/office/drawing/2010/main"/>
                </a:ext>
                <a:ext uri="{96DAC541-7B7A-43D3-8B79-37D633B846F1}">
                  <asvg:svgBlip xmlns:asvg="http://schemas.microsoft.com/office/drawing/2016/SVG/main" r:embed="rId52"/>
                </a:ext>
              </a:extLst>
            </a:blip>
            <a:srcRect r="50000"/>
            <a:stretch/>
          </p:blipFill>
          <p:spPr>
            <a:xfrm flipH="1">
              <a:off x="2172255" y="4510094"/>
              <a:ext cx="1256782" cy="2196567"/>
            </a:xfrm>
            <a:prstGeom prst="rect">
              <a:avLst/>
            </a:prstGeom>
          </p:spPr>
        </p:pic>
      </p:grpSp>
      <p:pic>
        <p:nvPicPr>
          <p:cNvPr id="542" name="Graphique 541" descr="Employée de bureau avec un remplissage uni">
            <a:extLst>
              <a:ext uri="{FF2B5EF4-FFF2-40B4-BE49-F238E27FC236}">
                <a16:creationId xmlns:a16="http://schemas.microsoft.com/office/drawing/2014/main" id="{5CC0FDE3-20D2-0E08-1DA6-6A42CDD15821}"/>
              </a:ext>
            </a:extLst>
          </p:cNvPr>
          <p:cNvPicPr>
            <a:picLocks noChangeAspect="1"/>
          </p:cNvPicPr>
          <p:nvPr/>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5585785" y="4650226"/>
            <a:ext cx="920529" cy="920529"/>
          </a:xfrm>
          <a:prstGeom prst="rect">
            <a:avLst/>
          </a:prstGeom>
        </p:spPr>
      </p:pic>
      <p:pic>
        <p:nvPicPr>
          <p:cNvPr id="544" name="Graphique 543" descr="Conférencier avec un remplissage uni">
            <a:extLst>
              <a:ext uri="{FF2B5EF4-FFF2-40B4-BE49-F238E27FC236}">
                <a16:creationId xmlns:a16="http://schemas.microsoft.com/office/drawing/2014/main" id="{D2F294C9-D177-3F3B-B51F-0EC5B67BB7D8}"/>
              </a:ext>
            </a:extLst>
          </p:cNvPr>
          <p:cNvPicPr>
            <a:picLocks noChangeAspect="1"/>
          </p:cNvPicPr>
          <p:nvPr/>
        </p:nvPicPr>
        <p:blipFill rotWithShape="1">
          <a:blip r:embed="rId55" cstate="print">
            <a:extLst>
              <a:ext uri="{28A0092B-C50C-407E-A947-70E740481C1C}">
                <a14:useLocalDpi xmlns:a14="http://schemas.microsoft.com/office/drawing/2010/main"/>
              </a:ext>
              <a:ext uri="{96DAC541-7B7A-43D3-8B79-37D633B846F1}">
                <asvg:svgBlip xmlns:asvg="http://schemas.microsoft.com/office/drawing/2016/SVG/main" r:embed="rId56"/>
              </a:ext>
            </a:extLst>
          </a:blip>
          <a:srcRect t="37405"/>
          <a:stretch/>
        </p:blipFill>
        <p:spPr>
          <a:xfrm>
            <a:off x="5062685" y="5477690"/>
            <a:ext cx="1966731" cy="1231061"/>
          </a:xfrm>
          <a:prstGeom prst="rect">
            <a:avLst/>
          </a:prstGeom>
        </p:spPr>
      </p:pic>
      <p:pic>
        <p:nvPicPr>
          <p:cNvPr id="545" name="Graphique 544" descr="Bâtiment avec un remplissage uni">
            <a:extLst>
              <a:ext uri="{FF2B5EF4-FFF2-40B4-BE49-F238E27FC236}">
                <a16:creationId xmlns:a16="http://schemas.microsoft.com/office/drawing/2014/main" id="{4120CE85-FA83-609F-E238-1FEB6FA5A927}"/>
              </a:ext>
            </a:extLst>
          </p:cNvPr>
          <p:cNvPicPr>
            <a:picLocks noChangeAspect="1"/>
          </p:cNvPicPr>
          <p:nvPr/>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6968637" y="4725441"/>
            <a:ext cx="1008000" cy="1008000"/>
          </a:xfrm>
          <a:prstGeom prst="rect">
            <a:avLst/>
          </a:prstGeom>
        </p:spPr>
      </p:pic>
    </p:spTree>
    <p:extLst>
      <p:ext uri="{BB962C8B-B14F-4D97-AF65-F5344CB8AC3E}">
        <p14:creationId xmlns:p14="http://schemas.microsoft.com/office/powerpoint/2010/main" val="9534238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Rôles pour événements à circulation libre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06105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029491-D4B1-A4B4-E159-A2364967D6CB}"/>
              </a:ext>
            </a:extLst>
          </p:cNvPr>
          <p:cNvSpPr>
            <a:spLocks noGrp="1"/>
          </p:cNvSpPr>
          <p:nvPr>
            <p:ph type="title"/>
          </p:nvPr>
        </p:nvSpPr>
        <p:spPr/>
        <p:txBody>
          <a:bodyPr/>
          <a:lstStyle/>
          <a:p>
            <a:r>
              <a:rPr lang="fr-FR" dirty="0"/>
              <a:t>Rôle pour événements à circulation libre</a:t>
            </a:r>
          </a:p>
        </p:txBody>
      </p:sp>
      <p:sp>
        <p:nvSpPr>
          <p:cNvPr id="3" name="Espace réservé du contenu 2">
            <a:extLst>
              <a:ext uri="{FF2B5EF4-FFF2-40B4-BE49-F238E27FC236}">
                <a16:creationId xmlns:a16="http://schemas.microsoft.com/office/drawing/2014/main" id="{7BFD673E-2F3D-EE66-90DC-01BB3046D220}"/>
              </a:ext>
            </a:extLst>
          </p:cNvPr>
          <p:cNvSpPr>
            <a:spLocks noGrp="1"/>
          </p:cNvSpPr>
          <p:nvPr>
            <p:ph idx="1"/>
          </p:nvPr>
        </p:nvSpPr>
        <p:spPr/>
        <p:txBody>
          <a:bodyPr/>
          <a:lstStyle/>
          <a:p>
            <a:r>
              <a:rPr lang="fr-FR" dirty="0" err="1"/>
              <a:t>OnboardersGestion</a:t>
            </a:r>
            <a:r>
              <a:rPr lang="fr-FR" dirty="0"/>
              <a:t> des arrivées, de l'accueil</a:t>
            </a:r>
          </a:p>
          <a:p>
            <a:r>
              <a:rPr lang="fr-FR" dirty="0" err="1"/>
              <a:t>OffboardersGestion</a:t>
            </a:r>
            <a:r>
              <a:rPr lang="fr-FR" dirty="0"/>
              <a:t> des départs</a:t>
            </a:r>
          </a:p>
          <a:p>
            <a:r>
              <a:rPr lang="fr-FR" dirty="0" err="1"/>
              <a:t>MatchmakersTisseurs</a:t>
            </a:r>
            <a:r>
              <a:rPr lang="fr-FR" dirty="0"/>
              <a:t> de </a:t>
            </a:r>
            <a:r>
              <a:rPr lang="fr-FR" dirty="0" err="1"/>
              <a:t>relationsIcebreakers</a:t>
            </a:r>
            <a:endParaRPr lang="fr-FR" dirty="0"/>
          </a:p>
          <a:p>
            <a:r>
              <a:rPr lang="fr-FR" dirty="0"/>
              <a:t>Speakers / Diffuseurs d’informations</a:t>
            </a:r>
          </a:p>
          <a:p>
            <a:r>
              <a:rPr lang="fr-FR" dirty="0" err="1"/>
              <a:t>ScribeEnregistreurFacilitateur-graphiqueVidéaste</a:t>
            </a:r>
            <a:endParaRPr lang="fr-FR" dirty="0"/>
          </a:p>
          <a:p>
            <a:r>
              <a:rPr lang="fr-FR" dirty="0"/>
              <a:t>Soutien logistique, technique, humain</a:t>
            </a:r>
          </a:p>
        </p:txBody>
      </p:sp>
    </p:spTree>
    <p:extLst>
      <p:ext uri="{BB962C8B-B14F-4D97-AF65-F5344CB8AC3E}">
        <p14:creationId xmlns:p14="http://schemas.microsoft.com/office/powerpoint/2010/main" val="24967860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e 27">
            <a:extLst>
              <a:ext uri="{FF2B5EF4-FFF2-40B4-BE49-F238E27FC236}">
                <a16:creationId xmlns:a16="http://schemas.microsoft.com/office/drawing/2014/main" id="{34404D83-F1CE-43C3-CC1B-1DBD48634E75}"/>
              </a:ext>
            </a:extLst>
          </p:cNvPr>
          <p:cNvGrpSpPr/>
          <p:nvPr/>
        </p:nvGrpSpPr>
        <p:grpSpPr>
          <a:xfrm>
            <a:off x="338041" y="2493044"/>
            <a:ext cx="3521224" cy="1871909"/>
            <a:chOff x="6390870" y="413695"/>
            <a:chExt cx="5574016" cy="2963189"/>
          </a:xfrm>
        </p:grpSpPr>
        <p:pic>
          <p:nvPicPr>
            <p:cNvPr id="2" name="Graphique 1" descr="Personne confuse avec un remplissage uni">
              <a:extLst>
                <a:ext uri="{FF2B5EF4-FFF2-40B4-BE49-F238E27FC236}">
                  <a16:creationId xmlns:a16="http://schemas.microsoft.com/office/drawing/2014/main" id="{30843B55-0AC3-92E8-D02B-6024B8E5E98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8096144" y="1156310"/>
              <a:ext cx="1565232" cy="1093672"/>
            </a:xfrm>
            <a:prstGeom prst="rect">
              <a:avLst/>
            </a:prstGeom>
          </p:spPr>
        </p:pic>
        <p:pic>
          <p:nvPicPr>
            <p:cNvPr id="3" name="Graphique 2" descr="Homme avec un remplissage uni">
              <a:extLst>
                <a:ext uri="{FF2B5EF4-FFF2-40B4-BE49-F238E27FC236}">
                  <a16:creationId xmlns:a16="http://schemas.microsoft.com/office/drawing/2014/main" id="{565B0692-88B8-C4BB-1C05-70BD4BC00EE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6390870" y="1765882"/>
              <a:ext cx="2061836" cy="1226716"/>
            </a:xfrm>
            <a:prstGeom prst="rect">
              <a:avLst/>
            </a:prstGeom>
          </p:spPr>
        </p:pic>
        <p:pic>
          <p:nvPicPr>
            <p:cNvPr id="4" name="Graphique 3" descr="Homme avec un remplissage uni">
              <a:extLst>
                <a:ext uri="{FF2B5EF4-FFF2-40B4-BE49-F238E27FC236}">
                  <a16:creationId xmlns:a16="http://schemas.microsoft.com/office/drawing/2014/main" id="{D4B88522-38CD-BFE0-55FD-BB5EF858EA9A}"/>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7135164" y="2050350"/>
              <a:ext cx="2061835" cy="1226717"/>
            </a:xfrm>
            <a:prstGeom prst="rect">
              <a:avLst/>
            </a:prstGeom>
          </p:spPr>
        </p:pic>
        <p:pic>
          <p:nvPicPr>
            <p:cNvPr id="5" name="Graphique 4" descr="Homme avec un remplissage uni">
              <a:extLst>
                <a:ext uri="{FF2B5EF4-FFF2-40B4-BE49-F238E27FC236}">
                  <a16:creationId xmlns:a16="http://schemas.microsoft.com/office/drawing/2014/main" id="{963283EF-7176-B243-F792-EF644CAEF30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8026123" y="2150167"/>
              <a:ext cx="2061835" cy="1226717"/>
            </a:xfrm>
            <a:prstGeom prst="rect">
              <a:avLst/>
            </a:prstGeom>
          </p:spPr>
        </p:pic>
        <p:pic>
          <p:nvPicPr>
            <p:cNvPr id="6" name="Graphique 5" descr="Homme avec un remplissage uni">
              <a:extLst>
                <a:ext uri="{FF2B5EF4-FFF2-40B4-BE49-F238E27FC236}">
                  <a16:creationId xmlns:a16="http://schemas.microsoft.com/office/drawing/2014/main" id="{C1588393-E969-F927-7503-665345AEDC8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9903050" y="1812331"/>
              <a:ext cx="2061836" cy="1226716"/>
            </a:xfrm>
            <a:prstGeom prst="rect">
              <a:avLst/>
            </a:prstGeom>
          </p:spPr>
        </p:pic>
        <p:sp>
          <p:nvSpPr>
            <p:cNvPr id="11" name="Rectangle 10">
              <a:extLst>
                <a:ext uri="{FF2B5EF4-FFF2-40B4-BE49-F238E27FC236}">
                  <a16:creationId xmlns:a16="http://schemas.microsoft.com/office/drawing/2014/main" id="{47B5C78E-0F84-E4B4-1D53-551A4AA6BB94}"/>
                </a:ext>
              </a:extLst>
            </p:cNvPr>
            <p:cNvSpPr/>
            <p:nvPr/>
          </p:nvSpPr>
          <p:spPr>
            <a:xfrm>
              <a:off x="7481360" y="1150686"/>
              <a:ext cx="684721" cy="330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7" name="Graphique 26" descr="Bulle de discussion contour">
              <a:extLst>
                <a:ext uri="{FF2B5EF4-FFF2-40B4-BE49-F238E27FC236}">
                  <a16:creationId xmlns:a16="http://schemas.microsoft.com/office/drawing/2014/main" id="{DAD9FF2F-E9AC-B9E2-AAC8-3743FF8BB08E}"/>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t="16003" b="12311"/>
            <a:stretch/>
          </p:blipFill>
          <p:spPr>
            <a:xfrm flipH="1">
              <a:off x="8445891" y="413695"/>
              <a:ext cx="1436183" cy="836553"/>
            </a:xfrm>
            <a:prstGeom prst="rect">
              <a:avLst/>
            </a:prstGeom>
          </p:spPr>
        </p:pic>
        <p:pic>
          <p:nvPicPr>
            <p:cNvPr id="56" name="Graphique 55" descr="Homme avec un remplissage uni">
              <a:extLst>
                <a:ext uri="{FF2B5EF4-FFF2-40B4-BE49-F238E27FC236}">
                  <a16:creationId xmlns:a16="http://schemas.microsoft.com/office/drawing/2014/main" id="{725F22B2-0F2E-B9E2-4E50-2A8B52D91E9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8987080" y="2007932"/>
              <a:ext cx="2061835" cy="1226717"/>
            </a:xfrm>
            <a:prstGeom prst="rect">
              <a:avLst/>
            </a:prstGeom>
          </p:spPr>
        </p:pic>
      </p:grpSp>
      <p:grpSp>
        <p:nvGrpSpPr>
          <p:cNvPr id="57" name="Groupe 56">
            <a:extLst>
              <a:ext uri="{FF2B5EF4-FFF2-40B4-BE49-F238E27FC236}">
                <a16:creationId xmlns:a16="http://schemas.microsoft.com/office/drawing/2014/main" id="{5646C3CD-5149-6DA2-793A-99059917046C}"/>
              </a:ext>
            </a:extLst>
          </p:cNvPr>
          <p:cNvGrpSpPr/>
          <p:nvPr/>
        </p:nvGrpSpPr>
        <p:grpSpPr>
          <a:xfrm>
            <a:off x="8411890" y="402373"/>
            <a:ext cx="3388749" cy="1524810"/>
            <a:chOff x="8047422" y="4023112"/>
            <a:chExt cx="3835816" cy="1725972"/>
          </a:xfrm>
        </p:grpSpPr>
        <p:pic>
          <p:nvPicPr>
            <p:cNvPr id="58" name="Graphique 57" descr="Employée de bureau avec un remplissage uni">
              <a:extLst>
                <a:ext uri="{FF2B5EF4-FFF2-40B4-BE49-F238E27FC236}">
                  <a16:creationId xmlns:a16="http://schemas.microsoft.com/office/drawing/2014/main" id="{F067B614-F6BC-C405-56CB-A4C786A431ED}"/>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6614" t="5228" r="16437" b="9344"/>
            <a:stretch/>
          </p:blipFill>
          <p:spPr>
            <a:xfrm>
              <a:off x="8047422" y="4284976"/>
              <a:ext cx="941882" cy="1201844"/>
            </a:xfrm>
            <a:prstGeom prst="rect">
              <a:avLst/>
            </a:prstGeom>
          </p:spPr>
        </p:pic>
        <p:pic>
          <p:nvPicPr>
            <p:cNvPr id="59" name="Graphique 58" descr="Écolier avec un remplissage uni">
              <a:extLst>
                <a:ext uri="{FF2B5EF4-FFF2-40B4-BE49-F238E27FC236}">
                  <a16:creationId xmlns:a16="http://schemas.microsoft.com/office/drawing/2014/main" id="{DDFF1B99-90C0-143A-41E3-ECAD40D57497}"/>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23541" t="12103" r="23440" b="13876"/>
            <a:stretch/>
          </p:blipFill>
          <p:spPr>
            <a:xfrm>
              <a:off x="11026328" y="4290506"/>
              <a:ext cx="856910" cy="1196314"/>
            </a:xfrm>
            <a:prstGeom prst="rect">
              <a:avLst/>
            </a:prstGeom>
          </p:spPr>
        </p:pic>
        <p:pic>
          <p:nvPicPr>
            <p:cNvPr id="60" name="Graphique 59" descr="Personne confuse avec un remplissage uni">
              <a:extLst>
                <a:ext uri="{FF2B5EF4-FFF2-40B4-BE49-F238E27FC236}">
                  <a16:creationId xmlns:a16="http://schemas.microsoft.com/office/drawing/2014/main" id="{977FF0A2-3F81-6580-CFE2-2C994D441B9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b="50576"/>
            <a:stretch/>
          </p:blipFill>
          <p:spPr>
            <a:xfrm>
              <a:off x="8877636" y="4627484"/>
              <a:ext cx="2269358" cy="1121600"/>
            </a:xfrm>
            <a:prstGeom prst="rect">
              <a:avLst/>
            </a:prstGeom>
          </p:spPr>
        </p:pic>
        <p:sp>
          <p:nvSpPr>
            <p:cNvPr id="61" name="Bulle narrative : rectangle 60">
              <a:extLst>
                <a:ext uri="{FF2B5EF4-FFF2-40B4-BE49-F238E27FC236}">
                  <a16:creationId xmlns:a16="http://schemas.microsoft.com/office/drawing/2014/main" id="{1E0EAF2B-B1FF-0909-E28E-6837180BA5D6}"/>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Bulle narrative : rectangle 61">
              <a:extLst>
                <a:ext uri="{FF2B5EF4-FFF2-40B4-BE49-F238E27FC236}">
                  <a16:creationId xmlns:a16="http://schemas.microsoft.com/office/drawing/2014/main" id="{F4342B58-DEED-5E4C-FC5A-C476F8D662EA}"/>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3" name="Graphique 62" descr="Employée de bureau avec un remplissage uni">
              <a:extLst>
                <a:ext uri="{FF2B5EF4-FFF2-40B4-BE49-F238E27FC236}">
                  <a16:creationId xmlns:a16="http://schemas.microsoft.com/office/drawing/2014/main" id="{9FE6ACF2-9D08-4C71-BB08-2C001F1F2388}"/>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6614" t="5228" r="16437" b="9344"/>
            <a:stretch/>
          </p:blipFill>
          <p:spPr>
            <a:xfrm>
              <a:off x="10520171" y="4107088"/>
              <a:ext cx="345718" cy="441137"/>
            </a:xfrm>
            <a:prstGeom prst="rect">
              <a:avLst/>
            </a:prstGeom>
          </p:spPr>
        </p:pic>
        <p:pic>
          <p:nvPicPr>
            <p:cNvPr id="512" name="Graphique 511" descr="Écolier avec un remplissage uni">
              <a:extLst>
                <a:ext uri="{FF2B5EF4-FFF2-40B4-BE49-F238E27FC236}">
                  <a16:creationId xmlns:a16="http://schemas.microsoft.com/office/drawing/2014/main" id="{C1730011-32D0-5F31-BCAE-24B320A2D9BE}"/>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23541" t="12103" r="23440" b="13876"/>
            <a:stretch/>
          </p:blipFill>
          <p:spPr>
            <a:xfrm>
              <a:off x="9209802" y="4134441"/>
              <a:ext cx="325742" cy="454762"/>
            </a:xfrm>
            <a:prstGeom prst="rect">
              <a:avLst/>
            </a:prstGeom>
          </p:spPr>
        </p:pic>
      </p:grpSp>
      <p:pic>
        <p:nvPicPr>
          <p:cNvPr id="513" name="Graphique 512" descr="Papier avec un remplissage uni">
            <a:extLst>
              <a:ext uri="{FF2B5EF4-FFF2-40B4-BE49-F238E27FC236}">
                <a16:creationId xmlns:a16="http://schemas.microsoft.com/office/drawing/2014/main" id="{D5992FCE-A0EE-7078-440E-7EA1CD725DFA}"/>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570931" y="2457360"/>
            <a:ext cx="521193" cy="521193"/>
          </a:xfrm>
          <a:prstGeom prst="rect">
            <a:avLst/>
          </a:prstGeom>
        </p:spPr>
      </p:pic>
      <p:pic>
        <p:nvPicPr>
          <p:cNvPr id="514" name="Graphique 513" descr="Crayon avec un remplissage uni">
            <a:extLst>
              <a:ext uri="{FF2B5EF4-FFF2-40B4-BE49-F238E27FC236}">
                <a16:creationId xmlns:a16="http://schemas.microsoft.com/office/drawing/2014/main" id="{1362BFD8-DDDB-DB13-0DFE-80D63BB1A550}"/>
              </a:ext>
            </a:extLst>
          </p:cNvPr>
          <p:cNvPicPr>
            <a:picLocks noChangeAspect="1"/>
          </p:cNvPicPr>
          <p:nvPr/>
        </p:nvPicPr>
        <p:blipFill>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199759" y="2779682"/>
            <a:ext cx="347798" cy="347798"/>
          </a:xfrm>
          <a:prstGeom prst="rect">
            <a:avLst/>
          </a:prstGeom>
        </p:spPr>
      </p:pic>
      <p:pic>
        <p:nvPicPr>
          <p:cNvPr id="515" name="Graphique 514" descr="Smartphone avec un remplissage uni">
            <a:extLst>
              <a:ext uri="{FF2B5EF4-FFF2-40B4-BE49-F238E27FC236}">
                <a16:creationId xmlns:a16="http://schemas.microsoft.com/office/drawing/2014/main" id="{14E69EAF-3B4C-5AB1-6E9A-F4F728C3BC3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737346" y="3198680"/>
            <a:ext cx="521193" cy="521193"/>
          </a:xfrm>
          <a:prstGeom prst="rect">
            <a:avLst/>
          </a:prstGeom>
        </p:spPr>
      </p:pic>
      <p:pic>
        <p:nvPicPr>
          <p:cNvPr id="516" name="Graphique 515" descr="Caméra vidéo avec un remplissage uni">
            <a:extLst>
              <a:ext uri="{FF2B5EF4-FFF2-40B4-BE49-F238E27FC236}">
                <a16:creationId xmlns:a16="http://schemas.microsoft.com/office/drawing/2014/main" id="{50345274-54BE-B7C8-037B-971378244F7D}"/>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352611" y="3754684"/>
            <a:ext cx="521193" cy="521193"/>
          </a:xfrm>
          <a:prstGeom prst="rect">
            <a:avLst/>
          </a:prstGeom>
        </p:spPr>
      </p:pic>
      <p:pic>
        <p:nvPicPr>
          <p:cNvPr id="517" name="Graphique 516" descr="Appareil photo avec un remplissage uni">
            <a:extLst>
              <a:ext uri="{FF2B5EF4-FFF2-40B4-BE49-F238E27FC236}">
                <a16:creationId xmlns:a16="http://schemas.microsoft.com/office/drawing/2014/main" id="{0A04B82B-20E0-9F1A-BDA7-83D5AF0090B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6961708" y="3267571"/>
            <a:ext cx="521193" cy="521193"/>
          </a:xfrm>
          <a:prstGeom prst="rect">
            <a:avLst/>
          </a:prstGeom>
        </p:spPr>
      </p:pic>
      <p:pic>
        <p:nvPicPr>
          <p:cNvPr id="518" name="Graphique 517" descr="Webcam avec un remplissage uni">
            <a:extLst>
              <a:ext uri="{FF2B5EF4-FFF2-40B4-BE49-F238E27FC236}">
                <a16:creationId xmlns:a16="http://schemas.microsoft.com/office/drawing/2014/main" id="{8878D1BF-0498-41AE-8A0A-76F90331D6D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6205993" y="2545627"/>
            <a:ext cx="521193" cy="521193"/>
          </a:xfrm>
          <a:prstGeom prst="rect">
            <a:avLst/>
          </a:prstGeom>
        </p:spPr>
      </p:pic>
      <p:pic>
        <p:nvPicPr>
          <p:cNvPr id="519" name="Graphique 518" descr="Micro de radio avec un remplissage uni">
            <a:extLst>
              <a:ext uri="{FF2B5EF4-FFF2-40B4-BE49-F238E27FC236}">
                <a16:creationId xmlns:a16="http://schemas.microsoft.com/office/drawing/2014/main" id="{EFC0A378-1735-0817-A3C8-84100534355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6635958" y="2780458"/>
            <a:ext cx="521193" cy="521193"/>
          </a:xfrm>
          <a:prstGeom prst="rect">
            <a:avLst/>
          </a:prstGeom>
        </p:spPr>
      </p:pic>
      <p:pic>
        <p:nvPicPr>
          <p:cNvPr id="520" name="Graphique 519" descr="Plan avec un remplissage uni">
            <a:extLst>
              <a:ext uri="{FF2B5EF4-FFF2-40B4-BE49-F238E27FC236}">
                <a16:creationId xmlns:a16="http://schemas.microsoft.com/office/drawing/2014/main" id="{3AFA8B09-812B-3F00-80F2-E5627538F349}"/>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305293" y="3729516"/>
            <a:ext cx="635437" cy="635437"/>
          </a:xfrm>
          <a:prstGeom prst="rect">
            <a:avLst/>
          </a:prstGeom>
        </p:spPr>
      </p:pic>
      <p:pic>
        <p:nvPicPr>
          <p:cNvPr id="521" name="Graphique 520" descr="Personne confuse avec un remplissage uni">
            <a:extLst>
              <a:ext uri="{FF2B5EF4-FFF2-40B4-BE49-F238E27FC236}">
                <a16:creationId xmlns:a16="http://schemas.microsoft.com/office/drawing/2014/main" id="{C57E3ECE-A380-864A-3B65-A997040390C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5140600" y="3033905"/>
            <a:ext cx="1902316" cy="1329202"/>
          </a:xfrm>
          <a:prstGeom prst="rect">
            <a:avLst/>
          </a:prstGeom>
        </p:spPr>
      </p:pic>
      <p:grpSp>
        <p:nvGrpSpPr>
          <p:cNvPr id="522" name="Groupe 521">
            <a:extLst>
              <a:ext uri="{FF2B5EF4-FFF2-40B4-BE49-F238E27FC236}">
                <a16:creationId xmlns:a16="http://schemas.microsoft.com/office/drawing/2014/main" id="{F6CE103D-3BE9-0B26-27C3-2A6CE2EF10EE}"/>
              </a:ext>
            </a:extLst>
          </p:cNvPr>
          <p:cNvGrpSpPr/>
          <p:nvPr/>
        </p:nvGrpSpPr>
        <p:grpSpPr>
          <a:xfrm>
            <a:off x="9181524" y="2493026"/>
            <a:ext cx="1941918" cy="1833529"/>
            <a:chOff x="978457" y="4471994"/>
            <a:chExt cx="2450580" cy="2313800"/>
          </a:xfrm>
        </p:grpSpPr>
        <p:pic>
          <p:nvPicPr>
            <p:cNvPr id="523" name="Graphique 522" descr="Femme électricienne avec un remplissage uni">
              <a:extLst>
                <a:ext uri="{FF2B5EF4-FFF2-40B4-BE49-F238E27FC236}">
                  <a16:creationId xmlns:a16="http://schemas.microsoft.com/office/drawing/2014/main" id="{AC6D8B9A-5678-A28C-E203-640D46FE4432}"/>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r="48405"/>
            <a:stretch/>
          </p:blipFill>
          <p:spPr>
            <a:xfrm>
              <a:off x="978457" y="4471994"/>
              <a:ext cx="1193799" cy="2313800"/>
            </a:xfrm>
            <a:prstGeom prst="rect">
              <a:avLst/>
            </a:prstGeom>
          </p:spPr>
        </p:pic>
        <p:pic>
          <p:nvPicPr>
            <p:cNvPr id="524" name="Graphique 523" descr="Femme médecin avec un remplissage uni">
              <a:extLst>
                <a:ext uri="{FF2B5EF4-FFF2-40B4-BE49-F238E27FC236}">
                  <a16:creationId xmlns:a16="http://schemas.microsoft.com/office/drawing/2014/main" id="{E3A84083-F25B-E4C7-6166-6A775EDB40AD}"/>
                </a:ext>
              </a:extLst>
            </p:cNvPr>
            <p:cNvPicPr>
              <a:picLocks noChangeAspect="1"/>
            </p:cNvPicPr>
            <p:nvPr/>
          </p:nvPicPr>
          <p:blipFill rotWithShape="1">
            <a:blip r:embed="rId31" cstate="print">
              <a:extLst>
                <a:ext uri="{28A0092B-C50C-407E-A947-70E740481C1C}">
                  <a14:useLocalDpi xmlns:a14="http://schemas.microsoft.com/office/drawing/2010/main"/>
                </a:ext>
                <a:ext uri="{96DAC541-7B7A-43D3-8B79-37D633B846F1}">
                  <asvg:svgBlip xmlns:asvg="http://schemas.microsoft.com/office/drawing/2016/SVG/main" r:embed="rId32"/>
                </a:ext>
              </a:extLst>
            </a:blip>
            <a:srcRect r="50000"/>
            <a:stretch/>
          </p:blipFill>
          <p:spPr>
            <a:xfrm flipH="1">
              <a:off x="2172255" y="4510094"/>
              <a:ext cx="1256782" cy="2196567"/>
            </a:xfrm>
            <a:prstGeom prst="rect">
              <a:avLst/>
            </a:prstGeom>
          </p:spPr>
        </p:pic>
      </p:grpSp>
      <p:grpSp>
        <p:nvGrpSpPr>
          <p:cNvPr id="554" name="Groupe 553">
            <a:extLst>
              <a:ext uri="{FF2B5EF4-FFF2-40B4-BE49-F238E27FC236}">
                <a16:creationId xmlns:a16="http://schemas.microsoft.com/office/drawing/2014/main" id="{58F92173-6368-F97B-280F-988F07BE2D49}"/>
              </a:ext>
            </a:extLst>
          </p:cNvPr>
          <p:cNvGrpSpPr/>
          <p:nvPr/>
        </p:nvGrpSpPr>
        <p:grpSpPr>
          <a:xfrm>
            <a:off x="451514" y="417347"/>
            <a:ext cx="3159791" cy="1509836"/>
            <a:chOff x="-3679181" y="6918150"/>
            <a:chExt cx="5806769" cy="2774636"/>
          </a:xfrm>
        </p:grpSpPr>
        <p:pic>
          <p:nvPicPr>
            <p:cNvPr id="548" name="Graphique 547" descr="Marcher avec un remplissage uni">
              <a:extLst>
                <a:ext uri="{FF2B5EF4-FFF2-40B4-BE49-F238E27FC236}">
                  <a16:creationId xmlns:a16="http://schemas.microsoft.com/office/drawing/2014/main" id="{1E757B39-4200-ACC4-8C1D-101EDF9B2DB2}"/>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679181" y="8416078"/>
              <a:ext cx="914400" cy="914400"/>
            </a:xfrm>
            <a:prstGeom prst="rect">
              <a:avLst/>
            </a:prstGeom>
          </p:spPr>
        </p:pic>
        <p:pic>
          <p:nvPicPr>
            <p:cNvPr id="549" name="Graphique 548" descr="Maison rénovée (avec étincelles) avec un remplissage uni">
              <a:extLst>
                <a:ext uri="{FF2B5EF4-FFF2-40B4-BE49-F238E27FC236}">
                  <a16:creationId xmlns:a16="http://schemas.microsoft.com/office/drawing/2014/main" id="{5AF7C9F5-F880-000C-02C9-5BB49E48CA79}"/>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822050" y="6918150"/>
              <a:ext cx="2573808" cy="2573808"/>
            </a:xfrm>
            <a:prstGeom prst="rect">
              <a:avLst/>
            </a:prstGeom>
          </p:spPr>
        </p:pic>
        <p:pic>
          <p:nvPicPr>
            <p:cNvPr id="550" name="Graphique 549" descr="Réussite du groupe avec un remplissage uni">
              <a:extLst>
                <a:ext uri="{FF2B5EF4-FFF2-40B4-BE49-F238E27FC236}">
                  <a16:creationId xmlns:a16="http://schemas.microsoft.com/office/drawing/2014/main" id="{9F56C26B-026D-F638-DD8A-E81C4E8E47B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635234" y="8125204"/>
              <a:ext cx="1492354" cy="1492354"/>
            </a:xfrm>
            <a:prstGeom prst="rect">
              <a:avLst/>
            </a:prstGeom>
          </p:spPr>
        </p:pic>
        <p:pic>
          <p:nvPicPr>
            <p:cNvPr id="551" name="Graphique 550" descr="Marcher avec un remplissage uni">
              <a:extLst>
                <a:ext uri="{FF2B5EF4-FFF2-40B4-BE49-F238E27FC236}">
                  <a16:creationId xmlns:a16="http://schemas.microsoft.com/office/drawing/2014/main" id="{5416E9FB-EFB4-4968-D136-429D22B5C4EC}"/>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362210" y="8656984"/>
              <a:ext cx="914400" cy="914400"/>
            </a:xfrm>
            <a:prstGeom prst="rect">
              <a:avLst/>
            </a:prstGeom>
          </p:spPr>
        </p:pic>
        <p:pic>
          <p:nvPicPr>
            <p:cNvPr id="552" name="Graphique 551" descr="Marcher avec un remplissage uni">
              <a:extLst>
                <a:ext uri="{FF2B5EF4-FFF2-40B4-BE49-F238E27FC236}">
                  <a16:creationId xmlns:a16="http://schemas.microsoft.com/office/drawing/2014/main" id="{A9982EF2-B338-9C75-DC1A-EC2E62D3C42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962377" y="8414181"/>
              <a:ext cx="914400" cy="914400"/>
            </a:xfrm>
            <a:prstGeom prst="rect">
              <a:avLst/>
            </a:prstGeom>
          </p:spPr>
        </p:pic>
        <p:pic>
          <p:nvPicPr>
            <p:cNvPr id="553" name="Graphique 552" descr="Marcher avec un remplissage uni">
              <a:extLst>
                <a:ext uri="{FF2B5EF4-FFF2-40B4-BE49-F238E27FC236}">
                  <a16:creationId xmlns:a16="http://schemas.microsoft.com/office/drawing/2014/main" id="{D987445E-5D00-07C2-9EAA-768817E9E453}"/>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722401" y="8778386"/>
              <a:ext cx="914400" cy="914400"/>
            </a:xfrm>
            <a:prstGeom prst="rect">
              <a:avLst/>
            </a:prstGeom>
          </p:spPr>
        </p:pic>
      </p:grpSp>
      <p:pic>
        <p:nvPicPr>
          <p:cNvPr id="555" name="Graphique 554" descr="Personne confuse avec un remplissage uni">
            <a:extLst>
              <a:ext uri="{FF2B5EF4-FFF2-40B4-BE49-F238E27FC236}">
                <a16:creationId xmlns:a16="http://schemas.microsoft.com/office/drawing/2014/main" id="{68BEE16F-21EE-AFE4-099E-D90012ED693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1369481" y="989540"/>
            <a:ext cx="1175159" cy="821117"/>
          </a:xfrm>
          <a:prstGeom prst="rect">
            <a:avLst/>
          </a:prstGeom>
        </p:spPr>
      </p:pic>
      <p:grpSp>
        <p:nvGrpSpPr>
          <p:cNvPr id="564" name="Groupe 563">
            <a:extLst>
              <a:ext uri="{FF2B5EF4-FFF2-40B4-BE49-F238E27FC236}">
                <a16:creationId xmlns:a16="http://schemas.microsoft.com/office/drawing/2014/main" id="{32EA93FC-FA44-3ABB-CB31-47ECDD9D4832}"/>
              </a:ext>
            </a:extLst>
          </p:cNvPr>
          <p:cNvGrpSpPr/>
          <p:nvPr/>
        </p:nvGrpSpPr>
        <p:grpSpPr>
          <a:xfrm>
            <a:off x="4373870" y="352695"/>
            <a:ext cx="3272540" cy="1698327"/>
            <a:chOff x="4601264" y="6220837"/>
            <a:chExt cx="5429801" cy="2817865"/>
          </a:xfrm>
        </p:grpSpPr>
        <p:pic>
          <p:nvPicPr>
            <p:cNvPr id="556" name="Graphique 555" descr="Maison rénovée (avec étincelles) avec un remplissage uni">
              <a:extLst>
                <a:ext uri="{FF2B5EF4-FFF2-40B4-BE49-F238E27FC236}">
                  <a16:creationId xmlns:a16="http://schemas.microsoft.com/office/drawing/2014/main" id="{7FFD987C-6F14-A759-D349-CD5E945B9213}"/>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737346" y="6224283"/>
              <a:ext cx="2573808" cy="2573808"/>
            </a:xfrm>
            <a:prstGeom prst="rect">
              <a:avLst/>
            </a:prstGeom>
          </p:spPr>
        </p:pic>
        <p:pic>
          <p:nvPicPr>
            <p:cNvPr id="557" name="Graphique 556" descr="Réussite du groupe avec un remplissage uni">
              <a:extLst>
                <a:ext uri="{FF2B5EF4-FFF2-40B4-BE49-F238E27FC236}">
                  <a16:creationId xmlns:a16="http://schemas.microsoft.com/office/drawing/2014/main" id="{D465AD45-09E3-7A22-D27A-8024649523FC}"/>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6315828" y="7325525"/>
              <a:ext cx="1492354" cy="1492354"/>
            </a:xfrm>
            <a:prstGeom prst="rect">
              <a:avLst/>
            </a:prstGeom>
          </p:spPr>
        </p:pic>
        <p:pic>
          <p:nvPicPr>
            <p:cNvPr id="558" name="Graphique 557" descr="Héros avec un remplissage uni">
              <a:extLst>
                <a:ext uri="{FF2B5EF4-FFF2-40B4-BE49-F238E27FC236}">
                  <a16:creationId xmlns:a16="http://schemas.microsoft.com/office/drawing/2014/main" id="{163F0805-05DB-CAE5-8A62-D1ADD175E90A}"/>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8342438" y="6220837"/>
              <a:ext cx="1073733" cy="1073733"/>
            </a:xfrm>
            <a:prstGeom prst="rect">
              <a:avLst/>
            </a:prstGeom>
          </p:spPr>
        </p:pic>
        <p:pic>
          <p:nvPicPr>
            <p:cNvPr id="559" name="Graphique 558" descr="Héros avec un remplissage uni">
              <a:extLst>
                <a:ext uri="{FF2B5EF4-FFF2-40B4-BE49-F238E27FC236}">
                  <a16:creationId xmlns:a16="http://schemas.microsoft.com/office/drawing/2014/main" id="{FD852F5A-EEFB-6C42-062A-05E1F8537B95}"/>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957332" y="7062079"/>
              <a:ext cx="1073733" cy="1073733"/>
            </a:xfrm>
            <a:prstGeom prst="rect">
              <a:avLst/>
            </a:prstGeom>
          </p:spPr>
        </p:pic>
        <p:pic>
          <p:nvPicPr>
            <p:cNvPr id="560" name="Graphique 559" descr="Héroïne avec un remplissage uni">
              <a:extLst>
                <a:ext uri="{FF2B5EF4-FFF2-40B4-BE49-F238E27FC236}">
                  <a16:creationId xmlns:a16="http://schemas.microsoft.com/office/drawing/2014/main" id="{23E3A1B4-7D04-ED88-897C-F2E20E55E285}"/>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8427100" y="6461840"/>
              <a:ext cx="1351246" cy="1351246"/>
            </a:xfrm>
            <a:prstGeom prst="rect">
              <a:avLst/>
            </a:prstGeom>
          </p:spPr>
        </p:pic>
        <p:pic>
          <p:nvPicPr>
            <p:cNvPr id="561" name="Graphique 560" descr="Héroïne avec un remplissage uni">
              <a:extLst>
                <a:ext uri="{FF2B5EF4-FFF2-40B4-BE49-F238E27FC236}">
                  <a16:creationId xmlns:a16="http://schemas.microsoft.com/office/drawing/2014/main" id="{F0129ABC-6485-FB87-8456-7279599F65F5}"/>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8388119" y="7057078"/>
              <a:ext cx="1150813" cy="1150813"/>
            </a:xfrm>
            <a:prstGeom prst="rect">
              <a:avLst/>
            </a:prstGeom>
          </p:spPr>
        </p:pic>
        <p:pic>
          <p:nvPicPr>
            <p:cNvPr id="562" name="Graphique 561" descr="Réussite du groupe avec un remplissage uni">
              <a:extLst>
                <a:ext uri="{FF2B5EF4-FFF2-40B4-BE49-F238E27FC236}">
                  <a16:creationId xmlns:a16="http://schemas.microsoft.com/office/drawing/2014/main" id="{2BA34010-8DCB-4F7C-04CD-F11723240B4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6041072" y="7546348"/>
              <a:ext cx="1492354" cy="1492354"/>
            </a:xfrm>
            <a:prstGeom prst="rect">
              <a:avLst/>
            </a:prstGeom>
          </p:spPr>
        </p:pic>
        <p:pic>
          <p:nvPicPr>
            <p:cNvPr id="563" name="Graphique 562" descr="Réussite du groupe avec un remplissage uni">
              <a:extLst>
                <a:ext uri="{FF2B5EF4-FFF2-40B4-BE49-F238E27FC236}">
                  <a16:creationId xmlns:a16="http://schemas.microsoft.com/office/drawing/2014/main" id="{EA333C12-1EB0-1DA6-D6E2-9CF589A5FC17}"/>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4601264" y="7294570"/>
              <a:ext cx="1492354" cy="1492354"/>
            </a:xfrm>
            <a:prstGeom prst="rect">
              <a:avLst/>
            </a:prstGeom>
          </p:spPr>
        </p:pic>
      </p:grpSp>
      <p:pic>
        <p:nvPicPr>
          <p:cNvPr id="565" name="Graphique 564" descr="Personne confuse avec un remplissage uni">
            <a:extLst>
              <a:ext uri="{FF2B5EF4-FFF2-40B4-BE49-F238E27FC236}">
                <a16:creationId xmlns:a16="http://schemas.microsoft.com/office/drawing/2014/main" id="{7BCA9FB5-813C-510A-C392-44535A81277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5728989" y="916749"/>
            <a:ext cx="1405930" cy="982363"/>
          </a:xfrm>
          <a:prstGeom prst="rect">
            <a:avLst/>
          </a:prstGeom>
        </p:spPr>
      </p:pic>
    </p:spTree>
    <p:extLst>
      <p:ext uri="{BB962C8B-B14F-4D97-AF65-F5344CB8AC3E}">
        <p14:creationId xmlns:p14="http://schemas.microsoft.com/office/powerpoint/2010/main" val="32861554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a:t>
            </a:r>
            <a:br>
              <a:rPr lang="fr-FR" dirty="0"/>
            </a:br>
            <a:r>
              <a:rPr lang="fr-FR" dirty="0"/>
              <a:t>Invités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42334903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838200" y="1851025"/>
            <a:ext cx="3073400" cy="4351338"/>
          </a:xfrm>
          <a:solidFill>
            <a:schemeClr val="bg1"/>
          </a:solidFill>
        </p:spPr>
        <p:txBody>
          <a:bodyPr>
            <a:normAutofit fontScale="85000" lnSpcReduction="10000"/>
          </a:bodyPr>
          <a:lstStyle/>
          <a:p>
            <a:r>
              <a:rPr lang="fr-FR" dirty="0"/>
              <a:t>L’extension « Invités » a pour but de faire poser les différents types d’invités pour l’événement conçu, jusqu’aux personnes non invitées à l’événement. </a:t>
            </a:r>
          </a:p>
          <a:p>
            <a:endParaRPr lang="fr-FR" dirty="0"/>
          </a:p>
          <a:p>
            <a:r>
              <a:rPr lang="fr-FR" dirty="0"/>
              <a:t>Les cartes invitées sont rangées suivant différentes distances</a:t>
            </a:r>
          </a:p>
        </p:txBody>
      </p:sp>
      <p:pic>
        <p:nvPicPr>
          <p:cNvPr id="5" name="Image 4" descr="Une image contenant texte&#10;&#10;Description générée automatiquement">
            <a:extLst>
              <a:ext uri="{FF2B5EF4-FFF2-40B4-BE49-F238E27FC236}">
                <a16:creationId xmlns:a16="http://schemas.microsoft.com/office/drawing/2014/main" id="{A5DE60E7-910F-78A3-FD80-8D2A64A1FC4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24408" y="196057"/>
            <a:ext cx="2578298" cy="36068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4BBFC706-A4B1-88D7-2791-13C6640483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74709" y="196057"/>
            <a:ext cx="2578298" cy="3606800"/>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5D81A192-D743-78E0-50CA-C73FEA58C48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63858" y="3055143"/>
            <a:ext cx="2578298" cy="3606800"/>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3F36B868-4740-75AE-1ADD-FF3BF683165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99860" y="2886075"/>
            <a:ext cx="2578298" cy="3606800"/>
          </a:xfrm>
          <a:prstGeom prst="rect">
            <a:avLst/>
          </a:prstGeom>
        </p:spPr>
      </p:pic>
    </p:spTree>
    <p:extLst>
      <p:ext uri="{BB962C8B-B14F-4D97-AF65-F5344CB8AC3E}">
        <p14:creationId xmlns:p14="http://schemas.microsoft.com/office/powerpoint/2010/main" val="1019079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126698-21CA-9D3B-E0CD-073CCB9610C4}"/>
              </a:ext>
            </a:extLst>
          </p:cNvPr>
          <p:cNvSpPr>
            <a:spLocks noGrp="1"/>
          </p:cNvSpPr>
          <p:nvPr>
            <p:ph type="title"/>
          </p:nvPr>
        </p:nvSpPr>
        <p:spPr/>
        <p:txBody>
          <a:bodyPr/>
          <a:lstStyle/>
          <a:p>
            <a:r>
              <a:rPr lang="fr-FR" dirty="0"/>
              <a:t>Aller plus loin que « obligatoire et facultatif »</a:t>
            </a:r>
          </a:p>
        </p:txBody>
      </p:sp>
      <p:sp>
        <p:nvSpPr>
          <p:cNvPr id="3" name="Espace réservé du contenu 2">
            <a:extLst>
              <a:ext uri="{FF2B5EF4-FFF2-40B4-BE49-F238E27FC236}">
                <a16:creationId xmlns:a16="http://schemas.microsoft.com/office/drawing/2014/main" id="{A01FB6BB-AFDA-1621-58DF-E1E3EB29C6DE}"/>
              </a:ext>
            </a:extLst>
          </p:cNvPr>
          <p:cNvSpPr>
            <a:spLocks noGrp="1"/>
          </p:cNvSpPr>
          <p:nvPr>
            <p:ph idx="1"/>
          </p:nvPr>
        </p:nvSpPr>
        <p:spPr>
          <a:xfrm>
            <a:off x="838200" y="1825625"/>
            <a:ext cx="5143500" cy="4351338"/>
          </a:xfrm>
        </p:spPr>
        <p:txBody>
          <a:bodyPr>
            <a:normAutofit fontScale="62500" lnSpcReduction="20000"/>
          </a:bodyPr>
          <a:lstStyle/>
          <a:p>
            <a:r>
              <a:rPr lang="fr-FR" dirty="0"/>
              <a:t>La plupart des interfaces pour qualifier les invités proposent deux niveaux d’importance des participants : obligatoires et facultatifs.</a:t>
            </a:r>
          </a:p>
          <a:p>
            <a:endParaRPr lang="fr-FR" dirty="0"/>
          </a:p>
          <a:p>
            <a:r>
              <a:rPr lang="fr-FR" dirty="0"/>
              <a:t>Pour concevoir un événement plus finement, et savoir bien dimensionner ses activités, il peut être intéressant d’affiner ces distances. </a:t>
            </a:r>
          </a:p>
          <a:p>
            <a:endParaRPr lang="fr-FR" dirty="0"/>
          </a:p>
          <a:p>
            <a:r>
              <a:rPr lang="fr-FR" dirty="0"/>
              <a:t>Par exemple, les cartes invités introduisent la notion « d’invité dont l’invitation est symboliquement importante » (par exemple, certaines hiérarchies dans certaines réunions)</a:t>
            </a:r>
          </a:p>
          <a:p>
            <a:endParaRPr lang="fr-FR" dirty="0"/>
          </a:p>
          <a:p>
            <a:r>
              <a:rPr lang="fr-FR" dirty="0"/>
              <a:t>Les cartes non-invités poussent également à se poser des questions sur des communications pré ou post événements</a:t>
            </a:r>
          </a:p>
        </p:txBody>
      </p:sp>
      <p:pic>
        <p:nvPicPr>
          <p:cNvPr id="9" name="Image 8" descr="Une image contenant texte&#10;&#10;Description générée automatiquement">
            <a:extLst>
              <a:ext uri="{FF2B5EF4-FFF2-40B4-BE49-F238E27FC236}">
                <a16:creationId xmlns:a16="http://schemas.microsoft.com/office/drawing/2014/main" id="{C559DE39-D286-9995-749E-9664BC2EE6C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004673" y="1477169"/>
            <a:ext cx="2389352" cy="3342481"/>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928ADCE4-536D-0D12-1FB8-5B3BFF76A85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588499" y="3326210"/>
            <a:ext cx="2363819" cy="3306763"/>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B8BB0F3C-290E-80C4-400D-4CB6180A82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39087" y="2969419"/>
            <a:ext cx="2389352" cy="3342481"/>
          </a:xfrm>
          <a:prstGeom prst="rect">
            <a:avLst/>
          </a:prstGeom>
        </p:spPr>
      </p:pic>
    </p:spTree>
    <p:extLst>
      <p:ext uri="{BB962C8B-B14F-4D97-AF65-F5344CB8AC3E}">
        <p14:creationId xmlns:p14="http://schemas.microsoft.com/office/powerpoint/2010/main" val="31246375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6CDB95-F566-831D-9404-60AF24A329AC}"/>
              </a:ext>
            </a:extLst>
          </p:cNvPr>
          <p:cNvSpPr>
            <a:spLocks noGrp="1"/>
          </p:cNvSpPr>
          <p:nvPr>
            <p:ph type="title"/>
          </p:nvPr>
        </p:nvSpPr>
        <p:spPr/>
        <p:txBody>
          <a:bodyPr/>
          <a:lstStyle/>
          <a:p>
            <a:r>
              <a:rPr lang="fr-FR" dirty="0"/>
              <a:t>Utiliser l’extension Invités</a:t>
            </a:r>
            <a:br>
              <a:rPr lang="fr-FR" dirty="0"/>
            </a:br>
            <a:r>
              <a:rPr lang="fr-FR" dirty="0"/>
              <a:t>Exemple d’usage</a:t>
            </a:r>
          </a:p>
        </p:txBody>
      </p:sp>
      <p:pic>
        <p:nvPicPr>
          <p:cNvPr id="5" name="Image 4" descr="Une image contenant texte&#10;&#10;Description générée automatiquement">
            <a:extLst>
              <a:ext uri="{FF2B5EF4-FFF2-40B4-BE49-F238E27FC236}">
                <a16:creationId xmlns:a16="http://schemas.microsoft.com/office/drawing/2014/main" id="{292950E6-03AF-A2DF-ABD9-11F1F63E599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69542" y="2865736"/>
            <a:ext cx="1060838" cy="1484014"/>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7C5EDB42-E1E0-77C9-E43D-F3FEDDB53C6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863148" y="2865736"/>
            <a:ext cx="1060838" cy="1484014"/>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FB32F1AC-0D5A-3AE6-D7C4-FC138730356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956754" y="2865736"/>
            <a:ext cx="1060838" cy="1484014"/>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3661BAB9-1B9B-4073-FACD-5F7C8A95700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1050359" y="2865736"/>
            <a:ext cx="1060838" cy="1484014"/>
          </a:xfrm>
          <a:prstGeom prst="rect">
            <a:avLst/>
          </a:prstGeom>
        </p:spPr>
      </p:pic>
      <p:pic>
        <p:nvPicPr>
          <p:cNvPr id="13" name="Image 12" descr="Une image contenant texte&#10;&#10;Description générée automatiquement">
            <a:extLst>
              <a:ext uri="{FF2B5EF4-FFF2-40B4-BE49-F238E27FC236}">
                <a16:creationId xmlns:a16="http://schemas.microsoft.com/office/drawing/2014/main" id="{C367E72B-35FB-B754-D0DB-7DB4FE167CA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14300" y="2865736"/>
            <a:ext cx="1060838" cy="1484014"/>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396E1985-6DD8-4DEE-306A-CC3FD56F735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207906" y="2865736"/>
            <a:ext cx="1060838" cy="1484014"/>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EE919BE4-15C7-268F-12C2-B081A5D4D69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301512" y="2865736"/>
            <a:ext cx="1060838" cy="1484014"/>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BA241C02-41B1-7C03-3451-0A6801AFD72C}"/>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395118" y="2865736"/>
            <a:ext cx="1060838" cy="1484014"/>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5F41DCFB-7D11-6185-BF7F-099F31567964}"/>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488724" y="2865736"/>
            <a:ext cx="1060838" cy="1484014"/>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ABC9CBDB-733A-6226-8B79-ECC7F571EB9F}"/>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582330" y="2865736"/>
            <a:ext cx="1060838" cy="1484014"/>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C68FFEE6-8954-8409-6211-3F04CF3B7B6A}"/>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675936" y="2865736"/>
            <a:ext cx="1060838" cy="1484014"/>
          </a:xfrm>
          <a:prstGeom prst="rect">
            <a:avLst/>
          </a:prstGeom>
        </p:spPr>
      </p:pic>
      <p:sp>
        <p:nvSpPr>
          <p:cNvPr id="26" name="Rectangle 25">
            <a:extLst>
              <a:ext uri="{FF2B5EF4-FFF2-40B4-BE49-F238E27FC236}">
                <a16:creationId xmlns:a16="http://schemas.microsoft.com/office/drawing/2014/main" id="{4832CE4C-2893-39A6-95B7-362B3340BACF}"/>
              </a:ext>
            </a:extLst>
          </p:cNvPr>
          <p:cNvSpPr/>
          <p:nvPr/>
        </p:nvSpPr>
        <p:spPr>
          <a:xfrm>
            <a:off x="225619"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Jacques B</a:t>
            </a:r>
          </a:p>
          <a:p>
            <a:pPr algn="ctr"/>
            <a:r>
              <a:rPr lang="fr-FR" sz="1050" dirty="0"/>
              <a:t>Sylvie V</a:t>
            </a:r>
          </a:p>
        </p:txBody>
      </p:sp>
      <p:sp>
        <p:nvSpPr>
          <p:cNvPr id="27" name="Rectangle 26">
            <a:extLst>
              <a:ext uri="{FF2B5EF4-FFF2-40B4-BE49-F238E27FC236}">
                <a16:creationId xmlns:a16="http://schemas.microsoft.com/office/drawing/2014/main" id="{51519740-769C-5DF6-4BD7-8DAB01355F36}"/>
              </a:ext>
            </a:extLst>
          </p:cNvPr>
          <p:cNvSpPr/>
          <p:nvPr/>
        </p:nvSpPr>
        <p:spPr>
          <a:xfrm>
            <a:off x="1319225"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Equipes X, Y, Z</a:t>
            </a:r>
          </a:p>
        </p:txBody>
      </p:sp>
      <p:sp>
        <p:nvSpPr>
          <p:cNvPr id="28" name="Rectangle 27">
            <a:extLst>
              <a:ext uri="{FF2B5EF4-FFF2-40B4-BE49-F238E27FC236}">
                <a16:creationId xmlns:a16="http://schemas.microsoft.com/office/drawing/2014/main" id="{3C16C575-8C9D-3998-B8B7-F5D35AE5AE2B}"/>
              </a:ext>
            </a:extLst>
          </p:cNvPr>
          <p:cNvSpPr/>
          <p:nvPr/>
        </p:nvSpPr>
        <p:spPr>
          <a:xfrm>
            <a:off x="2412831"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Corinne C.</a:t>
            </a:r>
          </a:p>
          <a:p>
            <a:pPr algn="ctr"/>
            <a:r>
              <a:rPr lang="fr-FR" sz="1050" dirty="0"/>
              <a:t>Herbert L.</a:t>
            </a:r>
          </a:p>
        </p:txBody>
      </p:sp>
      <p:sp>
        <p:nvSpPr>
          <p:cNvPr id="29" name="Rectangle 28">
            <a:extLst>
              <a:ext uri="{FF2B5EF4-FFF2-40B4-BE49-F238E27FC236}">
                <a16:creationId xmlns:a16="http://schemas.microsoft.com/office/drawing/2014/main" id="{72E3B84B-6605-F3D5-6358-4749635F6DD3}"/>
              </a:ext>
            </a:extLst>
          </p:cNvPr>
          <p:cNvSpPr/>
          <p:nvPr/>
        </p:nvSpPr>
        <p:spPr>
          <a:xfrm>
            <a:off x="3506437"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 Michel S.</a:t>
            </a:r>
          </a:p>
          <a:p>
            <a:pPr algn="ctr"/>
            <a:r>
              <a:rPr lang="fr-FR" sz="1050" dirty="0"/>
              <a:t>Equipe alpha</a:t>
            </a:r>
          </a:p>
        </p:txBody>
      </p:sp>
      <p:sp>
        <p:nvSpPr>
          <p:cNvPr id="30" name="Rectangle 29">
            <a:extLst>
              <a:ext uri="{FF2B5EF4-FFF2-40B4-BE49-F238E27FC236}">
                <a16:creationId xmlns:a16="http://schemas.microsoft.com/office/drawing/2014/main" id="{724BBCE0-08D2-8D35-8397-9B46699601D1}"/>
              </a:ext>
            </a:extLst>
          </p:cNvPr>
          <p:cNvSpPr/>
          <p:nvPr/>
        </p:nvSpPr>
        <p:spPr>
          <a:xfrm>
            <a:off x="5676900"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Johnny H.</a:t>
            </a:r>
          </a:p>
          <a:p>
            <a:pPr algn="ctr"/>
            <a:r>
              <a:rPr lang="fr-FR" sz="1050" dirty="0"/>
              <a:t>Eddy M.</a:t>
            </a:r>
          </a:p>
        </p:txBody>
      </p:sp>
      <p:sp>
        <p:nvSpPr>
          <p:cNvPr id="31" name="Rectangle 30">
            <a:extLst>
              <a:ext uri="{FF2B5EF4-FFF2-40B4-BE49-F238E27FC236}">
                <a16:creationId xmlns:a16="http://schemas.microsoft.com/office/drawing/2014/main" id="{B9408365-3AB2-5851-05F6-B3FC00DE5498}"/>
              </a:ext>
            </a:extLst>
          </p:cNvPr>
          <p:cNvSpPr/>
          <p:nvPr/>
        </p:nvSpPr>
        <p:spPr>
          <a:xfrm>
            <a:off x="4600043"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Georges B.</a:t>
            </a:r>
          </a:p>
          <a:p>
            <a:pPr algn="ctr"/>
            <a:r>
              <a:rPr lang="fr-FR" sz="1050" dirty="0"/>
              <a:t>Georges M.</a:t>
            </a:r>
          </a:p>
        </p:txBody>
      </p:sp>
      <p:sp>
        <p:nvSpPr>
          <p:cNvPr id="32" name="Rectangle 31">
            <a:extLst>
              <a:ext uri="{FF2B5EF4-FFF2-40B4-BE49-F238E27FC236}">
                <a16:creationId xmlns:a16="http://schemas.microsoft.com/office/drawing/2014/main" id="{FEBC56E7-5985-CD8F-43C0-E05579D78223}"/>
              </a:ext>
            </a:extLst>
          </p:cNvPr>
          <p:cNvSpPr/>
          <p:nvPr/>
        </p:nvSpPr>
        <p:spPr>
          <a:xfrm>
            <a:off x="6787255"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Département ABCD</a:t>
            </a:r>
          </a:p>
        </p:txBody>
      </p:sp>
      <p:sp>
        <p:nvSpPr>
          <p:cNvPr id="33" name="Rectangle 32">
            <a:extLst>
              <a:ext uri="{FF2B5EF4-FFF2-40B4-BE49-F238E27FC236}">
                <a16:creationId xmlns:a16="http://schemas.microsoft.com/office/drawing/2014/main" id="{6F086442-AEAD-41D2-FDA2-7783B5317472}"/>
              </a:ext>
            </a:extLst>
          </p:cNvPr>
          <p:cNvSpPr/>
          <p:nvPr/>
        </p:nvSpPr>
        <p:spPr>
          <a:xfrm>
            <a:off x="10068073"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Demis R.</a:t>
            </a:r>
          </a:p>
        </p:txBody>
      </p:sp>
      <p:sp>
        <p:nvSpPr>
          <p:cNvPr id="34" name="Espace réservé du contenu 2">
            <a:extLst>
              <a:ext uri="{FF2B5EF4-FFF2-40B4-BE49-F238E27FC236}">
                <a16:creationId xmlns:a16="http://schemas.microsoft.com/office/drawing/2014/main" id="{92233EDC-D7F2-2EFE-BE44-BFFD2C5B119A}"/>
              </a:ext>
            </a:extLst>
          </p:cNvPr>
          <p:cNvSpPr>
            <a:spLocks noGrp="1"/>
          </p:cNvSpPr>
          <p:nvPr>
            <p:ph idx="1"/>
          </p:nvPr>
        </p:nvSpPr>
        <p:spPr>
          <a:xfrm>
            <a:off x="838200" y="1825625"/>
            <a:ext cx="10145894" cy="838917"/>
          </a:xfrm>
        </p:spPr>
        <p:txBody>
          <a:bodyPr>
            <a:normAutofit fontScale="55000" lnSpcReduction="20000"/>
          </a:bodyPr>
          <a:lstStyle/>
          <a:p>
            <a:r>
              <a:rPr lang="fr-FR" dirty="0"/>
              <a:t>L’extension invités est dans une section supplémentaire à considérer en amont et/ou en aval de la conception du déroulement</a:t>
            </a:r>
          </a:p>
          <a:p>
            <a:r>
              <a:rPr lang="fr-FR" dirty="0"/>
              <a:t>Pour chaque distance, on fait la liste des invités. Pour chaque invité ou groupe d’invité, on se pose la question de la distance.</a:t>
            </a:r>
          </a:p>
        </p:txBody>
      </p:sp>
    </p:spTree>
    <p:extLst>
      <p:ext uri="{BB962C8B-B14F-4D97-AF65-F5344CB8AC3E}">
        <p14:creationId xmlns:p14="http://schemas.microsoft.com/office/powerpoint/2010/main" val="35602093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49E686-AA5D-75F5-2F94-17C313744CD7}"/>
              </a:ext>
            </a:extLst>
          </p:cNvPr>
          <p:cNvSpPr>
            <a:spLocks noGrp="1"/>
          </p:cNvSpPr>
          <p:nvPr>
            <p:ph type="title"/>
          </p:nvPr>
        </p:nvSpPr>
        <p:spPr/>
        <p:txBody>
          <a:bodyPr/>
          <a:lstStyle/>
          <a:p>
            <a:r>
              <a:rPr lang="fr-FR" dirty="0"/>
              <a:t>Invités</a:t>
            </a:r>
          </a:p>
        </p:txBody>
      </p:sp>
      <p:graphicFrame>
        <p:nvGraphicFramePr>
          <p:cNvPr id="4" name="Tableau 4">
            <a:extLst>
              <a:ext uri="{FF2B5EF4-FFF2-40B4-BE49-F238E27FC236}">
                <a16:creationId xmlns:a16="http://schemas.microsoft.com/office/drawing/2014/main" id="{605E550F-8B03-7887-8AD8-67693D6A27CD}"/>
              </a:ext>
            </a:extLst>
          </p:cNvPr>
          <p:cNvGraphicFramePr>
            <a:graphicFrameLocks noGrp="1"/>
          </p:cNvGraphicFramePr>
          <p:nvPr>
            <p:ph idx="1"/>
            <p:extLst>
              <p:ext uri="{D42A27DB-BD31-4B8C-83A1-F6EECF244321}">
                <p14:modId xmlns:p14="http://schemas.microsoft.com/office/powerpoint/2010/main" val="2409816247"/>
              </p:ext>
            </p:extLst>
          </p:nvPr>
        </p:nvGraphicFramePr>
        <p:xfrm>
          <a:off x="235131" y="1433740"/>
          <a:ext cx="11197046" cy="4450080"/>
        </p:xfrm>
        <a:graphic>
          <a:graphicData uri="http://schemas.openxmlformats.org/drawingml/2006/table">
            <a:tbl>
              <a:tblPr firstRow="1" bandRow="1">
                <a:tableStyleId>{5C22544A-7EE6-4342-B048-85BDC9FD1C3A}</a:tableStyleId>
              </a:tblPr>
              <a:tblGrid>
                <a:gridCol w="426720">
                  <a:extLst>
                    <a:ext uri="{9D8B030D-6E8A-4147-A177-3AD203B41FA5}">
                      <a16:colId xmlns:a16="http://schemas.microsoft.com/office/drawing/2014/main" val="1824821689"/>
                    </a:ext>
                  </a:extLst>
                </a:gridCol>
                <a:gridCol w="10770326">
                  <a:extLst>
                    <a:ext uri="{9D8B030D-6E8A-4147-A177-3AD203B41FA5}">
                      <a16:colId xmlns:a16="http://schemas.microsoft.com/office/drawing/2014/main" val="1026861104"/>
                    </a:ext>
                  </a:extLst>
                </a:gridCol>
              </a:tblGrid>
              <a:tr h="370840">
                <a:tc>
                  <a:txBody>
                    <a:bodyPr/>
                    <a:lstStyle/>
                    <a:p>
                      <a:endParaRPr lang="fr-FR"/>
                    </a:p>
                  </a:txBody>
                  <a:tcPr/>
                </a:tc>
                <a:tc>
                  <a:txBody>
                    <a:bodyPr/>
                    <a:lstStyle/>
                    <a:p>
                      <a:endParaRPr lang="fr-FR"/>
                    </a:p>
                  </a:txBody>
                  <a:tcPr/>
                </a:tc>
                <a:extLst>
                  <a:ext uri="{0D108BD9-81ED-4DB2-BD59-A6C34878D82A}">
                    <a16:rowId xmlns:a16="http://schemas.microsoft.com/office/drawing/2014/main" val="2683971423"/>
                  </a:ext>
                </a:extLst>
              </a:tr>
              <a:tr h="370840">
                <a:tc>
                  <a:txBody>
                    <a:bodyPr/>
                    <a:lstStyle/>
                    <a:p>
                      <a:r>
                        <a:rPr lang="fr-FR" dirty="0"/>
                        <a:t>0</a:t>
                      </a:r>
                    </a:p>
                  </a:txBody>
                  <a:tcPr/>
                </a:tc>
                <a:tc>
                  <a:txBody>
                    <a:bodyPr/>
                    <a:lstStyle/>
                    <a:p>
                      <a:r>
                        <a:rPr lang="fr-FR" dirty="0"/>
                        <a:t>Invités absolument nécessaires (annulation ou changement si absents)</a:t>
                      </a:r>
                    </a:p>
                  </a:txBody>
                  <a:tcPr/>
                </a:tc>
                <a:extLst>
                  <a:ext uri="{0D108BD9-81ED-4DB2-BD59-A6C34878D82A}">
                    <a16:rowId xmlns:a16="http://schemas.microsoft.com/office/drawing/2014/main" val="1049357367"/>
                  </a:ext>
                </a:extLst>
              </a:tr>
              <a:tr h="370840">
                <a:tc>
                  <a:txBody>
                    <a:bodyPr/>
                    <a:lstStyle/>
                    <a:p>
                      <a:r>
                        <a:rPr lang="fr-FR" dirty="0"/>
                        <a:t>1</a:t>
                      </a:r>
                    </a:p>
                  </a:txBody>
                  <a:tcPr/>
                </a:tc>
                <a:tc>
                  <a:txBody>
                    <a:bodyPr/>
                    <a:lstStyle/>
                    <a:p>
                      <a:r>
                        <a:rPr lang="fr-FR" dirty="0"/>
                        <a:t>Invités obligatoires</a:t>
                      </a:r>
                    </a:p>
                  </a:txBody>
                  <a:tcPr/>
                </a:tc>
                <a:extLst>
                  <a:ext uri="{0D108BD9-81ED-4DB2-BD59-A6C34878D82A}">
                    <a16:rowId xmlns:a16="http://schemas.microsoft.com/office/drawing/2014/main" val="2862742273"/>
                  </a:ext>
                </a:extLst>
              </a:tr>
              <a:tr h="370840">
                <a:tc>
                  <a:txBody>
                    <a:bodyPr/>
                    <a:lstStyle/>
                    <a:p>
                      <a:r>
                        <a:rPr lang="fr-FR" dirty="0"/>
                        <a:t>2</a:t>
                      </a:r>
                    </a:p>
                  </a:txBody>
                  <a:tcPr/>
                </a:tc>
                <a:tc>
                  <a:txBody>
                    <a:bodyPr/>
                    <a:lstStyle/>
                    <a:p>
                      <a:r>
                        <a:rPr lang="fr-FR" dirty="0"/>
                        <a:t>Invités optionnels de marque, pouvant être des arguments pour motiver les autres à venir</a:t>
                      </a:r>
                    </a:p>
                  </a:txBody>
                  <a:tcPr/>
                </a:tc>
                <a:extLst>
                  <a:ext uri="{0D108BD9-81ED-4DB2-BD59-A6C34878D82A}">
                    <a16:rowId xmlns:a16="http://schemas.microsoft.com/office/drawing/2014/main" val="1687547277"/>
                  </a:ext>
                </a:extLst>
              </a:tr>
              <a:tr h="370840">
                <a:tc>
                  <a:txBody>
                    <a:bodyPr/>
                    <a:lstStyle/>
                    <a:p>
                      <a:r>
                        <a:rPr lang="fr-FR" dirty="0"/>
                        <a:t>3</a:t>
                      </a:r>
                    </a:p>
                  </a:txBody>
                  <a:tcPr/>
                </a:tc>
                <a:tc>
                  <a:txBody>
                    <a:bodyPr/>
                    <a:lstStyle/>
                    <a:p>
                      <a:r>
                        <a:rPr lang="fr-FR" dirty="0"/>
                        <a:t>Invités optionnels</a:t>
                      </a:r>
                    </a:p>
                  </a:txBody>
                  <a:tcPr/>
                </a:tc>
                <a:extLst>
                  <a:ext uri="{0D108BD9-81ED-4DB2-BD59-A6C34878D82A}">
                    <a16:rowId xmlns:a16="http://schemas.microsoft.com/office/drawing/2014/main" val="1860243008"/>
                  </a:ext>
                </a:extLst>
              </a:tr>
              <a:tr h="370840">
                <a:tc>
                  <a:txBody>
                    <a:bodyPr/>
                    <a:lstStyle/>
                    <a:p>
                      <a:r>
                        <a:rPr lang="fr-FR" dirty="0"/>
                        <a:t>4</a:t>
                      </a:r>
                    </a:p>
                  </a:txBody>
                  <a:tcPr/>
                </a:tc>
                <a:tc>
                  <a:txBody>
                    <a:bodyPr/>
                    <a:lstStyle/>
                    <a:p>
                      <a:r>
                        <a:rPr lang="fr-FR" dirty="0"/>
                        <a:t>Invités dont l'invitation est symboliquement importante, mais dont la participation active est peu probable</a:t>
                      </a:r>
                    </a:p>
                  </a:txBody>
                  <a:tcPr/>
                </a:tc>
                <a:extLst>
                  <a:ext uri="{0D108BD9-81ED-4DB2-BD59-A6C34878D82A}">
                    <a16:rowId xmlns:a16="http://schemas.microsoft.com/office/drawing/2014/main" val="1725304313"/>
                  </a:ext>
                </a:extLst>
              </a:tr>
              <a:tr h="370840">
                <a:tc>
                  <a:txBody>
                    <a:bodyPr/>
                    <a:lstStyle/>
                    <a:p>
                      <a:r>
                        <a:rPr lang="fr-FR" dirty="0"/>
                        <a:t>5</a:t>
                      </a:r>
                    </a:p>
                  </a:txBody>
                  <a:tcPr/>
                </a:tc>
                <a:tc>
                  <a:txBody>
                    <a:bodyPr/>
                    <a:lstStyle/>
                    <a:p>
                      <a:r>
                        <a:rPr lang="fr-FR" dirty="0"/>
                        <a:t>Invités dont l'invitation est symboliquement importante, mais dont la présence est très peu probable</a:t>
                      </a:r>
                    </a:p>
                  </a:txBody>
                  <a:tcPr/>
                </a:tc>
                <a:extLst>
                  <a:ext uri="{0D108BD9-81ED-4DB2-BD59-A6C34878D82A}">
                    <a16:rowId xmlns:a16="http://schemas.microsoft.com/office/drawing/2014/main" val="106307810"/>
                  </a:ext>
                </a:extLst>
              </a:tr>
              <a:tr h="370840">
                <a:tc>
                  <a:txBody>
                    <a:bodyPr/>
                    <a:lstStyle/>
                    <a:p>
                      <a:r>
                        <a:rPr lang="fr-FR" dirty="0"/>
                        <a:t>6</a:t>
                      </a:r>
                    </a:p>
                  </a:txBody>
                  <a:tcPr/>
                </a:tc>
                <a:tc>
                  <a:txBody>
                    <a:bodyPr/>
                    <a:lstStyle/>
                    <a:p>
                      <a:r>
                        <a:rPr lang="fr-FR" dirty="0"/>
                        <a:t>Non-Invités, destinataires des annonces, comptes-rendus, enregistrements</a:t>
                      </a:r>
                    </a:p>
                  </a:txBody>
                  <a:tcPr/>
                </a:tc>
                <a:extLst>
                  <a:ext uri="{0D108BD9-81ED-4DB2-BD59-A6C34878D82A}">
                    <a16:rowId xmlns:a16="http://schemas.microsoft.com/office/drawing/2014/main" val="2358592174"/>
                  </a:ext>
                </a:extLst>
              </a:tr>
              <a:tr h="370840">
                <a:tc>
                  <a:txBody>
                    <a:bodyPr/>
                    <a:lstStyle/>
                    <a:p>
                      <a:r>
                        <a:rPr lang="fr-FR" dirty="0"/>
                        <a:t>7</a:t>
                      </a:r>
                    </a:p>
                  </a:txBody>
                  <a:tcPr/>
                </a:tc>
                <a:tc>
                  <a:txBody>
                    <a:bodyPr/>
                    <a:lstStyle/>
                    <a:p>
                      <a:r>
                        <a:rPr lang="fr-FR" dirty="0"/>
                        <a:t>Non-Invités, informés de l'événement, &lt;b&gt;non destinataires&lt;/b&gt; des annonces, comptes-rendus, enregistrements</a:t>
                      </a:r>
                    </a:p>
                  </a:txBody>
                  <a:tcPr/>
                </a:tc>
                <a:extLst>
                  <a:ext uri="{0D108BD9-81ED-4DB2-BD59-A6C34878D82A}">
                    <a16:rowId xmlns:a16="http://schemas.microsoft.com/office/drawing/2014/main" val="2977391"/>
                  </a:ext>
                </a:extLst>
              </a:tr>
              <a:tr h="370840">
                <a:tc>
                  <a:txBody>
                    <a:bodyPr/>
                    <a:lstStyle/>
                    <a:p>
                      <a:r>
                        <a:rPr lang="fr-FR" dirty="0"/>
                        <a:t>8</a:t>
                      </a:r>
                    </a:p>
                  </a:txBody>
                  <a:tcPr/>
                </a:tc>
                <a:tc>
                  <a:txBody>
                    <a:bodyPr/>
                    <a:lstStyle/>
                    <a:p>
                      <a:r>
                        <a:rPr lang="fr-FR" dirty="0"/>
                        <a:t>Non-Invités, non informés de l'événement</a:t>
                      </a:r>
                    </a:p>
                  </a:txBody>
                  <a:tcPr/>
                </a:tc>
                <a:extLst>
                  <a:ext uri="{0D108BD9-81ED-4DB2-BD59-A6C34878D82A}">
                    <a16:rowId xmlns:a16="http://schemas.microsoft.com/office/drawing/2014/main" val="1826162107"/>
                  </a:ext>
                </a:extLst>
              </a:tr>
              <a:tr h="370840">
                <a:tc>
                  <a:txBody>
                    <a:bodyPr/>
                    <a:lstStyle/>
                    <a:p>
                      <a:r>
                        <a:rPr lang="fr-FR" dirty="0"/>
                        <a:t>9</a:t>
                      </a:r>
                    </a:p>
                  </a:txBody>
                  <a:tcPr/>
                </a:tc>
                <a:tc>
                  <a:txBody>
                    <a:bodyPr/>
                    <a:lstStyle/>
                    <a:p>
                      <a:r>
                        <a:rPr lang="fr-FR" dirty="0"/>
                        <a:t>Non-Invités et l'événement leur est volontairement caché</a:t>
                      </a:r>
                    </a:p>
                  </a:txBody>
                  <a:tcPr/>
                </a:tc>
                <a:extLst>
                  <a:ext uri="{0D108BD9-81ED-4DB2-BD59-A6C34878D82A}">
                    <a16:rowId xmlns:a16="http://schemas.microsoft.com/office/drawing/2014/main" val="1489754800"/>
                  </a:ext>
                </a:extLst>
              </a:tr>
              <a:tr h="370840">
                <a:tc>
                  <a:txBody>
                    <a:bodyPr/>
                    <a:lstStyle/>
                    <a:p>
                      <a:r>
                        <a:rPr lang="fr-FR" dirty="0"/>
                        <a:t>10</a:t>
                      </a:r>
                    </a:p>
                  </a:txBody>
                  <a:tcPr/>
                </a:tc>
                <a:tc>
                  <a:txBody>
                    <a:bodyPr/>
                    <a:lstStyle/>
                    <a:p>
                      <a:r>
                        <a:rPr lang="fr-FR" dirty="0"/>
                        <a:t>Non-Invités conscients qu'ils ne le sont explicitement pas</a:t>
                      </a:r>
                    </a:p>
                  </a:txBody>
                  <a:tcPr/>
                </a:tc>
                <a:extLst>
                  <a:ext uri="{0D108BD9-81ED-4DB2-BD59-A6C34878D82A}">
                    <a16:rowId xmlns:a16="http://schemas.microsoft.com/office/drawing/2014/main" val="4149579793"/>
                  </a:ext>
                </a:extLst>
              </a:tr>
            </a:tbl>
          </a:graphicData>
        </a:graphic>
      </p:graphicFrame>
    </p:spTree>
    <p:extLst>
      <p:ext uri="{BB962C8B-B14F-4D97-AF65-F5344CB8AC3E}">
        <p14:creationId xmlns:p14="http://schemas.microsoft.com/office/powerpoint/2010/main" val="39332496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69546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Badge 9 avec un remplissage uni">
            <a:extLst>
              <a:ext uri="{FF2B5EF4-FFF2-40B4-BE49-F238E27FC236}">
                <a16:creationId xmlns:a16="http://schemas.microsoft.com/office/drawing/2014/main" id="{E632F9D2-4F87-73B6-4868-18FF996BB0B8}"/>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139" r="7841"/>
          <a:stretch/>
        </p:blipFill>
        <p:spPr>
          <a:xfrm>
            <a:off x="10333180" y="4630562"/>
            <a:ext cx="1713064" cy="1726128"/>
          </a:xfrm>
          <a:prstGeom prst="rect">
            <a:avLst/>
          </a:prstGeom>
        </p:spPr>
      </p:pic>
      <p:pic>
        <p:nvPicPr>
          <p:cNvPr id="10" name="Graphique 9" descr="Badge 8 avec un remplissage uni">
            <a:extLst>
              <a:ext uri="{FF2B5EF4-FFF2-40B4-BE49-F238E27FC236}">
                <a16:creationId xmlns:a16="http://schemas.microsoft.com/office/drawing/2014/main" id="{BE696501-D51C-EE08-0202-D36B044D866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9747" r="9594"/>
          <a:stretch/>
        </p:blipFill>
        <p:spPr>
          <a:xfrm>
            <a:off x="6319812" y="4669889"/>
            <a:ext cx="1680500" cy="1677639"/>
          </a:xfrm>
          <a:prstGeom prst="rect">
            <a:avLst/>
          </a:prstGeom>
        </p:spPr>
      </p:pic>
      <p:pic>
        <p:nvPicPr>
          <p:cNvPr id="13" name="Graphique 12" descr="Badge 7 avec un remplissage uni">
            <a:extLst>
              <a:ext uri="{FF2B5EF4-FFF2-40B4-BE49-F238E27FC236}">
                <a16:creationId xmlns:a16="http://schemas.microsoft.com/office/drawing/2014/main" id="{EDCC51BC-9267-6889-06E0-9DBF8789EF73}"/>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t="7472" r="7871"/>
          <a:stretch/>
        </p:blipFill>
        <p:spPr>
          <a:xfrm>
            <a:off x="2313206" y="4650226"/>
            <a:ext cx="1712508" cy="1719916"/>
          </a:xfrm>
          <a:prstGeom prst="rect">
            <a:avLst/>
          </a:prstGeom>
        </p:spPr>
      </p:pic>
      <p:pic>
        <p:nvPicPr>
          <p:cNvPr id="15" name="Graphique 14" descr="Badge 6 avec un remplissage uni">
            <a:extLst>
              <a:ext uri="{FF2B5EF4-FFF2-40B4-BE49-F238E27FC236}">
                <a16:creationId xmlns:a16="http://schemas.microsoft.com/office/drawing/2014/main" id="{B7292DB6-1DB8-AB67-6E89-173D5262D167}"/>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t="9589" r="7841"/>
          <a:stretch/>
        </p:blipFill>
        <p:spPr>
          <a:xfrm>
            <a:off x="10333180" y="2386005"/>
            <a:ext cx="1713064" cy="1680588"/>
          </a:xfrm>
          <a:prstGeom prst="rect">
            <a:avLst/>
          </a:prstGeom>
        </p:spPr>
      </p:pic>
      <p:pic>
        <p:nvPicPr>
          <p:cNvPr id="17" name="Graphique 16" descr="Badge 5 avec un remplissage uni">
            <a:extLst>
              <a:ext uri="{FF2B5EF4-FFF2-40B4-BE49-F238E27FC236}">
                <a16:creationId xmlns:a16="http://schemas.microsoft.com/office/drawing/2014/main" id="{8DA75393-915D-2C5C-8B4F-E08B23E92A74}"/>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1792" t="9588" r="9632" b="-3186"/>
          <a:stretch/>
        </p:blipFill>
        <p:spPr>
          <a:xfrm>
            <a:off x="6287248" y="2405668"/>
            <a:ext cx="1713064" cy="1739816"/>
          </a:xfrm>
          <a:prstGeom prst="rect">
            <a:avLst/>
          </a:prstGeom>
        </p:spPr>
      </p:pic>
      <p:pic>
        <p:nvPicPr>
          <p:cNvPr id="19" name="Graphique 18" descr="Badge 4 avec un remplissage uni">
            <a:extLst>
              <a:ext uri="{FF2B5EF4-FFF2-40B4-BE49-F238E27FC236}">
                <a16:creationId xmlns:a16="http://schemas.microsoft.com/office/drawing/2014/main" id="{654A1BB9-EDCA-4154-5B4C-AA194D7BD713}"/>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t="6402" r="7342"/>
          <a:stretch/>
        </p:blipFill>
        <p:spPr>
          <a:xfrm>
            <a:off x="2303360" y="2386004"/>
            <a:ext cx="1722354" cy="1739815"/>
          </a:xfrm>
          <a:prstGeom prst="rect">
            <a:avLst/>
          </a:prstGeom>
        </p:spPr>
      </p:pic>
      <p:pic>
        <p:nvPicPr>
          <p:cNvPr id="21" name="Graphique 20" descr="Badge 3 avec un remplissage uni">
            <a:extLst>
              <a:ext uri="{FF2B5EF4-FFF2-40B4-BE49-F238E27FC236}">
                <a16:creationId xmlns:a16="http://schemas.microsoft.com/office/drawing/2014/main" id="{C571E325-2DEB-1C31-3C71-3C80F1D12A57}"/>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7980" r="7841"/>
          <a:stretch/>
        </p:blipFill>
        <p:spPr>
          <a:xfrm>
            <a:off x="10333180" y="121784"/>
            <a:ext cx="1713064" cy="1710498"/>
          </a:xfrm>
          <a:prstGeom prst="rect">
            <a:avLst/>
          </a:prstGeom>
        </p:spPr>
      </p:pic>
      <p:pic>
        <p:nvPicPr>
          <p:cNvPr id="23" name="Graphique 22" descr="Badge avec un remplissage uni">
            <a:extLst>
              <a:ext uri="{FF2B5EF4-FFF2-40B4-BE49-F238E27FC236}">
                <a16:creationId xmlns:a16="http://schemas.microsoft.com/office/drawing/2014/main" id="{1AA4C682-4E50-F836-8E9D-E787BA616802}"/>
              </a:ext>
            </a:extLst>
          </p:cNvPr>
          <p:cNvPicPr>
            <a:picLocks noChangeAspect="1"/>
          </p:cNvPicPr>
          <p:nvPr/>
        </p:nvPicPr>
        <p:blipFill rotWithShape="1">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rcRect t="7488" r="7871"/>
          <a:stretch/>
        </p:blipFill>
        <p:spPr>
          <a:xfrm>
            <a:off x="6323469" y="121783"/>
            <a:ext cx="1712510" cy="1719634"/>
          </a:xfrm>
          <a:prstGeom prst="rect">
            <a:avLst/>
          </a:prstGeom>
        </p:spPr>
      </p:pic>
      <p:pic>
        <p:nvPicPr>
          <p:cNvPr id="26" name="Graphique 25" descr="Badge 1 avec un remplissage uni">
            <a:extLst>
              <a:ext uri="{FF2B5EF4-FFF2-40B4-BE49-F238E27FC236}">
                <a16:creationId xmlns:a16="http://schemas.microsoft.com/office/drawing/2014/main" id="{8FD367E6-DE73-6A04-53CF-3C265FF07B35}"/>
              </a:ext>
            </a:extLst>
          </p:cNvPr>
          <p:cNvPicPr>
            <a:picLocks noChangeAspect="1"/>
          </p:cNvPicPr>
          <p:nvPr/>
        </p:nvPicPr>
        <p:blipFill rotWithShape="1">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rcRect t="6466" r="7871"/>
          <a:stretch/>
        </p:blipFill>
        <p:spPr>
          <a:xfrm>
            <a:off x="2313206" y="121782"/>
            <a:ext cx="1712508" cy="1738635"/>
          </a:xfrm>
          <a:prstGeom prst="rect">
            <a:avLst/>
          </a:prstGeom>
        </p:spPr>
      </p:pic>
      <p:pic>
        <p:nvPicPr>
          <p:cNvPr id="33" name="Graphique 32" descr="Personne confuse avec un remplissage uni">
            <a:extLst>
              <a:ext uri="{FF2B5EF4-FFF2-40B4-BE49-F238E27FC236}">
                <a16:creationId xmlns:a16="http://schemas.microsoft.com/office/drawing/2014/main" id="{281AB640-2463-FE87-9410-57C9982558F0}"/>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267848" y="3182398"/>
            <a:ext cx="1014931" cy="1140523"/>
          </a:xfrm>
          <a:prstGeom prst="rect">
            <a:avLst/>
          </a:prstGeom>
        </p:spPr>
      </p:pic>
      <p:pic>
        <p:nvPicPr>
          <p:cNvPr id="34" name="Graphique 33" descr="Personne confuse avec un remplissage uni">
            <a:extLst>
              <a:ext uri="{FF2B5EF4-FFF2-40B4-BE49-F238E27FC236}">
                <a16:creationId xmlns:a16="http://schemas.microsoft.com/office/drawing/2014/main" id="{C675E242-C6CF-545B-0138-FC4C7E5B0015}"/>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1" y="918177"/>
            <a:ext cx="1014931" cy="1140523"/>
          </a:xfrm>
          <a:prstGeom prst="rect">
            <a:avLst/>
          </a:prstGeom>
        </p:spPr>
      </p:pic>
      <p:pic>
        <p:nvPicPr>
          <p:cNvPr id="35" name="Graphique 34" descr="Personne confuse avec un remplissage uni">
            <a:extLst>
              <a:ext uri="{FF2B5EF4-FFF2-40B4-BE49-F238E27FC236}">
                <a16:creationId xmlns:a16="http://schemas.microsoft.com/office/drawing/2014/main" id="{C6F1B600-A357-2A83-1054-4B5638226DA3}"/>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287823" y="918177"/>
            <a:ext cx="1014931" cy="1140523"/>
          </a:xfrm>
          <a:prstGeom prst="rect">
            <a:avLst/>
          </a:prstGeom>
        </p:spPr>
      </p:pic>
      <p:pic>
        <p:nvPicPr>
          <p:cNvPr id="36" name="Graphique 35" descr="Personne confuse avec un remplissage uni">
            <a:extLst>
              <a:ext uri="{FF2B5EF4-FFF2-40B4-BE49-F238E27FC236}">
                <a16:creationId xmlns:a16="http://schemas.microsoft.com/office/drawing/2014/main" id="{EE4938AD-8B9C-2635-B4BA-AD4A60B0351B}"/>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0" y="3182398"/>
            <a:ext cx="1014931" cy="1140523"/>
          </a:xfrm>
          <a:prstGeom prst="rect">
            <a:avLst/>
          </a:prstGeom>
        </p:spPr>
      </p:pic>
      <p:pic>
        <p:nvPicPr>
          <p:cNvPr id="38" name="Graphique 37" descr="Personne confuse avec un remplissage uni">
            <a:extLst>
              <a:ext uri="{FF2B5EF4-FFF2-40B4-BE49-F238E27FC236}">
                <a16:creationId xmlns:a16="http://schemas.microsoft.com/office/drawing/2014/main" id="{514F1E18-26C5-5CC2-626A-503489A24820}"/>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267848" y="5446622"/>
            <a:ext cx="1014931" cy="1140523"/>
          </a:xfrm>
          <a:prstGeom prst="rect">
            <a:avLst/>
          </a:prstGeom>
        </p:spPr>
      </p:pic>
      <p:pic>
        <p:nvPicPr>
          <p:cNvPr id="39" name="Graphique 38" descr="Personne confuse avec un remplissage uni">
            <a:extLst>
              <a:ext uri="{FF2B5EF4-FFF2-40B4-BE49-F238E27FC236}">
                <a16:creationId xmlns:a16="http://schemas.microsoft.com/office/drawing/2014/main" id="{4B92675E-6DA4-46DA-94D6-25B9CE1A0587}"/>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0" y="5446622"/>
            <a:ext cx="1014931" cy="1140523"/>
          </a:xfrm>
          <a:prstGeom prst="rect">
            <a:avLst/>
          </a:prstGeom>
        </p:spPr>
      </p:pic>
      <p:pic>
        <p:nvPicPr>
          <p:cNvPr id="40" name="Graphique 39" descr="Personne confuse avec un remplissage uni">
            <a:extLst>
              <a:ext uri="{FF2B5EF4-FFF2-40B4-BE49-F238E27FC236}">
                <a16:creationId xmlns:a16="http://schemas.microsoft.com/office/drawing/2014/main" id="{8C414877-D6FE-48BF-4B6E-78F7B051BE99}"/>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287823" y="5447071"/>
            <a:ext cx="1014931" cy="1140523"/>
          </a:xfrm>
          <a:prstGeom prst="rect">
            <a:avLst/>
          </a:prstGeom>
        </p:spPr>
      </p:pic>
      <p:pic>
        <p:nvPicPr>
          <p:cNvPr id="42" name="Graphique 41" descr="Calendrier journalier avec un remplissage uni">
            <a:extLst>
              <a:ext uri="{FF2B5EF4-FFF2-40B4-BE49-F238E27FC236}">
                <a16:creationId xmlns:a16="http://schemas.microsoft.com/office/drawing/2014/main" id="{B848731A-8772-3775-2CE3-EA579FAC12B9}"/>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226590" y="707577"/>
            <a:ext cx="914400" cy="914400"/>
          </a:xfrm>
          <a:prstGeom prst="rect">
            <a:avLst/>
          </a:prstGeom>
        </p:spPr>
      </p:pic>
      <p:pic>
        <p:nvPicPr>
          <p:cNvPr id="43" name="Graphique 42" descr="Calendrier journalier avec un remplissage uni">
            <a:extLst>
              <a:ext uri="{FF2B5EF4-FFF2-40B4-BE49-F238E27FC236}">
                <a16:creationId xmlns:a16="http://schemas.microsoft.com/office/drawing/2014/main" id="{EBC93117-0C3B-7A91-7642-98762284DFE5}"/>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259455" y="707577"/>
            <a:ext cx="914400" cy="914400"/>
          </a:xfrm>
          <a:prstGeom prst="rect">
            <a:avLst/>
          </a:prstGeom>
        </p:spPr>
      </p:pic>
      <p:sp>
        <p:nvSpPr>
          <p:cNvPr id="45" name="ZoneTexte 44">
            <a:extLst>
              <a:ext uri="{FF2B5EF4-FFF2-40B4-BE49-F238E27FC236}">
                <a16:creationId xmlns:a16="http://schemas.microsoft.com/office/drawing/2014/main" id="{467E2D7D-4088-D6EF-D071-D1F428B65068}"/>
              </a:ext>
            </a:extLst>
          </p:cNvPr>
          <p:cNvSpPr txBox="1"/>
          <p:nvPr/>
        </p:nvSpPr>
        <p:spPr>
          <a:xfrm>
            <a:off x="5033921" y="668751"/>
            <a:ext cx="1441374" cy="923330"/>
          </a:xfrm>
          <a:prstGeom prst="rect">
            <a:avLst/>
          </a:prstGeom>
          <a:noFill/>
        </p:spPr>
        <p:txBody>
          <a:bodyPr wrap="square" rtlCol="0">
            <a:spAutoFit/>
          </a:bodyPr>
          <a:lstStyle/>
          <a:p>
            <a:r>
              <a:rPr lang="fr-FR" sz="5400" dirty="0">
                <a:solidFill>
                  <a:srgbClr val="ED7D31"/>
                </a:solidFill>
              </a:rPr>
              <a:t>(     )</a:t>
            </a:r>
          </a:p>
        </p:txBody>
      </p:sp>
      <p:pic>
        <p:nvPicPr>
          <p:cNvPr id="46" name="Graphique 45" descr="Calendrier journalier avec un remplissage uni">
            <a:extLst>
              <a:ext uri="{FF2B5EF4-FFF2-40B4-BE49-F238E27FC236}">
                <a16:creationId xmlns:a16="http://schemas.microsoft.com/office/drawing/2014/main" id="{8BD9391F-7CC0-78EE-2D89-6A48903C6B2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16789" y="716606"/>
            <a:ext cx="914400" cy="914400"/>
          </a:xfrm>
          <a:prstGeom prst="rect">
            <a:avLst/>
          </a:prstGeom>
        </p:spPr>
      </p:pic>
      <p:sp>
        <p:nvSpPr>
          <p:cNvPr id="49" name="ZoneTexte 48">
            <a:extLst>
              <a:ext uri="{FF2B5EF4-FFF2-40B4-BE49-F238E27FC236}">
                <a16:creationId xmlns:a16="http://schemas.microsoft.com/office/drawing/2014/main" id="{06019392-0833-FCD5-C4F9-64FAFFFCBCAA}"/>
              </a:ext>
            </a:extLst>
          </p:cNvPr>
          <p:cNvSpPr txBox="1"/>
          <p:nvPr/>
        </p:nvSpPr>
        <p:spPr>
          <a:xfrm>
            <a:off x="8884058" y="688467"/>
            <a:ext cx="1441374" cy="923330"/>
          </a:xfrm>
          <a:prstGeom prst="rect">
            <a:avLst/>
          </a:prstGeom>
          <a:noFill/>
        </p:spPr>
        <p:txBody>
          <a:bodyPr wrap="square" rtlCol="0">
            <a:spAutoFit/>
          </a:bodyPr>
          <a:lstStyle/>
          <a:p>
            <a:r>
              <a:rPr lang="fr-FR" sz="5400" dirty="0">
                <a:solidFill>
                  <a:srgbClr val="ED7D31"/>
                </a:solidFill>
              </a:rPr>
              <a:t>(     )</a:t>
            </a:r>
          </a:p>
        </p:txBody>
      </p:sp>
      <p:pic>
        <p:nvPicPr>
          <p:cNvPr id="50" name="Graphique 49" descr="Calendrier journalier avec un remplissage uni">
            <a:extLst>
              <a:ext uri="{FF2B5EF4-FFF2-40B4-BE49-F238E27FC236}">
                <a16:creationId xmlns:a16="http://schemas.microsoft.com/office/drawing/2014/main" id="{3342C164-7A34-4A89-D132-31FA9001059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152701" y="3048356"/>
            <a:ext cx="914400" cy="914400"/>
          </a:xfrm>
          <a:prstGeom prst="rect">
            <a:avLst/>
          </a:prstGeom>
        </p:spPr>
      </p:pic>
      <p:pic>
        <p:nvPicPr>
          <p:cNvPr id="55" name="Graphique 54" descr="Personne confuse avec un remplissage uni">
            <a:extLst>
              <a:ext uri="{FF2B5EF4-FFF2-40B4-BE49-F238E27FC236}">
                <a16:creationId xmlns:a16="http://schemas.microsoft.com/office/drawing/2014/main" id="{B716E1BE-93BB-AC25-B07C-0A9DCB32356A}"/>
              </a:ext>
            </a:extLst>
          </p:cNvPr>
          <p:cNvPicPr>
            <a:picLocks noChangeAspect="1"/>
          </p:cNvPicPr>
          <p:nvPr/>
        </p:nvPicPr>
        <p:blipFill rotWithShape="1">
          <a:blip r:embed="rId25" cstate="print">
            <a:extLst>
              <a:ext uri="{28A0092B-C50C-407E-A947-70E740481C1C}">
                <a14:useLocalDpi xmlns:a14="http://schemas.microsoft.com/office/drawing/2010/main"/>
              </a:ext>
              <a:ext uri="{96DAC541-7B7A-43D3-8B79-37D633B846F1}">
                <asvg:svgBlip xmlns:asvg="http://schemas.microsoft.com/office/drawing/2016/SVG/main" r:embed="rId26"/>
              </a:ext>
            </a:extLst>
          </a:blip>
          <a:srcRect l="40767" r="14769" b="50034"/>
          <a:stretch/>
        </p:blipFill>
        <p:spPr>
          <a:xfrm>
            <a:off x="267849" y="918177"/>
            <a:ext cx="1014931" cy="1140523"/>
          </a:xfrm>
          <a:prstGeom prst="rect">
            <a:avLst/>
          </a:prstGeom>
        </p:spPr>
      </p:pic>
      <p:pic>
        <p:nvPicPr>
          <p:cNvPr id="525" name="Graphique 524" descr="Calendrier journalier avec un remplissage uni">
            <a:extLst>
              <a:ext uri="{FF2B5EF4-FFF2-40B4-BE49-F238E27FC236}">
                <a16:creationId xmlns:a16="http://schemas.microsoft.com/office/drawing/2014/main" id="{EDE4C8CD-DC25-545E-FC61-484B391C9FD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125521" y="3076975"/>
            <a:ext cx="914400" cy="914400"/>
          </a:xfrm>
          <a:prstGeom prst="rect">
            <a:avLst/>
          </a:prstGeom>
        </p:spPr>
      </p:pic>
      <p:pic>
        <p:nvPicPr>
          <p:cNvPr id="528" name="Graphique 527" descr="Colombe avec un remplissage uni">
            <a:extLst>
              <a:ext uri="{FF2B5EF4-FFF2-40B4-BE49-F238E27FC236}">
                <a16:creationId xmlns:a16="http://schemas.microsoft.com/office/drawing/2014/main" id="{6B884DC3-6B3B-CAFE-1A5A-0CDDEDE8859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615286" y="2553469"/>
            <a:ext cx="818151" cy="818151"/>
          </a:xfrm>
          <a:prstGeom prst="rect">
            <a:avLst/>
          </a:prstGeom>
        </p:spPr>
      </p:pic>
      <p:pic>
        <p:nvPicPr>
          <p:cNvPr id="529" name="Graphique 528" descr="Colombe avec un remplissage uni">
            <a:extLst>
              <a:ext uri="{FF2B5EF4-FFF2-40B4-BE49-F238E27FC236}">
                <a16:creationId xmlns:a16="http://schemas.microsoft.com/office/drawing/2014/main" id="{3658879D-AA1E-C95A-2A0F-11B943014F26}"/>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5582721" y="2594218"/>
            <a:ext cx="818151" cy="818151"/>
          </a:xfrm>
          <a:prstGeom prst="rect">
            <a:avLst/>
          </a:prstGeom>
        </p:spPr>
      </p:pic>
      <p:sp>
        <p:nvSpPr>
          <p:cNvPr id="532" name="ZoneTexte 531">
            <a:extLst>
              <a:ext uri="{FF2B5EF4-FFF2-40B4-BE49-F238E27FC236}">
                <a16:creationId xmlns:a16="http://schemas.microsoft.com/office/drawing/2014/main" id="{0F3F8ABC-05CA-FB33-3377-AD67C66D4C16}"/>
              </a:ext>
            </a:extLst>
          </p:cNvPr>
          <p:cNvSpPr txBox="1"/>
          <p:nvPr/>
        </p:nvSpPr>
        <p:spPr>
          <a:xfrm>
            <a:off x="924233" y="2993182"/>
            <a:ext cx="1441374" cy="923330"/>
          </a:xfrm>
          <a:prstGeom prst="rect">
            <a:avLst/>
          </a:prstGeom>
          <a:noFill/>
        </p:spPr>
        <p:txBody>
          <a:bodyPr wrap="square" rtlCol="0">
            <a:spAutoFit/>
          </a:bodyPr>
          <a:lstStyle/>
          <a:p>
            <a:r>
              <a:rPr lang="fr-FR" sz="5400" dirty="0">
                <a:solidFill>
                  <a:srgbClr val="ED7D31"/>
                </a:solidFill>
              </a:rPr>
              <a:t>(     )</a:t>
            </a:r>
          </a:p>
        </p:txBody>
      </p:sp>
      <p:sp>
        <p:nvSpPr>
          <p:cNvPr id="533" name="ZoneTexte 532">
            <a:extLst>
              <a:ext uri="{FF2B5EF4-FFF2-40B4-BE49-F238E27FC236}">
                <a16:creationId xmlns:a16="http://schemas.microsoft.com/office/drawing/2014/main" id="{0E27CD13-C95B-AA35-E793-84FA29761251}"/>
              </a:ext>
            </a:extLst>
          </p:cNvPr>
          <p:cNvSpPr txBox="1"/>
          <p:nvPr/>
        </p:nvSpPr>
        <p:spPr>
          <a:xfrm>
            <a:off x="4870433" y="3068045"/>
            <a:ext cx="1441374" cy="923330"/>
          </a:xfrm>
          <a:prstGeom prst="rect">
            <a:avLst/>
          </a:prstGeom>
          <a:noFill/>
        </p:spPr>
        <p:txBody>
          <a:bodyPr wrap="square" rtlCol="0">
            <a:spAutoFit/>
          </a:bodyPr>
          <a:lstStyle/>
          <a:p>
            <a:r>
              <a:rPr lang="fr-FR" sz="5400" dirty="0">
                <a:solidFill>
                  <a:srgbClr val="ED7D31"/>
                </a:solidFill>
              </a:rPr>
              <a:t>(     )</a:t>
            </a:r>
          </a:p>
        </p:txBody>
      </p:sp>
      <p:pic>
        <p:nvPicPr>
          <p:cNvPr id="535" name="Graphique 534" descr="Mégaphone avec un remplissage uni">
            <a:extLst>
              <a:ext uri="{FF2B5EF4-FFF2-40B4-BE49-F238E27FC236}">
                <a16:creationId xmlns:a16="http://schemas.microsoft.com/office/drawing/2014/main" id="{D52B6F27-ED5F-3B3B-E38B-BB61C934C48D}"/>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t="13318"/>
          <a:stretch/>
        </p:blipFill>
        <p:spPr>
          <a:xfrm>
            <a:off x="5221495" y="121780"/>
            <a:ext cx="914400" cy="792619"/>
          </a:xfrm>
          <a:prstGeom prst="rect">
            <a:avLst/>
          </a:prstGeom>
        </p:spPr>
      </p:pic>
      <p:pic>
        <p:nvPicPr>
          <p:cNvPr id="536" name="Graphique 535" descr="Calendrier journalier avec un remplissage uni">
            <a:extLst>
              <a:ext uri="{FF2B5EF4-FFF2-40B4-BE49-F238E27FC236}">
                <a16:creationId xmlns:a16="http://schemas.microsoft.com/office/drawing/2014/main" id="{099A3ADE-2A59-B6E6-DD56-589D32C5F3E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62716" y="3122157"/>
            <a:ext cx="914400" cy="914400"/>
          </a:xfrm>
          <a:prstGeom prst="rect">
            <a:avLst/>
          </a:prstGeom>
        </p:spPr>
      </p:pic>
      <p:pic>
        <p:nvPicPr>
          <p:cNvPr id="539" name="Graphique 538" descr="Personne confuse avec un remplissage uni">
            <a:extLst>
              <a:ext uri="{FF2B5EF4-FFF2-40B4-BE49-F238E27FC236}">
                <a16:creationId xmlns:a16="http://schemas.microsoft.com/office/drawing/2014/main" id="{F9CDADAC-9FD8-6303-AAE4-10ED25011352}"/>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311097" y="3125660"/>
            <a:ext cx="1014931" cy="1140523"/>
          </a:xfrm>
          <a:prstGeom prst="rect">
            <a:avLst/>
          </a:prstGeom>
        </p:spPr>
      </p:pic>
      <p:pic>
        <p:nvPicPr>
          <p:cNvPr id="540" name="Graphique 539" descr="Fermer avec un remplissage uni">
            <a:extLst>
              <a:ext uri="{FF2B5EF4-FFF2-40B4-BE49-F238E27FC236}">
                <a16:creationId xmlns:a16="http://schemas.microsoft.com/office/drawing/2014/main" id="{F4566017-CF96-EB93-9121-DC49DE4FA4A2}"/>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9162716" y="3175168"/>
            <a:ext cx="914399" cy="914399"/>
          </a:xfrm>
          <a:prstGeom prst="rect">
            <a:avLst/>
          </a:prstGeom>
        </p:spPr>
      </p:pic>
      <p:pic>
        <p:nvPicPr>
          <p:cNvPr id="542" name="Graphique 541" descr="Enveloppe avec un remplissage uni">
            <a:extLst>
              <a:ext uri="{FF2B5EF4-FFF2-40B4-BE49-F238E27FC236}">
                <a16:creationId xmlns:a16="http://schemas.microsoft.com/office/drawing/2014/main" id="{5A0C61AD-539D-56A8-C216-46CFB0781000}"/>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9191865" y="2405668"/>
            <a:ext cx="914400" cy="914400"/>
          </a:xfrm>
          <a:prstGeom prst="rect">
            <a:avLst/>
          </a:prstGeom>
        </p:spPr>
      </p:pic>
      <p:pic>
        <p:nvPicPr>
          <p:cNvPr id="544" name="Graphique 543" descr="Calendrier journalier avec un remplissage uni">
            <a:extLst>
              <a:ext uri="{FF2B5EF4-FFF2-40B4-BE49-F238E27FC236}">
                <a16:creationId xmlns:a16="http://schemas.microsoft.com/office/drawing/2014/main" id="{EE83F0A6-7B85-5CCB-D2AA-0FC27ED8B60E}"/>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148735" y="5297552"/>
            <a:ext cx="914400" cy="914400"/>
          </a:xfrm>
          <a:prstGeom prst="rect">
            <a:avLst/>
          </a:prstGeom>
        </p:spPr>
      </p:pic>
      <p:pic>
        <p:nvPicPr>
          <p:cNvPr id="566" name="Graphique 565" descr="Fermer avec un remplissage uni">
            <a:extLst>
              <a:ext uri="{FF2B5EF4-FFF2-40B4-BE49-F238E27FC236}">
                <a16:creationId xmlns:a16="http://schemas.microsoft.com/office/drawing/2014/main" id="{98224B34-32DE-F5BA-E0BB-40F8091CDF2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158086" y="5311905"/>
            <a:ext cx="914399" cy="914399"/>
          </a:xfrm>
          <a:prstGeom prst="rect">
            <a:avLst/>
          </a:prstGeom>
        </p:spPr>
      </p:pic>
      <p:pic>
        <p:nvPicPr>
          <p:cNvPr id="567" name="Graphique 566" descr="Enveloppe avec un remplissage uni">
            <a:extLst>
              <a:ext uri="{FF2B5EF4-FFF2-40B4-BE49-F238E27FC236}">
                <a16:creationId xmlns:a16="http://schemas.microsoft.com/office/drawing/2014/main" id="{626342B4-F62D-75C3-6CB8-4C2CE78CBD4A}"/>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1570667" y="4677935"/>
            <a:ext cx="914400" cy="914400"/>
          </a:xfrm>
          <a:prstGeom prst="rect">
            <a:avLst/>
          </a:prstGeom>
        </p:spPr>
      </p:pic>
      <p:pic>
        <p:nvPicPr>
          <p:cNvPr id="569" name="Graphique 568" descr="Informations avec un remplissage uni">
            <a:extLst>
              <a:ext uri="{FF2B5EF4-FFF2-40B4-BE49-F238E27FC236}">
                <a16:creationId xmlns:a16="http://schemas.microsoft.com/office/drawing/2014/main" id="{3548DA5A-2BC1-0899-C2C2-AB1DE7D085F1}"/>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911406" y="4696669"/>
            <a:ext cx="694529" cy="694529"/>
          </a:xfrm>
          <a:prstGeom prst="rect">
            <a:avLst/>
          </a:prstGeom>
        </p:spPr>
      </p:pic>
      <p:pic>
        <p:nvPicPr>
          <p:cNvPr id="570" name="Graphique 569" descr="Fermer avec un remplissage uni">
            <a:extLst>
              <a:ext uri="{FF2B5EF4-FFF2-40B4-BE49-F238E27FC236}">
                <a16:creationId xmlns:a16="http://schemas.microsoft.com/office/drawing/2014/main" id="{931796EF-A449-400E-893E-708DD16DED63}"/>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604631" y="4650226"/>
            <a:ext cx="914399" cy="914399"/>
          </a:xfrm>
          <a:prstGeom prst="rect">
            <a:avLst/>
          </a:prstGeom>
        </p:spPr>
      </p:pic>
      <p:pic>
        <p:nvPicPr>
          <p:cNvPr id="571" name="Graphique 570" descr="Calendrier journalier avec un remplissage uni">
            <a:extLst>
              <a:ext uri="{FF2B5EF4-FFF2-40B4-BE49-F238E27FC236}">
                <a16:creationId xmlns:a16="http://schemas.microsoft.com/office/drawing/2014/main" id="{2C3BA45F-4F61-3270-06B7-4BE201C2BADB}"/>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105000" y="5389221"/>
            <a:ext cx="914400" cy="914400"/>
          </a:xfrm>
          <a:prstGeom prst="rect">
            <a:avLst/>
          </a:prstGeom>
        </p:spPr>
      </p:pic>
      <p:pic>
        <p:nvPicPr>
          <p:cNvPr id="573" name="Graphique 572" descr="Fermer avec un remplissage uni">
            <a:extLst>
              <a:ext uri="{FF2B5EF4-FFF2-40B4-BE49-F238E27FC236}">
                <a16:creationId xmlns:a16="http://schemas.microsoft.com/office/drawing/2014/main" id="{94A2208E-FD56-1807-DD09-7F29B639BE1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114351" y="5403574"/>
            <a:ext cx="914399" cy="914399"/>
          </a:xfrm>
          <a:prstGeom prst="rect">
            <a:avLst/>
          </a:prstGeom>
        </p:spPr>
      </p:pic>
      <p:pic>
        <p:nvPicPr>
          <p:cNvPr id="574" name="Graphique 573" descr="Enveloppe avec un remplissage uni">
            <a:extLst>
              <a:ext uri="{FF2B5EF4-FFF2-40B4-BE49-F238E27FC236}">
                <a16:creationId xmlns:a16="http://schemas.microsoft.com/office/drawing/2014/main" id="{CF987E90-D565-642D-6517-676115DA4176}"/>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526932" y="4769604"/>
            <a:ext cx="914400" cy="914400"/>
          </a:xfrm>
          <a:prstGeom prst="rect">
            <a:avLst/>
          </a:prstGeom>
        </p:spPr>
      </p:pic>
      <p:pic>
        <p:nvPicPr>
          <p:cNvPr id="575" name="Graphique 574" descr="Informations avec un remplissage uni">
            <a:extLst>
              <a:ext uri="{FF2B5EF4-FFF2-40B4-BE49-F238E27FC236}">
                <a16:creationId xmlns:a16="http://schemas.microsoft.com/office/drawing/2014/main" id="{5A4780A7-F0D6-3DBB-D7B5-BA50A6100110}"/>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4867671" y="4788338"/>
            <a:ext cx="694529" cy="694529"/>
          </a:xfrm>
          <a:prstGeom prst="rect">
            <a:avLst/>
          </a:prstGeom>
        </p:spPr>
      </p:pic>
      <p:pic>
        <p:nvPicPr>
          <p:cNvPr id="576" name="Graphique 575" descr="Fermer avec un remplissage uni">
            <a:extLst>
              <a:ext uri="{FF2B5EF4-FFF2-40B4-BE49-F238E27FC236}">
                <a16:creationId xmlns:a16="http://schemas.microsoft.com/office/drawing/2014/main" id="{097334ED-40CE-B9FB-1103-75D7C86654EC}"/>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560896" y="4741895"/>
            <a:ext cx="914399" cy="914399"/>
          </a:xfrm>
          <a:prstGeom prst="rect">
            <a:avLst/>
          </a:prstGeom>
        </p:spPr>
      </p:pic>
      <p:pic>
        <p:nvPicPr>
          <p:cNvPr id="577" name="Graphique 576" descr="Fermer avec un remplissage uni">
            <a:extLst>
              <a:ext uri="{FF2B5EF4-FFF2-40B4-BE49-F238E27FC236}">
                <a16:creationId xmlns:a16="http://schemas.microsoft.com/office/drawing/2014/main" id="{4A7C691A-55A2-9044-5F16-9F0C1047F8C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4738872" y="4729124"/>
            <a:ext cx="914399" cy="914399"/>
          </a:xfrm>
          <a:prstGeom prst="rect">
            <a:avLst/>
          </a:prstGeom>
        </p:spPr>
      </p:pic>
      <p:pic>
        <p:nvPicPr>
          <p:cNvPr id="579" name="Graphique 578" descr="Scanner oculaire avec un remplissage uni">
            <a:extLst>
              <a:ext uri="{FF2B5EF4-FFF2-40B4-BE49-F238E27FC236}">
                <a16:creationId xmlns:a16="http://schemas.microsoft.com/office/drawing/2014/main" id="{2E36739F-8BB4-3CFD-7C69-DCF1A85FC953}"/>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8945979" y="4833402"/>
            <a:ext cx="1317531" cy="1317531"/>
          </a:xfrm>
          <a:prstGeom prst="rect">
            <a:avLst/>
          </a:prstGeom>
        </p:spPr>
      </p:pic>
      <p:pic>
        <p:nvPicPr>
          <p:cNvPr id="581" name="Graphique 580" descr="Informations avec un remplissage uni">
            <a:extLst>
              <a:ext uri="{FF2B5EF4-FFF2-40B4-BE49-F238E27FC236}">
                <a16:creationId xmlns:a16="http://schemas.microsoft.com/office/drawing/2014/main" id="{DBE2174B-4731-AE65-0E90-FFA143CFA3E0}"/>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5012702" y="2551478"/>
            <a:ext cx="694529" cy="694529"/>
          </a:xfrm>
          <a:prstGeom prst="rect">
            <a:avLst/>
          </a:prstGeom>
        </p:spPr>
      </p:pic>
    </p:spTree>
    <p:extLst>
      <p:ext uri="{BB962C8B-B14F-4D97-AF65-F5344CB8AC3E}">
        <p14:creationId xmlns:p14="http://schemas.microsoft.com/office/powerpoint/2010/main" val="25627964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69546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que 1" descr="Badge 10 avec un remplissage uni">
            <a:extLst>
              <a:ext uri="{FF2B5EF4-FFF2-40B4-BE49-F238E27FC236}">
                <a16:creationId xmlns:a16="http://schemas.microsoft.com/office/drawing/2014/main" id="{E7ED5B57-171F-F81F-3965-C09763C56E4B}"/>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6552" r="7010"/>
          <a:stretch/>
        </p:blipFill>
        <p:spPr>
          <a:xfrm>
            <a:off x="2297201" y="121784"/>
            <a:ext cx="1728513" cy="1737036"/>
          </a:xfrm>
          <a:prstGeom prst="rect">
            <a:avLst/>
          </a:prstGeom>
        </p:spPr>
      </p:pic>
      <p:pic>
        <p:nvPicPr>
          <p:cNvPr id="4" name="Graphique 3" descr="Sphères de Harvey 100% avec un remplissage uni">
            <a:extLst>
              <a:ext uri="{FF2B5EF4-FFF2-40B4-BE49-F238E27FC236}">
                <a16:creationId xmlns:a16="http://schemas.microsoft.com/office/drawing/2014/main" id="{2F85D741-8A62-AC50-A88B-B425DB5949C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8958" r="7010" b="-1"/>
          <a:stretch/>
        </p:blipFill>
        <p:spPr>
          <a:xfrm>
            <a:off x="6307466" y="166496"/>
            <a:ext cx="1728513" cy="1692323"/>
          </a:xfrm>
          <a:prstGeom prst="rect">
            <a:avLst/>
          </a:prstGeom>
        </p:spPr>
      </p:pic>
      <p:sp>
        <p:nvSpPr>
          <p:cNvPr id="5" name="ZoneTexte 4">
            <a:extLst>
              <a:ext uri="{FF2B5EF4-FFF2-40B4-BE49-F238E27FC236}">
                <a16:creationId xmlns:a16="http://schemas.microsoft.com/office/drawing/2014/main" id="{1C27BEFA-EC8C-4C4B-3364-76AAA21B5E37}"/>
              </a:ext>
            </a:extLst>
          </p:cNvPr>
          <p:cNvSpPr txBox="1"/>
          <p:nvPr/>
        </p:nvSpPr>
        <p:spPr>
          <a:xfrm>
            <a:off x="6865963" y="166497"/>
            <a:ext cx="756938" cy="1446550"/>
          </a:xfrm>
          <a:prstGeom prst="rect">
            <a:avLst/>
          </a:prstGeom>
          <a:noFill/>
        </p:spPr>
        <p:txBody>
          <a:bodyPr wrap="none" rtlCol="0">
            <a:spAutoFit/>
          </a:bodyPr>
          <a:lstStyle/>
          <a:p>
            <a:pPr algn="ctr"/>
            <a:r>
              <a:rPr lang="fr-FR" sz="8800" b="1" dirty="0">
                <a:solidFill>
                  <a:schemeClr val="bg1"/>
                </a:solidFill>
              </a:rPr>
              <a:t>0</a:t>
            </a:r>
          </a:p>
        </p:txBody>
      </p:sp>
      <p:pic>
        <p:nvPicPr>
          <p:cNvPr id="6" name="Graphique 5" descr="Personne confuse avec un remplissage uni">
            <a:extLst>
              <a:ext uri="{FF2B5EF4-FFF2-40B4-BE49-F238E27FC236}">
                <a16:creationId xmlns:a16="http://schemas.microsoft.com/office/drawing/2014/main" id="{4D32B57C-5A79-C824-B497-88D67987605B}"/>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40767" r="14769" b="50034"/>
          <a:stretch/>
        </p:blipFill>
        <p:spPr>
          <a:xfrm>
            <a:off x="4277561" y="918177"/>
            <a:ext cx="1014931" cy="1140523"/>
          </a:xfrm>
          <a:prstGeom prst="rect">
            <a:avLst/>
          </a:prstGeom>
        </p:spPr>
      </p:pic>
      <p:pic>
        <p:nvPicPr>
          <p:cNvPr id="7" name="Graphique 6" descr="Calendrier journalier avec un remplissage uni">
            <a:extLst>
              <a:ext uri="{FF2B5EF4-FFF2-40B4-BE49-F238E27FC236}">
                <a16:creationId xmlns:a16="http://schemas.microsoft.com/office/drawing/2014/main" id="{2F719692-D8C0-FF7B-2CE7-1745A33A9F4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259455" y="707577"/>
            <a:ext cx="914400" cy="914400"/>
          </a:xfrm>
          <a:prstGeom prst="rect">
            <a:avLst/>
          </a:prstGeom>
        </p:spPr>
      </p:pic>
      <p:pic>
        <p:nvPicPr>
          <p:cNvPr id="8" name="Graphique 7" descr="Personne confuse avec un remplissage uni">
            <a:extLst>
              <a:ext uri="{FF2B5EF4-FFF2-40B4-BE49-F238E27FC236}">
                <a16:creationId xmlns:a16="http://schemas.microsoft.com/office/drawing/2014/main" id="{F6F40F87-DCA2-B486-C452-2B1B20F459FA}"/>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40767" r="14769" b="50034"/>
          <a:stretch/>
        </p:blipFill>
        <p:spPr>
          <a:xfrm>
            <a:off x="267849" y="918177"/>
            <a:ext cx="1014931" cy="1140523"/>
          </a:xfrm>
          <a:prstGeom prst="rect">
            <a:avLst/>
          </a:prstGeom>
        </p:spPr>
      </p:pic>
      <p:pic>
        <p:nvPicPr>
          <p:cNvPr id="9" name="Graphique 8" descr="Point d’exclamation avec un remplissage uni">
            <a:extLst>
              <a:ext uri="{FF2B5EF4-FFF2-40B4-BE49-F238E27FC236}">
                <a16:creationId xmlns:a16="http://schemas.microsoft.com/office/drawing/2014/main" id="{56D2F5FF-42FF-E784-B0AE-17E58E570CC4}"/>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35991" r="36493"/>
          <a:stretch/>
        </p:blipFill>
        <p:spPr>
          <a:xfrm>
            <a:off x="5019770" y="663208"/>
            <a:ext cx="272722" cy="991137"/>
          </a:xfrm>
          <a:prstGeom prst="rect">
            <a:avLst/>
          </a:prstGeom>
        </p:spPr>
      </p:pic>
      <p:pic>
        <p:nvPicPr>
          <p:cNvPr id="10" name="Graphique 9" descr="Calendrier journalier avec un remplissage uni">
            <a:extLst>
              <a:ext uri="{FF2B5EF4-FFF2-40B4-BE49-F238E27FC236}">
                <a16:creationId xmlns:a16="http://schemas.microsoft.com/office/drawing/2014/main" id="{E888989A-6627-6B0D-CB78-CFA8840B41B2}"/>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239324" y="818109"/>
            <a:ext cx="914400" cy="914400"/>
          </a:xfrm>
          <a:prstGeom prst="rect">
            <a:avLst/>
          </a:prstGeom>
        </p:spPr>
      </p:pic>
      <p:pic>
        <p:nvPicPr>
          <p:cNvPr id="13" name="Graphique 12" descr="Verrou avec un remplissage uni">
            <a:extLst>
              <a:ext uri="{FF2B5EF4-FFF2-40B4-BE49-F238E27FC236}">
                <a16:creationId xmlns:a16="http://schemas.microsoft.com/office/drawing/2014/main" id="{49935C0D-BD7B-68B6-3996-AD36D0C737FD}"/>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86143" y="429416"/>
            <a:ext cx="1215927" cy="1215927"/>
          </a:xfrm>
          <a:prstGeom prst="rect">
            <a:avLst/>
          </a:prstGeom>
        </p:spPr>
      </p:pic>
      <p:pic>
        <p:nvPicPr>
          <p:cNvPr id="14" name="Graphique 13" descr="Sphères de Harvey 100% avec un remplissage uni">
            <a:extLst>
              <a:ext uri="{FF2B5EF4-FFF2-40B4-BE49-F238E27FC236}">
                <a16:creationId xmlns:a16="http://schemas.microsoft.com/office/drawing/2014/main" id="{070EE4BF-1CC8-8065-66E8-8957EFEC83A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8958" r="7010" b="-1"/>
          <a:stretch/>
        </p:blipFill>
        <p:spPr>
          <a:xfrm>
            <a:off x="10317731" y="121784"/>
            <a:ext cx="1728513" cy="1692323"/>
          </a:xfrm>
          <a:prstGeom prst="rect">
            <a:avLst/>
          </a:prstGeom>
        </p:spPr>
      </p:pic>
      <p:sp>
        <p:nvSpPr>
          <p:cNvPr id="15" name="ZoneTexte 14">
            <a:extLst>
              <a:ext uri="{FF2B5EF4-FFF2-40B4-BE49-F238E27FC236}">
                <a16:creationId xmlns:a16="http://schemas.microsoft.com/office/drawing/2014/main" id="{63C255FD-90B2-015A-088B-5B9B4129F0B0}"/>
              </a:ext>
            </a:extLst>
          </p:cNvPr>
          <p:cNvSpPr txBox="1"/>
          <p:nvPr/>
        </p:nvSpPr>
        <p:spPr>
          <a:xfrm>
            <a:off x="10952676" y="268018"/>
            <a:ext cx="612667" cy="1200329"/>
          </a:xfrm>
          <a:prstGeom prst="rect">
            <a:avLst/>
          </a:prstGeom>
          <a:noFill/>
        </p:spPr>
        <p:txBody>
          <a:bodyPr wrap="none" rtlCol="0">
            <a:spAutoFit/>
          </a:bodyPr>
          <a:lstStyle/>
          <a:p>
            <a:pPr algn="ctr"/>
            <a:r>
              <a:rPr lang="fr-FR" sz="7200" b="1" dirty="0">
                <a:solidFill>
                  <a:schemeClr val="bg1"/>
                </a:solidFill>
              </a:rPr>
              <a:t>?</a:t>
            </a:r>
          </a:p>
        </p:txBody>
      </p:sp>
      <p:pic>
        <p:nvPicPr>
          <p:cNvPr id="16" name="Graphique 15" descr="Personne confuse avec un remplissage uni">
            <a:extLst>
              <a:ext uri="{FF2B5EF4-FFF2-40B4-BE49-F238E27FC236}">
                <a16:creationId xmlns:a16="http://schemas.microsoft.com/office/drawing/2014/main" id="{3ABD7E09-10CF-E370-8F8B-7FBD7D74CBD1}"/>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40767" r="14769" b="50034"/>
          <a:stretch/>
        </p:blipFill>
        <p:spPr>
          <a:xfrm>
            <a:off x="8317812" y="918177"/>
            <a:ext cx="1014931" cy="1140523"/>
          </a:xfrm>
          <a:prstGeom prst="rect">
            <a:avLst/>
          </a:prstGeom>
        </p:spPr>
      </p:pic>
    </p:spTree>
    <p:extLst>
      <p:ext uri="{BB962C8B-B14F-4D97-AF65-F5344CB8AC3E}">
        <p14:creationId xmlns:p14="http://schemas.microsoft.com/office/powerpoint/2010/main" val="26237180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Usages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351338"/>
          </a:xfrm>
        </p:spPr>
        <p:txBody>
          <a:bodyPr>
            <a:normAutofit fontScale="70000" lnSpcReduction="20000"/>
          </a:bodyPr>
          <a:lstStyle/>
          <a:p>
            <a:r>
              <a:rPr lang="fr-FR" dirty="0"/>
              <a:t>L’extension « Etat des invités » permet de mieux se représenter et se projeter dans quel état les invités seront à différents moments de l’atelier. </a:t>
            </a:r>
          </a:p>
          <a:p>
            <a:pPr marL="0" indent="0">
              <a:buNone/>
            </a:pPr>
            <a:endParaRPr lang="fr-FR" dirty="0"/>
          </a:p>
          <a:p>
            <a:r>
              <a:rPr lang="fr-FR" dirty="0"/>
              <a:t>S’imaginer l’état des invités permet de mieux équilibrer l’atelier, en ajustant les modalités des activités à divers moments. Cela permet de concevoir un atelier plus fluide ou équilibré si besoin.</a:t>
            </a:r>
          </a:p>
          <a:p>
            <a:endParaRPr lang="fr-FR" dirty="0"/>
          </a:p>
          <a:p>
            <a:r>
              <a:rPr lang="fr-FR" dirty="0"/>
              <a:t>Par exemple, si on s’imagine que les invités seront intellectuellement fatigués à un certain moment de l’atelier, on peut choisir d’insérer une pause, une activité créative, etc.</a:t>
            </a:r>
          </a:p>
        </p:txBody>
      </p:sp>
      <p:pic>
        <p:nvPicPr>
          <p:cNvPr id="8" name="Image 7" descr="Une image contenant texte&#10;&#10;Description générée automatiquement">
            <a:extLst>
              <a:ext uri="{FF2B5EF4-FFF2-40B4-BE49-F238E27FC236}">
                <a16:creationId xmlns:a16="http://schemas.microsoft.com/office/drawing/2014/main" id="{CB424DA8-50E7-DA8B-DE8F-5D5A5A4CD66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1589088"/>
            <a:ext cx="1933724" cy="2705100"/>
          </a:xfrm>
          <a:prstGeom prst="rect">
            <a:avLst/>
          </a:prstGeom>
        </p:spPr>
      </p:pic>
      <p:pic>
        <p:nvPicPr>
          <p:cNvPr id="10" name="Image 9">
            <a:extLst>
              <a:ext uri="{FF2B5EF4-FFF2-40B4-BE49-F238E27FC236}">
                <a16:creationId xmlns:a16="http://schemas.microsoft.com/office/drawing/2014/main" id="{78F54689-DD50-BE52-0119-D8DF6D5E330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24776" y="1589088"/>
            <a:ext cx="1933723" cy="2705100"/>
          </a:xfrm>
          <a:prstGeom prst="rect">
            <a:avLst/>
          </a:prstGeom>
        </p:spPr>
      </p:pic>
      <p:pic>
        <p:nvPicPr>
          <p:cNvPr id="14" name="Image 13">
            <a:extLst>
              <a:ext uri="{FF2B5EF4-FFF2-40B4-BE49-F238E27FC236}">
                <a16:creationId xmlns:a16="http://schemas.microsoft.com/office/drawing/2014/main" id="{5B0A75BD-DEC2-6E34-E814-DA0B573FBF7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153551" y="1589088"/>
            <a:ext cx="1933724" cy="2705100"/>
          </a:xfrm>
          <a:prstGeom prst="rect">
            <a:avLst/>
          </a:prstGeom>
        </p:spPr>
      </p:pic>
      <p:sp>
        <p:nvSpPr>
          <p:cNvPr id="15" name="Flèche : droite 14">
            <a:extLst>
              <a:ext uri="{FF2B5EF4-FFF2-40B4-BE49-F238E27FC236}">
                <a16:creationId xmlns:a16="http://schemas.microsoft.com/office/drawing/2014/main" id="{A519BADB-B50A-0E96-9043-B1C62B8FA811}"/>
              </a:ext>
            </a:extLst>
          </p:cNvPr>
          <p:cNvSpPr/>
          <p:nvPr/>
        </p:nvSpPr>
        <p:spPr>
          <a:xfrm>
            <a:off x="6424690" y="5297714"/>
            <a:ext cx="870857" cy="12772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descr="Une image contenant texte&#10;&#10;Description générée automatiquement">
            <a:extLst>
              <a:ext uri="{FF2B5EF4-FFF2-40B4-BE49-F238E27FC236}">
                <a16:creationId xmlns:a16="http://schemas.microsoft.com/office/drawing/2014/main" id="{04663C5D-60AD-0921-84D7-CC249188C67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614860" y="4498522"/>
            <a:ext cx="1603006" cy="2242457"/>
          </a:xfrm>
          <a:prstGeom prst="rect">
            <a:avLst/>
          </a:prstGeom>
        </p:spPr>
      </p:pic>
    </p:spTree>
    <p:extLst>
      <p:ext uri="{BB962C8B-B14F-4D97-AF65-F5344CB8AC3E}">
        <p14:creationId xmlns:p14="http://schemas.microsoft.com/office/powerpoint/2010/main" val="33537490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Dimensions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25625"/>
            <a:ext cx="6191865" cy="4351338"/>
          </a:xfrm>
        </p:spPr>
        <p:txBody>
          <a:bodyPr>
            <a:normAutofit/>
          </a:bodyPr>
          <a:lstStyle/>
          <a:p>
            <a:pPr marL="0" indent="0">
              <a:buNone/>
            </a:pPr>
            <a:r>
              <a:rPr lang="fr-FR" sz="1800" dirty="0"/>
              <a:t>L’état des invités pouvant être très complexe, pour rendre le jeu de cartes utilisable, cet état est décrit selon 3 dimensions principales</a:t>
            </a:r>
          </a:p>
          <a:p>
            <a:pPr lvl="1"/>
            <a:r>
              <a:rPr lang="fr-FR" sz="1800" dirty="0"/>
              <a:t>Le niveau de forme intellectuelle, qui correspond à la capacité de réfléchir, comparer, décider rationnellement, analyser, évaluer, synthétiser</a:t>
            </a:r>
          </a:p>
          <a:p>
            <a:pPr lvl="1"/>
            <a:r>
              <a:rPr lang="fr-FR" sz="1800" dirty="0"/>
              <a:t>Le niveau de forme émotionnelle, qui correspond à la capacité de ressentir, de faire preuve d’empathie, d’être motivés, à l’écoute émotionnellement de soi et des autres</a:t>
            </a:r>
          </a:p>
          <a:p>
            <a:pPr lvl="1"/>
            <a:r>
              <a:rPr lang="fr-FR" sz="1800" dirty="0"/>
              <a:t>Le niveau de forme physique, qui correspond à la capacité de rester concentré, de garder son attention, d’effectuer certaines tâches physiques</a:t>
            </a:r>
          </a:p>
        </p:txBody>
      </p:sp>
      <p:pic>
        <p:nvPicPr>
          <p:cNvPr id="3" name="Graphique 2" descr="Cerveau avec un remplissage uni">
            <a:extLst>
              <a:ext uri="{FF2B5EF4-FFF2-40B4-BE49-F238E27FC236}">
                <a16:creationId xmlns:a16="http://schemas.microsoft.com/office/drawing/2014/main" id="{48EB4E5B-73FF-EC4E-46E4-1BAE9EAD466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913391" y="2553494"/>
            <a:ext cx="640812" cy="612493"/>
          </a:xfrm>
          <a:prstGeom prst="rect">
            <a:avLst/>
          </a:prstGeom>
        </p:spPr>
      </p:pic>
      <p:pic>
        <p:nvPicPr>
          <p:cNvPr id="6" name="Graphique 5" descr="Cœur avec un remplissage uni">
            <a:extLst>
              <a:ext uri="{FF2B5EF4-FFF2-40B4-BE49-F238E27FC236}">
                <a16:creationId xmlns:a16="http://schemas.microsoft.com/office/drawing/2014/main" id="{603CEBDC-70AB-B135-546E-D5E08A7BE39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38200" y="3331907"/>
            <a:ext cx="720214" cy="720214"/>
          </a:xfrm>
          <a:prstGeom prst="rect">
            <a:avLst/>
          </a:prstGeom>
        </p:spPr>
      </p:pic>
      <p:pic>
        <p:nvPicPr>
          <p:cNvPr id="8" name="Graphique 7" descr="Bras musclé avec un remplissage uni">
            <a:extLst>
              <a:ext uri="{FF2B5EF4-FFF2-40B4-BE49-F238E27FC236}">
                <a16:creationId xmlns:a16="http://schemas.microsoft.com/office/drawing/2014/main" id="{8FC0169E-BC10-9F4B-EF07-DC3C6A7A0B19}"/>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13391" y="4285713"/>
            <a:ext cx="640812" cy="640812"/>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FFF05F43-54FB-7A5E-BA0E-529285AA831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0399254">
            <a:off x="7945660" y="678318"/>
            <a:ext cx="2005765" cy="2805879"/>
          </a:xfrm>
          <a:prstGeom prst="rect">
            <a:avLst/>
          </a:prstGeom>
        </p:spPr>
      </p:pic>
      <p:pic>
        <p:nvPicPr>
          <p:cNvPr id="12" name="Image 11">
            <a:extLst>
              <a:ext uri="{FF2B5EF4-FFF2-40B4-BE49-F238E27FC236}">
                <a16:creationId xmlns:a16="http://schemas.microsoft.com/office/drawing/2014/main" id="{B4ED6408-B7CC-80B9-0825-D77D48723F4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rot="399366">
            <a:off x="9844065" y="506327"/>
            <a:ext cx="2005766" cy="2805880"/>
          </a:xfrm>
          <a:prstGeom prst="rect">
            <a:avLst/>
          </a:prstGeom>
        </p:spPr>
      </p:pic>
      <p:pic>
        <p:nvPicPr>
          <p:cNvPr id="14" name="Image 13" descr="Une image contenant texte&#10;&#10;Description générée automatiquement">
            <a:extLst>
              <a:ext uri="{FF2B5EF4-FFF2-40B4-BE49-F238E27FC236}">
                <a16:creationId xmlns:a16="http://schemas.microsoft.com/office/drawing/2014/main" id="{B58B3E12-961D-3A4E-9E7A-59601A74EF29}"/>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8913931" y="3047062"/>
            <a:ext cx="2005766" cy="2805880"/>
          </a:xfrm>
          <a:prstGeom prst="rect">
            <a:avLst/>
          </a:prstGeom>
        </p:spPr>
      </p:pic>
    </p:spTree>
    <p:extLst>
      <p:ext uri="{BB962C8B-B14F-4D97-AF65-F5344CB8AC3E}">
        <p14:creationId xmlns:p14="http://schemas.microsoft.com/office/powerpoint/2010/main" val="905397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Niveaux</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16916"/>
            <a:ext cx="6191865" cy="5041084"/>
          </a:xfrm>
        </p:spPr>
        <p:txBody>
          <a:bodyPr>
            <a:normAutofit/>
          </a:bodyPr>
          <a:lstStyle/>
          <a:p>
            <a:pPr marL="0" indent="0">
              <a:buNone/>
            </a:pPr>
            <a:r>
              <a:rPr lang="fr-FR" sz="1800" dirty="0"/>
              <a:t>Sur chacune des dimensions qui caractérise l’état des invités, on peut trouver une infinité de nuances. Afin de rendre les cartes utilisables et pratiques, les 3 dimensions sont déclinées en 5 niveaux. </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r>
              <a:rPr lang="fr-FR" sz="1800" dirty="0"/>
              <a:t>Il est libre à chacun au cours de son design de qualifier à partir de quand est-ce qu’il considère qu’un niveau donné est atteint ou non.</a:t>
            </a:r>
          </a:p>
        </p:txBody>
      </p:sp>
      <p:graphicFrame>
        <p:nvGraphicFramePr>
          <p:cNvPr id="2" name="Tableau 6">
            <a:extLst>
              <a:ext uri="{FF2B5EF4-FFF2-40B4-BE49-F238E27FC236}">
                <a16:creationId xmlns:a16="http://schemas.microsoft.com/office/drawing/2014/main" id="{466ACDDC-6251-588F-7C39-7AB7B10A185E}"/>
              </a:ext>
            </a:extLst>
          </p:cNvPr>
          <p:cNvGraphicFramePr>
            <a:graphicFrameLocks noGrp="1"/>
          </p:cNvGraphicFramePr>
          <p:nvPr>
            <p:extLst>
              <p:ext uri="{D42A27DB-BD31-4B8C-83A1-F6EECF244321}">
                <p14:modId xmlns:p14="http://schemas.microsoft.com/office/powerpoint/2010/main" val="2285661069"/>
              </p:ext>
            </p:extLst>
          </p:nvPr>
        </p:nvGraphicFramePr>
        <p:xfrm>
          <a:off x="1021805" y="2920138"/>
          <a:ext cx="5544456" cy="2834640"/>
        </p:xfrm>
        <a:graphic>
          <a:graphicData uri="http://schemas.openxmlformats.org/drawingml/2006/table">
            <a:tbl>
              <a:tblPr bandRow="1">
                <a:tableStyleId>{5C22544A-7EE6-4342-B048-85BDC9FD1C3A}</a:tableStyleId>
              </a:tblPr>
              <a:tblGrid>
                <a:gridCol w="1848152">
                  <a:extLst>
                    <a:ext uri="{9D8B030D-6E8A-4147-A177-3AD203B41FA5}">
                      <a16:colId xmlns:a16="http://schemas.microsoft.com/office/drawing/2014/main" val="3559600096"/>
                    </a:ext>
                  </a:extLst>
                </a:gridCol>
                <a:gridCol w="726683">
                  <a:extLst>
                    <a:ext uri="{9D8B030D-6E8A-4147-A177-3AD203B41FA5}">
                      <a16:colId xmlns:a16="http://schemas.microsoft.com/office/drawing/2014/main" val="246700349"/>
                    </a:ext>
                  </a:extLst>
                </a:gridCol>
                <a:gridCol w="2969621">
                  <a:extLst>
                    <a:ext uri="{9D8B030D-6E8A-4147-A177-3AD203B41FA5}">
                      <a16:colId xmlns:a16="http://schemas.microsoft.com/office/drawing/2014/main" val="4073222579"/>
                    </a:ext>
                  </a:extLst>
                </a:gridCol>
              </a:tblGrid>
              <a:tr h="370840">
                <a:tc>
                  <a:txBody>
                    <a:bodyPr/>
                    <a:lstStyle/>
                    <a:p>
                      <a:r>
                        <a:rPr lang="fr-FR" sz="1600" dirty="0"/>
                        <a:t>Au top</a:t>
                      </a:r>
                    </a:p>
                  </a:txBody>
                  <a:tcPr/>
                </a:tc>
                <a:tc>
                  <a:txBody>
                    <a:bodyPr/>
                    <a:lstStyle/>
                    <a:p>
                      <a:r>
                        <a:rPr lang="fr-FR" sz="1600" dirty="0"/>
                        <a:t>+2</a:t>
                      </a:r>
                    </a:p>
                  </a:txBody>
                  <a:tcPr/>
                </a:tc>
                <a:tc>
                  <a:txBody>
                    <a:bodyPr/>
                    <a:lstStyle/>
                    <a:p>
                      <a:r>
                        <a:rPr lang="fr-FR" sz="1200" dirty="0"/>
                        <a:t>Les invités sont à un très haut niveau de forme, suffisamment pour être distingué d’un simple « en forme »</a:t>
                      </a:r>
                    </a:p>
                  </a:txBody>
                  <a:tcPr/>
                </a:tc>
                <a:extLst>
                  <a:ext uri="{0D108BD9-81ED-4DB2-BD59-A6C34878D82A}">
                    <a16:rowId xmlns:a16="http://schemas.microsoft.com/office/drawing/2014/main" val="3901136930"/>
                  </a:ext>
                </a:extLst>
              </a:tr>
              <a:tr h="370840">
                <a:tc>
                  <a:txBody>
                    <a:bodyPr/>
                    <a:lstStyle/>
                    <a:p>
                      <a:r>
                        <a:rPr lang="fr-FR" sz="1600" dirty="0"/>
                        <a:t>En forme</a:t>
                      </a:r>
                    </a:p>
                  </a:txBody>
                  <a:tcPr/>
                </a:tc>
                <a:tc>
                  <a:txBody>
                    <a:bodyPr/>
                    <a:lstStyle/>
                    <a:p>
                      <a:r>
                        <a:rPr lang="fr-FR" sz="1600" dirty="0"/>
                        <a:t>+1</a:t>
                      </a:r>
                    </a:p>
                  </a:txBody>
                  <a:tcPr/>
                </a:tc>
                <a:tc>
                  <a:txBody>
                    <a:bodyPr/>
                    <a:lstStyle/>
                    <a:p>
                      <a:r>
                        <a:rPr lang="fr-FR" sz="1200" dirty="0"/>
                        <a:t>Les invités sont en forme, donc un peu mieux que neutre, mais pas à leur top non plus</a:t>
                      </a:r>
                    </a:p>
                  </a:txBody>
                  <a:tcPr/>
                </a:tc>
                <a:extLst>
                  <a:ext uri="{0D108BD9-81ED-4DB2-BD59-A6C34878D82A}">
                    <a16:rowId xmlns:a16="http://schemas.microsoft.com/office/drawing/2014/main" val="1052547913"/>
                  </a:ext>
                </a:extLst>
              </a:tr>
              <a:tr h="370840">
                <a:tc>
                  <a:txBody>
                    <a:bodyPr/>
                    <a:lstStyle/>
                    <a:p>
                      <a:r>
                        <a:rPr lang="fr-FR" sz="1600" dirty="0"/>
                        <a:t>Disponible</a:t>
                      </a:r>
                    </a:p>
                  </a:txBody>
                  <a:tcPr/>
                </a:tc>
                <a:tc>
                  <a:txBody>
                    <a:bodyPr/>
                    <a:lstStyle/>
                    <a:p>
                      <a:r>
                        <a:rPr lang="fr-FR" sz="1600" dirty="0"/>
                        <a:t>0</a:t>
                      </a:r>
                    </a:p>
                  </a:txBody>
                  <a:tcPr/>
                </a:tc>
                <a:tc>
                  <a:txBody>
                    <a:bodyPr/>
                    <a:lstStyle/>
                    <a:p>
                      <a:r>
                        <a:rPr lang="fr-FR" sz="1200" dirty="0"/>
                        <a:t>Neutre, Ni positif, ni négatif, habituel ou sans rien remarquer</a:t>
                      </a:r>
                    </a:p>
                  </a:txBody>
                  <a:tcPr/>
                </a:tc>
                <a:extLst>
                  <a:ext uri="{0D108BD9-81ED-4DB2-BD59-A6C34878D82A}">
                    <a16:rowId xmlns:a16="http://schemas.microsoft.com/office/drawing/2014/main" val="956903695"/>
                  </a:ext>
                </a:extLst>
              </a:tr>
              <a:tr h="370840">
                <a:tc>
                  <a:txBody>
                    <a:bodyPr/>
                    <a:lstStyle/>
                    <a:p>
                      <a:r>
                        <a:rPr lang="fr-FR" sz="1600" dirty="0"/>
                        <a:t>Fatigué</a:t>
                      </a:r>
                    </a:p>
                  </a:txBody>
                  <a:tcPr/>
                </a:tc>
                <a:tc>
                  <a:txBody>
                    <a:bodyPr/>
                    <a:lstStyle/>
                    <a:p>
                      <a:r>
                        <a:rPr lang="fr-FR"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Les invités sont fatigués, donc à un niveau plus faible que neutre</a:t>
                      </a:r>
                    </a:p>
                  </a:txBody>
                  <a:tcPr/>
                </a:tc>
                <a:extLst>
                  <a:ext uri="{0D108BD9-81ED-4DB2-BD59-A6C34878D82A}">
                    <a16:rowId xmlns:a16="http://schemas.microsoft.com/office/drawing/2014/main" val="2733476793"/>
                  </a:ext>
                </a:extLst>
              </a:tr>
              <a:tr h="370840">
                <a:tc>
                  <a:txBody>
                    <a:bodyPr/>
                    <a:lstStyle/>
                    <a:p>
                      <a:r>
                        <a:rPr lang="fr-FR" sz="1600" dirty="0"/>
                        <a:t>Epuisé</a:t>
                      </a:r>
                    </a:p>
                  </a:txBody>
                  <a:tcPr/>
                </a:tc>
                <a:tc>
                  <a:txBody>
                    <a:bodyPr/>
                    <a:lstStyle/>
                    <a:p>
                      <a:r>
                        <a:rPr lang="fr-FR" sz="1600" dirty="0"/>
                        <a:t>-2</a:t>
                      </a:r>
                    </a:p>
                  </a:txBody>
                  <a:tcPr/>
                </a:tc>
                <a:tc>
                  <a:txBody>
                    <a:bodyPr/>
                    <a:lstStyle/>
                    <a:p>
                      <a:r>
                        <a:rPr lang="fr-FR" sz="1200" dirty="0"/>
                        <a:t>Les invités sont épuisés, donc à un niveau bien plus faible que neutre et plus faible que fatigué.</a:t>
                      </a:r>
                    </a:p>
                  </a:txBody>
                  <a:tcPr/>
                </a:tc>
                <a:extLst>
                  <a:ext uri="{0D108BD9-81ED-4DB2-BD59-A6C34878D82A}">
                    <a16:rowId xmlns:a16="http://schemas.microsoft.com/office/drawing/2014/main" val="2430699825"/>
                  </a:ext>
                </a:extLst>
              </a:tr>
            </a:tbl>
          </a:graphicData>
        </a:graphic>
      </p:graphicFrame>
      <p:grpSp>
        <p:nvGrpSpPr>
          <p:cNvPr id="18" name="Groupe 17">
            <a:extLst>
              <a:ext uri="{FF2B5EF4-FFF2-40B4-BE49-F238E27FC236}">
                <a16:creationId xmlns:a16="http://schemas.microsoft.com/office/drawing/2014/main" id="{F944A4AE-1D41-85D2-8232-E66B7965E1DF}"/>
              </a:ext>
            </a:extLst>
          </p:cNvPr>
          <p:cNvGrpSpPr/>
          <p:nvPr/>
        </p:nvGrpSpPr>
        <p:grpSpPr>
          <a:xfrm>
            <a:off x="7318141" y="208778"/>
            <a:ext cx="4035659" cy="6440443"/>
            <a:chOff x="6835541" y="510404"/>
            <a:chExt cx="3748688" cy="5982471"/>
          </a:xfrm>
        </p:grpSpPr>
        <p:pic>
          <p:nvPicPr>
            <p:cNvPr id="9" name="Image 8">
              <a:extLst>
                <a:ext uri="{FF2B5EF4-FFF2-40B4-BE49-F238E27FC236}">
                  <a16:creationId xmlns:a16="http://schemas.microsoft.com/office/drawing/2014/main" id="{DC85414C-FC2C-B40E-EEDF-D248E082CBA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835541" y="510404"/>
              <a:ext cx="1333550" cy="1865512"/>
            </a:xfrm>
            <a:prstGeom prst="rect">
              <a:avLst/>
            </a:prstGeom>
          </p:spPr>
        </p:pic>
        <p:pic>
          <p:nvPicPr>
            <p:cNvPr id="11" name="Image 10">
              <a:extLst>
                <a:ext uri="{FF2B5EF4-FFF2-40B4-BE49-F238E27FC236}">
                  <a16:creationId xmlns:a16="http://schemas.microsoft.com/office/drawing/2014/main" id="{B5B9A1F1-DDDD-B7B0-AB14-1CFA59FA822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75166" y="1661019"/>
              <a:ext cx="1333550" cy="1865512"/>
            </a:xfrm>
            <a:prstGeom prst="rect">
              <a:avLst/>
            </a:prstGeom>
          </p:spPr>
        </p:pic>
        <p:pic>
          <p:nvPicPr>
            <p:cNvPr id="13" name="Image 12" descr="Une image contenant texte&#10;&#10;Description générée automatiquement">
              <a:extLst>
                <a:ext uri="{FF2B5EF4-FFF2-40B4-BE49-F238E27FC236}">
                  <a16:creationId xmlns:a16="http://schemas.microsoft.com/office/drawing/2014/main" id="{509798BC-9286-BA96-BEF8-377420F40D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50679" y="3016423"/>
              <a:ext cx="1333550" cy="1865512"/>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54DC2AB8-BF7D-8829-0175-8DE548A77C1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140372" y="3942135"/>
              <a:ext cx="1333550" cy="1865512"/>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DF43C313-768E-5F0F-3E65-475A13A55D8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030065" y="4627363"/>
              <a:ext cx="1333550" cy="1865512"/>
            </a:xfrm>
            <a:prstGeom prst="rect">
              <a:avLst/>
            </a:prstGeom>
          </p:spPr>
        </p:pic>
      </p:grpSp>
    </p:spTree>
    <p:extLst>
      <p:ext uri="{BB962C8B-B14F-4D97-AF65-F5344CB8AC3E}">
        <p14:creationId xmlns:p14="http://schemas.microsoft.com/office/powerpoint/2010/main" val="36656424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200" y="365125"/>
            <a:ext cx="6515100" cy="1325563"/>
          </a:xfrm>
        </p:spPr>
        <p:txBody>
          <a:bodyPr/>
          <a:lstStyle/>
          <a:p>
            <a:r>
              <a:rPr lang="fr-FR" dirty="0"/>
              <a:t>Extension V5</a:t>
            </a:r>
            <a:br>
              <a:rPr lang="fr-FR" dirty="0"/>
            </a:br>
            <a:r>
              <a:rPr lang="fr-FR" dirty="0"/>
              <a:t>Etat des invités : Utilisation</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16917"/>
            <a:ext cx="6191865" cy="4675958"/>
          </a:xfrm>
        </p:spPr>
        <p:txBody>
          <a:bodyPr>
            <a:normAutofit/>
          </a:bodyPr>
          <a:lstStyle/>
          <a:p>
            <a:pPr marL="0" indent="0">
              <a:buNone/>
            </a:pPr>
            <a:r>
              <a:rPr lang="fr-FR" sz="1800" dirty="0"/>
              <a:t>Il est libre à chaque équipe de conception de poser le sens qu’elle veut derrière chacune des dimensions et des niveaux, tant que les Workshop Design Cards aident à établir un vocabulaire commun, prendre conscience de certains paramètres et mieux concevoir l’atelier.</a:t>
            </a:r>
          </a:p>
          <a:p>
            <a:pPr marL="0" indent="0">
              <a:buNone/>
            </a:pPr>
            <a:endParaRPr lang="fr-FR" sz="1800" dirty="0"/>
          </a:p>
          <a:p>
            <a:pPr marL="0" indent="0">
              <a:buNone/>
            </a:pPr>
            <a:r>
              <a:rPr lang="fr-FR" sz="1800" dirty="0"/>
              <a:t> Contrairement aux éléments des autres éléments, les cartes de l’extension « Etat des invités » sont insérées « entre les étapes » plutôt qu’à chaque étape. </a:t>
            </a:r>
          </a:p>
          <a:p>
            <a:pPr marL="0" indent="0">
              <a:buNone/>
            </a:pPr>
            <a:endParaRPr lang="fr-FR" sz="1800" dirty="0"/>
          </a:p>
          <a:p>
            <a:pPr marL="0" indent="0">
              <a:buNone/>
            </a:pPr>
            <a:r>
              <a:rPr lang="fr-FR" sz="1800" dirty="0"/>
              <a:t>Cela correspond à qualifier l’état des invités avant le début de chaque étape de l’atelier et après.</a:t>
            </a:r>
          </a:p>
        </p:txBody>
      </p:sp>
      <p:pic>
        <p:nvPicPr>
          <p:cNvPr id="6" name="Image 5">
            <a:extLst>
              <a:ext uri="{FF2B5EF4-FFF2-40B4-BE49-F238E27FC236}">
                <a16:creationId xmlns:a16="http://schemas.microsoft.com/office/drawing/2014/main" id="{F3FD3E3B-5CC4-84D2-11DC-2D53F5C5D6EE}"/>
              </a:ext>
            </a:extLst>
          </p:cNvPr>
          <p:cNvPicPr>
            <a:picLocks noChangeAspect="1"/>
          </p:cNvPicPr>
          <p:nvPr/>
        </p:nvPicPr>
        <p:blipFill>
          <a:blip r:embed="rId2"/>
          <a:stretch>
            <a:fillRect/>
          </a:stretch>
        </p:blipFill>
        <p:spPr>
          <a:xfrm>
            <a:off x="7446962" y="1816917"/>
            <a:ext cx="4543532" cy="3032895"/>
          </a:xfrm>
          <a:prstGeom prst="rect">
            <a:avLst/>
          </a:prstGeom>
        </p:spPr>
      </p:pic>
    </p:spTree>
    <p:extLst>
      <p:ext uri="{BB962C8B-B14F-4D97-AF65-F5344CB8AC3E}">
        <p14:creationId xmlns:p14="http://schemas.microsoft.com/office/powerpoint/2010/main" val="16637550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59A7E5-806F-08D9-7514-CDEBD9152D95}"/>
              </a:ext>
            </a:extLst>
          </p:cNvPr>
          <p:cNvSpPr>
            <a:spLocks noGrp="1"/>
          </p:cNvSpPr>
          <p:nvPr>
            <p:ph type="title"/>
          </p:nvPr>
        </p:nvSpPr>
        <p:spPr/>
        <p:txBody>
          <a:bodyPr/>
          <a:lstStyle/>
          <a:p>
            <a:r>
              <a:rPr lang="fr-FR" dirty="0"/>
              <a:t>Etat des invités</a:t>
            </a:r>
          </a:p>
        </p:txBody>
      </p:sp>
      <p:graphicFrame>
        <p:nvGraphicFramePr>
          <p:cNvPr id="4" name="Tableau 4">
            <a:extLst>
              <a:ext uri="{FF2B5EF4-FFF2-40B4-BE49-F238E27FC236}">
                <a16:creationId xmlns:a16="http://schemas.microsoft.com/office/drawing/2014/main" id="{CBBAB9F4-3494-FEFF-FE88-4DBD0109B560}"/>
              </a:ext>
            </a:extLst>
          </p:cNvPr>
          <p:cNvGraphicFramePr>
            <a:graphicFrameLocks noGrp="1"/>
          </p:cNvGraphicFramePr>
          <p:nvPr>
            <p:ph idx="1"/>
            <p:extLst>
              <p:ext uri="{D42A27DB-BD31-4B8C-83A1-F6EECF244321}">
                <p14:modId xmlns:p14="http://schemas.microsoft.com/office/powerpoint/2010/main" val="53315417"/>
              </p:ext>
            </p:extLst>
          </p:nvPr>
        </p:nvGraphicFramePr>
        <p:xfrm>
          <a:off x="324394" y="2531019"/>
          <a:ext cx="3594463" cy="2225040"/>
        </p:xfrm>
        <a:graphic>
          <a:graphicData uri="http://schemas.openxmlformats.org/drawingml/2006/table">
            <a:tbl>
              <a:tblPr firstRow="1" bandRow="1">
                <a:tableStyleId>{5C22544A-7EE6-4342-B048-85BDC9FD1C3A}</a:tableStyleId>
              </a:tblPr>
              <a:tblGrid>
                <a:gridCol w="546239">
                  <a:extLst>
                    <a:ext uri="{9D8B030D-6E8A-4147-A177-3AD203B41FA5}">
                      <a16:colId xmlns:a16="http://schemas.microsoft.com/office/drawing/2014/main" val="980276673"/>
                    </a:ext>
                  </a:extLst>
                </a:gridCol>
                <a:gridCol w="3048224">
                  <a:extLst>
                    <a:ext uri="{9D8B030D-6E8A-4147-A177-3AD203B41FA5}">
                      <a16:colId xmlns:a16="http://schemas.microsoft.com/office/drawing/2014/main" val="4100160261"/>
                    </a:ext>
                  </a:extLst>
                </a:gridCol>
              </a:tblGrid>
              <a:tr h="370840">
                <a:tc>
                  <a:txBody>
                    <a:bodyPr/>
                    <a:lstStyle/>
                    <a:p>
                      <a:endParaRPr lang="fr-FR"/>
                    </a:p>
                  </a:txBody>
                  <a:tcPr/>
                </a:tc>
                <a:tc>
                  <a:txBody>
                    <a:bodyPr/>
                    <a:lstStyle/>
                    <a:p>
                      <a:r>
                        <a:rPr lang="fr-FR" dirty="0"/>
                        <a:t>Etat intellectuel des invités</a:t>
                      </a:r>
                    </a:p>
                  </a:txBody>
                  <a:tcPr/>
                </a:tc>
                <a:extLst>
                  <a:ext uri="{0D108BD9-81ED-4DB2-BD59-A6C34878D82A}">
                    <a16:rowId xmlns:a16="http://schemas.microsoft.com/office/drawing/2014/main" val="1646638148"/>
                  </a:ext>
                </a:extLst>
              </a:tr>
              <a:tr h="370840">
                <a:tc>
                  <a:txBody>
                    <a:bodyPr/>
                    <a:lstStyle/>
                    <a:p>
                      <a:endParaRPr lang="fr-FR"/>
                    </a:p>
                  </a:txBody>
                  <a:tcPr/>
                </a:tc>
                <a:tc>
                  <a:txBody>
                    <a:bodyPr/>
                    <a:lstStyle/>
                    <a:p>
                      <a:r>
                        <a:rPr lang="fr-FR" dirty="0"/>
                        <a:t>Intellectuellement au top</a:t>
                      </a:r>
                    </a:p>
                  </a:txBody>
                  <a:tcPr/>
                </a:tc>
                <a:extLst>
                  <a:ext uri="{0D108BD9-81ED-4DB2-BD59-A6C34878D82A}">
                    <a16:rowId xmlns:a16="http://schemas.microsoft.com/office/drawing/2014/main" val="703974073"/>
                  </a:ext>
                </a:extLst>
              </a:tr>
              <a:tr h="370840">
                <a:tc>
                  <a:txBody>
                    <a:bodyPr/>
                    <a:lstStyle/>
                    <a:p>
                      <a:endParaRPr lang="fr-FR"/>
                    </a:p>
                  </a:txBody>
                  <a:tcPr/>
                </a:tc>
                <a:tc>
                  <a:txBody>
                    <a:bodyPr/>
                    <a:lstStyle/>
                    <a:p>
                      <a:r>
                        <a:rPr lang="fr-FR" dirty="0"/>
                        <a:t>Intellectuellement en forme</a:t>
                      </a:r>
                    </a:p>
                  </a:txBody>
                  <a:tcPr/>
                </a:tc>
                <a:extLst>
                  <a:ext uri="{0D108BD9-81ED-4DB2-BD59-A6C34878D82A}">
                    <a16:rowId xmlns:a16="http://schemas.microsoft.com/office/drawing/2014/main" val="2639546785"/>
                  </a:ext>
                </a:extLst>
              </a:tr>
              <a:tr h="370840">
                <a:tc>
                  <a:txBody>
                    <a:bodyPr/>
                    <a:lstStyle/>
                    <a:p>
                      <a:endParaRPr lang="fr-FR"/>
                    </a:p>
                  </a:txBody>
                  <a:tcPr/>
                </a:tc>
                <a:tc>
                  <a:txBody>
                    <a:bodyPr/>
                    <a:lstStyle/>
                    <a:p>
                      <a:r>
                        <a:rPr lang="fr-FR" dirty="0"/>
                        <a:t>Intellectuellement disponibles</a:t>
                      </a:r>
                    </a:p>
                  </a:txBody>
                  <a:tcPr/>
                </a:tc>
                <a:extLst>
                  <a:ext uri="{0D108BD9-81ED-4DB2-BD59-A6C34878D82A}">
                    <a16:rowId xmlns:a16="http://schemas.microsoft.com/office/drawing/2014/main" val="1450063051"/>
                  </a:ext>
                </a:extLst>
              </a:tr>
              <a:tr h="370840">
                <a:tc>
                  <a:txBody>
                    <a:bodyPr/>
                    <a:lstStyle/>
                    <a:p>
                      <a:endParaRPr lang="fr-FR"/>
                    </a:p>
                  </a:txBody>
                  <a:tcPr/>
                </a:tc>
                <a:tc>
                  <a:txBody>
                    <a:bodyPr/>
                    <a:lstStyle/>
                    <a:p>
                      <a:r>
                        <a:rPr lang="fr-FR" dirty="0"/>
                        <a:t>Intellectuellement fatigués</a:t>
                      </a:r>
                    </a:p>
                  </a:txBody>
                  <a:tcPr/>
                </a:tc>
                <a:extLst>
                  <a:ext uri="{0D108BD9-81ED-4DB2-BD59-A6C34878D82A}">
                    <a16:rowId xmlns:a16="http://schemas.microsoft.com/office/drawing/2014/main" val="2008602651"/>
                  </a:ext>
                </a:extLst>
              </a:tr>
              <a:tr h="370840">
                <a:tc>
                  <a:txBody>
                    <a:bodyPr/>
                    <a:lstStyle/>
                    <a:p>
                      <a:endParaRPr lang="fr-FR"/>
                    </a:p>
                  </a:txBody>
                  <a:tcPr/>
                </a:tc>
                <a:tc>
                  <a:txBody>
                    <a:bodyPr/>
                    <a:lstStyle/>
                    <a:p>
                      <a:r>
                        <a:rPr lang="fr-FR" dirty="0"/>
                        <a:t>Intellectuellement épuisés</a:t>
                      </a:r>
                    </a:p>
                  </a:txBody>
                  <a:tcPr/>
                </a:tc>
                <a:extLst>
                  <a:ext uri="{0D108BD9-81ED-4DB2-BD59-A6C34878D82A}">
                    <a16:rowId xmlns:a16="http://schemas.microsoft.com/office/drawing/2014/main" val="223284612"/>
                  </a:ext>
                </a:extLst>
              </a:tr>
            </a:tbl>
          </a:graphicData>
        </a:graphic>
      </p:graphicFrame>
      <p:graphicFrame>
        <p:nvGraphicFramePr>
          <p:cNvPr id="5" name="Tableau 4">
            <a:extLst>
              <a:ext uri="{FF2B5EF4-FFF2-40B4-BE49-F238E27FC236}">
                <a16:creationId xmlns:a16="http://schemas.microsoft.com/office/drawing/2014/main" id="{7D66221F-1BC7-486A-8121-A2616A1D3804}"/>
              </a:ext>
            </a:extLst>
          </p:cNvPr>
          <p:cNvGraphicFramePr>
            <a:graphicFrameLocks/>
          </p:cNvGraphicFramePr>
          <p:nvPr>
            <p:extLst>
              <p:ext uri="{D42A27DB-BD31-4B8C-83A1-F6EECF244321}">
                <p14:modId xmlns:p14="http://schemas.microsoft.com/office/powerpoint/2010/main" val="1830138273"/>
              </p:ext>
            </p:extLst>
          </p:nvPr>
        </p:nvGraphicFramePr>
        <p:xfrm>
          <a:off x="4298768" y="2531019"/>
          <a:ext cx="3594463" cy="2225040"/>
        </p:xfrm>
        <a:graphic>
          <a:graphicData uri="http://schemas.openxmlformats.org/drawingml/2006/table">
            <a:tbl>
              <a:tblPr firstRow="1" bandRow="1">
                <a:tableStyleId>{5C22544A-7EE6-4342-B048-85BDC9FD1C3A}</a:tableStyleId>
              </a:tblPr>
              <a:tblGrid>
                <a:gridCol w="546239">
                  <a:extLst>
                    <a:ext uri="{9D8B030D-6E8A-4147-A177-3AD203B41FA5}">
                      <a16:colId xmlns:a16="http://schemas.microsoft.com/office/drawing/2014/main" val="980276673"/>
                    </a:ext>
                  </a:extLst>
                </a:gridCol>
                <a:gridCol w="3048224">
                  <a:extLst>
                    <a:ext uri="{9D8B030D-6E8A-4147-A177-3AD203B41FA5}">
                      <a16:colId xmlns:a16="http://schemas.microsoft.com/office/drawing/2014/main" val="4100160261"/>
                    </a:ext>
                  </a:extLst>
                </a:gridCol>
              </a:tblGrid>
              <a:tr h="370840">
                <a:tc>
                  <a:txBody>
                    <a:bodyPr/>
                    <a:lstStyle/>
                    <a:p>
                      <a:endParaRPr lang="fr-FR"/>
                    </a:p>
                  </a:txBody>
                  <a:tcPr/>
                </a:tc>
                <a:tc>
                  <a:txBody>
                    <a:bodyPr/>
                    <a:lstStyle/>
                    <a:p>
                      <a:r>
                        <a:rPr lang="fr-FR" dirty="0"/>
                        <a:t>Etat émotionnel des invités</a:t>
                      </a:r>
                    </a:p>
                  </a:txBody>
                  <a:tcPr/>
                </a:tc>
                <a:extLst>
                  <a:ext uri="{0D108BD9-81ED-4DB2-BD59-A6C34878D82A}">
                    <a16:rowId xmlns:a16="http://schemas.microsoft.com/office/drawing/2014/main" val="1646638148"/>
                  </a:ext>
                </a:extLst>
              </a:tr>
              <a:tr h="370840">
                <a:tc>
                  <a:txBody>
                    <a:bodyPr/>
                    <a:lstStyle/>
                    <a:p>
                      <a:endParaRPr lang="fr-FR"/>
                    </a:p>
                  </a:txBody>
                  <a:tcPr/>
                </a:tc>
                <a:tc>
                  <a:txBody>
                    <a:bodyPr/>
                    <a:lstStyle/>
                    <a:p>
                      <a:r>
                        <a:rPr lang="fr-FR" dirty="0"/>
                        <a:t>Emotionnellement au top</a:t>
                      </a:r>
                    </a:p>
                  </a:txBody>
                  <a:tcPr/>
                </a:tc>
                <a:extLst>
                  <a:ext uri="{0D108BD9-81ED-4DB2-BD59-A6C34878D82A}">
                    <a16:rowId xmlns:a16="http://schemas.microsoft.com/office/drawing/2014/main" val="703974073"/>
                  </a:ext>
                </a:extLst>
              </a:tr>
              <a:tr h="370840">
                <a:tc>
                  <a:txBody>
                    <a:bodyPr/>
                    <a:lstStyle/>
                    <a:p>
                      <a:endParaRPr lang="fr-FR"/>
                    </a:p>
                  </a:txBody>
                  <a:tcPr/>
                </a:tc>
                <a:tc>
                  <a:txBody>
                    <a:bodyPr/>
                    <a:lstStyle/>
                    <a:p>
                      <a:r>
                        <a:rPr lang="fr-FR" dirty="0"/>
                        <a:t>Emotionnellement en forme</a:t>
                      </a:r>
                    </a:p>
                  </a:txBody>
                  <a:tcPr/>
                </a:tc>
                <a:extLst>
                  <a:ext uri="{0D108BD9-81ED-4DB2-BD59-A6C34878D82A}">
                    <a16:rowId xmlns:a16="http://schemas.microsoft.com/office/drawing/2014/main" val="2639546785"/>
                  </a:ext>
                </a:extLst>
              </a:tr>
              <a:tr h="370840">
                <a:tc>
                  <a:txBody>
                    <a:bodyPr/>
                    <a:lstStyle/>
                    <a:p>
                      <a:endParaRPr lang="fr-FR"/>
                    </a:p>
                  </a:txBody>
                  <a:tcPr/>
                </a:tc>
                <a:tc>
                  <a:txBody>
                    <a:bodyPr/>
                    <a:lstStyle/>
                    <a:p>
                      <a:r>
                        <a:rPr lang="fr-FR" dirty="0"/>
                        <a:t>Emotionnellement disponibles</a:t>
                      </a:r>
                    </a:p>
                  </a:txBody>
                  <a:tcPr/>
                </a:tc>
                <a:extLst>
                  <a:ext uri="{0D108BD9-81ED-4DB2-BD59-A6C34878D82A}">
                    <a16:rowId xmlns:a16="http://schemas.microsoft.com/office/drawing/2014/main" val="1450063051"/>
                  </a:ext>
                </a:extLst>
              </a:tr>
              <a:tr h="370840">
                <a:tc>
                  <a:txBody>
                    <a:bodyPr/>
                    <a:lstStyle/>
                    <a:p>
                      <a:endParaRPr lang="fr-FR"/>
                    </a:p>
                  </a:txBody>
                  <a:tcPr/>
                </a:tc>
                <a:tc>
                  <a:txBody>
                    <a:bodyPr/>
                    <a:lstStyle/>
                    <a:p>
                      <a:r>
                        <a:rPr lang="fr-FR" dirty="0"/>
                        <a:t>Emotionnellement fatigués</a:t>
                      </a:r>
                    </a:p>
                  </a:txBody>
                  <a:tcPr/>
                </a:tc>
                <a:extLst>
                  <a:ext uri="{0D108BD9-81ED-4DB2-BD59-A6C34878D82A}">
                    <a16:rowId xmlns:a16="http://schemas.microsoft.com/office/drawing/2014/main" val="2008602651"/>
                  </a:ext>
                </a:extLst>
              </a:tr>
              <a:tr h="370840">
                <a:tc>
                  <a:txBody>
                    <a:bodyPr/>
                    <a:lstStyle/>
                    <a:p>
                      <a:endParaRPr lang="fr-FR"/>
                    </a:p>
                  </a:txBody>
                  <a:tcPr/>
                </a:tc>
                <a:tc>
                  <a:txBody>
                    <a:bodyPr/>
                    <a:lstStyle/>
                    <a:p>
                      <a:r>
                        <a:rPr lang="fr-FR" dirty="0"/>
                        <a:t>Emotionnellement épuisés</a:t>
                      </a:r>
                    </a:p>
                  </a:txBody>
                  <a:tcPr/>
                </a:tc>
                <a:extLst>
                  <a:ext uri="{0D108BD9-81ED-4DB2-BD59-A6C34878D82A}">
                    <a16:rowId xmlns:a16="http://schemas.microsoft.com/office/drawing/2014/main" val="223284612"/>
                  </a:ext>
                </a:extLst>
              </a:tr>
            </a:tbl>
          </a:graphicData>
        </a:graphic>
      </p:graphicFrame>
      <p:graphicFrame>
        <p:nvGraphicFramePr>
          <p:cNvPr id="6" name="Tableau 5">
            <a:extLst>
              <a:ext uri="{FF2B5EF4-FFF2-40B4-BE49-F238E27FC236}">
                <a16:creationId xmlns:a16="http://schemas.microsoft.com/office/drawing/2014/main" id="{F1794831-4F23-675D-7C9F-1DF3B2093CFE}"/>
              </a:ext>
            </a:extLst>
          </p:cNvPr>
          <p:cNvGraphicFramePr>
            <a:graphicFrameLocks/>
          </p:cNvGraphicFramePr>
          <p:nvPr>
            <p:extLst>
              <p:ext uri="{D42A27DB-BD31-4B8C-83A1-F6EECF244321}">
                <p14:modId xmlns:p14="http://schemas.microsoft.com/office/powerpoint/2010/main" val="911871156"/>
              </p:ext>
            </p:extLst>
          </p:nvPr>
        </p:nvGraphicFramePr>
        <p:xfrm>
          <a:off x="8273142" y="2531019"/>
          <a:ext cx="3594463" cy="2494280"/>
        </p:xfrm>
        <a:graphic>
          <a:graphicData uri="http://schemas.openxmlformats.org/drawingml/2006/table">
            <a:tbl>
              <a:tblPr firstRow="1" bandRow="1">
                <a:tableStyleId>{5C22544A-7EE6-4342-B048-85BDC9FD1C3A}</a:tableStyleId>
              </a:tblPr>
              <a:tblGrid>
                <a:gridCol w="546239">
                  <a:extLst>
                    <a:ext uri="{9D8B030D-6E8A-4147-A177-3AD203B41FA5}">
                      <a16:colId xmlns:a16="http://schemas.microsoft.com/office/drawing/2014/main" val="980276673"/>
                    </a:ext>
                  </a:extLst>
                </a:gridCol>
                <a:gridCol w="3048224">
                  <a:extLst>
                    <a:ext uri="{9D8B030D-6E8A-4147-A177-3AD203B41FA5}">
                      <a16:colId xmlns:a16="http://schemas.microsoft.com/office/drawing/2014/main" val="4100160261"/>
                    </a:ext>
                  </a:extLst>
                </a:gridCol>
              </a:tblGrid>
              <a:tr h="370840">
                <a:tc>
                  <a:txBody>
                    <a:bodyPr/>
                    <a:lstStyle/>
                    <a:p>
                      <a:endParaRPr lang="fr-FR"/>
                    </a:p>
                  </a:txBody>
                  <a:tcPr/>
                </a:tc>
                <a:tc>
                  <a:txBody>
                    <a:bodyPr/>
                    <a:lstStyle/>
                    <a:p>
                      <a:r>
                        <a:rPr lang="fr-FR" dirty="0"/>
                        <a:t>Etat de forme physique des invités</a:t>
                      </a:r>
                    </a:p>
                  </a:txBody>
                  <a:tcPr/>
                </a:tc>
                <a:extLst>
                  <a:ext uri="{0D108BD9-81ED-4DB2-BD59-A6C34878D82A}">
                    <a16:rowId xmlns:a16="http://schemas.microsoft.com/office/drawing/2014/main" val="1646638148"/>
                  </a:ext>
                </a:extLst>
              </a:tr>
              <a:tr h="370840">
                <a:tc>
                  <a:txBody>
                    <a:bodyPr/>
                    <a:lstStyle/>
                    <a:p>
                      <a:endParaRPr lang="fr-FR"/>
                    </a:p>
                  </a:txBody>
                  <a:tcPr/>
                </a:tc>
                <a:tc>
                  <a:txBody>
                    <a:bodyPr/>
                    <a:lstStyle/>
                    <a:p>
                      <a:r>
                        <a:rPr lang="fr-FR" dirty="0"/>
                        <a:t>Physiquement au top</a:t>
                      </a:r>
                    </a:p>
                  </a:txBody>
                  <a:tcPr/>
                </a:tc>
                <a:extLst>
                  <a:ext uri="{0D108BD9-81ED-4DB2-BD59-A6C34878D82A}">
                    <a16:rowId xmlns:a16="http://schemas.microsoft.com/office/drawing/2014/main" val="703974073"/>
                  </a:ext>
                </a:extLst>
              </a:tr>
              <a:tr h="370840">
                <a:tc>
                  <a:txBody>
                    <a:bodyPr/>
                    <a:lstStyle/>
                    <a:p>
                      <a:endParaRPr lang="fr-FR"/>
                    </a:p>
                  </a:txBody>
                  <a:tcPr/>
                </a:tc>
                <a:tc>
                  <a:txBody>
                    <a:bodyPr/>
                    <a:lstStyle/>
                    <a:p>
                      <a:r>
                        <a:rPr lang="fr-FR" dirty="0"/>
                        <a:t>Physiquement en forme</a:t>
                      </a:r>
                    </a:p>
                  </a:txBody>
                  <a:tcPr/>
                </a:tc>
                <a:extLst>
                  <a:ext uri="{0D108BD9-81ED-4DB2-BD59-A6C34878D82A}">
                    <a16:rowId xmlns:a16="http://schemas.microsoft.com/office/drawing/2014/main" val="2639546785"/>
                  </a:ext>
                </a:extLst>
              </a:tr>
              <a:tr h="370840">
                <a:tc>
                  <a:txBody>
                    <a:bodyPr/>
                    <a:lstStyle/>
                    <a:p>
                      <a:endParaRPr lang="fr-FR"/>
                    </a:p>
                  </a:txBody>
                  <a:tcPr/>
                </a:tc>
                <a:tc>
                  <a:txBody>
                    <a:bodyPr/>
                    <a:lstStyle/>
                    <a:p>
                      <a:r>
                        <a:rPr lang="fr-FR" dirty="0"/>
                        <a:t>Physiquement disponibles</a:t>
                      </a:r>
                    </a:p>
                  </a:txBody>
                  <a:tcPr/>
                </a:tc>
                <a:extLst>
                  <a:ext uri="{0D108BD9-81ED-4DB2-BD59-A6C34878D82A}">
                    <a16:rowId xmlns:a16="http://schemas.microsoft.com/office/drawing/2014/main" val="1450063051"/>
                  </a:ext>
                </a:extLst>
              </a:tr>
              <a:tr h="370840">
                <a:tc>
                  <a:txBody>
                    <a:bodyPr/>
                    <a:lstStyle/>
                    <a:p>
                      <a:endParaRPr lang="fr-FR"/>
                    </a:p>
                  </a:txBody>
                  <a:tcPr/>
                </a:tc>
                <a:tc>
                  <a:txBody>
                    <a:bodyPr/>
                    <a:lstStyle/>
                    <a:p>
                      <a:r>
                        <a:rPr lang="fr-FR" dirty="0"/>
                        <a:t>Physiquement fatigués</a:t>
                      </a:r>
                    </a:p>
                  </a:txBody>
                  <a:tcPr/>
                </a:tc>
                <a:extLst>
                  <a:ext uri="{0D108BD9-81ED-4DB2-BD59-A6C34878D82A}">
                    <a16:rowId xmlns:a16="http://schemas.microsoft.com/office/drawing/2014/main" val="2008602651"/>
                  </a:ext>
                </a:extLst>
              </a:tr>
              <a:tr h="370840">
                <a:tc>
                  <a:txBody>
                    <a:bodyPr/>
                    <a:lstStyle/>
                    <a:p>
                      <a:endParaRPr lang="fr-FR"/>
                    </a:p>
                  </a:txBody>
                  <a:tcPr/>
                </a:tc>
                <a:tc>
                  <a:txBody>
                    <a:bodyPr/>
                    <a:lstStyle/>
                    <a:p>
                      <a:r>
                        <a:rPr lang="fr-FR" dirty="0"/>
                        <a:t>Physiquement épuisés</a:t>
                      </a:r>
                    </a:p>
                  </a:txBody>
                  <a:tcPr/>
                </a:tc>
                <a:extLst>
                  <a:ext uri="{0D108BD9-81ED-4DB2-BD59-A6C34878D82A}">
                    <a16:rowId xmlns:a16="http://schemas.microsoft.com/office/drawing/2014/main" val="223284612"/>
                  </a:ext>
                </a:extLst>
              </a:tr>
            </a:tbl>
          </a:graphicData>
        </a:graphic>
      </p:graphicFrame>
    </p:spTree>
    <p:extLst>
      <p:ext uri="{BB962C8B-B14F-4D97-AF65-F5344CB8AC3E}">
        <p14:creationId xmlns:p14="http://schemas.microsoft.com/office/powerpoint/2010/main" val="12526007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19" name="Graphique 18" descr="Cerveau avec un remplissage uni">
            <a:extLst>
              <a:ext uri="{FF2B5EF4-FFF2-40B4-BE49-F238E27FC236}">
                <a16:creationId xmlns:a16="http://schemas.microsoft.com/office/drawing/2014/main" id="{AC3C5C82-E466-A50B-7982-3C2DD55AF6C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989213" y="405308"/>
            <a:ext cx="459293" cy="756604"/>
          </a:xfrm>
          <a:prstGeom prst="rect">
            <a:avLst/>
          </a:prstGeom>
        </p:spPr>
      </p:pic>
      <p:pic>
        <p:nvPicPr>
          <p:cNvPr id="31" name="Graphique 30" descr="Cerveau avec un remplissage uni">
            <a:extLst>
              <a:ext uri="{FF2B5EF4-FFF2-40B4-BE49-F238E27FC236}">
                <a16:creationId xmlns:a16="http://schemas.microsoft.com/office/drawing/2014/main" id="{52EDAB64-485E-048B-BCCE-5FEDB654466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78016" y="405308"/>
            <a:ext cx="791586" cy="756604"/>
          </a:xfrm>
          <a:prstGeom prst="rect">
            <a:avLst/>
          </a:prstGeom>
        </p:spPr>
      </p:pic>
      <p:pic>
        <p:nvPicPr>
          <p:cNvPr id="32" name="Graphique 31" descr="Cerveau avec un remplissage uni">
            <a:extLst>
              <a:ext uri="{FF2B5EF4-FFF2-40B4-BE49-F238E27FC236}">
                <a16:creationId xmlns:a16="http://schemas.microsoft.com/office/drawing/2014/main" id="{40F8D726-FE23-4ED0-F22F-90D5364D7C4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151167" y="405308"/>
            <a:ext cx="791586" cy="756604"/>
          </a:xfrm>
          <a:prstGeom prst="rect">
            <a:avLst/>
          </a:prstGeom>
        </p:spPr>
      </p:pic>
      <p:pic>
        <p:nvPicPr>
          <p:cNvPr id="33" name="Graphique 32" descr="Cerveau avec un remplissage uni">
            <a:extLst>
              <a:ext uri="{FF2B5EF4-FFF2-40B4-BE49-F238E27FC236}">
                <a16:creationId xmlns:a16="http://schemas.microsoft.com/office/drawing/2014/main" id="{79B7FF5F-368E-6AB7-BA34-C1450E31DA00}"/>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1604864" y="405308"/>
            <a:ext cx="384349" cy="756604"/>
          </a:xfrm>
          <a:prstGeom prst="rect">
            <a:avLst/>
          </a:prstGeom>
        </p:spPr>
      </p:pic>
      <p:pic>
        <p:nvPicPr>
          <p:cNvPr id="34" name="Graphique 33" descr="Cerveau avec un remplissage uni">
            <a:extLst>
              <a:ext uri="{FF2B5EF4-FFF2-40B4-BE49-F238E27FC236}">
                <a16:creationId xmlns:a16="http://schemas.microsoft.com/office/drawing/2014/main" id="{251D1E12-087B-FB29-24FA-0C9233F50E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2015909" y="3782554"/>
            <a:ext cx="459293" cy="756604"/>
          </a:xfrm>
          <a:prstGeom prst="rect">
            <a:avLst/>
          </a:prstGeom>
        </p:spPr>
      </p:pic>
      <p:pic>
        <p:nvPicPr>
          <p:cNvPr id="35" name="Graphique 34" descr="Cerveau avec un remplissage uni">
            <a:extLst>
              <a:ext uri="{FF2B5EF4-FFF2-40B4-BE49-F238E27FC236}">
                <a16:creationId xmlns:a16="http://schemas.microsoft.com/office/drawing/2014/main" id="{E527039F-3CDC-C9C4-F4AE-90D7A27A5B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2436494" y="3782554"/>
            <a:ext cx="791586" cy="756604"/>
          </a:xfrm>
          <a:prstGeom prst="rect">
            <a:avLst/>
          </a:prstGeom>
        </p:spPr>
      </p:pic>
      <p:pic>
        <p:nvPicPr>
          <p:cNvPr id="39" name="Graphique 38" descr="Cerveau avec un remplissage uni">
            <a:extLst>
              <a:ext uri="{FF2B5EF4-FFF2-40B4-BE49-F238E27FC236}">
                <a16:creationId xmlns:a16="http://schemas.microsoft.com/office/drawing/2014/main" id="{902C2067-4273-1A0E-34FF-87DA51E89D45}"/>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1631560" y="3782554"/>
            <a:ext cx="384349" cy="756604"/>
          </a:xfrm>
          <a:prstGeom prst="rect">
            <a:avLst/>
          </a:prstGeom>
        </p:spPr>
      </p:pic>
      <p:pic>
        <p:nvPicPr>
          <p:cNvPr id="40" name="Graphique 39" descr="Cerveau avec un remplissage uni">
            <a:extLst>
              <a:ext uri="{FF2B5EF4-FFF2-40B4-BE49-F238E27FC236}">
                <a16:creationId xmlns:a16="http://schemas.microsoft.com/office/drawing/2014/main" id="{1E5FF2DB-57CB-6DEA-7203-14BF6B386BC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6059194" y="405308"/>
            <a:ext cx="459293" cy="756604"/>
          </a:xfrm>
          <a:prstGeom prst="rect">
            <a:avLst/>
          </a:prstGeom>
        </p:spPr>
      </p:pic>
      <p:pic>
        <p:nvPicPr>
          <p:cNvPr id="43" name="Graphique 42" descr="Cerveau avec un remplissage uni">
            <a:extLst>
              <a:ext uri="{FF2B5EF4-FFF2-40B4-BE49-F238E27FC236}">
                <a16:creationId xmlns:a16="http://schemas.microsoft.com/office/drawing/2014/main" id="{923075CA-D480-FB73-0C8B-F14BAF84ED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4974025" y="405308"/>
            <a:ext cx="791586" cy="756604"/>
          </a:xfrm>
          <a:prstGeom prst="rect">
            <a:avLst/>
          </a:prstGeom>
        </p:spPr>
      </p:pic>
      <p:pic>
        <p:nvPicPr>
          <p:cNvPr id="45" name="Graphique 44" descr="Cerveau avec un remplissage uni">
            <a:extLst>
              <a:ext uri="{FF2B5EF4-FFF2-40B4-BE49-F238E27FC236}">
                <a16:creationId xmlns:a16="http://schemas.microsoft.com/office/drawing/2014/main" id="{3BDF26DB-09FB-388B-0019-317952ED1E1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5674845" y="405308"/>
            <a:ext cx="384349" cy="756604"/>
          </a:xfrm>
          <a:prstGeom prst="rect">
            <a:avLst/>
          </a:prstGeom>
        </p:spPr>
      </p:pic>
      <p:pic>
        <p:nvPicPr>
          <p:cNvPr id="46" name="Graphique 45" descr="Cerveau avec un remplissage uni">
            <a:extLst>
              <a:ext uri="{FF2B5EF4-FFF2-40B4-BE49-F238E27FC236}">
                <a16:creationId xmlns:a16="http://schemas.microsoft.com/office/drawing/2014/main" id="{55C1AD47-4993-E8B0-A584-BFD17BB57B8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6085890" y="3782554"/>
            <a:ext cx="459293" cy="756604"/>
          </a:xfrm>
          <a:prstGeom prst="rect">
            <a:avLst/>
          </a:prstGeom>
        </p:spPr>
      </p:pic>
      <p:pic>
        <p:nvPicPr>
          <p:cNvPr id="47" name="Graphique 46" descr="Cerveau avec un remplissage uni">
            <a:extLst>
              <a:ext uri="{FF2B5EF4-FFF2-40B4-BE49-F238E27FC236}">
                <a16:creationId xmlns:a16="http://schemas.microsoft.com/office/drawing/2014/main" id="{20C830E8-313B-4291-CBF1-4D77E75807D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56210" y="3776731"/>
            <a:ext cx="791586" cy="756604"/>
          </a:xfrm>
          <a:prstGeom prst="rect">
            <a:avLst/>
          </a:prstGeom>
        </p:spPr>
      </p:pic>
      <p:pic>
        <p:nvPicPr>
          <p:cNvPr id="48" name="Graphique 47" descr="Cerveau avec un remplissage uni">
            <a:extLst>
              <a:ext uri="{FF2B5EF4-FFF2-40B4-BE49-F238E27FC236}">
                <a16:creationId xmlns:a16="http://schemas.microsoft.com/office/drawing/2014/main" id="{13316D94-1045-789D-72FA-F7D86889EE0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7179670" y="3782554"/>
            <a:ext cx="791586" cy="756604"/>
          </a:xfrm>
          <a:prstGeom prst="rect">
            <a:avLst/>
          </a:prstGeom>
        </p:spPr>
      </p:pic>
      <p:pic>
        <p:nvPicPr>
          <p:cNvPr id="51" name="Graphique 50" descr="Cerveau avec un remplissage uni">
            <a:extLst>
              <a:ext uri="{FF2B5EF4-FFF2-40B4-BE49-F238E27FC236}">
                <a16:creationId xmlns:a16="http://schemas.microsoft.com/office/drawing/2014/main" id="{9C9F1828-C948-3343-F7DE-356B1BAA25B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5701541" y="3782554"/>
            <a:ext cx="384349" cy="756604"/>
          </a:xfrm>
          <a:prstGeom prst="rect">
            <a:avLst/>
          </a:prstGeom>
        </p:spPr>
      </p:pic>
      <p:pic>
        <p:nvPicPr>
          <p:cNvPr id="52" name="Graphique 51" descr="Cerveau avec un remplissage uni">
            <a:extLst>
              <a:ext uri="{FF2B5EF4-FFF2-40B4-BE49-F238E27FC236}">
                <a16:creationId xmlns:a16="http://schemas.microsoft.com/office/drawing/2014/main" id="{4789353B-CCE6-F98A-3349-90F7BAA3798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0069080" y="405308"/>
            <a:ext cx="459293" cy="756604"/>
          </a:xfrm>
          <a:prstGeom prst="rect">
            <a:avLst/>
          </a:prstGeom>
        </p:spPr>
      </p:pic>
      <p:pic>
        <p:nvPicPr>
          <p:cNvPr id="526" name="Graphique 525" descr="Cerveau avec un remplissage uni">
            <a:extLst>
              <a:ext uri="{FF2B5EF4-FFF2-40B4-BE49-F238E27FC236}">
                <a16:creationId xmlns:a16="http://schemas.microsoft.com/office/drawing/2014/main" id="{E68D7AD9-6DC8-DAA0-64D1-90E7A406178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9684731" y="405308"/>
            <a:ext cx="384349" cy="756604"/>
          </a:xfrm>
          <a:prstGeom prst="rect">
            <a:avLst/>
          </a:prstGeom>
        </p:spPr>
      </p:pic>
      <p:pic>
        <p:nvPicPr>
          <p:cNvPr id="540" name="Graphique 539" descr="Contour de visage étourdi contour">
            <a:extLst>
              <a:ext uri="{FF2B5EF4-FFF2-40B4-BE49-F238E27FC236}">
                <a16:creationId xmlns:a16="http://schemas.microsoft.com/office/drawing/2014/main" id="{3EE085F5-5913-B98C-AAE3-D0935FF7AE4D}"/>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59345" y="1157774"/>
            <a:ext cx="2138039" cy="2138039"/>
          </a:xfrm>
          <a:prstGeom prst="rect">
            <a:avLst/>
          </a:prstGeom>
        </p:spPr>
      </p:pic>
      <p:pic>
        <p:nvPicPr>
          <p:cNvPr id="542" name="Graphique 541" descr="Contour de visage souriant contour">
            <a:extLst>
              <a:ext uri="{FF2B5EF4-FFF2-40B4-BE49-F238E27FC236}">
                <a16:creationId xmlns:a16="http://schemas.microsoft.com/office/drawing/2014/main" id="{093655E6-1E98-9C09-5F8A-E193F8824C7F}"/>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000060" y="1127722"/>
            <a:ext cx="2138039" cy="2138039"/>
          </a:xfrm>
          <a:prstGeom prst="rect">
            <a:avLst/>
          </a:prstGeom>
        </p:spPr>
      </p:pic>
      <p:pic>
        <p:nvPicPr>
          <p:cNvPr id="566" name="Graphique 565" descr="Contour de visage avec le tournis contour">
            <a:extLst>
              <a:ext uri="{FF2B5EF4-FFF2-40B4-BE49-F238E27FC236}">
                <a16:creationId xmlns:a16="http://schemas.microsoft.com/office/drawing/2014/main" id="{3C404741-47DF-FFB2-2843-FADB6E09A77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40238" y="1171759"/>
            <a:ext cx="2138039" cy="2138039"/>
          </a:xfrm>
          <a:prstGeom prst="rect">
            <a:avLst/>
          </a:prstGeom>
        </p:spPr>
      </p:pic>
      <p:pic>
        <p:nvPicPr>
          <p:cNvPr id="568" name="Graphique 567" descr="Clin d’œil contour de visage contour">
            <a:extLst>
              <a:ext uri="{FF2B5EF4-FFF2-40B4-BE49-F238E27FC236}">
                <a16:creationId xmlns:a16="http://schemas.microsoft.com/office/drawing/2014/main" id="{08DAB685-139E-3261-70CD-05C004AA3677}"/>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20193" y="4549005"/>
            <a:ext cx="2138039" cy="2138039"/>
          </a:xfrm>
          <a:prstGeom prst="rect">
            <a:avLst/>
          </a:prstGeom>
        </p:spPr>
      </p:pic>
      <p:pic>
        <p:nvPicPr>
          <p:cNvPr id="570" name="Graphique 569" descr="Contour de visage lunettes de soleil avec un remplissage uni">
            <a:extLst>
              <a:ext uri="{FF2B5EF4-FFF2-40B4-BE49-F238E27FC236}">
                <a16:creationId xmlns:a16="http://schemas.microsoft.com/office/drawing/2014/main" id="{69E66BD3-3FC9-9EE4-3976-0EE7CC89B6B2}"/>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4990174" y="4539158"/>
            <a:ext cx="2138039" cy="2138039"/>
          </a:xfrm>
          <a:prstGeom prst="rect">
            <a:avLst/>
          </a:prstGeom>
        </p:spPr>
      </p:pic>
      <p:pic>
        <p:nvPicPr>
          <p:cNvPr id="571" name="Graphique 570" descr="Cerveau avec un remplissage uni">
            <a:extLst>
              <a:ext uri="{FF2B5EF4-FFF2-40B4-BE49-F238E27FC236}">
                <a16:creationId xmlns:a16="http://schemas.microsoft.com/office/drawing/2014/main" id="{1A7143DF-11A4-500D-7C69-64758E8FC88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0075215" y="3792401"/>
            <a:ext cx="459293" cy="756604"/>
          </a:xfrm>
          <a:prstGeom prst="rect">
            <a:avLst/>
          </a:prstGeom>
        </p:spPr>
      </p:pic>
      <p:pic>
        <p:nvPicPr>
          <p:cNvPr id="573" name="Graphique 572" descr="Cerveau avec un remplissage uni">
            <a:extLst>
              <a:ext uri="{FF2B5EF4-FFF2-40B4-BE49-F238E27FC236}">
                <a16:creationId xmlns:a16="http://schemas.microsoft.com/office/drawing/2014/main" id="{810D794D-0BD4-85C0-7877-12C7FFFC042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10495800" y="3792401"/>
            <a:ext cx="791586" cy="756604"/>
          </a:xfrm>
          <a:prstGeom prst="rect">
            <a:avLst/>
          </a:prstGeom>
        </p:spPr>
      </p:pic>
      <p:pic>
        <p:nvPicPr>
          <p:cNvPr id="574" name="Graphique 573" descr="Cerveau avec un remplissage uni">
            <a:extLst>
              <a:ext uri="{FF2B5EF4-FFF2-40B4-BE49-F238E27FC236}">
                <a16:creationId xmlns:a16="http://schemas.microsoft.com/office/drawing/2014/main" id="{E1349F68-8A28-D559-0644-431EAE16039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11203197" y="3792401"/>
            <a:ext cx="791586" cy="756604"/>
          </a:xfrm>
          <a:prstGeom prst="rect">
            <a:avLst/>
          </a:prstGeom>
        </p:spPr>
      </p:pic>
      <p:pic>
        <p:nvPicPr>
          <p:cNvPr id="575" name="Graphique 574" descr="Cerveau avec un remplissage uni">
            <a:extLst>
              <a:ext uri="{FF2B5EF4-FFF2-40B4-BE49-F238E27FC236}">
                <a16:creationId xmlns:a16="http://schemas.microsoft.com/office/drawing/2014/main" id="{73110963-E1C5-0D83-5A7A-AD2C8C63C66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990046" y="3792401"/>
            <a:ext cx="791586" cy="756604"/>
          </a:xfrm>
          <a:prstGeom prst="rect">
            <a:avLst/>
          </a:prstGeom>
        </p:spPr>
      </p:pic>
      <p:pic>
        <p:nvPicPr>
          <p:cNvPr id="576" name="Graphique 575" descr="Cerveau avec un remplissage uni">
            <a:extLst>
              <a:ext uri="{FF2B5EF4-FFF2-40B4-BE49-F238E27FC236}">
                <a16:creationId xmlns:a16="http://schemas.microsoft.com/office/drawing/2014/main" id="{650C6CBB-7157-3954-9FAD-4DB0BC05C07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237169" y="3792401"/>
            <a:ext cx="791586" cy="756604"/>
          </a:xfrm>
          <a:prstGeom prst="rect">
            <a:avLst/>
          </a:prstGeom>
        </p:spPr>
      </p:pic>
      <p:pic>
        <p:nvPicPr>
          <p:cNvPr id="577" name="Graphique 576" descr="Cerveau avec un remplissage uni">
            <a:extLst>
              <a:ext uri="{FF2B5EF4-FFF2-40B4-BE49-F238E27FC236}">
                <a16:creationId xmlns:a16="http://schemas.microsoft.com/office/drawing/2014/main" id="{570080DB-643F-9B23-8654-CDFE30F1565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9690866" y="3792401"/>
            <a:ext cx="384349" cy="756604"/>
          </a:xfrm>
          <a:prstGeom prst="rect">
            <a:avLst/>
          </a:prstGeom>
        </p:spPr>
      </p:pic>
    </p:spTree>
    <p:extLst>
      <p:ext uri="{BB962C8B-B14F-4D97-AF65-F5344CB8AC3E}">
        <p14:creationId xmlns:p14="http://schemas.microsoft.com/office/powerpoint/2010/main" val="42162689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ED7D31"/>
              </a:solidFill>
            </a:endParaRPr>
          </a:p>
        </p:txBody>
      </p:sp>
      <p:pic>
        <p:nvPicPr>
          <p:cNvPr id="4" name="Graphique 3" descr="Cœur avec un remplissage uni">
            <a:extLst>
              <a:ext uri="{FF2B5EF4-FFF2-40B4-BE49-F238E27FC236}">
                <a16:creationId xmlns:a16="http://schemas.microsoft.com/office/drawing/2014/main" id="{5214F711-1EEF-3851-07B8-BDB99429FBE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2014537" y="467716"/>
            <a:ext cx="352411" cy="656234"/>
          </a:xfrm>
          <a:prstGeom prst="rect">
            <a:avLst/>
          </a:prstGeom>
        </p:spPr>
      </p:pic>
      <p:pic>
        <p:nvPicPr>
          <p:cNvPr id="13" name="Graphique 12" descr="Cœur brisé contour">
            <a:extLst>
              <a:ext uri="{FF2B5EF4-FFF2-40B4-BE49-F238E27FC236}">
                <a16:creationId xmlns:a16="http://schemas.microsoft.com/office/drawing/2014/main" id="{6818D068-3D25-6CCC-401C-43A3BC214E5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922366" y="338633"/>
            <a:ext cx="693503" cy="914400"/>
          </a:xfrm>
          <a:prstGeom prst="rect">
            <a:avLst/>
          </a:prstGeom>
        </p:spPr>
      </p:pic>
      <p:pic>
        <p:nvPicPr>
          <p:cNvPr id="16" name="Graphique 15" descr="Cœur brisé contour">
            <a:extLst>
              <a:ext uri="{FF2B5EF4-FFF2-40B4-BE49-F238E27FC236}">
                <a16:creationId xmlns:a16="http://schemas.microsoft.com/office/drawing/2014/main" id="{1330E0AB-59E0-B707-9C4B-0FDE75EB157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176778" y="338633"/>
            <a:ext cx="693503" cy="914400"/>
          </a:xfrm>
          <a:prstGeom prst="rect">
            <a:avLst/>
          </a:prstGeom>
        </p:spPr>
      </p:pic>
      <p:pic>
        <p:nvPicPr>
          <p:cNvPr id="19" name="Graphique 18" descr="Cœur brisé contour">
            <a:extLst>
              <a:ext uri="{FF2B5EF4-FFF2-40B4-BE49-F238E27FC236}">
                <a16:creationId xmlns:a16="http://schemas.microsoft.com/office/drawing/2014/main" id="{90BE77EC-F32C-B7C8-CB22-8378DC37386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1661583" y="338633"/>
            <a:ext cx="352411" cy="914400"/>
          </a:xfrm>
          <a:prstGeom prst="rect">
            <a:avLst/>
          </a:prstGeom>
        </p:spPr>
      </p:pic>
      <p:pic>
        <p:nvPicPr>
          <p:cNvPr id="20" name="Graphique 19" descr="Cœur avec un remplissage uni">
            <a:extLst>
              <a:ext uri="{FF2B5EF4-FFF2-40B4-BE49-F238E27FC236}">
                <a16:creationId xmlns:a16="http://schemas.microsoft.com/office/drawing/2014/main" id="{38772736-2CB5-72B9-A31C-5251A975D6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6103537" y="467716"/>
            <a:ext cx="352411" cy="656234"/>
          </a:xfrm>
          <a:prstGeom prst="rect">
            <a:avLst/>
          </a:prstGeom>
        </p:spPr>
      </p:pic>
      <p:pic>
        <p:nvPicPr>
          <p:cNvPr id="23" name="Graphique 22" descr="Cœur brisé contour">
            <a:extLst>
              <a:ext uri="{FF2B5EF4-FFF2-40B4-BE49-F238E27FC236}">
                <a16:creationId xmlns:a16="http://schemas.microsoft.com/office/drawing/2014/main" id="{1600F0B4-86FC-1A1F-919C-A4BF354D2E3F}"/>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5011366" y="338633"/>
            <a:ext cx="693503" cy="914400"/>
          </a:xfrm>
          <a:prstGeom prst="rect">
            <a:avLst/>
          </a:prstGeom>
        </p:spPr>
      </p:pic>
      <p:pic>
        <p:nvPicPr>
          <p:cNvPr id="25" name="Graphique 24" descr="Cœur brisé contour">
            <a:extLst>
              <a:ext uri="{FF2B5EF4-FFF2-40B4-BE49-F238E27FC236}">
                <a16:creationId xmlns:a16="http://schemas.microsoft.com/office/drawing/2014/main" id="{06317F9D-21D6-6215-B228-F3592ACD8B00}"/>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5750583" y="338633"/>
            <a:ext cx="352411" cy="914400"/>
          </a:xfrm>
          <a:prstGeom prst="rect">
            <a:avLst/>
          </a:prstGeom>
        </p:spPr>
      </p:pic>
      <p:pic>
        <p:nvPicPr>
          <p:cNvPr id="26" name="Graphique 25" descr="Cœur avec un remplissage uni">
            <a:extLst>
              <a:ext uri="{FF2B5EF4-FFF2-40B4-BE49-F238E27FC236}">
                <a16:creationId xmlns:a16="http://schemas.microsoft.com/office/drawing/2014/main" id="{B137074E-03CA-8EA7-23F4-7E90D4AC818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10146823" y="467716"/>
            <a:ext cx="352411" cy="656234"/>
          </a:xfrm>
          <a:prstGeom prst="rect">
            <a:avLst/>
          </a:prstGeom>
        </p:spPr>
      </p:pic>
      <p:pic>
        <p:nvPicPr>
          <p:cNvPr id="31" name="Graphique 30" descr="Cœur brisé contour">
            <a:extLst>
              <a:ext uri="{FF2B5EF4-FFF2-40B4-BE49-F238E27FC236}">
                <a16:creationId xmlns:a16="http://schemas.microsoft.com/office/drawing/2014/main" id="{F9C16530-9901-2AF4-5273-6BE3209C7FB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9793869" y="338633"/>
            <a:ext cx="352411" cy="914400"/>
          </a:xfrm>
          <a:prstGeom prst="rect">
            <a:avLst/>
          </a:prstGeom>
        </p:spPr>
      </p:pic>
      <p:pic>
        <p:nvPicPr>
          <p:cNvPr id="32" name="Graphique 31" descr="Cœur avec un remplissage uni">
            <a:extLst>
              <a:ext uri="{FF2B5EF4-FFF2-40B4-BE49-F238E27FC236}">
                <a16:creationId xmlns:a16="http://schemas.microsoft.com/office/drawing/2014/main" id="{4AE3E6BD-B9A2-E1AF-26B2-8F1369C14E5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2014537" y="3817920"/>
            <a:ext cx="352411" cy="656234"/>
          </a:xfrm>
          <a:prstGeom prst="rect">
            <a:avLst/>
          </a:prstGeom>
        </p:spPr>
      </p:pic>
      <p:pic>
        <p:nvPicPr>
          <p:cNvPr id="33" name="Graphique 32" descr="Cœur avec un remplissage uni">
            <a:extLst>
              <a:ext uri="{FF2B5EF4-FFF2-40B4-BE49-F238E27FC236}">
                <a16:creationId xmlns:a16="http://schemas.microsoft.com/office/drawing/2014/main" id="{2CFF6094-1E7F-12C8-8B3A-8D737943730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2430898" y="3817920"/>
            <a:ext cx="693502" cy="656234"/>
          </a:xfrm>
          <a:prstGeom prst="rect">
            <a:avLst/>
          </a:prstGeom>
        </p:spPr>
      </p:pic>
      <p:pic>
        <p:nvPicPr>
          <p:cNvPr id="37" name="Graphique 36" descr="Cœur brisé contour">
            <a:extLst>
              <a:ext uri="{FF2B5EF4-FFF2-40B4-BE49-F238E27FC236}">
                <a16:creationId xmlns:a16="http://schemas.microsoft.com/office/drawing/2014/main" id="{71A6E410-D0A4-6800-A266-574D1518BDF6}"/>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1661583" y="3688837"/>
            <a:ext cx="352411" cy="914400"/>
          </a:xfrm>
          <a:prstGeom prst="rect">
            <a:avLst/>
          </a:prstGeom>
        </p:spPr>
      </p:pic>
      <p:pic>
        <p:nvPicPr>
          <p:cNvPr id="38" name="Graphique 37" descr="Cœur avec un remplissage uni">
            <a:extLst>
              <a:ext uri="{FF2B5EF4-FFF2-40B4-BE49-F238E27FC236}">
                <a16:creationId xmlns:a16="http://schemas.microsoft.com/office/drawing/2014/main" id="{C0388E30-AC01-3010-5DCA-104F3CAD4B1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6103537" y="3817920"/>
            <a:ext cx="352411" cy="656234"/>
          </a:xfrm>
          <a:prstGeom prst="rect">
            <a:avLst/>
          </a:prstGeom>
        </p:spPr>
      </p:pic>
      <p:pic>
        <p:nvPicPr>
          <p:cNvPr id="39" name="Graphique 38" descr="Cœur avec un remplissage uni">
            <a:extLst>
              <a:ext uri="{FF2B5EF4-FFF2-40B4-BE49-F238E27FC236}">
                <a16:creationId xmlns:a16="http://schemas.microsoft.com/office/drawing/2014/main" id="{17EBA697-0820-7BC8-935D-26CC3EDEB77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6519898" y="3817920"/>
            <a:ext cx="693502" cy="656234"/>
          </a:xfrm>
          <a:prstGeom prst="rect">
            <a:avLst/>
          </a:prstGeom>
        </p:spPr>
      </p:pic>
      <p:pic>
        <p:nvPicPr>
          <p:cNvPr id="40" name="Graphique 39" descr="Cœur avec un remplissage uni">
            <a:extLst>
              <a:ext uri="{FF2B5EF4-FFF2-40B4-BE49-F238E27FC236}">
                <a16:creationId xmlns:a16="http://schemas.microsoft.com/office/drawing/2014/main" id="{D41470F9-BAD5-93AF-9B14-A5A23A7FA45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7277349" y="3817920"/>
            <a:ext cx="693502" cy="656234"/>
          </a:xfrm>
          <a:prstGeom prst="rect">
            <a:avLst/>
          </a:prstGeom>
        </p:spPr>
      </p:pic>
      <p:pic>
        <p:nvPicPr>
          <p:cNvPr id="43" name="Graphique 42" descr="Cœur brisé contour">
            <a:extLst>
              <a:ext uri="{FF2B5EF4-FFF2-40B4-BE49-F238E27FC236}">
                <a16:creationId xmlns:a16="http://schemas.microsoft.com/office/drawing/2014/main" id="{42AEFBD5-3253-F993-5B0B-B6B5546A3B2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5750583" y="3688837"/>
            <a:ext cx="352411" cy="914400"/>
          </a:xfrm>
          <a:prstGeom prst="rect">
            <a:avLst/>
          </a:prstGeom>
        </p:spPr>
      </p:pic>
      <p:pic>
        <p:nvPicPr>
          <p:cNvPr id="44" name="Graphique 43" descr="Cœur avec un remplissage uni">
            <a:extLst>
              <a:ext uri="{FF2B5EF4-FFF2-40B4-BE49-F238E27FC236}">
                <a16:creationId xmlns:a16="http://schemas.microsoft.com/office/drawing/2014/main" id="{B4F55005-C841-FD5A-A4AF-AE9FB5D5B87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10146823" y="3817920"/>
            <a:ext cx="352411" cy="656234"/>
          </a:xfrm>
          <a:prstGeom prst="rect">
            <a:avLst/>
          </a:prstGeom>
        </p:spPr>
      </p:pic>
      <p:pic>
        <p:nvPicPr>
          <p:cNvPr id="45" name="Graphique 44" descr="Cœur avec un remplissage uni">
            <a:extLst>
              <a:ext uri="{FF2B5EF4-FFF2-40B4-BE49-F238E27FC236}">
                <a16:creationId xmlns:a16="http://schemas.microsoft.com/office/drawing/2014/main" id="{565AC5A6-F8E1-B8F4-6B67-9CFC503A621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10563184" y="3817920"/>
            <a:ext cx="693502" cy="656234"/>
          </a:xfrm>
          <a:prstGeom prst="rect">
            <a:avLst/>
          </a:prstGeom>
        </p:spPr>
      </p:pic>
      <p:pic>
        <p:nvPicPr>
          <p:cNvPr id="46" name="Graphique 45" descr="Cœur avec un remplissage uni">
            <a:extLst>
              <a:ext uri="{FF2B5EF4-FFF2-40B4-BE49-F238E27FC236}">
                <a16:creationId xmlns:a16="http://schemas.microsoft.com/office/drawing/2014/main" id="{4E4C471D-E81E-4A40-4EC9-E1D250F5B6D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11320635" y="3817920"/>
            <a:ext cx="693502" cy="656234"/>
          </a:xfrm>
          <a:prstGeom prst="rect">
            <a:avLst/>
          </a:prstGeom>
        </p:spPr>
      </p:pic>
      <p:pic>
        <p:nvPicPr>
          <p:cNvPr id="47" name="Graphique 46" descr="Cœur brisé contour">
            <a:extLst>
              <a:ext uri="{FF2B5EF4-FFF2-40B4-BE49-F238E27FC236}">
                <a16:creationId xmlns:a16="http://schemas.microsoft.com/office/drawing/2014/main" id="{7D387BAB-69AD-B844-FCAB-C716107F9A0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9054652" y="3688837"/>
            <a:ext cx="693503" cy="914400"/>
          </a:xfrm>
          <a:prstGeom prst="rect">
            <a:avLst/>
          </a:prstGeom>
        </p:spPr>
      </p:pic>
      <p:pic>
        <p:nvPicPr>
          <p:cNvPr id="48" name="Graphique 47" descr="Cœur brisé contour">
            <a:extLst>
              <a:ext uri="{FF2B5EF4-FFF2-40B4-BE49-F238E27FC236}">
                <a16:creationId xmlns:a16="http://schemas.microsoft.com/office/drawing/2014/main" id="{9014DB24-41EB-381D-DF2D-F675C4EDEEA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8309064" y="3688837"/>
            <a:ext cx="693503" cy="914400"/>
          </a:xfrm>
          <a:prstGeom prst="rect">
            <a:avLst/>
          </a:prstGeom>
        </p:spPr>
      </p:pic>
      <p:pic>
        <p:nvPicPr>
          <p:cNvPr id="49" name="Graphique 48" descr="Cœur brisé contour">
            <a:extLst>
              <a:ext uri="{FF2B5EF4-FFF2-40B4-BE49-F238E27FC236}">
                <a16:creationId xmlns:a16="http://schemas.microsoft.com/office/drawing/2014/main" id="{E2A97849-44AB-6640-9EAD-1ADB87E4219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9793869" y="3688837"/>
            <a:ext cx="352411" cy="914400"/>
          </a:xfrm>
          <a:prstGeom prst="rect">
            <a:avLst/>
          </a:prstGeom>
        </p:spPr>
      </p:pic>
      <p:pic>
        <p:nvPicPr>
          <p:cNvPr id="50" name="Graphique 49" descr="Contour de visage souriant contour">
            <a:extLst>
              <a:ext uri="{FF2B5EF4-FFF2-40B4-BE49-F238E27FC236}">
                <a16:creationId xmlns:a16="http://schemas.microsoft.com/office/drawing/2014/main" id="{0EDE6E5B-C3D0-FCCE-BEF9-0181FE5CD1C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00060" y="1127722"/>
            <a:ext cx="2138039" cy="2138039"/>
          </a:xfrm>
          <a:prstGeom prst="rect">
            <a:avLst/>
          </a:prstGeom>
        </p:spPr>
      </p:pic>
      <p:pic>
        <p:nvPicPr>
          <p:cNvPr id="52" name="Graphique 51" descr="Contour de visage sans expression contour">
            <a:extLst>
              <a:ext uri="{FF2B5EF4-FFF2-40B4-BE49-F238E27FC236}">
                <a16:creationId xmlns:a16="http://schemas.microsoft.com/office/drawing/2014/main" id="{A4D41152-036B-5C1F-78D8-53CD0EAC5F2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2366" y="1157942"/>
            <a:ext cx="2177353" cy="2177353"/>
          </a:xfrm>
          <a:prstGeom prst="rect">
            <a:avLst/>
          </a:prstGeom>
        </p:spPr>
      </p:pic>
      <p:pic>
        <p:nvPicPr>
          <p:cNvPr id="54" name="Graphique 53" descr="Contour de visage confus contour">
            <a:extLst>
              <a:ext uri="{FF2B5EF4-FFF2-40B4-BE49-F238E27FC236}">
                <a16:creationId xmlns:a16="http://schemas.microsoft.com/office/drawing/2014/main" id="{3CA35CDF-F8A6-27CC-735B-791935C8438F}"/>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978317" y="1153836"/>
            <a:ext cx="2177353" cy="2177353"/>
          </a:xfrm>
          <a:prstGeom prst="rect">
            <a:avLst/>
          </a:prstGeom>
        </p:spPr>
      </p:pic>
      <p:pic>
        <p:nvPicPr>
          <p:cNvPr id="62" name="Graphique 61" descr="Contour de visage avec grimace avec un remplissage uni">
            <a:extLst>
              <a:ext uri="{FF2B5EF4-FFF2-40B4-BE49-F238E27FC236}">
                <a16:creationId xmlns:a16="http://schemas.microsoft.com/office/drawing/2014/main" id="{AF012D8A-5705-24BD-5A79-96F6A329488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860154" y="4463171"/>
            <a:ext cx="2244703" cy="2244703"/>
          </a:xfrm>
          <a:prstGeom prst="rect">
            <a:avLst/>
          </a:prstGeom>
        </p:spPr>
      </p:pic>
      <p:pic>
        <p:nvPicPr>
          <p:cNvPr id="64" name="Graphique 63" descr="Contour de visage avec étoile avec un remplissage uni">
            <a:extLst>
              <a:ext uri="{FF2B5EF4-FFF2-40B4-BE49-F238E27FC236}">
                <a16:creationId xmlns:a16="http://schemas.microsoft.com/office/drawing/2014/main" id="{DE3EF72D-15ED-77A7-66E2-55DAAD3A36F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950836" y="4463171"/>
            <a:ext cx="2244703" cy="2244703"/>
          </a:xfrm>
          <a:prstGeom prst="rect">
            <a:avLst/>
          </a:prstGeom>
        </p:spPr>
      </p:pic>
    </p:spTree>
    <p:extLst>
      <p:ext uri="{BB962C8B-B14F-4D97-AF65-F5344CB8AC3E}">
        <p14:creationId xmlns:p14="http://schemas.microsoft.com/office/powerpoint/2010/main" val="6859666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que 1" descr="Bras musclé avec un remplissage uni">
            <a:extLst>
              <a:ext uri="{FF2B5EF4-FFF2-40B4-BE49-F238E27FC236}">
                <a16:creationId xmlns:a16="http://schemas.microsoft.com/office/drawing/2014/main" id="{EBBC1D07-1BAA-D075-EBFE-CA0BC568825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987550" y="289339"/>
            <a:ext cx="357788" cy="791586"/>
          </a:xfrm>
          <a:prstGeom prst="rect">
            <a:avLst/>
          </a:prstGeom>
        </p:spPr>
      </p:pic>
      <p:pic>
        <p:nvPicPr>
          <p:cNvPr id="3" name="Graphique 2" descr="Bras musclé avec un remplissage uni">
            <a:extLst>
              <a:ext uri="{FF2B5EF4-FFF2-40B4-BE49-F238E27FC236}">
                <a16:creationId xmlns:a16="http://schemas.microsoft.com/office/drawing/2014/main" id="{23CC559F-068C-8BEB-F427-5D2FCB076D8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1024974" y="289339"/>
            <a:ext cx="607806" cy="791586"/>
          </a:xfrm>
          <a:prstGeom prst="rect">
            <a:avLst/>
          </a:prstGeom>
        </p:spPr>
      </p:pic>
      <p:pic>
        <p:nvPicPr>
          <p:cNvPr id="4" name="Graphique 3" descr="Bras musclé avec un remplissage uni">
            <a:extLst>
              <a:ext uri="{FF2B5EF4-FFF2-40B4-BE49-F238E27FC236}">
                <a16:creationId xmlns:a16="http://schemas.microsoft.com/office/drawing/2014/main" id="{DE03DEF0-7E36-25EB-DEBB-8C88B5CFD74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312416" y="289339"/>
            <a:ext cx="607806" cy="791586"/>
          </a:xfrm>
          <a:prstGeom prst="rect">
            <a:avLst/>
          </a:prstGeom>
        </p:spPr>
      </p:pic>
      <p:pic>
        <p:nvPicPr>
          <p:cNvPr id="7" name="Graphique 6" descr="Bras musclé avec un remplissage uni">
            <a:extLst>
              <a:ext uri="{FF2B5EF4-FFF2-40B4-BE49-F238E27FC236}">
                <a16:creationId xmlns:a16="http://schemas.microsoft.com/office/drawing/2014/main" id="{B2DA2FC7-2735-C202-D48F-26572709C2F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1695492" y="289339"/>
            <a:ext cx="292058" cy="791586"/>
          </a:xfrm>
          <a:prstGeom prst="rect">
            <a:avLst/>
          </a:prstGeom>
        </p:spPr>
      </p:pic>
      <p:pic>
        <p:nvPicPr>
          <p:cNvPr id="8" name="Graphique 7" descr="Bras musclé avec un remplissage uni">
            <a:extLst>
              <a:ext uri="{FF2B5EF4-FFF2-40B4-BE49-F238E27FC236}">
                <a16:creationId xmlns:a16="http://schemas.microsoft.com/office/drawing/2014/main" id="{B8FC9806-EFFE-CD0C-101A-482D6CB8791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6026150" y="289339"/>
            <a:ext cx="357788" cy="791586"/>
          </a:xfrm>
          <a:prstGeom prst="rect">
            <a:avLst/>
          </a:prstGeom>
        </p:spPr>
      </p:pic>
      <p:pic>
        <p:nvPicPr>
          <p:cNvPr id="11" name="Graphique 10" descr="Bras musclé avec un remplissage uni">
            <a:extLst>
              <a:ext uri="{FF2B5EF4-FFF2-40B4-BE49-F238E27FC236}">
                <a16:creationId xmlns:a16="http://schemas.microsoft.com/office/drawing/2014/main" id="{C39A2957-328F-FB94-2AB5-6382FCC7550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5063574" y="289339"/>
            <a:ext cx="607806" cy="791586"/>
          </a:xfrm>
          <a:prstGeom prst="rect">
            <a:avLst/>
          </a:prstGeom>
        </p:spPr>
      </p:pic>
      <p:pic>
        <p:nvPicPr>
          <p:cNvPr id="19" name="Graphique 18" descr="Bras musclé avec un remplissage uni">
            <a:extLst>
              <a:ext uri="{FF2B5EF4-FFF2-40B4-BE49-F238E27FC236}">
                <a16:creationId xmlns:a16="http://schemas.microsoft.com/office/drawing/2014/main" id="{16991351-48AE-DFDE-2F2F-175C99A0555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5734092" y="289339"/>
            <a:ext cx="292058" cy="791586"/>
          </a:xfrm>
          <a:prstGeom prst="rect">
            <a:avLst/>
          </a:prstGeom>
        </p:spPr>
      </p:pic>
      <p:pic>
        <p:nvPicPr>
          <p:cNvPr id="20" name="Graphique 19" descr="Bras musclé avec un remplissage uni">
            <a:extLst>
              <a:ext uri="{FF2B5EF4-FFF2-40B4-BE49-F238E27FC236}">
                <a16:creationId xmlns:a16="http://schemas.microsoft.com/office/drawing/2014/main" id="{F80042CF-8B77-9631-EC34-6A5E4AB5420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0096680" y="289339"/>
            <a:ext cx="357788" cy="791586"/>
          </a:xfrm>
          <a:prstGeom prst="rect">
            <a:avLst/>
          </a:prstGeom>
        </p:spPr>
      </p:pic>
      <p:pic>
        <p:nvPicPr>
          <p:cNvPr id="25" name="Graphique 24" descr="Bras musclé avec un remplissage uni">
            <a:extLst>
              <a:ext uri="{FF2B5EF4-FFF2-40B4-BE49-F238E27FC236}">
                <a16:creationId xmlns:a16="http://schemas.microsoft.com/office/drawing/2014/main" id="{DE2F3136-907F-6DF1-1129-F78BEE696E6A}"/>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9804622" y="289339"/>
            <a:ext cx="292058" cy="791586"/>
          </a:xfrm>
          <a:prstGeom prst="rect">
            <a:avLst/>
          </a:prstGeom>
        </p:spPr>
      </p:pic>
      <p:pic>
        <p:nvPicPr>
          <p:cNvPr id="26" name="Graphique 25" descr="Bras musclé avec un remplissage uni">
            <a:extLst>
              <a:ext uri="{FF2B5EF4-FFF2-40B4-BE49-F238E27FC236}">
                <a16:creationId xmlns:a16="http://schemas.microsoft.com/office/drawing/2014/main" id="{77C62CE6-8610-71E4-53F6-037AA6B393B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987550" y="3741295"/>
            <a:ext cx="357788" cy="791586"/>
          </a:xfrm>
          <a:prstGeom prst="rect">
            <a:avLst/>
          </a:prstGeom>
        </p:spPr>
      </p:pic>
      <p:pic>
        <p:nvPicPr>
          <p:cNvPr id="29" name="Graphique 28" descr="Bras musclé avec un remplissage uni">
            <a:extLst>
              <a:ext uri="{FF2B5EF4-FFF2-40B4-BE49-F238E27FC236}">
                <a16:creationId xmlns:a16="http://schemas.microsoft.com/office/drawing/2014/main" id="{6EE0D1F6-6A48-EA55-6554-1DD3C6D2DF2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2450090" y="3741295"/>
            <a:ext cx="607806" cy="791586"/>
          </a:xfrm>
          <a:prstGeom prst="rect">
            <a:avLst/>
          </a:prstGeom>
        </p:spPr>
      </p:pic>
      <p:pic>
        <p:nvPicPr>
          <p:cNvPr id="31" name="Graphique 30" descr="Bras musclé avec un remplissage uni">
            <a:extLst>
              <a:ext uri="{FF2B5EF4-FFF2-40B4-BE49-F238E27FC236}">
                <a16:creationId xmlns:a16="http://schemas.microsoft.com/office/drawing/2014/main" id="{A16D913F-56D2-3E3F-67BD-0FEE4226218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1695492" y="3741295"/>
            <a:ext cx="292058" cy="791586"/>
          </a:xfrm>
          <a:prstGeom prst="rect">
            <a:avLst/>
          </a:prstGeom>
        </p:spPr>
      </p:pic>
      <p:pic>
        <p:nvPicPr>
          <p:cNvPr id="32" name="Graphique 31" descr="Bras musclé avec un remplissage uni">
            <a:extLst>
              <a:ext uri="{FF2B5EF4-FFF2-40B4-BE49-F238E27FC236}">
                <a16:creationId xmlns:a16="http://schemas.microsoft.com/office/drawing/2014/main" id="{E94C8615-C077-D6BE-3132-8B5F6AEC27B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6026150" y="3741295"/>
            <a:ext cx="357788" cy="791586"/>
          </a:xfrm>
          <a:prstGeom prst="rect">
            <a:avLst/>
          </a:prstGeom>
        </p:spPr>
      </p:pic>
      <p:pic>
        <p:nvPicPr>
          <p:cNvPr id="35" name="Graphique 34" descr="Bras musclé avec un remplissage uni">
            <a:extLst>
              <a:ext uri="{FF2B5EF4-FFF2-40B4-BE49-F238E27FC236}">
                <a16:creationId xmlns:a16="http://schemas.microsoft.com/office/drawing/2014/main" id="{C7D33B3E-BF18-721B-8D0F-868DB20C27C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6488690" y="3741295"/>
            <a:ext cx="607806" cy="791586"/>
          </a:xfrm>
          <a:prstGeom prst="rect">
            <a:avLst/>
          </a:prstGeom>
        </p:spPr>
      </p:pic>
      <p:pic>
        <p:nvPicPr>
          <p:cNvPr id="36" name="Graphique 35" descr="Bras musclé avec un remplissage uni">
            <a:extLst>
              <a:ext uri="{FF2B5EF4-FFF2-40B4-BE49-F238E27FC236}">
                <a16:creationId xmlns:a16="http://schemas.microsoft.com/office/drawing/2014/main" id="{0F345950-047A-85F1-E816-9909076E60A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7201248" y="3741295"/>
            <a:ext cx="607806" cy="791586"/>
          </a:xfrm>
          <a:prstGeom prst="rect">
            <a:avLst/>
          </a:prstGeom>
        </p:spPr>
      </p:pic>
      <p:pic>
        <p:nvPicPr>
          <p:cNvPr id="37" name="Graphique 36" descr="Bras musclé avec un remplissage uni">
            <a:extLst>
              <a:ext uri="{FF2B5EF4-FFF2-40B4-BE49-F238E27FC236}">
                <a16:creationId xmlns:a16="http://schemas.microsoft.com/office/drawing/2014/main" id="{4013EE70-D4CA-1AE3-7D7C-A16EB138F2C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5734092" y="3741295"/>
            <a:ext cx="292058" cy="791586"/>
          </a:xfrm>
          <a:prstGeom prst="rect">
            <a:avLst/>
          </a:prstGeom>
        </p:spPr>
      </p:pic>
      <p:pic>
        <p:nvPicPr>
          <p:cNvPr id="46" name="Graphique 45" descr="Bras musclé avec un remplissage uni">
            <a:extLst>
              <a:ext uri="{FF2B5EF4-FFF2-40B4-BE49-F238E27FC236}">
                <a16:creationId xmlns:a16="http://schemas.microsoft.com/office/drawing/2014/main" id="{77919F4D-0278-F43B-AAB8-268386F11E3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0096680" y="3741295"/>
            <a:ext cx="357788" cy="791586"/>
          </a:xfrm>
          <a:prstGeom prst="rect">
            <a:avLst/>
          </a:prstGeom>
        </p:spPr>
      </p:pic>
      <p:pic>
        <p:nvPicPr>
          <p:cNvPr id="47" name="Graphique 46" descr="Bras musclé avec un remplissage uni">
            <a:extLst>
              <a:ext uri="{FF2B5EF4-FFF2-40B4-BE49-F238E27FC236}">
                <a16:creationId xmlns:a16="http://schemas.microsoft.com/office/drawing/2014/main" id="{459FBEA7-49BC-C7DA-65D9-538B899CC99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9134104" y="3741295"/>
            <a:ext cx="607806" cy="791586"/>
          </a:xfrm>
          <a:prstGeom prst="rect">
            <a:avLst/>
          </a:prstGeom>
        </p:spPr>
      </p:pic>
      <p:pic>
        <p:nvPicPr>
          <p:cNvPr id="48" name="Graphique 47" descr="Bras musclé avec un remplissage uni">
            <a:extLst>
              <a:ext uri="{FF2B5EF4-FFF2-40B4-BE49-F238E27FC236}">
                <a16:creationId xmlns:a16="http://schemas.microsoft.com/office/drawing/2014/main" id="{697577DC-7DFC-8D8F-E2C5-055AADFF83A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8421546" y="3741295"/>
            <a:ext cx="607806" cy="791586"/>
          </a:xfrm>
          <a:prstGeom prst="rect">
            <a:avLst/>
          </a:prstGeom>
        </p:spPr>
      </p:pic>
      <p:pic>
        <p:nvPicPr>
          <p:cNvPr id="49" name="Graphique 48" descr="Bras musclé avec un remplissage uni">
            <a:extLst>
              <a:ext uri="{FF2B5EF4-FFF2-40B4-BE49-F238E27FC236}">
                <a16:creationId xmlns:a16="http://schemas.microsoft.com/office/drawing/2014/main" id="{2001DCAD-201D-92D0-11F7-D57B459E09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10559220" y="3741295"/>
            <a:ext cx="607806" cy="791586"/>
          </a:xfrm>
          <a:prstGeom prst="rect">
            <a:avLst/>
          </a:prstGeom>
        </p:spPr>
      </p:pic>
      <p:pic>
        <p:nvPicPr>
          <p:cNvPr id="50" name="Graphique 49" descr="Bras musclé avec un remplissage uni">
            <a:extLst>
              <a:ext uri="{FF2B5EF4-FFF2-40B4-BE49-F238E27FC236}">
                <a16:creationId xmlns:a16="http://schemas.microsoft.com/office/drawing/2014/main" id="{EB328B40-53A1-6550-B5CB-35EB074A08F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11271778" y="3741295"/>
            <a:ext cx="607806" cy="791586"/>
          </a:xfrm>
          <a:prstGeom prst="rect">
            <a:avLst/>
          </a:prstGeom>
        </p:spPr>
      </p:pic>
      <p:pic>
        <p:nvPicPr>
          <p:cNvPr id="51" name="Graphique 50" descr="Bras musclé avec un remplissage uni">
            <a:extLst>
              <a:ext uri="{FF2B5EF4-FFF2-40B4-BE49-F238E27FC236}">
                <a16:creationId xmlns:a16="http://schemas.microsoft.com/office/drawing/2014/main" id="{CE79A193-D33C-9212-8E36-EC89EF1EAB8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9804622" y="3741295"/>
            <a:ext cx="292058" cy="791586"/>
          </a:xfrm>
          <a:prstGeom prst="rect">
            <a:avLst/>
          </a:prstGeom>
        </p:spPr>
      </p:pic>
      <p:pic>
        <p:nvPicPr>
          <p:cNvPr id="52" name="Graphique 51" descr="Contour de visage souriant contour">
            <a:extLst>
              <a:ext uri="{FF2B5EF4-FFF2-40B4-BE49-F238E27FC236}">
                <a16:creationId xmlns:a16="http://schemas.microsoft.com/office/drawing/2014/main" id="{8AF46F9F-7C1C-1111-C268-CD0B6370999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00060" y="1127722"/>
            <a:ext cx="2138039" cy="2138039"/>
          </a:xfrm>
          <a:prstGeom prst="rect">
            <a:avLst/>
          </a:prstGeom>
        </p:spPr>
      </p:pic>
      <p:pic>
        <p:nvPicPr>
          <p:cNvPr id="58" name="Graphique 57" descr="Clin d’œil contour de visage contour">
            <a:extLst>
              <a:ext uri="{FF2B5EF4-FFF2-40B4-BE49-F238E27FC236}">
                <a16:creationId xmlns:a16="http://schemas.microsoft.com/office/drawing/2014/main" id="{D6BB50DF-E72C-4F5E-6AE5-3AB7AAEE5A7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0193" y="4549005"/>
            <a:ext cx="2138039" cy="2138039"/>
          </a:xfrm>
          <a:prstGeom prst="rect">
            <a:avLst/>
          </a:prstGeom>
        </p:spPr>
      </p:pic>
      <p:pic>
        <p:nvPicPr>
          <p:cNvPr id="59" name="Graphique 58" descr="Contour de visage lunettes de soleil avec un remplissage uni">
            <a:extLst>
              <a:ext uri="{FF2B5EF4-FFF2-40B4-BE49-F238E27FC236}">
                <a16:creationId xmlns:a16="http://schemas.microsoft.com/office/drawing/2014/main" id="{CB4DB681-1DF4-DCB0-A843-6DA67B014FB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990174" y="4539158"/>
            <a:ext cx="2138039" cy="2138039"/>
          </a:xfrm>
          <a:prstGeom prst="rect">
            <a:avLst/>
          </a:prstGeom>
        </p:spPr>
      </p:pic>
      <p:pic>
        <p:nvPicPr>
          <p:cNvPr id="60" name="Graphique 59" descr="Contour de visage fatigué contour">
            <a:extLst>
              <a:ext uri="{FF2B5EF4-FFF2-40B4-BE49-F238E27FC236}">
                <a16:creationId xmlns:a16="http://schemas.microsoft.com/office/drawing/2014/main" id="{91FDE9EC-B2D3-45EA-4A6B-3C01792BECD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32344" y="1127721"/>
            <a:ext cx="2173069" cy="2173069"/>
          </a:xfrm>
          <a:prstGeom prst="rect">
            <a:avLst/>
          </a:prstGeom>
        </p:spPr>
      </p:pic>
      <p:pic>
        <p:nvPicPr>
          <p:cNvPr id="61" name="Graphique 60" descr="Contour de visage fatigué contour">
            <a:extLst>
              <a:ext uri="{FF2B5EF4-FFF2-40B4-BE49-F238E27FC236}">
                <a16:creationId xmlns:a16="http://schemas.microsoft.com/office/drawing/2014/main" id="{5BEE17AA-E9CA-2671-00F4-2DDE1C8E8FC6}"/>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009465" y="1127722"/>
            <a:ext cx="2173069" cy="2173069"/>
          </a:xfrm>
          <a:prstGeom prst="rect">
            <a:avLst/>
          </a:prstGeom>
        </p:spPr>
      </p:pic>
    </p:spTree>
    <p:extLst>
      <p:ext uri="{BB962C8B-B14F-4D97-AF65-F5344CB8AC3E}">
        <p14:creationId xmlns:p14="http://schemas.microsoft.com/office/powerpoint/2010/main" val="25709429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V6</a:t>
            </a:r>
            <a:br>
              <a:rPr lang="fr-FR" dirty="0"/>
            </a:br>
            <a:r>
              <a:rPr lang="fr-FR" dirty="0"/>
              <a:t>Etat initial du collectif</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fontScale="55000" lnSpcReduction="20000"/>
          </a:bodyPr>
          <a:lstStyle/>
          <a:p>
            <a:r>
              <a:rPr lang="fr-FR" dirty="0"/>
              <a:t>L’extension « Etat initial du collectif » permet de mieux se représenter et se projeter dans quel état sont les invités collectivement au début de l’atelier.</a:t>
            </a:r>
          </a:p>
          <a:p>
            <a:endParaRPr lang="fr-FR" dirty="0"/>
          </a:p>
          <a:p>
            <a:r>
              <a:rPr lang="fr-FR" dirty="0"/>
              <a:t>Il permet de poser le contexte humain, ce qui aide à réfléchir ensuite aux autres éléments et de prendre en compte le contexte plutôt que de ne construire que sur objectif </a:t>
            </a:r>
          </a:p>
          <a:p>
            <a:pPr marL="0" indent="0">
              <a:buNone/>
            </a:pPr>
            <a:endParaRPr lang="fr-FR" dirty="0"/>
          </a:p>
          <a:p>
            <a:r>
              <a:rPr lang="fr-FR" dirty="0"/>
              <a:t>S’imaginer l’état du collectif permet de mieux équilibrer l’atelier, en ajustant les modalités des activités à divers moments. Cela permet de concevoir un atelier plus fluide ou équilibré si besoin.</a:t>
            </a:r>
          </a:p>
          <a:p>
            <a:endParaRPr lang="fr-FR" dirty="0"/>
          </a:p>
          <a:p>
            <a:r>
              <a:rPr lang="fr-FR" dirty="0"/>
              <a:t>Par exemple, si on s’imagine que les invités seront très divisés ou en conflit, on peut imaginer des activités de partage ou de dialogue plutôt que de la prise de décision directement.</a:t>
            </a:r>
          </a:p>
          <a:p>
            <a:endParaRPr lang="fr-FR" dirty="0"/>
          </a:p>
          <a:p>
            <a:r>
              <a:rPr lang="fr-FR" dirty="0"/>
              <a:t>Toutes les cartes ne sont pas à absolument utiliser, seules celles que vous pensez pertinentes (influentes sur le déroulement ou les objectifs) sont à prendre en compte et partager.</a:t>
            </a:r>
          </a:p>
        </p:txBody>
      </p:sp>
      <p:pic>
        <p:nvPicPr>
          <p:cNvPr id="3" name="Image 2" descr="Une image contenant texte&#10;&#10;Description générée automatiquement">
            <a:extLst>
              <a:ext uri="{FF2B5EF4-FFF2-40B4-BE49-F238E27FC236}">
                <a16:creationId xmlns:a16="http://schemas.microsoft.com/office/drawing/2014/main" id="{B056CDD5-35FF-1A98-9B78-C8FB71317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998" y="533400"/>
            <a:ext cx="2069901" cy="2895600"/>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0133C34C-7B2E-3A5C-1A12-E7784A4D8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2675" y="809624"/>
            <a:ext cx="2069901" cy="2895599"/>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F3387BA5-FB1A-B2EE-4FD6-2C594A8177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5944" y="3600448"/>
            <a:ext cx="1947343" cy="2724152"/>
          </a:xfrm>
          <a:prstGeom prst="rect">
            <a:avLst/>
          </a:prstGeom>
        </p:spPr>
      </p:pic>
    </p:spTree>
    <p:extLst>
      <p:ext uri="{BB962C8B-B14F-4D97-AF65-F5344CB8AC3E}">
        <p14:creationId xmlns:p14="http://schemas.microsoft.com/office/powerpoint/2010/main" val="16580007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V6</a:t>
            </a:r>
            <a:br>
              <a:rPr lang="fr-FR" dirty="0"/>
            </a:br>
            <a:r>
              <a:rPr lang="fr-FR" dirty="0"/>
              <a:t>Caractéristiques décrites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25625"/>
            <a:ext cx="9938657" cy="4667250"/>
          </a:xfrm>
        </p:spPr>
        <p:txBody>
          <a:bodyPr>
            <a:normAutofit fontScale="92500" lnSpcReduction="20000"/>
          </a:bodyPr>
          <a:lstStyle/>
          <a:p>
            <a:pPr marL="0" indent="0">
              <a:buNone/>
            </a:pPr>
            <a:r>
              <a:rPr lang="fr-FR" sz="1800" dirty="0"/>
              <a:t>Etat des relations entre participants: </a:t>
            </a:r>
          </a:p>
          <a:p>
            <a:pPr marL="457200" lvl="1" indent="0">
              <a:buNone/>
            </a:pPr>
            <a:r>
              <a:rPr lang="fr-FR" sz="1400" dirty="0"/>
              <a:t>💭Niveau de connaissance mutuelle</a:t>
            </a:r>
          </a:p>
          <a:p>
            <a:pPr marL="457200" lvl="1" indent="0">
              <a:buNone/>
            </a:pPr>
            <a:r>
              <a:rPr lang="fr-FR" sz="1400" dirty="0"/>
              <a:t>🎯Niveau d’alignement dans les objectifs de chacun</a:t>
            </a:r>
          </a:p>
          <a:p>
            <a:pPr marL="457200" lvl="1" indent="0">
              <a:buNone/>
            </a:pPr>
            <a:r>
              <a:rPr lang="fr-FR" sz="1400" dirty="0"/>
              <a:t>🌼Niveau de proximité / d’appréciation mutuelle</a:t>
            </a:r>
          </a:p>
          <a:p>
            <a:pPr marL="457200" lvl="1" indent="0">
              <a:buNone/>
            </a:pPr>
            <a:r>
              <a:rPr lang="fr-FR" sz="1400" dirty="0"/>
              <a:t>⚔️Niveau de conflit</a:t>
            </a:r>
          </a:p>
          <a:p>
            <a:pPr marL="457200" lvl="1" indent="0">
              <a:buNone/>
            </a:pPr>
            <a:r>
              <a:rPr lang="fr-FR" sz="1400" dirty="0"/>
              <a:t>🗨️Confiance d’expression en présence des autres (prise de risque dans la prise de position, capacité au désaccord, timidité moyenne, sentiment de confort à s’exprimer devant les autres participants)</a:t>
            </a:r>
          </a:p>
          <a:p>
            <a:pPr marL="457200" lvl="1" indent="0">
              <a:buNone/>
            </a:pPr>
            <a:endParaRPr lang="fr-FR" sz="1400" dirty="0"/>
          </a:p>
          <a:p>
            <a:pPr marL="0" indent="0">
              <a:buNone/>
            </a:pPr>
            <a:r>
              <a:rPr lang="fr-FR" sz="1800" dirty="0"/>
              <a:t>Etat global du collectif vis-à-vis de l’événement</a:t>
            </a:r>
          </a:p>
          <a:p>
            <a:pPr marL="457200" lvl="1" indent="0">
              <a:buNone/>
            </a:pPr>
            <a:r>
              <a:rPr lang="fr-FR" sz="1400" dirty="0"/>
              <a:t>👍👎🗓️🎯Niveau global d’adhésion à l’objectif de l’événement</a:t>
            </a:r>
          </a:p>
          <a:p>
            <a:pPr marL="457200" lvl="1" indent="0">
              <a:buNone/>
            </a:pPr>
            <a:r>
              <a:rPr lang="fr-FR" sz="1400" dirty="0"/>
              <a:t>💭👍👎🗓️ Niveau global d’attentes vis-à-vis de l’événement (déroulement, expérience)</a:t>
            </a:r>
          </a:p>
          <a:p>
            <a:pPr marL="457200" lvl="1" indent="0">
              <a:buNone/>
            </a:pPr>
            <a:r>
              <a:rPr lang="fr-FR" sz="1400" dirty="0"/>
              <a:t>🚀Niveau moyen de participation habituelle dans l’événement ou dans des événements similaires </a:t>
            </a:r>
          </a:p>
          <a:p>
            <a:pPr marL="457200" lvl="1" indent="0">
              <a:buNone/>
            </a:pPr>
            <a:r>
              <a:rPr lang="fr-FR" sz="1400" dirty="0"/>
              <a:t>🧠Niveau moyen de maîtrise des outils et activités prévus habituellement dans ce type d’atelier</a:t>
            </a:r>
          </a:p>
          <a:p>
            <a:pPr marL="457200" lvl="1" indent="0">
              <a:buNone/>
            </a:pPr>
            <a:r>
              <a:rPr lang="fr-FR" sz="1400" dirty="0"/>
              <a:t>🚆Propension à suivre un déroulement préétabli, à obéir à un processus ou aux instructions d’un facilitateur</a:t>
            </a:r>
          </a:p>
          <a:p>
            <a:pPr marL="0" indent="0">
              <a:buNone/>
            </a:pPr>
            <a:endParaRPr lang="fr-FR" sz="1800" dirty="0"/>
          </a:p>
          <a:p>
            <a:pPr marL="0" indent="0">
              <a:buNone/>
            </a:pPr>
            <a:r>
              <a:rPr lang="fr-FR" sz="1800" dirty="0"/>
              <a:t>Autres circonstances particulières à prendre en compte </a:t>
            </a:r>
          </a:p>
          <a:p>
            <a:pPr marL="457200" lvl="1" indent="0">
              <a:buNone/>
            </a:pPr>
            <a:r>
              <a:rPr lang="fr-FR" sz="1400" dirty="0"/>
              <a:t>🧯Niveau de sécurité / d’insécurité psychologique global en dehors de l’événement</a:t>
            </a:r>
          </a:p>
          <a:p>
            <a:pPr marL="457200" lvl="1" indent="0">
              <a:buNone/>
            </a:pPr>
            <a:r>
              <a:rPr lang="fr-FR" sz="1400" dirty="0"/>
              <a:t>💭⚠️Niveau global de préoccupation par d’autres sujets que celui de l’événement</a:t>
            </a:r>
          </a:p>
          <a:p>
            <a:pPr marL="457200" lvl="1" indent="0">
              <a:buNone/>
            </a:pPr>
            <a:r>
              <a:rPr lang="fr-FR" sz="1400" dirty="0"/>
              <a:t>🤼Propension et goût des participants à l’interaction (en dehors de l’événement et indépendamment de la qualité de leurs relations)</a:t>
            </a:r>
          </a:p>
          <a:p>
            <a:pPr marL="457200" lvl="1" indent="0">
              <a:buNone/>
            </a:pPr>
            <a:r>
              <a:rPr lang="fr-FR" sz="1400" dirty="0"/>
              <a:t>🌐Différences ou similarités significatives (et donc à prendre en compte) en termes de quotidiens, de langues, de vocabulaires, de références </a:t>
            </a:r>
            <a:endParaRPr lang="fr-FR" sz="1800" dirty="0"/>
          </a:p>
          <a:p>
            <a:pPr marL="457200" lvl="1" indent="0">
              <a:buNone/>
            </a:pPr>
            <a:endParaRPr lang="fr-FR" sz="1400" dirty="0"/>
          </a:p>
        </p:txBody>
      </p:sp>
    </p:spTree>
    <p:extLst>
      <p:ext uri="{BB962C8B-B14F-4D97-AF65-F5344CB8AC3E}">
        <p14:creationId xmlns:p14="http://schemas.microsoft.com/office/powerpoint/2010/main" val="35216489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9A50E-68E0-A6FA-335E-0BC5E941AD50}"/>
              </a:ext>
            </a:extLst>
          </p:cNvPr>
          <p:cNvSpPr>
            <a:spLocks noGrp="1"/>
          </p:cNvSpPr>
          <p:nvPr>
            <p:ph type="title"/>
          </p:nvPr>
        </p:nvSpPr>
        <p:spPr/>
        <p:txBody>
          <a:bodyPr>
            <a:normAutofit fontScale="90000"/>
          </a:bodyPr>
          <a:lstStyle/>
          <a:p>
            <a:r>
              <a:rPr lang="fr-FR" sz="4400" dirty="0"/>
              <a:t>Niveau de connaissance mutuelle</a:t>
            </a:r>
            <a:br>
              <a:rPr lang="fr-FR" sz="4400" dirty="0"/>
            </a:br>
            <a:r>
              <a:rPr lang="fr-FR" sz="4400" dirty="0"/>
              <a:t>Niveau d’alignement dans les objectifs de chacun</a:t>
            </a:r>
            <a:endParaRPr lang="fr-FR" dirty="0"/>
          </a:p>
        </p:txBody>
      </p:sp>
      <p:graphicFrame>
        <p:nvGraphicFramePr>
          <p:cNvPr id="4" name="Tableau 4">
            <a:extLst>
              <a:ext uri="{FF2B5EF4-FFF2-40B4-BE49-F238E27FC236}">
                <a16:creationId xmlns:a16="http://schemas.microsoft.com/office/drawing/2014/main" id="{E7A87769-883E-C121-CA9B-2D30BF3EE3B7}"/>
              </a:ext>
            </a:extLst>
          </p:cNvPr>
          <p:cNvGraphicFramePr>
            <a:graphicFrameLocks noGrp="1"/>
          </p:cNvGraphicFramePr>
          <p:nvPr>
            <p:ph idx="1"/>
            <p:extLst>
              <p:ext uri="{D42A27DB-BD31-4B8C-83A1-F6EECF244321}">
                <p14:modId xmlns:p14="http://schemas.microsoft.com/office/powerpoint/2010/main" val="1283093456"/>
              </p:ext>
            </p:extLst>
          </p:nvPr>
        </p:nvGraphicFramePr>
        <p:xfrm>
          <a:off x="759822" y="1973217"/>
          <a:ext cx="10593978" cy="1844040"/>
        </p:xfrm>
        <a:graphic>
          <a:graphicData uri="http://schemas.openxmlformats.org/drawingml/2006/table">
            <a:tbl>
              <a:tblPr firstRow="1" bandRow="1">
                <a:tableStyleId>{5C22544A-7EE6-4342-B048-85BDC9FD1C3A}</a:tableStyleId>
              </a:tblPr>
              <a:tblGrid>
                <a:gridCol w="5296989">
                  <a:extLst>
                    <a:ext uri="{9D8B030D-6E8A-4147-A177-3AD203B41FA5}">
                      <a16:colId xmlns:a16="http://schemas.microsoft.com/office/drawing/2014/main" val="3433959542"/>
                    </a:ext>
                  </a:extLst>
                </a:gridCol>
                <a:gridCol w="5296989">
                  <a:extLst>
                    <a:ext uri="{9D8B030D-6E8A-4147-A177-3AD203B41FA5}">
                      <a16:colId xmlns:a16="http://schemas.microsoft.com/office/drawing/2014/main" val="119598731"/>
                    </a:ext>
                  </a:extLst>
                </a:gridCol>
              </a:tblGrid>
              <a:tr h="370840">
                <a:tc>
                  <a:txBody>
                    <a:bodyPr/>
                    <a:lstStyle/>
                    <a:p>
                      <a:r>
                        <a:rPr lang="fr-FR" sz="1400" dirty="0"/>
                        <a:t>Niveau de connaissance mutuelle</a:t>
                      </a:r>
                    </a:p>
                  </a:txBody>
                  <a:tcPr/>
                </a:tc>
                <a:tc>
                  <a:txBody>
                    <a:bodyPr/>
                    <a:lstStyle/>
                    <a:p>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Ne se connaissent pas ou presque pas</a:t>
                      </a:r>
                    </a:p>
                  </a:txBody>
                  <a:tcPr/>
                </a:tc>
                <a:tc>
                  <a:txBody>
                    <a:bodyPr/>
                    <a:lstStyle/>
                    <a:p>
                      <a:r>
                        <a:rPr lang="fr-FR" sz="1400" dirty="0"/>
                        <a:t>Commencer l’événement avec un </a:t>
                      </a:r>
                      <a:r>
                        <a:rPr lang="fr-FR" sz="1400" dirty="0" err="1"/>
                        <a:t>icebreaker</a:t>
                      </a:r>
                      <a:r>
                        <a:rPr lang="fr-FR" sz="1400" dirty="0"/>
                        <a:t> de présentation mutuelle</a:t>
                      </a:r>
                    </a:p>
                    <a:p>
                      <a:r>
                        <a:rPr lang="fr-FR" sz="1400" dirty="0"/>
                        <a:t>Ajouter un matériel : « Badges »</a:t>
                      </a:r>
                    </a:p>
                    <a:p>
                      <a:r>
                        <a:rPr lang="fr-FR" sz="1400" dirty="0"/>
                        <a:t>Ajouter une phase où les participants renseignent leurs noms</a:t>
                      </a:r>
                    </a:p>
                  </a:txBody>
                  <a:tcPr/>
                </a:tc>
                <a:extLst>
                  <a:ext uri="{0D108BD9-81ED-4DB2-BD59-A6C34878D82A}">
                    <a16:rowId xmlns:a16="http://schemas.microsoft.com/office/drawing/2014/main" val="2177879188"/>
                  </a:ext>
                </a:extLst>
              </a:tr>
              <a:tr h="370840">
                <a:tc>
                  <a:txBody>
                    <a:bodyPr/>
                    <a:lstStyle/>
                    <a:p>
                      <a:r>
                        <a:rPr lang="fr-FR" sz="1400" dirty="0"/>
                        <a:t>Se connaissent moyennement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Se connaissent bien entre eux</a:t>
                      </a:r>
                    </a:p>
                  </a:txBody>
                  <a:tcPr/>
                </a:tc>
                <a:tc>
                  <a:txBody>
                    <a:bodyPr/>
                    <a:lstStyle/>
                    <a:p>
                      <a:endParaRPr lang="fr-FR" sz="1400" dirty="0"/>
                    </a:p>
                  </a:txBody>
                  <a:tcPr/>
                </a:tc>
                <a:extLst>
                  <a:ext uri="{0D108BD9-81ED-4DB2-BD59-A6C34878D82A}">
                    <a16:rowId xmlns:a16="http://schemas.microsoft.com/office/drawing/2014/main" val="2700740480"/>
                  </a:ext>
                </a:extLst>
              </a:tr>
            </a:tbl>
          </a:graphicData>
        </a:graphic>
      </p:graphicFrame>
      <p:graphicFrame>
        <p:nvGraphicFramePr>
          <p:cNvPr id="5" name="Tableau 4">
            <a:extLst>
              <a:ext uri="{FF2B5EF4-FFF2-40B4-BE49-F238E27FC236}">
                <a16:creationId xmlns:a16="http://schemas.microsoft.com/office/drawing/2014/main" id="{6294460E-7996-B1A3-BAE5-F95D7FB3176C}"/>
              </a:ext>
            </a:extLst>
          </p:cNvPr>
          <p:cNvGraphicFramePr>
            <a:graphicFrameLocks/>
          </p:cNvGraphicFramePr>
          <p:nvPr>
            <p:extLst>
              <p:ext uri="{D42A27DB-BD31-4B8C-83A1-F6EECF244321}">
                <p14:modId xmlns:p14="http://schemas.microsoft.com/office/powerpoint/2010/main" val="2976543517"/>
              </p:ext>
            </p:extLst>
          </p:nvPr>
        </p:nvGraphicFramePr>
        <p:xfrm>
          <a:off x="799011" y="4621167"/>
          <a:ext cx="10593978" cy="1630680"/>
        </p:xfrm>
        <a:graphic>
          <a:graphicData uri="http://schemas.openxmlformats.org/drawingml/2006/table">
            <a:tbl>
              <a:tblPr firstRow="1" bandRow="1">
                <a:tableStyleId>{5C22544A-7EE6-4342-B048-85BDC9FD1C3A}</a:tableStyleId>
              </a:tblPr>
              <a:tblGrid>
                <a:gridCol w="5296989">
                  <a:extLst>
                    <a:ext uri="{9D8B030D-6E8A-4147-A177-3AD203B41FA5}">
                      <a16:colId xmlns:a16="http://schemas.microsoft.com/office/drawing/2014/main" val="3433959542"/>
                    </a:ext>
                  </a:extLst>
                </a:gridCol>
                <a:gridCol w="5296989">
                  <a:extLst>
                    <a:ext uri="{9D8B030D-6E8A-4147-A177-3AD203B41FA5}">
                      <a16:colId xmlns:a16="http://schemas.microsoft.com/office/drawing/2014/main" val="2408404929"/>
                    </a:ext>
                  </a:extLst>
                </a:gridCol>
              </a:tblGrid>
              <a:tr h="370840">
                <a:tc>
                  <a:txBody>
                    <a:bodyPr/>
                    <a:lstStyle/>
                    <a:p>
                      <a:r>
                        <a:rPr lang="fr-FR" sz="1400" dirty="0"/>
                        <a:t>Niveau d’alignement dans les objectifs de chacun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des objectifs personnels différents</a:t>
                      </a:r>
                    </a:p>
                  </a:txBody>
                  <a:tcPr/>
                </a:tc>
                <a:tc>
                  <a:txBody>
                    <a:bodyPr/>
                    <a:lstStyle/>
                    <a:p>
                      <a:r>
                        <a:rPr lang="fr-FR" sz="1400" dirty="0"/>
                        <a:t>Commencer l’événement avec une présentation de la vision commune</a:t>
                      </a:r>
                    </a:p>
                  </a:txBody>
                  <a:tcPr/>
                </a:tc>
                <a:extLst>
                  <a:ext uri="{0D108BD9-81ED-4DB2-BD59-A6C34878D82A}">
                    <a16:rowId xmlns:a16="http://schemas.microsoft.com/office/drawing/2014/main" val="2177879188"/>
                  </a:ext>
                </a:extLst>
              </a:tr>
              <a:tr h="370840">
                <a:tc>
                  <a:txBody>
                    <a:bodyPr/>
                    <a:lstStyle/>
                    <a:p>
                      <a:r>
                        <a:rPr lang="fr-FR" sz="1400" dirty="0"/>
                        <a:t>Ont des objectifs différents mais proches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Ont un objectif commun</a:t>
                      </a:r>
                    </a:p>
                  </a:txBody>
                  <a:tcPr/>
                </a:tc>
                <a:tc>
                  <a:txBody>
                    <a:bodyPr/>
                    <a:lstStyle/>
                    <a:p>
                      <a:r>
                        <a:rPr lang="fr-FR" sz="1400" dirty="0"/>
                        <a:t>Rappel de l’objectif commun et affichage de l’objectif commun tout au long de l’événement</a:t>
                      </a:r>
                    </a:p>
                  </a:txBody>
                  <a:tcPr/>
                </a:tc>
                <a:extLst>
                  <a:ext uri="{0D108BD9-81ED-4DB2-BD59-A6C34878D82A}">
                    <a16:rowId xmlns:a16="http://schemas.microsoft.com/office/drawing/2014/main" val="2700740480"/>
                  </a:ext>
                </a:extLst>
              </a:tr>
            </a:tbl>
          </a:graphicData>
        </a:graphic>
      </p:graphicFrame>
    </p:spTree>
    <p:extLst>
      <p:ext uri="{BB962C8B-B14F-4D97-AF65-F5344CB8AC3E}">
        <p14:creationId xmlns:p14="http://schemas.microsoft.com/office/powerpoint/2010/main" val="13873606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
        <p:nvSpPr>
          <p:cNvPr id="81" name="Phylactère : pensées 80">
            <a:extLst>
              <a:ext uri="{FF2B5EF4-FFF2-40B4-BE49-F238E27FC236}">
                <a16:creationId xmlns:a16="http://schemas.microsoft.com/office/drawing/2014/main" id="{B1B6BDC7-7824-517E-948A-C5CFDF92CF00}"/>
              </a:ext>
            </a:extLst>
          </p:cNvPr>
          <p:cNvSpPr/>
          <p:nvPr/>
        </p:nvSpPr>
        <p:spPr>
          <a:xfrm>
            <a:off x="388446" y="746684"/>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Phylactère : pensées 81">
            <a:extLst>
              <a:ext uri="{FF2B5EF4-FFF2-40B4-BE49-F238E27FC236}">
                <a16:creationId xmlns:a16="http://schemas.microsoft.com/office/drawing/2014/main" id="{A15C1B57-2854-70CA-9691-3943D73FAB9C}"/>
              </a:ext>
            </a:extLst>
          </p:cNvPr>
          <p:cNvSpPr/>
          <p:nvPr/>
        </p:nvSpPr>
        <p:spPr>
          <a:xfrm flipH="1">
            <a:off x="2197321" y="746684"/>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4" name="Graphique 83" descr="Point d’interrogation avec un remplissage uni">
            <a:extLst>
              <a:ext uri="{FF2B5EF4-FFF2-40B4-BE49-F238E27FC236}">
                <a16:creationId xmlns:a16="http://schemas.microsoft.com/office/drawing/2014/main" id="{4D88FCD6-A4A4-4DD8-7C98-2F3B3A3499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0342" y="931816"/>
            <a:ext cx="683097" cy="683097"/>
          </a:xfrm>
          <a:prstGeom prst="rect">
            <a:avLst/>
          </a:prstGeom>
        </p:spPr>
      </p:pic>
      <p:pic>
        <p:nvPicPr>
          <p:cNvPr id="85" name="Graphique 84" descr="Point d’interrogation avec un remplissage uni">
            <a:extLst>
              <a:ext uri="{FF2B5EF4-FFF2-40B4-BE49-F238E27FC236}">
                <a16:creationId xmlns:a16="http://schemas.microsoft.com/office/drawing/2014/main" id="{FFC69715-E2E8-CD6D-14CE-6AE2D7C8A3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54966" y="977271"/>
            <a:ext cx="683097" cy="683097"/>
          </a:xfrm>
          <a:prstGeom prst="rect">
            <a:avLst/>
          </a:prstGeom>
        </p:spPr>
      </p:pic>
      <p:sp>
        <p:nvSpPr>
          <p:cNvPr id="96" name="Phylactère : pensées 95">
            <a:extLst>
              <a:ext uri="{FF2B5EF4-FFF2-40B4-BE49-F238E27FC236}">
                <a16:creationId xmlns:a16="http://schemas.microsoft.com/office/drawing/2014/main" id="{04A47FA4-D077-F9B6-85C4-938B95EE649E}"/>
              </a:ext>
            </a:extLst>
          </p:cNvPr>
          <p:cNvSpPr/>
          <p:nvPr/>
        </p:nvSpPr>
        <p:spPr>
          <a:xfrm>
            <a:off x="4395708"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Phylactère : pensées 96">
            <a:extLst>
              <a:ext uri="{FF2B5EF4-FFF2-40B4-BE49-F238E27FC236}">
                <a16:creationId xmlns:a16="http://schemas.microsoft.com/office/drawing/2014/main" id="{E51C5E6F-0E09-0875-BBBF-4E477FAD3571}"/>
              </a:ext>
            </a:extLst>
          </p:cNvPr>
          <p:cNvSpPr/>
          <p:nvPr/>
        </p:nvSpPr>
        <p:spPr>
          <a:xfrm flipH="1">
            <a:off x="6204583"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9" name="Graphique 98" descr="Point d’interrogation avec un remplissage uni">
            <a:extLst>
              <a:ext uri="{FF2B5EF4-FFF2-40B4-BE49-F238E27FC236}">
                <a16:creationId xmlns:a16="http://schemas.microsoft.com/office/drawing/2014/main" id="{403688F2-04C4-2774-1370-B935908557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62228" y="931816"/>
            <a:ext cx="683097" cy="683097"/>
          </a:xfrm>
          <a:prstGeom prst="rect">
            <a:avLst/>
          </a:prstGeom>
        </p:spPr>
      </p:pic>
      <p:sp>
        <p:nvSpPr>
          <p:cNvPr id="100" name="Phylactère : pensées 99">
            <a:extLst>
              <a:ext uri="{FF2B5EF4-FFF2-40B4-BE49-F238E27FC236}">
                <a16:creationId xmlns:a16="http://schemas.microsoft.com/office/drawing/2014/main" id="{6812EACF-14E0-60C0-A395-2ACB3D49443B}"/>
              </a:ext>
            </a:extLst>
          </p:cNvPr>
          <p:cNvSpPr/>
          <p:nvPr/>
        </p:nvSpPr>
        <p:spPr>
          <a:xfrm>
            <a:off x="8479388"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Phylactère : pensées 100">
            <a:extLst>
              <a:ext uri="{FF2B5EF4-FFF2-40B4-BE49-F238E27FC236}">
                <a16:creationId xmlns:a16="http://schemas.microsoft.com/office/drawing/2014/main" id="{0098DE36-0204-3A91-BCE8-5B247F0F3812}"/>
              </a:ext>
            </a:extLst>
          </p:cNvPr>
          <p:cNvSpPr/>
          <p:nvPr/>
        </p:nvSpPr>
        <p:spPr>
          <a:xfrm flipH="1">
            <a:off x="10288263"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9" name="Graphique 108" descr="Visage souriant à remplissage solide avec un remplissage uni">
            <a:extLst>
              <a:ext uri="{FF2B5EF4-FFF2-40B4-BE49-F238E27FC236}">
                <a16:creationId xmlns:a16="http://schemas.microsoft.com/office/drawing/2014/main" id="{C9F0A470-3703-81E2-5A7E-FC4AF7EF9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816" y="2092235"/>
            <a:ext cx="1170390" cy="1170390"/>
          </a:xfrm>
          <a:prstGeom prst="rect">
            <a:avLst/>
          </a:prstGeom>
        </p:spPr>
      </p:pic>
      <p:pic>
        <p:nvPicPr>
          <p:cNvPr id="110" name="Graphique 109" descr="Visage souriant à remplissage solide avec un remplissage uni">
            <a:extLst>
              <a:ext uri="{FF2B5EF4-FFF2-40B4-BE49-F238E27FC236}">
                <a16:creationId xmlns:a16="http://schemas.microsoft.com/office/drawing/2014/main" id="{D9482855-AE2E-4645-B7C2-C647A51D3C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29307" y="2092235"/>
            <a:ext cx="1170390" cy="1170390"/>
          </a:xfrm>
          <a:prstGeom prst="rect">
            <a:avLst/>
          </a:prstGeom>
        </p:spPr>
      </p:pic>
      <p:pic>
        <p:nvPicPr>
          <p:cNvPr id="111" name="Graphique 110" descr="Visage souriant à remplissage solide avec un remplissage uni">
            <a:extLst>
              <a:ext uri="{FF2B5EF4-FFF2-40B4-BE49-F238E27FC236}">
                <a16:creationId xmlns:a16="http://schemas.microsoft.com/office/drawing/2014/main" id="{DFA70AC1-7333-8A7E-299B-73FF7FF275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34748" y="2066134"/>
            <a:ext cx="1170390" cy="1170390"/>
          </a:xfrm>
          <a:prstGeom prst="rect">
            <a:avLst/>
          </a:prstGeom>
        </p:spPr>
      </p:pic>
      <p:pic>
        <p:nvPicPr>
          <p:cNvPr id="112" name="Graphique 111" descr="Visage souriant à remplissage solide avec un remplissage uni">
            <a:extLst>
              <a:ext uri="{FF2B5EF4-FFF2-40B4-BE49-F238E27FC236}">
                <a16:creationId xmlns:a16="http://schemas.microsoft.com/office/drawing/2014/main" id="{6FC1299F-1DA0-8264-FCCF-B649D5DA75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06239" y="2066134"/>
            <a:ext cx="1170390" cy="1170390"/>
          </a:xfrm>
          <a:prstGeom prst="rect">
            <a:avLst/>
          </a:prstGeom>
        </p:spPr>
      </p:pic>
      <p:pic>
        <p:nvPicPr>
          <p:cNvPr id="113" name="Graphique 112" descr="Visage souriant à remplissage solide avec un remplissage uni">
            <a:extLst>
              <a:ext uri="{FF2B5EF4-FFF2-40B4-BE49-F238E27FC236}">
                <a16:creationId xmlns:a16="http://schemas.microsoft.com/office/drawing/2014/main" id="{79ECA5E1-0666-1732-6B14-36BB417219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2303" y="2066134"/>
            <a:ext cx="1170390" cy="1170390"/>
          </a:xfrm>
          <a:prstGeom prst="rect">
            <a:avLst/>
          </a:prstGeom>
        </p:spPr>
      </p:pic>
      <p:pic>
        <p:nvPicPr>
          <p:cNvPr id="114" name="Graphique 113" descr="Visage souriant à remplissage solide avec un remplissage uni">
            <a:extLst>
              <a:ext uri="{FF2B5EF4-FFF2-40B4-BE49-F238E27FC236}">
                <a16:creationId xmlns:a16="http://schemas.microsoft.com/office/drawing/2014/main" id="{74BD9DDE-DBA1-2DD5-4763-BD1788C9E03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63794" y="2066134"/>
            <a:ext cx="1170390" cy="1170390"/>
          </a:xfrm>
          <a:prstGeom prst="rect">
            <a:avLst/>
          </a:prstGeom>
        </p:spPr>
      </p:pic>
      <p:pic>
        <p:nvPicPr>
          <p:cNvPr id="115" name="Graphique 114" descr="Visage souriant à remplissage solide avec un remplissage uni">
            <a:extLst>
              <a:ext uri="{FF2B5EF4-FFF2-40B4-BE49-F238E27FC236}">
                <a16:creationId xmlns:a16="http://schemas.microsoft.com/office/drawing/2014/main" id="{C295BB4C-22A6-AC72-972F-D622218C97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63794" y="977271"/>
            <a:ext cx="585195" cy="585195"/>
          </a:xfrm>
          <a:prstGeom prst="rect">
            <a:avLst/>
          </a:prstGeom>
        </p:spPr>
      </p:pic>
      <p:pic>
        <p:nvPicPr>
          <p:cNvPr id="116" name="Graphique 115" descr="Visage souriant à remplissage solide avec un remplissage uni">
            <a:extLst>
              <a:ext uri="{FF2B5EF4-FFF2-40B4-BE49-F238E27FC236}">
                <a16:creationId xmlns:a16="http://schemas.microsoft.com/office/drawing/2014/main" id="{14B639C7-25E4-CF87-610B-6B3424DA9B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44435" y="1018231"/>
            <a:ext cx="585195" cy="585195"/>
          </a:xfrm>
          <a:prstGeom prst="rect">
            <a:avLst/>
          </a:prstGeom>
        </p:spPr>
      </p:pic>
      <p:pic>
        <p:nvPicPr>
          <p:cNvPr id="117" name="Graphique 116" descr="Visage souriant à remplissage solide avec un remplissage uni">
            <a:extLst>
              <a:ext uri="{FF2B5EF4-FFF2-40B4-BE49-F238E27FC236}">
                <a16:creationId xmlns:a16="http://schemas.microsoft.com/office/drawing/2014/main" id="{8F5884DC-5C92-86DF-A708-DCAEF4DF23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95081" y="977271"/>
            <a:ext cx="585195" cy="585195"/>
          </a:xfrm>
          <a:prstGeom prst="rect">
            <a:avLst/>
          </a:prstGeom>
        </p:spPr>
      </p:pic>
      <p:pic>
        <p:nvPicPr>
          <p:cNvPr id="118" name="Graphique 117" descr="Visage souriant à remplissage solide avec un remplissage uni">
            <a:extLst>
              <a:ext uri="{FF2B5EF4-FFF2-40B4-BE49-F238E27FC236}">
                <a16:creationId xmlns:a16="http://schemas.microsoft.com/office/drawing/2014/main" id="{0144F68A-B259-42F9-E00D-476A00C59DD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93140" y="977271"/>
            <a:ext cx="585195" cy="585195"/>
          </a:xfrm>
          <a:prstGeom prst="rect">
            <a:avLst/>
          </a:prstGeom>
        </p:spPr>
      </p:pic>
      <p:pic>
        <p:nvPicPr>
          <p:cNvPr id="119" name="Graphique 118" descr="Visage souriant à remplissage solide avec un remplissage uni">
            <a:extLst>
              <a:ext uri="{FF2B5EF4-FFF2-40B4-BE49-F238E27FC236}">
                <a16:creationId xmlns:a16="http://schemas.microsoft.com/office/drawing/2014/main" id="{F2FF2236-3226-DEBF-E1FB-47B1D758E7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6691" y="1029718"/>
            <a:ext cx="585195" cy="585195"/>
          </a:xfrm>
          <a:prstGeom prst="rect">
            <a:avLst/>
          </a:prstGeom>
        </p:spPr>
      </p:pic>
      <p:pic>
        <p:nvPicPr>
          <p:cNvPr id="120" name="Graphique 119" descr="Visage souriant à remplissage solide avec un remplissage uni">
            <a:extLst>
              <a:ext uri="{FF2B5EF4-FFF2-40B4-BE49-F238E27FC236}">
                <a16:creationId xmlns:a16="http://schemas.microsoft.com/office/drawing/2014/main" id="{C6A76805-CDC3-24F2-15A8-072BDE9522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4750" y="1029718"/>
            <a:ext cx="585195" cy="585195"/>
          </a:xfrm>
          <a:prstGeom prst="rect">
            <a:avLst/>
          </a:prstGeom>
        </p:spPr>
      </p:pic>
      <p:pic>
        <p:nvPicPr>
          <p:cNvPr id="2" name="Graphique 1" descr="Perdu avec un remplissage uni">
            <a:extLst>
              <a:ext uri="{FF2B5EF4-FFF2-40B4-BE49-F238E27FC236}">
                <a16:creationId xmlns:a16="http://schemas.microsoft.com/office/drawing/2014/main" id="{FAD6FBBE-DE3D-C8D0-95BA-B38DADEB599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62846" y="4319196"/>
            <a:ext cx="1792120" cy="1792120"/>
          </a:xfrm>
          <a:prstGeom prst="rect">
            <a:avLst/>
          </a:prstGeom>
        </p:spPr>
      </p:pic>
      <p:pic>
        <p:nvPicPr>
          <p:cNvPr id="6" name="Graphique 5" descr="Visage sans expression avec remplissage uni avec un remplissage uni">
            <a:extLst>
              <a:ext uri="{FF2B5EF4-FFF2-40B4-BE49-F238E27FC236}">
                <a16:creationId xmlns:a16="http://schemas.microsoft.com/office/drawing/2014/main" id="{281C49D7-048A-F6A7-5F74-D798A4E853D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8743" y="4354289"/>
            <a:ext cx="839463" cy="839463"/>
          </a:xfrm>
          <a:prstGeom prst="rect">
            <a:avLst/>
          </a:prstGeom>
        </p:spPr>
      </p:pic>
      <p:pic>
        <p:nvPicPr>
          <p:cNvPr id="7" name="Graphique 6" descr="Visage sans expression avec remplissage uni avec un remplissage uni">
            <a:extLst>
              <a:ext uri="{FF2B5EF4-FFF2-40B4-BE49-F238E27FC236}">
                <a16:creationId xmlns:a16="http://schemas.microsoft.com/office/drawing/2014/main" id="{C0FA8345-EC8C-8A62-EB6C-CA31F00AD05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62295" y="3967805"/>
            <a:ext cx="839463" cy="839463"/>
          </a:xfrm>
          <a:prstGeom prst="rect">
            <a:avLst/>
          </a:prstGeom>
        </p:spPr>
      </p:pic>
      <p:pic>
        <p:nvPicPr>
          <p:cNvPr id="8" name="Graphique 7" descr="Visage sans expression avec remplissage uni avec un remplissage uni">
            <a:extLst>
              <a:ext uri="{FF2B5EF4-FFF2-40B4-BE49-F238E27FC236}">
                <a16:creationId xmlns:a16="http://schemas.microsoft.com/office/drawing/2014/main" id="{BF065D3D-4151-1FCF-975F-EE99C036D73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01802" y="4619828"/>
            <a:ext cx="839463" cy="839463"/>
          </a:xfrm>
          <a:prstGeom prst="rect">
            <a:avLst/>
          </a:prstGeom>
        </p:spPr>
      </p:pic>
      <p:pic>
        <p:nvPicPr>
          <p:cNvPr id="11" name="Graphique 10" descr="Mille avec un remplissage uni">
            <a:extLst>
              <a:ext uri="{FF2B5EF4-FFF2-40B4-BE49-F238E27FC236}">
                <a16:creationId xmlns:a16="http://schemas.microsoft.com/office/drawing/2014/main" id="{EF471153-F287-5A17-9C23-B443F6D71E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73829" y="5074646"/>
            <a:ext cx="577887" cy="577887"/>
          </a:xfrm>
          <a:prstGeom prst="rect">
            <a:avLst/>
          </a:prstGeom>
        </p:spPr>
      </p:pic>
      <p:pic>
        <p:nvPicPr>
          <p:cNvPr id="12" name="Graphique 11" descr="Mille avec un remplissage uni">
            <a:extLst>
              <a:ext uri="{FF2B5EF4-FFF2-40B4-BE49-F238E27FC236}">
                <a16:creationId xmlns:a16="http://schemas.microsoft.com/office/drawing/2014/main" id="{00498D03-78F7-051F-0B1F-1FF66FB04B9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88906" y="5091610"/>
            <a:ext cx="577887" cy="577887"/>
          </a:xfrm>
          <a:prstGeom prst="rect">
            <a:avLst/>
          </a:prstGeom>
        </p:spPr>
      </p:pic>
      <p:pic>
        <p:nvPicPr>
          <p:cNvPr id="13" name="Graphique 12" descr="Mille avec un remplissage uni">
            <a:extLst>
              <a:ext uri="{FF2B5EF4-FFF2-40B4-BE49-F238E27FC236}">
                <a16:creationId xmlns:a16="http://schemas.microsoft.com/office/drawing/2014/main" id="{0FFA092F-51D4-91CD-73CC-E5C0FF6E43B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560647" y="5601463"/>
            <a:ext cx="577887" cy="577887"/>
          </a:xfrm>
          <a:prstGeom prst="rect">
            <a:avLst/>
          </a:prstGeom>
        </p:spPr>
      </p:pic>
      <p:pic>
        <p:nvPicPr>
          <p:cNvPr id="16" name="Graphique 15" descr="Visage souriant à remplissage solide avec un remplissage uni">
            <a:extLst>
              <a:ext uri="{FF2B5EF4-FFF2-40B4-BE49-F238E27FC236}">
                <a16:creationId xmlns:a16="http://schemas.microsoft.com/office/drawing/2014/main" id="{B88B4EA1-5481-BD70-6E36-53168F5153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7548" y="3825455"/>
            <a:ext cx="755477" cy="755477"/>
          </a:xfrm>
          <a:prstGeom prst="rect">
            <a:avLst/>
          </a:prstGeom>
        </p:spPr>
      </p:pic>
      <p:pic>
        <p:nvPicPr>
          <p:cNvPr id="19" name="Graphique 18" descr="Visage souriant à remplissage solide avec un remplissage uni">
            <a:extLst>
              <a:ext uri="{FF2B5EF4-FFF2-40B4-BE49-F238E27FC236}">
                <a16:creationId xmlns:a16="http://schemas.microsoft.com/office/drawing/2014/main" id="{AA5A373A-6C34-BDD1-33E3-B372EA344E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3964" y="4574434"/>
            <a:ext cx="755477" cy="755477"/>
          </a:xfrm>
          <a:prstGeom prst="rect">
            <a:avLst/>
          </a:prstGeom>
        </p:spPr>
      </p:pic>
      <p:pic>
        <p:nvPicPr>
          <p:cNvPr id="20" name="Graphique 19" descr="Visage souriant à remplissage solide avec un remplissage uni">
            <a:extLst>
              <a:ext uri="{FF2B5EF4-FFF2-40B4-BE49-F238E27FC236}">
                <a16:creationId xmlns:a16="http://schemas.microsoft.com/office/drawing/2014/main" id="{A54652C5-8C2A-4A32-C6ED-BD9E174F160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903343" y="5285383"/>
            <a:ext cx="755477" cy="755477"/>
          </a:xfrm>
          <a:prstGeom prst="rect">
            <a:avLst/>
          </a:prstGeom>
        </p:spPr>
      </p:pic>
      <p:pic>
        <p:nvPicPr>
          <p:cNvPr id="21" name="Graphique 20" descr="Mille avec un remplissage uni">
            <a:extLst>
              <a:ext uri="{FF2B5EF4-FFF2-40B4-BE49-F238E27FC236}">
                <a16:creationId xmlns:a16="http://schemas.microsoft.com/office/drawing/2014/main" id="{68210A51-380A-F445-96A6-DBE7B001CFD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908456" y="5507326"/>
            <a:ext cx="577887" cy="577887"/>
          </a:xfrm>
          <a:prstGeom prst="rect">
            <a:avLst/>
          </a:prstGeom>
        </p:spPr>
      </p:pic>
      <p:pic>
        <p:nvPicPr>
          <p:cNvPr id="22" name="Graphique 21" descr="Mille avec un remplissage uni">
            <a:extLst>
              <a:ext uri="{FF2B5EF4-FFF2-40B4-BE49-F238E27FC236}">
                <a16:creationId xmlns:a16="http://schemas.microsoft.com/office/drawing/2014/main" id="{AE4636B0-C4D9-B817-8494-CAB19116A0E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973404" y="3879241"/>
            <a:ext cx="577887" cy="577887"/>
          </a:xfrm>
          <a:prstGeom prst="rect">
            <a:avLst/>
          </a:prstGeom>
        </p:spPr>
      </p:pic>
      <p:pic>
        <p:nvPicPr>
          <p:cNvPr id="23" name="Graphique 22" descr="Mille avec un remplissage uni">
            <a:extLst>
              <a:ext uri="{FF2B5EF4-FFF2-40B4-BE49-F238E27FC236}">
                <a16:creationId xmlns:a16="http://schemas.microsoft.com/office/drawing/2014/main" id="{98E8DD96-64F6-4D46-43C4-66FBC4E6781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124654" y="4723472"/>
            <a:ext cx="577887" cy="577887"/>
          </a:xfrm>
          <a:prstGeom prst="rect">
            <a:avLst/>
          </a:prstGeom>
        </p:spPr>
      </p:pic>
      <p:cxnSp>
        <p:nvCxnSpPr>
          <p:cNvPr id="25" name="Connecteur droit avec flèche 24">
            <a:extLst>
              <a:ext uri="{FF2B5EF4-FFF2-40B4-BE49-F238E27FC236}">
                <a16:creationId xmlns:a16="http://schemas.microsoft.com/office/drawing/2014/main" id="{DA376323-5ABF-F335-CFBE-6323131DE34C}"/>
              </a:ext>
            </a:extLst>
          </p:cNvPr>
          <p:cNvCxnSpPr>
            <a:cxnSpLocks/>
          </p:cNvCxnSpPr>
          <p:nvPr/>
        </p:nvCxnSpPr>
        <p:spPr>
          <a:xfrm flipV="1">
            <a:off x="5654615" y="4457128"/>
            <a:ext cx="1318789" cy="1044182"/>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8096BDBF-3230-51FC-D573-D48D7EF4DD4F}"/>
              </a:ext>
            </a:extLst>
          </p:cNvPr>
          <p:cNvCxnSpPr>
            <a:cxnSpLocks/>
            <a:endCxn id="23" idx="1"/>
          </p:cNvCxnSpPr>
          <p:nvPr/>
        </p:nvCxnSpPr>
        <p:spPr>
          <a:xfrm>
            <a:off x="5354716" y="5011902"/>
            <a:ext cx="1769938" cy="51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8DE38E56-7ADA-D15D-1F5B-434C377380D4}"/>
              </a:ext>
            </a:extLst>
          </p:cNvPr>
          <p:cNvCxnSpPr>
            <a:cxnSpLocks/>
          </p:cNvCxnSpPr>
          <p:nvPr/>
        </p:nvCxnSpPr>
        <p:spPr>
          <a:xfrm>
            <a:off x="5729107" y="4357253"/>
            <a:ext cx="1101963" cy="1338363"/>
          </a:xfrm>
          <a:prstGeom prst="straightConnector1">
            <a:avLst/>
          </a:prstGeom>
          <a:ln w="57150">
            <a:solidFill>
              <a:srgbClr val="ED7D3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42" name="Graphique 41" descr="Visage faisant un clin d’œil à remplissage solide avec un remplissage uni">
            <a:extLst>
              <a:ext uri="{FF2B5EF4-FFF2-40B4-BE49-F238E27FC236}">
                <a16:creationId xmlns:a16="http://schemas.microsoft.com/office/drawing/2014/main" id="{1B065D28-5686-32F0-7629-50EEDC8A657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8592762" y="3984967"/>
            <a:ext cx="755477" cy="755477"/>
          </a:xfrm>
          <a:prstGeom prst="rect">
            <a:avLst/>
          </a:prstGeom>
        </p:spPr>
      </p:pic>
      <p:pic>
        <p:nvPicPr>
          <p:cNvPr id="43" name="Graphique 42" descr="Visage faisant un clin d’œil à remplissage solide avec un remplissage uni">
            <a:extLst>
              <a:ext uri="{FF2B5EF4-FFF2-40B4-BE49-F238E27FC236}">
                <a16:creationId xmlns:a16="http://schemas.microsoft.com/office/drawing/2014/main" id="{C06502B8-1EEB-A0A3-97E6-AD334C1802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8299178" y="4733946"/>
            <a:ext cx="755477" cy="755477"/>
          </a:xfrm>
          <a:prstGeom prst="rect">
            <a:avLst/>
          </a:prstGeom>
        </p:spPr>
      </p:pic>
      <p:pic>
        <p:nvPicPr>
          <p:cNvPr id="44" name="Graphique 43" descr="Visage faisant un clin d’œil à remplissage solide avec un remplissage uni">
            <a:extLst>
              <a:ext uri="{FF2B5EF4-FFF2-40B4-BE49-F238E27FC236}">
                <a16:creationId xmlns:a16="http://schemas.microsoft.com/office/drawing/2014/main" id="{0F911603-BF80-E01E-3015-C2DBB905847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p:blipFill>
        <p:spPr>
          <a:xfrm>
            <a:off x="8670660" y="5453923"/>
            <a:ext cx="755477" cy="755477"/>
          </a:xfrm>
          <a:prstGeom prst="rect">
            <a:avLst/>
          </a:prstGeom>
        </p:spPr>
      </p:pic>
      <p:cxnSp>
        <p:nvCxnSpPr>
          <p:cNvPr id="45" name="Connecteur droit avec flèche 44">
            <a:extLst>
              <a:ext uri="{FF2B5EF4-FFF2-40B4-BE49-F238E27FC236}">
                <a16:creationId xmlns:a16="http://schemas.microsoft.com/office/drawing/2014/main" id="{9F161874-648A-8ECB-03B2-5494367DE296}"/>
              </a:ext>
            </a:extLst>
          </p:cNvPr>
          <p:cNvCxnSpPr>
            <a:cxnSpLocks/>
          </p:cNvCxnSpPr>
          <p:nvPr/>
        </p:nvCxnSpPr>
        <p:spPr>
          <a:xfrm flipV="1">
            <a:off x="9261963" y="5404832"/>
            <a:ext cx="1544531" cy="288705"/>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C33988D3-661D-E3F6-B77F-A8F4133E82A1}"/>
              </a:ext>
            </a:extLst>
          </p:cNvPr>
          <p:cNvCxnSpPr>
            <a:cxnSpLocks/>
          </p:cNvCxnSpPr>
          <p:nvPr/>
        </p:nvCxnSpPr>
        <p:spPr>
          <a:xfrm>
            <a:off x="8962064" y="5204129"/>
            <a:ext cx="1769938" cy="51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545EF6E8-0C33-EFA5-516E-EB07062154AE}"/>
              </a:ext>
            </a:extLst>
          </p:cNvPr>
          <p:cNvCxnSpPr>
            <a:cxnSpLocks/>
          </p:cNvCxnSpPr>
          <p:nvPr/>
        </p:nvCxnSpPr>
        <p:spPr>
          <a:xfrm>
            <a:off x="9336455" y="4549480"/>
            <a:ext cx="1455137" cy="431216"/>
          </a:xfrm>
          <a:prstGeom prst="straightConnector1">
            <a:avLst/>
          </a:prstGeom>
          <a:ln w="57150">
            <a:solidFill>
              <a:srgbClr val="ED7D3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52" name="Graphique 51" descr="Mille avec un remplissage uni">
            <a:extLst>
              <a:ext uri="{FF2B5EF4-FFF2-40B4-BE49-F238E27FC236}">
                <a16:creationId xmlns:a16="http://schemas.microsoft.com/office/drawing/2014/main" id="{7C728BE8-48D4-E0EC-6786-31FBA56BC0F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743975" y="4553826"/>
            <a:ext cx="1183696" cy="1183696"/>
          </a:xfrm>
          <a:prstGeom prst="rect">
            <a:avLst/>
          </a:prstGeom>
        </p:spPr>
      </p:pic>
    </p:spTree>
    <p:extLst>
      <p:ext uri="{BB962C8B-B14F-4D97-AF65-F5344CB8AC3E}">
        <p14:creationId xmlns:p14="http://schemas.microsoft.com/office/powerpoint/2010/main" val="4610138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9A50E-68E0-A6FA-335E-0BC5E941AD50}"/>
              </a:ext>
            </a:extLst>
          </p:cNvPr>
          <p:cNvSpPr>
            <a:spLocks noGrp="1"/>
          </p:cNvSpPr>
          <p:nvPr>
            <p:ph type="title"/>
          </p:nvPr>
        </p:nvSpPr>
        <p:spPr/>
        <p:txBody>
          <a:bodyPr>
            <a:normAutofit/>
          </a:bodyPr>
          <a:lstStyle/>
          <a:p>
            <a:r>
              <a:rPr lang="fr-FR" sz="4400" dirty="0"/>
              <a:t>Niveau de conflit</a:t>
            </a:r>
            <a:br>
              <a:rPr lang="fr-FR" sz="4400" dirty="0"/>
            </a:br>
            <a:r>
              <a:rPr lang="fr-FR" sz="4400" dirty="0"/>
              <a:t>Niveau de proximité / d’appréciation mutuelle</a:t>
            </a:r>
            <a:endParaRPr lang="fr-FR" dirty="0"/>
          </a:p>
        </p:txBody>
      </p:sp>
      <p:graphicFrame>
        <p:nvGraphicFramePr>
          <p:cNvPr id="6" name="Tableau 5">
            <a:extLst>
              <a:ext uri="{FF2B5EF4-FFF2-40B4-BE49-F238E27FC236}">
                <a16:creationId xmlns:a16="http://schemas.microsoft.com/office/drawing/2014/main" id="{B0AFB40B-3679-C855-9C7D-BAEBA5C8BAE7}"/>
              </a:ext>
            </a:extLst>
          </p:cNvPr>
          <p:cNvGraphicFramePr>
            <a:graphicFrameLocks/>
          </p:cNvGraphicFramePr>
          <p:nvPr>
            <p:extLst>
              <p:ext uri="{D42A27DB-BD31-4B8C-83A1-F6EECF244321}">
                <p14:modId xmlns:p14="http://schemas.microsoft.com/office/powerpoint/2010/main" val="339320560"/>
              </p:ext>
            </p:extLst>
          </p:nvPr>
        </p:nvGraphicFramePr>
        <p:xfrm>
          <a:off x="838199" y="1961492"/>
          <a:ext cx="10515600" cy="16306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2881363788"/>
                    </a:ext>
                  </a:extLst>
                </a:gridCol>
              </a:tblGrid>
              <a:tr h="370840">
                <a:tc>
                  <a:txBody>
                    <a:bodyPr/>
                    <a:lstStyle/>
                    <a:p>
                      <a:r>
                        <a:rPr lang="fr-FR" sz="1400" dirty="0"/>
                        <a:t>Niveau de conflit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En conflit ouvert ou explicite</a:t>
                      </a:r>
                    </a:p>
                  </a:txBody>
                  <a:tcPr/>
                </a:tc>
                <a:tc>
                  <a:txBody>
                    <a:bodyPr/>
                    <a:lstStyle/>
                    <a:p>
                      <a:r>
                        <a:rPr lang="fr-FR" sz="1400" dirty="0"/>
                        <a:t>Eviter d’aborder les sujets conflictuels</a:t>
                      </a:r>
                    </a:p>
                    <a:p>
                      <a:r>
                        <a:rPr lang="fr-FR" sz="1400" dirty="0"/>
                        <a:t>Dédier une phase à remettre à plat les sujets conflictuels</a:t>
                      </a:r>
                    </a:p>
                  </a:txBody>
                  <a:tcPr/>
                </a:tc>
                <a:extLst>
                  <a:ext uri="{0D108BD9-81ED-4DB2-BD59-A6C34878D82A}">
                    <a16:rowId xmlns:a16="http://schemas.microsoft.com/office/drawing/2014/main" val="2177879188"/>
                  </a:ext>
                </a:extLst>
              </a:tr>
              <a:tr h="370840">
                <a:tc>
                  <a:txBody>
                    <a:bodyPr/>
                    <a:lstStyle/>
                    <a:p>
                      <a:r>
                        <a:rPr lang="fr-FR" sz="1400" dirty="0"/>
                        <a:t>En tension les uns avec les autres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Ont une propension au conflit, sans tension entre eux</a:t>
                      </a:r>
                    </a:p>
                  </a:txBody>
                  <a:tcPr/>
                </a:tc>
                <a:tc>
                  <a:txBody>
                    <a:bodyPr/>
                    <a:lstStyle/>
                    <a:p>
                      <a:endParaRPr lang="fr-FR" sz="1400" dirty="0"/>
                    </a:p>
                  </a:txBody>
                  <a:tcPr/>
                </a:tc>
                <a:extLst>
                  <a:ext uri="{0D108BD9-81ED-4DB2-BD59-A6C34878D82A}">
                    <a16:rowId xmlns:a16="http://schemas.microsoft.com/office/drawing/2014/main" val="2700740480"/>
                  </a:ext>
                </a:extLst>
              </a:tr>
            </a:tbl>
          </a:graphicData>
        </a:graphic>
      </p:graphicFrame>
      <p:graphicFrame>
        <p:nvGraphicFramePr>
          <p:cNvPr id="7" name="Tableau 4">
            <a:extLst>
              <a:ext uri="{FF2B5EF4-FFF2-40B4-BE49-F238E27FC236}">
                <a16:creationId xmlns:a16="http://schemas.microsoft.com/office/drawing/2014/main" id="{78EA572D-9D29-A46A-7F08-5A23B95E044B}"/>
              </a:ext>
            </a:extLst>
          </p:cNvPr>
          <p:cNvGraphicFramePr>
            <a:graphicFrameLocks/>
          </p:cNvGraphicFramePr>
          <p:nvPr>
            <p:extLst>
              <p:ext uri="{D42A27DB-BD31-4B8C-83A1-F6EECF244321}">
                <p14:modId xmlns:p14="http://schemas.microsoft.com/office/powerpoint/2010/main" val="1072873612"/>
              </p:ext>
            </p:extLst>
          </p:nvPr>
        </p:nvGraphicFramePr>
        <p:xfrm>
          <a:off x="838200" y="4723742"/>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2216152816"/>
                    </a:ext>
                  </a:extLst>
                </a:gridCol>
              </a:tblGrid>
              <a:tr h="370840">
                <a:tc>
                  <a:txBody>
                    <a:bodyPr/>
                    <a:lstStyle/>
                    <a:p>
                      <a:r>
                        <a:rPr lang="fr-FR" sz="1400" dirty="0"/>
                        <a:t>Niveau de proximité / d’appréciation mutuelle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une propension au lien entre eux</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des liens tacites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S'apprécient beaucoup entre eux</a:t>
                      </a:r>
                    </a:p>
                  </a:txBody>
                  <a:tcPr/>
                </a:tc>
                <a:tc>
                  <a:txBody>
                    <a:bodyPr/>
                    <a:lstStyle/>
                    <a:p>
                      <a:endParaRPr lang="fr-FR" sz="1400" dirty="0"/>
                    </a:p>
                  </a:txBody>
                  <a:tcPr/>
                </a:tc>
                <a:extLst>
                  <a:ext uri="{0D108BD9-81ED-4DB2-BD59-A6C34878D82A}">
                    <a16:rowId xmlns:a16="http://schemas.microsoft.com/office/drawing/2014/main" val="2700740480"/>
                  </a:ext>
                </a:extLst>
              </a:tr>
            </a:tbl>
          </a:graphicData>
        </a:graphic>
      </p:graphicFrame>
    </p:spTree>
    <p:extLst>
      <p:ext uri="{BB962C8B-B14F-4D97-AF65-F5344CB8AC3E}">
        <p14:creationId xmlns:p14="http://schemas.microsoft.com/office/powerpoint/2010/main" val="25010780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3" name="Graphique 2" descr="Épée avec un remplissage uni">
            <a:extLst>
              <a:ext uri="{FF2B5EF4-FFF2-40B4-BE49-F238E27FC236}">
                <a16:creationId xmlns:a16="http://schemas.microsoft.com/office/drawing/2014/main" id="{4C454EBE-A19A-D9F9-19F4-A540B8E9E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83524" y="577162"/>
            <a:ext cx="914400" cy="914400"/>
          </a:xfrm>
          <a:prstGeom prst="rect">
            <a:avLst/>
          </a:prstGeom>
        </p:spPr>
      </p:pic>
      <p:pic>
        <p:nvPicPr>
          <p:cNvPr id="4" name="Graphique 3" descr="Épée avec un remplissage uni">
            <a:extLst>
              <a:ext uri="{FF2B5EF4-FFF2-40B4-BE49-F238E27FC236}">
                <a16:creationId xmlns:a16="http://schemas.microsoft.com/office/drawing/2014/main" id="{531BBA37-1703-76A9-5EAD-82FC4A09550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1652094" y="602579"/>
            <a:ext cx="914400" cy="914400"/>
          </a:xfrm>
          <a:prstGeom prst="rect">
            <a:avLst/>
          </a:prstGeom>
        </p:spPr>
      </p:pic>
      <p:pic>
        <p:nvPicPr>
          <p:cNvPr id="5" name="Graphique 4" descr="Épée avec un remplissage uni">
            <a:extLst>
              <a:ext uri="{FF2B5EF4-FFF2-40B4-BE49-F238E27FC236}">
                <a16:creationId xmlns:a16="http://schemas.microsoft.com/office/drawing/2014/main" id="{88FF1726-3478-8644-4575-FBB10864A8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6826" y="1668417"/>
            <a:ext cx="914400" cy="914400"/>
          </a:xfrm>
          <a:prstGeom prst="rect">
            <a:avLst/>
          </a:prstGeom>
        </p:spPr>
      </p:pic>
      <p:pic>
        <p:nvPicPr>
          <p:cNvPr id="6" name="Graphique 5" descr="Épée avec un remplissage uni">
            <a:extLst>
              <a:ext uri="{FF2B5EF4-FFF2-40B4-BE49-F238E27FC236}">
                <a16:creationId xmlns:a16="http://schemas.microsoft.com/office/drawing/2014/main" id="{90FD3D1B-876F-12D0-40BE-1AC8CFA3C9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6147332" y="1690992"/>
            <a:ext cx="914400" cy="914400"/>
          </a:xfrm>
          <a:prstGeom prst="rect">
            <a:avLst/>
          </a:prstGeom>
        </p:spPr>
      </p:pic>
      <p:pic>
        <p:nvPicPr>
          <p:cNvPr id="12" name="Graphique 11" descr="Visage en colère avec remplissage uni avec un remplissage uni">
            <a:extLst>
              <a:ext uri="{FF2B5EF4-FFF2-40B4-BE49-F238E27FC236}">
                <a16:creationId xmlns:a16="http://schemas.microsoft.com/office/drawing/2014/main" id="{AC838614-CF64-00DE-AAB8-0A5E802D366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3176" y="1384204"/>
            <a:ext cx="1324431" cy="1324431"/>
          </a:xfrm>
          <a:prstGeom prst="rect">
            <a:avLst/>
          </a:prstGeom>
        </p:spPr>
      </p:pic>
      <p:pic>
        <p:nvPicPr>
          <p:cNvPr id="19" name="Graphique 18" descr="Visage en colère avec remplissage uni avec un remplissage uni">
            <a:extLst>
              <a:ext uri="{FF2B5EF4-FFF2-40B4-BE49-F238E27FC236}">
                <a16:creationId xmlns:a16="http://schemas.microsoft.com/office/drawing/2014/main" id="{3416A60E-DC29-B15F-A0D3-7BF8896BB8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28455" y="1372161"/>
            <a:ext cx="1324431" cy="1324431"/>
          </a:xfrm>
          <a:prstGeom prst="rect">
            <a:avLst/>
          </a:prstGeom>
        </p:spPr>
      </p:pic>
      <p:pic>
        <p:nvPicPr>
          <p:cNvPr id="22" name="Graphique 21" descr="Visage en colère avec remplissage uni avec un remplissage uni">
            <a:extLst>
              <a:ext uri="{FF2B5EF4-FFF2-40B4-BE49-F238E27FC236}">
                <a16:creationId xmlns:a16="http://schemas.microsoft.com/office/drawing/2014/main" id="{A328D95F-3D99-8146-F206-884333346A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691" y="2141009"/>
            <a:ext cx="401570" cy="401570"/>
          </a:xfrm>
          <a:prstGeom prst="rect">
            <a:avLst/>
          </a:prstGeom>
        </p:spPr>
      </p:pic>
      <p:pic>
        <p:nvPicPr>
          <p:cNvPr id="23" name="Graphique 22" descr="Visage en colère avec remplissage uni avec un remplissage uni">
            <a:extLst>
              <a:ext uri="{FF2B5EF4-FFF2-40B4-BE49-F238E27FC236}">
                <a16:creationId xmlns:a16="http://schemas.microsoft.com/office/drawing/2014/main" id="{9785E6E6-1A52-25DC-9F70-C6CF7E1CBC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7795" y="2141009"/>
            <a:ext cx="401570" cy="401570"/>
          </a:xfrm>
          <a:prstGeom prst="rect">
            <a:avLst/>
          </a:prstGeom>
        </p:spPr>
      </p:pic>
      <p:pic>
        <p:nvPicPr>
          <p:cNvPr id="24" name="Graphique 23" descr="Visage en colère avec remplissage uni avec un remplissage uni">
            <a:extLst>
              <a:ext uri="{FF2B5EF4-FFF2-40B4-BE49-F238E27FC236}">
                <a16:creationId xmlns:a16="http://schemas.microsoft.com/office/drawing/2014/main" id="{0B2724DB-BB67-80DE-FE8D-98AF15A4DDF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1606" y="2435335"/>
            <a:ext cx="401570" cy="401570"/>
          </a:xfrm>
          <a:prstGeom prst="rect">
            <a:avLst/>
          </a:prstGeom>
        </p:spPr>
      </p:pic>
      <p:pic>
        <p:nvPicPr>
          <p:cNvPr id="25" name="Graphique 24" descr="Visage en colère avec remplissage uni avec un remplissage uni">
            <a:extLst>
              <a:ext uri="{FF2B5EF4-FFF2-40B4-BE49-F238E27FC236}">
                <a16:creationId xmlns:a16="http://schemas.microsoft.com/office/drawing/2014/main" id="{32C0687F-81C4-BFBE-A6E0-89DCE6DD2BA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5643" y="2701784"/>
            <a:ext cx="401570" cy="401570"/>
          </a:xfrm>
          <a:prstGeom prst="rect">
            <a:avLst/>
          </a:prstGeom>
        </p:spPr>
      </p:pic>
      <p:pic>
        <p:nvPicPr>
          <p:cNvPr id="26" name="Graphique 25" descr="Visage en colère avec remplissage uni avec un remplissage uni">
            <a:extLst>
              <a:ext uri="{FF2B5EF4-FFF2-40B4-BE49-F238E27FC236}">
                <a16:creationId xmlns:a16="http://schemas.microsoft.com/office/drawing/2014/main" id="{F2BDC396-3B0D-5E72-9F1B-B0192536687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410" y="2755406"/>
            <a:ext cx="401570" cy="401570"/>
          </a:xfrm>
          <a:prstGeom prst="rect">
            <a:avLst/>
          </a:prstGeom>
        </p:spPr>
      </p:pic>
      <p:pic>
        <p:nvPicPr>
          <p:cNvPr id="27" name="Graphique 26" descr="Visage en colère avec remplissage uni avec un remplissage uni">
            <a:extLst>
              <a:ext uri="{FF2B5EF4-FFF2-40B4-BE49-F238E27FC236}">
                <a16:creationId xmlns:a16="http://schemas.microsoft.com/office/drawing/2014/main" id="{A05D5B3F-90BB-3AF8-D1EA-1C1A73D174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63" y="1779524"/>
            <a:ext cx="401570" cy="401570"/>
          </a:xfrm>
          <a:prstGeom prst="rect">
            <a:avLst/>
          </a:prstGeom>
        </p:spPr>
      </p:pic>
      <p:grpSp>
        <p:nvGrpSpPr>
          <p:cNvPr id="34" name="Groupe 33">
            <a:extLst>
              <a:ext uri="{FF2B5EF4-FFF2-40B4-BE49-F238E27FC236}">
                <a16:creationId xmlns:a16="http://schemas.microsoft.com/office/drawing/2014/main" id="{98F5D558-231A-90F1-E711-D6090D116D82}"/>
              </a:ext>
            </a:extLst>
          </p:cNvPr>
          <p:cNvGrpSpPr/>
          <p:nvPr/>
        </p:nvGrpSpPr>
        <p:grpSpPr>
          <a:xfrm flipH="1">
            <a:off x="3068279" y="1767099"/>
            <a:ext cx="799399" cy="1377452"/>
            <a:chOff x="3146710" y="1794627"/>
            <a:chExt cx="789398" cy="1377452"/>
          </a:xfrm>
          <a:solidFill>
            <a:schemeClr val="tx1"/>
          </a:solidFill>
        </p:grpSpPr>
        <p:pic>
          <p:nvPicPr>
            <p:cNvPr id="28" name="Graphique 27" descr="Visage en colère avec remplissage uni avec un remplissage uni">
              <a:extLst>
                <a:ext uri="{FF2B5EF4-FFF2-40B4-BE49-F238E27FC236}">
                  <a16:creationId xmlns:a16="http://schemas.microsoft.com/office/drawing/2014/main" id="{F6BA3574-D0F2-FF30-DBB7-F4396AB6B7E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34538" y="2156112"/>
              <a:ext cx="401570" cy="401570"/>
            </a:xfrm>
            <a:prstGeom prst="rect">
              <a:avLst/>
            </a:prstGeom>
          </p:spPr>
        </p:pic>
        <p:pic>
          <p:nvPicPr>
            <p:cNvPr id="29" name="Graphique 28" descr="Visage en colère avec remplissage uni avec un remplissage uni">
              <a:extLst>
                <a:ext uri="{FF2B5EF4-FFF2-40B4-BE49-F238E27FC236}">
                  <a16:creationId xmlns:a16="http://schemas.microsoft.com/office/drawing/2014/main" id="{3EBA7F53-69A2-72E7-2A0F-FE4C1C9F0D8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96642" y="2156112"/>
              <a:ext cx="401570" cy="401570"/>
            </a:xfrm>
            <a:prstGeom prst="rect">
              <a:avLst/>
            </a:prstGeom>
          </p:spPr>
        </p:pic>
        <p:pic>
          <p:nvPicPr>
            <p:cNvPr id="30" name="Graphique 29" descr="Visage en colère avec remplissage uni avec un remplissage uni">
              <a:extLst>
                <a:ext uri="{FF2B5EF4-FFF2-40B4-BE49-F238E27FC236}">
                  <a16:creationId xmlns:a16="http://schemas.microsoft.com/office/drawing/2014/main" id="{36655F0E-FFF4-AD35-AB63-667AB64DA96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380453" y="2450438"/>
              <a:ext cx="401570" cy="401570"/>
            </a:xfrm>
            <a:prstGeom prst="rect">
              <a:avLst/>
            </a:prstGeom>
          </p:spPr>
        </p:pic>
        <p:pic>
          <p:nvPicPr>
            <p:cNvPr id="31" name="Graphique 30" descr="Visage en colère avec remplissage uni avec un remplissage uni">
              <a:extLst>
                <a:ext uri="{FF2B5EF4-FFF2-40B4-BE49-F238E27FC236}">
                  <a16:creationId xmlns:a16="http://schemas.microsoft.com/office/drawing/2014/main" id="{D2D886AD-D1BE-72C6-575A-EEA460704E2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54490" y="2716887"/>
              <a:ext cx="401570" cy="401570"/>
            </a:xfrm>
            <a:prstGeom prst="rect">
              <a:avLst/>
            </a:prstGeom>
          </p:spPr>
        </p:pic>
        <p:pic>
          <p:nvPicPr>
            <p:cNvPr id="32" name="Graphique 31" descr="Visage en colère avec remplissage uni avec un remplissage uni">
              <a:extLst>
                <a:ext uri="{FF2B5EF4-FFF2-40B4-BE49-F238E27FC236}">
                  <a16:creationId xmlns:a16="http://schemas.microsoft.com/office/drawing/2014/main" id="{8EAD32A0-524C-DC29-E4EA-1407CF7ABB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68257" y="2770509"/>
              <a:ext cx="401570" cy="401570"/>
            </a:xfrm>
            <a:prstGeom prst="rect">
              <a:avLst/>
            </a:prstGeom>
          </p:spPr>
        </p:pic>
        <p:pic>
          <p:nvPicPr>
            <p:cNvPr id="33" name="Graphique 32" descr="Visage en colère avec remplissage uni avec un remplissage uni">
              <a:extLst>
                <a:ext uri="{FF2B5EF4-FFF2-40B4-BE49-F238E27FC236}">
                  <a16:creationId xmlns:a16="http://schemas.microsoft.com/office/drawing/2014/main" id="{DC3F2460-1FCA-917C-8E19-A7E56FC975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46710" y="1794627"/>
              <a:ext cx="401570" cy="401570"/>
            </a:xfrm>
            <a:prstGeom prst="rect">
              <a:avLst/>
            </a:prstGeom>
          </p:spPr>
        </p:pic>
      </p:grpSp>
      <p:pic>
        <p:nvPicPr>
          <p:cNvPr id="36" name="Graphique 35" descr="Visage neutre avec remplissage solide avec un remplissage uni">
            <a:extLst>
              <a:ext uri="{FF2B5EF4-FFF2-40B4-BE49-F238E27FC236}">
                <a16:creationId xmlns:a16="http://schemas.microsoft.com/office/drawing/2014/main" id="{146A8B8D-6625-5887-1D18-F349A5845C9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21149" y="1374088"/>
            <a:ext cx="1349264" cy="1349264"/>
          </a:xfrm>
          <a:prstGeom prst="rect">
            <a:avLst/>
          </a:prstGeom>
        </p:spPr>
      </p:pic>
      <p:pic>
        <p:nvPicPr>
          <p:cNvPr id="37" name="Graphique 36" descr="Visage neutre avec remplissage solide avec un remplissage uni">
            <a:extLst>
              <a:ext uri="{FF2B5EF4-FFF2-40B4-BE49-F238E27FC236}">
                <a16:creationId xmlns:a16="http://schemas.microsoft.com/office/drawing/2014/main" id="{EC3542B8-7A72-A4BF-32AA-4CD04A443CB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6572" y="1393717"/>
            <a:ext cx="1349264" cy="1349264"/>
          </a:xfrm>
          <a:prstGeom prst="rect">
            <a:avLst/>
          </a:prstGeom>
        </p:spPr>
      </p:pic>
      <p:pic>
        <p:nvPicPr>
          <p:cNvPr id="38" name="Graphique 37" descr="Visage neutre avec remplissage solide avec un remplissage uni">
            <a:extLst>
              <a:ext uri="{FF2B5EF4-FFF2-40B4-BE49-F238E27FC236}">
                <a16:creationId xmlns:a16="http://schemas.microsoft.com/office/drawing/2014/main" id="{BDB0AED7-B16E-234A-2CA4-69DB4E00A18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41332" y="2676358"/>
            <a:ext cx="321094" cy="321094"/>
          </a:xfrm>
          <a:prstGeom prst="rect">
            <a:avLst/>
          </a:prstGeom>
        </p:spPr>
      </p:pic>
      <p:pic>
        <p:nvPicPr>
          <p:cNvPr id="39" name="Graphique 38" descr="Visage neutre avec remplissage solide avec un remplissage uni">
            <a:extLst>
              <a:ext uri="{FF2B5EF4-FFF2-40B4-BE49-F238E27FC236}">
                <a16:creationId xmlns:a16="http://schemas.microsoft.com/office/drawing/2014/main" id="{F3BB79FF-2232-D7F8-C357-0EE849D4DC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63470" y="2663933"/>
            <a:ext cx="321094" cy="321094"/>
          </a:xfrm>
          <a:prstGeom prst="rect">
            <a:avLst/>
          </a:prstGeom>
        </p:spPr>
      </p:pic>
      <p:pic>
        <p:nvPicPr>
          <p:cNvPr id="40" name="Graphique 39" descr="Visage neutre avec remplissage solide avec un remplissage uni">
            <a:extLst>
              <a:ext uri="{FF2B5EF4-FFF2-40B4-BE49-F238E27FC236}">
                <a16:creationId xmlns:a16="http://schemas.microsoft.com/office/drawing/2014/main" id="{CBA105DA-A573-8238-90EA-FB5858DC0C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860732" y="2676358"/>
            <a:ext cx="321094" cy="321094"/>
          </a:xfrm>
          <a:prstGeom prst="rect">
            <a:avLst/>
          </a:prstGeom>
        </p:spPr>
      </p:pic>
      <p:pic>
        <p:nvPicPr>
          <p:cNvPr id="41" name="Graphique 40" descr="Visage neutre avec remplissage solide avec un remplissage uni">
            <a:extLst>
              <a:ext uri="{FF2B5EF4-FFF2-40B4-BE49-F238E27FC236}">
                <a16:creationId xmlns:a16="http://schemas.microsoft.com/office/drawing/2014/main" id="{6849F061-83B1-7030-F8FB-76E70A302BD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178148" y="2663933"/>
            <a:ext cx="321094" cy="321094"/>
          </a:xfrm>
          <a:prstGeom prst="rect">
            <a:avLst/>
          </a:prstGeom>
        </p:spPr>
      </p:pic>
      <p:pic>
        <p:nvPicPr>
          <p:cNvPr id="42" name="Graphique 41" descr="Visage neutre avec remplissage solide avec un remplissage uni">
            <a:extLst>
              <a:ext uri="{FF2B5EF4-FFF2-40B4-BE49-F238E27FC236}">
                <a16:creationId xmlns:a16="http://schemas.microsoft.com/office/drawing/2014/main" id="{F31E5908-2079-08CC-83F6-119997C5BC7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02923" y="2902232"/>
            <a:ext cx="321094" cy="321094"/>
          </a:xfrm>
          <a:prstGeom prst="rect">
            <a:avLst/>
          </a:prstGeom>
        </p:spPr>
      </p:pic>
      <p:pic>
        <p:nvPicPr>
          <p:cNvPr id="43" name="Graphique 42" descr="Visage neutre avec remplissage solide avec un remplissage uni">
            <a:extLst>
              <a:ext uri="{FF2B5EF4-FFF2-40B4-BE49-F238E27FC236}">
                <a16:creationId xmlns:a16="http://schemas.microsoft.com/office/drawing/2014/main" id="{36CD6A5E-0343-2473-6A99-D6000E37B2D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95463" y="2918021"/>
            <a:ext cx="321094" cy="321094"/>
          </a:xfrm>
          <a:prstGeom prst="rect">
            <a:avLst/>
          </a:prstGeom>
        </p:spPr>
      </p:pic>
      <p:pic>
        <p:nvPicPr>
          <p:cNvPr id="44" name="Graphique 43" descr="Visage neutre avec remplissage solide avec un remplissage uni">
            <a:extLst>
              <a:ext uri="{FF2B5EF4-FFF2-40B4-BE49-F238E27FC236}">
                <a16:creationId xmlns:a16="http://schemas.microsoft.com/office/drawing/2014/main" id="{3FDF34CF-EC23-B0C8-3437-6482D1BE050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28312" y="2902232"/>
            <a:ext cx="321094" cy="321094"/>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580C2169-4624-19EF-E6D9-D635F14715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69977" y="2647734"/>
            <a:ext cx="321094" cy="321094"/>
          </a:xfrm>
          <a:prstGeom prst="rect">
            <a:avLst/>
          </a:prstGeom>
        </p:spPr>
      </p:pic>
      <p:pic>
        <p:nvPicPr>
          <p:cNvPr id="46" name="Graphique 45" descr="Visage neutre avec remplissage solide avec un remplissage uni">
            <a:extLst>
              <a:ext uri="{FF2B5EF4-FFF2-40B4-BE49-F238E27FC236}">
                <a16:creationId xmlns:a16="http://schemas.microsoft.com/office/drawing/2014/main" id="{63DBA64D-D977-8E0F-8CD9-78B851755B5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2115" y="2635309"/>
            <a:ext cx="321094" cy="321094"/>
          </a:xfrm>
          <a:prstGeom prst="rect">
            <a:avLst/>
          </a:prstGeom>
        </p:spPr>
      </p:pic>
      <p:pic>
        <p:nvPicPr>
          <p:cNvPr id="47" name="Graphique 46" descr="Visage neutre avec remplissage solide avec un remplissage uni">
            <a:extLst>
              <a:ext uri="{FF2B5EF4-FFF2-40B4-BE49-F238E27FC236}">
                <a16:creationId xmlns:a16="http://schemas.microsoft.com/office/drawing/2014/main" id="{8B3FA4E1-FED5-F2EB-3488-BD1C3A91B4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89377" y="2647734"/>
            <a:ext cx="321094" cy="321094"/>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B38CB8C0-8DF9-52F5-D517-C47AACE8ECD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06793" y="2635309"/>
            <a:ext cx="321094" cy="321094"/>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0A754A71-6D1D-AB6C-6287-F66FB5E44D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31568" y="2873608"/>
            <a:ext cx="321094" cy="321094"/>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5157D636-9CB8-04B7-28A2-D393501B6C3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24108" y="2889397"/>
            <a:ext cx="321094" cy="321094"/>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C8C12290-E603-FCCB-21DE-559C70739B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56957" y="2873608"/>
            <a:ext cx="321094" cy="321094"/>
          </a:xfrm>
          <a:prstGeom prst="rect">
            <a:avLst/>
          </a:prstGeom>
        </p:spPr>
      </p:pic>
      <p:pic>
        <p:nvPicPr>
          <p:cNvPr id="53" name="Graphique 52" descr="Visage sans expression avec remplissage uni avec un remplissage uni">
            <a:extLst>
              <a:ext uri="{FF2B5EF4-FFF2-40B4-BE49-F238E27FC236}">
                <a16:creationId xmlns:a16="http://schemas.microsoft.com/office/drawing/2014/main" id="{796D2EC7-FBFD-9448-4ACD-9E81C84E89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51939" y="1374503"/>
            <a:ext cx="1349263" cy="1349263"/>
          </a:xfrm>
          <a:prstGeom prst="rect">
            <a:avLst/>
          </a:prstGeom>
        </p:spPr>
      </p:pic>
      <p:pic>
        <p:nvPicPr>
          <p:cNvPr id="54" name="Graphique 53" descr="Épée avec un remplissage uni">
            <a:extLst>
              <a:ext uri="{FF2B5EF4-FFF2-40B4-BE49-F238E27FC236}">
                <a16:creationId xmlns:a16="http://schemas.microsoft.com/office/drawing/2014/main" id="{627D2181-A900-4BBD-093B-D2AD4B1B6E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0322451">
            <a:off x="8323338" y="2183673"/>
            <a:ext cx="914400" cy="914400"/>
          </a:xfrm>
          <a:prstGeom prst="rect">
            <a:avLst/>
          </a:prstGeom>
        </p:spPr>
      </p:pic>
      <p:pic>
        <p:nvPicPr>
          <p:cNvPr id="55" name="Graphique 54" descr="Visage sans expression avec remplissage uni avec un remplissage uni">
            <a:extLst>
              <a:ext uri="{FF2B5EF4-FFF2-40B4-BE49-F238E27FC236}">
                <a16:creationId xmlns:a16="http://schemas.microsoft.com/office/drawing/2014/main" id="{796C9F4A-0153-14B2-19E8-7F7AB94ECD3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558906" y="1368640"/>
            <a:ext cx="1349263" cy="1349263"/>
          </a:xfrm>
          <a:prstGeom prst="rect">
            <a:avLst/>
          </a:prstGeom>
        </p:spPr>
      </p:pic>
      <p:pic>
        <p:nvPicPr>
          <p:cNvPr id="56" name="Graphique 55" descr="Épée avec un remplissage uni">
            <a:extLst>
              <a:ext uri="{FF2B5EF4-FFF2-40B4-BE49-F238E27FC236}">
                <a16:creationId xmlns:a16="http://schemas.microsoft.com/office/drawing/2014/main" id="{BA754ED5-15FB-D34A-ABC7-9121FDCC5E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1510762" flipH="1">
            <a:off x="11027561" y="2183674"/>
            <a:ext cx="914400" cy="914400"/>
          </a:xfrm>
          <a:prstGeom prst="rect">
            <a:avLst/>
          </a:prstGeom>
        </p:spPr>
      </p:pic>
      <p:pic>
        <p:nvPicPr>
          <p:cNvPr id="57" name="Graphique 56" descr="Visage sans expression avec remplissage uni avec un remplissage uni">
            <a:extLst>
              <a:ext uri="{FF2B5EF4-FFF2-40B4-BE49-F238E27FC236}">
                <a16:creationId xmlns:a16="http://schemas.microsoft.com/office/drawing/2014/main" id="{1BBCBB74-F4C5-C2A1-0DF3-6ED55945445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743453" y="2783753"/>
            <a:ext cx="326674" cy="326674"/>
          </a:xfrm>
          <a:prstGeom prst="rect">
            <a:avLst/>
          </a:prstGeom>
        </p:spPr>
      </p:pic>
      <p:pic>
        <p:nvPicPr>
          <p:cNvPr id="58" name="Graphique 57" descr="Visage sans expression avec remplissage uni avec un remplissage uni">
            <a:extLst>
              <a:ext uri="{FF2B5EF4-FFF2-40B4-BE49-F238E27FC236}">
                <a16:creationId xmlns:a16="http://schemas.microsoft.com/office/drawing/2014/main" id="{8F516574-AA01-631B-FB84-DE432C6E40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20047" y="2783753"/>
            <a:ext cx="326674" cy="326674"/>
          </a:xfrm>
          <a:prstGeom prst="rect">
            <a:avLst/>
          </a:prstGeom>
        </p:spPr>
      </p:pic>
      <p:pic>
        <p:nvPicPr>
          <p:cNvPr id="59" name="Graphique 58" descr="Visage sans expression avec remplissage uni avec un remplissage uni">
            <a:extLst>
              <a:ext uri="{FF2B5EF4-FFF2-40B4-BE49-F238E27FC236}">
                <a16:creationId xmlns:a16="http://schemas.microsoft.com/office/drawing/2014/main" id="{4434E0A0-4482-B48E-381D-4B58EBE57F8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98681" y="2783753"/>
            <a:ext cx="326674" cy="326674"/>
          </a:xfrm>
          <a:prstGeom prst="rect">
            <a:avLst/>
          </a:prstGeom>
        </p:spPr>
      </p:pic>
      <p:pic>
        <p:nvPicPr>
          <p:cNvPr id="60" name="Graphique 59" descr="Visage sans expression avec remplissage uni avec un remplissage uni">
            <a:extLst>
              <a:ext uri="{FF2B5EF4-FFF2-40B4-BE49-F238E27FC236}">
                <a16:creationId xmlns:a16="http://schemas.microsoft.com/office/drawing/2014/main" id="{BA51CD01-F010-671D-573C-4BBC3DD995E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692304" y="2783753"/>
            <a:ext cx="326674" cy="326674"/>
          </a:xfrm>
          <a:prstGeom prst="rect">
            <a:avLst/>
          </a:prstGeom>
        </p:spPr>
      </p:pic>
      <p:pic>
        <p:nvPicPr>
          <p:cNvPr id="61" name="Graphique 60" descr="Visage sans expression avec remplissage uni avec un remplissage uni">
            <a:extLst>
              <a:ext uri="{FF2B5EF4-FFF2-40B4-BE49-F238E27FC236}">
                <a16:creationId xmlns:a16="http://schemas.microsoft.com/office/drawing/2014/main" id="{37A7BCDB-D4AE-D932-6EB2-89A5DDC7181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968898" y="2783753"/>
            <a:ext cx="326674" cy="326674"/>
          </a:xfrm>
          <a:prstGeom prst="rect">
            <a:avLst/>
          </a:prstGeom>
        </p:spPr>
      </p:pic>
      <p:pic>
        <p:nvPicPr>
          <p:cNvPr id="62" name="Graphique 61" descr="Visage sans expression avec remplissage uni avec un remplissage uni">
            <a:extLst>
              <a:ext uri="{FF2B5EF4-FFF2-40B4-BE49-F238E27FC236}">
                <a16:creationId xmlns:a16="http://schemas.microsoft.com/office/drawing/2014/main" id="{E372D5C4-F780-048E-468C-0E895540AE9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47532" y="2783753"/>
            <a:ext cx="326674" cy="326674"/>
          </a:xfrm>
          <a:prstGeom prst="rect">
            <a:avLst/>
          </a:prstGeom>
        </p:spPr>
      </p:pic>
      <p:pic>
        <p:nvPicPr>
          <p:cNvPr id="67" name="Graphique 66" descr="Souriant avec un visage et des cœurs avec remplissage uni avec un remplissage uni">
            <a:extLst>
              <a:ext uri="{FF2B5EF4-FFF2-40B4-BE49-F238E27FC236}">
                <a16:creationId xmlns:a16="http://schemas.microsoft.com/office/drawing/2014/main" id="{1FE157F5-A66E-7252-5208-625E2FA271C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92815" y="4622337"/>
            <a:ext cx="1319734" cy="1319734"/>
          </a:xfrm>
          <a:prstGeom prst="rect">
            <a:avLst/>
          </a:prstGeom>
        </p:spPr>
      </p:pic>
      <p:pic>
        <p:nvPicPr>
          <p:cNvPr id="68" name="Graphique 67" descr="Souriant avec un visage et des cœurs avec remplissage uni avec un remplissage uni">
            <a:extLst>
              <a:ext uri="{FF2B5EF4-FFF2-40B4-BE49-F238E27FC236}">
                <a16:creationId xmlns:a16="http://schemas.microsoft.com/office/drawing/2014/main" id="{A919CC6D-A1AC-C8C7-BAF8-DFEE8C5148C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858532" y="4622337"/>
            <a:ext cx="1319734" cy="1319734"/>
          </a:xfrm>
          <a:prstGeom prst="rect">
            <a:avLst/>
          </a:prstGeom>
        </p:spPr>
      </p:pic>
      <p:pic>
        <p:nvPicPr>
          <p:cNvPr id="69" name="Graphique 68" descr="Souriant avec un visage et des cœurs avec remplissage uni avec un remplissage uni">
            <a:extLst>
              <a:ext uri="{FF2B5EF4-FFF2-40B4-BE49-F238E27FC236}">
                <a16:creationId xmlns:a16="http://schemas.microsoft.com/office/drawing/2014/main" id="{EAA02171-87AB-B2DE-B41D-9FB8EF5E44C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95669" y="5167639"/>
            <a:ext cx="364131" cy="364131"/>
          </a:xfrm>
          <a:prstGeom prst="rect">
            <a:avLst/>
          </a:prstGeom>
        </p:spPr>
      </p:pic>
      <p:pic>
        <p:nvPicPr>
          <p:cNvPr id="70" name="Graphique 69" descr="Souriant avec un visage et des cœurs avec remplissage uni avec un remplissage uni">
            <a:extLst>
              <a:ext uri="{FF2B5EF4-FFF2-40B4-BE49-F238E27FC236}">
                <a16:creationId xmlns:a16="http://schemas.microsoft.com/office/drawing/2014/main" id="{D28AB815-1BF4-4BBF-E3B5-ADE5C2A9E27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65291" y="5432895"/>
            <a:ext cx="364131" cy="364131"/>
          </a:xfrm>
          <a:prstGeom prst="rect">
            <a:avLst/>
          </a:prstGeom>
        </p:spPr>
      </p:pic>
      <p:pic>
        <p:nvPicPr>
          <p:cNvPr id="71" name="Graphique 70" descr="Souriant avec un visage et des cœurs avec remplissage uni avec un remplissage uni">
            <a:extLst>
              <a:ext uri="{FF2B5EF4-FFF2-40B4-BE49-F238E27FC236}">
                <a16:creationId xmlns:a16="http://schemas.microsoft.com/office/drawing/2014/main" id="{A56A3D29-EE98-4B61-9299-64FA271BCB7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61020" y="5482333"/>
            <a:ext cx="364131" cy="364131"/>
          </a:xfrm>
          <a:prstGeom prst="rect">
            <a:avLst/>
          </a:prstGeom>
        </p:spPr>
      </p:pic>
      <p:pic>
        <p:nvPicPr>
          <p:cNvPr id="72" name="Graphique 71" descr="Souriant avec un visage et des cœurs avec remplissage uni avec un remplissage uni">
            <a:extLst>
              <a:ext uri="{FF2B5EF4-FFF2-40B4-BE49-F238E27FC236}">
                <a16:creationId xmlns:a16="http://schemas.microsoft.com/office/drawing/2014/main" id="{844045CD-9AC7-C0AE-8435-EAD12C81973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244305" y="5769688"/>
            <a:ext cx="364131" cy="364131"/>
          </a:xfrm>
          <a:prstGeom prst="rect">
            <a:avLst/>
          </a:prstGeom>
        </p:spPr>
      </p:pic>
      <p:pic>
        <p:nvPicPr>
          <p:cNvPr id="73" name="Graphique 72" descr="Souriant avec un visage et des cœurs avec remplissage uni avec un remplissage uni">
            <a:extLst>
              <a:ext uri="{FF2B5EF4-FFF2-40B4-BE49-F238E27FC236}">
                <a16:creationId xmlns:a16="http://schemas.microsoft.com/office/drawing/2014/main" id="{FAA6665E-0719-CD8F-356D-7AC967FDBF3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04558" y="6071006"/>
            <a:ext cx="364131" cy="364131"/>
          </a:xfrm>
          <a:prstGeom prst="rect">
            <a:avLst/>
          </a:prstGeom>
        </p:spPr>
      </p:pic>
      <p:pic>
        <p:nvPicPr>
          <p:cNvPr id="74" name="Graphique 73" descr="Souriant avec un visage et des cœurs avec remplissage uni avec un remplissage uni">
            <a:extLst>
              <a:ext uri="{FF2B5EF4-FFF2-40B4-BE49-F238E27FC236}">
                <a16:creationId xmlns:a16="http://schemas.microsoft.com/office/drawing/2014/main" id="{385499EA-6599-9E5E-82D5-61C17A502A8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46188" y="6011803"/>
            <a:ext cx="364131" cy="364131"/>
          </a:xfrm>
          <a:prstGeom prst="rect">
            <a:avLst/>
          </a:prstGeom>
        </p:spPr>
      </p:pic>
      <p:pic>
        <p:nvPicPr>
          <p:cNvPr id="75" name="Graphique 74" descr="Souriant avec un visage et des cœurs avec remplissage uni avec un remplissage uni">
            <a:extLst>
              <a:ext uri="{FF2B5EF4-FFF2-40B4-BE49-F238E27FC236}">
                <a16:creationId xmlns:a16="http://schemas.microsoft.com/office/drawing/2014/main" id="{281C13D6-88B4-28CE-616B-96FF05571A7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7307" y="5138750"/>
            <a:ext cx="364131" cy="364131"/>
          </a:xfrm>
          <a:prstGeom prst="rect">
            <a:avLst/>
          </a:prstGeom>
        </p:spPr>
      </p:pic>
      <p:pic>
        <p:nvPicPr>
          <p:cNvPr id="76" name="Graphique 75" descr="Souriant avec un visage et des cœurs avec remplissage uni avec un remplissage uni">
            <a:extLst>
              <a:ext uri="{FF2B5EF4-FFF2-40B4-BE49-F238E27FC236}">
                <a16:creationId xmlns:a16="http://schemas.microsoft.com/office/drawing/2014/main" id="{B6DFB3CE-5F21-5A6B-4FB8-D49743A5589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75642" y="5447059"/>
            <a:ext cx="364131" cy="364131"/>
          </a:xfrm>
          <a:prstGeom prst="rect">
            <a:avLst/>
          </a:prstGeom>
        </p:spPr>
      </p:pic>
      <p:pic>
        <p:nvPicPr>
          <p:cNvPr id="77" name="Graphique 76" descr="Souriant avec un visage et des cœurs avec remplissage uni avec un remplissage uni">
            <a:extLst>
              <a:ext uri="{FF2B5EF4-FFF2-40B4-BE49-F238E27FC236}">
                <a16:creationId xmlns:a16="http://schemas.microsoft.com/office/drawing/2014/main" id="{B97DBBF9-029A-AF25-DC8F-AB9ADFF0AC6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7863" y="5447059"/>
            <a:ext cx="364131" cy="364131"/>
          </a:xfrm>
          <a:prstGeom prst="rect">
            <a:avLst/>
          </a:prstGeom>
        </p:spPr>
      </p:pic>
      <p:pic>
        <p:nvPicPr>
          <p:cNvPr id="78" name="Graphique 77" descr="Souriant avec un visage et des cœurs avec remplissage uni avec un remplissage uni">
            <a:extLst>
              <a:ext uri="{FF2B5EF4-FFF2-40B4-BE49-F238E27FC236}">
                <a16:creationId xmlns:a16="http://schemas.microsoft.com/office/drawing/2014/main" id="{05FAD7EE-09B2-53F5-4EE7-7BCB07E0375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33939" y="5755368"/>
            <a:ext cx="364131" cy="364131"/>
          </a:xfrm>
          <a:prstGeom prst="rect">
            <a:avLst/>
          </a:prstGeom>
        </p:spPr>
      </p:pic>
      <p:pic>
        <p:nvPicPr>
          <p:cNvPr id="79" name="Graphique 78" descr="Souriant avec un visage et des cœurs avec remplissage uni avec un remplissage uni">
            <a:extLst>
              <a:ext uri="{FF2B5EF4-FFF2-40B4-BE49-F238E27FC236}">
                <a16:creationId xmlns:a16="http://schemas.microsoft.com/office/drawing/2014/main" id="{D01CC11D-7451-25E4-4F8A-F7A854B5F7E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18559" y="6041510"/>
            <a:ext cx="364131" cy="364131"/>
          </a:xfrm>
          <a:prstGeom prst="rect">
            <a:avLst/>
          </a:prstGeom>
        </p:spPr>
      </p:pic>
      <p:pic>
        <p:nvPicPr>
          <p:cNvPr id="80" name="Graphique 79" descr="Souriant avec un visage et des cœurs avec remplissage uni avec un remplissage uni">
            <a:extLst>
              <a:ext uri="{FF2B5EF4-FFF2-40B4-BE49-F238E27FC236}">
                <a16:creationId xmlns:a16="http://schemas.microsoft.com/office/drawing/2014/main" id="{A83292CF-1158-34F7-17C0-5E8FD4E5C2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7862" y="6119499"/>
            <a:ext cx="364131" cy="364131"/>
          </a:xfrm>
          <a:prstGeom prst="rect">
            <a:avLst/>
          </a:prstGeom>
        </p:spPr>
      </p:pic>
      <p:pic>
        <p:nvPicPr>
          <p:cNvPr id="7" name="Graphique 6" descr="Visage souriant à remplissage solide avec un remplissage uni">
            <a:extLst>
              <a:ext uri="{FF2B5EF4-FFF2-40B4-BE49-F238E27FC236}">
                <a16:creationId xmlns:a16="http://schemas.microsoft.com/office/drawing/2014/main" id="{073A1434-D01D-1D80-2376-371122687BE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231008" y="4654915"/>
            <a:ext cx="1319734" cy="1319734"/>
          </a:xfrm>
          <a:prstGeom prst="rect">
            <a:avLst/>
          </a:prstGeom>
        </p:spPr>
      </p:pic>
      <p:pic>
        <p:nvPicPr>
          <p:cNvPr id="11" name="Graphique 10" descr="Visage faisant un clin d’œil à remplissage solide avec un remplissage uni">
            <a:extLst>
              <a:ext uri="{FF2B5EF4-FFF2-40B4-BE49-F238E27FC236}">
                <a16:creationId xmlns:a16="http://schemas.microsoft.com/office/drawing/2014/main" id="{59C66B85-5486-B4CD-37DA-740587A0EF8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466703" y="4538483"/>
            <a:ext cx="1319733" cy="1319733"/>
          </a:xfrm>
          <a:prstGeom prst="rect">
            <a:avLst/>
          </a:prstGeom>
        </p:spPr>
      </p:pic>
      <p:pic>
        <p:nvPicPr>
          <p:cNvPr id="13" name="Graphique 12" descr="Visage souriant à remplissage solide avec un remplissage uni">
            <a:extLst>
              <a:ext uri="{FF2B5EF4-FFF2-40B4-BE49-F238E27FC236}">
                <a16:creationId xmlns:a16="http://schemas.microsoft.com/office/drawing/2014/main" id="{1E6698F6-C192-A625-A217-B7D7B74B37C6}"/>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29510" y="4654915"/>
            <a:ext cx="1319734" cy="1319734"/>
          </a:xfrm>
          <a:prstGeom prst="rect">
            <a:avLst/>
          </a:prstGeom>
        </p:spPr>
      </p:pic>
      <p:pic>
        <p:nvPicPr>
          <p:cNvPr id="16" name="Graphique 15" descr="Visage faisant un clin d’œil à remplissage solide avec un remplissage uni">
            <a:extLst>
              <a:ext uri="{FF2B5EF4-FFF2-40B4-BE49-F238E27FC236}">
                <a16:creationId xmlns:a16="http://schemas.microsoft.com/office/drawing/2014/main" id="{FC16DB1F-0E8A-2BD7-9242-A00C7DE65B5A}"/>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573670" y="4520542"/>
            <a:ext cx="1319733" cy="1319733"/>
          </a:xfrm>
          <a:prstGeom prst="rect">
            <a:avLst/>
          </a:prstGeom>
        </p:spPr>
      </p:pic>
      <p:pic>
        <p:nvPicPr>
          <p:cNvPr id="63" name="Graphique 62" descr="Visage faisant un clin d’œil à remplissage solide avec un remplissage uni">
            <a:extLst>
              <a:ext uri="{FF2B5EF4-FFF2-40B4-BE49-F238E27FC236}">
                <a16:creationId xmlns:a16="http://schemas.microsoft.com/office/drawing/2014/main" id="{CE11D16E-E97D-BB1F-7D8B-B563B01765F8}"/>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965488" y="5871838"/>
            <a:ext cx="381233" cy="381233"/>
          </a:xfrm>
          <a:prstGeom prst="rect">
            <a:avLst/>
          </a:prstGeom>
        </p:spPr>
      </p:pic>
      <p:pic>
        <p:nvPicPr>
          <p:cNvPr id="66" name="Graphique 65" descr="Visage faisant un clin d’œil à remplissage solide avec un remplissage uni">
            <a:extLst>
              <a:ext uri="{FF2B5EF4-FFF2-40B4-BE49-F238E27FC236}">
                <a16:creationId xmlns:a16="http://schemas.microsoft.com/office/drawing/2014/main" id="{AB6C87FB-AA98-383D-0ACC-A42BC093094C}"/>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262282" y="5857862"/>
            <a:ext cx="381233" cy="381233"/>
          </a:xfrm>
          <a:prstGeom prst="rect">
            <a:avLst/>
          </a:prstGeom>
        </p:spPr>
      </p:pic>
      <p:pic>
        <p:nvPicPr>
          <p:cNvPr id="81" name="Graphique 80" descr="Visage faisant un clin d’œil à remplissage solide avec un remplissage uni">
            <a:extLst>
              <a:ext uri="{FF2B5EF4-FFF2-40B4-BE49-F238E27FC236}">
                <a16:creationId xmlns:a16="http://schemas.microsoft.com/office/drawing/2014/main" id="{B11F1056-86E5-6242-3184-CF5AB5B66A3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561460" y="5857862"/>
            <a:ext cx="381233" cy="381233"/>
          </a:xfrm>
          <a:prstGeom prst="rect">
            <a:avLst/>
          </a:prstGeom>
        </p:spPr>
      </p:pic>
      <p:pic>
        <p:nvPicPr>
          <p:cNvPr id="82" name="Graphique 81" descr="Visage faisant un clin d’œil à remplissage solide avec un remplissage uni">
            <a:extLst>
              <a:ext uri="{FF2B5EF4-FFF2-40B4-BE49-F238E27FC236}">
                <a16:creationId xmlns:a16="http://schemas.microsoft.com/office/drawing/2014/main" id="{9107EC81-BF5A-E5A8-DCC2-94739CB9DC00}"/>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486112" y="5825494"/>
            <a:ext cx="381233" cy="381233"/>
          </a:xfrm>
          <a:prstGeom prst="rect">
            <a:avLst/>
          </a:prstGeom>
        </p:spPr>
      </p:pic>
      <p:pic>
        <p:nvPicPr>
          <p:cNvPr id="83" name="Graphique 82" descr="Visage faisant un clin d’œil à remplissage solide avec un remplissage uni">
            <a:extLst>
              <a:ext uri="{FF2B5EF4-FFF2-40B4-BE49-F238E27FC236}">
                <a16:creationId xmlns:a16="http://schemas.microsoft.com/office/drawing/2014/main" id="{9C513349-4303-8D44-FBBF-2B5A1DC0F1F1}"/>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785904" y="5820227"/>
            <a:ext cx="381233" cy="381233"/>
          </a:xfrm>
          <a:prstGeom prst="rect">
            <a:avLst/>
          </a:prstGeom>
        </p:spPr>
      </p:pic>
      <p:pic>
        <p:nvPicPr>
          <p:cNvPr id="84" name="Graphique 83" descr="Visage faisant un clin d’œil à remplissage solide avec un remplissage uni">
            <a:extLst>
              <a:ext uri="{FF2B5EF4-FFF2-40B4-BE49-F238E27FC236}">
                <a16:creationId xmlns:a16="http://schemas.microsoft.com/office/drawing/2014/main" id="{4400CFE6-BF31-9097-3B02-5A6741169DEF}"/>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085082" y="5820227"/>
            <a:ext cx="381233" cy="381233"/>
          </a:xfrm>
          <a:prstGeom prst="rect">
            <a:avLst/>
          </a:prstGeom>
        </p:spPr>
      </p:pic>
      <p:pic>
        <p:nvPicPr>
          <p:cNvPr id="86" name="Graphique 85" descr="Visage souriant à remplissage solide avec un remplissage uni">
            <a:extLst>
              <a:ext uri="{FF2B5EF4-FFF2-40B4-BE49-F238E27FC236}">
                <a16:creationId xmlns:a16="http://schemas.microsoft.com/office/drawing/2014/main" id="{33C7B92F-7C30-E5E2-8524-ABC4117088F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268261" y="5920476"/>
            <a:ext cx="332595" cy="332595"/>
          </a:xfrm>
          <a:prstGeom prst="rect">
            <a:avLst/>
          </a:prstGeom>
        </p:spPr>
      </p:pic>
      <p:pic>
        <p:nvPicPr>
          <p:cNvPr id="87" name="Graphique 86" descr="Visage souriant à remplissage solide avec un remplissage uni">
            <a:extLst>
              <a:ext uri="{FF2B5EF4-FFF2-40B4-BE49-F238E27FC236}">
                <a16:creationId xmlns:a16="http://schemas.microsoft.com/office/drawing/2014/main" id="{F23979FA-C1DA-E15D-C22C-FA07AEA4D70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539606" y="5920476"/>
            <a:ext cx="332595" cy="332595"/>
          </a:xfrm>
          <a:prstGeom prst="rect">
            <a:avLst/>
          </a:prstGeom>
        </p:spPr>
      </p:pic>
      <p:pic>
        <p:nvPicPr>
          <p:cNvPr id="88" name="Graphique 87" descr="Visage souriant à remplissage solide avec un remplissage uni">
            <a:extLst>
              <a:ext uri="{FF2B5EF4-FFF2-40B4-BE49-F238E27FC236}">
                <a16:creationId xmlns:a16="http://schemas.microsoft.com/office/drawing/2014/main" id="{B65C711D-D841-A87C-F655-40F6C612EF4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07644" y="5912367"/>
            <a:ext cx="332595" cy="332595"/>
          </a:xfrm>
          <a:prstGeom prst="rect">
            <a:avLst/>
          </a:prstGeom>
        </p:spPr>
      </p:pic>
      <p:pic>
        <p:nvPicPr>
          <p:cNvPr id="89" name="Graphique 88" descr="Visage souriant à remplissage solide avec un remplissage uni">
            <a:extLst>
              <a:ext uri="{FF2B5EF4-FFF2-40B4-BE49-F238E27FC236}">
                <a16:creationId xmlns:a16="http://schemas.microsoft.com/office/drawing/2014/main" id="{5946B352-D90C-B36C-9C55-2DD8297ABB95}"/>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089005" y="5912366"/>
            <a:ext cx="332595" cy="332595"/>
          </a:xfrm>
          <a:prstGeom prst="rect">
            <a:avLst/>
          </a:prstGeom>
        </p:spPr>
      </p:pic>
      <p:pic>
        <p:nvPicPr>
          <p:cNvPr id="90" name="Graphique 89" descr="Visage souriant à remplissage solide avec un remplissage uni">
            <a:extLst>
              <a:ext uri="{FF2B5EF4-FFF2-40B4-BE49-F238E27FC236}">
                <a16:creationId xmlns:a16="http://schemas.microsoft.com/office/drawing/2014/main" id="{749A56E8-5A2D-5C7F-0703-ED8247AE91B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410464" y="6180314"/>
            <a:ext cx="332595" cy="332595"/>
          </a:xfrm>
          <a:prstGeom prst="rect">
            <a:avLst/>
          </a:prstGeom>
        </p:spPr>
      </p:pic>
      <p:pic>
        <p:nvPicPr>
          <p:cNvPr id="91" name="Graphique 90" descr="Visage souriant à remplissage solide avec un remplissage uni">
            <a:extLst>
              <a:ext uri="{FF2B5EF4-FFF2-40B4-BE49-F238E27FC236}">
                <a16:creationId xmlns:a16="http://schemas.microsoft.com/office/drawing/2014/main" id="{7FFAD1D9-9CCD-6D08-5B32-BC71243D838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688684" y="6166304"/>
            <a:ext cx="332595" cy="332595"/>
          </a:xfrm>
          <a:prstGeom prst="rect">
            <a:avLst/>
          </a:prstGeom>
        </p:spPr>
      </p:pic>
      <p:pic>
        <p:nvPicPr>
          <p:cNvPr id="92" name="Graphique 91" descr="Visage souriant à remplissage solide avec un remplissage uni">
            <a:extLst>
              <a:ext uri="{FF2B5EF4-FFF2-40B4-BE49-F238E27FC236}">
                <a16:creationId xmlns:a16="http://schemas.microsoft.com/office/drawing/2014/main" id="{1A4D22A0-BECA-5C5F-046D-72BA54C3F43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960796" y="6166304"/>
            <a:ext cx="332595" cy="332595"/>
          </a:xfrm>
          <a:prstGeom prst="rect">
            <a:avLst/>
          </a:prstGeom>
        </p:spPr>
      </p:pic>
      <p:pic>
        <p:nvPicPr>
          <p:cNvPr id="93" name="Graphique 92" descr="Visage souriant à remplissage solide avec un remplissage uni">
            <a:extLst>
              <a:ext uri="{FF2B5EF4-FFF2-40B4-BE49-F238E27FC236}">
                <a16:creationId xmlns:a16="http://schemas.microsoft.com/office/drawing/2014/main" id="{DA92BED4-29EF-9B8C-E719-D630C22FB575}"/>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706230" y="5876975"/>
            <a:ext cx="332595" cy="332595"/>
          </a:xfrm>
          <a:prstGeom prst="rect">
            <a:avLst/>
          </a:prstGeom>
        </p:spPr>
      </p:pic>
      <p:pic>
        <p:nvPicPr>
          <p:cNvPr id="94" name="Graphique 93" descr="Visage souriant à remplissage solide avec un remplissage uni">
            <a:extLst>
              <a:ext uri="{FF2B5EF4-FFF2-40B4-BE49-F238E27FC236}">
                <a16:creationId xmlns:a16="http://schemas.microsoft.com/office/drawing/2014/main" id="{FD854FF5-EDF7-197C-2CAB-0F559F76BE7D}"/>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977575" y="5876975"/>
            <a:ext cx="332595" cy="332595"/>
          </a:xfrm>
          <a:prstGeom prst="rect">
            <a:avLst/>
          </a:prstGeom>
        </p:spPr>
      </p:pic>
      <p:pic>
        <p:nvPicPr>
          <p:cNvPr id="95" name="Graphique 94" descr="Visage souriant à remplissage solide avec un remplissage uni">
            <a:extLst>
              <a:ext uri="{FF2B5EF4-FFF2-40B4-BE49-F238E27FC236}">
                <a16:creationId xmlns:a16="http://schemas.microsoft.com/office/drawing/2014/main" id="{0EA962C3-A2DB-D713-A7A0-6DC990B3D4C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245613" y="5868866"/>
            <a:ext cx="332595" cy="332595"/>
          </a:xfrm>
          <a:prstGeom prst="rect">
            <a:avLst/>
          </a:prstGeom>
        </p:spPr>
      </p:pic>
      <p:pic>
        <p:nvPicPr>
          <p:cNvPr id="96" name="Graphique 95" descr="Visage souriant à remplissage solide avec un remplissage uni">
            <a:extLst>
              <a:ext uri="{FF2B5EF4-FFF2-40B4-BE49-F238E27FC236}">
                <a16:creationId xmlns:a16="http://schemas.microsoft.com/office/drawing/2014/main" id="{99084046-C5B7-B6F7-D642-4B0C67C25D1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526974" y="5868865"/>
            <a:ext cx="332595" cy="332595"/>
          </a:xfrm>
          <a:prstGeom prst="rect">
            <a:avLst/>
          </a:prstGeom>
        </p:spPr>
      </p:pic>
      <p:pic>
        <p:nvPicPr>
          <p:cNvPr id="97" name="Graphique 96" descr="Visage souriant à remplissage solide avec un remplissage uni">
            <a:extLst>
              <a:ext uri="{FF2B5EF4-FFF2-40B4-BE49-F238E27FC236}">
                <a16:creationId xmlns:a16="http://schemas.microsoft.com/office/drawing/2014/main" id="{161C9CBA-3629-69A7-6860-EF2442F305B3}"/>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848433" y="6136813"/>
            <a:ext cx="332595" cy="332595"/>
          </a:xfrm>
          <a:prstGeom prst="rect">
            <a:avLst/>
          </a:prstGeom>
        </p:spPr>
      </p:pic>
      <p:pic>
        <p:nvPicPr>
          <p:cNvPr id="98" name="Graphique 97" descr="Visage souriant à remplissage solide avec un remplissage uni">
            <a:extLst>
              <a:ext uri="{FF2B5EF4-FFF2-40B4-BE49-F238E27FC236}">
                <a16:creationId xmlns:a16="http://schemas.microsoft.com/office/drawing/2014/main" id="{5F2FDAB4-30B3-A790-213A-70FF279DBE17}"/>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126653" y="6122803"/>
            <a:ext cx="332595" cy="332595"/>
          </a:xfrm>
          <a:prstGeom prst="rect">
            <a:avLst/>
          </a:prstGeom>
        </p:spPr>
      </p:pic>
      <p:pic>
        <p:nvPicPr>
          <p:cNvPr id="99" name="Graphique 98" descr="Visage souriant à remplissage solide avec un remplissage uni">
            <a:extLst>
              <a:ext uri="{FF2B5EF4-FFF2-40B4-BE49-F238E27FC236}">
                <a16:creationId xmlns:a16="http://schemas.microsoft.com/office/drawing/2014/main" id="{ED23AE0F-3A65-6089-5F40-9BF4A2A267BF}"/>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98765" y="6122803"/>
            <a:ext cx="332595" cy="332595"/>
          </a:xfrm>
          <a:prstGeom prst="rect">
            <a:avLst/>
          </a:prstGeom>
        </p:spPr>
      </p:pic>
      <p:pic>
        <p:nvPicPr>
          <p:cNvPr id="8" name="Graphique 7" descr="Tournesol avec un remplissage uni">
            <a:extLst>
              <a:ext uri="{FF2B5EF4-FFF2-40B4-BE49-F238E27FC236}">
                <a16:creationId xmlns:a16="http://schemas.microsoft.com/office/drawing/2014/main" id="{D7574B13-2BB9-9F00-1BDE-F2146B74D44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rot="2307550">
            <a:off x="1309793" y="3907287"/>
            <a:ext cx="914400" cy="914400"/>
          </a:xfrm>
          <a:prstGeom prst="rect">
            <a:avLst/>
          </a:prstGeom>
        </p:spPr>
      </p:pic>
      <p:pic>
        <p:nvPicPr>
          <p:cNvPr id="85" name="Graphique 84" descr="Tournesol avec un remplissage uni">
            <a:extLst>
              <a:ext uri="{FF2B5EF4-FFF2-40B4-BE49-F238E27FC236}">
                <a16:creationId xmlns:a16="http://schemas.microsoft.com/office/drawing/2014/main" id="{C7F4BF1D-68DA-CC64-CD36-B83F9B258CC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19622129">
            <a:off x="1928208" y="3917291"/>
            <a:ext cx="914400" cy="914400"/>
          </a:xfrm>
          <a:prstGeom prst="rect">
            <a:avLst/>
          </a:prstGeom>
        </p:spPr>
      </p:pic>
      <p:pic>
        <p:nvPicPr>
          <p:cNvPr id="100" name="Graphique 99" descr="Tournesol avec un remplissage uni">
            <a:extLst>
              <a:ext uri="{FF2B5EF4-FFF2-40B4-BE49-F238E27FC236}">
                <a16:creationId xmlns:a16="http://schemas.microsoft.com/office/drawing/2014/main" id="{3B9A3D63-E23C-D7C9-8613-71244FFFC006}"/>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rot="2307550">
            <a:off x="5258231" y="4706990"/>
            <a:ext cx="914400" cy="914400"/>
          </a:xfrm>
          <a:prstGeom prst="rect">
            <a:avLst/>
          </a:prstGeom>
        </p:spPr>
      </p:pic>
      <p:pic>
        <p:nvPicPr>
          <p:cNvPr id="101" name="Graphique 100" descr="Tournesol avec un remplissage uni">
            <a:extLst>
              <a:ext uri="{FF2B5EF4-FFF2-40B4-BE49-F238E27FC236}">
                <a16:creationId xmlns:a16="http://schemas.microsoft.com/office/drawing/2014/main" id="{154F6114-6880-03E7-069F-116C8C7D364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19622129">
            <a:off x="6062667" y="4743213"/>
            <a:ext cx="914400" cy="914400"/>
          </a:xfrm>
          <a:prstGeom prst="rect">
            <a:avLst/>
          </a:prstGeom>
        </p:spPr>
      </p:pic>
      <p:pic>
        <p:nvPicPr>
          <p:cNvPr id="102" name="Graphique 101" descr="Tournesol avec un remplissage uni">
            <a:extLst>
              <a:ext uri="{FF2B5EF4-FFF2-40B4-BE49-F238E27FC236}">
                <a16:creationId xmlns:a16="http://schemas.microsoft.com/office/drawing/2014/main" id="{378F9B5F-147B-C4CA-7F2F-28F8ABCB5BB6}"/>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24831"/>
          <a:stretch/>
        </p:blipFill>
        <p:spPr>
          <a:xfrm rot="9193509">
            <a:off x="11226676" y="5490857"/>
            <a:ext cx="687341" cy="914400"/>
          </a:xfrm>
          <a:prstGeom prst="rect">
            <a:avLst/>
          </a:prstGeom>
        </p:spPr>
      </p:pic>
      <p:pic>
        <p:nvPicPr>
          <p:cNvPr id="103" name="Graphique 102" descr="Tournesol avec un remplissage uni">
            <a:extLst>
              <a:ext uri="{FF2B5EF4-FFF2-40B4-BE49-F238E27FC236}">
                <a16:creationId xmlns:a16="http://schemas.microsoft.com/office/drawing/2014/main" id="{06031C73-A9DB-3B23-20FD-5FD614F751A2}"/>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t="13431" r="17511"/>
          <a:stretch/>
        </p:blipFill>
        <p:spPr>
          <a:xfrm rot="13290053">
            <a:off x="8402863" y="5523635"/>
            <a:ext cx="754273" cy="791586"/>
          </a:xfrm>
          <a:prstGeom prst="rect">
            <a:avLst/>
          </a:prstGeom>
        </p:spPr>
      </p:pic>
    </p:spTree>
    <p:extLst>
      <p:ext uri="{BB962C8B-B14F-4D97-AF65-F5344CB8AC3E}">
        <p14:creationId xmlns:p14="http://schemas.microsoft.com/office/powerpoint/2010/main" val="25779755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9A50E-68E0-A6FA-335E-0BC5E941AD50}"/>
              </a:ext>
            </a:extLst>
          </p:cNvPr>
          <p:cNvSpPr>
            <a:spLocks noGrp="1"/>
          </p:cNvSpPr>
          <p:nvPr>
            <p:ph type="title"/>
          </p:nvPr>
        </p:nvSpPr>
        <p:spPr/>
        <p:txBody>
          <a:bodyPr>
            <a:normAutofit/>
          </a:bodyPr>
          <a:lstStyle/>
          <a:p>
            <a:r>
              <a:rPr lang="fr-FR" dirty="0"/>
              <a:t>Confiance d’expression en présence des autres</a:t>
            </a:r>
          </a:p>
        </p:txBody>
      </p:sp>
      <p:graphicFrame>
        <p:nvGraphicFramePr>
          <p:cNvPr id="8" name="Tableau 4">
            <a:extLst>
              <a:ext uri="{FF2B5EF4-FFF2-40B4-BE49-F238E27FC236}">
                <a16:creationId xmlns:a16="http://schemas.microsoft.com/office/drawing/2014/main" id="{7858E471-BDAB-D56D-CC57-C177D5E0054E}"/>
              </a:ext>
            </a:extLst>
          </p:cNvPr>
          <p:cNvGraphicFramePr>
            <a:graphicFrameLocks/>
          </p:cNvGraphicFramePr>
          <p:nvPr>
            <p:extLst>
              <p:ext uri="{D42A27DB-BD31-4B8C-83A1-F6EECF244321}">
                <p14:modId xmlns:p14="http://schemas.microsoft.com/office/powerpoint/2010/main" val="865632712"/>
              </p:ext>
            </p:extLst>
          </p:nvPr>
        </p:nvGraphicFramePr>
        <p:xfrm>
          <a:off x="838199" y="2234473"/>
          <a:ext cx="10515600" cy="20015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Confiance d’expression en présence des autres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Se sentent globalement à l'aise de s'exprimer les uns devant les autres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Sont un peu restreints dans leur expression les uns devant les autres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Sont restreints dans leur expression les uns devant les autres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S'auto-censurent globalement les uns devant les autres</a:t>
                      </a:r>
                    </a:p>
                  </a:txBody>
                  <a:tcPr/>
                </a:tc>
                <a:tc>
                  <a:txBody>
                    <a:bodyPr/>
                    <a:lstStyle/>
                    <a:p>
                      <a:endParaRPr lang="fr-FR" sz="1400" dirty="0"/>
                    </a:p>
                  </a:txBody>
                  <a:tcPr/>
                </a:tc>
                <a:extLst>
                  <a:ext uri="{0D108BD9-81ED-4DB2-BD59-A6C34878D82A}">
                    <a16:rowId xmlns:a16="http://schemas.microsoft.com/office/drawing/2014/main" val="4282307225"/>
                  </a:ext>
                </a:extLst>
              </a:tr>
            </a:tbl>
          </a:graphicData>
        </a:graphic>
      </p:graphicFrame>
    </p:spTree>
    <p:extLst>
      <p:ext uri="{BB962C8B-B14F-4D97-AF65-F5344CB8AC3E}">
        <p14:creationId xmlns:p14="http://schemas.microsoft.com/office/powerpoint/2010/main" val="16228042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21" name="Graphique 20" descr="Bulle de discussion avec un remplissage uni">
            <a:extLst>
              <a:ext uri="{FF2B5EF4-FFF2-40B4-BE49-F238E27FC236}">
                <a16:creationId xmlns:a16="http://schemas.microsoft.com/office/drawing/2014/main" id="{CE2079D1-32D5-9AE7-3558-E56557E434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9412"/>
          <a:stretch/>
        </p:blipFill>
        <p:spPr>
          <a:xfrm>
            <a:off x="747620" y="281891"/>
            <a:ext cx="2165390" cy="1961564"/>
          </a:xfrm>
          <a:prstGeom prst="rect">
            <a:avLst/>
          </a:prstGeom>
        </p:spPr>
      </p:pic>
      <p:pic>
        <p:nvPicPr>
          <p:cNvPr id="22" name="Graphique 21" descr="Visage neutre avec remplissage solide avec un remplissage uni">
            <a:extLst>
              <a:ext uri="{FF2B5EF4-FFF2-40B4-BE49-F238E27FC236}">
                <a16:creationId xmlns:a16="http://schemas.microsoft.com/office/drawing/2014/main" id="{72F9072A-8DFB-843A-6248-12C1068E34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356" y="2497126"/>
            <a:ext cx="429225" cy="429225"/>
          </a:xfrm>
          <a:prstGeom prst="rect">
            <a:avLst/>
          </a:prstGeom>
        </p:spPr>
      </p:pic>
      <p:pic>
        <p:nvPicPr>
          <p:cNvPr id="23" name="Graphique 22" descr="Visage neutre avec remplissage solide avec un remplissage uni">
            <a:extLst>
              <a:ext uri="{FF2B5EF4-FFF2-40B4-BE49-F238E27FC236}">
                <a16:creationId xmlns:a16="http://schemas.microsoft.com/office/drawing/2014/main" id="{34A228EA-53F4-9D12-5FC4-2AFA7094E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7035" y="2417701"/>
            <a:ext cx="429225" cy="429225"/>
          </a:xfrm>
          <a:prstGeom prst="rect">
            <a:avLst/>
          </a:prstGeom>
        </p:spPr>
      </p:pic>
      <p:pic>
        <p:nvPicPr>
          <p:cNvPr id="24" name="Graphique 23" descr="Visage neutre avec remplissage solide avec un remplissage uni">
            <a:extLst>
              <a:ext uri="{FF2B5EF4-FFF2-40B4-BE49-F238E27FC236}">
                <a16:creationId xmlns:a16="http://schemas.microsoft.com/office/drawing/2014/main" id="{EF974A3F-BF7F-A2E2-0C30-C335F0B962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94275" y="2203088"/>
            <a:ext cx="429225" cy="429225"/>
          </a:xfrm>
          <a:prstGeom prst="rect">
            <a:avLst/>
          </a:prstGeom>
        </p:spPr>
      </p:pic>
      <p:pic>
        <p:nvPicPr>
          <p:cNvPr id="25" name="Graphique 24" descr="Visage au large sourire avec remplissage solide avec un remplissage uni">
            <a:extLst>
              <a:ext uri="{FF2B5EF4-FFF2-40B4-BE49-F238E27FC236}">
                <a16:creationId xmlns:a16="http://schemas.microsoft.com/office/drawing/2014/main" id="{30171048-E740-5712-4A03-957B12AFF7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545745" y="1690868"/>
            <a:ext cx="947135" cy="947135"/>
          </a:xfrm>
          <a:prstGeom prst="rect">
            <a:avLst/>
          </a:prstGeom>
        </p:spPr>
      </p:pic>
      <p:pic>
        <p:nvPicPr>
          <p:cNvPr id="26" name="Graphique 25" descr="Visage neutre avec remplissage solide avec un remplissage uni">
            <a:extLst>
              <a:ext uri="{FF2B5EF4-FFF2-40B4-BE49-F238E27FC236}">
                <a16:creationId xmlns:a16="http://schemas.microsoft.com/office/drawing/2014/main" id="{517061A9-B5BC-7CFE-DAF7-0C28687753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652" y="2748626"/>
            <a:ext cx="429225" cy="429225"/>
          </a:xfrm>
          <a:prstGeom prst="rect">
            <a:avLst/>
          </a:prstGeom>
        </p:spPr>
      </p:pic>
      <p:pic>
        <p:nvPicPr>
          <p:cNvPr id="27" name="Graphique 26" descr="Visage neutre avec remplissage solide avec un remplissage uni">
            <a:extLst>
              <a:ext uri="{FF2B5EF4-FFF2-40B4-BE49-F238E27FC236}">
                <a16:creationId xmlns:a16="http://schemas.microsoft.com/office/drawing/2014/main" id="{B49237DF-DFA5-FFF2-425D-80CBBEB08D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03424" y="2724126"/>
            <a:ext cx="429225" cy="429225"/>
          </a:xfrm>
          <a:prstGeom prst="rect">
            <a:avLst/>
          </a:prstGeom>
        </p:spPr>
      </p:pic>
      <p:pic>
        <p:nvPicPr>
          <p:cNvPr id="28" name="Graphique 27" descr="Visage neutre avec remplissage solide avec un remplissage uni">
            <a:extLst>
              <a:ext uri="{FF2B5EF4-FFF2-40B4-BE49-F238E27FC236}">
                <a16:creationId xmlns:a16="http://schemas.microsoft.com/office/drawing/2014/main" id="{FFA7A903-C3FA-1B1E-7269-D51D1DB2E9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17838" y="2553745"/>
            <a:ext cx="429225" cy="429225"/>
          </a:xfrm>
          <a:prstGeom prst="rect">
            <a:avLst/>
          </a:prstGeom>
        </p:spPr>
      </p:pic>
      <p:pic>
        <p:nvPicPr>
          <p:cNvPr id="29" name="Graphique 28" descr="Visage neutre avec remplissage solide avec un remplissage uni">
            <a:extLst>
              <a:ext uri="{FF2B5EF4-FFF2-40B4-BE49-F238E27FC236}">
                <a16:creationId xmlns:a16="http://schemas.microsoft.com/office/drawing/2014/main" id="{62C5188F-2BB9-918B-6744-6A56F5F98A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77777" y="2203088"/>
            <a:ext cx="429225" cy="429225"/>
          </a:xfrm>
          <a:prstGeom prst="rect">
            <a:avLst/>
          </a:prstGeom>
        </p:spPr>
      </p:pic>
      <p:pic>
        <p:nvPicPr>
          <p:cNvPr id="30" name="Graphique 29" descr="Visage neutre avec remplissage solide avec un remplissage uni">
            <a:extLst>
              <a:ext uri="{FF2B5EF4-FFF2-40B4-BE49-F238E27FC236}">
                <a16:creationId xmlns:a16="http://schemas.microsoft.com/office/drawing/2014/main" id="{3B5CED52-FD5B-F471-9403-5594453734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08397" y="2186479"/>
            <a:ext cx="429225" cy="429225"/>
          </a:xfrm>
          <a:prstGeom prst="rect">
            <a:avLst/>
          </a:prstGeom>
        </p:spPr>
      </p:pic>
      <p:pic>
        <p:nvPicPr>
          <p:cNvPr id="31" name="Graphique 30" descr="Visage neutre avec remplissage solide avec un remplissage uni">
            <a:extLst>
              <a:ext uri="{FF2B5EF4-FFF2-40B4-BE49-F238E27FC236}">
                <a16:creationId xmlns:a16="http://schemas.microsoft.com/office/drawing/2014/main" id="{A4D82488-CC1F-27C0-A89D-E06A629D2F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05765" y="2203088"/>
            <a:ext cx="429225" cy="429225"/>
          </a:xfrm>
          <a:prstGeom prst="rect">
            <a:avLst/>
          </a:prstGeom>
        </p:spPr>
      </p:pic>
      <p:pic>
        <p:nvPicPr>
          <p:cNvPr id="32" name="Graphique 31" descr="Visage neutre avec remplissage solide avec un remplissage uni">
            <a:extLst>
              <a:ext uri="{FF2B5EF4-FFF2-40B4-BE49-F238E27FC236}">
                <a16:creationId xmlns:a16="http://schemas.microsoft.com/office/drawing/2014/main" id="{56C546C4-E6BC-31F6-F9FB-CC9648BBC5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30073" y="2186479"/>
            <a:ext cx="429225" cy="429225"/>
          </a:xfrm>
          <a:prstGeom prst="rect">
            <a:avLst/>
          </a:prstGeom>
        </p:spPr>
      </p:pic>
      <p:pic>
        <p:nvPicPr>
          <p:cNvPr id="33" name="Graphique 32" descr="Visage neutre avec remplissage solide avec un remplissage uni">
            <a:extLst>
              <a:ext uri="{FF2B5EF4-FFF2-40B4-BE49-F238E27FC236}">
                <a16:creationId xmlns:a16="http://schemas.microsoft.com/office/drawing/2014/main" id="{188807A1-6C0F-F66C-A0BB-F71AB416D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3785" y="2505027"/>
            <a:ext cx="429225" cy="429225"/>
          </a:xfrm>
          <a:prstGeom prst="rect">
            <a:avLst/>
          </a:prstGeom>
        </p:spPr>
      </p:pic>
      <p:pic>
        <p:nvPicPr>
          <p:cNvPr id="35" name="Graphique 34" descr="Visage neutre avec remplissage solide avec un remplissage uni">
            <a:extLst>
              <a:ext uri="{FF2B5EF4-FFF2-40B4-BE49-F238E27FC236}">
                <a16:creationId xmlns:a16="http://schemas.microsoft.com/office/drawing/2014/main" id="{2D8A1676-C58F-22CF-2709-C9A274878D0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84840" y="2526133"/>
            <a:ext cx="429225" cy="429225"/>
          </a:xfrm>
          <a:prstGeom prst="rect">
            <a:avLst/>
          </a:prstGeom>
        </p:spPr>
      </p:pic>
      <p:pic>
        <p:nvPicPr>
          <p:cNvPr id="36" name="Graphique 35" descr="Visage neutre avec remplissage solide avec un remplissage uni">
            <a:extLst>
              <a:ext uri="{FF2B5EF4-FFF2-40B4-BE49-F238E27FC236}">
                <a16:creationId xmlns:a16="http://schemas.microsoft.com/office/drawing/2014/main" id="{61BC9B43-A79E-331E-16CA-90C2BBF3CE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29779" y="2505027"/>
            <a:ext cx="429225" cy="429225"/>
          </a:xfrm>
          <a:prstGeom prst="rect">
            <a:avLst/>
          </a:prstGeom>
        </p:spPr>
      </p:pic>
      <p:pic>
        <p:nvPicPr>
          <p:cNvPr id="38" name="Graphique 37" descr="Bulle de discussion avec un remplissage uni">
            <a:extLst>
              <a:ext uri="{FF2B5EF4-FFF2-40B4-BE49-F238E27FC236}">
                <a16:creationId xmlns:a16="http://schemas.microsoft.com/office/drawing/2014/main" id="{8C8C774B-074D-7D0D-07C9-5BD5818E4F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8887" y="1005688"/>
            <a:ext cx="1150630" cy="1150630"/>
          </a:xfrm>
          <a:prstGeom prst="rect">
            <a:avLst/>
          </a:prstGeom>
        </p:spPr>
      </p:pic>
      <p:pic>
        <p:nvPicPr>
          <p:cNvPr id="40" name="Graphique 39" descr="Visage neutre avec remplissage solide avec un remplissage uni">
            <a:extLst>
              <a:ext uri="{FF2B5EF4-FFF2-40B4-BE49-F238E27FC236}">
                <a16:creationId xmlns:a16="http://schemas.microsoft.com/office/drawing/2014/main" id="{A41DA1FC-82CE-4588-D55E-A0FDDC972B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98377" y="2497126"/>
            <a:ext cx="429225" cy="429225"/>
          </a:xfrm>
          <a:prstGeom prst="rect">
            <a:avLst/>
          </a:prstGeom>
        </p:spPr>
      </p:pic>
      <p:pic>
        <p:nvPicPr>
          <p:cNvPr id="41" name="Graphique 40" descr="Visage neutre avec remplissage solide avec un remplissage uni">
            <a:extLst>
              <a:ext uri="{FF2B5EF4-FFF2-40B4-BE49-F238E27FC236}">
                <a16:creationId xmlns:a16="http://schemas.microsoft.com/office/drawing/2014/main" id="{876BFC1F-49F2-2EB5-4C57-CBBFDB5DC6E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39056" y="2417701"/>
            <a:ext cx="429225" cy="429225"/>
          </a:xfrm>
          <a:prstGeom prst="rect">
            <a:avLst/>
          </a:prstGeom>
        </p:spPr>
      </p:pic>
      <p:pic>
        <p:nvPicPr>
          <p:cNvPr id="42" name="Graphique 41" descr="Visage neutre avec remplissage solide avec un remplissage uni">
            <a:extLst>
              <a:ext uri="{FF2B5EF4-FFF2-40B4-BE49-F238E27FC236}">
                <a16:creationId xmlns:a16="http://schemas.microsoft.com/office/drawing/2014/main" id="{1700B203-84F3-F36F-C4B4-033BDEBDA7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6296" y="2203088"/>
            <a:ext cx="429225" cy="429225"/>
          </a:xfrm>
          <a:prstGeom prst="rect">
            <a:avLst/>
          </a:prstGeom>
        </p:spPr>
      </p:pic>
      <p:pic>
        <p:nvPicPr>
          <p:cNvPr id="43" name="Graphique 42" descr="Visage grimaçant et transpirant avec remplissage uni avec un remplissage uni">
            <a:extLst>
              <a:ext uri="{FF2B5EF4-FFF2-40B4-BE49-F238E27FC236}">
                <a16:creationId xmlns:a16="http://schemas.microsoft.com/office/drawing/2014/main" id="{A914A73C-4724-922B-2270-88A899B8859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581716" y="1791441"/>
            <a:ext cx="824264" cy="824264"/>
          </a:xfrm>
          <a:prstGeom prst="rect">
            <a:avLst/>
          </a:prstGeom>
        </p:spPr>
      </p:pic>
      <p:pic>
        <p:nvPicPr>
          <p:cNvPr id="44" name="Graphique 43" descr="Visage neutre avec remplissage solide avec un remplissage uni">
            <a:extLst>
              <a:ext uri="{FF2B5EF4-FFF2-40B4-BE49-F238E27FC236}">
                <a16:creationId xmlns:a16="http://schemas.microsoft.com/office/drawing/2014/main" id="{5A62E575-C38A-A438-AADA-8FE7A1649C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1673" y="2748626"/>
            <a:ext cx="429225" cy="429225"/>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2D2FBBA5-F733-85C8-47C9-4A48CABA0A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5445" y="2724126"/>
            <a:ext cx="429225" cy="429225"/>
          </a:xfrm>
          <a:prstGeom prst="rect">
            <a:avLst/>
          </a:prstGeom>
        </p:spPr>
      </p:pic>
      <p:pic>
        <p:nvPicPr>
          <p:cNvPr id="46" name="Graphique 45" descr="Visage neutre avec remplissage solide avec un remplissage uni">
            <a:extLst>
              <a:ext uri="{FF2B5EF4-FFF2-40B4-BE49-F238E27FC236}">
                <a16:creationId xmlns:a16="http://schemas.microsoft.com/office/drawing/2014/main" id="{F5391FE0-D9F0-D050-0AD9-58EE4B3C4A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79859" y="2553745"/>
            <a:ext cx="429225" cy="429225"/>
          </a:xfrm>
          <a:prstGeom prst="rect">
            <a:avLst/>
          </a:prstGeom>
        </p:spPr>
      </p:pic>
      <p:pic>
        <p:nvPicPr>
          <p:cNvPr id="47" name="Graphique 46" descr="Visage neutre avec remplissage solide avec un remplissage uni">
            <a:extLst>
              <a:ext uri="{FF2B5EF4-FFF2-40B4-BE49-F238E27FC236}">
                <a16:creationId xmlns:a16="http://schemas.microsoft.com/office/drawing/2014/main" id="{E1A665D3-DCA9-FEF2-352B-F413ED4260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9798" y="2203088"/>
            <a:ext cx="429225" cy="429225"/>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ADD6E9F0-50F5-574B-1543-0015671C5C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0418" y="2186479"/>
            <a:ext cx="429225" cy="429225"/>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155F19E3-B11B-00F1-28E4-96550DE478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786" y="2203088"/>
            <a:ext cx="429225" cy="429225"/>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93913941-A1E2-56F2-E9C5-FB137D11EC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92094" y="2186479"/>
            <a:ext cx="429225" cy="429225"/>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88244DA6-548A-0DC3-64C6-FF84B75CC7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5806" y="2505027"/>
            <a:ext cx="429225" cy="429225"/>
          </a:xfrm>
          <a:prstGeom prst="rect">
            <a:avLst/>
          </a:prstGeom>
        </p:spPr>
      </p:pic>
      <p:pic>
        <p:nvPicPr>
          <p:cNvPr id="52" name="Graphique 51" descr="Visage neutre avec remplissage solide avec un remplissage uni">
            <a:extLst>
              <a:ext uri="{FF2B5EF4-FFF2-40B4-BE49-F238E27FC236}">
                <a16:creationId xmlns:a16="http://schemas.microsoft.com/office/drawing/2014/main" id="{85FDB535-0A36-9347-9A9D-C2D8F17D98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6861" y="2526133"/>
            <a:ext cx="429225" cy="429225"/>
          </a:xfrm>
          <a:prstGeom prst="rect">
            <a:avLst/>
          </a:prstGeom>
        </p:spPr>
      </p:pic>
      <p:pic>
        <p:nvPicPr>
          <p:cNvPr id="53" name="Graphique 52" descr="Visage neutre avec remplissage solide avec un remplissage uni">
            <a:extLst>
              <a:ext uri="{FF2B5EF4-FFF2-40B4-BE49-F238E27FC236}">
                <a16:creationId xmlns:a16="http://schemas.microsoft.com/office/drawing/2014/main" id="{2071E962-F8C8-E849-FA6B-D1809123E1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1800" y="2505027"/>
            <a:ext cx="429225" cy="429225"/>
          </a:xfrm>
          <a:prstGeom prst="rect">
            <a:avLst/>
          </a:prstGeom>
        </p:spPr>
      </p:pic>
      <p:pic>
        <p:nvPicPr>
          <p:cNvPr id="54" name="Graphique 53" descr="Bulle de discussion avec un remplissage uni">
            <a:extLst>
              <a:ext uri="{FF2B5EF4-FFF2-40B4-BE49-F238E27FC236}">
                <a16:creationId xmlns:a16="http://schemas.microsoft.com/office/drawing/2014/main" id="{7F78A83D-E7D8-7D29-2D9C-5DCF66F735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61633" y="1609269"/>
            <a:ext cx="353149" cy="353149"/>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D75E7EB4-1D03-EE03-249A-E9423CDEF5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2702" y="2460636"/>
            <a:ext cx="429225" cy="429225"/>
          </a:xfrm>
          <a:prstGeom prst="rect">
            <a:avLst/>
          </a:prstGeom>
        </p:spPr>
      </p:pic>
      <p:pic>
        <p:nvPicPr>
          <p:cNvPr id="59" name="Graphique 58" descr="Visage neutre avec remplissage solide avec un remplissage uni">
            <a:extLst>
              <a:ext uri="{FF2B5EF4-FFF2-40B4-BE49-F238E27FC236}">
                <a16:creationId xmlns:a16="http://schemas.microsoft.com/office/drawing/2014/main" id="{820D7DC5-8B72-4F23-05D1-AFEE687C95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3381" y="2381211"/>
            <a:ext cx="429225" cy="429225"/>
          </a:xfrm>
          <a:prstGeom prst="rect">
            <a:avLst/>
          </a:prstGeom>
        </p:spPr>
      </p:pic>
      <p:pic>
        <p:nvPicPr>
          <p:cNvPr id="60" name="Graphique 59" descr="Visage neutre avec remplissage solide avec un remplissage uni">
            <a:extLst>
              <a:ext uri="{FF2B5EF4-FFF2-40B4-BE49-F238E27FC236}">
                <a16:creationId xmlns:a16="http://schemas.microsoft.com/office/drawing/2014/main" id="{361AEAB7-745B-6FDC-4D74-8B393CE3ED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90621" y="2166598"/>
            <a:ext cx="429225" cy="429225"/>
          </a:xfrm>
          <a:prstGeom prst="rect">
            <a:avLst/>
          </a:prstGeom>
        </p:spPr>
      </p:pic>
      <p:pic>
        <p:nvPicPr>
          <p:cNvPr id="61" name="Graphique 60" descr="Visage d’ange avec remplissage uni avec un remplissage uni">
            <a:extLst>
              <a:ext uri="{FF2B5EF4-FFF2-40B4-BE49-F238E27FC236}">
                <a16:creationId xmlns:a16="http://schemas.microsoft.com/office/drawing/2014/main" id="{573AE59F-F951-D774-0D1F-18EC30A3E5D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813941" y="1972852"/>
            <a:ext cx="629636" cy="629636"/>
          </a:xfrm>
          <a:prstGeom prst="rect">
            <a:avLst/>
          </a:prstGeom>
        </p:spPr>
      </p:pic>
      <p:pic>
        <p:nvPicPr>
          <p:cNvPr id="62" name="Graphique 61" descr="Visage neutre avec remplissage solide avec un remplissage uni">
            <a:extLst>
              <a:ext uri="{FF2B5EF4-FFF2-40B4-BE49-F238E27FC236}">
                <a16:creationId xmlns:a16="http://schemas.microsoft.com/office/drawing/2014/main" id="{A7D67261-6BF7-9E6C-6301-AF0605A2EB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45998" y="2712136"/>
            <a:ext cx="429225" cy="429225"/>
          </a:xfrm>
          <a:prstGeom prst="rect">
            <a:avLst/>
          </a:prstGeom>
        </p:spPr>
      </p:pic>
      <p:pic>
        <p:nvPicPr>
          <p:cNvPr id="63" name="Graphique 62" descr="Visage neutre avec remplissage solide avec un remplissage uni">
            <a:extLst>
              <a:ext uri="{FF2B5EF4-FFF2-40B4-BE49-F238E27FC236}">
                <a16:creationId xmlns:a16="http://schemas.microsoft.com/office/drawing/2014/main" id="{906F3D4A-B2E9-CEFD-B84F-EE8BA53426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9770" y="2687636"/>
            <a:ext cx="429225" cy="429225"/>
          </a:xfrm>
          <a:prstGeom prst="rect">
            <a:avLst/>
          </a:prstGeom>
        </p:spPr>
      </p:pic>
      <p:pic>
        <p:nvPicPr>
          <p:cNvPr id="64" name="Graphique 63" descr="Visage neutre avec remplissage solide avec un remplissage uni">
            <a:extLst>
              <a:ext uri="{FF2B5EF4-FFF2-40B4-BE49-F238E27FC236}">
                <a16:creationId xmlns:a16="http://schemas.microsoft.com/office/drawing/2014/main" id="{ADA81C8B-C652-62A2-5206-49DFA674E3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14184" y="2517255"/>
            <a:ext cx="429225" cy="429225"/>
          </a:xfrm>
          <a:prstGeom prst="rect">
            <a:avLst/>
          </a:prstGeom>
        </p:spPr>
      </p:pic>
      <p:pic>
        <p:nvPicPr>
          <p:cNvPr id="65" name="Graphique 64" descr="Visage neutre avec remplissage solide avec un remplissage uni">
            <a:extLst>
              <a:ext uri="{FF2B5EF4-FFF2-40B4-BE49-F238E27FC236}">
                <a16:creationId xmlns:a16="http://schemas.microsoft.com/office/drawing/2014/main" id="{B63EA29E-AB28-3383-14E1-2EC2E38029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74123" y="2166598"/>
            <a:ext cx="429225" cy="429225"/>
          </a:xfrm>
          <a:prstGeom prst="rect">
            <a:avLst/>
          </a:prstGeom>
        </p:spPr>
      </p:pic>
      <p:pic>
        <p:nvPicPr>
          <p:cNvPr id="70" name="Graphique 69" descr="Visage neutre avec remplissage solide avec un remplissage uni">
            <a:extLst>
              <a:ext uri="{FF2B5EF4-FFF2-40B4-BE49-F238E27FC236}">
                <a16:creationId xmlns:a16="http://schemas.microsoft.com/office/drawing/2014/main" id="{564E9296-0E15-77DD-B827-116E21FB21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04743" y="2149989"/>
            <a:ext cx="429225" cy="429225"/>
          </a:xfrm>
          <a:prstGeom prst="rect">
            <a:avLst/>
          </a:prstGeom>
        </p:spPr>
      </p:pic>
      <p:pic>
        <p:nvPicPr>
          <p:cNvPr id="71" name="Graphique 70" descr="Visage neutre avec remplissage solide avec un remplissage uni">
            <a:extLst>
              <a:ext uri="{FF2B5EF4-FFF2-40B4-BE49-F238E27FC236}">
                <a16:creationId xmlns:a16="http://schemas.microsoft.com/office/drawing/2014/main" id="{A7AF269A-C136-E3EF-32AD-30A08B3090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02111" y="2166598"/>
            <a:ext cx="429225" cy="429225"/>
          </a:xfrm>
          <a:prstGeom prst="rect">
            <a:avLst/>
          </a:prstGeom>
        </p:spPr>
      </p:pic>
      <p:pic>
        <p:nvPicPr>
          <p:cNvPr id="72" name="Graphique 71" descr="Visage neutre avec remplissage solide avec un remplissage uni">
            <a:extLst>
              <a:ext uri="{FF2B5EF4-FFF2-40B4-BE49-F238E27FC236}">
                <a16:creationId xmlns:a16="http://schemas.microsoft.com/office/drawing/2014/main" id="{E059610F-D794-8B19-838F-E923BEEC02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26419" y="2149989"/>
            <a:ext cx="429225" cy="429225"/>
          </a:xfrm>
          <a:prstGeom prst="rect">
            <a:avLst/>
          </a:prstGeom>
        </p:spPr>
      </p:pic>
      <p:pic>
        <p:nvPicPr>
          <p:cNvPr id="73" name="Graphique 72" descr="Visage neutre avec remplissage solide avec un remplissage uni">
            <a:extLst>
              <a:ext uri="{FF2B5EF4-FFF2-40B4-BE49-F238E27FC236}">
                <a16:creationId xmlns:a16="http://schemas.microsoft.com/office/drawing/2014/main" id="{6C6A259D-C334-69BB-E1D5-C7A307BD2AE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90131" y="2468537"/>
            <a:ext cx="429225" cy="429225"/>
          </a:xfrm>
          <a:prstGeom prst="rect">
            <a:avLst/>
          </a:prstGeom>
        </p:spPr>
      </p:pic>
      <p:pic>
        <p:nvPicPr>
          <p:cNvPr id="76" name="Graphique 75" descr="Visage neutre avec remplissage solide avec un remplissage uni">
            <a:extLst>
              <a:ext uri="{FF2B5EF4-FFF2-40B4-BE49-F238E27FC236}">
                <a16:creationId xmlns:a16="http://schemas.microsoft.com/office/drawing/2014/main" id="{EA4C0BE3-907D-809D-F3FD-99A3C9A8608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81186" y="2489643"/>
            <a:ext cx="429225" cy="429225"/>
          </a:xfrm>
          <a:prstGeom prst="rect">
            <a:avLst/>
          </a:prstGeom>
        </p:spPr>
      </p:pic>
      <p:pic>
        <p:nvPicPr>
          <p:cNvPr id="77" name="Graphique 76" descr="Visage neutre avec remplissage solide avec un remplissage uni">
            <a:extLst>
              <a:ext uri="{FF2B5EF4-FFF2-40B4-BE49-F238E27FC236}">
                <a16:creationId xmlns:a16="http://schemas.microsoft.com/office/drawing/2014/main" id="{C896C649-D2EC-1188-AEB5-DAEA102120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026125" y="2468537"/>
            <a:ext cx="429225" cy="429225"/>
          </a:xfrm>
          <a:prstGeom prst="rect">
            <a:avLst/>
          </a:prstGeom>
        </p:spPr>
      </p:pic>
      <p:pic>
        <p:nvPicPr>
          <p:cNvPr id="79" name="Graphique 78" descr="Visage neutre avec remplissage solide avec un remplissage uni">
            <a:extLst>
              <a:ext uri="{FF2B5EF4-FFF2-40B4-BE49-F238E27FC236}">
                <a16:creationId xmlns:a16="http://schemas.microsoft.com/office/drawing/2014/main" id="{080062BE-F209-5150-444B-10619E7A8B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2940" y="5895384"/>
            <a:ext cx="429225" cy="429225"/>
          </a:xfrm>
          <a:prstGeom prst="rect">
            <a:avLst/>
          </a:prstGeom>
        </p:spPr>
      </p:pic>
      <p:pic>
        <p:nvPicPr>
          <p:cNvPr id="80" name="Graphique 79" descr="Visage neutre avec remplissage solide avec un remplissage uni">
            <a:extLst>
              <a:ext uri="{FF2B5EF4-FFF2-40B4-BE49-F238E27FC236}">
                <a16:creationId xmlns:a16="http://schemas.microsoft.com/office/drawing/2014/main" id="{17B819E2-011F-9D66-7699-233B5CDD14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3619" y="5815959"/>
            <a:ext cx="429225" cy="429225"/>
          </a:xfrm>
          <a:prstGeom prst="rect">
            <a:avLst/>
          </a:prstGeom>
        </p:spPr>
      </p:pic>
      <p:pic>
        <p:nvPicPr>
          <p:cNvPr id="81" name="Graphique 80" descr="Visage neutre avec remplissage solide avec un remplissage uni">
            <a:extLst>
              <a:ext uri="{FF2B5EF4-FFF2-40B4-BE49-F238E27FC236}">
                <a16:creationId xmlns:a16="http://schemas.microsoft.com/office/drawing/2014/main" id="{96BCE20E-FDCD-37E8-AE6C-DBF5974401E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00859" y="5601346"/>
            <a:ext cx="429225" cy="429225"/>
          </a:xfrm>
          <a:prstGeom prst="rect">
            <a:avLst/>
          </a:prstGeom>
        </p:spPr>
      </p:pic>
      <p:pic>
        <p:nvPicPr>
          <p:cNvPr id="83" name="Graphique 82" descr="Visage neutre avec remplissage solide avec un remplissage uni">
            <a:extLst>
              <a:ext uri="{FF2B5EF4-FFF2-40B4-BE49-F238E27FC236}">
                <a16:creationId xmlns:a16="http://schemas.microsoft.com/office/drawing/2014/main" id="{FC38D9FB-67CC-9CE4-EABF-80DE6DF72F9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6236" y="6146884"/>
            <a:ext cx="429225" cy="429225"/>
          </a:xfrm>
          <a:prstGeom prst="rect">
            <a:avLst/>
          </a:prstGeom>
        </p:spPr>
      </p:pic>
      <p:pic>
        <p:nvPicPr>
          <p:cNvPr id="84" name="Graphique 83" descr="Visage neutre avec remplissage solide avec un remplissage uni">
            <a:extLst>
              <a:ext uri="{FF2B5EF4-FFF2-40B4-BE49-F238E27FC236}">
                <a16:creationId xmlns:a16="http://schemas.microsoft.com/office/drawing/2014/main" id="{E99E561E-1EC4-5809-1A9E-0E40C48631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0008" y="6122384"/>
            <a:ext cx="429225" cy="429225"/>
          </a:xfrm>
          <a:prstGeom prst="rect">
            <a:avLst/>
          </a:prstGeom>
        </p:spPr>
      </p:pic>
      <p:pic>
        <p:nvPicPr>
          <p:cNvPr id="85" name="Graphique 84" descr="Visage neutre avec remplissage solide avec un remplissage uni">
            <a:extLst>
              <a:ext uri="{FF2B5EF4-FFF2-40B4-BE49-F238E27FC236}">
                <a16:creationId xmlns:a16="http://schemas.microsoft.com/office/drawing/2014/main" id="{EEAACBCE-EDA5-6A89-8C5B-47C91100DF8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24422" y="5952003"/>
            <a:ext cx="429225" cy="429225"/>
          </a:xfrm>
          <a:prstGeom prst="rect">
            <a:avLst/>
          </a:prstGeom>
        </p:spPr>
      </p:pic>
      <p:pic>
        <p:nvPicPr>
          <p:cNvPr id="86" name="Graphique 85" descr="Visage neutre avec remplissage solide avec un remplissage uni">
            <a:extLst>
              <a:ext uri="{FF2B5EF4-FFF2-40B4-BE49-F238E27FC236}">
                <a16:creationId xmlns:a16="http://schemas.microsoft.com/office/drawing/2014/main" id="{C7A8EF0B-E0E4-D01D-ED1D-158845FBBE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4361" y="5601346"/>
            <a:ext cx="429225" cy="429225"/>
          </a:xfrm>
          <a:prstGeom prst="rect">
            <a:avLst/>
          </a:prstGeom>
        </p:spPr>
      </p:pic>
      <p:pic>
        <p:nvPicPr>
          <p:cNvPr id="87" name="Graphique 86" descr="Visage neutre avec remplissage solide avec un remplissage uni">
            <a:extLst>
              <a:ext uri="{FF2B5EF4-FFF2-40B4-BE49-F238E27FC236}">
                <a16:creationId xmlns:a16="http://schemas.microsoft.com/office/drawing/2014/main" id="{A842C136-AF0A-0A14-1AD1-102F8F1B46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4981" y="5584737"/>
            <a:ext cx="429225" cy="429225"/>
          </a:xfrm>
          <a:prstGeom prst="rect">
            <a:avLst/>
          </a:prstGeom>
        </p:spPr>
      </p:pic>
      <p:pic>
        <p:nvPicPr>
          <p:cNvPr id="88" name="Graphique 87" descr="Visage neutre avec remplissage solide avec un remplissage uni">
            <a:extLst>
              <a:ext uri="{FF2B5EF4-FFF2-40B4-BE49-F238E27FC236}">
                <a16:creationId xmlns:a16="http://schemas.microsoft.com/office/drawing/2014/main" id="{C2248FA2-8D0B-8968-36B2-78EFBE712E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12349" y="5601346"/>
            <a:ext cx="429225" cy="429225"/>
          </a:xfrm>
          <a:prstGeom prst="rect">
            <a:avLst/>
          </a:prstGeom>
        </p:spPr>
      </p:pic>
      <p:pic>
        <p:nvPicPr>
          <p:cNvPr id="89" name="Graphique 88" descr="Visage neutre avec remplissage solide avec un remplissage uni">
            <a:extLst>
              <a:ext uri="{FF2B5EF4-FFF2-40B4-BE49-F238E27FC236}">
                <a16:creationId xmlns:a16="http://schemas.microsoft.com/office/drawing/2014/main" id="{D6110907-79A1-38D5-A9FC-E310BA18BE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36657" y="5584737"/>
            <a:ext cx="429225" cy="429225"/>
          </a:xfrm>
          <a:prstGeom prst="rect">
            <a:avLst/>
          </a:prstGeom>
        </p:spPr>
      </p:pic>
      <p:pic>
        <p:nvPicPr>
          <p:cNvPr id="90" name="Graphique 89" descr="Visage neutre avec remplissage solide avec un remplissage uni">
            <a:extLst>
              <a:ext uri="{FF2B5EF4-FFF2-40B4-BE49-F238E27FC236}">
                <a16:creationId xmlns:a16="http://schemas.microsoft.com/office/drawing/2014/main" id="{4248DC8A-B1DC-4604-3D98-FB9FBE4614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00369" y="5903285"/>
            <a:ext cx="429225" cy="429225"/>
          </a:xfrm>
          <a:prstGeom prst="rect">
            <a:avLst/>
          </a:prstGeom>
        </p:spPr>
      </p:pic>
      <p:pic>
        <p:nvPicPr>
          <p:cNvPr id="91" name="Graphique 90" descr="Visage neutre avec remplissage solide avec un remplissage uni">
            <a:extLst>
              <a:ext uri="{FF2B5EF4-FFF2-40B4-BE49-F238E27FC236}">
                <a16:creationId xmlns:a16="http://schemas.microsoft.com/office/drawing/2014/main" id="{923C385F-4B37-E370-7E5D-5674CF40F7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1424" y="5924391"/>
            <a:ext cx="429225" cy="429225"/>
          </a:xfrm>
          <a:prstGeom prst="rect">
            <a:avLst/>
          </a:prstGeom>
        </p:spPr>
      </p:pic>
      <p:pic>
        <p:nvPicPr>
          <p:cNvPr id="92" name="Graphique 91" descr="Visage neutre avec remplissage solide avec un remplissage uni">
            <a:extLst>
              <a:ext uri="{FF2B5EF4-FFF2-40B4-BE49-F238E27FC236}">
                <a16:creationId xmlns:a16="http://schemas.microsoft.com/office/drawing/2014/main" id="{7513BB20-882E-ABA0-B20F-8A84309227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6363" y="5903285"/>
            <a:ext cx="429225" cy="429225"/>
          </a:xfrm>
          <a:prstGeom prst="rect">
            <a:avLst/>
          </a:prstGeom>
        </p:spPr>
      </p:pic>
      <p:pic>
        <p:nvPicPr>
          <p:cNvPr id="93" name="Graphique 92" descr="Visage neutre avec remplissage solide avec un remplissage uni">
            <a:extLst>
              <a:ext uri="{FF2B5EF4-FFF2-40B4-BE49-F238E27FC236}">
                <a16:creationId xmlns:a16="http://schemas.microsoft.com/office/drawing/2014/main" id="{E2E5800C-50CE-52D9-7FF9-E5B44295880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620" y="5591909"/>
            <a:ext cx="429225" cy="429225"/>
          </a:xfrm>
          <a:prstGeom prst="rect">
            <a:avLst/>
          </a:prstGeom>
        </p:spPr>
      </p:pic>
      <p:pic>
        <p:nvPicPr>
          <p:cNvPr id="95" name="Graphique 94" descr="Commentaire barre oblique silence avec un remplissage uni">
            <a:extLst>
              <a:ext uri="{FF2B5EF4-FFF2-40B4-BE49-F238E27FC236}">
                <a16:creationId xmlns:a16="http://schemas.microsoft.com/office/drawing/2014/main" id="{2D1970D5-A24F-C8F6-531A-FBEDB514162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11622" y="3959704"/>
            <a:ext cx="2004707" cy="1696981"/>
          </a:xfrm>
          <a:prstGeom prst="rect">
            <a:avLst/>
          </a:prstGeom>
        </p:spPr>
      </p:pic>
      <p:sp>
        <p:nvSpPr>
          <p:cNvPr id="96" name="Rectangle 95">
            <a:extLst>
              <a:ext uri="{FF2B5EF4-FFF2-40B4-BE49-F238E27FC236}">
                <a16:creationId xmlns:a16="http://schemas.microsoft.com/office/drawing/2014/main" id="{2276ADB2-4F6E-3AFA-B563-1B07AE7E4B1F}"/>
              </a:ext>
            </a:extLst>
          </p:cNvPr>
          <p:cNvSpPr/>
          <p:nvPr/>
        </p:nvSpPr>
        <p:spPr>
          <a:xfrm rot="2393576">
            <a:off x="818335" y="4647694"/>
            <a:ext cx="1925838" cy="17635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21514860-E401-490E-2516-F6E98CEC089E}"/>
              </a:ext>
            </a:extLst>
          </p:cNvPr>
          <p:cNvSpPr/>
          <p:nvPr/>
        </p:nvSpPr>
        <p:spPr>
          <a:xfrm rot="19672328">
            <a:off x="819590" y="4594497"/>
            <a:ext cx="1925838" cy="17635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812609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1B433-385A-B2A9-03EB-876D52EA8ED0}"/>
              </a:ext>
            </a:extLst>
          </p:cNvPr>
          <p:cNvSpPr>
            <a:spLocks noGrp="1"/>
          </p:cNvSpPr>
          <p:nvPr>
            <p:ph type="title"/>
          </p:nvPr>
        </p:nvSpPr>
        <p:spPr/>
        <p:txBody>
          <a:bodyPr/>
          <a:lstStyle/>
          <a:p>
            <a:r>
              <a:rPr lang="fr-FR" dirty="0"/>
              <a:t>Niveau d’adhésion à l’objectif de l’événement</a:t>
            </a:r>
          </a:p>
        </p:txBody>
      </p:sp>
      <p:graphicFrame>
        <p:nvGraphicFramePr>
          <p:cNvPr id="4" name="Tableau 4">
            <a:extLst>
              <a:ext uri="{FF2B5EF4-FFF2-40B4-BE49-F238E27FC236}">
                <a16:creationId xmlns:a16="http://schemas.microsoft.com/office/drawing/2014/main" id="{D8B466C3-B274-6772-7885-50E0F777C21A}"/>
              </a:ext>
            </a:extLst>
          </p:cNvPr>
          <p:cNvGraphicFramePr>
            <a:graphicFrameLocks noGrp="1"/>
          </p:cNvGraphicFramePr>
          <p:nvPr>
            <p:extLst>
              <p:ext uri="{D42A27DB-BD31-4B8C-83A1-F6EECF244321}">
                <p14:modId xmlns:p14="http://schemas.microsoft.com/office/powerpoint/2010/main" val="4003188458"/>
              </p:ext>
            </p:extLst>
          </p:nvPr>
        </p:nvGraphicFramePr>
        <p:xfrm>
          <a:off x="669924" y="1550035"/>
          <a:ext cx="10683876" cy="3134360"/>
        </p:xfrm>
        <a:graphic>
          <a:graphicData uri="http://schemas.openxmlformats.org/drawingml/2006/table">
            <a:tbl>
              <a:tblPr firstRow="1" bandRow="1">
                <a:tableStyleId>{5C22544A-7EE6-4342-B048-85BDC9FD1C3A}</a:tableStyleId>
              </a:tblPr>
              <a:tblGrid>
                <a:gridCol w="5341938">
                  <a:extLst>
                    <a:ext uri="{9D8B030D-6E8A-4147-A177-3AD203B41FA5}">
                      <a16:colId xmlns:a16="http://schemas.microsoft.com/office/drawing/2014/main" val="204145525"/>
                    </a:ext>
                  </a:extLst>
                </a:gridCol>
                <a:gridCol w="5341938">
                  <a:extLst>
                    <a:ext uri="{9D8B030D-6E8A-4147-A177-3AD203B41FA5}">
                      <a16:colId xmlns:a16="http://schemas.microsoft.com/office/drawing/2014/main" val="3924290772"/>
                    </a:ext>
                  </a:extLst>
                </a:gridCol>
              </a:tblGrid>
              <a:tr h="370840">
                <a:tc>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Idées d’adaptation à ce cas</a:t>
                      </a:r>
                    </a:p>
                  </a:txBody>
                  <a:tcPr/>
                </a:tc>
                <a:extLst>
                  <a:ext uri="{0D108BD9-81ED-4DB2-BD59-A6C34878D82A}">
                    <a16:rowId xmlns:a16="http://schemas.microsoft.com/office/drawing/2014/main" val="139554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Globalement alignés avec l'objectif de l'événement</a:t>
                      </a:r>
                    </a:p>
                  </a:txBody>
                  <a:tcPr/>
                </a:tc>
                <a:tc>
                  <a:txBody>
                    <a:bodyPr/>
                    <a:lstStyle/>
                    <a:p>
                      <a:endParaRPr lang="fr-FR"/>
                    </a:p>
                  </a:txBody>
                  <a:tcPr/>
                </a:tc>
                <a:extLst>
                  <a:ext uri="{0D108BD9-81ED-4DB2-BD59-A6C34878D82A}">
                    <a16:rowId xmlns:a16="http://schemas.microsoft.com/office/drawing/2014/main" val="36992566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peu alignés avec l'objectif de l'événement</a:t>
                      </a:r>
                    </a:p>
                  </a:txBody>
                  <a:tcPr/>
                </a:tc>
                <a:tc>
                  <a:txBody>
                    <a:bodyPr/>
                    <a:lstStyle/>
                    <a:p>
                      <a:endParaRPr lang="fr-FR" dirty="0"/>
                    </a:p>
                  </a:txBody>
                  <a:tcPr/>
                </a:tc>
                <a:extLst>
                  <a:ext uri="{0D108BD9-81ED-4DB2-BD59-A6C34878D82A}">
                    <a16:rowId xmlns:a16="http://schemas.microsoft.com/office/drawing/2014/main" val="6433030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Globalement neutres par rapport à l'objectif de l'événement</a:t>
                      </a:r>
                    </a:p>
                  </a:txBody>
                  <a:tcPr/>
                </a:tc>
                <a:tc>
                  <a:txBody>
                    <a:bodyPr/>
                    <a:lstStyle/>
                    <a:p>
                      <a:endParaRPr lang="fr-FR"/>
                    </a:p>
                  </a:txBody>
                  <a:tcPr/>
                </a:tc>
                <a:extLst>
                  <a:ext uri="{0D108BD9-81ED-4DB2-BD59-A6C34878D82A}">
                    <a16:rowId xmlns:a16="http://schemas.microsoft.com/office/drawing/2014/main" val="17499827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Déchirés (pour et contre) à propos de l'objectif de l'événement</a:t>
                      </a:r>
                    </a:p>
                  </a:txBody>
                  <a:tcPr/>
                </a:tc>
                <a:tc>
                  <a:txBody>
                    <a:bodyPr/>
                    <a:lstStyle/>
                    <a:p>
                      <a:endParaRPr lang="fr-FR"/>
                    </a:p>
                  </a:txBody>
                  <a:tcPr/>
                </a:tc>
                <a:extLst>
                  <a:ext uri="{0D108BD9-81ED-4DB2-BD59-A6C34878D82A}">
                    <a16:rowId xmlns:a16="http://schemas.microsoft.com/office/drawing/2014/main" val="40572975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peu désalignés avec l'objectif de l'événement</a:t>
                      </a:r>
                    </a:p>
                  </a:txBody>
                  <a:tcPr/>
                </a:tc>
                <a:tc>
                  <a:txBody>
                    <a:bodyPr/>
                    <a:lstStyle/>
                    <a:p>
                      <a:endParaRPr lang="fr-FR" dirty="0"/>
                    </a:p>
                  </a:txBody>
                  <a:tcPr/>
                </a:tc>
                <a:extLst>
                  <a:ext uri="{0D108BD9-81ED-4DB2-BD59-A6C34878D82A}">
                    <a16:rowId xmlns:a16="http://schemas.microsoft.com/office/drawing/2014/main" val="2478843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Globalement désalignés avec l'objectif de l'événement</a:t>
                      </a:r>
                    </a:p>
                  </a:txBody>
                  <a:tcPr/>
                </a:tc>
                <a:tc>
                  <a:txBody>
                    <a:bodyPr/>
                    <a:lstStyle/>
                    <a:p>
                      <a:endParaRPr lang="fr-FR" dirty="0"/>
                    </a:p>
                  </a:txBody>
                  <a:tcPr/>
                </a:tc>
                <a:extLst>
                  <a:ext uri="{0D108BD9-81ED-4DB2-BD59-A6C34878D82A}">
                    <a16:rowId xmlns:a16="http://schemas.microsoft.com/office/drawing/2014/main" val="3016032130"/>
                  </a:ext>
                </a:extLst>
              </a:tr>
            </a:tbl>
          </a:graphicData>
        </a:graphic>
      </p:graphicFrame>
    </p:spTree>
    <p:extLst>
      <p:ext uri="{BB962C8B-B14F-4D97-AF65-F5344CB8AC3E}">
        <p14:creationId xmlns:p14="http://schemas.microsoft.com/office/powerpoint/2010/main" val="9445002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109" name="Graphique 108" descr="Visage souriant à remplissage solide avec un remplissage uni">
            <a:extLst>
              <a:ext uri="{FF2B5EF4-FFF2-40B4-BE49-F238E27FC236}">
                <a16:creationId xmlns:a16="http://schemas.microsoft.com/office/drawing/2014/main" id="{C9F0A470-3703-81E2-5A7E-FC4AF7EF95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3641" y="2324251"/>
            <a:ext cx="798098" cy="798098"/>
          </a:xfrm>
          <a:prstGeom prst="rect">
            <a:avLst/>
          </a:prstGeom>
        </p:spPr>
      </p:pic>
      <p:pic>
        <p:nvPicPr>
          <p:cNvPr id="2" name="Graphique 1" descr="Visage souriant à remplissage solide avec un remplissage uni">
            <a:extLst>
              <a:ext uri="{FF2B5EF4-FFF2-40B4-BE49-F238E27FC236}">
                <a16:creationId xmlns:a16="http://schemas.microsoft.com/office/drawing/2014/main" id="{C62CFF73-57AC-18BA-83B3-61B2FB635B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6274" y="2324251"/>
            <a:ext cx="798098" cy="798098"/>
          </a:xfrm>
          <a:prstGeom prst="rect">
            <a:avLst/>
          </a:prstGeom>
        </p:spPr>
      </p:pic>
      <p:pic>
        <p:nvPicPr>
          <p:cNvPr id="3" name="Graphique 2" descr="Visage souriant à remplissage solide avec un remplissage uni">
            <a:extLst>
              <a:ext uri="{FF2B5EF4-FFF2-40B4-BE49-F238E27FC236}">
                <a16:creationId xmlns:a16="http://schemas.microsoft.com/office/drawing/2014/main" id="{0C73A35A-23E9-3177-0BCC-9A97C39F6A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69868" y="2324251"/>
            <a:ext cx="798098" cy="798098"/>
          </a:xfrm>
          <a:prstGeom prst="rect">
            <a:avLst/>
          </a:prstGeom>
        </p:spPr>
      </p:pic>
      <p:pic>
        <p:nvPicPr>
          <p:cNvPr id="4" name="Graphique 3" descr="Visage souriant à remplissage solide avec un remplissage uni">
            <a:extLst>
              <a:ext uri="{FF2B5EF4-FFF2-40B4-BE49-F238E27FC236}">
                <a16:creationId xmlns:a16="http://schemas.microsoft.com/office/drawing/2014/main" id="{DECA21B7-F6C8-AB78-6EAE-B2D330C18F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62501" y="2324251"/>
            <a:ext cx="798098" cy="798098"/>
          </a:xfrm>
          <a:prstGeom prst="rect">
            <a:avLst/>
          </a:prstGeom>
        </p:spPr>
      </p:pic>
      <p:pic>
        <p:nvPicPr>
          <p:cNvPr id="13" name="Graphique 12" descr="Calendrier journalier avec un remplissage uni">
            <a:extLst>
              <a:ext uri="{FF2B5EF4-FFF2-40B4-BE49-F238E27FC236}">
                <a16:creationId xmlns:a16="http://schemas.microsoft.com/office/drawing/2014/main" id="{7246F32D-9764-1CF8-0681-967A482954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48101" y="786087"/>
            <a:ext cx="914400" cy="914400"/>
          </a:xfrm>
          <a:prstGeom prst="rect">
            <a:avLst/>
          </a:prstGeom>
        </p:spPr>
      </p:pic>
      <p:pic>
        <p:nvPicPr>
          <p:cNvPr id="16" name="Graphique 15" descr="Mille avec un remplissage uni">
            <a:extLst>
              <a:ext uri="{FF2B5EF4-FFF2-40B4-BE49-F238E27FC236}">
                <a16:creationId xmlns:a16="http://schemas.microsoft.com/office/drawing/2014/main" id="{5797962F-D39C-447B-5BC3-DE6EA14E669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49030" y="325812"/>
            <a:ext cx="1183696" cy="1183696"/>
          </a:xfrm>
          <a:prstGeom prst="rect">
            <a:avLst/>
          </a:prstGeom>
        </p:spPr>
      </p:pic>
      <p:pic>
        <p:nvPicPr>
          <p:cNvPr id="20" name="Graphique 19" descr="Signe pouce en haut avec un remplissage uni">
            <a:extLst>
              <a:ext uri="{FF2B5EF4-FFF2-40B4-BE49-F238E27FC236}">
                <a16:creationId xmlns:a16="http://schemas.microsoft.com/office/drawing/2014/main" id="{EAEDFC03-74A5-9152-7234-3403FC2FA1C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2286742" y="1951126"/>
            <a:ext cx="551518" cy="551518"/>
          </a:xfrm>
          <a:prstGeom prst="rect">
            <a:avLst/>
          </a:prstGeom>
        </p:spPr>
      </p:pic>
      <p:pic>
        <p:nvPicPr>
          <p:cNvPr id="21" name="Graphique 20" descr="Signe pouce en haut avec un remplissage uni">
            <a:extLst>
              <a:ext uri="{FF2B5EF4-FFF2-40B4-BE49-F238E27FC236}">
                <a16:creationId xmlns:a16="http://schemas.microsoft.com/office/drawing/2014/main" id="{5D3D0B8B-8EE9-8352-9D8E-11AA896EE13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2998530" y="1951126"/>
            <a:ext cx="551518" cy="551518"/>
          </a:xfrm>
          <a:prstGeom prst="rect">
            <a:avLst/>
          </a:prstGeom>
        </p:spPr>
      </p:pic>
      <p:pic>
        <p:nvPicPr>
          <p:cNvPr id="22" name="Graphique 21" descr="Signe pouce en haut avec un remplissage uni">
            <a:extLst>
              <a:ext uri="{FF2B5EF4-FFF2-40B4-BE49-F238E27FC236}">
                <a16:creationId xmlns:a16="http://schemas.microsoft.com/office/drawing/2014/main" id="{580110DC-EDEF-A703-B844-8C56D686D2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622089" y="1951126"/>
            <a:ext cx="551518" cy="551518"/>
          </a:xfrm>
          <a:prstGeom prst="rect">
            <a:avLst/>
          </a:prstGeom>
        </p:spPr>
      </p:pic>
      <p:pic>
        <p:nvPicPr>
          <p:cNvPr id="23" name="Graphique 22" descr="Signe pouce en haut avec un remplissage uni">
            <a:extLst>
              <a:ext uri="{FF2B5EF4-FFF2-40B4-BE49-F238E27FC236}">
                <a16:creationId xmlns:a16="http://schemas.microsoft.com/office/drawing/2014/main" id="{E99379AE-D762-9CA8-CAFD-CE8EBE6DC6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940821" y="1951126"/>
            <a:ext cx="551518" cy="551518"/>
          </a:xfrm>
          <a:prstGeom prst="rect">
            <a:avLst/>
          </a:prstGeom>
        </p:spPr>
      </p:pic>
      <p:pic>
        <p:nvPicPr>
          <p:cNvPr id="24" name="Graphique 23" descr="Visage en colère avec remplissage uni avec un remplissage uni">
            <a:extLst>
              <a:ext uri="{FF2B5EF4-FFF2-40B4-BE49-F238E27FC236}">
                <a16:creationId xmlns:a16="http://schemas.microsoft.com/office/drawing/2014/main" id="{F638BD4B-BA61-9FEA-624B-5B6FE0D8A84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582977" y="2134487"/>
            <a:ext cx="798098" cy="798098"/>
          </a:xfrm>
          <a:prstGeom prst="rect">
            <a:avLst/>
          </a:prstGeom>
        </p:spPr>
      </p:pic>
      <p:pic>
        <p:nvPicPr>
          <p:cNvPr id="25" name="Graphique 24" descr="Visage en colère avec remplissage uni avec un remplissage uni">
            <a:extLst>
              <a:ext uri="{FF2B5EF4-FFF2-40B4-BE49-F238E27FC236}">
                <a16:creationId xmlns:a16="http://schemas.microsoft.com/office/drawing/2014/main" id="{C6F964E6-6EA5-F85C-4E16-99E69FDD92A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275610" y="2134487"/>
            <a:ext cx="798098" cy="798098"/>
          </a:xfrm>
          <a:prstGeom prst="rect">
            <a:avLst/>
          </a:prstGeom>
        </p:spPr>
      </p:pic>
      <p:pic>
        <p:nvPicPr>
          <p:cNvPr id="26" name="Graphique 25" descr="Visage en colère avec remplissage uni avec un remplissage uni">
            <a:extLst>
              <a:ext uri="{FF2B5EF4-FFF2-40B4-BE49-F238E27FC236}">
                <a16:creationId xmlns:a16="http://schemas.microsoft.com/office/drawing/2014/main" id="{D048F97C-17EF-8C5C-2C03-55FBBA37E48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959204" y="2134487"/>
            <a:ext cx="798098" cy="798098"/>
          </a:xfrm>
          <a:prstGeom prst="rect">
            <a:avLst/>
          </a:prstGeom>
        </p:spPr>
      </p:pic>
      <p:pic>
        <p:nvPicPr>
          <p:cNvPr id="27" name="Graphique 26" descr="Visage en colère avec remplissage uni avec un remplissage uni">
            <a:extLst>
              <a:ext uri="{FF2B5EF4-FFF2-40B4-BE49-F238E27FC236}">
                <a16:creationId xmlns:a16="http://schemas.microsoft.com/office/drawing/2014/main" id="{02A1DF3B-F0C8-2E8D-FD18-5DC9245578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6651837" y="2134487"/>
            <a:ext cx="798098" cy="798098"/>
          </a:xfrm>
          <a:prstGeom prst="rect">
            <a:avLst/>
          </a:prstGeom>
        </p:spPr>
      </p:pic>
      <p:pic>
        <p:nvPicPr>
          <p:cNvPr id="28" name="Graphique 27" descr="Calendrier journalier avec un remplissage uni">
            <a:extLst>
              <a:ext uri="{FF2B5EF4-FFF2-40B4-BE49-F238E27FC236}">
                <a16:creationId xmlns:a16="http://schemas.microsoft.com/office/drawing/2014/main" id="{83909AA9-9134-7B42-A1F5-84DFF89DE0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48788" y="786087"/>
            <a:ext cx="914400" cy="914400"/>
          </a:xfrm>
          <a:prstGeom prst="rect">
            <a:avLst/>
          </a:prstGeom>
        </p:spPr>
      </p:pic>
      <p:pic>
        <p:nvPicPr>
          <p:cNvPr id="29" name="Graphique 28" descr="Mille avec un remplissage uni">
            <a:extLst>
              <a:ext uri="{FF2B5EF4-FFF2-40B4-BE49-F238E27FC236}">
                <a16:creationId xmlns:a16="http://schemas.microsoft.com/office/drawing/2014/main" id="{062C48DB-43F4-2214-1F09-5A72E95503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49717" y="325812"/>
            <a:ext cx="1183696" cy="1183696"/>
          </a:xfrm>
          <a:prstGeom prst="rect">
            <a:avLst/>
          </a:prstGeom>
        </p:spPr>
      </p:pic>
      <p:pic>
        <p:nvPicPr>
          <p:cNvPr id="30" name="Graphique 29" descr="Signe pouce en haut avec un remplissage uni">
            <a:extLst>
              <a:ext uri="{FF2B5EF4-FFF2-40B4-BE49-F238E27FC236}">
                <a16:creationId xmlns:a16="http://schemas.microsoft.com/office/drawing/2014/main" id="{1F503E6F-EA54-90A4-0C3A-2740047F652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6419860" y="2668409"/>
            <a:ext cx="551518" cy="585987"/>
          </a:xfrm>
          <a:prstGeom prst="rect">
            <a:avLst/>
          </a:prstGeom>
        </p:spPr>
      </p:pic>
      <p:pic>
        <p:nvPicPr>
          <p:cNvPr id="31" name="Graphique 30" descr="Signe pouce en haut avec un remplissage uni">
            <a:extLst>
              <a:ext uri="{FF2B5EF4-FFF2-40B4-BE49-F238E27FC236}">
                <a16:creationId xmlns:a16="http://schemas.microsoft.com/office/drawing/2014/main" id="{0EE8FA35-BE72-B6B3-499E-62BEAF69023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7131648" y="2668409"/>
            <a:ext cx="551518" cy="585987"/>
          </a:xfrm>
          <a:prstGeom prst="rect">
            <a:avLst/>
          </a:prstGeom>
        </p:spPr>
      </p:pic>
      <p:pic>
        <p:nvPicPr>
          <p:cNvPr id="32" name="Graphique 31" descr="Signe pouce en haut avec un remplissage uni">
            <a:extLst>
              <a:ext uri="{FF2B5EF4-FFF2-40B4-BE49-F238E27FC236}">
                <a16:creationId xmlns:a16="http://schemas.microsoft.com/office/drawing/2014/main" id="{837CEF8F-6C00-9B3F-6067-89677F0D3B5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5755207" y="2668409"/>
            <a:ext cx="551518" cy="585987"/>
          </a:xfrm>
          <a:prstGeom prst="rect">
            <a:avLst/>
          </a:prstGeom>
        </p:spPr>
      </p:pic>
      <p:pic>
        <p:nvPicPr>
          <p:cNvPr id="33" name="Graphique 32" descr="Signe pouce en haut avec un remplissage uni">
            <a:extLst>
              <a:ext uri="{FF2B5EF4-FFF2-40B4-BE49-F238E27FC236}">
                <a16:creationId xmlns:a16="http://schemas.microsoft.com/office/drawing/2014/main" id="{E6055B68-5F8C-F270-9D2A-AEF809A8D51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5073939" y="2668409"/>
            <a:ext cx="551518" cy="585987"/>
          </a:xfrm>
          <a:prstGeom prst="rect">
            <a:avLst/>
          </a:prstGeom>
        </p:spPr>
      </p:pic>
      <p:pic>
        <p:nvPicPr>
          <p:cNvPr id="36" name="Graphique 35" descr="Visage souriant à remplissage solide avec un remplissage uni">
            <a:extLst>
              <a:ext uri="{FF2B5EF4-FFF2-40B4-BE49-F238E27FC236}">
                <a16:creationId xmlns:a16="http://schemas.microsoft.com/office/drawing/2014/main" id="{1EF2105B-7A92-1B13-1879-A7432FE708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7251" y="2234506"/>
            <a:ext cx="798098" cy="798098"/>
          </a:xfrm>
          <a:prstGeom prst="rect">
            <a:avLst/>
          </a:prstGeom>
        </p:spPr>
      </p:pic>
      <p:pic>
        <p:nvPicPr>
          <p:cNvPr id="37" name="Graphique 36" descr="Visage souriant à remplissage solide avec un remplissage uni">
            <a:extLst>
              <a:ext uri="{FF2B5EF4-FFF2-40B4-BE49-F238E27FC236}">
                <a16:creationId xmlns:a16="http://schemas.microsoft.com/office/drawing/2014/main" id="{5D59D22E-CC11-7D26-97D5-72C9D45378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39884" y="2234506"/>
            <a:ext cx="798098" cy="798098"/>
          </a:xfrm>
          <a:prstGeom prst="rect">
            <a:avLst/>
          </a:prstGeom>
        </p:spPr>
      </p:pic>
      <p:pic>
        <p:nvPicPr>
          <p:cNvPr id="38" name="Graphique 37" descr="Calendrier journalier avec un remplissage uni">
            <a:extLst>
              <a:ext uri="{FF2B5EF4-FFF2-40B4-BE49-F238E27FC236}">
                <a16:creationId xmlns:a16="http://schemas.microsoft.com/office/drawing/2014/main" id="{89D940F8-B3E6-2377-3EBC-7F6644C6AD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17944" y="786087"/>
            <a:ext cx="914400" cy="914400"/>
          </a:xfrm>
          <a:prstGeom prst="rect">
            <a:avLst/>
          </a:prstGeom>
        </p:spPr>
      </p:pic>
      <p:pic>
        <p:nvPicPr>
          <p:cNvPr id="39" name="Graphique 38" descr="Mille avec un remplissage uni">
            <a:extLst>
              <a:ext uri="{FF2B5EF4-FFF2-40B4-BE49-F238E27FC236}">
                <a16:creationId xmlns:a16="http://schemas.microsoft.com/office/drawing/2014/main" id="{B978E34B-D963-A350-C23F-A339077C00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18873" y="325812"/>
            <a:ext cx="1183696" cy="1183696"/>
          </a:xfrm>
          <a:prstGeom prst="rect">
            <a:avLst/>
          </a:prstGeom>
        </p:spPr>
      </p:pic>
      <p:pic>
        <p:nvPicPr>
          <p:cNvPr id="40" name="Graphique 39" descr="Signe pouce en haut avec un remplissage uni">
            <a:extLst>
              <a:ext uri="{FF2B5EF4-FFF2-40B4-BE49-F238E27FC236}">
                <a16:creationId xmlns:a16="http://schemas.microsoft.com/office/drawing/2014/main" id="{E74B7822-EE74-141A-EAB1-9F056F754B9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0464125" y="1861381"/>
            <a:ext cx="551518" cy="551518"/>
          </a:xfrm>
          <a:prstGeom prst="rect">
            <a:avLst/>
          </a:prstGeom>
        </p:spPr>
      </p:pic>
      <p:pic>
        <p:nvPicPr>
          <p:cNvPr id="41" name="Graphique 40" descr="Signe pouce en haut avec un remplissage uni">
            <a:extLst>
              <a:ext uri="{FF2B5EF4-FFF2-40B4-BE49-F238E27FC236}">
                <a16:creationId xmlns:a16="http://schemas.microsoft.com/office/drawing/2014/main" id="{FE442A4C-8391-4899-DFDD-69EA81045C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1175913" y="1888142"/>
            <a:ext cx="551518" cy="551518"/>
          </a:xfrm>
          <a:prstGeom prst="rect">
            <a:avLst/>
          </a:prstGeom>
        </p:spPr>
      </p:pic>
      <p:pic>
        <p:nvPicPr>
          <p:cNvPr id="44" name="Graphique 43" descr="Visage en colère avec remplissage uni avec un remplissage uni">
            <a:extLst>
              <a:ext uri="{FF2B5EF4-FFF2-40B4-BE49-F238E27FC236}">
                <a16:creationId xmlns:a16="http://schemas.microsoft.com/office/drawing/2014/main" id="{0665107F-34AE-F363-BE8C-CF69DDD6376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565990" y="2194927"/>
            <a:ext cx="798098" cy="798098"/>
          </a:xfrm>
          <a:prstGeom prst="rect">
            <a:avLst/>
          </a:prstGeom>
        </p:spPr>
      </p:pic>
      <p:pic>
        <p:nvPicPr>
          <p:cNvPr id="45" name="Graphique 44" descr="Visage en colère avec remplissage uni avec un remplissage uni">
            <a:extLst>
              <a:ext uri="{FF2B5EF4-FFF2-40B4-BE49-F238E27FC236}">
                <a16:creationId xmlns:a16="http://schemas.microsoft.com/office/drawing/2014/main" id="{120E9BB2-78A4-B6B9-8AEA-8191876E446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258623" y="2194927"/>
            <a:ext cx="798098" cy="798098"/>
          </a:xfrm>
          <a:prstGeom prst="rect">
            <a:avLst/>
          </a:prstGeom>
        </p:spPr>
      </p:pic>
      <p:pic>
        <p:nvPicPr>
          <p:cNvPr id="46" name="Graphique 45" descr="Signe pouce en haut avec un remplissage uni">
            <a:extLst>
              <a:ext uri="{FF2B5EF4-FFF2-40B4-BE49-F238E27FC236}">
                <a16:creationId xmlns:a16="http://schemas.microsoft.com/office/drawing/2014/main" id="{F1A1F5A1-2718-00B9-7CF7-639EFCAB49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738220" y="2728849"/>
            <a:ext cx="551518" cy="585987"/>
          </a:xfrm>
          <a:prstGeom prst="rect">
            <a:avLst/>
          </a:prstGeom>
        </p:spPr>
      </p:pic>
      <p:pic>
        <p:nvPicPr>
          <p:cNvPr id="47" name="Graphique 46" descr="Signe pouce en haut avec un remplissage uni">
            <a:extLst>
              <a:ext uri="{FF2B5EF4-FFF2-40B4-BE49-F238E27FC236}">
                <a16:creationId xmlns:a16="http://schemas.microsoft.com/office/drawing/2014/main" id="{A37FC098-1A80-7441-FA0E-4DCB476E25A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056952" y="2728849"/>
            <a:ext cx="551518" cy="585987"/>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7EB4FC7D-9EDB-A211-5966-96392ED097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599847" y="5611976"/>
            <a:ext cx="798098" cy="798098"/>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D04A11AD-8634-C3BD-44B6-AC999F29BB0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292480" y="5611976"/>
            <a:ext cx="798098" cy="798098"/>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10E1C6C1-2017-2526-30F4-771275C5A6D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976074" y="5611976"/>
            <a:ext cx="798098" cy="798098"/>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821F4693-62DC-B324-79FF-82A62B63D3C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2668707" y="5611976"/>
            <a:ext cx="798098" cy="798098"/>
          </a:xfrm>
          <a:prstGeom prst="rect">
            <a:avLst/>
          </a:prstGeom>
        </p:spPr>
      </p:pic>
      <p:pic>
        <p:nvPicPr>
          <p:cNvPr id="52" name="Graphique 51" descr="Calendrier journalier avec un remplissage uni">
            <a:extLst>
              <a:ext uri="{FF2B5EF4-FFF2-40B4-BE49-F238E27FC236}">
                <a16:creationId xmlns:a16="http://schemas.microsoft.com/office/drawing/2014/main" id="{898FA874-31BE-2CC2-5D20-984DF604E2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3443" y="4069569"/>
            <a:ext cx="914400" cy="914400"/>
          </a:xfrm>
          <a:prstGeom prst="rect">
            <a:avLst/>
          </a:prstGeom>
        </p:spPr>
      </p:pic>
      <p:pic>
        <p:nvPicPr>
          <p:cNvPr id="53" name="Graphique 52" descr="Mille avec un remplissage uni">
            <a:extLst>
              <a:ext uri="{FF2B5EF4-FFF2-40B4-BE49-F238E27FC236}">
                <a16:creationId xmlns:a16="http://schemas.microsoft.com/office/drawing/2014/main" id="{83E24F75-89B1-36DA-D55C-19F78DEC5A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84372" y="3609294"/>
            <a:ext cx="1183696" cy="1183696"/>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DE363B59-7B45-6C6C-C418-EEC498D51B4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4540611" y="5607733"/>
            <a:ext cx="798098" cy="798098"/>
          </a:xfrm>
          <a:prstGeom prst="rect">
            <a:avLst/>
          </a:prstGeom>
        </p:spPr>
      </p:pic>
      <p:pic>
        <p:nvPicPr>
          <p:cNvPr id="59" name="Graphique 58" descr="Visage neutre avec remplissage solide avec un remplissage uni">
            <a:extLst>
              <a:ext uri="{FF2B5EF4-FFF2-40B4-BE49-F238E27FC236}">
                <a16:creationId xmlns:a16="http://schemas.microsoft.com/office/drawing/2014/main" id="{FFF9379E-553E-8B0B-8AD3-FD89CE09D4B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5233244" y="5607733"/>
            <a:ext cx="798098" cy="798098"/>
          </a:xfrm>
          <a:prstGeom prst="rect">
            <a:avLst/>
          </a:prstGeom>
        </p:spPr>
      </p:pic>
      <p:pic>
        <p:nvPicPr>
          <p:cNvPr id="60" name="Graphique 59" descr="Visage souriant à remplissage solide avec un remplissage uni">
            <a:extLst>
              <a:ext uri="{FF2B5EF4-FFF2-40B4-BE49-F238E27FC236}">
                <a16:creationId xmlns:a16="http://schemas.microsoft.com/office/drawing/2014/main" id="{C4E22988-57B4-AAD4-85AC-BAB08F41E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6838" y="5607733"/>
            <a:ext cx="798098" cy="798098"/>
          </a:xfrm>
          <a:prstGeom prst="rect">
            <a:avLst/>
          </a:prstGeom>
        </p:spPr>
      </p:pic>
      <p:pic>
        <p:nvPicPr>
          <p:cNvPr id="61" name="Graphique 60" descr="Visage souriant à remplissage solide avec un remplissage uni">
            <a:extLst>
              <a:ext uri="{FF2B5EF4-FFF2-40B4-BE49-F238E27FC236}">
                <a16:creationId xmlns:a16="http://schemas.microsoft.com/office/drawing/2014/main" id="{94E60ACC-1932-A515-34F8-78316B3573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9471" y="5607733"/>
            <a:ext cx="798098" cy="798098"/>
          </a:xfrm>
          <a:prstGeom prst="rect">
            <a:avLst/>
          </a:prstGeom>
        </p:spPr>
      </p:pic>
      <p:pic>
        <p:nvPicPr>
          <p:cNvPr id="62" name="Graphique 61" descr="Calendrier journalier avec un remplissage uni">
            <a:extLst>
              <a:ext uri="{FF2B5EF4-FFF2-40B4-BE49-F238E27FC236}">
                <a16:creationId xmlns:a16="http://schemas.microsoft.com/office/drawing/2014/main" id="{FE0283A9-4697-6CF0-9526-6D3DE6DB42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071" y="4069569"/>
            <a:ext cx="914400" cy="914400"/>
          </a:xfrm>
          <a:prstGeom prst="rect">
            <a:avLst/>
          </a:prstGeom>
        </p:spPr>
      </p:pic>
      <p:pic>
        <p:nvPicPr>
          <p:cNvPr id="63" name="Graphique 62" descr="Mille avec un remplissage uni">
            <a:extLst>
              <a:ext uri="{FF2B5EF4-FFF2-40B4-BE49-F238E27FC236}">
                <a16:creationId xmlns:a16="http://schemas.microsoft.com/office/drawing/2014/main" id="{92867D46-D6CB-6D90-B979-2711947F41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3609294"/>
            <a:ext cx="1183696" cy="1183696"/>
          </a:xfrm>
          <a:prstGeom prst="rect">
            <a:avLst/>
          </a:prstGeom>
        </p:spPr>
      </p:pic>
      <p:pic>
        <p:nvPicPr>
          <p:cNvPr id="64" name="Graphique 63" descr="Signe pouce en haut avec un remplissage uni">
            <a:extLst>
              <a:ext uri="{FF2B5EF4-FFF2-40B4-BE49-F238E27FC236}">
                <a16:creationId xmlns:a16="http://schemas.microsoft.com/office/drawing/2014/main" id="{3972E6CF-BC98-4275-F7A7-36F4D9656B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6333712" y="5234608"/>
            <a:ext cx="551518" cy="551518"/>
          </a:xfrm>
          <a:prstGeom prst="rect">
            <a:avLst/>
          </a:prstGeom>
        </p:spPr>
      </p:pic>
      <p:pic>
        <p:nvPicPr>
          <p:cNvPr id="65" name="Graphique 64" descr="Signe pouce en haut avec un remplissage uni">
            <a:extLst>
              <a:ext uri="{FF2B5EF4-FFF2-40B4-BE49-F238E27FC236}">
                <a16:creationId xmlns:a16="http://schemas.microsoft.com/office/drawing/2014/main" id="{2220BBFE-16BE-A972-4975-9BF41D2BEF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7045500" y="5234608"/>
            <a:ext cx="551518" cy="551518"/>
          </a:xfrm>
          <a:prstGeom prst="rect">
            <a:avLst/>
          </a:prstGeom>
        </p:spPr>
      </p:pic>
      <p:pic>
        <p:nvPicPr>
          <p:cNvPr id="70" name="Graphique 69" descr="Visage neutre avec remplissage solide avec un remplissage uni">
            <a:extLst>
              <a:ext uri="{FF2B5EF4-FFF2-40B4-BE49-F238E27FC236}">
                <a16:creationId xmlns:a16="http://schemas.microsoft.com/office/drawing/2014/main" id="{69EB5610-2225-F8EF-FF49-4386703A50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9995957" y="5500897"/>
            <a:ext cx="798098" cy="798098"/>
          </a:xfrm>
          <a:prstGeom prst="rect">
            <a:avLst/>
          </a:prstGeom>
        </p:spPr>
      </p:pic>
      <p:pic>
        <p:nvPicPr>
          <p:cNvPr id="71" name="Graphique 70" descr="Visage neutre avec remplissage solide avec un remplissage uni">
            <a:extLst>
              <a:ext uri="{FF2B5EF4-FFF2-40B4-BE49-F238E27FC236}">
                <a16:creationId xmlns:a16="http://schemas.microsoft.com/office/drawing/2014/main" id="{A9C69E5F-03EF-E7E6-7389-882625CD073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0688590" y="5500897"/>
            <a:ext cx="798098" cy="798098"/>
          </a:xfrm>
          <a:prstGeom prst="rect">
            <a:avLst/>
          </a:prstGeom>
        </p:spPr>
      </p:pic>
      <p:pic>
        <p:nvPicPr>
          <p:cNvPr id="72" name="Graphique 71" descr="Calendrier journalier avec un remplissage uni">
            <a:extLst>
              <a:ext uri="{FF2B5EF4-FFF2-40B4-BE49-F238E27FC236}">
                <a16:creationId xmlns:a16="http://schemas.microsoft.com/office/drawing/2014/main" id="{23F64963-165B-ABCA-6A28-EA7BFD82FBC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81311" y="4107318"/>
            <a:ext cx="914400" cy="914400"/>
          </a:xfrm>
          <a:prstGeom prst="rect">
            <a:avLst/>
          </a:prstGeom>
        </p:spPr>
      </p:pic>
      <p:pic>
        <p:nvPicPr>
          <p:cNvPr id="73" name="Graphique 72" descr="Mille avec un remplissage uni">
            <a:extLst>
              <a:ext uri="{FF2B5EF4-FFF2-40B4-BE49-F238E27FC236}">
                <a16:creationId xmlns:a16="http://schemas.microsoft.com/office/drawing/2014/main" id="{0734BF6B-2730-79C1-7D04-53572AF547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82240" y="3647043"/>
            <a:ext cx="1183696" cy="1183696"/>
          </a:xfrm>
          <a:prstGeom prst="rect">
            <a:avLst/>
          </a:prstGeom>
        </p:spPr>
      </p:pic>
      <p:pic>
        <p:nvPicPr>
          <p:cNvPr id="78" name="Graphique 77" descr="Visage en colère avec remplissage uni avec un remplissage uni">
            <a:extLst>
              <a:ext uri="{FF2B5EF4-FFF2-40B4-BE49-F238E27FC236}">
                <a16:creationId xmlns:a16="http://schemas.microsoft.com/office/drawing/2014/main" id="{75BD3EF4-E9EB-2F8E-521C-287A3A050B6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648561" y="5532369"/>
            <a:ext cx="798098" cy="798098"/>
          </a:xfrm>
          <a:prstGeom prst="rect">
            <a:avLst/>
          </a:prstGeom>
        </p:spPr>
      </p:pic>
      <p:pic>
        <p:nvPicPr>
          <p:cNvPr id="79" name="Graphique 78" descr="Visage en colère avec remplissage uni avec un remplissage uni">
            <a:extLst>
              <a:ext uri="{FF2B5EF4-FFF2-40B4-BE49-F238E27FC236}">
                <a16:creationId xmlns:a16="http://schemas.microsoft.com/office/drawing/2014/main" id="{08339B5D-C574-1322-BB13-1379B7B4071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341194" y="5532369"/>
            <a:ext cx="798098" cy="798098"/>
          </a:xfrm>
          <a:prstGeom prst="rect">
            <a:avLst/>
          </a:prstGeom>
        </p:spPr>
      </p:pic>
      <p:pic>
        <p:nvPicPr>
          <p:cNvPr id="80" name="Graphique 79" descr="Signe pouce en haut avec un remplissage uni">
            <a:extLst>
              <a:ext uri="{FF2B5EF4-FFF2-40B4-BE49-F238E27FC236}">
                <a16:creationId xmlns:a16="http://schemas.microsoft.com/office/drawing/2014/main" id="{B647980B-9BF7-7E7A-CEDA-8C30ACEEE4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820791" y="6066291"/>
            <a:ext cx="551518" cy="585987"/>
          </a:xfrm>
          <a:prstGeom prst="rect">
            <a:avLst/>
          </a:prstGeom>
        </p:spPr>
      </p:pic>
      <p:pic>
        <p:nvPicPr>
          <p:cNvPr id="83" name="Graphique 82" descr="Signe pouce en haut avec un remplissage uni">
            <a:extLst>
              <a:ext uri="{FF2B5EF4-FFF2-40B4-BE49-F238E27FC236}">
                <a16:creationId xmlns:a16="http://schemas.microsoft.com/office/drawing/2014/main" id="{9BB3EEA6-E326-EB1E-72DB-3A6DA9A82FB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139523" y="6066291"/>
            <a:ext cx="551518" cy="585987"/>
          </a:xfrm>
          <a:prstGeom prst="rect">
            <a:avLst/>
          </a:prstGeom>
        </p:spPr>
      </p:pic>
    </p:spTree>
    <p:extLst>
      <p:ext uri="{BB962C8B-B14F-4D97-AF65-F5344CB8AC3E}">
        <p14:creationId xmlns:p14="http://schemas.microsoft.com/office/powerpoint/2010/main" val="19209293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02FAC5-637F-BB2C-5C2B-BFAD4292A60D}"/>
              </a:ext>
            </a:extLst>
          </p:cNvPr>
          <p:cNvSpPr>
            <a:spLocks noGrp="1"/>
          </p:cNvSpPr>
          <p:nvPr>
            <p:ph type="title"/>
          </p:nvPr>
        </p:nvSpPr>
        <p:spPr/>
        <p:txBody>
          <a:bodyPr/>
          <a:lstStyle/>
          <a:p>
            <a:r>
              <a:rPr lang="fr-FR" dirty="0"/>
              <a:t>Niveau d’attentes sur l’événement </a:t>
            </a:r>
          </a:p>
        </p:txBody>
      </p:sp>
      <p:graphicFrame>
        <p:nvGraphicFramePr>
          <p:cNvPr id="4" name="Tableau 4">
            <a:extLst>
              <a:ext uri="{FF2B5EF4-FFF2-40B4-BE49-F238E27FC236}">
                <a16:creationId xmlns:a16="http://schemas.microsoft.com/office/drawing/2014/main" id="{9E107975-2210-17E3-AE70-A39B12259396}"/>
              </a:ext>
            </a:extLst>
          </p:cNvPr>
          <p:cNvGraphicFramePr>
            <a:graphicFrameLocks/>
          </p:cNvGraphicFramePr>
          <p:nvPr>
            <p:extLst>
              <p:ext uri="{D42A27DB-BD31-4B8C-83A1-F6EECF244321}">
                <p14:modId xmlns:p14="http://schemas.microsoft.com/office/powerpoint/2010/main" val="3881862507"/>
              </p:ext>
            </p:extLst>
          </p:nvPr>
        </p:nvGraphicFramePr>
        <p:xfrm>
          <a:off x="838200" y="1690688"/>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d’attentes sur l’événement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beaucoup d'attentes positives vis-à-vis de l'événement</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beaucoup d'attentes négatives vis-à-vis de l'événement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Ont des attentes mitigées vis-à-vis de l'événement</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Ont très peu voire pas d'attentes vis-à-vis de l'événement</a:t>
                      </a:r>
                    </a:p>
                  </a:txBody>
                  <a:tcPr/>
                </a:tc>
                <a:tc>
                  <a:txBody>
                    <a:bodyPr/>
                    <a:lstStyle/>
                    <a:p>
                      <a:endParaRPr lang="fr-FR" sz="1400" dirty="0"/>
                    </a:p>
                  </a:txBody>
                  <a:tcPr/>
                </a:tc>
                <a:extLst>
                  <a:ext uri="{0D108BD9-81ED-4DB2-BD59-A6C34878D82A}">
                    <a16:rowId xmlns:a16="http://schemas.microsoft.com/office/drawing/2014/main" val="4282307225"/>
                  </a:ext>
                </a:extLst>
              </a:tr>
            </a:tbl>
          </a:graphicData>
        </a:graphic>
      </p:graphicFrame>
    </p:spTree>
    <p:extLst>
      <p:ext uri="{BB962C8B-B14F-4D97-AF65-F5344CB8AC3E}">
        <p14:creationId xmlns:p14="http://schemas.microsoft.com/office/powerpoint/2010/main" val="32258537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6" name="Graphique 5" descr="Bulle de pensée contour">
            <a:extLst>
              <a:ext uri="{FF2B5EF4-FFF2-40B4-BE49-F238E27FC236}">
                <a16:creationId xmlns:a16="http://schemas.microsoft.com/office/drawing/2014/main" id="{D3A56964-8C8B-4806-EA8B-078EEBFAB4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198786" y="260579"/>
            <a:ext cx="2458814" cy="2395535"/>
          </a:xfrm>
          <a:prstGeom prst="rect">
            <a:avLst/>
          </a:prstGeom>
        </p:spPr>
      </p:pic>
      <p:pic>
        <p:nvPicPr>
          <p:cNvPr id="7" name="Graphique 6" descr="Calendrier journalier avec un remplissage uni">
            <a:extLst>
              <a:ext uri="{FF2B5EF4-FFF2-40B4-BE49-F238E27FC236}">
                <a16:creationId xmlns:a16="http://schemas.microsoft.com/office/drawing/2014/main" id="{EB0FB131-D283-3F54-DF79-63AE71A197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75450" y="655459"/>
            <a:ext cx="914400" cy="914400"/>
          </a:xfrm>
          <a:prstGeom prst="rect">
            <a:avLst/>
          </a:prstGeom>
        </p:spPr>
      </p:pic>
      <p:pic>
        <p:nvPicPr>
          <p:cNvPr id="8" name="Graphique 7" descr="Bulle de pensée contour">
            <a:extLst>
              <a:ext uri="{FF2B5EF4-FFF2-40B4-BE49-F238E27FC236}">
                <a16:creationId xmlns:a16="http://schemas.microsoft.com/office/drawing/2014/main" id="{6CD8DC29-B809-7CD6-966A-A968331E005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213438" y="316658"/>
            <a:ext cx="2458814" cy="2395535"/>
          </a:xfrm>
          <a:prstGeom prst="rect">
            <a:avLst/>
          </a:prstGeom>
        </p:spPr>
      </p:pic>
      <p:pic>
        <p:nvPicPr>
          <p:cNvPr id="11" name="Graphique 10" descr="Calendrier journalier avec un remplissage uni">
            <a:extLst>
              <a:ext uri="{FF2B5EF4-FFF2-40B4-BE49-F238E27FC236}">
                <a16:creationId xmlns:a16="http://schemas.microsoft.com/office/drawing/2014/main" id="{E1C4187A-34BB-A05C-63F7-5B30F7CE1C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0102" y="711538"/>
            <a:ext cx="914400" cy="914400"/>
          </a:xfrm>
          <a:prstGeom prst="rect">
            <a:avLst/>
          </a:prstGeom>
        </p:spPr>
      </p:pic>
      <p:pic>
        <p:nvPicPr>
          <p:cNvPr id="12" name="Graphique 11" descr="Bulle de pensée contour">
            <a:extLst>
              <a:ext uri="{FF2B5EF4-FFF2-40B4-BE49-F238E27FC236}">
                <a16:creationId xmlns:a16="http://schemas.microsoft.com/office/drawing/2014/main" id="{25A08BC5-B1D2-489E-4C46-9B6CA620218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9262924" y="316658"/>
            <a:ext cx="2458814" cy="2395535"/>
          </a:xfrm>
          <a:prstGeom prst="rect">
            <a:avLst/>
          </a:prstGeom>
        </p:spPr>
      </p:pic>
      <p:pic>
        <p:nvPicPr>
          <p:cNvPr id="19" name="Graphique 18" descr="Calendrier journalier avec un remplissage uni">
            <a:extLst>
              <a:ext uri="{FF2B5EF4-FFF2-40B4-BE49-F238E27FC236}">
                <a16:creationId xmlns:a16="http://schemas.microsoft.com/office/drawing/2014/main" id="{DC71AF12-C69E-E0B6-16AE-C9EA1C5E47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39588" y="711538"/>
            <a:ext cx="914400" cy="914400"/>
          </a:xfrm>
          <a:prstGeom prst="rect">
            <a:avLst/>
          </a:prstGeom>
        </p:spPr>
      </p:pic>
      <p:pic>
        <p:nvPicPr>
          <p:cNvPr id="34" name="Graphique 33" descr="Bulle de pensée contour">
            <a:extLst>
              <a:ext uri="{FF2B5EF4-FFF2-40B4-BE49-F238E27FC236}">
                <a16:creationId xmlns:a16="http://schemas.microsoft.com/office/drawing/2014/main" id="{F6FBEAF9-7F3C-E048-FAA9-6F73FBBD3F0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198786" y="3633888"/>
            <a:ext cx="2458814" cy="2395535"/>
          </a:xfrm>
          <a:prstGeom prst="rect">
            <a:avLst/>
          </a:prstGeom>
        </p:spPr>
      </p:pic>
      <p:pic>
        <p:nvPicPr>
          <p:cNvPr id="56" name="Graphique 55" descr="Visage souriant à remplissage solide avec un remplissage uni">
            <a:extLst>
              <a:ext uri="{FF2B5EF4-FFF2-40B4-BE49-F238E27FC236}">
                <a16:creationId xmlns:a16="http://schemas.microsoft.com/office/drawing/2014/main" id="{A3FBE6A8-5044-B339-17B6-5C23A764734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63" y="1996247"/>
            <a:ext cx="1319734" cy="1319734"/>
          </a:xfrm>
          <a:prstGeom prst="rect">
            <a:avLst/>
          </a:prstGeom>
        </p:spPr>
      </p:pic>
      <p:pic>
        <p:nvPicPr>
          <p:cNvPr id="57" name="Graphique 56" descr="Signe pouce en haut avec un remplissage uni">
            <a:extLst>
              <a:ext uri="{FF2B5EF4-FFF2-40B4-BE49-F238E27FC236}">
                <a16:creationId xmlns:a16="http://schemas.microsoft.com/office/drawing/2014/main" id="{3325AF12-FCA6-A573-0687-EBF2D7D119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67632" y="777304"/>
            <a:ext cx="654940" cy="654940"/>
          </a:xfrm>
          <a:prstGeom prst="rect">
            <a:avLst/>
          </a:prstGeom>
        </p:spPr>
      </p:pic>
      <p:pic>
        <p:nvPicPr>
          <p:cNvPr id="66" name="Graphique 65" descr="Visage en colère avec remplissage uni avec un remplissage uni">
            <a:extLst>
              <a:ext uri="{FF2B5EF4-FFF2-40B4-BE49-F238E27FC236}">
                <a16:creationId xmlns:a16="http://schemas.microsoft.com/office/drawing/2014/main" id="{74C54B26-41FC-C771-425B-5B70C1DF153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21149" y="2057798"/>
            <a:ext cx="1324431" cy="1324431"/>
          </a:xfrm>
          <a:prstGeom prst="rect">
            <a:avLst/>
          </a:prstGeom>
        </p:spPr>
      </p:pic>
      <p:pic>
        <p:nvPicPr>
          <p:cNvPr id="67" name="Graphique 66" descr="Signe pouce en haut avec un remplissage uni">
            <a:extLst>
              <a:ext uri="{FF2B5EF4-FFF2-40B4-BE49-F238E27FC236}">
                <a16:creationId xmlns:a16="http://schemas.microsoft.com/office/drawing/2014/main" id="{520F956C-0418-1424-A6E4-FAB8C8DAE2F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5768530" y="926883"/>
            <a:ext cx="654940" cy="630171"/>
          </a:xfrm>
          <a:prstGeom prst="rect">
            <a:avLst/>
          </a:prstGeom>
        </p:spPr>
      </p:pic>
      <p:pic>
        <p:nvPicPr>
          <p:cNvPr id="68" name="Graphique 67" descr="Visage neutre avec remplissage solide avec un remplissage uni">
            <a:extLst>
              <a:ext uri="{FF2B5EF4-FFF2-40B4-BE49-F238E27FC236}">
                <a16:creationId xmlns:a16="http://schemas.microsoft.com/office/drawing/2014/main" id="{F1CED4F8-FA80-744E-3FDB-9934FAD001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8272453" y="2103905"/>
            <a:ext cx="1232215" cy="1232215"/>
          </a:xfrm>
          <a:prstGeom prst="rect">
            <a:avLst/>
          </a:prstGeom>
        </p:spPr>
      </p:pic>
      <p:pic>
        <p:nvPicPr>
          <p:cNvPr id="69" name="Graphique 68" descr="Visage neutre avec remplissage solide avec un remplissage uni">
            <a:extLst>
              <a:ext uri="{FF2B5EF4-FFF2-40B4-BE49-F238E27FC236}">
                <a16:creationId xmlns:a16="http://schemas.microsoft.com/office/drawing/2014/main" id="{C8A856A9-B6D0-09FE-4B62-44626C484A2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77863" y="5469394"/>
            <a:ext cx="1232215" cy="1232215"/>
          </a:xfrm>
          <a:prstGeom prst="rect">
            <a:avLst/>
          </a:prstGeom>
        </p:spPr>
      </p:pic>
      <p:pic>
        <p:nvPicPr>
          <p:cNvPr id="74" name="Graphique 73" descr="Signe pouce en haut avec un remplissage uni">
            <a:extLst>
              <a:ext uri="{FF2B5EF4-FFF2-40B4-BE49-F238E27FC236}">
                <a16:creationId xmlns:a16="http://schemas.microsoft.com/office/drawing/2014/main" id="{349DF552-614A-5E48-20DD-514CDCB855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08745" y="599413"/>
            <a:ext cx="654940" cy="654940"/>
          </a:xfrm>
          <a:prstGeom prst="rect">
            <a:avLst/>
          </a:prstGeom>
        </p:spPr>
      </p:pic>
      <p:pic>
        <p:nvPicPr>
          <p:cNvPr id="75" name="Graphique 74" descr="Signe pouce en haut avec un remplissage uni">
            <a:extLst>
              <a:ext uri="{FF2B5EF4-FFF2-40B4-BE49-F238E27FC236}">
                <a16:creationId xmlns:a16="http://schemas.microsoft.com/office/drawing/2014/main" id="{E0E97411-19BB-F2A0-B268-A5711944F94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9769428" y="1120615"/>
            <a:ext cx="654940" cy="630171"/>
          </a:xfrm>
          <a:prstGeom prst="rect">
            <a:avLst/>
          </a:prstGeom>
        </p:spPr>
      </p:pic>
    </p:spTree>
    <p:extLst>
      <p:ext uri="{BB962C8B-B14F-4D97-AF65-F5344CB8AC3E}">
        <p14:creationId xmlns:p14="http://schemas.microsoft.com/office/powerpoint/2010/main" val="34408719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B2DA16-92ED-B8B3-40B0-556EBE96EBCC}"/>
              </a:ext>
            </a:extLst>
          </p:cNvPr>
          <p:cNvSpPr>
            <a:spLocks noGrp="1"/>
          </p:cNvSpPr>
          <p:nvPr>
            <p:ph type="title"/>
          </p:nvPr>
        </p:nvSpPr>
        <p:spPr/>
        <p:txBody>
          <a:bodyPr/>
          <a:lstStyle/>
          <a:p>
            <a:r>
              <a:rPr lang="fr-FR" dirty="0"/>
              <a:t>Niveau de participation habituelle</a:t>
            </a:r>
          </a:p>
        </p:txBody>
      </p:sp>
      <p:graphicFrame>
        <p:nvGraphicFramePr>
          <p:cNvPr id="4" name="Tableau 4">
            <a:extLst>
              <a:ext uri="{FF2B5EF4-FFF2-40B4-BE49-F238E27FC236}">
                <a16:creationId xmlns:a16="http://schemas.microsoft.com/office/drawing/2014/main" id="{5289D8C5-8F61-ABB5-CC12-9DADA04E1ED5}"/>
              </a:ext>
            </a:extLst>
          </p:cNvPr>
          <p:cNvGraphicFramePr>
            <a:graphicFrameLocks/>
          </p:cNvGraphicFramePr>
          <p:nvPr>
            <p:extLst>
              <p:ext uri="{D42A27DB-BD31-4B8C-83A1-F6EECF244321}">
                <p14:modId xmlns:p14="http://schemas.microsoft.com/office/powerpoint/2010/main" val="2320801263"/>
              </p:ext>
            </p:extLst>
          </p:nvPr>
        </p:nvGraphicFramePr>
        <p:xfrm>
          <a:off x="838200" y="1690688"/>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de participation habituelle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Se tiennent plutôt à l'écart de toute participation</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Sont plutôt des participants présents mais peu interactifs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Sont globalement participatifs </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Sont globalement participatifs </a:t>
                      </a:r>
                    </a:p>
                  </a:txBody>
                  <a:tcPr/>
                </a:tc>
                <a:tc>
                  <a:txBody>
                    <a:bodyPr/>
                    <a:lstStyle/>
                    <a:p>
                      <a:endParaRPr lang="fr-FR" sz="1400" dirty="0"/>
                    </a:p>
                  </a:txBody>
                  <a:tcPr/>
                </a:tc>
                <a:extLst>
                  <a:ext uri="{0D108BD9-81ED-4DB2-BD59-A6C34878D82A}">
                    <a16:rowId xmlns:a16="http://schemas.microsoft.com/office/drawing/2014/main" val="4282307225"/>
                  </a:ext>
                </a:extLst>
              </a:tr>
            </a:tbl>
          </a:graphicData>
        </a:graphic>
      </p:graphicFrame>
    </p:spTree>
    <p:extLst>
      <p:ext uri="{BB962C8B-B14F-4D97-AF65-F5344CB8AC3E}">
        <p14:creationId xmlns:p14="http://schemas.microsoft.com/office/powerpoint/2010/main" val="5678441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cxnSp>
        <p:nvCxnSpPr>
          <p:cNvPr id="6" name="Connecteur droit 5">
            <a:extLst>
              <a:ext uri="{FF2B5EF4-FFF2-40B4-BE49-F238E27FC236}">
                <a16:creationId xmlns:a16="http://schemas.microsoft.com/office/drawing/2014/main" id="{274A94C0-D21C-932B-0F2B-08166D0D47DD}"/>
              </a:ext>
            </a:extLst>
          </p:cNvPr>
          <p:cNvCxnSpPr>
            <a:stCxn id="9" idx="1"/>
            <a:endCxn id="9" idx="3"/>
          </p:cNvCxnSpPr>
          <p:nvPr/>
        </p:nvCxnSpPr>
        <p:spPr>
          <a:xfrm>
            <a:off x="177863"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que 6" descr="Réunion en ligne avec un remplissage uni">
            <a:extLst>
              <a:ext uri="{FF2B5EF4-FFF2-40B4-BE49-F238E27FC236}">
                <a16:creationId xmlns:a16="http://schemas.microsoft.com/office/drawing/2014/main" id="{3273CF9C-2132-AA84-C869-FA757BC36C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3878" y="1633700"/>
            <a:ext cx="1434430" cy="1434430"/>
          </a:xfrm>
          <a:prstGeom prst="rect">
            <a:avLst/>
          </a:prstGeom>
        </p:spPr>
      </p:pic>
      <p:cxnSp>
        <p:nvCxnSpPr>
          <p:cNvPr id="12" name="Connecteur droit 11">
            <a:extLst>
              <a:ext uri="{FF2B5EF4-FFF2-40B4-BE49-F238E27FC236}">
                <a16:creationId xmlns:a16="http://schemas.microsoft.com/office/drawing/2014/main" id="{58EF7B86-DE2A-912D-6362-4BE0950032C0}"/>
              </a:ext>
            </a:extLst>
          </p:cNvPr>
          <p:cNvCxnSpPr/>
          <p:nvPr/>
        </p:nvCxnSpPr>
        <p:spPr>
          <a:xfrm>
            <a:off x="4218640"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2CC4B76-5066-34AF-49B3-6D71223B3ED5}"/>
              </a:ext>
            </a:extLst>
          </p:cNvPr>
          <p:cNvCxnSpPr>
            <a:cxnSpLocks/>
          </p:cNvCxnSpPr>
          <p:nvPr/>
        </p:nvCxnSpPr>
        <p:spPr>
          <a:xfrm>
            <a:off x="8268125"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EDB15B5C-2501-7366-CA14-AE6500F1FD1A}"/>
              </a:ext>
            </a:extLst>
          </p:cNvPr>
          <p:cNvCxnSpPr>
            <a:cxnSpLocks/>
            <a:stCxn id="10" idx="1"/>
            <a:endCxn id="10" idx="3"/>
          </p:cNvCxnSpPr>
          <p:nvPr/>
        </p:nvCxnSpPr>
        <p:spPr>
          <a:xfrm>
            <a:off x="177863" y="5086331"/>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Graphique 28" descr="Réunion avec un remplissage uni">
            <a:extLst>
              <a:ext uri="{FF2B5EF4-FFF2-40B4-BE49-F238E27FC236}">
                <a16:creationId xmlns:a16="http://schemas.microsoft.com/office/drawing/2014/main" id="{E8706451-BD5D-2E4C-5758-C0460B57ED8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1975041" y="330152"/>
            <a:ext cx="1712104" cy="1162196"/>
          </a:xfrm>
          <a:prstGeom prst="rect">
            <a:avLst/>
          </a:prstGeom>
        </p:spPr>
      </p:pic>
      <p:pic>
        <p:nvPicPr>
          <p:cNvPr id="33" name="Graphique 32" descr="Souris avec un remplissage uni">
            <a:extLst>
              <a:ext uri="{FF2B5EF4-FFF2-40B4-BE49-F238E27FC236}">
                <a16:creationId xmlns:a16="http://schemas.microsoft.com/office/drawing/2014/main" id="{1B314A24-7316-353E-B582-00BBFABD3BD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3066401" y="2719052"/>
            <a:ext cx="460356" cy="600182"/>
          </a:xfrm>
          <a:prstGeom prst="rect">
            <a:avLst/>
          </a:prstGeom>
        </p:spPr>
      </p:pic>
      <p:pic>
        <p:nvPicPr>
          <p:cNvPr id="35" name="Graphique 34" descr="Clavier avec un remplissage uni">
            <a:extLst>
              <a:ext uri="{FF2B5EF4-FFF2-40B4-BE49-F238E27FC236}">
                <a16:creationId xmlns:a16="http://schemas.microsoft.com/office/drawing/2014/main" id="{8BAEB181-B1B3-B593-AA6F-3A08A540C76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2192230" y="2578763"/>
            <a:ext cx="914400" cy="691421"/>
          </a:xfrm>
          <a:prstGeom prst="rect">
            <a:avLst/>
          </a:prstGeom>
        </p:spPr>
      </p:pic>
      <p:sp>
        <p:nvSpPr>
          <p:cNvPr id="36" name="Rectangle 35">
            <a:extLst>
              <a:ext uri="{FF2B5EF4-FFF2-40B4-BE49-F238E27FC236}">
                <a16:creationId xmlns:a16="http://schemas.microsoft.com/office/drawing/2014/main" id="{332AF121-36AE-88CF-B135-FD1A10B662A0}"/>
              </a:ext>
            </a:extLst>
          </p:cNvPr>
          <p:cNvSpPr/>
          <p:nvPr/>
        </p:nvSpPr>
        <p:spPr>
          <a:xfrm>
            <a:off x="2300477" y="2248247"/>
            <a:ext cx="426720" cy="3660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Graphique 37" descr="Dormir avec un remplissage uni">
            <a:extLst>
              <a:ext uri="{FF2B5EF4-FFF2-40B4-BE49-F238E27FC236}">
                <a16:creationId xmlns:a16="http://schemas.microsoft.com/office/drawing/2014/main" id="{8F99869F-6784-561D-9E16-2275E395878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20381" b="21146"/>
          <a:stretch/>
        </p:blipFill>
        <p:spPr>
          <a:xfrm>
            <a:off x="236904" y="2360022"/>
            <a:ext cx="1677697" cy="980997"/>
          </a:xfrm>
          <a:prstGeom prst="rect">
            <a:avLst/>
          </a:prstGeom>
        </p:spPr>
      </p:pic>
      <p:pic>
        <p:nvPicPr>
          <p:cNvPr id="39" name="Graphique 38" descr="Visage souriant à remplissage solide avec un remplissage uni">
            <a:extLst>
              <a:ext uri="{FF2B5EF4-FFF2-40B4-BE49-F238E27FC236}">
                <a16:creationId xmlns:a16="http://schemas.microsoft.com/office/drawing/2014/main" id="{66D75AE2-010B-D50E-8698-46E6F5E8DBB3}"/>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rot="19608626">
            <a:off x="427160" y="2588553"/>
            <a:ext cx="302334" cy="322351"/>
          </a:xfrm>
          <a:prstGeom prst="rect">
            <a:avLst/>
          </a:prstGeom>
        </p:spPr>
      </p:pic>
      <p:pic>
        <p:nvPicPr>
          <p:cNvPr id="40" name="Graphique 39" descr="Réunion en ligne avec un remplissage uni">
            <a:extLst>
              <a:ext uri="{FF2B5EF4-FFF2-40B4-BE49-F238E27FC236}">
                <a16:creationId xmlns:a16="http://schemas.microsoft.com/office/drawing/2014/main" id="{6338B588-C5A3-D241-35D1-6AF8B094B8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09905" y="1641150"/>
            <a:ext cx="1434430" cy="1434430"/>
          </a:xfrm>
          <a:prstGeom prst="rect">
            <a:avLst/>
          </a:prstGeom>
        </p:spPr>
      </p:pic>
      <p:pic>
        <p:nvPicPr>
          <p:cNvPr id="41" name="Graphique 40" descr="Réunion avec un remplissage uni">
            <a:extLst>
              <a:ext uri="{FF2B5EF4-FFF2-40B4-BE49-F238E27FC236}">
                <a16:creationId xmlns:a16="http://schemas.microsoft.com/office/drawing/2014/main" id="{66ED8607-60F5-AAA6-D8CE-C27B042C225D}"/>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5371068" y="337602"/>
            <a:ext cx="1712104" cy="1162196"/>
          </a:xfrm>
          <a:prstGeom prst="rect">
            <a:avLst/>
          </a:prstGeom>
        </p:spPr>
      </p:pic>
      <p:pic>
        <p:nvPicPr>
          <p:cNvPr id="42" name="Graphique 41" descr="Souris avec un remplissage uni">
            <a:extLst>
              <a:ext uri="{FF2B5EF4-FFF2-40B4-BE49-F238E27FC236}">
                <a16:creationId xmlns:a16="http://schemas.microsoft.com/office/drawing/2014/main" id="{33E46D88-5F90-AC8F-44FB-F4145A83B93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6428819" y="2727383"/>
            <a:ext cx="460356" cy="600182"/>
          </a:xfrm>
          <a:prstGeom prst="rect">
            <a:avLst/>
          </a:prstGeom>
        </p:spPr>
      </p:pic>
      <p:pic>
        <p:nvPicPr>
          <p:cNvPr id="43" name="Graphique 42" descr="Clavier avec un remplissage uni">
            <a:extLst>
              <a:ext uri="{FF2B5EF4-FFF2-40B4-BE49-F238E27FC236}">
                <a16:creationId xmlns:a16="http://schemas.microsoft.com/office/drawing/2014/main" id="{117DF9F7-93C9-7F66-8794-F4657C5753B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5588257" y="2586213"/>
            <a:ext cx="914400" cy="691421"/>
          </a:xfrm>
          <a:prstGeom prst="rect">
            <a:avLst/>
          </a:prstGeom>
        </p:spPr>
      </p:pic>
      <p:sp>
        <p:nvSpPr>
          <p:cNvPr id="44" name="Rectangle 43">
            <a:extLst>
              <a:ext uri="{FF2B5EF4-FFF2-40B4-BE49-F238E27FC236}">
                <a16:creationId xmlns:a16="http://schemas.microsoft.com/office/drawing/2014/main" id="{8C335588-3D97-E712-81B4-74E771DBE8E2}"/>
              </a:ext>
            </a:extLst>
          </p:cNvPr>
          <p:cNvSpPr/>
          <p:nvPr/>
        </p:nvSpPr>
        <p:spPr>
          <a:xfrm>
            <a:off x="5696504" y="2255697"/>
            <a:ext cx="426720" cy="3660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Réunion en ligne avec un remplissage uni">
            <a:extLst>
              <a:ext uri="{FF2B5EF4-FFF2-40B4-BE49-F238E27FC236}">
                <a16:creationId xmlns:a16="http://schemas.microsoft.com/office/drawing/2014/main" id="{97878276-22E5-3F4C-20A0-ECCA9AFC8E1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53846" y="1651319"/>
            <a:ext cx="1434430" cy="1434430"/>
          </a:xfrm>
          <a:prstGeom prst="rect">
            <a:avLst/>
          </a:prstGeom>
        </p:spPr>
      </p:pic>
      <p:pic>
        <p:nvPicPr>
          <p:cNvPr id="46" name="Graphique 45" descr="Réunion avec un remplissage uni">
            <a:extLst>
              <a:ext uri="{FF2B5EF4-FFF2-40B4-BE49-F238E27FC236}">
                <a16:creationId xmlns:a16="http://schemas.microsoft.com/office/drawing/2014/main" id="{C098DAE2-683F-BE30-F68B-215DD800B55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9515009" y="347771"/>
            <a:ext cx="1712104" cy="1162196"/>
          </a:xfrm>
          <a:prstGeom prst="rect">
            <a:avLst/>
          </a:prstGeom>
        </p:spPr>
      </p:pic>
      <p:pic>
        <p:nvPicPr>
          <p:cNvPr id="47" name="Graphique 46" descr="Souris avec un remplissage uni">
            <a:extLst>
              <a:ext uri="{FF2B5EF4-FFF2-40B4-BE49-F238E27FC236}">
                <a16:creationId xmlns:a16="http://schemas.microsoft.com/office/drawing/2014/main" id="{B665A27A-8359-A1F1-6421-127620AFA27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10572760" y="2737552"/>
            <a:ext cx="460356" cy="600182"/>
          </a:xfrm>
          <a:prstGeom prst="rect">
            <a:avLst/>
          </a:prstGeom>
        </p:spPr>
      </p:pic>
      <p:pic>
        <p:nvPicPr>
          <p:cNvPr id="48" name="Graphique 47" descr="Clavier avec un remplissage uni">
            <a:extLst>
              <a:ext uri="{FF2B5EF4-FFF2-40B4-BE49-F238E27FC236}">
                <a16:creationId xmlns:a16="http://schemas.microsoft.com/office/drawing/2014/main" id="{8823F001-290A-8F1F-75F1-4A6FAED03AB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9732198" y="2596382"/>
            <a:ext cx="914400" cy="691421"/>
          </a:xfrm>
          <a:prstGeom prst="rect">
            <a:avLst/>
          </a:prstGeom>
        </p:spPr>
      </p:pic>
      <p:pic>
        <p:nvPicPr>
          <p:cNvPr id="50" name="Graphique 49" descr="Réunion en ligne avec un remplissage uni">
            <a:extLst>
              <a:ext uri="{FF2B5EF4-FFF2-40B4-BE49-F238E27FC236}">
                <a16:creationId xmlns:a16="http://schemas.microsoft.com/office/drawing/2014/main" id="{3B81027F-7D43-44DB-6CCA-E4E74D08E2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47311" y="4957825"/>
            <a:ext cx="1434430" cy="1434430"/>
          </a:xfrm>
          <a:prstGeom prst="rect">
            <a:avLst/>
          </a:prstGeom>
        </p:spPr>
      </p:pic>
      <p:pic>
        <p:nvPicPr>
          <p:cNvPr id="51" name="Graphique 50" descr="Réunion avec un remplissage uni">
            <a:extLst>
              <a:ext uri="{FF2B5EF4-FFF2-40B4-BE49-F238E27FC236}">
                <a16:creationId xmlns:a16="http://schemas.microsoft.com/office/drawing/2014/main" id="{0DCB2E55-A547-C0D4-24AB-4BB5F5012B9D}"/>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1608474" y="3654277"/>
            <a:ext cx="1712104" cy="1162196"/>
          </a:xfrm>
          <a:prstGeom prst="rect">
            <a:avLst/>
          </a:prstGeom>
        </p:spPr>
      </p:pic>
      <p:pic>
        <p:nvPicPr>
          <p:cNvPr id="52" name="Graphique 51" descr="Souris avec un remplissage uni">
            <a:extLst>
              <a:ext uri="{FF2B5EF4-FFF2-40B4-BE49-F238E27FC236}">
                <a16:creationId xmlns:a16="http://schemas.microsoft.com/office/drawing/2014/main" id="{B285BD03-361B-F0E4-6CE7-B41B63201AD7}"/>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2666225" y="6044058"/>
            <a:ext cx="460356" cy="600182"/>
          </a:xfrm>
          <a:prstGeom prst="rect">
            <a:avLst/>
          </a:prstGeom>
        </p:spPr>
      </p:pic>
      <p:pic>
        <p:nvPicPr>
          <p:cNvPr id="53" name="Graphique 52" descr="Clavier avec un remplissage uni">
            <a:extLst>
              <a:ext uri="{FF2B5EF4-FFF2-40B4-BE49-F238E27FC236}">
                <a16:creationId xmlns:a16="http://schemas.microsoft.com/office/drawing/2014/main" id="{9FD6A57F-2084-DC7D-DAC2-5F4E98DABD5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1825663" y="5902888"/>
            <a:ext cx="914400" cy="691421"/>
          </a:xfrm>
          <a:prstGeom prst="rect">
            <a:avLst/>
          </a:prstGeom>
        </p:spPr>
      </p:pic>
      <p:pic>
        <p:nvPicPr>
          <p:cNvPr id="73" name="Graphique 72" descr="Bulle de discussion avec un remplissage uni">
            <a:extLst>
              <a:ext uri="{FF2B5EF4-FFF2-40B4-BE49-F238E27FC236}">
                <a16:creationId xmlns:a16="http://schemas.microsoft.com/office/drawing/2014/main" id="{5D90F3A5-412A-CDA0-EB52-CEB2B964BEC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859565" y="1879116"/>
            <a:ext cx="1047448" cy="914400"/>
          </a:xfrm>
          <a:prstGeom prst="rect">
            <a:avLst/>
          </a:prstGeom>
        </p:spPr>
      </p:pic>
      <p:grpSp>
        <p:nvGrpSpPr>
          <p:cNvPr id="76" name="Groupe 75">
            <a:extLst>
              <a:ext uri="{FF2B5EF4-FFF2-40B4-BE49-F238E27FC236}">
                <a16:creationId xmlns:a16="http://schemas.microsoft.com/office/drawing/2014/main" id="{0C76D882-D11B-6510-4ED0-ED66F4C6688B}"/>
              </a:ext>
            </a:extLst>
          </p:cNvPr>
          <p:cNvGrpSpPr/>
          <p:nvPr/>
        </p:nvGrpSpPr>
        <p:grpSpPr>
          <a:xfrm>
            <a:off x="5055587" y="697056"/>
            <a:ext cx="623581" cy="711357"/>
            <a:chOff x="5155246" y="858258"/>
            <a:chExt cx="623581" cy="711357"/>
          </a:xfrm>
        </p:grpSpPr>
        <p:pic>
          <p:nvPicPr>
            <p:cNvPr id="71" name="Graphique 70" descr="Visage souriant à remplissage solide avec un remplissage uni">
              <a:extLst>
                <a:ext uri="{FF2B5EF4-FFF2-40B4-BE49-F238E27FC236}">
                  <a16:creationId xmlns:a16="http://schemas.microsoft.com/office/drawing/2014/main" id="{960C7D6E-970B-C030-1F97-DB7E87785810}"/>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75" name="Graphique 74" descr="Profil mâle avec un remplissage uni">
              <a:extLst>
                <a:ext uri="{FF2B5EF4-FFF2-40B4-BE49-F238E27FC236}">
                  <a16:creationId xmlns:a16="http://schemas.microsoft.com/office/drawing/2014/main" id="{D11E72FC-48EC-A070-9FA4-1F2CFD7C6A24}"/>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77" name="Groupe 76">
            <a:extLst>
              <a:ext uri="{FF2B5EF4-FFF2-40B4-BE49-F238E27FC236}">
                <a16:creationId xmlns:a16="http://schemas.microsoft.com/office/drawing/2014/main" id="{D3883EF7-6E79-5648-C3D6-E1687967C100}"/>
              </a:ext>
            </a:extLst>
          </p:cNvPr>
          <p:cNvGrpSpPr/>
          <p:nvPr/>
        </p:nvGrpSpPr>
        <p:grpSpPr>
          <a:xfrm>
            <a:off x="283667" y="455119"/>
            <a:ext cx="1018791" cy="1162197"/>
            <a:chOff x="5155246" y="858258"/>
            <a:chExt cx="623581" cy="711357"/>
          </a:xfrm>
        </p:grpSpPr>
        <p:pic>
          <p:nvPicPr>
            <p:cNvPr id="78" name="Graphique 77" descr="Visage souriant à remplissage solide avec un remplissage uni">
              <a:extLst>
                <a:ext uri="{FF2B5EF4-FFF2-40B4-BE49-F238E27FC236}">
                  <a16:creationId xmlns:a16="http://schemas.microsoft.com/office/drawing/2014/main" id="{264C8322-845B-89DA-B217-01674BAF687D}"/>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79" name="Graphique 78" descr="Profil mâle avec un remplissage uni">
              <a:extLst>
                <a:ext uri="{FF2B5EF4-FFF2-40B4-BE49-F238E27FC236}">
                  <a16:creationId xmlns:a16="http://schemas.microsoft.com/office/drawing/2014/main" id="{953FC992-D64D-D99E-AD7C-365A97FD117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80" name="Graphique 79" descr="Smartphone avec un remplissage uni">
            <a:extLst>
              <a:ext uri="{FF2B5EF4-FFF2-40B4-BE49-F238E27FC236}">
                <a16:creationId xmlns:a16="http://schemas.microsoft.com/office/drawing/2014/main" id="{0F62FE48-EAA1-303A-B156-81062B18521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568326">
            <a:off x="872678" y="661522"/>
            <a:ext cx="914400" cy="914400"/>
          </a:xfrm>
          <a:prstGeom prst="rect">
            <a:avLst/>
          </a:prstGeom>
        </p:spPr>
      </p:pic>
      <p:grpSp>
        <p:nvGrpSpPr>
          <p:cNvPr id="81" name="Groupe 80">
            <a:extLst>
              <a:ext uri="{FF2B5EF4-FFF2-40B4-BE49-F238E27FC236}">
                <a16:creationId xmlns:a16="http://schemas.microsoft.com/office/drawing/2014/main" id="{DDB992F4-4776-1915-D161-579AB52776C4}"/>
              </a:ext>
            </a:extLst>
          </p:cNvPr>
          <p:cNvGrpSpPr/>
          <p:nvPr/>
        </p:nvGrpSpPr>
        <p:grpSpPr>
          <a:xfrm>
            <a:off x="5455209" y="2146131"/>
            <a:ext cx="1047448" cy="1194888"/>
            <a:chOff x="5155246" y="858258"/>
            <a:chExt cx="623581" cy="711357"/>
          </a:xfrm>
        </p:grpSpPr>
        <p:pic>
          <p:nvPicPr>
            <p:cNvPr id="82" name="Graphique 81" descr="Visage souriant à remplissage solide avec un remplissage uni">
              <a:extLst>
                <a:ext uri="{FF2B5EF4-FFF2-40B4-BE49-F238E27FC236}">
                  <a16:creationId xmlns:a16="http://schemas.microsoft.com/office/drawing/2014/main" id="{C9A686EF-228E-6B09-E603-C488E33C02F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83" name="Graphique 82" descr="Profil mâle avec un remplissage uni">
              <a:extLst>
                <a:ext uri="{FF2B5EF4-FFF2-40B4-BE49-F238E27FC236}">
                  <a16:creationId xmlns:a16="http://schemas.microsoft.com/office/drawing/2014/main" id="{9ED057A2-F509-B3D1-3FF9-2AD6BB0EB28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84" name="Groupe 83">
            <a:extLst>
              <a:ext uri="{FF2B5EF4-FFF2-40B4-BE49-F238E27FC236}">
                <a16:creationId xmlns:a16="http://schemas.microsoft.com/office/drawing/2014/main" id="{B9DB4400-327E-CF6F-F130-D85C76677F9B}"/>
              </a:ext>
            </a:extLst>
          </p:cNvPr>
          <p:cNvGrpSpPr/>
          <p:nvPr/>
        </p:nvGrpSpPr>
        <p:grpSpPr>
          <a:xfrm>
            <a:off x="9530081" y="2079706"/>
            <a:ext cx="1047448" cy="1194888"/>
            <a:chOff x="5155246" y="858258"/>
            <a:chExt cx="623581" cy="711357"/>
          </a:xfrm>
        </p:grpSpPr>
        <p:pic>
          <p:nvPicPr>
            <p:cNvPr id="85" name="Graphique 84" descr="Visage souriant à remplissage solide avec un remplissage uni">
              <a:extLst>
                <a:ext uri="{FF2B5EF4-FFF2-40B4-BE49-F238E27FC236}">
                  <a16:creationId xmlns:a16="http://schemas.microsoft.com/office/drawing/2014/main" id="{36BBEA6B-1DE4-41B4-A799-92B1C2D29331}"/>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86" name="Graphique 85" descr="Profil mâle avec un remplissage uni">
              <a:extLst>
                <a:ext uri="{FF2B5EF4-FFF2-40B4-BE49-F238E27FC236}">
                  <a16:creationId xmlns:a16="http://schemas.microsoft.com/office/drawing/2014/main" id="{E4229612-988A-54BF-FD31-2EB9AF01BCAB}"/>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91" name="Groupe 90">
            <a:extLst>
              <a:ext uri="{FF2B5EF4-FFF2-40B4-BE49-F238E27FC236}">
                <a16:creationId xmlns:a16="http://schemas.microsoft.com/office/drawing/2014/main" id="{279CABEF-6F46-FF37-37D2-CC7B801CD6CF}"/>
              </a:ext>
            </a:extLst>
          </p:cNvPr>
          <p:cNvGrpSpPr/>
          <p:nvPr/>
        </p:nvGrpSpPr>
        <p:grpSpPr>
          <a:xfrm>
            <a:off x="9199528" y="721212"/>
            <a:ext cx="623581" cy="711357"/>
            <a:chOff x="5155246" y="858258"/>
            <a:chExt cx="623581" cy="711357"/>
          </a:xfrm>
        </p:grpSpPr>
        <p:pic>
          <p:nvPicPr>
            <p:cNvPr id="92" name="Graphique 91" descr="Visage souriant à remplissage solide avec un remplissage uni">
              <a:extLst>
                <a:ext uri="{FF2B5EF4-FFF2-40B4-BE49-F238E27FC236}">
                  <a16:creationId xmlns:a16="http://schemas.microsoft.com/office/drawing/2014/main" id="{2EF965AF-3F29-62E7-7B2B-93A802952045}"/>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93" name="Graphique 92" descr="Profil mâle avec un remplissage uni">
              <a:extLst>
                <a:ext uri="{FF2B5EF4-FFF2-40B4-BE49-F238E27FC236}">
                  <a16:creationId xmlns:a16="http://schemas.microsoft.com/office/drawing/2014/main" id="{E4F4DB06-58D4-CEBC-4C71-E9394317298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94" name="Graphique 93" descr="Bulle de discussion avec un remplissage uni">
            <a:extLst>
              <a:ext uri="{FF2B5EF4-FFF2-40B4-BE49-F238E27FC236}">
                <a16:creationId xmlns:a16="http://schemas.microsoft.com/office/drawing/2014/main" id="{C2308B14-764F-E31D-00A6-FE0F100A77D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522395" y="165208"/>
            <a:ext cx="1047448" cy="914400"/>
          </a:xfrm>
          <a:prstGeom prst="rect">
            <a:avLst/>
          </a:prstGeom>
        </p:spPr>
      </p:pic>
      <p:pic>
        <p:nvPicPr>
          <p:cNvPr id="103" name="Graphique 102" descr="Bulle de discussion avec un remplissage uni">
            <a:extLst>
              <a:ext uri="{FF2B5EF4-FFF2-40B4-BE49-F238E27FC236}">
                <a16:creationId xmlns:a16="http://schemas.microsoft.com/office/drawing/2014/main" id="{0E747266-0457-5F3E-5A4C-E2BE7B40089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97341" y="5093367"/>
            <a:ext cx="1047448" cy="914400"/>
          </a:xfrm>
          <a:prstGeom prst="rect">
            <a:avLst/>
          </a:prstGeom>
        </p:spPr>
      </p:pic>
      <p:grpSp>
        <p:nvGrpSpPr>
          <p:cNvPr id="104" name="Groupe 103">
            <a:extLst>
              <a:ext uri="{FF2B5EF4-FFF2-40B4-BE49-F238E27FC236}">
                <a16:creationId xmlns:a16="http://schemas.microsoft.com/office/drawing/2014/main" id="{90AC0802-E9EE-0041-0EB7-2BDA335779FB}"/>
              </a:ext>
            </a:extLst>
          </p:cNvPr>
          <p:cNvGrpSpPr/>
          <p:nvPr/>
        </p:nvGrpSpPr>
        <p:grpSpPr>
          <a:xfrm>
            <a:off x="1586808" y="5385054"/>
            <a:ext cx="1047448" cy="1194888"/>
            <a:chOff x="5155246" y="858258"/>
            <a:chExt cx="623581" cy="711357"/>
          </a:xfrm>
        </p:grpSpPr>
        <p:pic>
          <p:nvPicPr>
            <p:cNvPr id="105" name="Graphique 104" descr="Visage souriant à remplissage solide avec un remplissage uni">
              <a:extLst>
                <a:ext uri="{FF2B5EF4-FFF2-40B4-BE49-F238E27FC236}">
                  <a16:creationId xmlns:a16="http://schemas.microsoft.com/office/drawing/2014/main" id="{F548E9E1-1814-245C-8F0B-9AEBBB16675F}"/>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106" name="Graphique 105" descr="Profil mâle avec un remplissage uni">
              <a:extLst>
                <a:ext uri="{FF2B5EF4-FFF2-40B4-BE49-F238E27FC236}">
                  <a16:creationId xmlns:a16="http://schemas.microsoft.com/office/drawing/2014/main" id="{041508E9-4EEB-911F-CCD1-6D9B9EE4D69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107" name="Groupe 106">
            <a:extLst>
              <a:ext uri="{FF2B5EF4-FFF2-40B4-BE49-F238E27FC236}">
                <a16:creationId xmlns:a16="http://schemas.microsoft.com/office/drawing/2014/main" id="{C919B456-96C2-467A-C911-ED2EF15A9AD2}"/>
              </a:ext>
            </a:extLst>
          </p:cNvPr>
          <p:cNvGrpSpPr/>
          <p:nvPr/>
        </p:nvGrpSpPr>
        <p:grpSpPr>
          <a:xfrm>
            <a:off x="1256255" y="4026560"/>
            <a:ext cx="623581" cy="711357"/>
            <a:chOff x="5155246" y="858258"/>
            <a:chExt cx="623581" cy="711357"/>
          </a:xfrm>
        </p:grpSpPr>
        <p:pic>
          <p:nvPicPr>
            <p:cNvPr id="108" name="Graphique 107" descr="Visage souriant à remplissage solide avec un remplissage uni">
              <a:extLst>
                <a:ext uri="{FF2B5EF4-FFF2-40B4-BE49-F238E27FC236}">
                  <a16:creationId xmlns:a16="http://schemas.microsoft.com/office/drawing/2014/main" id="{2888FDD8-A9F0-03D2-8E2A-4E170832BE3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109" name="Graphique 108" descr="Profil mâle avec un remplissage uni">
              <a:extLst>
                <a:ext uri="{FF2B5EF4-FFF2-40B4-BE49-F238E27FC236}">
                  <a16:creationId xmlns:a16="http://schemas.microsoft.com/office/drawing/2014/main" id="{6C2EF2C3-3C20-FE9F-8085-448F122A0F3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110" name="Graphique 109" descr="Bulle de discussion avec un remplissage uni">
            <a:extLst>
              <a:ext uri="{FF2B5EF4-FFF2-40B4-BE49-F238E27FC236}">
                <a16:creationId xmlns:a16="http://schemas.microsoft.com/office/drawing/2014/main" id="{B10175FB-E3E3-A628-C7E5-D88722D6D6B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579122" y="3470556"/>
            <a:ext cx="1047448" cy="914400"/>
          </a:xfrm>
          <a:prstGeom prst="rect">
            <a:avLst/>
          </a:prstGeom>
        </p:spPr>
      </p:pic>
      <p:pic>
        <p:nvPicPr>
          <p:cNvPr id="112" name="Graphique 111" descr="Chronomètre 75% avec un remplissage uni">
            <a:extLst>
              <a:ext uri="{FF2B5EF4-FFF2-40B4-BE49-F238E27FC236}">
                <a16:creationId xmlns:a16="http://schemas.microsoft.com/office/drawing/2014/main" id="{E1851FF2-ACC5-BB75-6730-A8ABD7E6DAC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335047">
            <a:off x="636922" y="4172321"/>
            <a:ext cx="708458" cy="708458"/>
          </a:xfrm>
          <a:prstGeom prst="rect">
            <a:avLst/>
          </a:prstGeom>
        </p:spPr>
      </p:pic>
      <p:pic>
        <p:nvPicPr>
          <p:cNvPr id="114" name="Graphique 113" descr="Marteau d'officiel avec un remplissage uni">
            <a:extLst>
              <a:ext uri="{FF2B5EF4-FFF2-40B4-BE49-F238E27FC236}">
                <a16:creationId xmlns:a16="http://schemas.microsoft.com/office/drawing/2014/main" id="{DF107E12-8CC6-24A1-E0FD-F4EF1F5CEB0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flipH="1">
            <a:off x="1702605" y="4017914"/>
            <a:ext cx="778846" cy="869235"/>
          </a:xfrm>
          <a:prstGeom prst="rect">
            <a:avLst/>
          </a:prstGeom>
        </p:spPr>
      </p:pic>
      <p:pic>
        <p:nvPicPr>
          <p:cNvPr id="117" name="Graphique 116" descr="Chronomètre 75% avec un remplissage uni">
            <a:extLst>
              <a:ext uri="{FF2B5EF4-FFF2-40B4-BE49-F238E27FC236}">
                <a16:creationId xmlns:a16="http://schemas.microsoft.com/office/drawing/2014/main" id="{DD7EE7D6-BBFA-480B-D54F-294FCA21220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335047">
            <a:off x="965509" y="5864782"/>
            <a:ext cx="708458" cy="708458"/>
          </a:xfrm>
          <a:prstGeom prst="rect">
            <a:avLst/>
          </a:prstGeom>
        </p:spPr>
      </p:pic>
      <p:pic>
        <p:nvPicPr>
          <p:cNvPr id="118" name="Graphique 117" descr="Marteau d'officiel avec un remplissage uni">
            <a:extLst>
              <a:ext uri="{FF2B5EF4-FFF2-40B4-BE49-F238E27FC236}">
                <a16:creationId xmlns:a16="http://schemas.microsoft.com/office/drawing/2014/main" id="{6D4D7615-082A-31E4-24CF-2D0061F5624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flipH="1">
            <a:off x="1979757" y="5807714"/>
            <a:ext cx="778846" cy="869235"/>
          </a:xfrm>
          <a:prstGeom prst="rect">
            <a:avLst/>
          </a:prstGeom>
        </p:spPr>
      </p:pic>
      <p:pic>
        <p:nvPicPr>
          <p:cNvPr id="3" name="Graphique 2" descr="Maison avec un remplissage uni">
            <a:extLst>
              <a:ext uri="{FF2B5EF4-FFF2-40B4-BE49-F238E27FC236}">
                <a16:creationId xmlns:a16="http://schemas.microsoft.com/office/drawing/2014/main" id="{0F7772CA-FAF5-7EE1-6EE4-A6E79668165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7535171" y="1794820"/>
            <a:ext cx="457200" cy="457200"/>
          </a:xfrm>
          <a:prstGeom prst="rect">
            <a:avLst/>
          </a:prstGeom>
        </p:spPr>
      </p:pic>
      <p:pic>
        <p:nvPicPr>
          <p:cNvPr id="5" name="Graphique 4" descr="Bâtiment avec un remplissage uni">
            <a:extLst>
              <a:ext uri="{FF2B5EF4-FFF2-40B4-BE49-F238E27FC236}">
                <a16:creationId xmlns:a16="http://schemas.microsoft.com/office/drawing/2014/main" id="{0644EF3B-3587-4BCB-14F0-BA22B8D376B1}"/>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513409" y="187618"/>
            <a:ext cx="509438" cy="509438"/>
          </a:xfrm>
          <a:prstGeom prst="rect">
            <a:avLst/>
          </a:prstGeom>
        </p:spPr>
      </p:pic>
      <p:pic>
        <p:nvPicPr>
          <p:cNvPr id="8" name="Graphique 7" descr="Maison avec un remplissage uni">
            <a:extLst>
              <a:ext uri="{FF2B5EF4-FFF2-40B4-BE49-F238E27FC236}">
                <a16:creationId xmlns:a16="http://schemas.microsoft.com/office/drawing/2014/main" id="{599FC47F-FD2A-367D-6091-69D5714484E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1525021" y="1768310"/>
            <a:ext cx="457200" cy="457200"/>
          </a:xfrm>
          <a:prstGeom prst="rect">
            <a:avLst/>
          </a:prstGeom>
        </p:spPr>
      </p:pic>
      <p:pic>
        <p:nvPicPr>
          <p:cNvPr id="11" name="Graphique 10" descr="Bâtiment avec un remplissage uni">
            <a:extLst>
              <a:ext uri="{FF2B5EF4-FFF2-40B4-BE49-F238E27FC236}">
                <a16:creationId xmlns:a16="http://schemas.microsoft.com/office/drawing/2014/main" id="{4F8ACE62-4F8C-E052-8B5E-02D9DC05F7EE}"/>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1503259" y="161108"/>
            <a:ext cx="509438" cy="509438"/>
          </a:xfrm>
          <a:prstGeom prst="rect">
            <a:avLst/>
          </a:prstGeom>
        </p:spPr>
      </p:pic>
      <p:pic>
        <p:nvPicPr>
          <p:cNvPr id="13" name="Graphique 12" descr="Maison avec un remplissage uni">
            <a:extLst>
              <a:ext uri="{FF2B5EF4-FFF2-40B4-BE49-F238E27FC236}">
                <a16:creationId xmlns:a16="http://schemas.microsoft.com/office/drawing/2014/main" id="{C85F3871-75A3-E969-958C-7A0B4CE6593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460533" y="5082972"/>
            <a:ext cx="457200" cy="457200"/>
          </a:xfrm>
          <a:prstGeom prst="rect">
            <a:avLst/>
          </a:prstGeom>
        </p:spPr>
      </p:pic>
      <p:pic>
        <p:nvPicPr>
          <p:cNvPr id="19" name="Graphique 18" descr="Bâtiment avec un remplissage uni">
            <a:extLst>
              <a:ext uri="{FF2B5EF4-FFF2-40B4-BE49-F238E27FC236}">
                <a16:creationId xmlns:a16="http://schemas.microsoft.com/office/drawing/2014/main" id="{FE846630-2DA2-97D4-F1FC-0070550ABBAD}"/>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438771" y="3475770"/>
            <a:ext cx="509438" cy="509438"/>
          </a:xfrm>
          <a:prstGeom prst="rect">
            <a:avLst/>
          </a:prstGeom>
        </p:spPr>
      </p:pic>
      <p:pic>
        <p:nvPicPr>
          <p:cNvPr id="20" name="Graphique 19" descr="Maison avec un remplissage uni">
            <a:extLst>
              <a:ext uri="{FF2B5EF4-FFF2-40B4-BE49-F238E27FC236}">
                <a16:creationId xmlns:a16="http://schemas.microsoft.com/office/drawing/2014/main" id="{0970FB29-63F4-A816-B47B-BEB65D3B41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444059" y="1756663"/>
            <a:ext cx="457200" cy="457200"/>
          </a:xfrm>
          <a:prstGeom prst="rect">
            <a:avLst/>
          </a:prstGeom>
        </p:spPr>
      </p:pic>
      <p:pic>
        <p:nvPicPr>
          <p:cNvPr id="21" name="Graphique 20" descr="Bâtiment avec un remplissage uni">
            <a:extLst>
              <a:ext uri="{FF2B5EF4-FFF2-40B4-BE49-F238E27FC236}">
                <a16:creationId xmlns:a16="http://schemas.microsoft.com/office/drawing/2014/main" id="{B140901D-2087-4A60-9FFA-7D8146E1F134}"/>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r="12136"/>
          <a:stretch/>
        </p:blipFill>
        <p:spPr>
          <a:xfrm>
            <a:off x="3470123" y="158924"/>
            <a:ext cx="447610" cy="509438"/>
          </a:xfrm>
          <a:prstGeom prst="rect">
            <a:avLst/>
          </a:prstGeom>
        </p:spPr>
      </p:pic>
    </p:spTree>
    <p:extLst>
      <p:ext uri="{BB962C8B-B14F-4D97-AF65-F5344CB8AC3E}">
        <p14:creationId xmlns:p14="http://schemas.microsoft.com/office/powerpoint/2010/main" val="12545759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E25267-F915-5475-83A6-CEF5CBA4D990}"/>
              </a:ext>
            </a:extLst>
          </p:cNvPr>
          <p:cNvSpPr>
            <a:spLocks noGrp="1"/>
          </p:cNvSpPr>
          <p:nvPr>
            <p:ph type="title"/>
          </p:nvPr>
        </p:nvSpPr>
        <p:spPr/>
        <p:txBody>
          <a:bodyPr/>
          <a:lstStyle/>
          <a:p>
            <a:r>
              <a:rPr lang="fr-FR" dirty="0"/>
              <a:t>Niveau moyen de maîtrise des outils et activités </a:t>
            </a:r>
          </a:p>
        </p:txBody>
      </p:sp>
      <p:graphicFrame>
        <p:nvGraphicFramePr>
          <p:cNvPr id="4" name="Tableau 4">
            <a:extLst>
              <a:ext uri="{FF2B5EF4-FFF2-40B4-BE49-F238E27FC236}">
                <a16:creationId xmlns:a16="http://schemas.microsoft.com/office/drawing/2014/main" id="{4783BD3A-AD32-DDC4-E273-AE0022EA77CA}"/>
              </a:ext>
            </a:extLst>
          </p:cNvPr>
          <p:cNvGraphicFramePr>
            <a:graphicFrameLocks/>
          </p:cNvGraphicFramePr>
          <p:nvPr>
            <p:extLst>
              <p:ext uri="{D42A27DB-BD31-4B8C-83A1-F6EECF244321}">
                <p14:modId xmlns:p14="http://schemas.microsoft.com/office/powerpoint/2010/main" val="818342149"/>
              </p:ext>
            </p:extLst>
          </p:nvPr>
        </p:nvGraphicFramePr>
        <p:xfrm>
          <a:off x="838200" y="1809750"/>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moyen de maîtrise des outils et activités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Maîtrisent les outils et activités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appris les outils et activités sans encore les maîtriser totalement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N'ont pas encore appris les outils et activités mais en sont capables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Peuvent être perdus avec les outils et activités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Très probablement perdus ou en panique avec les outils et activités</a:t>
                      </a:r>
                    </a:p>
                  </a:txBody>
                  <a:tcPr/>
                </a:tc>
                <a:tc>
                  <a:txBody>
                    <a:bodyPr/>
                    <a:lstStyle/>
                    <a:p>
                      <a:endParaRPr lang="fr-FR" sz="1400" dirty="0"/>
                    </a:p>
                  </a:txBody>
                  <a:tcPr/>
                </a:tc>
                <a:extLst>
                  <a:ext uri="{0D108BD9-81ED-4DB2-BD59-A6C34878D82A}">
                    <a16:rowId xmlns:a16="http://schemas.microsoft.com/office/drawing/2014/main" val="1752716279"/>
                  </a:ext>
                </a:extLst>
              </a:tr>
            </a:tbl>
          </a:graphicData>
        </a:graphic>
      </p:graphicFrame>
    </p:spTree>
    <p:extLst>
      <p:ext uri="{BB962C8B-B14F-4D97-AF65-F5344CB8AC3E}">
        <p14:creationId xmlns:p14="http://schemas.microsoft.com/office/powerpoint/2010/main" val="34658555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8" name="Graphique 7" descr="Visage portant des lunettes de soleil à remplissage uni avec un remplissage uni">
            <a:extLst>
              <a:ext uri="{FF2B5EF4-FFF2-40B4-BE49-F238E27FC236}">
                <a16:creationId xmlns:a16="http://schemas.microsoft.com/office/drawing/2014/main" id="{8791506F-F446-84EE-2514-58B756639FB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21149" b="8711"/>
          <a:stretch/>
        </p:blipFill>
        <p:spPr>
          <a:xfrm>
            <a:off x="1167817" y="1329463"/>
            <a:ext cx="1917637" cy="1345022"/>
          </a:xfrm>
          <a:prstGeom prst="rect">
            <a:avLst/>
          </a:prstGeom>
        </p:spPr>
      </p:pic>
      <p:pic>
        <p:nvPicPr>
          <p:cNvPr id="11" name="Graphique 10" descr="Toque d'étudiant avec un remplissage uni">
            <a:extLst>
              <a:ext uri="{FF2B5EF4-FFF2-40B4-BE49-F238E27FC236}">
                <a16:creationId xmlns:a16="http://schemas.microsoft.com/office/drawing/2014/main" id="{F4F65EF2-32D5-85EE-74BE-4DA182AD100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0782"/>
          <a:stretch/>
        </p:blipFill>
        <p:spPr>
          <a:xfrm>
            <a:off x="1234550" y="506296"/>
            <a:ext cx="1784170" cy="1413382"/>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9F862570-D225-611F-A4C7-50081267DAC4}"/>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17423"/>
          <a:stretch/>
        </p:blipFill>
        <p:spPr>
          <a:xfrm>
            <a:off x="5137182" y="1167152"/>
            <a:ext cx="1917637" cy="1583532"/>
          </a:xfrm>
          <a:prstGeom prst="rect">
            <a:avLst/>
          </a:prstGeom>
        </p:spPr>
      </p:pic>
      <p:pic>
        <p:nvPicPr>
          <p:cNvPr id="19" name="Graphique 18" descr="Visage grimaçant et transpirant avec remplissage uni avec un remplissage uni">
            <a:extLst>
              <a:ext uri="{FF2B5EF4-FFF2-40B4-BE49-F238E27FC236}">
                <a16:creationId xmlns:a16="http://schemas.microsoft.com/office/drawing/2014/main" id="{F89F5F61-F22A-45F4-3D74-04512D4592B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9182748" y="801980"/>
            <a:ext cx="1917637" cy="1917637"/>
          </a:xfrm>
          <a:prstGeom prst="rect">
            <a:avLst/>
          </a:prstGeom>
        </p:spPr>
      </p:pic>
      <p:pic>
        <p:nvPicPr>
          <p:cNvPr id="22" name="Graphique 21" descr="Visage étourdi avec un remplissage uni avec un remplissage uni">
            <a:extLst>
              <a:ext uri="{FF2B5EF4-FFF2-40B4-BE49-F238E27FC236}">
                <a16:creationId xmlns:a16="http://schemas.microsoft.com/office/drawing/2014/main" id="{9710E528-16BC-9730-D0F9-D584408BB65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137181" y="4367249"/>
            <a:ext cx="1917637" cy="1917637"/>
          </a:xfrm>
          <a:prstGeom prst="rect">
            <a:avLst/>
          </a:prstGeom>
        </p:spPr>
      </p:pic>
      <p:pic>
        <p:nvPicPr>
          <p:cNvPr id="33" name="Graphique 32" descr="Visage étourdi avec remplissage uni avec un remplissage uni">
            <a:extLst>
              <a:ext uri="{FF2B5EF4-FFF2-40B4-BE49-F238E27FC236}">
                <a16:creationId xmlns:a16="http://schemas.microsoft.com/office/drawing/2014/main" id="{FA2CC7DC-22B6-4FD0-4793-1B1E7060B37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093895" y="4346260"/>
            <a:ext cx="1917637" cy="1917637"/>
          </a:xfrm>
          <a:prstGeom prst="rect">
            <a:avLst/>
          </a:prstGeom>
        </p:spPr>
      </p:pic>
      <p:pic>
        <p:nvPicPr>
          <p:cNvPr id="35" name="Graphique 34" descr="Point d’interrogation avec un remplissage uni">
            <a:extLst>
              <a:ext uri="{FF2B5EF4-FFF2-40B4-BE49-F238E27FC236}">
                <a16:creationId xmlns:a16="http://schemas.microsoft.com/office/drawing/2014/main" id="{DDA62FAF-47F7-F3DD-BBD4-C9905FBB84B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900000">
            <a:off x="5932969" y="3563308"/>
            <a:ext cx="914400" cy="914400"/>
          </a:xfrm>
          <a:prstGeom prst="rect">
            <a:avLst/>
          </a:prstGeom>
        </p:spPr>
      </p:pic>
      <p:pic>
        <p:nvPicPr>
          <p:cNvPr id="36" name="Graphique 35" descr="Point d’interrogation avec un remplissage uni">
            <a:extLst>
              <a:ext uri="{FF2B5EF4-FFF2-40B4-BE49-F238E27FC236}">
                <a16:creationId xmlns:a16="http://schemas.microsoft.com/office/drawing/2014/main" id="{042C24EF-C9BC-F7E4-202A-928FE20CEC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900000">
            <a:off x="5359393" y="3563308"/>
            <a:ext cx="914400" cy="914400"/>
          </a:xfrm>
          <a:prstGeom prst="rect">
            <a:avLst/>
          </a:prstGeom>
        </p:spPr>
      </p:pic>
      <p:pic>
        <p:nvPicPr>
          <p:cNvPr id="37" name="Graphique 36" descr="Point d’interrogation avec un remplissage uni">
            <a:extLst>
              <a:ext uri="{FF2B5EF4-FFF2-40B4-BE49-F238E27FC236}">
                <a16:creationId xmlns:a16="http://schemas.microsoft.com/office/drawing/2014/main" id="{1D35A192-03AE-9430-0842-C5DFE94F70A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4695881" y="3797168"/>
            <a:ext cx="914400" cy="914400"/>
          </a:xfrm>
          <a:prstGeom prst="rect">
            <a:avLst/>
          </a:prstGeom>
        </p:spPr>
      </p:pic>
      <p:pic>
        <p:nvPicPr>
          <p:cNvPr id="38" name="Graphique 37" descr="Point d’interrogation avec un remplissage uni">
            <a:extLst>
              <a:ext uri="{FF2B5EF4-FFF2-40B4-BE49-F238E27FC236}">
                <a16:creationId xmlns:a16="http://schemas.microsoft.com/office/drawing/2014/main" id="{28504F33-0BA9-3968-1D1C-F849FA75944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4525945" y="4631479"/>
            <a:ext cx="914400" cy="914400"/>
          </a:xfrm>
          <a:prstGeom prst="rect">
            <a:avLst/>
          </a:prstGeom>
        </p:spPr>
      </p:pic>
      <p:pic>
        <p:nvPicPr>
          <p:cNvPr id="40" name="Graphique 39" descr="Sirène avec un remplissage uni">
            <a:extLst>
              <a:ext uri="{FF2B5EF4-FFF2-40B4-BE49-F238E27FC236}">
                <a16:creationId xmlns:a16="http://schemas.microsoft.com/office/drawing/2014/main" id="{B849B468-44CC-A444-FCB9-90A9D65359F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31003" y="5310742"/>
            <a:ext cx="1234798" cy="1234798"/>
          </a:xfrm>
          <a:prstGeom prst="rect">
            <a:avLst/>
          </a:prstGeom>
        </p:spPr>
      </p:pic>
      <p:pic>
        <p:nvPicPr>
          <p:cNvPr id="42" name="Graphique 41" descr="Canif avec un remplissage uni">
            <a:extLst>
              <a:ext uri="{FF2B5EF4-FFF2-40B4-BE49-F238E27FC236}">
                <a16:creationId xmlns:a16="http://schemas.microsoft.com/office/drawing/2014/main" id="{A1EB02A2-74E0-030A-CC28-FF24AB7B8A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72146" y="1243830"/>
            <a:ext cx="914400" cy="914400"/>
          </a:xfrm>
          <a:prstGeom prst="rect">
            <a:avLst/>
          </a:prstGeom>
        </p:spPr>
      </p:pic>
      <p:pic>
        <p:nvPicPr>
          <p:cNvPr id="44" name="Graphique 43" descr="Marteau avec un remplissage uni">
            <a:extLst>
              <a:ext uri="{FF2B5EF4-FFF2-40B4-BE49-F238E27FC236}">
                <a16:creationId xmlns:a16="http://schemas.microsoft.com/office/drawing/2014/main" id="{4F778475-376E-C552-71C0-1606E7B71C6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759293" y="1019702"/>
            <a:ext cx="914400" cy="914400"/>
          </a:xfrm>
          <a:prstGeom prst="rect">
            <a:avLst/>
          </a:prstGeom>
        </p:spPr>
      </p:pic>
      <p:pic>
        <p:nvPicPr>
          <p:cNvPr id="56" name="Graphique 55" descr="Clé avec un remplissage uni">
            <a:extLst>
              <a:ext uri="{FF2B5EF4-FFF2-40B4-BE49-F238E27FC236}">
                <a16:creationId xmlns:a16="http://schemas.microsoft.com/office/drawing/2014/main" id="{E109F976-0602-A0C2-3428-EA3FC4969F7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1192354">
            <a:off x="2737717" y="1533125"/>
            <a:ext cx="914400" cy="914400"/>
          </a:xfrm>
          <a:prstGeom prst="rect">
            <a:avLst/>
          </a:prstGeom>
        </p:spPr>
      </p:pic>
      <p:pic>
        <p:nvPicPr>
          <p:cNvPr id="64" name="Graphique 63" descr="Lampe torche avec un remplissage uni">
            <a:extLst>
              <a:ext uri="{FF2B5EF4-FFF2-40B4-BE49-F238E27FC236}">
                <a16:creationId xmlns:a16="http://schemas.microsoft.com/office/drawing/2014/main" id="{E2470316-88EC-5E73-6F82-9FFC6605E15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12747948">
            <a:off x="604542" y="1845958"/>
            <a:ext cx="914400" cy="914400"/>
          </a:xfrm>
          <a:prstGeom prst="rect">
            <a:avLst/>
          </a:prstGeom>
        </p:spPr>
      </p:pic>
      <p:pic>
        <p:nvPicPr>
          <p:cNvPr id="66" name="Graphique 65" descr="Smartphone avec un remplissage uni">
            <a:extLst>
              <a:ext uri="{FF2B5EF4-FFF2-40B4-BE49-F238E27FC236}">
                <a16:creationId xmlns:a16="http://schemas.microsoft.com/office/drawing/2014/main" id="{1FF67416-2962-D16A-95DE-4657F70ED4E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20171895">
            <a:off x="1468354" y="2350762"/>
            <a:ext cx="671218" cy="671218"/>
          </a:xfrm>
          <a:prstGeom prst="rect">
            <a:avLst/>
          </a:prstGeom>
        </p:spPr>
      </p:pic>
      <p:pic>
        <p:nvPicPr>
          <p:cNvPr id="67" name="Graphique 66" descr="Souris avec un remplissage uni">
            <a:extLst>
              <a:ext uri="{FF2B5EF4-FFF2-40B4-BE49-F238E27FC236}">
                <a16:creationId xmlns:a16="http://schemas.microsoft.com/office/drawing/2014/main" id="{F0C8AD9B-0A36-1023-FD14-98FD0B44DF4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r="23297"/>
          <a:stretch/>
        </p:blipFill>
        <p:spPr>
          <a:xfrm rot="21387732">
            <a:off x="3166214" y="2474051"/>
            <a:ext cx="460356" cy="600182"/>
          </a:xfrm>
          <a:prstGeom prst="rect">
            <a:avLst/>
          </a:prstGeom>
        </p:spPr>
      </p:pic>
      <p:pic>
        <p:nvPicPr>
          <p:cNvPr id="68" name="Graphique 67" descr="Clavier avec un remplissage uni">
            <a:extLst>
              <a:ext uri="{FF2B5EF4-FFF2-40B4-BE49-F238E27FC236}">
                <a16:creationId xmlns:a16="http://schemas.microsoft.com/office/drawing/2014/main" id="{EC99D907-4CB5-1CCB-DDF6-854F5FB48361}"/>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24385"/>
          <a:stretch/>
        </p:blipFill>
        <p:spPr>
          <a:xfrm>
            <a:off x="2325652" y="2332881"/>
            <a:ext cx="914400" cy="691421"/>
          </a:xfrm>
          <a:prstGeom prst="rect">
            <a:avLst/>
          </a:prstGeom>
        </p:spPr>
      </p:pic>
      <p:pic>
        <p:nvPicPr>
          <p:cNvPr id="69" name="Graphique 68" descr="Toque d'étudiant avec un remplissage uni">
            <a:extLst>
              <a:ext uri="{FF2B5EF4-FFF2-40B4-BE49-F238E27FC236}">
                <a16:creationId xmlns:a16="http://schemas.microsoft.com/office/drawing/2014/main" id="{F7F385C7-379C-19AA-91EA-AA6B929A0B3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1132"/>
          <a:stretch/>
        </p:blipFill>
        <p:spPr>
          <a:xfrm>
            <a:off x="5203915" y="436872"/>
            <a:ext cx="1784170" cy="1407132"/>
          </a:xfrm>
          <a:prstGeom prst="rect">
            <a:avLst/>
          </a:prstGeom>
        </p:spPr>
      </p:pic>
      <p:pic>
        <p:nvPicPr>
          <p:cNvPr id="79" name="Graphique 78" descr="Point d’interrogation avec un remplissage uni">
            <a:extLst>
              <a:ext uri="{FF2B5EF4-FFF2-40B4-BE49-F238E27FC236}">
                <a16:creationId xmlns:a16="http://schemas.microsoft.com/office/drawing/2014/main" id="{FC35050D-E38D-0617-4B2C-31B561B4098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904255" y="3705173"/>
            <a:ext cx="914400" cy="914400"/>
          </a:xfrm>
          <a:prstGeom prst="rect">
            <a:avLst/>
          </a:prstGeom>
        </p:spPr>
      </p:pic>
      <p:pic>
        <p:nvPicPr>
          <p:cNvPr id="80" name="Graphique 79" descr="Point d’interrogation avec un remplissage uni">
            <a:extLst>
              <a:ext uri="{FF2B5EF4-FFF2-40B4-BE49-F238E27FC236}">
                <a16:creationId xmlns:a16="http://schemas.microsoft.com/office/drawing/2014/main" id="{2AA737C9-73B7-8B3F-BFC4-A7D6EF1DA17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540616" y="4539484"/>
            <a:ext cx="914400" cy="914400"/>
          </a:xfrm>
          <a:prstGeom prst="rect">
            <a:avLst/>
          </a:prstGeom>
        </p:spPr>
      </p:pic>
    </p:spTree>
    <p:extLst>
      <p:ext uri="{BB962C8B-B14F-4D97-AF65-F5344CB8AC3E}">
        <p14:creationId xmlns:p14="http://schemas.microsoft.com/office/powerpoint/2010/main" val="6471719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5880F0-1DDD-D053-BED0-8487DB6BD670}"/>
              </a:ext>
            </a:extLst>
          </p:cNvPr>
          <p:cNvSpPr>
            <a:spLocks noGrp="1"/>
          </p:cNvSpPr>
          <p:nvPr>
            <p:ph type="title"/>
          </p:nvPr>
        </p:nvSpPr>
        <p:spPr/>
        <p:txBody>
          <a:bodyPr/>
          <a:lstStyle/>
          <a:p>
            <a:r>
              <a:rPr lang="fr-FR" dirty="0"/>
              <a:t>Propension à suivre un déroulement préétabli</a:t>
            </a:r>
          </a:p>
        </p:txBody>
      </p:sp>
      <p:graphicFrame>
        <p:nvGraphicFramePr>
          <p:cNvPr id="4" name="Tableau 4">
            <a:extLst>
              <a:ext uri="{FF2B5EF4-FFF2-40B4-BE49-F238E27FC236}">
                <a16:creationId xmlns:a16="http://schemas.microsoft.com/office/drawing/2014/main" id="{389F458A-E6A8-1EC5-2D51-4E93275A7774}"/>
              </a:ext>
            </a:extLst>
          </p:cNvPr>
          <p:cNvGraphicFramePr>
            <a:graphicFrameLocks/>
          </p:cNvGraphicFramePr>
          <p:nvPr>
            <p:extLst>
              <p:ext uri="{D42A27DB-BD31-4B8C-83A1-F6EECF244321}">
                <p14:modId xmlns:p14="http://schemas.microsoft.com/office/powerpoint/2010/main" val="2061355192"/>
              </p:ext>
            </p:extLst>
          </p:nvPr>
        </p:nvGraphicFramePr>
        <p:xfrm>
          <a:off x="838200" y="1690688"/>
          <a:ext cx="10515600" cy="2743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Propension à suivre un déroulement préétabli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Globalement capables de suivre un déroulement</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Risques de dérive vis-à-vis du déroulement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Risques de dérive mais avec arrivée quand même à l'objectif</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Risques de dérive improductive vis-à-vis d'un déroulement</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r>
                        <a:rPr lang="fr-FR" sz="1400" dirty="0"/>
                        <a:t>Risques de dérives vis-à-vis du déroulement voire d'arrêt</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Très grand risque de dérive, dispersion, chaos (par rapport à un déroulement)</a:t>
                      </a:r>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14977690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16" name="Groupe 15">
            <a:extLst>
              <a:ext uri="{FF2B5EF4-FFF2-40B4-BE49-F238E27FC236}">
                <a16:creationId xmlns:a16="http://schemas.microsoft.com/office/drawing/2014/main" id="{148032FE-6199-2FC6-C415-85C814EA5A95}"/>
              </a:ext>
            </a:extLst>
          </p:cNvPr>
          <p:cNvGrpSpPr/>
          <p:nvPr/>
        </p:nvGrpSpPr>
        <p:grpSpPr>
          <a:xfrm>
            <a:off x="388138" y="270554"/>
            <a:ext cx="3350580" cy="704869"/>
            <a:chOff x="362013" y="595293"/>
            <a:chExt cx="3350580" cy="704869"/>
          </a:xfrm>
        </p:grpSpPr>
        <p:pic>
          <p:nvPicPr>
            <p:cNvPr id="3" name="Graphique 2" descr="Sphères de Harvey 100% avec un remplissage uni">
              <a:extLst>
                <a:ext uri="{FF2B5EF4-FFF2-40B4-BE49-F238E27FC236}">
                  <a16:creationId xmlns:a16="http://schemas.microsoft.com/office/drawing/2014/main" id="{58A4B688-4C29-A045-B0E2-8B3AAD74C5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5" name="Graphique 4" descr="Flèche vers la droite avec un remplissage uni">
              <a:extLst>
                <a:ext uri="{FF2B5EF4-FFF2-40B4-BE49-F238E27FC236}">
                  <a16:creationId xmlns:a16="http://schemas.microsoft.com/office/drawing/2014/main" id="{DD53119A-5FF6-9543-0D3B-1E9132021A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6" name="Graphique 5" descr="Sphères de Harvey 100% avec un remplissage uni">
              <a:extLst>
                <a:ext uri="{FF2B5EF4-FFF2-40B4-BE49-F238E27FC236}">
                  <a16:creationId xmlns:a16="http://schemas.microsoft.com/office/drawing/2014/main" id="{CFB82497-9428-5EBC-1C59-763AFD5297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7" name="Graphique 6" descr="Flèche vers la droite avec un remplissage uni">
              <a:extLst>
                <a:ext uri="{FF2B5EF4-FFF2-40B4-BE49-F238E27FC236}">
                  <a16:creationId xmlns:a16="http://schemas.microsoft.com/office/drawing/2014/main" id="{008B1804-8946-A3A9-0F86-4AA45FC5D2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8" name="Graphique 7" descr="Flèche vers la droite avec un remplissage uni">
              <a:extLst>
                <a:ext uri="{FF2B5EF4-FFF2-40B4-BE49-F238E27FC236}">
                  <a16:creationId xmlns:a16="http://schemas.microsoft.com/office/drawing/2014/main" id="{CED4A08A-C6FC-E0EA-66CF-CE66D4DA60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13" name="Graphique 12" descr="Mille avec un remplissage uni">
              <a:extLst>
                <a:ext uri="{FF2B5EF4-FFF2-40B4-BE49-F238E27FC236}">
                  <a16:creationId xmlns:a16="http://schemas.microsoft.com/office/drawing/2014/main" id="{5CCA9157-AF6D-EB81-3158-EEA418F1B80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19" name="Graphique 18" descr="Sphères de Harvey 100% avec un remplissage uni">
              <a:extLst>
                <a:ext uri="{FF2B5EF4-FFF2-40B4-BE49-F238E27FC236}">
                  <a16:creationId xmlns:a16="http://schemas.microsoft.com/office/drawing/2014/main" id="{FAF4A515-C4EA-BD48-6CF8-1AE1AE427A7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20" name="Graphique 19" descr="Sphères de Harvey 100% avec un remplissage uni">
              <a:extLst>
                <a:ext uri="{FF2B5EF4-FFF2-40B4-BE49-F238E27FC236}">
                  <a16:creationId xmlns:a16="http://schemas.microsoft.com/office/drawing/2014/main" id="{3CF61936-33C3-BBC3-A2C0-C579E09D38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21" name="Graphique 20" descr="Sphères de Harvey 100% avec un remplissage uni">
              <a:extLst>
                <a:ext uri="{FF2B5EF4-FFF2-40B4-BE49-F238E27FC236}">
                  <a16:creationId xmlns:a16="http://schemas.microsoft.com/office/drawing/2014/main" id="{7BD2ADE1-B3A0-5F11-1CCA-0A82EAC48B6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22" name="Groupe 21">
            <a:extLst>
              <a:ext uri="{FF2B5EF4-FFF2-40B4-BE49-F238E27FC236}">
                <a16:creationId xmlns:a16="http://schemas.microsoft.com/office/drawing/2014/main" id="{A26A6EA5-E698-68BA-5066-6B563B1801CC}"/>
              </a:ext>
            </a:extLst>
          </p:cNvPr>
          <p:cNvGrpSpPr/>
          <p:nvPr/>
        </p:nvGrpSpPr>
        <p:grpSpPr>
          <a:xfrm>
            <a:off x="4420710" y="270554"/>
            <a:ext cx="3350580" cy="704869"/>
            <a:chOff x="362013" y="595293"/>
            <a:chExt cx="3350580" cy="704869"/>
          </a:xfrm>
        </p:grpSpPr>
        <p:pic>
          <p:nvPicPr>
            <p:cNvPr id="23" name="Graphique 22" descr="Sphères de Harvey 100% avec un remplissage uni">
              <a:extLst>
                <a:ext uri="{FF2B5EF4-FFF2-40B4-BE49-F238E27FC236}">
                  <a16:creationId xmlns:a16="http://schemas.microsoft.com/office/drawing/2014/main" id="{3B2EB229-8D08-5DBE-E636-7839DDF897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24" name="Graphique 23" descr="Flèche vers la droite avec un remplissage uni">
              <a:extLst>
                <a:ext uri="{FF2B5EF4-FFF2-40B4-BE49-F238E27FC236}">
                  <a16:creationId xmlns:a16="http://schemas.microsoft.com/office/drawing/2014/main" id="{AC947812-6537-2B27-191A-B17D5C77B5D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25" name="Graphique 24" descr="Sphères de Harvey 100% avec un remplissage uni">
              <a:extLst>
                <a:ext uri="{FF2B5EF4-FFF2-40B4-BE49-F238E27FC236}">
                  <a16:creationId xmlns:a16="http://schemas.microsoft.com/office/drawing/2014/main" id="{80444EA2-1581-A5D6-3E19-8888483A60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26" name="Graphique 25" descr="Flèche vers la droite avec un remplissage uni">
              <a:extLst>
                <a:ext uri="{FF2B5EF4-FFF2-40B4-BE49-F238E27FC236}">
                  <a16:creationId xmlns:a16="http://schemas.microsoft.com/office/drawing/2014/main" id="{CA43FD2B-3672-0BA2-412C-940C2A4C8D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27" name="Graphique 26" descr="Flèche vers la droite avec un remplissage uni">
              <a:extLst>
                <a:ext uri="{FF2B5EF4-FFF2-40B4-BE49-F238E27FC236}">
                  <a16:creationId xmlns:a16="http://schemas.microsoft.com/office/drawing/2014/main" id="{240B32E8-5DB5-152D-C794-B07837C7E9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28" name="Graphique 27" descr="Mille avec un remplissage uni">
              <a:extLst>
                <a:ext uri="{FF2B5EF4-FFF2-40B4-BE49-F238E27FC236}">
                  <a16:creationId xmlns:a16="http://schemas.microsoft.com/office/drawing/2014/main" id="{905116AB-8ED7-7AD0-19DE-39CB63F505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29" name="Graphique 28" descr="Sphères de Harvey 100% avec un remplissage uni">
              <a:extLst>
                <a:ext uri="{FF2B5EF4-FFF2-40B4-BE49-F238E27FC236}">
                  <a16:creationId xmlns:a16="http://schemas.microsoft.com/office/drawing/2014/main" id="{C1D098F6-5BF8-BE79-7302-70DC15CCAC0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30" name="Graphique 29" descr="Sphères de Harvey 100% avec un remplissage uni">
              <a:extLst>
                <a:ext uri="{FF2B5EF4-FFF2-40B4-BE49-F238E27FC236}">
                  <a16:creationId xmlns:a16="http://schemas.microsoft.com/office/drawing/2014/main" id="{A4B7DC17-090B-F36F-66C6-FC9FE2B11E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31" name="Graphique 30" descr="Sphères de Harvey 100% avec un remplissage uni">
              <a:extLst>
                <a:ext uri="{FF2B5EF4-FFF2-40B4-BE49-F238E27FC236}">
                  <a16:creationId xmlns:a16="http://schemas.microsoft.com/office/drawing/2014/main" id="{26ED3E62-5043-EACA-034E-1165F65748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32" name="Groupe 31">
            <a:extLst>
              <a:ext uri="{FF2B5EF4-FFF2-40B4-BE49-F238E27FC236}">
                <a16:creationId xmlns:a16="http://schemas.microsoft.com/office/drawing/2014/main" id="{4771380A-D4AC-046E-83B3-639936701D1C}"/>
              </a:ext>
            </a:extLst>
          </p:cNvPr>
          <p:cNvGrpSpPr/>
          <p:nvPr/>
        </p:nvGrpSpPr>
        <p:grpSpPr>
          <a:xfrm>
            <a:off x="8459524" y="270554"/>
            <a:ext cx="3350580" cy="704869"/>
            <a:chOff x="362013" y="595293"/>
            <a:chExt cx="3350580" cy="704869"/>
          </a:xfrm>
        </p:grpSpPr>
        <p:pic>
          <p:nvPicPr>
            <p:cNvPr id="33" name="Graphique 32" descr="Sphères de Harvey 100% avec un remplissage uni">
              <a:extLst>
                <a:ext uri="{FF2B5EF4-FFF2-40B4-BE49-F238E27FC236}">
                  <a16:creationId xmlns:a16="http://schemas.microsoft.com/office/drawing/2014/main" id="{B525FD5B-374E-4CA8-71B5-5EB50FA438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34" name="Graphique 33" descr="Flèche vers la droite avec un remplissage uni">
              <a:extLst>
                <a:ext uri="{FF2B5EF4-FFF2-40B4-BE49-F238E27FC236}">
                  <a16:creationId xmlns:a16="http://schemas.microsoft.com/office/drawing/2014/main" id="{175427F2-989F-1730-66D3-90A2A8D2D9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35" name="Graphique 34" descr="Sphères de Harvey 100% avec un remplissage uni">
              <a:extLst>
                <a:ext uri="{FF2B5EF4-FFF2-40B4-BE49-F238E27FC236}">
                  <a16:creationId xmlns:a16="http://schemas.microsoft.com/office/drawing/2014/main" id="{8A80D66E-449E-FC15-AE9C-CF8561DE69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36" name="Graphique 35" descr="Flèche vers la droite avec un remplissage uni">
              <a:extLst>
                <a:ext uri="{FF2B5EF4-FFF2-40B4-BE49-F238E27FC236}">
                  <a16:creationId xmlns:a16="http://schemas.microsoft.com/office/drawing/2014/main" id="{ACC29A0A-CEED-6EB1-B0D8-19E70401BB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37" name="Graphique 36" descr="Flèche vers la droite avec un remplissage uni">
              <a:extLst>
                <a:ext uri="{FF2B5EF4-FFF2-40B4-BE49-F238E27FC236}">
                  <a16:creationId xmlns:a16="http://schemas.microsoft.com/office/drawing/2014/main" id="{F424D11A-0DDC-BCEE-AF63-4CF888BE14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38" name="Graphique 37" descr="Mille avec un remplissage uni">
              <a:extLst>
                <a:ext uri="{FF2B5EF4-FFF2-40B4-BE49-F238E27FC236}">
                  <a16:creationId xmlns:a16="http://schemas.microsoft.com/office/drawing/2014/main" id="{9DF14EE1-379F-2ABB-9F50-EB7099B5775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39" name="Graphique 38" descr="Sphères de Harvey 100% avec un remplissage uni">
              <a:extLst>
                <a:ext uri="{FF2B5EF4-FFF2-40B4-BE49-F238E27FC236}">
                  <a16:creationId xmlns:a16="http://schemas.microsoft.com/office/drawing/2014/main" id="{3E8B8805-6D8B-0E91-B1DB-2BEB85F629E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40" name="Graphique 39" descr="Sphères de Harvey 100% avec un remplissage uni">
              <a:extLst>
                <a:ext uri="{FF2B5EF4-FFF2-40B4-BE49-F238E27FC236}">
                  <a16:creationId xmlns:a16="http://schemas.microsoft.com/office/drawing/2014/main" id="{1C592AF5-708B-5FFF-4F93-6C12D6F6FC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41" name="Graphique 40" descr="Sphères de Harvey 100% avec un remplissage uni">
              <a:extLst>
                <a:ext uri="{FF2B5EF4-FFF2-40B4-BE49-F238E27FC236}">
                  <a16:creationId xmlns:a16="http://schemas.microsoft.com/office/drawing/2014/main" id="{92C4E37D-BBE9-38C5-F522-04142C9DA4E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42" name="Groupe 41">
            <a:extLst>
              <a:ext uri="{FF2B5EF4-FFF2-40B4-BE49-F238E27FC236}">
                <a16:creationId xmlns:a16="http://schemas.microsoft.com/office/drawing/2014/main" id="{5C6F3BCE-BE28-06A8-44B5-580C0D1C10C3}"/>
              </a:ext>
            </a:extLst>
          </p:cNvPr>
          <p:cNvGrpSpPr/>
          <p:nvPr/>
        </p:nvGrpSpPr>
        <p:grpSpPr>
          <a:xfrm>
            <a:off x="388138" y="3601016"/>
            <a:ext cx="3350580" cy="704869"/>
            <a:chOff x="362013" y="595293"/>
            <a:chExt cx="3350580" cy="704869"/>
          </a:xfrm>
        </p:grpSpPr>
        <p:pic>
          <p:nvPicPr>
            <p:cNvPr id="43" name="Graphique 42" descr="Sphères de Harvey 100% avec un remplissage uni">
              <a:extLst>
                <a:ext uri="{FF2B5EF4-FFF2-40B4-BE49-F238E27FC236}">
                  <a16:creationId xmlns:a16="http://schemas.microsoft.com/office/drawing/2014/main" id="{247E794B-D7CA-817F-019E-50EBB1D40C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44" name="Graphique 43" descr="Flèche vers la droite avec un remplissage uni">
              <a:extLst>
                <a:ext uri="{FF2B5EF4-FFF2-40B4-BE49-F238E27FC236}">
                  <a16:creationId xmlns:a16="http://schemas.microsoft.com/office/drawing/2014/main" id="{BAA4316F-616F-58EE-A644-85733DFD50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45" name="Graphique 44" descr="Sphères de Harvey 100% avec un remplissage uni">
              <a:extLst>
                <a:ext uri="{FF2B5EF4-FFF2-40B4-BE49-F238E27FC236}">
                  <a16:creationId xmlns:a16="http://schemas.microsoft.com/office/drawing/2014/main" id="{7AE78A5B-3D0A-E5F6-09A5-9B20C83CD1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46" name="Graphique 45" descr="Flèche vers la droite avec un remplissage uni">
              <a:extLst>
                <a:ext uri="{FF2B5EF4-FFF2-40B4-BE49-F238E27FC236}">
                  <a16:creationId xmlns:a16="http://schemas.microsoft.com/office/drawing/2014/main" id="{F0C09202-B650-B5E9-3860-5C9808D7D5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47" name="Graphique 46" descr="Flèche vers la droite avec un remplissage uni">
              <a:extLst>
                <a:ext uri="{FF2B5EF4-FFF2-40B4-BE49-F238E27FC236}">
                  <a16:creationId xmlns:a16="http://schemas.microsoft.com/office/drawing/2014/main" id="{9D7E8061-995B-6E6A-C831-37C6872666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48" name="Graphique 47" descr="Mille avec un remplissage uni">
              <a:extLst>
                <a:ext uri="{FF2B5EF4-FFF2-40B4-BE49-F238E27FC236}">
                  <a16:creationId xmlns:a16="http://schemas.microsoft.com/office/drawing/2014/main" id="{3CAFE8BF-C44F-F479-F39D-A2A811217F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49" name="Graphique 48" descr="Sphères de Harvey 100% avec un remplissage uni">
              <a:extLst>
                <a:ext uri="{FF2B5EF4-FFF2-40B4-BE49-F238E27FC236}">
                  <a16:creationId xmlns:a16="http://schemas.microsoft.com/office/drawing/2014/main" id="{6F5680F1-394C-DB7C-1066-443ADD9763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50" name="Graphique 49" descr="Sphères de Harvey 100% avec un remplissage uni">
              <a:extLst>
                <a:ext uri="{FF2B5EF4-FFF2-40B4-BE49-F238E27FC236}">
                  <a16:creationId xmlns:a16="http://schemas.microsoft.com/office/drawing/2014/main" id="{45672CE6-AE5E-26F8-826C-0263EB9102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51" name="Graphique 50" descr="Sphères de Harvey 100% avec un remplissage uni">
              <a:extLst>
                <a:ext uri="{FF2B5EF4-FFF2-40B4-BE49-F238E27FC236}">
                  <a16:creationId xmlns:a16="http://schemas.microsoft.com/office/drawing/2014/main" id="{E99FDCC5-3A42-2DB1-3FBE-A4F265D262A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52" name="Groupe 51">
            <a:extLst>
              <a:ext uri="{FF2B5EF4-FFF2-40B4-BE49-F238E27FC236}">
                <a16:creationId xmlns:a16="http://schemas.microsoft.com/office/drawing/2014/main" id="{FF51A519-95BD-18D0-37DF-72605E2FDAB2}"/>
              </a:ext>
            </a:extLst>
          </p:cNvPr>
          <p:cNvGrpSpPr/>
          <p:nvPr/>
        </p:nvGrpSpPr>
        <p:grpSpPr>
          <a:xfrm>
            <a:off x="4420710" y="3601016"/>
            <a:ext cx="3350580" cy="704869"/>
            <a:chOff x="362013" y="595293"/>
            <a:chExt cx="3350580" cy="704869"/>
          </a:xfrm>
        </p:grpSpPr>
        <p:pic>
          <p:nvPicPr>
            <p:cNvPr id="53" name="Graphique 52" descr="Sphères de Harvey 100% avec un remplissage uni">
              <a:extLst>
                <a:ext uri="{FF2B5EF4-FFF2-40B4-BE49-F238E27FC236}">
                  <a16:creationId xmlns:a16="http://schemas.microsoft.com/office/drawing/2014/main" id="{46A8F357-8C21-8430-6C78-5DC97EDD76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54" name="Graphique 53" descr="Flèche vers la droite avec un remplissage uni">
              <a:extLst>
                <a:ext uri="{FF2B5EF4-FFF2-40B4-BE49-F238E27FC236}">
                  <a16:creationId xmlns:a16="http://schemas.microsoft.com/office/drawing/2014/main" id="{DB2410CC-3589-12F4-CA8F-0CB64A0DB7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55" name="Graphique 54" descr="Sphères de Harvey 100% avec un remplissage uni">
              <a:extLst>
                <a:ext uri="{FF2B5EF4-FFF2-40B4-BE49-F238E27FC236}">
                  <a16:creationId xmlns:a16="http://schemas.microsoft.com/office/drawing/2014/main" id="{BC81BF4C-ED9B-3BBF-7497-24BE3853E3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56" name="Graphique 55" descr="Flèche vers la droite avec un remplissage uni">
              <a:extLst>
                <a:ext uri="{FF2B5EF4-FFF2-40B4-BE49-F238E27FC236}">
                  <a16:creationId xmlns:a16="http://schemas.microsoft.com/office/drawing/2014/main" id="{712367A2-BF10-F7F5-9B2B-67CE53D0755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57" name="Graphique 56" descr="Flèche vers la droite avec un remplissage uni">
              <a:extLst>
                <a:ext uri="{FF2B5EF4-FFF2-40B4-BE49-F238E27FC236}">
                  <a16:creationId xmlns:a16="http://schemas.microsoft.com/office/drawing/2014/main" id="{851AB097-9853-C93C-3EF2-728DD0EBDB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58" name="Graphique 57" descr="Mille avec un remplissage uni">
              <a:extLst>
                <a:ext uri="{FF2B5EF4-FFF2-40B4-BE49-F238E27FC236}">
                  <a16:creationId xmlns:a16="http://schemas.microsoft.com/office/drawing/2014/main" id="{9B24ECD0-E8A1-6ECD-070F-334EB773A6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59" name="Graphique 58" descr="Sphères de Harvey 100% avec un remplissage uni">
              <a:extLst>
                <a:ext uri="{FF2B5EF4-FFF2-40B4-BE49-F238E27FC236}">
                  <a16:creationId xmlns:a16="http://schemas.microsoft.com/office/drawing/2014/main" id="{DEDA6CB6-FB26-F4BA-E97F-CA37EC81B12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60" name="Graphique 59" descr="Sphères de Harvey 100% avec un remplissage uni">
              <a:extLst>
                <a:ext uri="{FF2B5EF4-FFF2-40B4-BE49-F238E27FC236}">
                  <a16:creationId xmlns:a16="http://schemas.microsoft.com/office/drawing/2014/main" id="{82F08781-C9E9-E9DC-0E88-0EEA1D9ED0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61" name="Graphique 60" descr="Sphères de Harvey 100% avec un remplissage uni">
              <a:extLst>
                <a:ext uri="{FF2B5EF4-FFF2-40B4-BE49-F238E27FC236}">
                  <a16:creationId xmlns:a16="http://schemas.microsoft.com/office/drawing/2014/main" id="{E5044414-193A-6121-730C-C90F18A9AD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62" name="Groupe 61">
            <a:extLst>
              <a:ext uri="{FF2B5EF4-FFF2-40B4-BE49-F238E27FC236}">
                <a16:creationId xmlns:a16="http://schemas.microsoft.com/office/drawing/2014/main" id="{73A1748C-7AD4-A506-0A9C-7EAE762C6919}"/>
              </a:ext>
            </a:extLst>
          </p:cNvPr>
          <p:cNvGrpSpPr/>
          <p:nvPr/>
        </p:nvGrpSpPr>
        <p:grpSpPr>
          <a:xfrm>
            <a:off x="8459524" y="3601016"/>
            <a:ext cx="3350580" cy="704869"/>
            <a:chOff x="362013" y="595293"/>
            <a:chExt cx="3350580" cy="704869"/>
          </a:xfrm>
        </p:grpSpPr>
        <p:pic>
          <p:nvPicPr>
            <p:cNvPr id="63" name="Graphique 62" descr="Sphères de Harvey 100% avec un remplissage uni">
              <a:extLst>
                <a:ext uri="{FF2B5EF4-FFF2-40B4-BE49-F238E27FC236}">
                  <a16:creationId xmlns:a16="http://schemas.microsoft.com/office/drawing/2014/main" id="{929CFD7E-06F7-F4EF-4017-9A201E3098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64" name="Graphique 63" descr="Flèche vers la droite avec un remplissage uni">
              <a:extLst>
                <a:ext uri="{FF2B5EF4-FFF2-40B4-BE49-F238E27FC236}">
                  <a16:creationId xmlns:a16="http://schemas.microsoft.com/office/drawing/2014/main" id="{B1483FF1-F612-A6E7-2D40-8681609BE4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65" name="Graphique 64" descr="Sphères de Harvey 100% avec un remplissage uni">
              <a:extLst>
                <a:ext uri="{FF2B5EF4-FFF2-40B4-BE49-F238E27FC236}">
                  <a16:creationId xmlns:a16="http://schemas.microsoft.com/office/drawing/2014/main" id="{21D554E3-C131-D162-1A68-0EB92F7FFD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66" name="Graphique 65" descr="Flèche vers la droite avec un remplissage uni">
              <a:extLst>
                <a:ext uri="{FF2B5EF4-FFF2-40B4-BE49-F238E27FC236}">
                  <a16:creationId xmlns:a16="http://schemas.microsoft.com/office/drawing/2014/main" id="{E04F50C5-F2CB-E06E-A404-AD54D3EE35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67" name="Graphique 66" descr="Flèche vers la droite avec un remplissage uni">
              <a:extLst>
                <a:ext uri="{FF2B5EF4-FFF2-40B4-BE49-F238E27FC236}">
                  <a16:creationId xmlns:a16="http://schemas.microsoft.com/office/drawing/2014/main" id="{BD48390B-0592-D001-DFFB-95E4B6E3D2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68" name="Graphique 67" descr="Mille avec un remplissage uni">
              <a:extLst>
                <a:ext uri="{FF2B5EF4-FFF2-40B4-BE49-F238E27FC236}">
                  <a16:creationId xmlns:a16="http://schemas.microsoft.com/office/drawing/2014/main" id="{02D0CC24-AA5E-4894-4ACA-C704AF83582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69" name="Graphique 68" descr="Sphères de Harvey 100% avec un remplissage uni">
              <a:extLst>
                <a:ext uri="{FF2B5EF4-FFF2-40B4-BE49-F238E27FC236}">
                  <a16:creationId xmlns:a16="http://schemas.microsoft.com/office/drawing/2014/main" id="{13FADB13-575A-BF2D-6F69-4AE6CD584CB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70" name="Graphique 69" descr="Sphères de Harvey 100% avec un remplissage uni">
              <a:extLst>
                <a:ext uri="{FF2B5EF4-FFF2-40B4-BE49-F238E27FC236}">
                  <a16:creationId xmlns:a16="http://schemas.microsoft.com/office/drawing/2014/main" id="{BF989263-7A67-F3FF-22D9-BD7E0A6BFA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71" name="Graphique 70" descr="Sphères de Harvey 100% avec un remplissage uni">
              <a:extLst>
                <a:ext uri="{FF2B5EF4-FFF2-40B4-BE49-F238E27FC236}">
                  <a16:creationId xmlns:a16="http://schemas.microsoft.com/office/drawing/2014/main" id="{BFE4305A-9A75-4F26-058C-8F74E2C408B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pic>
        <p:nvPicPr>
          <p:cNvPr id="4" name="Graphique 3" descr="Visage fou avec remplissage uni avec un remplissage uni">
            <a:extLst>
              <a:ext uri="{FF2B5EF4-FFF2-40B4-BE49-F238E27FC236}">
                <a16:creationId xmlns:a16="http://schemas.microsoft.com/office/drawing/2014/main" id="{77074396-F89E-A75C-8840-A5D92636EA7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74986" y="5774536"/>
            <a:ext cx="554319" cy="554319"/>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C354F7D8-E4D6-9F82-412A-DA7AFD40D9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3565" y="1021175"/>
            <a:ext cx="542622" cy="542622"/>
          </a:xfrm>
          <a:prstGeom prst="rect">
            <a:avLst/>
          </a:prstGeom>
        </p:spPr>
      </p:pic>
      <p:pic>
        <p:nvPicPr>
          <p:cNvPr id="73" name="Graphique 72" descr="Visage baveux avec remplissage uni avec un remplissage uni">
            <a:extLst>
              <a:ext uri="{FF2B5EF4-FFF2-40B4-BE49-F238E27FC236}">
                <a16:creationId xmlns:a16="http://schemas.microsoft.com/office/drawing/2014/main" id="{179F99EF-5534-A2DE-1CB1-E683BA17122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83744" y="4467229"/>
            <a:ext cx="507660" cy="507660"/>
          </a:xfrm>
          <a:prstGeom prst="rect">
            <a:avLst/>
          </a:prstGeom>
        </p:spPr>
      </p:pic>
      <p:pic>
        <p:nvPicPr>
          <p:cNvPr id="75" name="Graphique 74" descr="Visage étourdi avec un remplissage uni avec un remplissage uni">
            <a:extLst>
              <a:ext uri="{FF2B5EF4-FFF2-40B4-BE49-F238E27FC236}">
                <a16:creationId xmlns:a16="http://schemas.microsoft.com/office/drawing/2014/main" id="{C861FDF8-582F-5118-858C-43CFA8D3071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963072" y="5762513"/>
            <a:ext cx="543709" cy="543709"/>
          </a:xfrm>
          <a:prstGeom prst="rect">
            <a:avLst/>
          </a:prstGeom>
        </p:spPr>
      </p:pic>
      <p:pic>
        <p:nvPicPr>
          <p:cNvPr id="77" name="Graphique 76" descr="Visage touché par une étoile avec remplissage uni avec un remplissage uni">
            <a:extLst>
              <a:ext uri="{FF2B5EF4-FFF2-40B4-BE49-F238E27FC236}">
                <a16:creationId xmlns:a16="http://schemas.microsoft.com/office/drawing/2014/main" id="{F051C178-97DA-8A56-04BB-14070EA1768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595576" y="6155226"/>
            <a:ext cx="543710" cy="543710"/>
          </a:xfrm>
          <a:prstGeom prst="rect">
            <a:avLst/>
          </a:prstGeom>
        </p:spPr>
      </p:pic>
      <p:grpSp>
        <p:nvGrpSpPr>
          <p:cNvPr id="90" name="Groupe 89">
            <a:extLst>
              <a:ext uri="{FF2B5EF4-FFF2-40B4-BE49-F238E27FC236}">
                <a16:creationId xmlns:a16="http://schemas.microsoft.com/office/drawing/2014/main" id="{3DC92443-E910-95D5-DD5D-D9BC4F1518F4}"/>
              </a:ext>
            </a:extLst>
          </p:cNvPr>
          <p:cNvGrpSpPr/>
          <p:nvPr/>
        </p:nvGrpSpPr>
        <p:grpSpPr>
          <a:xfrm>
            <a:off x="405930" y="884700"/>
            <a:ext cx="2851739" cy="287685"/>
            <a:chOff x="405930" y="884700"/>
            <a:chExt cx="2851739" cy="287685"/>
          </a:xfrm>
        </p:grpSpPr>
        <p:pic>
          <p:nvPicPr>
            <p:cNvPr id="81" name="Graphique 80" descr="Flèche vers la droite avec un remplissage uni">
              <a:extLst>
                <a:ext uri="{FF2B5EF4-FFF2-40B4-BE49-F238E27FC236}">
                  <a16:creationId xmlns:a16="http://schemas.microsoft.com/office/drawing/2014/main" id="{49F6A916-51F6-889B-8227-2CF8FD422FD1}"/>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89" name="Rectangle 88">
              <a:extLst>
                <a:ext uri="{FF2B5EF4-FFF2-40B4-BE49-F238E27FC236}">
                  <a16:creationId xmlns:a16="http://schemas.microsoft.com/office/drawing/2014/main" id="{8830ECC8-FE86-C69A-E20B-EAA69867A0D3}"/>
                </a:ext>
              </a:extLst>
            </p:cNvPr>
            <p:cNvSpPr/>
            <p:nvPr/>
          </p:nvSpPr>
          <p:spPr>
            <a:xfrm>
              <a:off x="405930" y="1022508"/>
              <a:ext cx="21934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1" name="Graphique 90" descr="Visage souriant à remplissage solide avec un remplissage uni">
            <a:extLst>
              <a:ext uri="{FF2B5EF4-FFF2-40B4-BE49-F238E27FC236}">
                <a16:creationId xmlns:a16="http://schemas.microsoft.com/office/drawing/2014/main" id="{162276F4-F8FE-544A-72B0-872FE3EB94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052" y="1167918"/>
            <a:ext cx="542622" cy="542622"/>
          </a:xfrm>
          <a:prstGeom prst="rect">
            <a:avLst/>
          </a:prstGeom>
        </p:spPr>
      </p:pic>
      <p:pic>
        <p:nvPicPr>
          <p:cNvPr id="92" name="Graphique 91" descr="Visage souriant à remplissage solide avec un remplissage uni">
            <a:extLst>
              <a:ext uri="{FF2B5EF4-FFF2-40B4-BE49-F238E27FC236}">
                <a16:creationId xmlns:a16="http://schemas.microsoft.com/office/drawing/2014/main" id="{FC39A863-EA97-1DE3-FCE1-972C73467B0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0722" y="1450530"/>
            <a:ext cx="542622" cy="542622"/>
          </a:xfrm>
          <a:prstGeom prst="rect">
            <a:avLst/>
          </a:prstGeom>
        </p:spPr>
      </p:pic>
      <p:pic>
        <p:nvPicPr>
          <p:cNvPr id="93" name="Graphique 92" descr="Visage souriant à remplissage solide avec un remplissage uni">
            <a:extLst>
              <a:ext uri="{FF2B5EF4-FFF2-40B4-BE49-F238E27FC236}">
                <a16:creationId xmlns:a16="http://schemas.microsoft.com/office/drawing/2014/main" id="{BB061255-3D24-C23E-4911-09B0DF198E7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9597" y="1583382"/>
            <a:ext cx="542622" cy="542622"/>
          </a:xfrm>
          <a:prstGeom prst="rect">
            <a:avLst/>
          </a:prstGeom>
        </p:spPr>
      </p:pic>
      <p:pic>
        <p:nvPicPr>
          <p:cNvPr id="94" name="Graphique 93" descr="Visage souriant à remplissage solide avec un remplissage uni">
            <a:extLst>
              <a:ext uri="{FF2B5EF4-FFF2-40B4-BE49-F238E27FC236}">
                <a16:creationId xmlns:a16="http://schemas.microsoft.com/office/drawing/2014/main" id="{3615330D-8CE5-4A26-0719-06157412871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9309" y="1898282"/>
            <a:ext cx="542622" cy="542622"/>
          </a:xfrm>
          <a:prstGeom prst="rect">
            <a:avLst/>
          </a:prstGeom>
        </p:spPr>
      </p:pic>
      <p:grpSp>
        <p:nvGrpSpPr>
          <p:cNvPr id="98" name="Groupe 97">
            <a:extLst>
              <a:ext uri="{FF2B5EF4-FFF2-40B4-BE49-F238E27FC236}">
                <a16:creationId xmlns:a16="http://schemas.microsoft.com/office/drawing/2014/main" id="{6F66F727-17BB-0411-B010-4AACA7C9EE2D}"/>
              </a:ext>
            </a:extLst>
          </p:cNvPr>
          <p:cNvGrpSpPr/>
          <p:nvPr/>
        </p:nvGrpSpPr>
        <p:grpSpPr>
          <a:xfrm>
            <a:off x="4420710" y="869777"/>
            <a:ext cx="1841197" cy="287685"/>
            <a:chOff x="1589321" y="884700"/>
            <a:chExt cx="1668348" cy="287685"/>
          </a:xfrm>
        </p:grpSpPr>
        <p:pic>
          <p:nvPicPr>
            <p:cNvPr id="99" name="Graphique 98" descr="Flèche vers la droite avec un remplissage uni">
              <a:extLst>
                <a:ext uri="{FF2B5EF4-FFF2-40B4-BE49-F238E27FC236}">
                  <a16:creationId xmlns:a16="http://schemas.microsoft.com/office/drawing/2014/main" id="{E21279CF-B884-8205-9F78-E256409B013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00" name="Rectangle 99">
              <a:extLst>
                <a:ext uri="{FF2B5EF4-FFF2-40B4-BE49-F238E27FC236}">
                  <a16:creationId xmlns:a16="http://schemas.microsoft.com/office/drawing/2014/main" id="{0E42BE73-C793-C211-DBEE-1379A734E98A}"/>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01" name="Graphique 100" descr="Visage souriant à remplissage solide avec un remplissage uni">
            <a:extLst>
              <a:ext uri="{FF2B5EF4-FFF2-40B4-BE49-F238E27FC236}">
                <a16:creationId xmlns:a16="http://schemas.microsoft.com/office/drawing/2014/main" id="{19C8CB82-2DA3-0FE9-D189-6FBCBCA782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20970" y="1072921"/>
            <a:ext cx="542622" cy="542622"/>
          </a:xfrm>
          <a:prstGeom prst="rect">
            <a:avLst/>
          </a:prstGeom>
        </p:spPr>
      </p:pic>
      <p:pic>
        <p:nvPicPr>
          <p:cNvPr id="102" name="Graphique 101" descr="Visage souriant à remplissage solide avec un remplissage uni">
            <a:extLst>
              <a:ext uri="{FF2B5EF4-FFF2-40B4-BE49-F238E27FC236}">
                <a16:creationId xmlns:a16="http://schemas.microsoft.com/office/drawing/2014/main" id="{99A20409-F6FD-255A-E42B-7A5A50326D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66457" y="1219664"/>
            <a:ext cx="542622" cy="542622"/>
          </a:xfrm>
          <a:prstGeom prst="rect">
            <a:avLst/>
          </a:prstGeom>
        </p:spPr>
      </p:pic>
      <p:pic>
        <p:nvPicPr>
          <p:cNvPr id="103" name="Graphique 102" descr="Visage souriant à remplissage solide avec un remplissage uni">
            <a:extLst>
              <a:ext uri="{FF2B5EF4-FFF2-40B4-BE49-F238E27FC236}">
                <a16:creationId xmlns:a16="http://schemas.microsoft.com/office/drawing/2014/main" id="{630BC5BC-330C-0790-6A4B-6D5FAECDC7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48354" y="1469479"/>
            <a:ext cx="542622" cy="542622"/>
          </a:xfrm>
          <a:prstGeom prst="rect">
            <a:avLst/>
          </a:prstGeom>
        </p:spPr>
      </p:pic>
      <p:pic>
        <p:nvPicPr>
          <p:cNvPr id="104" name="Graphique 103" descr="Visage souriant à remplissage solide avec un remplissage uni">
            <a:extLst>
              <a:ext uri="{FF2B5EF4-FFF2-40B4-BE49-F238E27FC236}">
                <a16:creationId xmlns:a16="http://schemas.microsoft.com/office/drawing/2014/main" id="{29463E52-567D-EA54-FAFD-350FA5928C4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77492" y="1689247"/>
            <a:ext cx="542622" cy="542622"/>
          </a:xfrm>
          <a:prstGeom prst="rect">
            <a:avLst/>
          </a:prstGeom>
        </p:spPr>
      </p:pic>
      <p:pic>
        <p:nvPicPr>
          <p:cNvPr id="105" name="Graphique 104" descr="Visage souriant à remplissage solide avec un remplissage uni">
            <a:extLst>
              <a:ext uri="{FF2B5EF4-FFF2-40B4-BE49-F238E27FC236}">
                <a16:creationId xmlns:a16="http://schemas.microsoft.com/office/drawing/2014/main" id="{4AB26434-6BE9-0F93-581E-9427F8CD3C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32005" y="1958611"/>
            <a:ext cx="542622" cy="542622"/>
          </a:xfrm>
          <a:prstGeom prst="rect">
            <a:avLst/>
          </a:prstGeom>
        </p:spPr>
      </p:pic>
      <p:grpSp>
        <p:nvGrpSpPr>
          <p:cNvPr id="110" name="Groupe 109">
            <a:extLst>
              <a:ext uri="{FF2B5EF4-FFF2-40B4-BE49-F238E27FC236}">
                <a16:creationId xmlns:a16="http://schemas.microsoft.com/office/drawing/2014/main" id="{07F0B59B-7095-5F13-8B37-493ACDC5EFA7}"/>
              </a:ext>
            </a:extLst>
          </p:cNvPr>
          <p:cNvGrpSpPr/>
          <p:nvPr/>
        </p:nvGrpSpPr>
        <p:grpSpPr>
          <a:xfrm rot="2099953">
            <a:off x="6161243" y="1319675"/>
            <a:ext cx="1442167" cy="287685"/>
            <a:chOff x="1589321" y="884700"/>
            <a:chExt cx="1668348" cy="287685"/>
          </a:xfrm>
        </p:grpSpPr>
        <p:pic>
          <p:nvPicPr>
            <p:cNvPr id="111" name="Graphique 110" descr="Flèche vers la droite avec un remplissage uni">
              <a:extLst>
                <a:ext uri="{FF2B5EF4-FFF2-40B4-BE49-F238E27FC236}">
                  <a16:creationId xmlns:a16="http://schemas.microsoft.com/office/drawing/2014/main" id="{8679855C-E430-8F0E-DBF9-B768A3919B6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12" name="Rectangle 111">
              <a:extLst>
                <a:ext uri="{FF2B5EF4-FFF2-40B4-BE49-F238E27FC236}">
                  <a16:creationId xmlns:a16="http://schemas.microsoft.com/office/drawing/2014/main" id="{21A2D7F8-53DC-2445-6366-697BA67419C7}"/>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13" name="Graphique 112" descr="Visage souriant à remplissage solide avec un remplissage uni">
            <a:extLst>
              <a:ext uri="{FF2B5EF4-FFF2-40B4-BE49-F238E27FC236}">
                <a16:creationId xmlns:a16="http://schemas.microsoft.com/office/drawing/2014/main" id="{FDBB3DF1-CE58-6AA7-8C40-8583445464A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31873" y="1097309"/>
            <a:ext cx="542622" cy="542622"/>
          </a:xfrm>
          <a:prstGeom prst="rect">
            <a:avLst/>
          </a:prstGeom>
        </p:spPr>
      </p:pic>
      <p:pic>
        <p:nvPicPr>
          <p:cNvPr id="114" name="Graphique 113" descr="Visage souriant à remplissage solide avec un remplissage uni">
            <a:extLst>
              <a:ext uri="{FF2B5EF4-FFF2-40B4-BE49-F238E27FC236}">
                <a16:creationId xmlns:a16="http://schemas.microsoft.com/office/drawing/2014/main" id="{CD10CF44-1E27-BA83-6CB7-F1799DE4E1F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77360" y="1244052"/>
            <a:ext cx="542622" cy="542622"/>
          </a:xfrm>
          <a:prstGeom prst="rect">
            <a:avLst/>
          </a:prstGeom>
        </p:spPr>
      </p:pic>
      <p:pic>
        <p:nvPicPr>
          <p:cNvPr id="115" name="Graphique 114" descr="Visage souriant à remplissage solide avec un remplissage uni">
            <a:extLst>
              <a:ext uri="{FF2B5EF4-FFF2-40B4-BE49-F238E27FC236}">
                <a16:creationId xmlns:a16="http://schemas.microsoft.com/office/drawing/2014/main" id="{6552A040-2CFE-9F6D-3E09-A36A2A52A85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659030" y="1526664"/>
            <a:ext cx="542622" cy="542622"/>
          </a:xfrm>
          <a:prstGeom prst="rect">
            <a:avLst/>
          </a:prstGeom>
        </p:spPr>
      </p:pic>
      <p:pic>
        <p:nvPicPr>
          <p:cNvPr id="116" name="Graphique 115" descr="Visage souriant à remplissage solide avec un remplissage uni">
            <a:extLst>
              <a:ext uri="{FF2B5EF4-FFF2-40B4-BE49-F238E27FC236}">
                <a16:creationId xmlns:a16="http://schemas.microsoft.com/office/drawing/2014/main" id="{6B654457-719B-37D5-8BF6-627F6B2ED4C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17905" y="1659516"/>
            <a:ext cx="542622" cy="542622"/>
          </a:xfrm>
          <a:prstGeom prst="rect">
            <a:avLst/>
          </a:prstGeom>
        </p:spPr>
      </p:pic>
      <p:pic>
        <p:nvPicPr>
          <p:cNvPr id="117" name="Graphique 116" descr="Visage souriant à remplissage solide avec un remplissage uni">
            <a:extLst>
              <a:ext uri="{FF2B5EF4-FFF2-40B4-BE49-F238E27FC236}">
                <a16:creationId xmlns:a16="http://schemas.microsoft.com/office/drawing/2014/main" id="{2715E2C8-18CA-F644-CC0D-4103574FE4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97617" y="1974416"/>
            <a:ext cx="542622" cy="542622"/>
          </a:xfrm>
          <a:prstGeom prst="rect">
            <a:avLst/>
          </a:prstGeom>
        </p:spPr>
      </p:pic>
      <p:pic>
        <p:nvPicPr>
          <p:cNvPr id="118" name="Graphique 117" descr="Visage souriant à remplissage solide avec un remplissage uni">
            <a:extLst>
              <a:ext uri="{FF2B5EF4-FFF2-40B4-BE49-F238E27FC236}">
                <a16:creationId xmlns:a16="http://schemas.microsoft.com/office/drawing/2014/main" id="{830AAA5A-38E8-CA32-B0B6-FF3C4EC209E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96369" y="1145743"/>
            <a:ext cx="542622" cy="542622"/>
          </a:xfrm>
          <a:prstGeom prst="rect">
            <a:avLst/>
          </a:prstGeom>
        </p:spPr>
      </p:pic>
      <p:pic>
        <p:nvPicPr>
          <p:cNvPr id="119" name="Graphique 118" descr="Visage souriant à remplissage solide avec un remplissage uni">
            <a:extLst>
              <a:ext uri="{FF2B5EF4-FFF2-40B4-BE49-F238E27FC236}">
                <a16:creationId xmlns:a16="http://schemas.microsoft.com/office/drawing/2014/main" id="{20ECDA17-A552-0940-A6EC-A13BF1223AC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12027"/>
          <a:stretch/>
        </p:blipFill>
        <p:spPr>
          <a:xfrm>
            <a:off x="3441856" y="1292486"/>
            <a:ext cx="477360" cy="542622"/>
          </a:xfrm>
          <a:prstGeom prst="rect">
            <a:avLst/>
          </a:prstGeom>
        </p:spPr>
      </p:pic>
      <p:pic>
        <p:nvPicPr>
          <p:cNvPr id="120" name="Graphique 119" descr="Visage souriant à remplissage solide avec un remplissage uni">
            <a:extLst>
              <a:ext uri="{FF2B5EF4-FFF2-40B4-BE49-F238E27FC236}">
                <a16:creationId xmlns:a16="http://schemas.microsoft.com/office/drawing/2014/main" id="{C9907F8B-BE57-A451-AA4C-BDBCB7FB9DE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23526" y="1575098"/>
            <a:ext cx="542622" cy="542622"/>
          </a:xfrm>
          <a:prstGeom prst="rect">
            <a:avLst/>
          </a:prstGeom>
        </p:spPr>
      </p:pic>
      <p:pic>
        <p:nvPicPr>
          <p:cNvPr id="121" name="Graphique 120" descr="Visage souriant à remplissage solide avec un remplissage uni">
            <a:extLst>
              <a:ext uri="{FF2B5EF4-FFF2-40B4-BE49-F238E27FC236}">
                <a16:creationId xmlns:a16="http://schemas.microsoft.com/office/drawing/2014/main" id="{68FD34EB-346F-72A2-9123-6318FBE236C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382401" y="1707950"/>
            <a:ext cx="542622" cy="542622"/>
          </a:xfrm>
          <a:prstGeom prst="rect">
            <a:avLst/>
          </a:prstGeom>
        </p:spPr>
      </p:pic>
      <p:pic>
        <p:nvPicPr>
          <p:cNvPr id="122" name="Graphique 121" descr="Visage souriant à remplissage solide avec un remplissage uni">
            <a:extLst>
              <a:ext uri="{FF2B5EF4-FFF2-40B4-BE49-F238E27FC236}">
                <a16:creationId xmlns:a16="http://schemas.microsoft.com/office/drawing/2014/main" id="{E1B41BE6-4398-73FA-0392-4CBF951507E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62113" y="2022850"/>
            <a:ext cx="542622" cy="542622"/>
          </a:xfrm>
          <a:prstGeom prst="rect">
            <a:avLst/>
          </a:prstGeom>
        </p:spPr>
      </p:pic>
      <p:pic>
        <p:nvPicPr>
          <p:cNvPr id="123" name="Graphique 122" descr="Visage souriant à remplissage solide avec un remplissage uni">
            <a:extLst>
              <a:ext uri="{FF2B5EF4-FFF2-40B4-BE49-F238E27FC236}">
                <a16:creationId xmlns:a16="http://schemas.microsoft.com/office/drawing/2014/main" id="{0D4B4612-3AF5-0CE3-42DC-A659A2F97FB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692002" y="1111278"/>
            <a:ext cx="542622" cy="542622"/>
          </a:xfrm>
          <a:prstGeom prst="rect">
            <a:avLst/>
          </a:prstGeom>
        </p:spPr>
      </p:pic>
      <p:pic>
        <p:nvPicPr>
          <p:cNvPr id="124" name="Graphique 123" descr="Visage souriant à remplissage solide avec un remplissage uni">
            <a:extLst>
              <a:ext uri="{FF2B5EF4-FFF2-40B4-BE49-F238E27FC236}">
                <a16:creationId xmlns:a16="http://schemas.microsoft.com/office/drawing/2014/main" id="{89F000E4-2C7E-A22D-4D7D-4699D6A4865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37489" y="1258021"/>
            <a:ext cx="542622" cy="542622"/>
          </a:xfrm>
          <a:prstGeom prst="rect">
            <a:avLst/>
          </a:prstGeom>
        </p:spPr>
      </p:pic>
      <p:pic>
        <p:nvPicPr>
          <p:cNvPr id="125" name="Graphique 124" descr="Visage souriant à remplissage solide avec un remplissage uni">
            <a:extLst>
              <a:ext uri="{FF2B5EF4-FFF2-40B4-BE49-F238E27FC236}">
                <a16:creationId xmlns:a16="http://schemas.microsoft.com/office/drawing/2014/main" id="{743A346B-E424-7DF9-D834-58E28E244EB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19386" y="1507836"/>
            <a:ext cx="542622" cy="542622"/>
          </a:xfrm>
          <a:prstGeom prst="rect">
            <a:avLst/>
          </a:prstGeom>
        </p:spPr>
      </p:pic>
      <p:pic>
        <p:nvPicPr>
          <p:cNvPr id="126" name="Graphique 125" descr="Visage souriant à remplissage solide avec un remplissage uni">
            <a:extLst>
              <a:ext uri="{FF2B5EF4-FFF2-40B4-BE49-F238E27FC236}">
                <a16:creationId xmlns:a16="http://schemas.microsoft.com/office/drawing/2014/main" id="{36FF7401-9DCF-84E7-57D4-A0D566286D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48524" y="1727604"/>
            <a:ext cx="542622" cy="542622"/>
          </a:xfrm>
          <a:prstGeom prst="rect">
            <a:avLst/>
          </a:prstGeom>
        </p:spPr>
      </p:pic>
      <p:pic>
        <p:nvPicPr>
          <p:cNvPr id="127" name="Graphique 126" descr="Visage souriant à remplissage solide avec un remplissage uni">
            <a:extLst>
              <a:ext uri="{FF2B5EF4-FFF2-40B4-BE49-F238E27FC236}">
                <a16:creationId xmlns:a16="http://schemas.microsoft.com/office/drawing/2014/main" id="{A5BACFB8-5DE3-2B0A-89D9-03C800D2D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03037" y="1996968"/>
            <a:ext cx="542622" cy="542622"/>
          </a:xfrm>
          <a:prstGeom prst="rect">
            <a:avLst/>
          </a:prstGeom>
        </p:spPr>
      </p:pic>
      <p:pic>
        <p:nvPicPr>
          <p:cNvPr id="128" name="Graphique 127" descr="Visage souriant à remplissage solide avec un remplissage uni">
            <a:extLst>
              <a:ext uri="{FF2B5EF4-FFF2-40B4-BE49-F238E27FC236}">
                <a16:creationId xmlns:a16="http://schemas.microsoft.com/office/drawing/2014/main" id="{E46F295F-573E-7E32-54C0-31293F770A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26097" y="1881430"/>
            <a:ext cx="542622" cy="542622"/>
          </a:xfrm>
          <a:prstGeom prst="rect">
            <a:avLst/>
          </a:prstGeom>
        </p:spPr>
      </p:pic>
      <p:pic>
        <p:nvPicPr>
          <p:cNvPr id="129" name="Graphique 128" descr="Visage souriant à remplissage solide avec un remplissage uni">
            <a:extLst>
              <a:ext uri="{FF2B5EF4-FFF2-40B4-BE49-F238E27FC236}">
                <a16:creationId xmlns:a16="http://schemas.microsoft.com/office/drawing/2014/main" id="{47782363-C865-B9EB-3CE6-D46068CFB1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71584" y="2028173"/>
            <a:ext cx="542622" cy="542622"/>
          </a:xfrm>
          <a:prstGeom prst="rect">
            <a:avLst/>
          </a:prstGeom>
        </p:spPr>
      </p:pic>
      <p:pic>
        <p:nvPicPr>
          <p:cNvPr id="130" name="Graphique 129" descr="Visage souriant à remplissage solide avec un remplissage uni">
            <a:extLst>
              <a:ext uri="{FF2B5EF4-FFF2-40B4-BE49-F238E27FC236}">
                <a16:creationId xmlns:a16="http://schemas.microsoft.com/office/drawing/2014/main" id="{8E1BD3CF-549E-0039-02BB-10D4425E666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53481" y="2277988"/>
            <a:ext cx="542622" cy="542622"/>
          </a:xfrm>
          <a:prstGeom prst="rect">
            <a:avLst/>
          </a:prstGeom>
        </p:spPr>
      </p:pic>
      <p:pic>
        <p:nvPicPr>
          <p:cNvPr id="131" name="Graphique 130" descr="Visage souriant à remplissage solide avec un remplissage uni">
            <a:extLst>
              <a:ext uri="{FF2B5EF4-FFF2-40B4-BE49-F238E27FC236}">
                <a16:creationId xmlns:a16="http://schemas.microsoft.com/office/drawing/2014/main" id="{833F3066-8203-AF5A-0FDB-98857554D5F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82619" y="2497756"/>
            <a:ext cx="542622" cy="542622"/>
          </a:xfrm>
          <a:prstGeom prst="rect">
            <a:avLst/>
          </a:prstGeom>
        </p:spPr>
      </p:pic>
      <p:pic>
        <p:nvPicPr>
          <p:cNvPr id="132" name="Graphique 131" descr="Visage souriant à remplissage solide avec un remplissage uni">
            <a:extLst>
              <a:ext uri="{FF2B5EF4-FFF2-40B4-BE49-F238E27FC236}">
                <a16:creationId xmlns:a16="http://schemas.microsoft.com/office/drawing/2014/main" id="{802BE59C-C944-E883-07F1-D36DF485B3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37132" y="2767120"/>
            <a:ext cx="542622" cy="542622"/>
          </a:xfrm>
          <a:prstGeom prst="rect">
            <a:avLst/>
          </a:prstGeom>
        </p:spPr>
      </p:pic>
      <p:pic>
        <p:nvPicPr>
          <p:cNvPr id="133" name="Graphique 132" descr="Mille avec un remplissage uni">
            <a:extLst>
              <a:ext uri="{FF2B5EF4-FFF2-40B4-BE49-F238E27FC236}">
                <a16:creationId xmlns:a16="http://schemas.microsoft.com/office/drawing/2014/main" id="{5CE2DF58-553A-48EE-0623-6A31097703C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436186" y="1582170"/>
            <a:ext cx="452233" cy="452233"/>
          </a:xfrm>
          <a:prstGeom prst="rect">
            <a:avLst/>
          </a:prstGeom>
        </p:spPr>
      </p:pic>
      <p:pic>
        <p:nvPicPr>
          <p:cNvPr id="134" name="Graphique 133" descr="Visage souriant à remplissage solide avec un remplissage uni">
            <a:extLst>
              <a:ext uri="{FF2B5EF4-FFF2-40B4-BE49-F238E27FC236}">
                <a16:creationId xmlns:a16="http://schemas.microsoft.com/office/drawing/2014/main" id="{41E785D1-D070-313C-C7DD-8FD308A890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45800" y="4322748"/>
            <a:ext cx="542622" cy="542622"/>
          </a:xfrm>
          <a:prstGeom prst="rect">
            <a:avLst/>
          </a:prstGeom>
        </p:spPr>
      </p:pic>
      <p:pic>
        <p:nvPicPr>
          <p:cNvPr id="135" name="Graphique 134" descr="Visage souriant à remplissage solide avec un remplissage uni">
            <a:extLst>
              <a:ext uri="{FF2B5EF4-FFF2-40B4-BE49-F238E27FC236}">
                <a16:creationId xmlns:a16="http://schemas.microsoft.com/office/drawing/2014/main" id="{76A8453B-3EFE-BF37-2D87-73D1B2B076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91287" y="4469491"/>
            <a:ext cx="542622" cy="542622"/>
          </a:xfrm>
          <a:prstGeom prst="rect">
            <a:avLst/>
          </a:prstGeom>
        </p:spPr>
      </p:pic>
      <p:pic>
        <p:nvPicPr>
          <p:cNvPr id="136" name="Graphique 135" descr="Visage souriant à remplissage solide avec un remplissage uni">
            <a:extLst>
              <a:ext uri="{FF2B5EF4-FFF2-40B4-BE49-F238E27FC236}">
                <a16:creationId xmlns:a16="http://schemas.microsoft.com/office/drawing/2014/main" id="{E796350C-D0FA-18ED-21E2-CA7D409907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72957" y="4752103"/>
            <a:ext cx="542622" cy="542622"/>
          </a:xfrm>
          <a:prstGeom prst="rect">
            <a:avLst/>
          </a:prstGeom>
        </p:spPr>
      </p:pic>
      <p:pic>
        <p:nvPicPr>
          <p:cNvPr id="137" name="Graphique 136" descr="Visage souriant à remplissage solide avec un remplissage uni">
            <a:extLst>
              <a:ext uri="{FF2B5EF4-FFF2-40B4-BE49-F238E27FC236}">
                <a16:creationId xmlns:a16="http://schemas.microsoft.com/office/drawing/2014/main" id="{E267259F-C1F2-58F1-98C9-6F37D48DFB2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31832" y="4884955"/>
            <a:ext cx="542622" cy="542622"/>
          </a:xfrm>
          <a:prstGeom prst="rect">
            <a:avLst/>
          </a:prstGeom>
        </p:spPr>
      </p:pic>
      <p:pic>
        <p:nvPicPr>
          <p:cNvPr id="138" name="Graphique 137" descr="Visage souriant à remplissage solide avec un remplissage uni">
            <a:extLst>
              <a:ext uri="{FF2B5EF4-FFF2-40B4-BE49-F238E27FC236}">
                <a16:creationId xmlns:a16="http://schemas.microsoft.com/office/drawing/2014/main" id="{3CF19A59-FFE9-B5E9-B124-EE3758CF42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1544" y="5199855"/>
            <a:ext cx="542622" cy="542622"/>
          </a:xfrm>
          <a:prstGeom prst="rect">
            <a:avLst/>
          </a:prstGeom>
        </p:spPr>
      </p:pic>
      <p:pic>
        <p:nvPicPr>
          <p:cNvPr id="140" name="Graphique 139" descr="Flèche vers la droite avec un remplissage uni">
            <a:extLst>
              <a:ext uri="{FF2B5EF4-FFF2-40B4-BE49-F238E27FC236}">
                <a16:creationId xmlns:a16="http://schemas.microsoft.com/office/drawing/2014/main" id="{A56F011A-9791-3E94-D25F-F998C217C64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8447273" y="4188677"/>
            <a:ext cx="777896" cy="287685"/>
          </a:xfrm>
          <a:prstGeom prst="rect">
            <a:avLst/>
          </a:prstGeom>
        </p:spPr>
      </p:pic>
      <p:pic>
        <p:nvPicPr>
          <p:cNvPr id="142" name="Graphique 141" descr="Flèche vers la droite avec un remplissage uni">
            <a:extLst>
              <a:ext uri="{FF2B5EF4-FFF2-40B4-BE49-F238E27FC236}">
                <a16:creationId xmlns:a16="http://schemas.microsoft.com/office/drawing/2014/main" id="{28446273-EE26-8636-93E0-31F04C8E58B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2505525">
            <a:off x="9107231" y="4507295"/>
            <a:ext cx="770494" cy="287685"/>
          </a:xfrm>
          <a:prstGeom prst="rect">
            <a:avLst/>
          </a:prstGeom>
        </p:spPr>
      </p:pic>
      <p:pic>
        <p:nvPicPr>
          <p:cNvPr id="143" name="Graphique 142" descr="Flèche vers la droite avec un remplissage uni">
            <a:extLst>
              <a:ext uri="{FF2B5EF4-FFF2-40B4-BE49-F238E27FC236}">
                <a16:creationId xmlns:a16="http://schemas.microsoft.com/office/drawing/2014/main" id="{0DAB80C5-4B3E-69F9-4DC6-9B764A7C4E7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4979591">
            <a:off x="9489318" y="5109683"/>
            <a:ext cx="770494" cy="287685"/>
          </a:xfrm>
          <a:prstGeom prst="rect">
            <a:avLst/>
          </a:prstGeom>
        </p:spPr>
      </p:pic>
      <p:pic>
        <p:nvPicPr>
          <p:cNvPr id="144" name="Graphique 143" descr="Flèche vers la droite avec un remplissage uni">
            <a:extLst>
              <a:ext uri="{FF2B5EF4-FFF2-40B4-BE49-F238E27FC236}">
                <a16:creationId xmlns:a16="http://schemas.microsoft.com/office/drawing/2014/main" id="{5CA39C4B-AEB7-7296-9AB3-E893F2EA1B1C}"/>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7908370">
            <a:off x="9333396" y="5737495"/>
            <a:ext cx="770494" cy="287685"/>
          </a:xfrm>
          <a:prstGeom prst="rect">
            <a:avLst/>
          </a:prstGeom>
        </p:spPr>
      </p:pic>
      <p:pic>
        <p:nvPicPr>
          <p:cNvPr id="145" name="Graphique 144" descr="Flèche vers la droite avec un remplissage uni">
            <a:extLst>
              <a:ext uri="{FF2B5EF4-FFF2-40B4-BE49-F238E27FC236}">
                <a16:creationId xmlns:a16="http://schemas.microsoft.com/office/drawing/2014/main" id="{EAFECB02-212A-084B-1A37-BB276603A13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1909834">
            <a:off x="9893678" y="5686012"/>
            <a:ext cx="770494" cy="287685"/>
          </a:xfrm>
          <a:prstGeom prst="rect">
            <a:avLst/>
          </a:prstGeom>
        </p:spPr>
      </p:pic>
      <p:pic>
        <p:nvPicPr>
          <p:cNvPr id="146" name="Graphique 145" descr="Flèche vers la droite avec un remplissage uni">
            <a:extLst>
              <a:ext uri="{FF2B5EF4-FFF2-40B4-BE49-F238E27FC236}">
                <a16:creationId xmlns:a16="http://schemas.microsoft.com/office/drawing/2014/main" id="{0C23F134-BB18-7BBA-1137-05C1FDA3540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21233860">
            <a:off x="9754080" y="4646992"/>
            <a:ext cx="770494" cy="287685"/>
          </a:xfrm>
          <a:prstGeom prst="rect">
            <a:avLst/>
          </a:prstGeom>
        </p:spPr>
      </p:pic>
      <p:pic>
        <p:nvPicPr>
          <p:cNvPr id="147" name="Graphique 146" descr="Flèche vers la droite avec un remplissage uni">
            <a:extLst>
              <a:ext uri="{FF2B5EF4-FFF2-40B4-BE49-F238E27FC236}">
                <a16:creationId xmlns:a16="http://schemas.microsoft.com/office/drawing/2014/main" id="{83E3B4BF-7F77-23D9-E06B-3B2D40BB5BCC}"/>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7670660">
            <a:off x="9965631" y="6104295"/>
            <a:ext cx="770494" cy="287685"/>
          </a:xfrm>
          <a:prstGeom prst="rect">
            <a:avLst/>
          </a:prstGeom>
        </p:spPr>
      </p:pic>
      <p:pic>
        <p:nvPicPr>
          <p:cNvPr id="149" name="Graphique 148" descr="Visage portant des lunettes de soleil à remplissage uni avec un remplissage uni">
            <a:extLst>
              <a:ext uri="{FF2B5EF4-FFF2-40B4-BE49-F238E27FC236}">
                <a16:creationId xmlns:a16="http://schemas.microsoft.com/office/drawing/2014/main" id="{6A1CFDC9-0C73-A934-D06A-1761E2CC435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965411" y="5245186"/>
            <a:ext cx="467887" cy="467887"/>
          </a:xfrm>
          <a:prstGeom prst="rect">
            <a:avLst/>
          </a:prstGeom>
        </p:spPr>
      </p:pic>
      <p:pic>
        <p:nvPicPr>
          <p:cNvPr id="150" name="Graphique 149" descr="Visage souriant à remplissage solide avec un remplissage uni">
            <a:extLst>
              <a:ext uri="{FF2B5EF4-FFF2-40B4-BE49-F238E27FC236}">
                <a16:creationId xmlns:a16="http://schemas.microsoft.com/office/drawing/2014/main" id="{4B01371D-28DD-8D57-C3A5-0E091131E2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9959" y="973673"/>
            <a:ext cx="542622" cy="542622"/>
          </a:xfrm>
          <a:prstGeom prst="rect">
            <a:avLst/>
          </a:prstGeom>
        </p:spPr>
      </p:pic>
      <p:pic>
        <p:nvPicPr>
          <p:cNvPr id="154" name="Graphique 153" descr="Visage souriant à remplissage solide avec un remplissage uni">
            <a:extLst>
              <a:ext uri="{FF2B5EF4-FFF2-40B4-BE49-F238E27FC236}">
                <a16:creationId xmlns:a16="http://schemas.microsoft.com/office/drawing/2014/main" id="{D384933C-021C-E071-4760-B9F5E53160E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65446" y="1120416"/>
            <a:ext cx="542622" cy="542622"/>
          </a:xfrm>
          <a:prstGeom prst="rect">
            <a:avLst/>
          </a:prstGeom>
        </p:spPr>
      </p:pic>
      <p:pic>
        <p:nvPicPr>
          <p:cNvPr id="155" name="Graphique 154" descr="Visage souriant à remplissage solide avec un remplissage uni">
            <a:extLst>
              <a:ext uri="{FF2B5EF4-FFF2-40B4-BE49-F238E27FC236}">
                <a16:creationId xmlns:a16="http://schemas.microsoft.com/office/drawing/2014/main" id="{BAA0B457-8A99-9678-2EF3-88EDD69386F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47116" y="1403028"/>
            <a:ext cx="542622" cy="542622"/>
          </a:xfrm>
          <a:prstGeom prst="rect">
            <a:avLst/>
          </a:prstGeom>
        </p:spPr>
      </p:pic>
      <p:pic>
        <p:nvPicPr>
          <p:cNvPr id="156" name="Graphique 155" descr="Visage souriant à remplissage solide avec un remplissage uni">
            <a:extLst>
              <a:ext uri="{FF2B5EF4-FFF2-40B4-BE49-F238E27FC236}">
                <a16:creationId xmlns:a16="http://schemas.microsoft.com/office/drawing/2014/main" id="{B614CA01-B96A-ABF2-6942-465CCEEFB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5991" y="1535880"/>
            <a:ext cx="542622" cy="542622"/>
          </a:xfrm>
          <a:prstGeom prst="rect">
            <a:avLst/>
          </a:prstGeom>
        </p:spPr>
      </p:pic>
      <p:pic>
        <p:nvPicPr>
          <p:cNvPr id="157" name="Graphique 156" descr="Visage souriant à remplissage solide avec un remplissage uni">
            <a:extLst>
              <a:ext uri="{FF2B5EF4-FFF2-40B4-BE49-F238E27FC236}">
                <a16:creationId xmlns:a16="http://schemas.microsoft.com/office/drawing/2014/main" id="{A29543FB-67AC-9322-5A15-F7F33DEBE65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85703" y="1850780"/>
            <a:ext cx="542622" cy="542622"/>
          </a:xfrm>
          <a:prstGeom prst="rect">
            <a:avLst/>
          </a:prstGeom>
        </p:spPr>
      </p:pic>
      <p:pic>
        <p:nvPicPr>
          <p:cNvPr id="158" name="Graphique 157" descr="Visage souriant à remplissage solide avec un remplissage uni">
            <a:extLst>
              <a:ext uri="{FF2B5EF4-FFF2-40B4-BE49-F238E27FC236}">
                <a16:creationId xmlns:a16="http://schemas.microsoft.com/office/drawing/2014/main" id="{9846477A-0B0C-9CA4-9DB9-02E3BF4E2D0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51965" y="1061186"/>
            <a:ext cx="542622" cy="542622"/>
          </a:xfrm>
          <a:prstGeom prst="rect">
            <a:avLst/>
          </a:prstGeom>
        </p:spPr>
      </p:pic>
      <p:pic>
        <p:nvPicPr>
          <p:cNvPr id="159" name="Graphique 158" descr="Visage souriant à remplissage solide avec un remplissage uni">
            <a:extLst>
              <a:ext uri="{FF2B5EF4-FFF2-40B4-BE49-F238E27FC236}">
                <a16:creationId xmlns:a16="http://schemas.microsoft.com/office/drawing/2014/main" id="{C2EE14FD-F540-8541-7082-B684902D9ED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12027"/>
          <a:stretch/>
        </p:blipFill>
        <p:spPr>
          <a:xfrm>
            <a:off x="11497452" y="1207929"/>
            <a:ext cx="477360" cy="542622"/>
          </a:xfrm>
          <a:prstGeom prst="rect">
            <a:avLst/>
          </a:prstGeom>
        </p:spPr>
      </p:pic>
      <p:pic>
        <p:nvPicPr>
          <p:cNvPr id="160" name="Graphique 159" descr="Visage souriant à remplissage solide avec un remplissage uni">
            <a:extLst>
              <a:ext uri="{FF2B5EF4-FFF2-40B4-BE49-F238E27FC236}">
                <a16:creationId xmlns:a16="http://schemas.microsoft.com/office/drawing/2014/main" id="{FE39BBFB-10F2-5A16-E6BB-0DE288137E1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979122" y="1490541"/>
            <a:ext cx="542622" cy="542622"/>
          </a:xfrm>
          <a:prstGeom prst="rect">
            <a:avLst/>
          </a:prstGeom>
        </p:spPr>
      </p:pic>
      <p:pic>
        <p:nvPicPr>
          <p:cNvPr id="161" name="Graphique 160" descr="Visage souriant à remplissage solide avec un remplissage uni">
            <a:extLst>
              <a:ext uri="{FF2B5EF4-FFF2-40B4-BE49-F238E27FC236}">
                <a16:creationId xmlns:a16="http://schemas.microsoft.com/office/drawing/2014/main" id="{81D695C2-4D1F-6BC2-FBFC-EF1A4BC73F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437997" y="1623393"/>
            <a:ext cx="542622" cy="542622"/>
          </a:xfrm>
          <a:prstGeom prst="rect">
            <a:avLst/>
          </a:prstGeom>
        </p:spPr>
      </p:pic>
      <p:pic>
        <p:nvPicPr>
          <p:cNvPr id="162" name="Graphique 161" descr="Visage souriant à remplissage solide avec un remplissage uni">
            <a:extLst>
              <a:ext uri="{FF2B5EF4-FFF2-40B4-BE49-F238E27FC236}">
                <a16:creationId xmlns:a16="http://schemas.microsoft.com/office/drawing/2014/main" id="{EBED321E-7FE5-EA94-D663-EAE21F2BFD7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17709" y="1938293"/>
            <a:ext cx="542622" cy="542622"/>
          </a:xfrm>
          <a:prstGeom prst="rect">
            <a:avLst/>
          </a:prstGeom>
        </p:spPr>
      </p:pic>
      <p:sp>
        <p:nvSpPr>
          <p:cNvPr id="165" name="Forme libre : forme 164">
            <a:extLst>
              <a:ext uri="{FF2B5EF4-FFF2-40B4-BE49-F238E27FC236}">
                <a16:creationId xmlns:a16="http://schemas.microsoft.com/office/drawing/2014/main" id="{275F24E3-1DC6-0785-73E1-875FA5693AB9}"/>
              </a:ext>
            </a:extLst>
          </p:cNvPr>
          <p:cNvSpPr/>
          <p:nvPr/>
        </p:nvSpPr>
        <p:spPr>
          <a:xfrm>
            <a:off x="9048750" y="1047750"/>
            <a:ext cx="1994978" cy="2199032"/>
          </a:xfrm>
          <a:custGeom>
            <a:avLst/>
            <a:gdLst>
              <a:gd name="connsiteX0" fmla="*/ 0 w 1994978"/>
              <a:gd name="connsiteY0" fmla="*/ 0 h 2199032"/>
              <a:gd name="connsiteX1" fmla="*/ 381000 w 1994978"/>
              <a:gd name="connsiteY1" fmla="*/ 104775 h 2199032"/>
              <a:gd name="connsiteX2" fmla="*/ 666750 w 1994978"/>
              <a:gd name="connsiteY2" fmla="*/ 266700 h 2199032"/>
              <a:gd name="connsiteX3" fmla="*/ 1095375 w 1994978"/>
              <a:gd name="connsiteY3" fmla="*/ 600075 h 2199032"/>
              <a:gd name="connsiteX4" fmla="*/ 1076325 w 1994978"/>
              <a:gd name="connsiteY4" fmla="*/ 1333500 h 2199032"/>
              <a:gd name="connsiteX5" fmla="*/ 533400 w 1994978"/>
              <a:gd name="connsiteY5" fmla="*/ 1781175 h 2199032"/>
              <a:gd name="connsiteX6" fmla="*/ 209550 w 1994978"/>
              <a:gd name="connsiteY6" fmla="*/ 1743075 h 2199032"/>
              <a:gd name="connsiteX7" fmla="*/ 95250 w 1994978"/>
              <a:gd name="connsiteY7" fmla="*/ 1362075 h 2199032"/>
              <a:gd name="connsiteX8" fmla="*/ 476250 w 1994978"/>
              <a:gd name="connsiteY8" fmla="*/ 1104900 h 2199032"/>
              <a:gd name="connsiteX9" fmla="*/ 981075 w 1994978"/>
              <a:gd name="connsiteY9" fmla="*/ 1676400 h 2199032"/>
              <a:gd name="connsiteX10" fmla="*/ 1495425 w 1994978"/>
              <a:gd name="connsiteY10" fmla="*/ 2190750 h 2199032"/>
              <a:gd name="connsiteX11" fmla="*/ 1971675 w 1994978"/>
              <a:gd name="connsiteY11" fmla="*/ 1971675 h 2199032"/>
              <a:gd name="connsiteX12" fmla="*/ 1905000 w 1994978"/>
              <a:gd name="connsiteY12" fmla="*/ 1676400 h 2199032"/>
              <a:gd name="connsiteX13" fmla="*/ 1762125 w 1994978"/>
              <a:gd name="connsiteY13" fmla="*/ 1504950 h 2199032"/>
              <a:gd name="connsiteX14" fmla="*/ 1600200 w 1994978"/>
              <a:gd name="connsiteY14" fmla="*/ 1314450 h 2199032"/>
              <a:gd name="connsiteX15" fmla="*/ 1714500 w 1994978"/>
              <a:gd name="connsiteY15" fmla="*/ 1095375 h 2199032"/>
              <a:gd name="connsiteX16" fmla="*/ 1962150 w 1994978"/>
              <a:gd name="connsiteY16" fmla="*/ 1019175 h 2199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4978" h="2199032">
                <a:moveTo>
                  <a:pt x="0" y="0"/>
                </a:moveTo>
                <a:cubicBezTo>
                  <a:pt x="134937" y="30162"/>
                  <a:pt x="269875" y="60325"/>
                  <a:pt x="381000" y="104775"/>
                </a:cubicBezTo>
                <a:cubicBezTo>
                  <a:pt x="492125" y="149225"/>
                  <a:pt x="547688" y="184150"/>
                  <a:pt x="666750" y="266700"/>
                </a:cubicBezTo>
                <a:cubicBezTo>
                  <a:pt x="785813" y="349250"/>
                  <a:pt x="1027113" y="422275"/>
                  <a:pt x="1095375" y="600075"/>
                </a:cubicBezTo>
                <a:cubicBezTo>
                  <a:pt x="1163638" y="777875"/>
                  <a:pt x="1169988" y="1136650"/>
                  <a:pt x="1076325" y="1333500"/>
                </a:cubicBezTo>
                <a:cubicBezTo>
                  <a:pt x="982662" y="1530350"/>
                  <a:pt x="677862" y="1712913"/>
                  <a:pt x="533400" y="1781175"/>
                </a:cubicBezTo>
                <a:cubicBezTo>
                  <a:pt x="388938" y="1849437"/>
                  <a:pt x="282575" y="1812925"/>
                  <a:pt x="209550" y="1743075"/>
                </a:cubicBezTo>
                <a:cubicBezTo>
                  <a:pt x="136525" y="1673225"/>
                  <a:pt x="50800" y="1468438"/>
                  <a:pt x="95250" y="1362075"/>
                </a:cubicBezTo>
                <a:cubicBezTo>
                  <a:pt x="139700" y="1255713"/>
                  <a:pt x="328613" y="1052513"/>
                  <a:pt x="476250" y="1104900"/>
                </a:cubicBezTo>
                <a:cubicBezTo>
                  <a:pt x="623887" y="1157287"/>
                  <a:pt x="811213" y="1495425"/>
                  <a:pt x="981075" y="1676400"/>
                </a:cubicBezTo>
                <a:cubicBezTo>
                  <a:pt x="1150937" y="1857375"/>
                  <a:pt x="1330325" y="2141538"/>
                  <a:pt x="1495425" y="2190750"/>
                </a:cubicBezTo>
                <a:cubicBezTo>
                  <a:pt x="1660525" y="2239962"/>
                  <a:pt x="1903413" y="2057400"/>
                  <a:pt x="1971675" y="1971675"/>
                </a:cubicBezTo>
                <a:cubicBezTo>
                  <a:pt x="2039938" y="1885950"/>
                  <a:pt x="1939925" y="1754187"/>
                  <a:pt x="1905000" y="1676400"/>
                </a:cubicBezTo>
                <a:cubicBezTo>
                  <a:pt x="1870075" y="1598613"/>
                  <a:pt x="1812925" y="1565275"/>
                  <a:pt x="1762125" y="1504950"/>
                </a:cubicBezTo>
                <a:cubicBezTo>
                  <a:pt x="1711325" y="1444625"/>
                  <a:pt x="1608138" y="1382713"/>
                  <a:pt x="1600200" y="1314450"/>
                </a:cubicBezTo>
                <a:cubicBezTo>
                  <a:pt x="1592263" y="1246188"/>
                  <a:pt x="1654175" y="1144587"/>
                  <a:pt x="1714500" y="1095375"/>
                </a:cubicBezTo>
                <a:cubicBezTo>
                  <a:pt x="1774825" y="1046163"/>
                  <a:pt x="1868487" y="1032669"/>
                  <a:pt x="1962150" y="1019175"/>
                </a:cubicBezTo>
              </a:path>
            </a:pathLst>
          </a:custGeom>
          <a:noFill/>
          <a:ln w="57150">
            <a:solidFill>
              <a:srgbClr val="ED7D3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6" name="Groupe 165">
            <a:extLst>
              <a:ext uri="{FF2B5EF4-FFF2-40B4-BE49-F238E27FC236}">
                <a16:creationId xmlns:a16="http://schemas.microsoft.com/office/drawing/2014/main" id="{6574C401-2669-0021-7409-0F2073E5245D}"/>
              </a:ext>
            </a:extLst>
          </p:cNvPr>
          <p:cNvGrpSpPr/>
          <p:nvPr/>
        </p:nvGrpSpPr>
        <p:grpSpPr>
          <a:xfrm rot="2075487">
            <a:off x="280176" y="4584954"/>
            <a:ext cx="1930225" cy="287685"/>
            <a:chOff x="1589321" y="884700"/>
            <a:chExt cx="1668348" cy="287685"/>
          </a:xfrm>
        </p:grpSpPr>
        <p:pic>
          <p:nvPicPr>
            <p:cNvPr id="167" name="Graphique 166" descr="Flèche vers la droite avec un remplissage uni">
              <a:extLst>
                <a:ext uri="{FF2B5EF4-FFF2-40B4-BE49-F238E27FC236}">
                  <a16:creationId xmlns:a16="http://schemas.microsoft.com/office/drawing/2014/main" id="{38C380FB-53F9-E324-AEDE-049DAFA3E3D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68" name="Rectangle 167">
              <a:extLst>
                <a:ext uri="{FF2B5EF4-FFF2-40B4-BE49-F238E27FC236}">
                  <a16:creationId xmlns:a16="http://schemas.microsoft.com/office/drawing/2014/main" id="{12263E9A-ED08-824D-DE5C-BD4D5DB042B4}"/>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69" name="Graphique 168" descr="Visage souriant à remplissage solide avec un remplissage uni">
            <a:extLst>
              <a:ext uri="{FF2B5EF4-FFF2-40B4-BE49-F238E27FC236}">
                <a16:creationId xmlns:a16="http://schemas.microsoft.com/office/drawing/2014/main" id="{B187284E-772A-20BF-DA90-BBB511D61D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2841" y="4331014"/>
            <a:ext cx="542622" cy="542622"/>
          </a:xfrm>
          <a:prstGeom prst="rect">
            <a:avLst/>
          </a:prstGeom>
        </p:spPr>
      </p:pic>
      <p:pic>
        <p:nvPicPr>
          <p:cNvPr id="170" name="Graphique 169" descr="Visage souriant à remplissage solide avec un remplissage uni">
            <a:extLst>
              <a:ext uri="{FF2B5EF4-FFF2-40B4-BE49-F238E27FC236}">
                <a16:creationId xmlns:a16="http://schemas.microsoft.com/office/drawing/2014/main" id="{E039050A-C7EF-4A15-83F0-3432904CE4A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9908" y="5363735"/>
            <a:ext cx="542622" cy="542622"/>
          </a:xfrm>
          <a:prstGeom prst="rect">
            <a:avLst/>
          </a:prstGeom>
        </p:spPr>
      </p:pic>
      <p:pic>
        <p:nvPicPr>
          <p:cNvPr id="171" name="Graphique 170" descr="Visage souriant à remplissage solide avec un remplissage uni">
            <a:extLst>
              <a:ext uri="{FF2B5EF4-FFF2-40B4-BE49-F238E27FC236}">
                <a16:creationId xmlns:a16="http://schemas.microsoft.com/office/drawing/2014/main" id="{A58A39E9-7867-59AF-49AE-07FB7D88C2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0225" y="4727572"/>
            <a:ext cx="542622" cy="542622"/>
          </a:xfrm>
          <a:prstGeom prst="rect">
            <a:avLst/>
          </a:prstGeom>
        </p:spPr>
      </p:pic>
      <p:pic>
        <p:nvPicPr>
          <p:cNvPr id="172" name="Graphique 171" descr="Visage souriant à remplissage solide avec un remplissage uni">
            <a:extLst>
              <a:ext uri="{FF2B5EF4-FFF2-40B4-BE49-F238E27FC236}">
                <a16:creationId xmlns:a16="http://schemas.microsoft.com/office/drawing/2014/main" id="{ADEE4CFF-BD5A-3511-4A56-781D78EBE5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9363" y="4947340"/>
            <a:ext cx="542622" cy="542622"/>
          </a:xfrm>
          <a:prstGeom prst="rect">
            <a:avLst/>
          </a:prstGeom>
        </p:spPr>
      </p:pic>
      <p:pic>
        <p:nvPicPr>
          <p:cNvPr id="173" name="Graphique 172" descr="Visage souriant à remplissage solide avec un remplissage uni">
            <a:extLst>
              <a:ext uri="{FF2B5EF4-FFF2-40B4-BE49-F238E27FC236}">
                <a16:creationId xmlns:a16="http://schemas.microsoft.com/office/drawing/2014/main" id="{4570C8B5-9473-58B6-6800-CD9834779EF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83876" y="5216704"/>
            <a:ext cx="542622" cy="542622"/>
          </a:xfrm>
          <a:prstGeom prst="rect">
            <a:avLst/>
          </a:prstGeom>
        </p:spPr>
      </p:pic>
      <p:pic>
        <p:nvPicPr>
          <p:cNvPr id="174" name="Graphique 173" descr="Visage souriant à remplissage solide avec un remplissage uni">
            <a:extLst>
              <a:ext uri="{FF2B5EF4-FFF2-40B4-BE49-F238E27FC236}">
                <a16:creationId xmlns:a16="http://schemas.microsoft.com/office/drawing/2014/main" id="{4981450B-F8BB-929B-3B42-4E590E24274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35453" y="5216664"/>
            <a:ext cx="542622" cy="542622"/>
          </a:xfrm>
          <a:prstGeom prst="rect">
            <a:avLst/>
          </a:prstGeom>
        </p:spPr>
      </p:pic>
      <p:pic>
        <p:nvPicPr>
          <p:cNvPr id="175" name="Graphique 174" descr="Visage souriant à remplissage solide avec un remplissage uni">
            <a:extLst>
              <a:ext uri="{FF2B5EF4-FFF2-40B4-BE49-F238E27FC236}">
                <a16:creationId xmlns:a16="http://schemas.microsoft.com/office/drawing/2014/main" id="{1000C972-D19F-6DD2-76C5-3A6988AC339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80940" y="5363407"/>
            <a:ext cx="542622" cy="542622"/>
          </a:xfrm>
          <a:prstGeom prst="rect">
            <a:avLst/>
          </a:prstGeom>
        </p:spPr>
      </p:pic>
      <p:pic>
        <p:nvPicPr>
          <p:cNvPr id="176" name="Graphique 175" descr="Visage souriant à remplissage solide avec un remplissage uni">
            <a:extLst>
              <a:ext uri="{FF2B5EF4-FFF2-40B4-BE49-F238E27FC236}">
                <a16:creationId xmlns:a16="http://schemas.microsoft.com/office/drawing/2014/main" id="{E24CDC76-2968-F07E-8192-69DEA7274D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62837" y="5613222"/>
            <a:ext cx="542622" cy="542622"/>
          </a:xfrm>
          <a:prstGeom prst="rect">
            <a:avLst/>
          </a:prstGeom>
        </p:spPr>
      </p:pic>
      <p:pic>
        <p:nvPicPr>
          <p:cNvPr id="177" name="Graphique 176" descr="Visage souriant à remplissage solide avec un remplissage uni">
            <a:extLst>
              <a:ext uri="{FF2B5EF4-FFF2-40B4-BE49-F238E27FC236}">
                <a16:creationId xmlns:a16="http://schemas.microsoft.com/office/drawing/2014/main" id="{232415EC-BF97-1CFA-8DD6-83691CB9BF6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91975" y="5832990"/>
            <a:ext cx="542622" cy="542622"/>
          </a:xfrm>
          <a:prstGeom prst="rect">
            <a:avLst/>
          </a:prstGeom>
        </p:spPr>
      </p:pic>
      <p:pic>
        <p:nvPicPr>
          <p:cNvPr id="178" name="Graphique 177" descr="Visage souriant à remplissage solide avec un remplissage uni">
            <a:extLst>
              <a:ext uri="{FF2B5EF4-FFF2-40B4-BE49-F238E27FC236}">
                <a16:creationId xmlns:a16="http://schemas.microsoft.com/office/drawing/2014/main" id="{864577F4-E4E8-B122-4494-B73B857DB3A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46488" y="6102354"/>
            <a:ext cx="542622" cy="542622"/>
          </a:xfrm>
          <a:prstGeom prst="rect">
            <a:avLst/>
          </a:prstGeom>
        </p:spPr>
      </p:pic>
      <p:pic>
        <p:nvPicPr>
          <p:cNvPr id="179" name="Graphique 178" descr="Visage souriant à remplissage solide avec un remplissage uni">
            <a:extLst>
              <a:ext uri="{FF2B5EF4-FFF2-40B4-BE49-F238E27FC236}">
                <a16:creationId xmlns:a16="http://schemas.microsoft.com/office/drawing/2014/main" id="{09C60E77-9542-4EED-8E03-448D676D9A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09057" y="4297598"/>
            <a:ext cx="542622" cy="542622"/>
          </a:xfrm>
          <a:prstGeom prst="rect">
            <a:avLst/>
          </a:prstGeom>
        </p:spPr>
      </p:pic>
      <p:pic>
        <p:nvPicPr>
          <p:cNvPr id="180" name="Graphique 179" descr="Visage souriant à remplissage solide avec un remplissage uni">
            <a:extLst>
              <a:ext uri="{FF2B5EF4-FFF2-40B4-BE49-F238E27FC236}">
                <a16:creationId xmlns:a16="http://schemas.microsoft.com/office/drawing/2014/main" id="{4E69600F-DC7B-DA7D-CA98-40EB186B2EA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54544" y="4444341"/>
            <a:ext cx="542622" cy="542622"/>
          </a:xfrm>
          <a:prstGeom prst="rect">
            <a:avLst/>
          </a:prstGeom>
        </p:spPr>
      </p:pic>
      <p:pic>
        <p:nvPicPr>
          <p:cNvPr id="181" name="Graphique 180" descr="Visage souriant à remplissage solide avec un remplissage uni">
            <a:extLst>
              <a:ext uri="{FF2B5EF4-FFF2-40B4-BE49-F238E27FC236}">
                <a16:creationId xmlns:a16="http://schemas.microsoft.com/office/drawing/2014/main" id="{2BFF4A7F-C9C9-56B0-FB40-9396ADD9B3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36214" y="4726953"/>
            <a:ext cx="542622" cy="542622"/>
          </a:xfrm>
          <a:prstGeom prst="rect">
            <a:avLst/>
          </a:prstGeom>
        </p:spPr>
      </p:pic>
      <p:pic>
        <p:nvPicPr>
          <p:cNvPr id="182" name="Graphique 181" descr="Visage souriant à remplissage solide avec un remplissage uni">
            <a:extLst>
              <a:ext uri="{FF2B5EF4-FFF2-40B4-BE49-F238E27FC236}">
                <a16:creationId xmlns:a16="http://schemas.microsoft.com/office/drawing/2014/main" id="{001F27F5-182C-045D-2EA8-2DF7AF3983E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95089" y="4859805"/>
            <a:ext cx="542622" cy="542622"/>
          </a:xfrm>
          <a:prstGeom prst="rect">
            <a:avLst/>
          </a:prstGeom>
        </p:spPr>
      </p:pic>
      <p:pic>
        <p:nvPicPr>
          <p:cNvPr id="183" name="Graphique 182" descr="Visage souriant à remplissage solide avec un remplissage uni">
            <a:extLst>
              <a:ext uri="{FF2B5EF4-FFF2-40B4-BE49-F238E27FC236}">
                <a16:creationId xmlns:a16="http://schemas.microsoft.com/office/drawing/2014/main" id="{FA3A0DD3-7D3C-DB7A-4645-CC11312F30D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74801" y="5174705"/>
            <a:ext cx="542622" cy="542622"/>
          </a:xfrm>
          <a:prstGeom prst="rect">
            <a:avLst/>
          </a:prstGeom>
        </p:spPr>
      </p:pic>
    </p:spTree>
    <p:extLst>
      <p:ext uri="{BB962C8B-B14F-4D97-AF65-F5344CB8AC3E}">
        <p14:creationId xmlns:p14="http://schemas.microsoft.com/office/powerpoint/2010/main" val="509199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25BFD5-C1D5-226A-597C-8E1B9F2FA5C3}"/>
              </a:ext>
            </a:extLst>
          </p:cNvPr>
          <p:cNvSpPr>
            <a:spLocks noGrp="1"/>
          </p:cNvSpPr>
          <p:nvPr>
            <p:ph type="title"/>
          </p:nvPr>
        </p:nvSpPr>
        <p:spPr/>
        <p:txBody>
          <a:bodyPr/>
          <a:lstStyle/>
          <a:p>
            <a:r>
              <a:rPr lang="fr-FR" dirty="0"/>
              <a:t>Niveau de sécurité psychologique en dehors de l’événement</a:t>
            </a:r>
          </a:p>
        </p:txBody>
      </p:sp>
      <p:graphicFrame>
        <p:nvGraphicFramePr>
          <p:cNvPr id="4" name="Tableau 4">
            <a:extLst>
              <a:ext uri="{FF2B5EF4-FFF2-40B4-BE49-F238E27FC236}">
                <a16:creationId xmlns:a16="http://schemas.microsoft.com/office/drawing/2014/main" id="{F39F95FC-988B-64B5-5FF8-9479C7D9A42A}"/>
              </a:ext>
            </a:extLst>
          </p:cNvPr>
          <p:cNvGraphicFramePr>
            <a:graphicFrameLocks/>
          </p:cNvGraphicFramePr>
          <p:nvPr>
            <p:extLst>
              <p:ext uri="{D42A27DB-BD31-4B8C-83A1-F6EECF244321}">
                <p14:modId xmlns:p14="http://schemas.microsoft.com/office/powerpoint/2010/main" val="3063169233"/>
              </p:ext>
            </p:extLst>
          </p:nvPr>
        </p:nvGraphicFramePr>
        <p:xfrm>
          <a:off x="838200" y="1910080"/>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de sécurité psychologique en dehors de l’événement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bonne sécurité psychologique par ailleurs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sécurité psychologique par ailleurs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A la limite de l'insécurité psychologique par ailleurs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insécurité psychologique par ailleurs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forte insécurité psychologique par ailleurs</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35125129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4" name="Graphique 3" descr="Bulle de pensée contour">
            <a:extLst>
              <a:ext uri="{FF2B5EF4-FFF2-40B4-BE49-F238E27FC236}">
                <a16:creationId xmlns:a16="http://schemas.microsoft.com/office/drawing/2014/main" id="{F37CAD33-49E6-8BFC-BCED-41AF2C6009F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381667" y="3590345"/>
            <a:ext cx="2458814" cy="2395535"/>
          </a:xfrm>
          <a:prstGeom prst="rect">
            <a:avLst/>
          </a:prstGeom>
        </p:spPr>
      </p:pic>
      <p:pic>
        <p:nvPicPr>
          <p:cNvPr id="5" name="Graphique 4" descr="Bulle de pensée contour">
            <a:extLst>
              <a:ext uri="{FF2B5EF4-FFF2-40B4-BE49-F238E27FC236}">
                <a16:creationId xmlns:a16="http://schemas.microsoft.com/office/drawing/2014/main" id="{3D826099-D744-50DF-4AD1-6EF4F6FFF0B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396318" y="3590345"/>
            <a:ext cx="2458814" cy="2395535"/>
          </a:xfrm>
          <a:prstGeom prst="rect">
            <a:avLst/>
          </a:prstGeom>
        </p:spPr>
      </p:pic>
      <p:pic>
        <p:nvPicPr>
          <p:cNvPr id="6" name="Graphique 5" descr="Bulle de pensée contour">
            <a:extLst>
              <a:ext uri="{FF2B5EF4-FFF2-40B4-BE49-F238E27FC236}">
                <a16:creationId xmlns:a16="http://schemas.microsoft.com/office/drawing/2014/main" id="{653B2246-44A2-F91A-7165-06F94B6C973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9480638" y="263670"/>
            <a:ext cx="2458814" cy="2395535"/>
          </a:xfrm>
          <a:prstGeom prst="rect">
            <a:avLst/>
          </a:prstGeom>
        </p:spPr>
      </p:pic>
      <p:pic>
        <p:nvPicPr>
          <p:cNvPr id="7" name="Graphique 6" descr="Bulle de pensée contour">
            <a:extLst>
              <a:ext uri="{FF2B5EF4-FFF2-40B4-BE49-F238E27FC236}">
                <a16:creationId xmlns:a16="http://schemas.microsoft.com/office/drawing/2014/main" id="{A9A48D8B-7F86-2796-76DE-8ABBBD4184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396318" y="263670"/>
            <a:ext cx="2458814" cy="2395535"/>
          </a:xfrm>
          <a:prstGeom prst="rect">
            <a:avLst/>
          </a:prstGeom>
        </p:spPr>
      </p:pic>
      <p:pic>
        <p:nvPicPr>
          <p:cNvPr id="8" name="Graphique 7" descr="Bulle de pensée contour">
            <a:extLst>
              <a:ext uri="{FF2B5EF4-FFF2-40B4-BE49-F238E27FC236}">
                <a16:creationId xmlns:a16="http://schemas.microsoft.com/office/drawing/2014/main" id="{B9D01EC0-CC6B-DEE2-E20B-734402C0569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381667" y="263669"/>
            <a:ext cx="2458814" cy="2395535"/>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00D19BD1-2821-E9D7-89AE-C53EDA01D7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30982" y="2366135"/>
            <a:ext cx="914400" cy="914400"/>
          </a:xfrm>
          <a:prstGeom prst="rect">
            <a:avLst/>
          </a:prstGeom>
        </p:spPr>
      </p:pic>
      <p:pic>
        <p:nvPicPr>
          <p:cNvPr id="16" name="Graphique 15" descr="Visage inquiet à remplissage uni avec un remplissage uni">
            <a:extLst>
              <a:ext uri="{FF2B5EF4-FFF2-40B4-BE49-F238E27FC236}">
                <a16:creationId xmlns:a16="http://schemas.microsoft.com/office/drawing/2014/main" id="{B015A896-09EC-F318-AB95-F4E68F6243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0883" y="5649593"/>
            <a:ext cx="914400" cy="914400"/>
          </a:xfrm>
          <a:prstGeom prst="rect">
            <a:avLst/>
          </a:prstGeom>
        </p:spPr>
      </p:pic>
      <p:pic>
        <p:nvPicPr>
          <p:cNvPr id="20" name="Graphique 19" descr="Visage faisant un clin d’œil à remplissage solide avec un remplissage uni">
            <a:extLst>
              <a:ext uri="{FF2B5EF4-FFF2-40B4-BE49-F238E27FC236}">
                <a16:creationId xmlns:a16="http://schemas.microsoft.com/office/drawing/2014/main" id="{2BA34BA6-DF60-A419-F9E2-9C88FF906A8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2789" y="2316579"/>
            <a:ext cx="914400" cy="914400"/>
          </a:xfrm>
          <a:prstGeom prst="rect">
            <a:avLst/>
          </a:prstGeom>
        </p:spPr>
      </p:pic>
      <p:pic>
        <p:nvPicPr>
          <p:cNvPr id="22" name="Graphique 21" descr="Visage en pleurs avec remplissage uni avec un remplissage uni">
            <a:extLst>
              <a:ext uri="{FF2B5EF4-FFF2-40B4-BE49-F238E27FC236}">
                <a16:creationId xmlns:a16="http://schemas.microsoft.com/office/drawing/2014/main" id="{C943EFDF-79F1-9CC4-874A-96456B5BAE0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57719" y="5692797"/>
            <a:ext cx="914400" cy="914400"/>
          </a:xfrm>
          <a:prstGeom prst="rect">
            <a:avLst/>
          </a:prstGeom>
        </p:spPr>
      </p:pic>
      <p:pic>
        <p:nvPicPr>
          <p:cNvPr id="24" name="Graphique 23" descr="Visage grimaçant et transpirant avec remplissage uni avec un remplissage uni">
            <a:extLst>
              <a:ext uri="{FF2B5EF4-FFF2-40B4-BE49-F238E27FC236}">
                <a16:creationId xmlns:a16="http://schemas.microsoft.com/office/drawing/2014/main" id="{0C609F05-C90B-883E-0EE0-28677A2837A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4365" y="2372141"/>
            <a:ext cx="914400" cy="914400"/>
          </a:xfrm>
          <a:prstGeom prst="rect">
            <a:avLst/>
          </a:prstGeom>
        </p:spPr>
      </p:pic>
      <p:pic>
        <p:nvPicPr>
          <p:cNvPr id="26" name="Graphique 25" descr="Femme pompier avec un remplissage uni">
            <a:extLst>
              <a:ext uri="{FF2B5EF4-FFF2-40B4-BE49-F238E27FC236}">
                <a16:creationId xmlns:a16="http://schemas.microsoft.com/office/drawing/2014/main" id="{D6EF51D4-1B7F-1060-322E-6958B90C8F5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51198" y="842357"/>
            <a:ext cx="603032" cy="603032"/>
          </a:xfrm>
          <a:prstGeom prst="rect">
            <a:avLst/>
          </a:prstGeom>
        </p:spPr>
      </p:pic>
      <p:pic>
        <p:nvPicPr>
          <p:cNvPr id="28" name="Graphique 27" descr="Bouche à incendie avec un remplissage uni">
            <a:extLst>
              <a:ext uri="{FF2B5EF4-FFF2-40B4-BE49-F238E27FC236}">
                <a16:creationId xmlns:a16="http://schemas.microsoft.com/office/drawing/2014/main" id="{1AD94005-2DA1-70C7-EFF7-46895BD3B0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218871" y="421074"/>
            <a:ext cx="750265" cy="750265"/>
          </a:xfrm>
          <a:prstGeom prst="rect">
            <a:avLst/>
          </a:prstGeom>
        </p:spPr>
      </p:pic>
      <p:pic>
        <p:nvPicPr>
          <p:cNvPr id="30" name="Graphique 29" descr="Feu avec un remplissage uni">
            <a:extLst>
              <a:ext uri="{FF2B5EF4-FFF2-40B4-BE49-F238E27FC236}">
                <a16:creationId xmlns:a16="http://schemas.microsoft.com/office/drawing/2014/main" id="{B7ED6BFF-C58F-AB33-ADFA-ACD6469B7C4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89570" y="3960917"/>
            <a:ext cx="914400" cy="914400"/>
          </a:xfrm>
          <a:prstGeom prst="rect">
            <a:avLst/>
          </a:prstGeom>
        </p:spPr>
      </p:pic>
      <p:pic>
        <p:nvPicPr>
          <p:cNvPr id="32" name="Graphique 31" descr="Feu de camp avec un remplissage uni">
            <a:extLst>
              <a:ext uri="{FF2B5EF4-FFF2-40B4-BE49-F238E27FC236}">
                <a16:creationId xmlns:a16="http://schemas.microsoft.com/office/drawing/2014/main" id="{E683A5B9-36D7-B3EA-A785-E7964A28475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90496" y="547036"/>
            <a:ext cx="914400" cy="914400"/>
          </a:xfrm>
          <a:prstGeom prst="rect">
            <a:avLst/>
          </a:prstGeom>
        </p:spPr>
      </p:pic>
      <p:pic>
        <p:nvPicPr>
          <p:cNvPr id="34" name="Graphique 33" descr="Extincteur avec un remplissage uni">
            <a:extLst>
              <a:ext uri="{FF2B5EF4-FFF2-40B4-BE49-F238E27FC236}">
                <a16:creationId xmlns:a16="http://schemas.microsoft.com/office/drawing/2014/main" id="{3F269F45-09AF-D81A-C29C-F1A9F4B2456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041416" y="646575"/>
            <a:ext cx="914400" cy="914400"/>
          </a:xfrm>
          <a:prstGeom prst="rect">
            <a:avLst/>
          </a:prstGeom>
        </p:spPr>
      </p:pic>
      <p:pic>
        <p:nvPicPr>
          <p:cNvPr id="37" name="Graphique 36" descr="Extincteur avec un remplissage uni">
            <a:extLst>
              <a:ext uri="{FF2B5EF4-FFF2-40B4-BE49-F238E27FC236}">
                <a16:creationId xmlns:a16="http://schemas.microsoft.com/office/drawing/2014/main" id="{54F920B5-9A65-F08F-24AE-4D74E896BE1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61490" y="850106"/>
            <a:ext cx="603032" cy="603032"/>
          </a:xfrm>
          <a:prstGeom prst="rect">
            <a:avLst/>
          </a:prstGeom>
        </p:spPr>
      </p:pic>
      <p:pic>
        <p:nvPicPr>
          <p:cNvPr id="38" name="Graphique 37" descr="Feu avec un remplissage uni">
            <a:extLst>
              <a:ext uri="{FF2B5EF4-FFF2-40B4-BE49-F238E27FC236}">
                <a16:creationId xmlns:a16="http://schemas.microsoft.com/office/drawing/2014/main" id="{8A70B1D7-C14E-4967-91CD-6CA86A99C0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746963" y="4177243"/>
            <a:ext cx="698074" cy="698074"/>
          </a:xfrm>
          <a:prstGeom prst="rect">
            <a:avLst/>
          </a:prstGeom>
        </p:spPr>
      </p:pic>
      <p:pic>
        <p:nvPicPr>
          <p:cNvPr id="39" name="Graphique 38" descr="Feu avec un remplissage uni">
            <a:extLst>
              <a:ext uri="{FF2B5EF4-FFF2-40B4-BE49-F238E27FC236}">
                <a16:creationId xmlns:a16="http://schemas.microsoft.com/office/drawing/2014/main" id="{70F686F3-853F-3F1D-7B43-94E068B17AE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94481" y="3752439"/>
            <a:ext cx="698074" cy="698074"/>
          </a:xfrm>
          <a:prstGeom prst="rect">
            <a:avLst/>
          </a:prstGeom>
        </p:spPr>
      </p:pic>
      <p:pic>
        <p:nvPicPr>
          <p:cNvPr id="40" name="Graphique 39" descr="Feu avec un remplissage uni">
            <a:extLst>
              <a:ext uri="{FF2B5EF4-FFF2-40B4-BE49-F238E27FC236}">
                <a16:creationId xmlns:a16="http://schemas.microsoft.com/office/drawing/2014/main" id="{D959BB39-C886-8AC4-6DDE-79BECA105CB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07439" y="4421887"/>
            <a:ext cx="698074" cy="698074"/>
          </a:xfrm>
          <a:prstGeom prst="rect">
            <a:avLst/>
          </a:prstGeom>
        </p:spPr>
      </p:pic>
      <p:pic>
        <p:nvPicPr>
          <p:cNvPr id="44" name="Graphique 43" descr="Cœur brisé avec un remplissage uni">
            <a:extLst>
              <a:ext uri="{FF2B5EF4-FFF2-40B4-BE49-F238E27FC236}">
                <a16:creationId xmlns:a16="http://schemas.microsoft.com/office/drawing/2014/main" id="{0AE3AC67-0507-C2E8-12E7-902B39FE5C67}"/>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60095"/>
          <a:stretch/>
        </p:blipFill>
        <p:spPr>
          <a:xfrm>
            <a:off x="9405953" y="2466796"/>
            <a:ext cx="739183" cy="294971"/>
          </a:xfrm>
          <a:prstGeom prst="rect">
            <a:avLst/>
          </a:prstGeom>
        </p:spPr>
      </p:pic>
      <p:pic>
        <p:nvPicPr>
          <p:cNvPr id="46" name="Graphique 45" descr="Cœur avec un remplissage uni">
            <a:extLst>
              <a:ext uri="{FF2B5EF4-FFF2-40B4-BE49-F238E27FC236}">
                <a16:creationId xmlns:a16="http://schemas.microsoft.com/office/drawing/2014/main" id="{1DC3420B-A28E-A0AF-70F0-0A01F8C51EE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265948" y="2482054"/>
            <a:ext cx="739183" cy="739183"/>
          </a:xfrm>
          <a:prstGeom prst="rect">
            <a:avLst/>
          </a:prstGeom>
        </p:spPr>
      </p:pic>
      <p:pic>
        <p:nvPicPr>
          <p:cNvPr id="47" name="Graphique 46" descr="Cœur brisé avec un remplissage uni">
            <a:extLst>
              <a:ext uri="{FF2B5EF4-FFF2-40B4-BE49-F238E27FC236}">
                <a16:creationId xmlns:a16="http://schemas.microsoft.com/office/drawing/2014/main" id="{34E9C525-D782-16B1-630B-32D79457F41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300635" y="5794590"/>
            <a:ext cx="698074" cy="698074"/>
          </a:xfrm>
          <a:prstGeom prst="rect">
            <a:avLst/>
          </a:prstGeom>
        </p:spPr>
      </p:pic>
      <p:pic>
        <p:nvPicPr>
          <p:cNvPr id="49" name="Graphique 48" descr="Cœur avec un remplissage uni">
            <a:extLst>
              <a:ext uri="{FF2B5EF4-FFF2-40B4-BE49-F238E27FC236}">
                <a16:creationId xmlns:a16="http://schemas.microsoft.com/office/drawing/2014/main" id="{BA3667C1-F342-FA02-3560-F6B997A65D1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280081" y="2475303"/>
            <a:ext cx="739183" cy="739183"/>
          </a:xfrm>
          <a:prstGeom prst="rect">
            <a:avLst/>
          </a:prstGeom>
        </p:spPr>
      </p:pic>
      <p:pic>
        <p:nvPicPr>
          <p:cNvPr id="50" name="Graphique 49" descr="Cœur avec un remplissage uni">
            <a:extLst>
              <a:ext uri="{FF2B5EF4-FFF2-40B4-BE49-F238E27FC236}">
                <a16:creationId xmlns:a16="http://schemas.microsoft.com/office/drawing/2014/main" id="{AB7DF094-1B97-2A91-4EB8-300055C2F497}"/>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t="40758"/>
          <a:stretch/>
        </p:blipFill>
        <p:spPr>
          <a:xfrm>
            <a:off x="9405953" y="2757274"/>
            <a:ext cx="742723" cy="440006"/>
          </a:xfrm>
          <a:prstGeom prst="rect">
            <a:avLst/>
          </a:prstGeom>
        </p:spPr>
      </p:pic>
      <p:pic>
        <p:nvPicPr>
          <p:cNvPr id="51" name="Graphique 50" descr="Cœur brisé avec un remplissage uni">
            <a:extLst>
              <a:ext uri="{FF2B5EF4-FFF2-40B4-BE49-F238E27FC236}">
                <a16:creationId xmlns:a16="http://schemas.microsoft.com/office/drawing/2014/main" id="{ABF1BFC5-A8C3-A2B5-69E8-5741BFC2E7A7}"/>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41243"/>
          <a:stretch/>
        </p:blipFill>
        <p:spPr>
          <a:xfrm>
            <a:off x="1359112" y="5788943"/>
            <a:ext cx="739183" cy="434320"/>
          </a:xfrm>
          <a:prstGeom prst="rect">
            <a:avLst/>
          </a:prstGeom>
        </p:spPr>
      </p:pic>
      <p:pic>
        <p:nvPicPr>
          <p:cNvPr id="52" name="Graphique 51" descr="Cœur avec un remplissage uni">
            <a:extLst>
              <a:ext uri="{FF2B5EF4-FFF2-40B4-BE49-F238E27FC236}">
                <a16:creationId xmlns:a16="http://schemas.microsoft.com/office/drawing/2014/main" id="{08991514-7C04-4185-6D42-0BDFDD7C7B58}"/>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t="60125" b="-1"/>
          <a:stretch/>
        </p:blipFill>
        <p:spPr>
          <a:xfrm>
            <a:off x="1359112" y="6223263"/>
            <a:ext cx="742723" cy="296163"/>
          </a:xfrm>
          <a:prstGeom prst="rect">
            <a:avLst/>
          </a:prstGeom>
        </p:spPr>
      </p:pic>
      <p:pic>
        <p:nvPicPr>
          <p:cNvPr id="54" name="Graphique 53" descr="Explosion avec un remplissage uni">
            <a:extLst>
              <a:ext uri="{FF2B5EF4-FFF2-40B4-BE49-F238E27FC236}">
                <a16:creationId xmlns:a16="http://schemas.microsoft.com/office/drawing/2014/main" id="{0333384B-5D97-8128-A2FE-8723875CFCA5}"/>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738621" y="4032790"/>
            <a:ext cx="719247" cy="719247"/>
          </a:xfrm>
          <a:prstGeom prst="rect">
            <a:avLst/>
          </a:prstGeom>
        </p:spPr>
      </p:pic>
    </p:spTree>
    <p:extLst>
      <p:ext uri="{BB962C8B-B14F-4D97-AF65-F5344CB8AC3E}">
        <p14:creationId xmlns:p14="http://schemas.microsoft.com/office/powerpoint/2010/main" val="6006312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D1562-FF76-9C6C-E4B2-C9DB8553BABB}"/>
              </a:ext>
            </a:extLst>
          </p:cNvPr>
          <p:cNvSpPr>
            <a:spLocks noGrp="1"/>
          </p:cNvSpPr>
          <p:nvPr>
            <p:ph type="title"/>
          </p:nvPr>
        </p:nvSpPr>
        <p:spPr/>
        <p:txBody>
          <a:bodyPr/>
          <a:lstStyle/>
          <a:p>
            <a:r>
              <a:rPr lang="fr-FR" dirty="0"/>
              <a:t>Niveau global de préoccupation par d’autres sujets </a:t>
            </a:r>
          </a:p>
        </p:txBody>
      </p:sp>
      <p:graphicFrame>
        <p:nvGraphicFramePr>
          <p:cNvPr id="4" name="Tableau 4">
            <a:extLst>
              <a:ext uri="{FF2B5EF4-FFF2-40B4-BE49-F238E27FC236}">
                <a16:creationId xmlns:a16="http://schemas.microsoft.com/office/drawing/2014/main" id="{E07A5254-1F6D-D7AA-3755-F01343623D1E}"/>
              </a:ext>
            </a:extLst>
          </p:cNvPr>
          <p:cNvGraphicFramePr>
            <a:graphicFrameLocks/>
          </p:cNvGraphicFramePr>
          <p:nvPr>
            <p:extLst>
              <p:ext uri="{D42A27DB-BD31-4B8C-83A1-F6EECF244321}">
                <p14:modId xmlns:p14="http://schemas.microsoft.com/office/powerpoint/2010/main" val="2197033807"/>
              </p:ext>
            </p:extLst>
          </p:nvPr>
        </p:nvGraphicFramePr>
        <p:xfrm>
          <a:off x="838200" y="1871980"/>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global de préoccupation par d’autres sujets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Très peu préoccupés par ailleurs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Un peu préoccupés par ailleurs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Préoccupés par ailleurs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Très préoccupés par ailleurs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r>
                        <a:rPr lang="fr-FR" sz="1400" dirty="0"/>
                        <a:t>Obnubilés par d'autres sujets que l'événement</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213808179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26" name="Groupe 25">
            <a:extLst>
              <a:ext uri="{FF2B5EF4-FFF2-40B4-BE49-F238E27FC236}">
                <a16:creationId xmlns:a16="http://schemas.microsoft.com/office/drawing/2014/main" id="{69300116-1FE5-2A94-44B9-E5288FF0877C}"/>
              </a:ext>
            </a:extLst>
          </p:cNvPr>
          <p:cNvGrpSpPr/>
          <p:nvPr/>
        </p:nvGrpSpPr>
        <p:grpSpPr>
          <a:xfrm>
            <a:off x="253378" y="227675"/>
            <a:ext cx="2253012" cy="2395535"/>
            <a:chOff x="298599" y="316657"/>
            <a:chExt cx="2253012" cy="2395535"/>
          </a:xfrm>
        </p:grpSpPr>
        <p:pic>
          <p:nvPicPr>
            <p:cNvPr id="6" name="Graphique 5" descr="Bulle de pensée contour">
              <a:extLst>
                <a:ext uri="{FF2B5EF4-FFF2-40B4-BE49-F238E27FC236}">
                  <a16:creationId xmlns:a16="http://schemas.microsoft.com/office/drawing/2014/main" id="{D3A56964-8C8B-4806-EA8B-078EEBFAB4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298599" y="316657"/>
              <a:ext cx="2253012" cy="2395535"/>
            </a:xfrm>
            <a:prstGeom prst="rect">
              <a:avLst/>
            </a:prstGeom>
          </p:spPr>
        </p:pic>
        <p:pic>
          <p:nvPicPr>
            <p:cNvPr id="3" name="Graphique 2" descr="Calendrier journalier avec un remplissage uni">
              <a:extLst>
                <a:ext uri="{FF2B5EF4-FFF2-40B4-BE49-F238E27FC236}">
                  <a16:creationId xmlns:a16="http://schemas.microsoft.com/office/drawing/2014/main" id="{9A5A594C-BA36-AC1C-D2D4-B11B36CCE7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7605" y="450155"/>
              <a:ext cx="1367245" cy="1367245"/>
            </a:xfrm>
            <a:prstGeom prst="rect">
              <a:avLst/>
            </a:prstGeom>
          </p:spPr>
        </p:pic>
      </p:grpSp>
      <p:grpSp>
        <p:nvGrpSpPr>
          <p:cNvPr id="25" name="Groupe 24">
            <a:extLst>
              <a:ext uri="{FF2B5EF4-FFF2-40B4-BE49-F238E27FC236}">
                <a16:creationId xmlns:a16="http://schemas.microsoft.com/office/drawing/2014/main" id="{B5D74EF4-2F0F-5153-2CBE-903878858C7F}"/>
              </a:ext>
            </a:extLst>
          </p:cNvPr>
          <p:cNvGrpSpPr/>
          <p:nvPr/>
        </p:nvGrpSpPr>
        <p:grpSpPr>
          <a:xfrm>
            <a:off x="2493981" y="1195296"/>
            <a:ext cx="1212770" cy="1181559"/>
            <a:chOff x="2538936" y="1374354"/>
            <a:chExt cx="1212770" cy="1181559"/>
          </a:xfrm>
        </p:grpSpPr>
        <p:pic>
          <p:nvPicPr>
            <p:cNvPr id="2" name="Graphique 1" descr="Bulle de pensée contour">
              <a:extLst>
                <a:ext uri="{FF2B5EF4-FFF2-40B4-BE49-F238E27FC236}">
                  <a16:creationId xmlns:a16="http://schemas.microsoft.com/office/drawing/2014/main" id="{8D726600-ADAB-A358-4CFC-62165C8C50B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2538936" y="1374354"/>
              <a:ext cx="1212770" cy="1181559"/>
            </a:xfrm>
            <a:prstGeom prst="rect">
              <a:avLst/>
            </a:prstGeom>
          </p:spPr>
        </p:pic>
        <p:pic>
          <p:nvPicPr>
            <p:cNvPr id="5" name="Graphique 4" descr="Avertissement avec un remplissage uni">
              <a:extLst>
                <a:ext uri="{FF2B5EF4-FFF2-40B4-BE49-F238E27FC236}">
                  <a16:creationId xmlns:a16="http://schemas.microsoft.com/office/drawing/2014/main" id="{90C30819-125A-26D4-C389-E85DCA573D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85538" y="1495183"/>
              <a:ext cx="573010" cy="573010"/>
            </a:xfrm>
            <a:prstGeom prst="rect">
              <a:avLst/>
            </a:prstGeom>
          </p:spPr>
        </p:pic>
      </p:grpSp>
      <p:grpSp>
        <p:nvGrpSpPr>
          <p:cNvPr id="23" name="Groupe 22">
            <a:extLst>
              <a:ext uri="{FF2B5EF4-FFF2-40B4-BE49-F238E27FC236}">
                <a16:creationId xmlns:a16="http://schemas.microsoft.com/office/drawing/2014/main" id="{3AF53DDF-754D-1313-47FB-B2922AF3B6B6}"/>
              </a:ext>
            </a:extLst>
          </p:cNvPr>
          <p:cNvGrpSpPr/>
          <p:nvPr/>
        </p:nvGrpSpPr>
        <p:grpSpPr>
          <a:xfrm>
            <a:off x="4258507" y="666164"/>
            <a:ext cx="1681284" cy="1787640"/>
            <a:chOff x="4261492" y="419716"/>
            <a:chExt cx="2253012" cy="2395535"/>
          </a:xfrm>
        </p:grpSpPr>
        <p:pic>
          <p:nvPicPr>
            <p:cNvPr id="13" name="Graphique 12" descr="Bulle de pensée contour">
              <a:extLst>
                <a:ext uri="{FF2B5EF4-FFF2-40B4-BE49-F238E27FC236}">
                  <a16:creationId xmlns:a16="http://schemas.microsoft.com/office/drawing/2014/main" id="{F642B7D4-5B78-888C-F91F-E88C29F6058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20" name="Graphique 19" descr="Calendrier journalier avec un remplissage uni">
              <a:extLst>
                <a:ext uri="{FF2B5EF4-FFF2-40B4-BE49-F238E27FC236}">
                  <a16:creationId xmlns:a16="http://schemas.microsoft.com/office/drawing/2014/main" id="{AE5A1B47-000C-BEB4-2514-4E34A99007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24" name="Groupe 23">
            <a:extLst>
              <a:ext uri="{FF2B5EF4-FFF2-40B4-BE49-F238E27FC236}">
                <a16:creationId xmlns:a16="http://schemas.microsoft.com/office/drawing/2014/main" id="{142B9EAF-7DCE-5C94-BD6B-1FBFEDE5DFFE}"/>
              </a:ext>
            </a:extLst>
          </p:cNvPr>
          <p:cNvGrpSpPr/>
          <p:nvPr/>
        </p:nvGrpSpPr>
        <p:grpSpPr>
          <a:xfrm>
            <a:off x="5959320" y="681981"/>
            <a:ext cx="1874851" cy="1705448"/>
            <a:chOff x="6501829" y="1477413"/>
            <a:chExt cx="1212770" cy="1181559"/>
          </a:xfrm>
        </p:grpSpPr>
        <p:pic>
          <p:nvPicPr>
            <p:cNvPr id="16" name="Graphique 15" descr="Bulle de pensée contour">
              <a:extLst>
                <a:ext uri="{FF2B5EF4-FFF2-40B4-BE49-F238E27FC236}">
                  <a16:creationId xmlns:a16="http://schemas.microsoft.com/office/drawing/2014/main" id="{A9273F1B-DBD1-8893-FF08-41945F90FF4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6501829" y="1477413"/>
              <a:ext cx="1212770" cy="1181559"/>
            </a:xfrm>
            <a:prstGeom prst="rect">
              <a:avLst/>
            </a:prstGeom>
          </p:spPr>
        </p:pic>
        <p:pic>
          <p:nvPicPr>
            <p:cNvPr id="21" name="Graphique 20" descr="Avertissement avec un remplissage uni">
              <a:extLst>
                <a:ext uri="{FF2B5EF4-FFF2-40B4-BE49-F238E27FC236}">
                  <a16:creationId xmlns:a16="http://schemas.microsoft.com/office/drawing/2014/main" id="{B46AC7BC-A206-0DD6-9E99-1A06397437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27" name="Groupe 26">
            <a:extLst>
              <a:ext uri="{FF2B5EF4-FFF2-40B4-BE49-F238E27FC236}">
                <a16:creationId xmlns:a16="http://schemas.microsoft.com/office/drawing/2014/main" id="{BD66A185-47D6-3364-49DD-0EFEE7B79F4F}"/>
              </a:ext>
            </a:extLst>
          </p:cNvPr>
          <p:cNvGrpSpPr/>
          <p:nvPr/>
        </p:nvGrpSpPr>
        <p:grpSpPr>
          <a:xfrm>
            <a:off x="8481238" y="1156338"/>
            <a:ext cx="1119574" cy="1190396"/>
            <a:chOff x="4261492" y="419716"/>
            <a:chExt cx="2253012" cy="2395535"/>
          </a:xfrm>
        </p:grpSpPr>
        <p:pic>
          <p:nvPicPr>
            <p:cNvPr id="28" name="Graphique 27" descr="Bulle de pensée contour">
              <a:extLst>
                <a:ext uri="{FF2B5EF4-FFF2-40B4-BE49-F238E27FC236}">
                  <a16:creationId xmlns:a16="http://schemas.microsoft.com/office/drawing/2014/main" id="{1427641E-202F-F34E-3FB6-8AC8B14567C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29" name="Graphique 28" descr="Calendrier journalier avec un remplissage uni">
              <a:extLst>
                <a:ext uri="{FF2B5EF4-FFF2-40B4-BE49-F238E27FC236}">
                  <a16:creationId xmlns:a16="http://schemas.microsoft.com/office/drawing/2014/main" id="{EBD56B67-B599-32DD-4AD0-CEC6A8C5AE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30" name="Groupe 29">
            <a:extLst>
              <a:ext uri="{FF2B5EF4-FFF2-40B4-BE49-F238E27FC236}">
                <a16:creationId xmlns:a16="http://schemas.microsoft.com/office/drawing/2014/main" id="{7DCA8367-496F-7A39-4B17-2415D76F52EE}"/>
              </a:ext>
            </a:extLst>
          </p:cNvPr>
          <p:cNvGrpSpPr/>
          <p:nvPr/>
        </p:nvGrpSpPr>
        <p:grpSpPr>
          <a:xfrm>
            <a:off x="9510034" y="227675"/>
            <a:ext cx="2423081" cy="2204142"/>
            <a:chOff x="6501829" y="1477413"/>
            <a:chExt cx="1212770" cy="1181559"/>
          </a:xfrm>
        </p:grpSpPr>
        <p:pic>
          <p:nvPicPr>
            <p:cNvPr id="31" name="Graphique 30" descr="Bulle de pensée contour">
              <a:extLst>
                <a:ext uri="{FF2B5EF4-FFF2-40B4-BE49-F238E27FC236}">
                  <a16:creationId xmlns:a16="http://schemas.microsoft.com/office/drawing/2014/main" id="{5965117B-4994-CCB8-F022-17AA39422C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6501829" y="1477413"/>
              <a:ext cx="1212770" cy="1181559"/>
            </a:xfrm>
            <a:prstGeom prst="rect">
              <a:avLst/>
            </a:prstGeom>
          </p:spPr>
        </p:pic>
        <p:pic>
          <p:nvPicPr>
            <p:cNvPr id="32" name="Graphique 31" descr="Avertissement avec un remplissage uni">
              <a:extLst>
                <a:ext uri="{FF2B5EF4-FFF2-40B4-BE49-F238E27FC236}">
                  <a16:creationId xmlns:a16="http://schemas.microsoft.com/office/drawing/2014/main" id="{770BE186-0DFB-9064-06BF-82B4B111D0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46" name="Groupe 45">
            <a:extLst>
              <a:ext uri="{FF2B5EF4-FFF2-40B4-BE49-F238E27FC236}">
                <a16:creationId xmlns:a16="http://schemas.microsoft.com/office/drawing/2014/main" id="{7A98625A-25EE-99D8-2EE0-1B130C3D698A}"/>
              </a:ext>
            </a:extLst>
          </p:cNvPr>
          <p:cNvGrpSpPr/>
          <p:nvPr/>
        </p:nvGrpSpPr>
        <p:grpSpPr>
          <a:xfrm>
            <a:off x="8436692" y="5404040"/>
            <a:ext cx="454475" cy="483224"/>
            <a:chOff x="4261492" y="419716"/>
            <a:chExt cx="2253012" cy="2395535"/>
          </a:xfrm>
        </p:grpSpPr>
        <p:pic>
          <p:nvPicPr>
            <p:cNvPr id="47" name="Graphique 46" descr="Bulle de pensée contour">
              <a:extLst>
                <a:ext uri="{FF2B5EF4-FFF2-40B4-BE49-F238E27FC236}">
                  <a16:creationId xmlns:a16="http://schemas.microsoft.com/office/drawing/2014/main" id="{A9BB6D09-F86A-7719-B3DE-0CF2D5E3566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48" name="Graphique 47" descr="Calendrier journalier avec un remplissage uni">
              <a:extLst>
                <a:ext uri="{FF2B5EF4-FFF2-40B4-BE49-F238E27FC236}">
                  <a16:creationId xmlns:a16="http://schemas.microsoft.com/office/drawing/2014/main" id="{A77CE875-20E0-380E-AA0C-089303CB73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49" name="Groupe 48">
            <a:extLst>
              <a:ext uri="{FF2B5EF4-FFF2-40B4-BE49-F238E27FC236}">
                <a16:creationId xmlns:a16="http://schemas.microsoft.com/office/drawing/2014/main" id="{9C804D57-386D-59DD-20D2-6E682ADD3B3B}"/>
              </a:ext>
            </a:extLst>
          </p:cNvPr>
          <p:cNvGrpSpPr/>
          <p:nvPr/>
        </p:nvGrpSpPr>
        <p:grpSpPr>
          <a:xfrm>
            <a:off x="8929507" y="3607630"/>
            <a:ext cx="3003608" cy="2326445"/>
            <a:chOff x="6501829" y="1477413"/>
            <a:chExt cx="1212770" cy="1006082"/>
          </a:xfrm>
        </p:grpSpPr>
        <p:pic>
          <p:nvPicPr>
            <p:cNvPr id="50" name="Graphique 49" descr="Bulle de pensée contour">
              <a:extLst>
                <a:ext uri="{FF2B5EF4-FFF2-40B4-BE49-F238E27FC236}">
                  <a16:creationId xmlns:a16="http://schemas.microsoft.com/office/drawing/2014/main" id="{1276E350-2A30-27D2-0D26-C0FE99A8751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21627"/>
            <a:stretch/>
          </p:blipFill>
          <p:spPr>
            <a:xfrm>
              <a:off x="6501829" y="1477413"/>
              <a:ext cx="1212770" cy="1006082"/>
            </a:xfrm>
            <a:prstGeom prst="rect">
              <a:avLst/>
            </a:prstGeom>
          </p:spPr>
        </p:pic>
        <p:pic>
          <p:nvPicPr>
            <p:cNvPr id="51" name="Graphique 50" descr="Avertissement avec un remplissage uni">
              <a:extLst>
                <a:ext uri="{FF2B5EF4-FFF2-40B4-BE49-F238E27FC236}">
                  <a16:creationId xmlns:a16="http://schemas.microsoft.com/office/drawing/2014/main" id="{64D99155-9656-6FC6-3531-5C8F29B9D93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52" name="Groupe 51">
            <a:extLst>
              <a:ext uri="{FF2B5EF4-FFF2-40B4-BE49-F238E27FC236}">
                <a16:creationId xmlns:a16="http://schemas.microsoft.com/office/drawing/2014/main" id="{E75426D2-F76A-E283-C820-0223D073A93F}"/>
              </a:ext>
            </a:extLst>
          </p:cNvPr>
          <p:cNvGrpSpPr/>
          <p:nvPr/>
        </p:nvGrpSpPr>
        <p:grpSpPr>
          <a:xfrm>
            <a:off x="299497" y="3547740"/>
            <a:ext cx="2670123" cy="2386336"/>
            <a:chOff x="298597" y="316658"/>
            <a:chExt cx="2253012" cy="2013556"/>
          </a:xfrm>
        </p:grpSpPr>
        <p:pic>
          <p:nvPicPr>
            <p:cNvPr id="53" name="Graphique 52" descr="Bulle de pensée contour">
              <a:extLst>
                <a:ext uri="{FF2B5EF4-FFF2-40B4-BE49-F238E27FC236}">
                  <a16:creationId xmlns:a16="http://schemas.microsoft.com/office/drawing/2014/main" id="{18196463-0865-1AB4-871A-860C8EC674A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22510"/>
            <a:stretch/>
          </p:blipFill>
          <p:spPr>
            <a:xfrm flipH="1">
              <a:off x="298597" y="316658"/>
              <a:ext cx="2253012" cy="2013556"/>
            </a:xfrm>
            <a:prstGeom prst="rect">
              <a:avLst/>
            </a:prstGeom>
          </p:spPr>
        </p:pic>
        <p:pic>
          <p:nvPicPr>
            <p:cNvPr id="54" name="Graphique 53" descr="Calendrier journalier avec un remplissage uni">
              <a:extLst>
                <a:ext uri="{FF2B5EF4-FFF2-40B4-BE49-F238E27FC236}">
                  <a16:creationId xmlns:a16="http://schemas.microsoft.com/office/drawing/2014/main" id="{24FCEC78-8DA6-7CDD-5DC9-26D15A870D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7605" y="450155"/>
              <a:ext cx="1367245" cy="1367245"/>
            </a:xfrm>
            <a:prstGeom prst="rect">
              <a:avLst/>
            </a:prstGeom>
          </p:spPr>
        </p:pic>
      </p:grpSp>
      <p:grpSp>
        <p:nvGrpSpPr>
          <p:cNvPr id="55" name="Groupe 54">
            <a:extLst>
              <a:ext uri="{FF2B5EF4-FFF2-40B4-BE49-F238E27FC236}">
                <a16:creationId xmlns:a16="http://schemas.microsoft.com/office/drawing/2014/main" id="{ADE644CD-6B88-B473-CDF1-A16FD5270ACF}"/>
              </a:ext>
            </a:extLst>
          </p:cNvPr>
          <p:cNvGrpSpPr/>
          <p:nvPr/>
        </p:nvGrpSpPr>
        <p:grpSpPr>
          <a:xfrm>
            <a:off x="3119698" y="5101567"/>
            <a:ext cx="730405" cy="711608"/>
            <a:chOff x="2538936" y="1374354"/>
            <a:chExt cx="1212770" cy="1181559"/>
          </a:xfrm>
        </p:grpSpPr>
        <p:pic>
          <p:nvPicPr>
            <p:cNvPr id="58" name="Graphique 57" descr="Bulle de pensée contour">
              <a:extLst>
                <a:ext uri="{FF2B5EF4-FFF2-40B4-BE49-F238E27FC236}">
                  <a16:creationId xmlns:a16="http://schemas.microsoft.com/office/drawing/2014/main" id="{A5C22E17-0DA6-BD35-27CE-3DB54DD6233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2538936" y="1374354"/>
              <a:ext cx="1212770" cy="1181559"/>
            </a:xfrm>
            <a:prstGeom prst="rect">
              <a:avLst/>
            </a:prstGeom>
          </p:spPr>
        </p:pic>
        <p:pic>
          <p:nvPicPr>
            <p:cNvPr id="59" name="Graphique 58" descr="Avertissement avec un remplissage uni">
              <a:extLst>
                <a:ext uri="{FF2B5EF4-FFF2-40B4-BE49-F238E27FC236}">
                  <a16:creationId xmlns:a16="http://schemas.microsoft.com/office/drawing/2014/main" id="{DD7CBACF-1115-08C2-4C7F-867ADE721E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85538" y="1495183"/>
              <a:ext cx="573010" cy="573010"/>
            </a:xfrm>
            <a:prstGeom prst="rect">
              <a:avLst/>
            </a:prstGeom>
          </p:spPr>
        </p:pic>
      </p:grpSp>
      <p:pic>
        <p:nvPicPr>
          <p:cNvPr id="60" name="Graphique 59" descr="Visage nerveux à remplissage uni avec un remplissage uni">
            <a:extLst>
              <a:ext uri="{FF2B5EF4-FFF2-40B4-BE49-F238E27FC236}">
                <a16:creationId xmlns:a16="http://schemas.microsoft.com/office/drawing/2014/main" id="{DBF8DA5A-1679-EAC6-71B5-8DBFA516A46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61033"/>
          <a:stretch/>
        </p:blipFill>
        <p:spPr>
          <a:xfrm>
            <a:off x="2723192" y="2343632"/>
            <a:ext cx="390001" cy="1000844"/>
          </a:xfrm>
          <a:prstGeom prst="rect">
            <a:avLst/>
          </a:prstGeom>
        </p:spPr>
      </p:pic>
      <p:pic>
        <p:nvPicPr>
          <p:cNvPr id="62" name="Graphique 61" descr="Visage souriant à remplissage solide avec un remplissage uni">
            <a:extLst>
              <a:ext uri="{FF2B5EF4-FFF2-40B4-BE49-F238E27FC236}">
                <a16:creationId xmlns:a16="http://schemas.microsoft.com/office/drawing/2014/main" id="{919E05FF-1151-EA2C-0518-06A95442744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39128"/>
          <a:stretch/>
        </p:blipFill>
        <p:spPr>
          <a:xfrm>
            <a:off x="2113955" y="2343632"/>
            <a:ext cx="609238" cy="1000844"/>
          </a:xfrm>
          <a:prstGeom prst="rect">
            <a:avLst/>
          </a:prstGeom>
        </p:spPr>
      </p:pic>
      <p:pic>
        <p:nvPicPr>
          <p:cNvPr id="65" name="Graphique 64" descr="Visage nerveux à remplissage uni avec un remplissage uni">
            <a:extLst>
              <a:ext uri="{FF2B5EF4-FFF2-40B4-BE49-F238E27FC236}">
                <a16:creationId xmlns:a16="http://schemas.microsoft.com/office/drawing/2014/main" id="{C6DC4A73-273B-AB7A-5A9C-CEC1B93EAC2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50755"/>
          <a:stretch/>
        </p:blipFill>
        <p:spPr>
          <a:xfrm>
            <a:off x="5947353" y="2343632"/>
            <a:ext cx="492859" cy="1000844"/>
          </a:xfrm>
          <a:prstGeom prst="rect">
            <a:avLst/>
          </a:prstGeom>
        </p:spPr>
      </p:pic>
      <p:pic>
        <p:nvPicPr>
          <p:cNvPr id="70" name="Graphique 69" descr="Visage souriant à remplissage solide avec un remplissage uni">
            <a:extLst>
              <a:ext uri="{FF2B5EF4-FFF2-40B4-BE49-F238E27FC236}">
                <a16:creationId xmlns:a16="http://schemas.microsoft.com/office/drawing/2014/main" id="{D2150AF3-8D7B-AA4C-07F4-6E1A8E8DA88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50160"/>
          <a:stretch/>
        </p:blipFill>
        <p:spPr>
          <a:xfrm>
            <a:off x="5440974" y="2343632"/>
            <a:ext cx="498817" cy="1000844"/>
          </a:xfrm>
          <a:prstGeom prst="rect">
            <a:avLst/>
          </a:prstGeom>
        </p:spPr>
      </p:pic>
      <p:pic>
        <p:nvPicPr>
          <p:cNvPr id="71" name="Graphique 70" descr="Visage nerveux à remplissage uni avec un remplissage uni">
            <a:extLst>
              <a:ext uri="{FF2B5EF4-FFF2-40B4-BE49-F238E27FC236}">
                <a16:creationId xmlns:a16="http://schemas.microsoft.com/office/drawing/2014/main" id="{E28CEFB5-287F-8203-5E11-2C052F9B1A3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36777"/>
          <a:stretch/>
        </p:blipFill>
        <p:spPr>
          <a:xfrm>
            <a:off x="9519791" y="2356169"/>
            <a:ext cx="632766" cy="1000844"/>
          </a:xfrm>
          <a:prstGeom prst="rect">
            <a:avLst/>
          </a:prstGeom>
        </p:spPr>
      </p:pic>
      <p:pic>
        <p:nvPicPr>
          <p:cNvPr id="72" name="Graphique 71" descr="Visage souriant à remplissage solide avec un remplissage uni">
            <a:extLst>
              <a:ext uri="{FF2B5EF4-FFF2-40B4-BE49-F238E27FC236}">
                <a16:creationId xmlns:a16="http://schemas.microsoft.com/office/drawing/2014/main" id="{150E0119-F494-C956-CFC1-2BB1E4D2E18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63383"/>
          <a:stretch/>
        </p:blipFill>
        <p:spPr>
          <a:xfrm>
            <a:off x="9153320" y="2356169"/>
            <a:ext cx="366470" cy="1000844"/>
          </a:xfrm>
          <a:prstGeom prst="rect">
            <a:avLst/>
          </a:prstGeom>
        </p:spPr>
      </p:pic>
      <p:pic>
        <p:nvPicPr>
          <p:cNvPr id="73" name="Graphique 72" descr="Visage nerveux à remplissage uni avec un remplissage uni">
            <a:extLst>
              <a:ext uri="{FF2B5EF4-FFF2-40B4-BE49-F238E27FC236}">
                <a16:creationId xmlns:a16="http://schemas.microsoft.com/office/drawing/2014/main" id="{A46F73AE-FE05-97A3-F39C-8C9B7B5E18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9534"/>
          <a:stretch/>
        </p:blipFill>
        <p:spPr>
          <a:xfrm>
            <a:off x="3341726" y="5721871"/>
            <a:ext cx="204834" cy="1000844"/>
          </a:xfrm>
          <a:prstGeom prst="rect">
            <a:avLst/>
          </a:prstGeom>
        </p:spPr>
      </p:pic>
      <p:pic>
        <p:nvPicPr>
          <p:cNvPr id="76" name="Graphique 75" descr="Visage souriant à remplissage solide avec un remplissage uni">
            <a:extLst>
              <a:ext uri="{FF2B5EF4-FFF2-40B4-BE49-F238E27FC236}">
                <a16:creationId xmlns:a16="http://schemas.microsoft.com/office/drawing/2014/main" id="{53B83C09-BD33-0480-B64C-1A91793D26D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1953"/>
          <a:stretch/>
        </p:blipFill>
        <p:spPr>
          <a:xfrm>
            <a:off x="2547321" y="5721871"/>
            <a:ext cx="781122" cy="1000844"/>
          </a:xfrm>
          <a:prstGeom prst="rect">
            <a:avLst/>
          </a:prstGeom>
        </p:spPr>
      </p:pic>
      <p:pic>
        <p:nvPicPr>
          <p:cNvPr id="77" name="Graphique 76" descr="Visage nerveux à remplissage uni avec un remplissage uni">
            <a:extLst>
              <a:ext uri="{FF2B5EF4-FFF2-40B4-BE49-F238E27FC236}">
                <a16:creationId xmlns:a16="http://schemas.microsoft.com/office/drawing/2014/main" id="{7935FDE5-C795-24E1-BC7B-5C1A470ACA9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8423409" y="5696047"/>
            <a:ext cx="1000844" cy="1000844"/>
          </a:xfrm>
          <a:prstGeom prst="rect">
            <a:avLst/>
          </a:prstGeom>
        </p:spPr>
      </p:pic>
      <p:pic>
        <p:nvPicPr>
          <p:cNvPr id="78" name="Graphique 77" descr="Visage souriant à remplissage solide avec un remplissage uni">
            <a:extLst>
              <a:ext uri="{FF2B5EF4-FFF2-40B4-BE49-F238E27FC236}">
                <a16:creationId xmlns:a16="http://schemas.microsoft.com/office/drawing/2014/main" id="{9FB0B6B8-5B0B-E048-6459-8060D7F7AFA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76290"/>
          <a:stretch/>
        </p:blipFill>
        <p:spPr>
          <a:xfrm>
            <a:off x="8398624" y="5696047"/>
            <a:ext cx="237300" cy="1000844"/>
          </a:xfrm>
          <a:prstGeom prst="rect">
            <a:avLst/>
          </a:prstGeom>
        </p:spPr>
      </p:pic>
    </p:spTree>
    <p:extLst>
      <p:ext uri="{BB962C8B-B14F-4D97-AF65-F5344CB8AC3E}">
        <p14:creationId xmlns:p14="http://schemas.microsoft.com/office/powerpoint/2010/main" val="17409002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9B4367-1F73-BA44-87EB-883B58A6EB33}"/>
              </a:ext>
            </a:extLst>
          </p:cNvPr>
          <p:cNvSpPr>
            <a:spLocks noGrp="1"/>
          </p:cNvSpPr>
          <p:nvPr>
            <p:ph type="title"/>
          </p:nvPr>
        </p:nvSpPr>
        <p:spPr/>
        <p:txBody>
          <a:bodyPr/>
          <a:lstStyle/>
          <a:p>
            <a:r>
              <a:rPr lang="fr-FR" dirty="0"/>
              <a:t>Propension et goût des participants à l’interaction</a:t>
            </a:r>
          </a:p>
        </p:txBody>
      </p:sp>
      <p:graphicFrame>
        <p:nvGraphicFramePr>
          <p:cNvPr id="4" name="Tableau 4">
            <a:extLst>
              <a:ext uri="{FF2B5EF4-FFF2-40B4-BE49-F238E27FC236}">
                <a16:creationId xmlns:a16="http://schemas.microsoft.com/office/drawing/2014/main" id="{710C543C-D797-7D98-4345-05C433837A89}"/>
              </a:ext>
            </a:extLst>
          </p:cNvPr>
          <p:cNvGraphicFramePr>
            <a:graphicFrameLocks/>
          </p:cNvGraphicFramePr>
          <p:nvPr>
            <p:extLst>
              <p:ext uri="{D42A27DB-BD31-4B8C-83A1-F6EECF244321}">
                <p14:modId xmlns:p14="http://schemas.microsoft.com/office/powerpoint/2010/main" val="2548245871"/>
              </p:ext>
            </p:extLst>
          </p:nvPr>
        </p:nvGraphicFramePr>
        <p:xfrm>
          <a:off x="838200" y="1904683"/>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Propension et goût des participants à l’interaction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très peu goût à l'interaction par ailleurs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peu goût à l'interaction par ailleurs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Ni goût ni dégoût de l'interaction par ailleurs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Goût à l'interaction très variable pour la majorité des invités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r>
                        <a:rPr lang="fr-FR" sz="1400" dirty="0"/>
                        <a:t>Ont goût à l'interaction par ailleurs</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Ont beaucoup goût à l'interaction par ailleurs</a:t>
                      </a:r>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18216766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4" name="Graphique 3" descr="Visage souriant à remplissage solide avec un remplissage uni">
            <a:extLst>
              <a:ext uri="{FF2B5EF4-FFF2-40B4-BE49-F238E27FC236}">
                <a16:creationId xmlns:a16="http://schemas.microsoft.com/office/drawing/2014/main" id="{5543BF86-39AE-2676-6466-7B7EDB6110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7041" y="1019503"/>
            <a:ext cx="542622" cy="542622"/>
          </a:xfrm>
          <a:prstGeom prst="rect">
            <a:avLst/>
          </a:prstGeom>
        </p:spPr>
      </p:pic>
      <p:pic>
        <p:nvPicPr>
          <p:cNvPr id="7" name="Graphique 6" descr="Visage souriant à remplissage solide avec un remplissage uni">
            <a:extLst>
              <a:ext uri="{FF2B5EF4-FFF2-40B4-BE49-F238E27FC236}">
                <a16:creationId xmlns:a16="http://schemas.microsoft.com/office/drawing/2014/main" id="{47B491C8-D6F7-75C5-3EBE-ADA08E966F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0099" y="1019503"/>
            <a:ext cx="542622" cy="542622"/>
          </a:xfrm>
          <a:prstGeom prst="rect">
            <a:avLst/>
          </a:prstGeom>
        </p:spPr>
      </p:pic>
      <p:pic>
        <p:nvPicPr>
          <p:cNvPr id="8" name="Graphique 7" descr="Visage souriant à remplissage solide avec un remplissage uni">
            <a:extLst>
              <a:ext uri="{FF2B5EF4-FFF2-40B4-BE49-F238E27FC236}">
                <a16:creationId xmlns:a16="http://schemas.microsoft.com/office/drawing/2014/main" id="{967BD8ED-57DB-B7FB-558C-6B76CA07B5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7041" y="1989041"/>
            <a:ext cx="542622" cy="542622"/>
          </a:xfrm>
          <a:prstGeom prst="rect">
            <a:avLst/>
          </a:prstGeom>
        </p:spPr>
      </p:pic>
      <p:pic>
        <p:nvPicPr>
          <p:cNvPr id="11" name="Graphique 10" descr="Visage souriant à remplissage solide avec un remplissage uni">
            <a:extLst>
              <a:ext uri="{FF2B5EF4-FFF2-40B4-BE49-F238E27FC236}">
                <a16:creationId xmlns:a16="http://schemas.microsoft.com/office/drawing/2014/main" id="{585A54E1-6BD7-9A20-1775-8F8CA84214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0099" y="1989041"/>
            <a:ext cx="542622" cy="542622"/>
          </a:xfrm>
          <a:prstGeom prst="rect">
            <a:avLst/>
          </a:prstGeom>
        </p:spPr>
      </p:pic>
      <p:pic>
        <p:nvPicPr>
          <p:cNvPr id="19" name="Graphique 18" descr="Maison avec un remplissage uni">
            <a:extLst>
              <a:ext uri="{FF2B5EF4-FFF2-40B4-BE49-F238E27FC236}">
                <a16:creationId xmlns:a16="http://schemas.microsoft.com/office/drawing/2014/main" id="{C1247314-03FC-D3E6-1427-76F2B2CA6E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868" y="2624353"/>
            <a:ext cx="732676" cy="732676"/>
          </a:xfrm>
          <a:prstGeom prst="rect">
            <a:avLst/>
          </a:prstGeom>
        </p:spPr>
      </p:pic>
      <p:pic>
        <p:nvPicPr>
          <p:cNvPr id="22" name="Graphique 21" descr="Maison avec un remplissage uni">
            <a:extLst>
              <a:ext uri="{FF2B5EF4-FFF2-40B4-BE49-F238E27FC236}">
                <a16:creationId xmlns:a16="http://schemas.microsoft.com/office/drawing/2014/main" id="{21EE16B3-344F-2CDC-A3D3-5BB6390EDD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868" y="210309"/>
            <a:ext cx="732676" cy="732676"/>
          </a:xfrm>
          <a:prstGeom prst="rect">
            <a:avLst/>
          </a:prstGeom>
        </p:spPr>
      </p:pic>
      <p:pic>
        <p:nvPicPr>
          <p:cNvPr id="33" name="Graphique 32" descr="Maison avec un remplissage uni">
            <a:extLst>
              <a:ext uri="{FF2B5EF4-FFF2-40B4-BE49-F238E27FC236}">
                <a16:creationId xmlns:a16="http://schemas.microsoft.com/office/drawing/2014/main" id="{F61DFE9F-255A-CCCC-937D-67FBE4D7C0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79793" y="2624194"/>
            <a:ext cx="732676" cy="732676"/>
          </a:xfrm>
          <a:prstGeom prst="rect">
            <a:avLst/>
          </a:prstGeom>
        </p:spPr>
      </p:pic>
      <p:pic>
        <p:nvPicPr>
          <p:cNvPr id="34" name="Graphique 33" descr="Maison avec un remplissage uni">
            <a:extLst>
              <a:ext uri="{FF2B5EF4-FFF2-40B4-BE49-F238E27FC236}">
                <a16:creationId xmlns:a16="http://schemas.microsoft.com/office/drawing/2014/main" id="{D93035D4-E072-022C-2739-2B8CBA121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16819" y="210309"/>
            <a:ext cx="732676" cy="732676"/>
          </a:xfrm>
          <a:prstGeom prst="rect">
            <a:avLst/>
          </a:prstGeom>
        </p:spPr>
      </p:pic>
      <p:pic>
        <p:nvPicPr>
          <p:cNvPr id="35" name="Graphique 34" descr="Visage souriant à remplissage solide avec un remplissage uni">
            <a:extLst>
              <a:ext uri="{FF2B5EF4-FFF2-40B4-BE49-F238E27FC236}">
                <a16:creationId xmlns:a16="http://schemas.microsoft.com/office/drawing/2014/main" id="{4CD3CB6C-8953-E052-839A-C63A4BD7C9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9493" y="1019503"/>
            <a:ext cx="542622" cy="542622"/>
          </a:xfrm>
          <a:prstGeom prst="rect">
            <a:avLst/>
          </a:prstGeom>
        </p:spPr>
      </p:pic>
      <p:pic>
        <p:nvPicPr>
          <p:cNvPr id="36" name="Graphique 35" descr="Visage souriant à remplissage solide avec un remplissage uni">
            <a:extLst>
              <a:ext uri="{FF2B5EF4-FFF2-40B4-BE49-F238E27FC236}">
                <a16:creationId xmlns:a16="http://schemas.microsoft.com/office/drawing/2014/main" id="{44C502BE-06D6-3888-7F1F-25CA6D55B8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551" y="1019503"/>
            <a:ext cx="542622" cy="542622"/>
          </a:xfrm>
          <a:prstGeom prst="rect">
            <a:avLst/>
          </a:prstGeom>
        </p:spPr>
      </p:pic>
      <p:pic>
        <p:nvPicPr>
          <p:cNvPr id="37" name="Graphique 36" descr="Visage souriant à remplissage solide avec un remplissage uni">
            <a:extLst>
              <a:ext uri="{FF2B5EF4-FFF2-40B4-BE49-F238E27FC236}">
                <a16:creationId xmlns:a16="http://schemas.microsoft.com/office/drawing/2014/main" id="{826D4F5F-5B02-7BAB-A622-F9C0C779F5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9493" y="1989041"/>
            <a:ext cx="542622" cy="542622"/>
          </a:xfrm>
          <a:prstGeom prst="rect">
            <a:avLst/>
          </a:prstGeom>
        </p:spPr>
      </p:pic>
      <p:pic>
        <p:nvPicPr>
          <p:cNvPr id="38" name="Graphique 37" descr="Visage souriant à remplissage solide avec un remplissage uni">
            <a:extLst>
              <a:ext uri="{FF2B5EF4-FFF2-40B4-BE49-F238E27FC236}">
                <a16:creationId xmlns:a16="http://schemas.microsoft.com/office/drawing/2014/main" id="{58161AE1-0F77-A121-CE64-AA567A1861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551" y="1989041"/>
            <a:ext cx="542622" cy="542622"/>
          </a:xfrm>
          <a:prstGeom prst="rect">
            <a:avLst/>
          </a:prstGeom>
        </p:spPr>
      </p:pic>
      <p:pic>
        <p:nvPicPr>
          <p:cNvPr id="39" name="Graphique 38" descr="Maison avec un remplissage uni">
            <a:extLst>
              <a:ext uri="{FF2B5EF4-FFF2-40B4-BE49-F238E27FC236}">
                <a16:creationId xmlns:a16="http://schemas.microsoft.com/office/drawing/2014/main" id="{B8C3AE86-4E51-FC14-5514-21B6CE6947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2649553"/>
            <a:ext cx="732676" cy="732676"/>
          </a:xfrm>
          <a:prstGeom prst="rect">
            <a:avLst/>
          </a:prstGeom>
        </p:spPr>
      </p:pic>
      <p:pic>
        <p:nvPicPr>
          <p:cNvPr id="40" name="Graphique 39" descr="Maison avec un remplissage uni">
            <a:extLst>
              <a:ext uri="{FF2B5EF4-FFF2-40B4-BE49-F238E27FC236}">
                <a16:creationId xmlns:a16="http://schemas.microsoft.com/office/drawing/2014/main" id="{E035ED35-A992-7EF5-6A50-1DE9E7916C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235509"/>
            <a:ext cx="732676" cy="732676"/>
          </a:xfrm>
          <a:prstGeom prst="rect">
            <a:avLst/>
          </a:prstGeom>
        </p:spPr>
      </p:pic>
      <p:pic>
        <p:nvPicPr>
          <p:cNvPr id="41" name="Graphique 40" descr="Maison avec un remplissage uni">
            <a:extLst>
              <a:ext uri="{FF2B5EF4-FFF2-40B4-BE49-F238E27FC236}">
                <a16:creationId xmlns:a16="http://schemas.microsoft.com/office/drawing/2014/main" id="{3D195948-66DE-F964-1EED-6D55A42DB3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245" y="2649394"/>
            <a:ext cx="732676" cy="732676"/>
          </a:xfrm>
          <a:prstGeom prst="rect">
            <a:avLst/>
          </a:prstGeom>
        </p:spPr>
      </p:pic>
      <p:pic>
        <p:nvPicPr>
          <p:cNvPr id="42" name="Graphique 41" descr="Maison avec un remplissage uni">
            <a:extLst>
              <a:ext uri="{FF2B5EF4-FFF2-40B4-BE49-F238E27FC236}">
                <a16:creationId xmlns:a16="http://schemas.microsoft.com/office/drawing/2014/main" id="{824E1C78-C797-88BA-7339-4AEDE58623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9271" y="235509"/>
            <a:ext cx="732676" cy="732676"/>
          </a:xfrm>
          <a:prstGeom prst="rect">
            <a:avLst/>
          </a:prstGeom>
        </p:spPr>
      </p:pic>
      <p:pic>
        <p:nvPicPr>
          <p:cNvPr id="43" name="Graphique 42" descr="Visage souriant à remplissage solide avec un remplissage uni">
            <a:extLst>
              <a:ext uri="{FF2B5EF4-FFF2-40B4-BE49-F238E27FC236}">
                <a16:creationId xmlns:a16="http://schemas.microsoft.com/office/drawing/2014/main" id="{5B767B22-D32C-AD9B-079F-E480B96A9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1019503"/>
            <a:ext cx="542622" cy="542622"/>
          </a:xfrm>
          <a:prstGeom prst="rect">
            <a:avLst/>
          </a:prstGeom>
        </p:spPr>
      </p:pic>
      <p:pic>
        <p:nvPicPr>
          <p:cNvPr id="44" name="Graphique 43" descr="Visage souriant à remplissage solide avec un remplissage uni">
            <a:extLst>
              <a:ext uri="{FF2B5EF4-FFF2-40B4-BE49-F238E27FC236}">
                <a16:creationId xmlns:a16="http://schemas.microsoft.com/office/drawing/2014/main" id="{FB2E48F0-E1F4-A8BA-6D98-81D37492F3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4646" y="1019503"/>
            <a:ext cx="542622" cy="542622"/>
          </a:xfrm>
          <a:prstGeom prst="rect">
            <a:avLst/>
          </a:prstGeom>
        </p:spPr>
      </p:pic>
      <p:pic>
        <p:nvPicPr>
          <p:cNvPr id="45" name="Graphique 44" descr="Visage souriant à remplissage solide avec un remplissage uni">
            <a:extLst>
              <a:ext uri="{FF2B5EF4-FFF2-40B4-BE49-F238E27FC236}">
                <a16:creationId xmlns:a16="http://schemas.microsoft.com/office/drawing/2014/main" id="{A66BCB2B-0E1F-C61D-7AB6-C8740FF710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1989041"/>
            <a:ext cx="542622" cy="542622"/>
          </a:xfrm>
          <a:prstGeom prst="rect">
            <a:avLst/>
          </a:prstGeom>
        </p:spPr>
      </p:pic>
      <p:pic>
        <p:nvPicPr>
          <p:cNvPr id="56" name="Graphique 55" descr="Visage souriant à remplissage solide avec un remplissage uni">
            <a:extLst>
              <a:ext uri="{FF2B5EF4-FFF2-40B4-BE49-F238E27FC236}">
                <a16:creationId xmlns:a16="http://schemas.microsoft.com/office/drawing/2014/main" id="{919BC4F6-4146-8BC5-699F-A7852275F3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4646" y="1989041"/>
            <a:ext cx="542622" cy="542622"/>
          </a:xfrm>
          <a:prstGeom prst="rect">
            <a:avLst/>
          </a:prstGeom>
        </p:spPr>
      </p:pic>
      <p:pic>
        <p:nvPicPr>
          <p:cNvPr id="57" name="Graphique 56" descr="Maison avec un remplissage uni">
            <a:extLst>
              <a:ext uri="{FF2B5EF4-FFF2-40B4-BE49-F238E27FC236}">
                <a16:creationId xmlns:a16="http://schemas.microsoft.com/office/drawing/2014/main" id="{95159318-CE4D-2AD5-9A51-0B1881700F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2624194"/>
            <a:ext cx="732676" cy="732676"/>
          </a:xfrm>
          <a:prstGeom prst="rect">
            <a:avLst/>
          </a:prstGeom>
        </p:spPr>
      </p:pic>
      <p:pic>
        <p:nvPicPr>
          <p:cNvPr id="61" name="Graphique 60" descr="Maison avec un remplissage uni">
            <a:extLst>
              <a:ext uri="{FF2B5EF4-FFF2-40B4-BE49-F238E27FC236}">
                <a16:creationId xmlns:a16="http://schemas.microsoft.com/office/drawing/2014/main" id="{69EAF376-1AE9-261A-7456-667FCA4DAC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210150"/>
            <a:ext cx="732676" cy="732676"/>
          </a:xfrm>
          <a:prstGeom prst="rect">
            <a:avLst/>
          </a:prstGeom>
        </p:spPr>
      </p:pic>
      <p:pic>
        <p:nvPicPr>
          <p:cNvPr id="63" name="Graphique 62" descr="Maison avec un remplissage uni">
            <a:extLst>
              <a:ext uri="{FF2B5EF4-FFF2-40B4-BE49-F238E27FC236}">
                <a16:creationId xmlns:a16="http://schemas.microsoft.com/office/drawing/2014/main" id="{88EA8458-78BA-E016-D877-A535B98B19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4340" y="2624035"/>
            <a:ext cx="732676" cy="732676"/>
          </a:xfrm>
          <a:prstGeom prst="rect">
            <a:avLst/>
          </a:prstGeom>
        </p:spPr>
      </p:pic>
      <p:pic>
        <p:nvPicPr>
          <p:cNvPr id="64" name="Graphique 63" descr="Maison avec un remplissage uni">
            <a:extLst>
              <a:ext uri="{FF2B5EF4-FFF2-40B4-BE49-F238E27FC236}">
                <a16:creationId xmlns:a16="http://schemas.microsoft.com/office/drawing/2014/main" id="{F6BDC512-4600-7BF9-AE6C-FDC49F5EA3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1366" y="210150"/>
            <a:ext cx="732676" cy="732676"/>
          </a:xfrm>
          <a:prstGeom prst="rect">
            <a:avLst/>
          </a:prstGeom>
        </p:spPr>
      </p:pic>
      <p:pic>
        <p:nvPicPr>
          <p:cNvPr id="66" name="Graphique 65" descr="Flèche vers la droite avec un remplissage uni">
            <a:extLst>
              <a:ext uri="{FF2B5EF4-FFF2-40B4-BE49-F238E27FC236}">
                <a16:creationId xmlns:a16="http://schemas.microsoft.com/office/drawing/2014/main" id="{C6617DCC-37FE-04FC-A274-A5B3F4CDE0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222701">
            <a:off x="2797134" y="725394"/>
            <a:ext cx="461559" cy="461559"/>
          </a:xfrm>
          <a:prstGeom prst="rect">
            <a:avLst/>
          </a:prstGeom>
        </p:spPr>
      </p:pic>
      <p:pic>
        <p:nvPicPr>
          <p:cNvPr id="67" name="Graphique 66" descr="Flèche vers la droite avec un remplissage uni">
            <a:extLst>
              <a:ext uri="{FF2B5EF4-FFF2-40B4-BE49-F238E27FC236}">
                <a16:creationId xmlns:a16="http://schemas.microsoft.com/office/drawing/2014/main" id="{F44099A2-A259-4D7C-DCF7-778F52C4152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66667">
            <a:off x="2761031" y="2368055"/>
            <a:ext cx="461559" cy="461559"/>
          </a:xfrm>
          <a:prstGeom prst="rect">
            <a:avLst/>
          </a:prstGeom>
        </p:spPr>
      </p:pic>
      <p:pic>
        <p:nvPicPr>
          <p:cNvPr id="68" name="Graphique 67" descr="Flèche vers la droite avec un remplissage uni">
            <a:extLst>
              <a:ext uri="{FF2B5EF4-FFF2-40B4-BE49-F238E27FC236}">
                <a16:creationId xmlns:a16="http://schemas.microsoft.com/office/drawing/2014/main" id="{01868237-243A-3F82-022D-56585F1D223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8376826">
            <a:off x="823745" y="2359665"/>
            <a:ext cx="461559" cy="461559"/>
          </a:xfrm>
          <a:prstGeom prst="rect">
            <a:avLst/>
          </a:prstGeom>
        </p:spPr>
      </p:pic>
      <p:pic>
        <p:nvPicPr>
          <p:cNvPr id="69" name="Graphique 68" descr="Flèche vers la droite avec un remplissage uni">
            <a:extLst>
              <a:ext uri="{FF2B5EF4-FFF2-40B4-BE49-F238E27FC236}">
                <a16:creationId xmlns:a16="http://schemas.microsoft.com/office/drawing/2014/main" id="{C0AC15A8-C633-8D02-3521-F6685C2D27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2891135">
            <a:off x="849998" y="750161"/>
            <a:ext cx="461559" cy="461559"/>
          </a:xfrm>
          <a:prstGeom prst="rect">
            <a:avLst/>
          </a:prstGeom>
        </p:spPr>
      </p:pic>
      <p:pic>
        <p:nvPicPr>
          <p:cNvPr id="74" name="Graphique 73" descr="Flèche vers la droite avec un remplissage uni">
            <a:extLst>
              <a:ext uri="{FF2B5EF4-FFF2-40B4-BE49-F238E27FC236}">
                <a16:creationId xmlns:a16="http://schemas.microsoft.com/office/drawing/2014/main" id="{A91ED2A2-AC01-027F-A2C3-4BF22CB9FA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2891135">
            <a:off x="10116863" y="1741698"/>
            <a:ext cx="461559" cy="461559"/>
          </a:xfrm>
          <a:prstGeom prst="rect">
            <a:avLst/>
          </a:prstGeom>
        </p:spPr>
      </p:pic>
      <p:pic>
        <p:nvPicPr>
          <p:cNvPr id="75" name="Graphique 74" descr="Flèche vers la droite avec un remplissage uni">
            <a:extLst>
              <a:ext uri="{FF2B5EF4-FFF2-40B4-BE49-F238E27FC236}">
                <a16:creationId xmlns:a16="http://schemas.microsoft.com/office/drawing/2014/main" id="{E00A1676-17F6-33DA-26E1-FA8D4BF8477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66667">
            <a:off x="9684450" y="1382924"/>
            <a:ext cx="461559" cy="461559"/>
          </a:xfrm>
          <a:prstGeom prst="rect">
            <a:avLst/>
          </a:prstGeom>
        </p:spPr>
      </p:pic>
      <p:pic>
        <p:nvPicPr>
          <p:cNvPr id="79" name="Graphique 78" descr="Flèche vers la droite avec un remplissage uni">
            <a:extLst>
              <a:ext uri="{FF2B5EF4-FFF2-40B4-BE49-F238E27FC236}">
                <a16:creationId xmlns:a16="http://schemas.microsoft.com/office/drawing/2014/main" id="{DBB70546-EAD7-9614-11CB-A8C32BD575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222701">
            <a:off x="9655873" y="1745366"/>
            <a:ext cx="461559" cy="461559"/>
          </a:xfrm>
          <a:prstGeom prst="rect">
            <a:avLst/>
          </a:prstGeom>
        </p:spPr>
      </p:pic>
      <p:pic>
        <p:nvPicPr>
          <p:cNvPr id="80" name="Graphique 79" descr="Flèche vers la droite avec un remplissage uni">
            <a:extLst>
              <a:ext uri="{FF2B5EF4-FFF2-40B4-BE49-F238E27FC236}">
                <a16:creationId xmlns:a16="http://schemas.microsoft.com/office/drawing/2014/main" id="{26923AA2-B38F-57DF-869F-5848B76E28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8376826">
            <a:off x="10112497" y="1384454"/>
            <a:ext cx="461559" cy="461559"/>
          </a:xfrm>
          <a:prstGeom prst="rect">
            <a:avLst/>
          </a:prstGeom>
        </p:spPr>
      </p:pic>
      <p:pic>
        <p:nvPicPr>
          <p:cNvPr id="24" name="Graphique 23" descr="Visage souriant à remplissage solide avec un remplissage uni">
            <a:extLst>
              <a:ext uri="{FF2B5EF4-FFF2-40B4-BE49-F238E27FC236}">
                <a16:creationId xmlns:a16="http://schemas.microsoft.com/office/drawing/2014/main" id="{C1A3649E-ECD2-27DB-5DF4-14CA8886C6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739" y="3923549"/>
            <a:ext cx="542622" cy="542622"/>
          </a:xfrm>
          <a:prstGeom prst="rect">
            <a:avLst/>
          </a:prstGeom>
        </p:spPr>
      </p:pic>
      <p:pic>
        <p:nvPicPr>
          <p:cNvPr id="25" name="Graphique 24" descr="Visage souriant à remplissage solide avec un remplissage uni">
            <a:extLst>
              <a:ext uri="{FF2B5EF4-FFF2-40B4-BE49-F238E27FC236}">
                <a16:creationId xmlns:a16="http://schemas.microsoft.com/office/drawing/2014/main" id="{2DADC8C8-B12D-D995-FB25-7578BFDEF2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90580" y="3916560"/>
            <a:ext cx="542622" cy="542622"/>
          </a:xfrm>
          <a:prstGeom prst="rect">
            <a:avLst/>
          </a:prstGeom>
        </p:spPr>
      </p:pic>
      <p:pic>
        <p:nvPicPr>
          <p:cNvPr id="26" name="Graphique 25" descr="Visage souriant à remplissage solide avec un remplissage uni">
            <a:extLst>
              <a:ext uri="{FF2B5EF4-FFF2-40B4-BE49-F238E27FC236}">
                <a16:creationId xmlns:a16="http://schemas.microsoft.com/office/drawing/2014/main" id="{48AABC5C-7C3F-4233-2A9A-58F0229238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324" y="5955605"/>
            <a:ext cx="542622" cy="542622"/>
          </a:xfrm>
          <a:prstGeom prst="rect">
            <a:avLst/>
          </a:prstGeom>
        </p:spPr>
      </p:pic>
      <p:pic>
        <p:nvPicPr>
          <p:cNvPr id="27" name="Graphique 26" descr="Visage souriant à remplissage solide avec un remplissage uni">
            <a:extLst>
              <a:ext uri="{FF2B5EF4-FFF2-40B4-BE49-F238E27FC236}">
                <a16:creationId xmlns:a16="http://schemas.microsoft.com/office/drawing/2014/main" id="{09FFFFF3-FCA6-88CF-3750-0EED84B20C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03509" y="6010016"/>
            <a:ext cx="542622" cy="542622"/>
          </a:xfrm>
          <a:prstGeom prst="rect">
            <a:avLst/>
          </a:prstGeom>
        </p:spPr>
      </p:pic>
      <p:pic>
        <p:nvPicPr>
          <p:cNvPr id="28" name="Graphique 27" descr="Maison avec un remplissage uni">
            <a:extLst>
              <a:ext uri="{FF2B5EF4-FFF2-40B4-BE49-F238E27FC236}">
                <a16:creationId xmlns:a16="http://schemas.microsoft.com/office/drawing/2014/main" id="{10F61922-0BA9-A403-3793-BF4EA35D42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03" y="5964266"/>
            <a:ext cx="732676" cy="732676"/>
          </a:xfrm>
          <a:prstGeom prst="rect">
            <a:avLst/>
          </a:prstGeom>
        </p:spPr>
      </p:pic>
      <p:pic>
        <p:nvPicPr>
          <p:cNvPr id="29" name="Graphique 28" descr="Maison avec un remplissage uni">
            <a:extLst>
              <a:ext uri="{FF2B5EF4-FFF2-40B4-BE49-F238E27FC236}">
                <a16:creationId xmlns:a16="http://schemas.microsoft.com/office/drawing/2014/main" id="{03AFFE80-C5C3-3CA7-F261-90097428BF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03" y="3550222"/>
            <a:ext cx="732676" cy="732676"/>
          </a:xfrm>
          <a:prstGeom prst="rect">
            <a:avLst/>
          </a:prstGeom>
        </p:spPr>
      </p:pic>
      <p:pic>
        <p:nvPicPr>
          <p:cNvPr id="30" name="Graphique 29" descr="Maison avec un remplissage uni">
            <a:extLst>
              <a:ext uri="{FF2B5EF4-FFF2-40B4-BE49-F238E27FC236}">
                <a16:creationId xmlns:a16="http://schemas.microsoft.com/office/drawing/2014/main" id="{00F32DCE-8C9E-A29E-C91D-635DE69981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84428" y="5964107"/>
            <a:ext cx="732676" cy="732676"/>
          </a:xfrm>
          <a:prstGeom prst="rect">
            <a:avLst/>
          </a:prstGeom>
        </p:spPr>
      </p:pic>
      <p:pic>
        <p:nvPicPr>
          <p:cNvPr id="31" name="Graphique 30" descr="Maison avec un remplissage uni">
            <a:extLst>
              <a:ext uri="{FF2B5EF4-FFF2-40B4-BE49-F238E27FC236}">
                <a16:creationId xmlns:a16="http://schemas.microsoft.com/office/drawing/2014/main" id="{BFC7948A-C273-9380-2DBD-B5188768D54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21454" y="3550222"/>
            <a:ext cx="732676" cy="732676"/>
          </a:xfrm>
          <a:prstGeom prst="rect">
            <a:avLst/>
          </a:prstGeom>
        </p:spPr>
      </p:pic>
      <p:pic>
        <p:nvPicPr>
          <p:cNvPr id="49" name="Graphique 48" descr="Visage souriant à remplissage solide avec un remplissage uni">
            <a:extLst>
              <a:ext uri="{FF2B5EF4-FFF2-40B4-BE49-F238E27FC236}">
                <a16:creationId xmlns:a16="http://schemas.microsoft.com/office/drawing/2014/main" id="{AB8A94E9-B32E-EE7A-159C-7C984789879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0804" y="4637875"/>
            <a:ext cx="542622" cy="542622"/>
          </a:xfrm>
          <a:prstGeom prst="rect">
            <a:avLst/>
          </a:prstGeom>
        </p:spPr>
      </p:pic>
      <p:pic>
        <p:nvPicPr>
          <p:cNvPr id="50" name="Graphique 49" descr="Visage souriant à remplissage solide avec un remplissage uni">
            <a:extLst>
              <a:ext uri="{FF2B5EF4-FFF2-40B4-BE49-F238E27FC236}">
                <a16:creationId xmlns:a16="http://schemas.microsoft.com/office/drawing/2014/main" id="{E5B1D5FE-99F6-E45B-FF32-174A1503E3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16522" y="4637875"/>
            <a:ext cx="542622" cy="542622"/>
          </a:xfrm>
          <a:prstGeom prst="rect">
            <a:avLst/>
          </a:prstGeom>
        </p:spPr>
      </p:pic>
      <p:pic>
        <p:nvPicPr>
          <p:cNvPr id="51" name="Graphique 50" descr="Visage souriant à remplissage solide avec un remplissage uni">
            <a:extLst>
              <a:ext uri="{FF2B5EF4-FFF2-40B4-BE49-F238E27FC236}">
                <a16:creationId xmlns:a16="http://schemas.microsoft.com/office/drawing/2014/main" id="{4C59A5D7-895D-7D1A-1D25-39F8E7B130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0804" y="5124761"/>
            <a:ext cx="542622" cy="542622"/>
          </a:xfrm>
          <a:prstGeom prst="rect">
            <a:avLst/>
          </a:prstGeom>
        </p:spPr>
      </p:pic>
      <p:pic>
        <p:nvPicPr>
          <p:cNvPr id="52" name="Graphique 51" descr="Visage souriant à remplissage solide avec un remplissage uni">
            <a:extLst>
              <a:ext uri="{FF2B5EF4-FFF2-40B4-BE49-F238E27FC236}">
                <a16:creationId xmlns:a16="http://schemas.microsoft.com/office/drawing/2014/main" id="{56D6200C-52B4-0FFC-341D-64B6AD86B3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16522" y="5134305"/>
            <a:ext cx="542622" cy="542622"/>
          </a:xfrm>
          <a:prstGeom prst="rect">
            <a:avLst/>
          </a:prstGeom>
        </p:spPr>
      </p:pic>
      <p:pic>
        <p:nvPicPr>
          <p:cNvPr id="53" name="Graphique 52" descr="Maison avec un remplissage uni">
            <a:extLst>
              <a:ext uri="{FF2B5EF4-FFF2-40B4-BE49-F238E27FC236}">
                <a16:creationId xmlns:a16="http://schemas.microsoft.com/office/drawing/2014/main" id="{EF284312-4FAE-23D0-3314-CCA28258D5B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5971255"/>
            <a:ext cx="732676" cy="732676"/>
          </a:xfrm>
          <a:prstGeom prst="rect">
            <a:avLst/>
          </a:prstGeom>
        </p:spPr>
      </p:pic>
      <p:pic>
        <p:nvPicPr>
          <p:cNvPr id="54" name="Graphique 53" descr="Maison avec un remplissage uni">
            <a:extLst>
              <a:ext uri="{FF2B5EF4-FFF2-40B4-BE49-F238E27FC236}">
                <a16:creationId xmlns:a16="http://schemas.microsoft.com/office/drawing/2014/main" id="{2E538F13-D846-186C-5546-CCF37BF336A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3557211"/>
            <a:ext cx="732676" cy="732676"/>
          </a:xfrm>
          <a:prstGeom prst="rect">
            <a:avLst/>
          </a:prstGeom>
        </p:spPr>
      </p:pic>
      <p:pic>
        <p:nvPicPr>
          <p:cNvPr id="55" name="Graphique 54" descr="Maison avec un remplissage uni">
            <a:extLst>
              <a:ext uri="{FF2B5EF4-FFF2-40B4-BE49-F238E27FC236}">
                <a16:creationId xmlns:a16="http://schemas.microsoft.com/office/drawing/2014/main" id="{E2C10EDD-78F5-1CC8-4E1B-4E0E169346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245" y="5971096"/>
            <a:ext cx="732676" cy="732676"/>
          </a:xfrm>
          <a:prstGeom prst="rect">
            <a:avLst/>
          </a:prstGeom>
        </p:spPr>
      </p:pic>
      <p:pic>
        <p:nvPicPr>
          <p:cNvPr id="58" name="Graphique 57" descr="Maison avec un remplissage uni">
            <a:extLst>
              <a:ext uri="{FF2B5EF4-FFF2-40B4-BE49-F238E27FC236}">
                <a16:creationId xmlns:a16="http://schemas.microsoft.com/office/drawing/2014/main" id="{5C0BC6D6-AC53-2969-C2CC-4ACDCB3EF6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9271" y="3557211"/>
            <a:ext cx="732676" cy="732676"/>
          </a:xfrm>
          <a:prstGeom prst="rect">
            <a:avLst/>
          </a:prstGeom>
        </p:spPr>
      </p:pic>
      <p:pic>
        <p:nvPicPr>
          <p:cNvPr id="70" name="Graphique 69" descr="Visage souriant à remplissage solide avec un remplissage uni">
            <a:extLst>
              <a:ext uri="{FF2B5EF4-FFF2-40B4-BE49-F238E27FC236}">
                <a16:creationId xmlns:a16="http://schemas.microsoft.com/office/drawing/2014/main" id="{3E8E5F31-E187-A15E-B298-007B560965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4359416"/>
            <a:ext cx="542622" cy="542622"/>
          </a:xfrm>
          <a:prstGeom prst="rect">
            <a:avLst/>
          </a:prstGeom>
        </p:spPr>
      </p:pic>
      <p:pic>
        <p:nvPicPr>
          <p:cNvPr id="71" name="Graphique 70" descr="Visage souriant à remplissage solide avec un remplissage uni">
            <a:extLst>
              <a:ext uri="{FF2B5EF4-FFF2-40B4-BE49-F238E27FC236}">
                <a16:creationId xmlns:a16="http://schemas.microsoft.com/office/drawing/2014/main" id="{A65A6B9C-2499-C7DA-3242-102176BA8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88056" y="3895477"/>
            <a:ext cx="542622" cy="542622"/>
          </a:xfrm>
          <a:prstGeom prst="rect">
            <a:avLst/>
          </a:prstGeom>
        </p:spPr>
      </p:pic>
      <p:pic>
        <p:nvPicPr>
          <p:cNvPr id="72" name="Graphique 71" descr="Visage souriant à remplissage solide avec un remplissage uni">
            <a:extLst>
              <a:ext uri="{FF2B5EF4-FFF2-40B4-BE49-F238E27FC236}">
                <a16:creationId xmlns:a16="http://schemas.microsoft.com/office/drawing/2014/main" id="{5780764C-B586-579C-1575-51C64C8223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88440" y="4985531"/>
            <a:ext cx="542622" cy="542622"/>
          </a:xfrm>
          <a:prstGeom prst="rect">
            <a:avLst/>
          </a:prstGeom>
        </p:spPr>
      </p:pic>
      <p:pic>
        <p:nvPicPr>
          <p:cNvPr id="73" name="Graphique 72" descr="Visage souriant à remplissage solide avec un remplissage uni">
            <a:extLst>
              <a:ext uri="{FF2B5EF4-FFF2-40B4-BE49-F238E27FC236}">
                <a16:creationId xmlns:a16="http://schemas.microsoft.com/office/drawing/2014/main" id="{F7D7F850-4659-B656-ADAA-D5EF1CC925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23370" y="5567186"/>
            <a:ext cx="542622" cy="542622"/>
          </a:xfrm>
          <a:prstGeom prst="rect">
            <a:avLst/>
          </a:prstGeom>
        </p:spPr>
      </p:pic>
      <p:pic>
        <p:nvPicPr>
          <p:cNvPr id="76" name="Graphique 75" descr="Maison avec un remplissage uni">
            <a:extLst>
              <a:ext uri="{FF2B5EF4-FFF2-40B4-BE49-F238E27FC236}">
                <a16:creationId xmlns:a16="http://schemas.microsoft.com/office/drawing/2014/main" id="{50B49392-528E-284C-4213-05B44AC22C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5964107"/>
            <a:ext cx="732676" cy="732676"/>
          </a:xfrm>
          <a:prstGeom prst="rect">
            <a:avLst/>
          </a:prstGeom>
        </p:spPr>
      </p:pic>
      <p:pic>
        <p:nvPicPr>
          <p:cNvPr id="77" name="Graphique 76" descr="Maison avec un remplissage uni">
            <a:extLst>
              <a:ext uri="{FF2B5EF4-FFF2-40B4-BE49-F238E27FC236}">
                <a16:creationId xmlns:a16="http://schemas.microsoft.com/office/drawing/2014/main" id="{6E84005F-BA10-2B2B-1FC7-E841E9F90A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3550063"/>
            <a:ext cx="732676" cy="732676"/>
          </a:xfrm>
          <a:prstGeom prst="rect">
            <a:avLst/>
          </a:prstGeom>
        </p:spPr>
      </p:pic>
      <p:pic>
        <p:nvPicPr>
          <p:cNvPr id="78" name="Graphique 77" descr="Maison avec un remplissage uni">
            <a:extLst>
              <a:ext uri="{FF2B5EF4-FFF2-40B4-BE49-F238E27FC236}">
                <a16:creationId xmlns:a16="http://schemas.microsoft.com/office/drawing/2014/main" id="{71AA9AA2-11A9-D1AC-F07D-AC6437BC3D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4340" y="5963948"/>
            <a:ext cx="732676" cy="732676"/>
          </a:xfrm>
          <a:prstGeom prst="rect">
            <a:avLst/>
          </a:prstGeom>
        </p:spPr>
      </p:pic>
      <p:pic>
        <p:nvPicPr>
          <p:cNvPr id="81" name="Graphique 80" descr="Maison avec un remplissage uni">
            <a:extLst>
              <a:ext uri="{FF2B5EF4-FFF2-40B4-BE49-F238E27FC236}">
                <a16:creationId xmlns:a16="http://schemas.microsoft.com/office/drawing/2014/main" id="{B2BA97BC-1F8C-A558-7C1B-D958022567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1366" y="3550063"/>
            <a:ext cx="732676" cy="732676"/>
          </a:xfrm>
          <a:prstGeom prst="rect">
            <a:avLst/>
          </a:prstGeom>
        </p:spPr>
      </p:pic>
    </p:spTree>
    <p:extLst>
      <p:ext uri="{BB962C8B-B14F-4D97-AF65-F5344CB8AC3E}">
        <p14:creationId xmlns:p14="http://schemas.microsoft.com/office/powerpoint/2010/main" val="36405834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C34A51-3C22-4022-7F66-7FC84A07A804}"/>
              </a:ext>
            </a:extLst>
          </p:cNvPr>
          <p:cNvSpPr>
            <a:spLocks noGrp="1"/>
          </p:cNvSpPr>
          <p:nvPr>
            <p:ph type="title"/>
          </p:nvPr>
        </p:nvSpPr>
        <p:spPr/>
        <p:txBody>
          <a:bodyPr/>
          <a:lstStyle/>
          <a:p>
            <a:r>
              <a:rPr lang="fr-FR" dirty="0"/>
              <a:t>Différences ou similarités significatives </a:t>
            </a:r>
          </a:p>
        </p:txBody>
      </p:sp>
      <p:graphicFrame>
        <p:nvGraphicFramePr>
          <p:cNvPr id="4" name="Tableau 4">
            <a:extLst>
              <a:ext uri="{FF2B5EF4-FFF2-40B4-BE49-F238E27FC236}">
                <a16:creationId xmlns:a16="http://schemas.microsoft.com/office/drawing/2014/main" id="{629C6637-1FA4-4CE5-75AC-596F318754E0}"/>
              </a:ext>
            </a:extLst>
          </p:cNvPr>
          <p:cNvGraphicFramePr>
            <a:graphicFrameLocks/>
          </p:cNvGraphicFramePr>
          <p:nvPr>
            <p:extLst>
              <p:ext uri="{D42A27DB-BD31-4B8C-83A1-F6EECF244321}">
                <p14:modId xmlns:p14="http://schemas.microsoft.com/office/powerpoint/2010/main" val="2283648129"/>
              </p:ext>
            </p:extLst>
          </p:nvPr>
        </p:nvGraphicFramePr>
        <p:xfrm>
          <a:off x="838200" y="1690688"/>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Propension et goût des participants à l’interaction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Ont des différences importantes à considérer qui sont ...</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Ont des points communs importants à considérer qui sont ...</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237349952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5" name="Groupe 4">
            <a:extLst>
              <a:ext uri="{FF2B5EF4-FFF2-40B4-BE49-F238E27FC236}">
                <a16:creationId xmlns:a16="http://schemas.microsoft.com/office/drawing/2014/main" id="{C0406247-38AF-3DA1-9070-E1370F947C2E}"/>
              </a:ext>
            </a:extLst>
          </p:cNvPr>
          <p:cNvGrpSpPr/>
          <p:nvPr/>
        </p:nvGrpSpPr>
        <p:grpSpPr>
          <a:xfrm>
            <a:off x="482358" y="1390844"/>
            <a:ext cx="3014519" cy="905500"/>
            <a:chOff x="3314408" y="2957049"/>
            <a:chExt cx="2781592" cy="835533"/>
          </a:xfrm>
        </p:grpSpPr>
        <p:grpSp>
          <p:nvGrpSpPr>
            <p:cNvPr id="47" name="Groupe 46">
              <a:extLst>
                <a:ext uri="{FF2B5EF4-FFF2-40B4-BE49-F238E27FC236}">
                  <a16:creationId xmlns:a16="http://schemas.microsoft.com/office/drawing/2014/main" id="{D606A011-AE70-F00A-E103-5F280F459EF5}"/>
                </a:ext>
              </a:extLst>
            </p:cNvPr>
            <p:cNvGrpSpPr/>
            <p:nvPr/>
          </p:nvGrpSpPr>
          <p:grpSpPr>
            <a:xfrm>
              <a:off x="3314408" y="2957049"/>
              <a:ext cx="2781592" cy="835533"/>
              <a:chOff x="3749837" y="3012255"/>
              <a:chExt cx="2346163" cy="704739"/>
            </a:xfrm>
          </p:grpSpPr>
          <p:pic>
            <p:nvPicPr>
              <p:cNvPr id="50" name="Graphique 49" descr="Utilisateur avec un remplissage uni">
                <a:extLst>
                  <a:ext uri="{FF2B5EF4-FFF2-40B4-BE49-F238E27FC236}">
                    <a16:creationId xmlns:a16="http://schemas.microsoft.com/office/drawing/2014/main" id="{032EB26D-D1A1-FE81-1979-5C6B615CDC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9837" y="3012257"/>
                <a:ext cx="704737" cy="704737"/>
              </a:xfrm>
              <a:prstGeom prst="rect">
                <a:avLst/>
              </a:prstGeom>
            </p:spPr>
          </p:pic>
          <p:pic>
            <p:nvPicPr>
              <p:cNvPr id="51" name="Graphique 50" descr="Utilisateur avec un remplissage uni">
                <a:extLst>
                  <a:ext uri="{FF2B5EF4-FFF2-40B4-BE49-F238E27FC236}">
                    <a16:creationId xmlns:a16="http://schemas.microsoft.com/office/drawing/2014/main" id="{FFDA3402-579D-8A05-34BD-171D16E20D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550" y="3012256"/>
                <a:ext cx="704737" cy="704737"/>
              </a:xfrm>
              <a:prstGeom prst="rect">
                <a:avLst/>
              </a:prstGeom>
            </p:spPr>
          </p:pic>
          <p:pic>
            <p:nvPicPr>
              <p:cNvPr id="52" name="Graphique 51" descr="Utilisateur avec un remplissage uni">
                <a:extLst>
                  <a:ext uri="{FF2B5EF4-FFF2-40B4-BE49-F238E27FC236}">
                    <a16:creationId xmlns:a16="http://schemas.microsoft.com/office/drawing/2014/main" id="{2FC5223A-689D-CA32-D7C6-F675C23F2A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63" y="3012255"/>
                <a:ext cx="704737" cy="704737"/>
              </a:xfrm>
              <a:prstGeom prst="rect">
                <a:avLst/>
              </a:prstGeom>
            </p:spPr>
          </p:pic>
        </p:grpSp>
        <p:sp>
          <p:nvSpPr>
            <p:cNvPr id="48" name="Est égal à 47">
              <a:extLst>
                <a:ext uri="{FF2B5EF4-FFF2-40B4-BE49-F238E27FC236}">
                  <a16:creationId xmlns:a16="http://schemas.microsoft.com/office/drawing/2014/main" id="{AC53946C-D34B-F700-730B-7FC9322F8B36}"/>
                </a:ext>
              </a:extLst>
            </p:cNvPr>
            <p:cNvSpPr/>
            <p:nvPr/>
          </p:nvSpPr>
          <p:spPr>
            <a:xfrm>
              <a:off x="3981020" y="3260276"/>
              <a:ext cx="476874" cy="337449"/>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9" name="Est égal à 48">
              <a:extLst>
                <a:ext uri="{FF2B5EF4-FFF2-40B4-BE49-F238E27FC236}">
                  <a16:creationId xmlns:a16="http://schemas.microsoft.com/office/drawing/2014/main" id="{9830ECF1-0DF6-2CCA-952C-514C6458483E}"/>
                </a:ext>
              </a:extLst>
            </p:cNvPr>
            <p:cNvSpPr/>
            <p:nvPr/>
          </p:nvSpPr>
          <p:spPr>
            <a:xfrm>
              <a:off x="4955907" y="3260275"/>
              <a:ext cx="476874" cy="337449"/>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grpSp>
        <p:nvGrpSpPr>
          <p:cNvPr id="12" name="Groupe 11">
            <a:extLst>
              <a:ext uri="{FF2B5EF4-FFF2-40B4-BE49-F238E27FC236}">
                <a16:creationId xmlns:a16="http://schemas.microsoft.com/office/drawing/2014/main" id="{B10993EB-2936-3009-28BA-4D7980C8932E}"/>
              </a:ext>
            </a:extLst>
          </p:cNvPr>
          <p:cNvGrpSpPr/>
          <p:nvPr/>
        </p:nvGrpSpPr>
        <p:grpSpPr>
          <a:xfrm>
            <a:off x="8765515" y="1354545"/>
            <a:ext cx="2747542" cy="825305"/>
            <a:chOff x="9656756" y="2994046"/>
            <a:chExt cx="2535244" cy="761535"/>
          </a:xfrm>
        </p:grpSpPr>
        <p:grpSp>
          <p:nvGrpSpPr>
            <p:cNvPr id="21" name="Groupe 20">
              <a:extLst>
                <a:ext uri="{FF2B5EF4-FFF2-40B4-BE49-F238E27FC236}">
                  <a16:creationId xmlns:a16="http://schemas.microsoft.com/office/drawing/2014/main" id="{FF28504F-6D18-EBE2-F5D7-C65DC2D102F8}"/>
                </a:ext>
              </a:extLst>
            </p:cNvPr>
            <p:cNvGrpSpPr/>
            <p:nvPr/>
          </p:nvGrpSpPr>
          <p:grpSpPr>
            <a:xfrm>
              <a:off x="9656756" y="2994046"/>
              <a:ext cx="2535244" cy="761535"/>
              <a:chOff x="3749837" y="3012255"/>
              <a:chExt cx="2346163" cy="704739"/>
            </a:xfrm>
          </p:grpSpPr>
          <p:pic>
            <p:nvPicPr>
              <p:cNvPr id="25" name="Graphique 24" descr="Utilisateur avec un remplissage uni">
                <a:extLst>
                  <a:ext uri="{FF2B5EF4-FFF2-40B4-BE49-F238E27FC236}">
                    <a16:creationId xmlns:a16="http://schemas.microsoft.com/office/drawing/2014/main" id="{44C75254-39DD-C8C9-B841-57C754C243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9837" y="3012257"/>
                <a:ext cx="704737" cy="704737"/>
              </a:xfrm>
              <a:prstGeom prst="rect">
                <a:avLst/>
              </a:prstGeom>
            </p:spPr>
          </p:pic>
          <p:pic>
            <p:nvPicPr>
              <p:cNvPr id="26" name="Graphique 25" descr="Utilisateur avec un remplissage uni">
                <a:extLst>
                  <a:ext uri="{FF2B5EF4-FFF2-40B4-BE49-F238E27FC236}">
                    <a16:creationId xmlns:a16="http://schemas.microsoft.com/office/drawing/2014/main" id="{882C63F3-2254-FEDA-CBB3-6C9916C4C7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550" y="3012256"/>
                <a:ext cx="704737" cy="704737"/>
              </a:xfrm>
              <a:prstGeom prst="rect">
                <a:avLst/>
              </a:prstGeom>
            </p:spPr>
          </p:pic>
          <p:pic>
            <p:nvPicPr>
              <p:cNvPr id="27" name="Graphique 26" descr="Utilisateur avec un remplissage uni">
                <a:extLst>
                  <a:ext uri="{FF2B5EF4-FFF2-40B4-BE49-F238E27FC236}">
                    <a16:creationId xmlns:a16="http://schemas.microsoft.com/office/drawing/2014/main" id="{4DFA8BFC-5E9A-F233-7700-7F14064D2FC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63" y="3012255"/>
                <a:ext cx="704737" cy="704737"/>
              </a:xfrm>
              <a:prstGeom prst="rect">
                <a:avLst/>
              </a:prstGeom>
            </p:spPr>
          </p:pic>
        </p:grpSp>
        <p:sp>
          <p:nvSpPr>
            <p:cNvPr id="23" name="Non égal 22">
              <a:extLst>
                <a:ext uri="{FF2B5EF4-FFF2-40B4-BE49-F238E27FC236}">
                  <a16:creationId xmlns:a16="http://schemas.microsoft.com/office/drawing/2014/main" id="{9496F332-7EF5-027F-2A6C-6B30DF4CF64D}"/>
                </a:ext>
              </a:extLst>
            </p:cNvPr>
            <p:cNvSpPr/>
            <p:nvPr/>
          </p:nvSpPr>
          <p:spPr>
            <a:xfrm>
              <a:off x="10242513" y="3271894"/>
              <a:ext cx="476874" cy="337449"/>
            </a:xfrm>
            <a:prstGeom prst="mathNot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Non égal 23">
              <a:extLst>
                <a:ext uri="{FF2B5EF4-FFF2-40B4-BE49-F238E27FC236}">
                  <a16:creationId xmlns:a16="http://schemas.microsoft.com/office/drawing/2014/main" id="{E5506939-EDCF-51E9-1D09-A5AD6DB703A6}"/>
                </a:ext>
              </a:extLst>
            </p:cNvPr>
            <p:cNvSpPr/>
            <p:nvPr/>
          </p:nvSpPr>
          <p:spPr>
            <a:xfrm>
              <a:off x="11129369" y="3260275"/>
              <a:ext cx="476874" cy="337449"/>
            </a:xfrm>
            <a:prstGeom prst="mathNot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Tree>
    <p:extLst>
      <p:ext uri="{BB962C8B-B14F-4D97-AF65-F5344CB8AC3E}">
        <p14:creationId xmlns:p14="http://schemas.microsoft.com/office/powerpoint/2010/main" val="12128015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Dans quel ordre utiliser les Workshop Design Cards  ? (recommandation)</a:t>
            </a:r>
          </a:p>
        </p:txBody>
      </p:sp>
      <p:sp>
        <p:nvSpPr>
          <p:cNvPr id="6" name="Rectangle 5">
            <a:extLst>
              <a:ext uri="{FF2B5EF4-FFF2-40B4-BE49-F238E27FC236}">
                <a16:creationId xmlns:a16="http://schemas.microsoft.com/office/drawing/2014/main" id="{FC939302-0AD9-C4BE-3623-D884C776A6F6}"/>
              </a:ext>
            </a:extLst>
          </p:cNvPr>
          <p:cNvSpPr/>
          <p:nvPr/>
        </p:nvSpPr>
        <p:spPr>
          <a:xfrm>
            <a:off x="4240859" y="3221073"/>
            <a:ext cx="1849582" cy="646331"/>
          </a:xfrm>
          <a:prstGeom prst="rect">
            <a:avLst/>
          </a:prstGeom>
          <a:noFill/>
        </p:spPr>
        <p:txBody>
          <a:bodyPr wrap="square">
            <a:spAutoFit/>
          </a:bodyPr>
          <a:lstStyle/>
          <a:p>
            <a:pPr algn="ctr"/>
            <a:r>
              <a:rPr lang="fr-FR" b="1" dirty="0">
                <a:solidFill>
                  <a:schemeClr val="tx1"/>
                </a:solidFill>
              </a:rPr>
              <a:t>1. </a:t>
            </a:r>
            <a:r>
              <a:rPr lang="fr-FR" b="1" dirty="0"/>
              <a:t>Identifier l’événement</a:t>
            </a:r>
            <a:endParaRPr lang="fr-FR" b="1" dirty="0">
              <a:solidFill>
                <a:schemeClr val="tx1"/>
              </a:solidFill>
            </a:endParaRPr>
          </a:p>
        </p:txBody>
      </p:sp>
      <p:pic>
        <p:nvPicPr>
          <p:cNvPr id="26" name="Graphique 25" descr="Flèche en cercle contour">
            <a:extLst>
              <a:ext uri="{FF2B5EF4-FFF2-40B4-BE49-F238E27FC236}">
                <a16:creationId xmlns:a16="http://schemas.microsoft.com/office/drawing/2014/main" id="{64D1FAE1-5FF5-6BCE-77A9-B8064A7B6D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435" t="16354" r="14315" b="13151"/>
          <a:stretch/>
        </p:blipFill>
        <p:spPr>
          <a:xfrm>
            <a:off x="6335544" y="2909455"/>
            <a:ext cx="1849582" cy="1756063"/>
          </a:xfrm>
          <a:prstGeom prst="rect">
            <a:avLst/>
          </a:prstGeom>
        </p:spPr>
      </p:pic>
      <p:pic>
        <p:nvPicPr>
          <p:cNvPr id="27" name="Graphique 26" descr="Flèche en cercle contour">
            <a:extLst>
              <a:ext uri="{FF2B5EF4-FFF2-40B4-BE49-F238E27FC236}">
                <a16:creationId xmlns:a16="http://schemas.microsoft.com/office/drawing/2014/main" id="{94C2DA44-E2A8-B71F-C954-88470CB344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47" t="17213" r="16966" b="14027"/>
          <a:stretch/>
        </p:blipFill>
        <p:spPr>
          <a:xfrm>
            <a:off x="8656575" y="2247711"/>
            <a:ext cx="3180386" cy="3147055"/>
          </a:xfrm>
          <a:prstGeom prst="rect">
            <a:avLst/>
          </a:prstGeom>
        </p:spPr>
      </p:pic>
      <p:sp>
        <p:nvSpPr>
          <p:cNvPr id="13" name="ZoneTexte 12">
            <a:extLst>
              <a:ext uri="{FF2B5EF4-FFF2-40B4-BE49-F238E27FC236}">
                <a16:creationId xmlns:a16="http://schemas.microsoft.com/office/drawing/2014/main" id="{F4231BB3-1D8B-0523-2907-79D0DA3A69F7}"/>
              </a:ext>
            </a:extLst>
          </p:cNvPr>
          <p:cNvSpPr txBox="1"/>
          <p:nvPr/>
        </p:nvSpPr>
        <p:spPr>
          <a:xfrm>
            <a:off x="9599474" y="3393636"/>
            <a:ext cx="1634085" cy="707886"/>
          </a:xfrm>
          <a:prstGeom prst="rect">
            <a:avLst/>
          </a:prstGeom>
          <a:noFill/>
        </p:spPr>
        <p:txBody>
          <a:bodyPr wrap="square">
            <a:spAutoFit/>
          </a:bodyPr>
          <a:lstStyle/>
          <a:p>
            <a:pPr algn="ctr"/>
            <a:r>
              <a:rPr lang="fr-FR" sz="2000" b="1" dirty="0"/>
              <a:t>3. Définir le déroulement</a:t>
            </a:r>
          </a:p>
        </p:txBody>
      </p:sp>
      <p:sp>
        <p:nvSpPr>
          <p:cNvPr id="14" name="ZoneTexte 13">
            <a:extLst>
              <a:ext uri="{FF2B5EF4-FFF2-40B4-BE49-F238E27FC236}">
                <a16:creationId xmlns:a16="http://schemas.microsoft.com/office/drawing/2014/main" id="{4989E9C4-B340-4DF6-A68B-E69E0739BFF8}"/>
              </a:ext>
            </a:extLst>
          </p:cNvPr>
          <p:cNvSpPr txBox="1"/>
          <p:nvPr/>
        </p:nvSpPr>
        <p:spPr>
          <a:xfrm>
            <a:off x="6663420" y="3424414"/>
            <a:ext cx="1304108" cy="646331"/>
          </a:xfrm>
          <a:prstGeom prst="rect">
            <a:avLst/>
          </a:prstGeom>
          <a:noFill/>
        </p:spPr>
        <p:txBody>
          <a:bodyPr wrap="square">
            <a:spAutoFit/>
          </a:bodyPr>
          <a:lstStyle/>
          <a:p>
            <a:pPr algn="ctr"/>
            <a:r>
              <a:rPr lang="fr-FR" b="1" dirty="0"/>
              <a:t>2. Cadrer l’impact</a:t>
            </a:r>
          </a:p>
        </p:txBody>
      </p:sp>
      <p:sp>
        <p:nvSpPr>
          <p:cNvPr id="25" name="Espace réservé du contenu 4">
            <a:extLst>
              <a:ext uri="{FF2B5EF4-FFF2-40B4-BE49-F238E27FC236}">
                <a16:creationId xmlns:a16="http://schemas.microsoft.com/office/drawing/2014/main" id="{5332441D-14CF-6B00-732F-FD050B01062C}"/>
              </a:ext>
            </a:extLst>
          </p:cNvPr>
          <p:cNvSpPr>
            <a:spLocks noGrp="1"/>
          </p:cNvSpPr>
          <p:nvPr>
            <p:ph idx="1"/>
          </p:nvPr>
        </p:nvSpPr>
        <p:spPr>
          <a:xfrm>
            <a:off x="958441" y="2081212"/>
            <a:ext cx="3064919" cy="4040620"/>
          </a:xfrm>
        </p:spPr>
        <p:txBody>
          <a:bodyPr>
            <a:normAutofit/>
          </a:bodyPr>
          <a:lstStyle/>
          <a:p>
            <a:r>
              <a:rPr lang="fr-FR" sz="1600" dirty="0"/>
              <a:t>Concevoir un événement demande à prendre en compte énormément d’informations qui dépendent parfois les unes des autres, ce qui peut être fastidieux. </a:t>
            </a:r>
          </a:p>
          <a:p>
            <a:endParaRPr lang="fr-FR" sz="1600" dirty="0"/>
          </a:p>
          <a:p>
            <a:r>
              <a:rPr lang="fr-FR" sz="1600" dirty="0"/>
              <a:t>Pour simplifier cette conception, les Workshop Design </a:t>
            </a:r>
            <a:r>
              <a:rPr lang="fr-FR" sz="1600" dirty="0" err="1"/>
              <a:t>cards</a:t>
            </a:r>
            <a:r>
              <a:rPr lang="fr-FR" sz="1600" dirty="0"/>
              <a:t> posent les éléments par catégories.</a:t>
            </a:r>
          </a:p>
          <a:p>
            <a:endParaRPr lang="fr-FR" sz="1600" dirty="0"/>
          </a:p>
          <a:p>
            <a:r>
              <a:rPr lang="fr-FR" sz="1600" dirty="0"/>
              <a:t>Un ordre de conception est également proposé pour créer son événement pas à pas.</a:t>
            </a:r>
          </a:p>
        </p:txBody>
      </p:sp>
    </p:spTree>
    <p:extLst>
      <p:ext uri="{BB962C8B-B14F-4D97-AF65-F5344CB8AC3E}">
        <p14:creationId xmlns:p14="http://schemas.microsoft.com/office/powerpoint/2010/main" val="349000736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Première étape : de quel événement s’agit-il ?</a:t>
            </a:r>
          </a:p>
        </p:txBody>
      </p:sp>
      <p:sp>
        <p:nvSpPr>
          <p:cNvPr id="32" name="Rectangle 31">
            <a:extLst>
              <a:ext uri="{FF2B5EF4-FFF2-40B4-BE49-F238E27FC236}">
                <a16:creationId xmlns:a16="http://schemas.microsoft.com/office/drawing/2014/main" id="{FFC4064C-15AC-6D20-6639-1968B497C799}"/>
              </a:ext>
            </a:extLst>
          </p:cNvPr>
          <p:cNvSpPr/>
          <p:nvPr/>
        </p:nvSpPr>
        <p:spPr>
          <a:xfrm>
            <a:off x="5940233" y="3017031"/>
            <a:ext cx="1451223" cy="646331"/>
          </a:xfrm>
          <a:prstGeom prst="rect">
            <a:avLst/>
          </a:prstGeom>
          <a:noFill/>
        </p:spPr>
        <p:txBody>
          <a:bodyPr wrap="square">
            <a:spAutoFit/>
          </a:bodyPr>
          <a:lstStyle/>
          <a:p>
            <a:pPr algn="ctr"/>
            <a:r>
              <a:rPr lang="fr-FR" b="1" dirty="0">
                <a:solidFill>
                  <a:schemeClr val="tx1"/>
                </a:solidFill>
              </a:rPr>
              <a:t>1. </a:t>
            </a:r>
            <a:r>
              <a:rPr lang="fr-FR" b="1" dirty="0"/>
              <a:t>Identifier l’événement</a:t>
            </a:r>
            <a:endParaRPr lang="fr-FR" b="1" dirty="0">
              <a:solidFill>
                <a:schemeClr val="tx1"/>
              </a:solidFill>
            </a:endParaRPr>
          </a:p>
        </p:txBody>
      </p:sp>
      <p:sp>
        <p:nvSpPr>
          <p:cNvPr id="2" name="Espace réservé du contenu 4">
            <a:extLst>
              <a:ext uri="{FF2B5EF4-FFF2-40B4-BE49-F238E27FC236}">
                <a16:creationId xmlns:a16="http://schemas.microsoft.com/office/drawing/2014/main" id="{3C57B5FA-F969-F0C9-5247-E83BB8B97127}"/>
              </a:ext>
            </a:extLst>
          </p:cNvPr>
          <p:cNvSpPr>
            <a:spLocks noGrp="1"/>
          </p:cNvSpPr>
          <p:nvPr>
            <p:ph idx="1"/>
          </p:nvPr>
        </p:nvSpPr>
        <p:spPr>
          <a:xfrm>
            <a:off x="958441" y="2081212"/>
            <a:ext cx="3064919" cy="4040620"/>
          </a:xfrm>
        </p:spPr>
        <p:txBody>
          <a:bodyPr>
            <a:normAutofit/>
          </a:bodyPr>
          <a:lstStyle/>
          <a:p>
            <a:r>
              <a:rPr lang="fr-FR" sz="1600" dirty="0"/>
              <a:t>Pour pouvoir utiliser les Workshop Design Cards, il vous faut un événement à organiser !</a:t>
            </a:r>
          </a:p>
          <a:p>
            <a:endParaRPr lang="fr-FR" sz="1600" dirty="0"/>
          </a:p>
          <a:p>
            <a:r>
              <a:rPr lang="fr-FR" sz="1600" dirty="0"/>
              <a:t>La base dont vous avez besoin avant de vous lancer comprend au moins 4 informations : </a:t>
            </a:r>
          </a:p>
          <a:p>
            <a:pPr lvl="1">
              <a:buFont typeface="+mj-lt"/>
              <a:buAutoNum type="arabicPeriod"/>
            </a:pPr>
            <a:r>
              <a:rPr lang="fr-FR" sz="1200" dirty="0"/>
              <a:t>Le nom (même temporaire) de votre événement</a:t>
            </a:r>
          </a:p>
          <a:p>
            <a:pPr lvl="1">
              <a:buFont typeface="+mj-lt"/>
              <a:buAutoNum type="arabicPeriod"/>
            </a:pPr>
            <a:r>
              <a:rPr lang="fr-FR" sz="1200" dirty="0"/>
              <a:t>L’intention globale avec cet événement (en très bref)</a:t>
            </a:r>
          </a:p>
          <a:p>
            <a:pPr lvl="1">
              <a:buFont typeface="+mj-lt"/>
              <a:buAutoNum type="arabicPeriod"/>
            </a:pPr>
            <a:r>
              <a:rPr lang="fr-FR" sz="1200" dirty="0"/>
              <a:t>Les dates possibles (approximativement au moins)</a:t>
            </a:r>
          </a:p>
          <a:p>
            <a:pPr lvl="1">
              <a:buFont typeface="+mj-lt"/>
              <a:buAutoNum type="arabicPeriod"/>
            </a:pPr>
            <a:r>
              <a:rPr lang="fr-FR" sz="1200" dirty="0"/>
              <a:t>Les durées possibles (approximativement au moins)</a:t>
            </a:r>
          </a:p>
          <a:p>
            <a:endParaRPr lang="fr-FR" sz="1600" dirty="0"/>
          </a:p>
          <a:p>
            <a:endParaRPr lang="fr-FR" sz="1600" dirty="0"/>
          </a:p>
          <a:p>
            <a:endParaRPr lang="fr-FR" sz="1600" dirty="0"/>
          </a:p>
          <a:p>
            <a:endParaRPr lang="fr-FR" sz="1600" dirty="0"/>
          </a:p>
          <a:p>
            <a:endParaRPr lang="fr-FR" sz="1600" dirty="0"/>
          </a:p>
        </p:txBody>
      </p:sp>
      <p:graphicFrame>
        <p:nvGraphicFramePr>
          <p:cNvPr id="3" name="Tableau 4">
            <a:extLst>
              <a:ext uri="{FF2B5EF4-FFF2-40B4-BE49-F238E27FC236}">
                <a16:creationId xmlns:a16="http://schemas.microsoft.com/office/drawing/2014/main" id="{B6B53477-BC52-DF82-FB09-8A1A290B9953}"/>
              </a:ext>
            </a:extLst>
          </p:cNvPr>
          <p:cNvGraphicFramePr>
            <a:graphicFrameLocks noGrp="1"/>
          </p:cNvGraphicFramePr>
          <p:nvPr>
            <p:extLst>
              <p:ext uri="{D42A27DB-BD31-4B8C-83A1-F6EECF244321}">
                <p14:modId xmlns:p14="http://schemas.microsoft.com/office/powerpoint/2010/main" val="1258389602"/>
              </p:ext>
            </p:extLst>
          </p:nvPr>
        </p:nvGraphicFramePr>
        <p:xfrm>
          <a:off x="8535116" y="2490652"/>
          <a:ext cx="2818684" cy="3505712"/>
        </p:xfrm>
        <a:graphic>
          <a:graphicData uri="http://schemas.openxmlformats.org/drawingml/2006/table">
            <a:tbl>
              <a:tblPr bandRow="1">
                <a:tableStyleId>{5C22544A-7EE6-4342-B048-85BDC9FD1C3A}</a:tableStyleId>
              </a:tblPr>
              <a:tblGrid>
                <a:gridCol w="2818684">
                  <a:extLst>
                    <a:ext uri="{9D8B030D-6E8A-4147-A177-3AD203B41FA5}">
                      <a16:colId xmlns:a16="http://schemas.microsoft.com/office/drawing/2014/main" val="2125542485"/>
                    </a:ext>
                  </a:extLst>
                </a:gridCol>
              </a:tblGrid>
              <a:tr h="876428">
                <a:tc>
                  <a:txBody>
                    <a:bodyPr/>
                    <a:lstStyle/>
                    <a:p>
                      <a:r>
                        <a:rPr lang="fr-FR" sz="1500" b="1" dirty="0"/>
                        <a:t>Nom (même temporaire)</a:t>
                      </a:r>
                    </a:p>
                  </a:txBody>
                  <a:tcPr marL="75953" marR="75953" marT="37976" marB="37976"/>
                </a:tc>
                <a:extLst>
                  <a:ext uri="{0D108BD9-81ED-4DB2-BD59-A6C34878D82A}">
                    <a16:rowId xmlns:a16="http://schemas.microsoft.com/office/drawing/2014/main" val="3506711326"/>
                  </a:ext>
                </a:extLst>
              </a:tr>
              <a:tr h="876428">
                <a:tc>
                  <a:txBody>
                    <a:bodyPr/>
                    <a:lstStyle/>
                    <a:p>
                      <a:r>
                        <a:rPr lang="fr-FR" sz="1500" b="1" dirty="0"/>
                        <a:t>Intention globale derrière cet événement (en très bref)</a:t>
                      </a:r>
                    </a:p>
                  </a:txBody>
                  <a:tcPr marL="75953" marR="75953" marT="37976" marB="37976"/>
                </a:tc>
                <a:extLst>
                  <a:ext uri="{0D108BD9-81ED-4DB2-BD59-A6C34878D82A}">
                    <a16:rowId xmlns:a16="http://schemas.microsoft.com/office/drawing/2014/main" val="667826019"/>
                  </a:ext>
                </a:extLst>
              </a:tr>
              <a:tr h="876428">
                <a:tc>
                  <a:txBody>
                    <a:bodyPr/>
                    <a:lstStyle/>
                    <a:p>
                      <a:r>
                        <a:rPr lang="fr-FR" sz="1500" b="1" dirty="0"/>
                        <a:t>Dates possibles (approximativement au moins)</a:t>
                      </a:r>
                    </a:p>
                  </a:txBody>
                  <a:tcPr marL="75953" marR="75953" marT="37976" marB="37976"/>
                </a:tc>
                <a:extLst>
                  <a:ext uri="{0D108BD9-81ED-4DB2-BD59-A6C34878D82A}">
                    <a16:rowId xmlns:a16="http://schemas.microsoft.com/office/drawing/2014/main" val="3590670075"/>
                  </a:ext>
                </a:extLst>
              </a:tr>
              <a:tr h="876428">
                <a:tc>
                  <a:txBody>
                    <a:bodyPr/>
                    <a:lstStyle/>
                    <a:p>
                      <a:r>
                        <a:rPr lang="fr-FR" sz="1500" b="1" dirty="0"/>
                        <a:t>Durées possibles</a:t>
                      </a:r>
                    </a:p>
                    <a:p>
                      <a:r>
                        <a:rPr lang="fr-FR" sz="1500" b="1" dirty="0"/>
                        <a:t>(approximativement au moins)</a:t>
                      </a:r>
                    </a:p>
                  </a:txBody>
                  <a:tcPr marL="75953" marR="75953" marT="37976" marB="37976"/>
                </a:tc>
                <a:extLst>
                  <a:ext uri="{0D108BD9-81ED-4DB2-BD59-A6C34878D82A}">
                    <a16:rowId xmlns:a16="http://schemas.microsoft.com/office/drawing/2014/main" val="1660148201"/>
                  </a:ext>
                </a:extLst>
              </a:tr>
            </a:tbl>
          </a:graphicData>
        </a:graphic>
      </p:graphicFrame>
    </p:spTree>
    <p:extLst>
      <p:ext uri="{BB962C8B-B14F-4D97-AF65-F5344CB8AC3E}">
        <p14:creationId xmlns:p14="http://schemas.microsoft.com/office/powerpoint/2010/main" val="29496491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199" y="365125"/>
            <a:ext cx="5283877" cy="1325563"/>
          </a:xfrm>
        </p:spPr>
        <p:txBody>
          <a:bodyPr>
            <a:noAutofit/>
          </a:bodyPr>
          <a:lstStyle/>
          <a:p>
            <a:r>
              <a:rPr lang="fr-FR" sz="3200" dirty="0"/>
              <a:t>L’approche en 3 temps</a:t>
            </a:r>
            <a:br>
              <a:rPr lang="fr-FR" sz="3200" dirty="0"/>
            </a:br>
            <a:r>
              <a:rPr lang="fr-FR" sz="3200" dirty="0"/>
              <a:t>Etape 2 : Cadrer l’impact</a:t>
            </a:r>
          </a:p>
        </p:txBody>
      </p:sp>
      <p:sp>
        <p:nvSpPr>
          <p:cNvPr id="7" name="Rectangle 6">
            <a:extLst>
              <a:ext uri="{FF2B5EF4-FFF2-40B4-BE49-F238E27FC236}">
                <a16:creationId xmlns:a16="http://schemas.microsoft.com/office/drawing/2014/main" id="{5880DF69-7315-409A-C3B2-0CA208CD8832}"/>
              </a:ext>
            </a:extLst>
          </p:cNvPr>
          <p:cNvSpPr/>
          <p:nvPr/>
        </p:nvSpPr>
        <p:spPr>
          <a:xfrm>
            <a:off x="6122077" y="3038899"/>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Faire la liste des invités</a:t>
            </a:r>
          </a:p>
        </p:txBody>
      </p:sp>
      <p:sp>
        <p:nvSpPr>
          <p:cNvPr id="8" name="Rectangle 7">
            <a:extLst>
              <a:ext uri="{FF2B5EF4-FFF2-40B4-BE49-F238E27FC236}">
                <a16:creationId xmlns:a16="http://schemas.microsoft.com/office/drawing/2014/main" id="{E21D3210-8190-6C0B-F323-94EB2F20292C}"/>
              </a:ext>
            </a:extLst>
          </p:cNvPr>
          <p:cNvSpPr/>
          <p:nvPr/>
        </p:nvSpPr>
        <p:spPr>
          <a:xfrm>
            <a:off x="7522783" y="2117324"/>
            <a:ext cx="1336766" cy="722811"/>
          </a:xfrm>
          <a:prstGeom prst="rect">
            <a:avLst/>
          </a:prstGeom>
          <a:solidFill>
            <a:schemeClr val="bg1">
              <a:lumMod val="95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Décrire l’état initial du collectif</a:t>
            </a:r>
          </a:p>
        </p:txBody>
      </p:sp>
      <p:sp>
        <p:nvSpPr>
          <p:cNvPr id="9" name="Rectangle 8">
            <a:extLst>
              <a:ext uri="{FF2B5EF4-FFF2-40B4-BE49-F238E27FC236}">
                <a16:creationId xmlns:a16="http://schemas.microsoft.com/office/drawing/2014/main" id="{57D3EEFA-7086-7271-5758-4EF965EF94CD}"/>
              </a:ext>
            </a:extLst>
          </p:cNvPr>
          <p:cNvSpPr/>
          <p:nvPr/>
        </p:nvSpPr>
        <p:spPr>
          <a:xfrm>
            <a:off x="8921945" y="3084618"/>
            <a:ext cx="1336766" cy="722811"/>
          </a:xfrm>
          <a:prstGeom prst="rect">
            <a:avLst/>
          </a:prstGeom>
          <a:solidFill>
            <a:srgbClr val="FDD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 ressenti cible</a:t>
            </a:r>
          </a:p>
        </p:txBody>
      </p:sp>
      <p:sp>
        <p:nvSpPr>
          <p:cNvPr id="10" name="Rectangle 9">
            <a:extLst>
              <a:ext uri="{FF2B5EF4-FFF2-40B4-BE49-F238E27FC236}">
                <a16:creationId xmlns:a16="http://schemas.microsoft.com/office/drawing/2014/main" id="{AE515FB3-E0D8-2FB1-6322-4EE86724BD74}"/>
              </a:ext>
            </a:extLst>
          </p:cNvPr>
          <p:cNvSpPr/>
          <p:nvPr/>
        </p:nvSpPr>
        <p:spPr>
          <a:xfrm>
            <a:off x="8253562" y="4082644"/>
            <a:ext cx="1336766" cy="72281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Décrire les résultats opérationnels cibles</a:t>
            </a:r>
          </a:p>
        </p:txBody>
      </p:sp>
      <p:sp>
        <p:nvSpPr>
          <p:cNvPr id="11" name="Rectangle 10">
            <a:extLst>
              <a:ext uri="{FF2B5EF4-FFF2-40B4-BE49-F238E27FC236}">
                <a16:creationId xmlns:a16="http://schemas.microsoft.com/office/drawing/2014/main" id="{7F65F268-17F9-9475-CBCA-BE71C4149EF2}"/>
              </a:ext>
            </a:extLst>
          </p:cNvPr>
          <p:cNvSpPr/>
          <p:nvPr/>
        </p:nvSpPr>
        <p:spPr>
          <a:xfrm>
            <a:off x="6663839" y="4082644"/>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Clarifier le niveau de priorité, avant pendant et après</a:t>
            </a:r>
          </a:p>
        </p:txBody>
      </p:sp>
      <p:pic>
        <p:nvPicPr>
          <p:cNvPr id="13" name="Graphique 12" descr="Flèche en cercle contour">
            <a:extLst>
              <a:ext uri="{FF2B5EF4-FFF2-40B4-BE49-F238E27FC236}">
                <a16:creationId xmlns:a16="http://schemas.microsoft.com/office/drawing/2014/main" id="{F1A659F9-4A04-87D8-2125-7B5DCE5C1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14504" y="2215869"/>
            <a:ext cx="2491041" cy="2491041"/>
          </a:xfrm>
          <a:prstGeom prst="rect">
            <a:avLst/>
          </a:prstGeom>
        </p:spPr>
      </p:pic>
      <p:sp>
        <p:nvSpPr>
          <p:cNvPr id="14" name="ZoneTexte 13">
            <a:extLst>
              <a:ext uri="{FF2B5EF4-FFF2-40B4-BE49-F238E27FC236}">
                <a16:creationId xmlns:a16="http://schemas.microsoft.com/office/drawing/2014/main" id="{2F3EFA8C-C02C-9164-4C68-40B438A534DF}"/>
              </a:ext>
            </a:extLst>
          </p:cNvPr>
          <p:cNvSpPr txBox="1"/>
          <p:nvPr/>
        </p:nvSpPr>
        <p:spPr>
          <a:xfrm>
            <a:off x="7527249" y="3138223"/>
            <a:ext cx="1304108" cy="646331"/>
          </a:xfrm>
          <a:prstGeom prst="rect">
            <a:avLst/>
          </a:prstGeom>
          <a:noFill/>
        </p:spPr>
        <p:txBody>
          <a:bodyPr wrap="square">
            <a:spAutoFit/>
          </a:bodyPr>
          <a:lstStyle/>
          <a:p>
            <a:pPr algn="ctr"/>
            <a:r>
              <a:rPr lang="fr-FR" b="1" dirty="0"/>
              <a:t>2. Cadrer l’impact</a:t>
            </a:r>
          </a:p>
        </p:txBody>
      </p:sp>
      <p:sp>
        <p:nvSpPr>
          <p:cNvPr id="15" name="Espace réservé du contenu 4">
            <a:extLst>
              <a:ext uri="{FF2B5EF4-FFF2-40B4-BE49-F238E27FC236}">
                <a16:creationId xmlns:a16="http://schemas.microsoft.com/office/drawing/2014/main" id="{CEE31291-57B3-2E2F-64AA-2BF46DD1E9A4}"/>
              </a:ext>
            </a:extLst>
          </p:cNvPr>
          <p:cNvSpPr>
            <a:spLocks noGrp="1"/>
          </p:cNvSpPr>
          <p:nvPr>
            <p:ph idx="1"/>
          </p:nvPr>
        </p:nvSpPr>
        <p:spPr>
          <a:xfrm>
            <a:off x="958441" y="2081211"/>
            <a:ext cx="2491041" cy="4337006"/>
          </a:xfrm>
        </p:spPr>
        <p:txBody>
          <a:bodyPr>
            <a:normAutofit/>
          </a:bodyPr>
          <a:lstStyle/>
          <a:p>
            <a:pPr marL="0" indent="0">
              <a:buNone/>
            </a:pPr>
            <a:r>
              <a:rPr lang="fr-FR" sz="1600" dirty="0"/>
              <a:t>Cadrer l’impact consiste à poser : </a:t>
            </a:r>
          </a:p>
          <a:p>
            <a:pPr marL="342900" indent="-342900">
              <a:buFont typeface="+mj-lt"/>
              <a:buAutoNum type="arabicPeriod"/>
            </a:pPr>
            <a:r>
              <a:rPr lang="fr-FR" sz="1600" dirty="0"/>
              <a:t>La liste des invités concernés et le niveau de proximité</a:t>
            </a:r>
          </a:p>
          <a:p>
            <a:pPr marL="342900" indent="-342900">
              <a:buFont typeface="+mj-lt"/>
              <a:buAutoNum type="arabicPeriod"/>
            </a:pPr>
            <a:r>
              <a:rPr lang="fr-FR" sz="1600" dirty="0"/>
              <a:t>ce qu’on comprend des invités AVANT  l’événement (état initial du collectif)</a:t>
            </a:r>
          </a:p>
          <a:p>
            <a:pPr marL="342900" indent="-342900">
              <a:buFont typeface="+mj-lt"/>
              <a:buAutoNum type="arabicPeriod"/>
            </a:pPr>
            <a:r>
              <a:rPr lang="fr-FR" sz="1600" dirty="0"/>
              <a:t>Ce qu’on souhaite en termes de ressenti cible</a:t>
            </a:r>
          </a:p>
          <a:p>
            <a:pPr marL="342900" indent="-342900">
              <a:buFont typeface="+mj-lt"/>
              <a:buAutoNum type="arabicPeriod"/>
            </a:pPr>
            <a:r>
              <a:rPr lang="fr-FR" sz="1600" dirty="0"/>
              <a:t>Ce qu’on souhaite en termes de résultats opérationnels</a:t>
            </a:r>
          </a:p>
        </p:txBody>
      </p:sp>
      <p:pic>
        <p:nvPicPr>
          <p:cNvPr id="69" name="Image 68" descr="Une image contenant texte&#10;&#10;Description générée automatiquement">
            <a:extLst>
              <a:ext uri="{FF2B5EF4-FFF2-40B4-BE49-F238E27FC236}">
                <a16:creationId xmlns:a16="http://schemas.microsoft.com/office/drawing/2014/main" id="{E30186DA-7D7E-5870-678C-2646908EB7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292078">
            <a:off x="7381169" y="493671"/>
            <a:ext cx="947570" cy="1325563"/>
          </a:xfrm>
          <a:prstGeom prst="rect">
            <a:avLst/>
          </a:prstGeom>
        </p:spPr>
      </p:pic>
      <p:pic>
        <p:nvPicPr>
          <p:cNvPr id="70" name="Image 69" descr="Une image contenant texte&#10;&#10;Description générée automatiquement">
            <a:extLst>
              <a:ext uri="{FF2B5EF4-FFF2-40B4-BE49-F238E27FC236}">
                <a16:creationId xmlns:a16="http://schemas.microsoft.com/office/drawing/2014/main" id="{778AEC4B-0208-44BA-852E-A17F424F27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822505">
            <a:off x="7975211" y="532771"/>
            <a:ext cx="946734" cy="1324393"/>
          </a:xfrm>
          <a:prstGeom prst="rect">
            <a:avLst/>
          </a:prstGeom>
        </p:spPr>
      </p:pic>
      <p:grpSp>
        <p:nvGrpSpPr>
          <p:cNvPr id="71" name="Groupe 70">
            <a:extLst>
              <a:ext uri="{FF2B5EF4-FFF2-40B4-BE49-F238E27FC236}">
                <a16:creationId xmlns:a16="http://schemas.microsoft.com/office/drawing/2014/main" id="{C49A32CE-04AF-A5B8-6590-F6A7982FAB6C}"/>
              </a:ext>
            </a:extLst>
          </p:cNvPr>
          <p:cNvGrpSpPr/>
          <p:nvPr/>
        </p:nvGrpSpPr>
        <p:grpSpPr>
          <a:xfrm>
            <a:off x="5570051" y="5015395"/>
            <a:ext cx="2090983" cy="813788"/>
            <a:chOff x="167121" y="1928654"/>
            <a:chExt cx="11850714" cy="4612170"/>
          </a:xfrm>
        </p:grpSpPr>
        <p:sp>
          <p:nvSpPr>
            <p:cNvPr id="72" name="Flèche : droite 71">
              <a:extLst>
                <a:ext uri="{FF2B5EF4-FFF2-40B4-BE49-F238E27FC236}">
                  <a16:creationId xmlns:a16="http://schemas.microsoft.com/office/drawing/2014/main" id="{1F171B3A-220D-FF0B-712D-2BFFBCEFA28A}"/>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73" name="Rectangle 72">
              <a:extLst>
                <a:ext uri="{FF2B5EF4-FFF2-40B4-BE49-F238E27FC236}">
                  <a16:creationId xmlns:a16="http://schemas.microsoft.com/office/drawing/2014/main" id="{16B8ADEE-80E5-EACF-F4A2-FBE4FE046187}"/>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ABSOLUMENT NÉCESSAIRE</a:t>
              </a:r>
            </a:p>
          </p:txBody>
        </p:sp>
        <p:sp>
          <p:nvSpPr>
            <p:cNvPr id="74" name="Rectangle 73">
              <a:extLst>
                <a:ext uri="{FF2B5EF4-FFF2-40B4-BE49-F238E27FC236}">
                  <a16:creationId xmlns:a16="http://schemas.microsoft.com/office/drawing/2014/main" id="{A879879B-0F83-9A87-4AD3-72A1E2C08E11}"/>
                </a:ext>
              </a:extLst>
            </p:cNvPr>
            <p:cNvSpPr/>
            <p:nvPr/>
          </p:nvSpPr>
          <p:spPr>
            <a:xfrm>
              <a:off x="167121"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p:txBody>
        </p:sp>
        <p:sp>
          <p:nvSpPr>
            <p:cNvPr id="75" name="Rectangle 74">
              <a:extLst>
                <a:ext uri="{FF2B5EF4-FFF2-40B4-BE49-F238E27FC236}">
                  <a16:creationId xmlns:a16="http://schemas.microsoft.com/office/drawing/2014/main" id="{E83C1D15-59B9-A9B0-623E-E37F280E9B0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ABSOLUMENT NÉCESSAIRE</a:t>
              </a:r>
            </a:p>
            <a:p>
              <a:pPr algn="ctr"/>
              <a:endParaRPr lang="fr-FR" sz="100" dirty="0"/>
            </a:p>
          </p:txBody>
        </p:sp>
        <p:sp>
          <p:nvSpPr>
            <p:cNvPr id="76" name="Rectangle 75">
              <a:extLst>
                <a:ext uri="{FF2B5EF4-FFF2-40B4-BE49-F238E27FC236}">
                  <a16:creationId xmlns:a16="http://schemas.microsoft.com/office/drawing/2014/main" id="{BA7EC2E3-DCB6-9717-BDB3-8EC6A149E668}"/>
                </a:ext>
              </a:extLst>
            </p:cNvPr>
            <p:cNvSpPr/>
            <p:nvPr/>
          </p:nvSpPr>
          <p:spPr>
            <a:xfrm>
              <a:off x="4528456"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a:p>
              <a:pPr algn="ctr"/>
              <a:endParaRPr lang="fr-FR" sz="100" dirty="0"/>
            </a:p>
          </p:txBody>
        </p:sp>
        <p:sp>
          <p:nvSpPr>
            <p:cNvPr id="77" name="Rectangle 76">
              <a:extLst>
                <a:ext uri="{FF2B5EF4-FFF2-40B4-BE49-F238E27FC236}">
                  <a16:creationId xmlns:a16="http://schemas.microsoft.com/office/drawing/2014/main" id="{8354F05B-5E61-FA31-40BA-19424681BF87}"/>
                </a:ext>
              </a:extLst>
            </p:cNvPr>
            <p:cNvSpPr/>
            <p:nvPr/>
          </p:nvSpPr>
          <p:spPr>
            <a:xfrm>
              <a:off x="9117880" y="2428467"/>
              <a:ext cx="2899955" cy="3797210"/>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a:p>
              <a:pPr algn="ctr"/>
              <a:endParaRPr lang="fr-FR" sz="100" dirty="0"/>
            </a:p>
            <a:p>
              <a:pPr algn="ctr"/>
              <a:endParaRPr lang="fr-FR" sz="100" dirty="0"/>
            </a:p>
          </p:txBody>
        </p:sp>
        <p:sp>
          <p:nvSpPr>
            <p:cNvPr id="78" name="ZoneTexte 77">
              <a:extLst>
                <a:ext uri="{FF2B5EF4-FFF2-40B4-BE49-F238E27FC236}">
                  <a16:creationId xmlns:a16="http://schemas.microsoft.com/office/drawing/2014/main" id="{C3354FC1-724A-CAC7-8CBD-ECD08D917AE2}"/>
                </a:ext>
              </a:extLst>
            </p:cNvPr>
            <p:cNvSpPr txBox="1"/>
            <p:nvPr/>
          </p:nvSpPr>
          <p:spPr>
            <a:xfrm>
              <a:off x="636708" y="1954981"/>
              <a:ext cx="1313205" cy="512470"/>
            </a:xfrm>
            <a:prstGeom prst="rect">
              <a:avLst/>
            </a:prstGeom>
            <a:noFill/>
          </p:spPr>
          <p:txBody>
            <a:bodyPr wrap="none" rtlCol="0">
              <a:spAutoFit/>
            </a:bodyPr>
            <a:lstStyle/>
            <a:p>
              <a:r>
                <a:rPr lang="fr-FR" sz="100" dirty="0"/>
                <a:t>AVANT L’ATELIER</a:t>
              </a:r>
            </a:p>
          </p:txBody>
        </p:sp>
        <p:sp>
          <p:nvSpPr>
            <p:cNvPr id="79" name="ZoneTexte 78">
              <a:extLst>
                <a:ext uri="{FF2B5EF4-FFF2-40B4-BE49-F238E27FC236}">
                  <a16:creationId xmlns:a16="http://schemas.microsoft.com/office/drawing/2014/main" id="{50E92A9A-6F55-A020-9359-492CD7E30BF8}"/>
                </a:ext>
              </a:extLst>
            </p:cNvPr>
            <p:cNvSpPr txBox="1"/>
            <p:nvPr/>
          </p:nvSpPr>
          <p:spPr>
            <a:xfrm>
              <a:off x="4860279" y="1936651"/>
              <a:ext cx="1374213" cy="512470"/>
            </a:xfrm>
            <a:prstGeom prst="rect">
              <a:avLst/>
            </a:prstGeom>
            <a:noFill/>
          </p:spPr>
          <p:txBody>
            <a:bodyPr wrap="none" rtlCol="0">
              <a:spAutoFit/>
            </a:bodyPr>
            <a:lstStyle/>
            <a:p>
              <a:r>
                <a:rPr lang="fr-FR" sz="100" dirty="0"/>
                <a:t>PENDANT L’ATELIER</a:t>
              </a:r>
            </a:p>
          </p:txBody>
        </p:sp>
        <p:sp>
          <p:nvSpPr>
            <p:cNvPr id="80" name="ZoneTexte 79">
              <a:extLst>
                <a:ext uri="{FF2B5EF4-FFF2-40B4-BE49-F238E27FC236}">
                  <a16:creationId xmlns:a16="http://schemas.microsoft.com/office/drawing/2014/main" id="{2C3DC8F2-B4A4-8527-63F4-DD89AFB80939}"/>
                </a:ext>
              </a:extLst>
            </p:cNvPr>
            <p:cNvSpPr txBox="1"/>
            <p:nvPr/>
          </p:nvSpPr>
          <p:spPr>
            <a:xfrm>
              <a:off x="9815285" y="1928654"/>
              <a:ext cx="1290322" cy="512470"/>
            </a:xfrm>
            <a:prstGeom prst="rect">
              <a:avLst/>
            </a:prstGeom>
            <a:noFill/>
          </p:spPr>
          <p:txBody>
            <a:bodyPr wrap="none" rtlCol="0">
              <a:spAutoFit/>
            </a:bodyPr>
            <a:lstStyle/>
            <a:p>
              <a:r>
                <a:rPr lang="fr-FR" sz="100" dirty="0"/>
                <a:t>APRÈS L’ATELIER</a:t>
              </a:r>
            </a:p>
          </p:txBody>
        </p:sp>
        <p:pic>
          <p:nvPicPr>
            <p:cNvPr id="81" name="Image 80" descr="Une image contenant texte&#10;&#10;Description générée automatiquement">
              <a:extLst>
                <a:ext uri="{FF2B5EF4-FFF2-40B4-BE49-F238E27FC236}">
                  <a16:creationId xmlns:a16="http://schemas.microsoft.com/office/drawing/2014/main" id="{D82CEB9D-93E7-CDC7-7BFB-A34ADE9515D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50635" y="2950525"/>
              <a:ext cx="804636" cy="1125612"/>
            </a:xfrm>
            <a:prstGeom prst="rect">
              <a:avLst/>
            </a:prstGeom>
          </p:spPr>
        </p:pic>
        <p:pic>
          <p:nvPicPr>
            <p:cNvPr id="82" name="Image 81" descr="Une image contenant texte&#10;&#10;Description générée automatiquement">
              <a:extLst>
                <a:ext uri="{FF2B5EF4-FFF2-40B4-BE49-F238E27FC236}">
                  <a16:creationId xmlns:a16="http://schemas.microsoft.com/office/drawing/2014/main" id="{1A4FA91B-302A-2F2F-B37A-A052E1AC3D30}"/>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93977" y="2934748"/>
              <a:ext cx="804636" cy="1125611"/>
            </a:xfrm>
            <a:prstGeom prst="rect">
              <a:avLst/>
            </a:prstGeom>
          </p:spPr>
        </p:pic>
        <p:pic>
          <p:nvPicPr>
            <p:cNvPr id="85" name="Image 84" descr="Une image contenant texte&#10;&#10;Description générée automatiquement">
              <a:extLst>
                <a:ext uri="{FF2B5EF4-FFF2-40B4-BE49-F238E27FC236}">
                  <a16:creationId xmlns:a16="http://schemas.microsoft.com/office/drawing/2014/main" id="{5CF1E3A8-ACFF-1203-54D5-5ADF8150695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56545" y="5056011"/>
              <a:ext cx="1061409" cy="1484813"/>
            </a:xfrm>
            <a:prstGeom prst="rect">
              <a:avLst/>
            </a:prstGeom>
          </p:spPr>
        </p:pic>
        <p:pic>
          <p:nvPicPr>
            <p:cNvPr id="86" name="Image 85">
              <a:extLst>
                <a:ext uri="{FF2B5EF4-FFF2-40B4-BE49-F238E27FC236}">
                  <a16:creationId xmlns:a16="http://schemas.microsoft.com/office/drawing/2014/main" id="{8B32F506-F5E7-F06C-A8B9-8A01D91587AB}"/>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4774602" y="2852554"/>
              <a:ext cx="1043352" cy="1459553"/>
            </a:xfrm>
            <a:prstGeom prst="rect">
              <a:avLst/>
            </a:prstGeom>
          </p:spPr>
        </p:pic>
        <p:pic>
          <p:nvPicPr>
            <p:cNvPr id="88" name="Image 87" descr="Une image contenant texte&#10;&#10;Description générée automatiquement">
              <a:extLst>
                <a:ext uri="{FF2B5EF4-FFF2-40B4-BE49-F238E27FC236}">
                  <a16:creationId xmlns:a16="http://schemas.microsoft.com/office/drawing/2014/main" id="{4A82D64C-367E-94FF-60EA-00EC792DC22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03366" y="2850373"/>
              <a:ext cx="1060231" cy="1483165"/>
            </a:xfrm>
            <a:prstGeom prst="rect">
              <a:avLst/>
            </a:prstGeom>
          </p:spPr>
        </p:pic>
        <p:pic>
          <p:nvPicPr>
            <p:cNvPr id="89" name="Image 88">
              <a:extLst>
                <a:ext uri="{FF2B5EF4-FFF2-40B4-BE49-F238E27FC236}">
                  <a16:creationId xmlns:a16="http://schemas.microsoft.com/office/drawing/2014/main" id="{88E50360-3606-699E-D7A9-37703AD61968}"/>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992148" y="2934748"/>
              <a:ext cx="804636" cy="1125611"/>
            </a:xfrm>
            <a:prstGeom prst="rect">
              <a:avLst/>
            </a:prstGeom>
          </p:spPr>
        </p:pic>
        <p:pic>
          <p:nvPicPr>
            <p:cNvPr id="91" name="Image 90" descr="Une image contenant texte&#10;&#10;Description générée automatiquement">
              <a:extLst>
                <a:ext uri="{FF2B5EF4-FFF2-40B4-BE49-F238E27FC236}">
                  <a16:creationId xmlns:a16="http://schemas.microsoft.com/office/drawing/2014/main" id="{64CD4F26-D996-13F5-9350-DCE7EBF5B12D}"/>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9582694" y="2893694"/>
              <a:ext cx="1061409" cy="1484813"/>
            </a:xfrm>
            <a:prstGeom prst="rect">
              <a:avLst/>
            </a:prstGeom>
          </p:spPr>
        </p:pic>
      </p:grpSp>
      <p:pic>
        <p:nvPicPr>
          <p:cNvPr id="92" name="Image 91" descr="Une image contenant texte&#10;&#10;Description générée automatiquement">
            <a:extLst>
              <a:ext uri="{FF2B5EF4-FFF2-40B4-BE49-F238E27FC236}">
                <a16:creationId xmlns:a16="http://schemas.microsoft.com/office/drawing/2014/main" id="{E8494812-7C8A-B0A3-A5D1-BD561A165051}"/>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386279" y="2451586"/>
            <a:ext cx="905037" cy="1266063"/>
          </a:xfrm>
          <a:prstGeom prst="rect">
            <a:avLst/>
          </a:prstGeom>
        </p:spPr>
      </p:pic>
      <p:pic>
        <p:nvPicPr>
          <p:cNvPr id="93" name="Image 92" descr="Une image contenant texte&#10;&#10;Description générée automatiquement">
            <a:extLst>
              <a:ext uri="{FF2B5EF4-FFF2-40B4-BE49-F238E27FC236}">
                <a16:creationId xmlns:a16="http://schemas.microsoft.com/office/drawing/2014/main" id="{19532AD1-02E4-212C-F94B-61131A43AC84}"/>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rot="799128">
            <a:off x="10804699" y="2537268"/>
            <a:ext cx="905037" cy="1266063"/>
          </a:xfrm>
          <a:prstGeom prst="rect">
            <a:avLst/>
          </a:prstGeom>
        </p:spPr>
      </p:pic>
      <p:pic>
        <p:nvPicPr>
          <p:cNvPr id="94" name="Image 93" descr="Une image contenant texte&#10;&#10;Description générée automatiquement">
            <a:extLst>
              <a:ext uri="{FF2B5EF4-FFF2-40B4-BE49-F238E27FC236}">
                <a16:creationId xmlns:a16="http://schemas.microsoft.com/office/drawing/2014/main" id="{B718BFAF-686D-F4D3-5DDC-95AD7F4E4D4B}"/>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rot="20868583">
            <a:off x="9445988" y="4844957"/>
            <a:ext cx="794594" cy="1111563"/>
          </a:xfrm>
          <a:prstGeom prst="rect">
            <a:avLst/>
          </a:prstGeom>
        </p:spPr>
      </p:pic>
      <p:pic>
        <p:nvPicPr>
          <p:cNvPr id="95" name="Image 94" descr="Une image contenant texte&#10;&#10;Description générée automatiquement">
            <a:extLst>
              <a:ext uri="{FF2B5EF4-FFF2-40B4-BE49-F238E27FC236}">
                <a16:creationId xmlns:a16="http://schemas.microsoft.com/office/drawing/2014/main" id="{02758565-BB79-2CC4-85BC-7B323D7F0694}"/>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rot="1032511">
            <a:off x="9904185" y="4862843"/>
            <a:ext cx="794593" cy="1111563"/>
          </a:xfrm>
          <a:prstGeom prst="rect">
            <a:avLst/>
          </a:prstGeom>
        </p:spPr>
      </p:pic>
      <p:grpSp>
        <p:nvGrpSpPr>
          <p:cNvPr id="115" name="Groupe 114">
            <a:extLst>
              <a:ext uri="{FF2B5EF4-FFF2-40B4-BE49-F238E27FC236}">
                <a16:creationId xmlns:a16="http://schemas.microsoft.com/office/drawing/2014/main" id="{B76A90A1-50CC-2C4C-2DFA-ED32E0B61437}"/>
              </a:ext>
            </a:extLst>
          </p:cNvPr>
          <p:cNvGrpSpPr/>
          <p:nvPr/>
        </p:nvGrpSpPr>
        <p:grpSpPr>
          <a:xfrm>
            <a:off x="4335254" y="2434262"/>
            <a:ext cx="2256795" cy="449983"/>
            <a:chOff x="168664" y="6665305"/>
            <a:chExt cx="11996897" cy="2392064"/>
          </a:xfrm>
        </p:grpSpPr>
        <p:pic>
          <p:nvPicPr>
            <p:cNvPr id="96" name="Image 95" descr="Une image contenant texte&#10;&#10;Description générée automatiquement">
              <a:extLst>
                <a:ext uri="{FF2B5EF4-FFF2-40B4-BE49-F238E27FC236}">
                  <a16:creationId xmlns:a16="http://schemas.microsoft.com/office/drawing/2014/main" id="{D87DD32A-F54E-B94F-D01F-1608F4372805}"/>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7823906" y="6665305"/>
              <a:ext cx="1060838" cy="1484014"/>
            </a:xfrm>
            <a:prstGeom prst="rect">
              <a:avLst/>
            </a:prstGeom>
          </p:spPr>
        </p:pic>
        <p:pic>
          <p:nvPicPr>
            <p:cNvPr id="97" name="Image 96" descr="Une image contenant texte&#10;&#10;Description générée automatiquement">
              <a:extLst>
                <a:ext uri="{FF2B5EF4-FFF2-40B4-BE49-F238E27FC236}">
                  <a16:creationId xmlns:a16="http://schemas.microsoft.com/office/drawing/2014/main" id="{A6D181BF-FE75-D7A2-3FEC-E304052EA615}"/>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8917512" y="6665305"/>
              <a:ext cx="1060838" cy="1484014"/>
            </a:xfrm>
            <a:prstGeom prst="rect">
              <a:avLst/>
            </a:prstGeom>
          </p:spPr>
        </p:pic>
        <p:pic>
          <p:nvPicPr>
            <p:cNvPr id="98" name="Image 97" descr="Une image contenant texte&#10;&#10;Description générée automatiquement">
              <a:extLst>
                <a:ext uri="{FF2B5EF4-FFF2-40B4-BE49-F238E27FC236}">
                  <a16:creationId xmlns:a16="http://schemas.microsoft.com/office/drawing/2014/main" id="{F6B45645-0BDB-4630-4724-EB5D7C348E18}"/>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10011118" y="6665305"/>
              <a:ext cx="1060838" cy="1484014"/>
            </a:xfrm>
            <a:prstGeom prst="rect">
              <a:avLst/>
            </a:prstGeom>
          </p:spPr>
        </p:pic>
        <p:pic>
          <p:nvPicPr>
            <p:cNvPr id="99" name="Image 98" descr="Une image contenant texte&#10;&#10;Description générée automatiquement">
              <a:extLst>
                <a:ext uri="{FF2B5EF4-FFF2-40B4-BE49-F238E27FC236}">
                  <a16:creationId xmlns:a16="http://schemas.microsoft.com/office/drawing/2014/main" id="{DB21A47E-C134-D94A-62B5-90A7AE0D403F}"/>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11104723" y="6665305"/>
              <a:ext cx="1060838" cy="1484014"/>
            </a:xfrm>
            <a:prstGeom prst="rect">
              <a:avLst/>
            </a:prstGeom>
          </p:spPr>
        </p:pic>
        <p:pic>
          <p:nvPicPr>
            <p:cNvPr id="100" name="Image 99" descr="Une image contenant texte&#10;&#10;Description générée automatiquement">
              <a:extLst>
                <a:ext uri="{FF2B5EF4-FFF2-40B4-BE49-F238E27FC236}">
                  <a16:creationId xmlns:a16="http://schemas.microsoft.com/office/drawing/2014/main" id="{734E6408-9B95-5DD0-3B28-609A3B37DA82}"/>
                </a:ext>
              </a:extLst>
            </p:cNvPr>
            <p:cNvPicPr>
              <a:picLocks noChangeAspect="1"/>
            </p:cNvPicPr>
            <p:nvPr/>
          </p:nvPicPr>
          <p:blipFill>
            <a:blip r:embed="rId21" cstate="print">
              <a:extLst>
                <a:ext uri="{28A0092B-C50C-407E-A947-70E740481C1C}">
                  <a14:useLocalDpi xmlns:a14="http://schemas.microsoft.com/office/drawing/2010/main"/>
                </a:ext>
              </a:extLst>
            </a:blip>
            <a:stretch>
              <a:fillRect/>
            </a:stretch>
          </p:blipFill>
          <p:spPr>
            <a:xfrm>
              <a:off x="168664" y="6665305"/>
              <a:ext cx="1060838" cy="1484014"/>
            </a:xfrm>
            <a:prstGeom prst="rect">
              <a:avLst/>
            </a:prstGeom>
          </p:spPr>
        </p:pic>
        <p:pic>
          <p:nvPicPr>
            <p:cNvPr id="101" name="Image 100" descr="Une image contenant texte&#10;&#10;Description générée automatiquement">
              <a:extLst>
                <a:ext uri="{FF2B5EF4-FFF2-40B4-BE49-F238E27FC236}">
                  <a16:creationId xmlns:a16="http://schemas.microsoft.com/office/drawing/2014/main" id="{3BFF3E8A-5FB1-C7D4-84EA-536A40491692}"/>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262270" y="6665305"/>
              <a:ext cx="1060838" cy="1484014"/>
            </a:xfrm>
            <a:prstGeom prst="rect">
              <a:avLst/>
            </a:prstGeom>
          </p:spPr>
        </p:pic>
        <p:pic>
          <p:nvPicPr>
            <p:cNvPr id="102" name="Image 101" descr="Une image contenant texte&#10;&#10;Description générée automatiquement">
              <a:extLst>
                <a:ext uri="{FF2B5EF4-FFF2-40B4-BE49-F238E27FC236}">
                  <a16:creationId xmlns:a16="http://schemas.microsoft.com/office/drawing/2014/main" id="{3930ACEC-EBD2-8CE6-AF4E-317A53B419B5}"/>
                </a:ext>
              </a:extLst>
            </p:cNvPr>
            <p:cNvPicPr>
              <a:picLocks noChangeAspect="1"/>
            </p:cNvPicPr>
            <p:nvPr/>
          </p:nvPicPr>
          <p:blipFill>
            <a:blip r:embed="rId23" cstate="print">
              <a:extLst>
                <a:ext uri="{28A0092B-C50C-407E-A947-70E740481C1C}">
                  <a14:useLocalDpi xmlns:a14="http://schemas.microsoft.com/office/drawing/2010/main"/>
                </a:ext>
              </a:extLst>
            </a:blip>
            <a:stretch>
              <a:fillRect/>
            </a:stretch>
          </p:blipFill>
          <p:spPr>
            <a:xfrm>
              <a:off x="2355876" y="6665305"/>
              <a:ext cx="1060838" cy="1484014"/>
            </a:xfrm>
            <a:prstGeom prst="rect">
              <a:avLst/>
            </a:prstGeom>
          </p:spPr>
        </p:pic>
        <p:pic>
          <p:nvPicPr>
            <p:cNvPr id="103" name="Image 102" descr="Une image contenant texte&#10;&#10;Description générée automatiquement">
              <a:extLst>
                <a:ext uri="{FF2B5EF4-FFF2-40B4-BE49-F238E27FC236}">
                  <a16:creationId xmlns:a16="http://schemas.microsoft.com/office/drawing/2014/main" id="{FD7E1BC4-D2CD-5A70-66FA-E31DAA148482}"/>
                </a:ext>
              </a:extLst>
            </p:cNvPr>
            <p:cNvPicPr>
              <a:picLocks noChangeAspect="1"/>
            </p:cNvPicPr>
            <p:nvPr/>
          </p:nvPicPr>
          <p:blipFill>
            <a:blip r:embed="rId24" cstate="print">
              <a:extLst>
                <a:ext uri="{28A0092B-C50C-407E-A947-70E740481C1C}">
                  <a14:useLocalDpi xmlns:a14="http://schemas.microsoft.com/office/drawing/2010/main"/>
                </a:ext>
              </a:extLst>
            </a:blip>
            <a:stretch>
              <a:fillRect/>
            </a:stretch>
          </p:blipFill>
          <p:spPr>
            <a:xfrm>
              <a:off x="3449482" y="6665305"/>
              <a:ext cx="1060838" cy="1484014"/>
            </a:xfrm>
            <a:prstGeom prst="rect">
              <a:avLst/>
            </a:prstGeom>
          </p:spPr>
        </p:pic>
        <p:pic>
          <p:nvPicPr>
            <p:cNvPr id="104" name="Image 103" descr="Une image contenant texte&#10;&#10;Description générée automatiquement">
              <a:extLst>
                <a:ext uri="{FF2B5EF4-FFF2-40B4-BE49-F238E27FC236}">
                  <a16:creationId xmlns:a16="http://schemas.microsoft.com/office/drawing/2014/main" id="{F9A4394F-E4A3-751A-C427-91B86ADF3147}"/>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4543088" y="6665305"/>
              <a:ext cx="1060838" cy="1484014"/>
            </a:xfrm>
            <a:prstGeom prst="rect">
              <a:avLst/>
            </a:prstGeom>
          </p:spPr>
        </p:pic>
        <p:pic>
          <p:nvPicPr>
            <p:cNvPr id="105" name="Image 104" descr="Une image contenant texte&#10;&#10;Description générée automatiquement">
              <a:extLst>
                <a:ext uri="{FF2B5EF4-FFF2-40B4-BE49-F238E27FC236}">
                  <a16:creationId xmlns:a16="http://schemas.microsoft.com/office/drawing/2014/main" id="{A875BA43-AB3A-A8AD-BF83-C4D72F1973C3}"/>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5636694" y="6665305"/>
              <a:ext cx="1060838" cy="1484014"/>
            </a:xfrm>
            <a:prstGeom prst="rect">
              <a:avLst/>
            </a:prstGeom>
          </p:spPr>
        </p:pic>
        <p:pic>
          <p:nvPicPr>
            <p:cNvPr id="106" name="Image 105" descr="Une image contenant texte&#10;&#10;Description générée automatiquement">
              <a:extLst>
                <a:ext uri="{FF2B5EF4-FFF2-40B4-BE49-F238E27FC236}">
                  <a16:creationId xmlns:a16="http://schemas.microsoft.com/office/drawing/2014/main" id="{74D3B5D2-3B04-6A78-2B94-D64467EF75A1}"/>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6730300" y="6665305"/>
              <a:ext cx="1060838" cy="1484014"/>
            </a:xfrm>
            <a:prstGeom prst="rect">
              <a:avLst/>
            </a:prstGeom>
          </p:spPr>
        </p:pic>
        <p:sp>
          <p:nvSpPr>
            <p:cNvPr id="107" name="Rectangle 106">
              <a:extLst>
                <a:ext uri="{FF2B5EF4-FFF2-40B4-BE49-F238E27FC236}">
                  <a16:creationId xmlns:a16="http://schemas.microsoft.com/office/drawing/2014/main" id="{1BC56D06-F99A-3F93-1811-32396D0A5690}"/>
                </a:ext>
              </a:extLst>
            </p:cNvPr>
            <p:cNvSpPr/>
            <p:nvPr/>
          </p:nvSpPr>
          <p:spPr>
            <a:xfrm>
              <a:off x="279983"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Jacques B</a:t>
              </a:r>
            </a:p>
            <a:p>
              <a:pPr algn="ctr"/>
              <a:r>
                <a:rPr lang="fr-FR" sz="100" dirty="0"/>
                <a:t>Sylvie V</a:t>
              </a:r>
            </a:p>
          </p:txBody>
        </p:sp>
        <p:sp>
          <p:nvSpPr>
            <p:cNvPr id="108" name="Rectangle 107">
              <a:extLst>
                <a:ext uri="{FF2B5EF4-FFF2-40B4-BE49-F238E27FC236}">
                  <a16:creationId xmlns:a16="http://schemas.microsoft.com/office/drawing/2014/main" id="{C8433E41-3F25-417A-8B6F-5ACE70F984CA}"/>
                </a:ext>
              </a:extLst>
            </p:cNvPr>
            <p:cNvSpPr/>
            <p:nvPr/>
          </p:nvSpPr>
          <p:spPr>
            <a:xfrm>
              <a:off x="1373589"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Equipes X, Y, Z</a:t>
              </a:r>
            </a:p>
          </p:txBody>
        </p:sp>
        <p:sp>
          <p:nvSpPr>
            <p:cNvPr id="109" name="Rectangle 108">
              <a:extLst>
                <a:ext uri="{FF2B5EF4-FFF2-40B4-BE49-F238E27FC236}">
                  <a16:creationId xmlns:a16="http://schemas.microsoft.com/office/drawing/2014/main" id="{DCCB83A8-13ED-1D73-0936-DFFC825631E0}"/>
                </a:ext>
              </a:extLst>
            </p:cNvPr>
            <p:cNvSpPr/>
            <p:nvPr/>
          </p:nvSpPr>
          <p:spPr>
            <a:xfrm>
              <a:off x="2467195"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Corinne C.</a:t>
              </a:r>
            </a:p>
            <a:p>
              <a:pPr algn="ctr"/>
              <a:r>
                <a:rPr lang="fr-FR" sz="100" dirty="0"/>
                <a:t>Herbert L.</a:t>
              </a:r>
            </a:p>
          </p:txBody>
        </p:sp>
        <p:sp>
          <p:nvSpPr>
            <p:cNvPr id="110" name="Rectangle 109">
              <a:extLst>
                <a:ext uri="{FF2B5EF4-FFF2-40B4-BE49-F238E27FC236}">
                  <a16:creationId xmlns:a16="http://schemas.microsoft.com/office/drawing/2014/main" id="{C0DE856E-9EBB-3DC8-4AA8-F1474D28B2CE}"/>
                </a:ext>
              </a:extLst>
            </p:cNvPr>
            <p:cNvSpPr/>
            <p:nvPr/>
          </p:nvSpPr>
          <p:spPr>
            <a:xfrm>
              <a:off x="3560801"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 Michel S.</a:t>
              </a:r>
            </a:p>
            <a:p>
              <a:pPr algn="ctr"/>
              <a:r>
                <a:rPr lang="fr-FR" sz="100" dirty="0"/>
                <a:t>Equipe alpha</a:t>
              </a:r>
            </a:p>
          </p:txBody>
        </p:sp>
        <p:sp>
          <p:nvSpPr>
            <p:cNvPr id="111" name="Rectangle 110">
              <a:extLst>
                <a:ext uri="{FF2B5EF4-FFF2-40B4-BE49-F238E27FC236}">
                  <a16:creationId xmlns:a16="http://schemas.microsoft.com/office/drawing/2014/main" id="{F368FE29-BD5D-BBC4-E0D9-FABE5F199D94}"/>
                </a:ext>
              </a:extLst>
            </p:cNvPr>
            <p:cNvSpPr/>
            <p:nvPr/>
          </p:nvSpPr>
          <p:spPr>
            <a:xfrm>
              <a:off x="5731264"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Johnny H.</a:t>
              </a:r>
            </a:p>
            <a:p>
              <a:pPr algn="ctr"/>
              <a:r>
                <a:rPr lang="fr-FR" sz="100" dirty="0"/>
                <a:t>Eddy M.</a:t>
              </a:r>
            </a:p>
          </p:txBody>
        </p:sp>
        <p:sp>
          <p:nvSpPr>
            <p:cNvPr id="112" name="Rectangle 111">
              <a:extLst>
                <a:ext uri="{FF2B5EF4-FFF2-40B4-BE49-F238E27FC236}">
                  <a16:creationId xmlns:a16="http://schemas.microsoft.com/office/drawing/2014/main" id="{33F26ECE-4863-A00F-7B94-7E579F7CC525}"/>
                </a:ext>
              </a:extLst>
            </p:cNvPr>
            <p:cNvSpPr/>
            <p:nvPr/>
          </p:nvSpPr>
          <p:spPr>
            <a:xfrm>
              <a:off x="4654407"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Georges B.</a:t>
              </a:r>
            </a:p>
            <a:p>
              <a:pPr algn="ctr"/>
              <a:r>
                <a:rPr lang="fr-FR" sz="100" dirty="0"/>
                <a:t>Georges M.</a:t>
              </a:r>
            </a:p>
          </p:txBody>
        </p:sp>
        <p:sp>
          <p:nvSpPr>
            <p:cNvPr id="113" name="Rectangle 112">
              <a:extLst>
                <a:ext uri="{FF2B5EF4-FFF2-40B4-BE49-F238E27FC236}">
                  <a16:creationId xmlns:a16="http://schemas.microsoft.com/office/drawing/2014/main" id="{6ED93CF3-0AE5-B294-F0A5-2D82C73F21AF}"/>
                </a:ext>
              </a:extLst>
            </p:cNvPr>
            <p:cNvSpPr/>
            <p:nvPr/>
          </p:nvSpPr>
          <p:spPr>
            <a:xfrm>
              <a:off x="6841619"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Département ABCD</a:t>
              </a:r>
            </a:p>
          </p:txBody>
        </p:sp>
        <p:sp>
          <p:nvSpPr>
            <p:cNvPr id="114" name="Rectangle 113">
              <a:extLst>
                <a:ext uri="{FF2B5EF4-FFF2-40B4-BE49-F238E27FC236}">
                  <a16:creationId xmlns:a16="http://schemas.microsoft.com/office/drawing/2014/main" id="{5D8B68AE-D607-47F8-3A4C-44BE7CAC053C}"/>
                </a:ext>
              </a:extLst>
            </p:cNvPr>
            <p:cNvSpPr/>
            <p:nvPr/>
          </p:nvSpPr>
          <p:spPr>
            <a:xfrm>
              <a:off x="10122437"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Demis R.</a:t>
              </a:r>
            </a:p>
          </p:txBody>
        </p:sp>
      </p:grpSp>
    </p:spTree>
    <p:extLst>
      <p:ext uri="{BB962C8B-B14F-4D97-AF65-F5344CB8AC3E}">
        <p14:creationId xmlns:p14="http://schemas.microsoft.com/office/powerpoint/2010/main" val="275200347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Etape 3 :  Définir le déroulement</a:t>
            </a:r>
          </a:p>
        </p:txBody>
      </p:sp>
      <p:sp>
        <p:nvSpPr>
          <p:cNvPr id="11" name="Rectangle 10">
            <a:extLst>
              <a:ext uri="{FF2B5EF4-FFF2-40B4-BE49-F238E27FC236}">
                <a16:creationId xmlns:a16="http://schemas.microsoft.com/office/drawing/2014/main" id="{7B9B2B6E-C92D-EC72-C5F0-BF9E3D7EB4A0}"/>
              </a:ext>
            </a:extLst>
          </p:cNvPr>
          <p:cNvSpPr/>
          <p:nvPr/>
        </p:nvSpPr>
        <p:spPr>
          <a:xfrm>
            <a:off x="5164051" y="3339009"/>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Poser les objectifs (ressenti, résultat) dans la ligne de temps</a:t>
            </a:r>
          </a:p>
        </p:txBody>
      </p:sp>
      <p:sp>
        <p:nvSpPr>
          <p:cNvPr id="16" name="Rectangle 15">
            <a:extLst>
              <a:ext uri="{FF2B5EF4-FFF2-40B4-BE49-F238E27FC236}">
                <a16:creationId xmlns:a16="http://schemas.microsoft.com/office/drawing/2014/main" id="{D0F841D8-C835-660A-5326-37AD73A55FCF}"/>
              </a:ext>
            </a:extLst>
          </p:cNvPr>
          <p:cNvSpPr/>
          <p:nvPr/>
        </p:nvSpPr>
        <p:spPr>
          <a:xfrm>
            <a:off x="5928436" y="2312105"/>
            <a:ext cx="1336766" cy="722811"/>
          </a:xfrm>
          <a:prstGeom prst="rect">
            <a:avLst/>
          </a:prstGeom>
          <a:solidFill>
            <a:srgbClr val="FFA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les types d’activités pour les différentes étapes</a:t>
            </a:r>
          </a:p>
        </p:txBody>
      </p:sp>
      <p:sp>
        <p:nvSpPr>
          <p:cNvPr id="17" name="Rectangle 16">
            <a:extLst>
              <a:ext uri="{FF2B5EF4-FFF2-40B4-BE49-F238E27FC236}">
                <a16:creationId xmlns:a16="http://schemas.microsoft.com/office/drawing/2014/main" id="{B20D2E72-FDBC-5B12-81E0-EF666AC5DF50}"/>
              </a:ext>
            </a:extLst>
          </p:cNvPr>
          <p:cNvSpPr/>
          <p:nvPr/>
        </p:nvSpPr>
        <p:spPr>
          <a:xfrm>
            <a:off x="7508561" y="1899014"/>
            <a:ext cx="1336766" cy="722811"/>
          </a:xfrm>
          <a:prstGeom prst="rect">
            <a:avLst/>
          </a:prstGeom>
          <a:solidFill>
            <a:srgbClr val="F16E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les configurations pour les différentes étapes</a:t>
            </a:r>
          </a:p>
        </p:txBody>
      </p:sp>
      <p:sp>
        <p:nvSpPr>
          <p:cNvPr id="18" name="Rectangle 17">
            <a:extLst>
              <a:ext uri="{FF2B5EF4-FFF2-40B4-BE49-F238E27FC236}">
                <a16:creationId xmlns:a16="http://schemas.microsoft.com/office/drawing/2014/main" id="{974C0E12-137F-162A-6242-98826D32AF42}"/>
              </a:ext>
            </a:extLst>
          </p:cNvPr>
          <p:cNvSpPr/>
          <p:nvPr/>
        </p:nvSpPr>
        <p:spPr>
          <a:xfrm>
            <a:off x="9424853" y="3286802"/>
            <a:ext cx="1336766" cy="722811"/>
          </a:xfrm>
          <a:prstGeom prst="rect">
            <a:avLst/>
          </a:prstGeom>
          <a:solidFill>
            <a:schemeClr val="bg1">
              <a:lumMod val="85000"/>
            </a:schemeClr>
          </a:solid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Identifier les rôles pour les différentes étapes</a:t>
            </a:r>
          </a:p>
        </p:txBody>
      </p:sp>
      <p:sp>
        <p:nvSpPr>
          <p:cNvPr id="19" name="Rectangle 18">
            <a:extLst>
              <a:ext uri="{FF2B5EF4-FFF2-40B4-BE49-F238E27FC236}">
                <a16:creationId xmlns:a16="http://schemas.microsoft.com/office/drawing/2014/main" id="{7EC49C41-CC06-765E-0C5A-3A39F82A51D6}"/>
              </a:ext>
            </a:extLst>
          </p:cNvPr>
          <p:cNvSpPr/>
          <p:nvPr/>
        </p:nvSpPr>
        <p:spPr>
          <a:xfrm>
            <a:off x="9289330" y="4251207"/>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 Mettre à jour l’ordre des étapes</a:t>
            </a:r>
          </a:p>
        </p:txBody>
      </p:sp>
      <p:sp>
        <p:nvSpPr>
          <p:cNvPr id="20" name="Rectangle 19">
            <a:extLst>
              <a:ext uri="{FF2B5EF4-FFF2-40B4-BE49-F238E27FC236}">
                <a16:creationId xmlns:a16="http://schemas.microsoft.com/office/drawing/2014/main" id="{0D1F779A-5CDE-5D11-CB83-7B85A9D63650}"/>
              </a:ext>
            </a:extLst>
          </p:cNvPr>
          <p:cNvSpPr/>
          <p:nvPr/>
        </p:nvSpPr>
        <p:spPr>
          <a:xfrm>
            <a:off x="7557347" y="5532936"/>
            <a:ext cx="1336766" cy="72281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Clarifier les outils support nécessaires </a:t>
            </a:r>
          </a:p>
        </p:txBody>
      </p:sp>
      <p:sp>
        <p:nvSpPr>
          <p:cNvPr id="21" name="Rectangle 20">
            <a:extLst>
              <a:ext uri="{FF2B5EF4-FFF2-40B4-BE49-F238E27FC236}">
                <a16:creationId xmlns:a16="http://schemas.microsoft.com/office/drawing/2014/main" id="{9B06A87D-47A2-93D0-83A2-3E417CA566E4}"/>
              </a:ext>
            </a:extLst>
          </p:cNvPr>
          <p:cNvSpPr/>
          <p:nvPr/>
        </p:nvSpPr>
        <p:spPr>
          <a:xfrm>
            <a:off x="6144985" y="5210686"/>
            <a:ext cx="1336766" cy="722811"/>
          </a:xfrm>
          <a:prstGeom prst="rect">
            <a:avLst/>
          </a:prstGeom>
          <a:solidFill>
            <a:srgbClr val="93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Clarifier les modèles visuels</a:t>
            </a:r>
          </a:p>
        </p:txBody>
      </p:sp>
      <p:sp>
        <p:nvSpPr>
          <p:cNvPr id="22" name="Rectangle 21">
            <a:extLst>
              <a:ext uri="{FF2B5EF4-FFF2-40B4-BE49-F238E27FC236}">
                <a16:creationId xmlns:a16="http://schemas.microsoft.com/office/drawing/2014/main" id="{ACC54219-EC9F-711F-CBB3-CBF9FE98195E}"/>
              </a:ext>
            </a:extLst>
          </p:cNvPr>
          <p:cNvSpPr/>
          <p:nvPr/>
        </p:nvSpPr>
        <p:spPr>
          <a:xfrm>
            <a:off x="9038634" y="2367963"/>
            <a:ext cx="1336766" cy="722811"/>
          </a:xfrm>
          <a:prstGeom prst="rect">
            <a:avLst/>
          </a:prstGeom>
          <a:solidFill>
            <a:srgbClr val="ABD6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(S’il y a des petits groupes) Clarifier la composition</a:t>
            </a:r>
          </a:p>
        </p:txBody>
      </p:sp>
      <p:sp>
        <p:nvSpPr>
          <p:cNvPr id="23" name="Rectangle 22">
            <a:extLst>
              <a:ext uri="{FF2B5EF4-FFF2-40B4-BE49-F238E27FC236}">
                <a16:creationId xmlns:a16="http://schemas.microsoft.com/office/drawing/2014/main" id="{7B7E974C-7538-22D2-9291-038B36577A4E}"/>
              </a:ext>
            </a:extLst>
          </p:cNvPr>
          <p:cNvSpPr/>
          <p:nvPr/>
        </p:nvSpPr>
        <p:spPr>
          <a:xfrm>
            <a:off x="5458032" y="4322614"/>
            <a:ext cx="1336766" cy="7228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(Si besoin) Choisir les univers narratifs</a:t>
            </a:r>
          </a:p>
        </p:txBody>
      </p:sp>
      <p:sp>
        <p:nvSpPr>
          <p:cNvPr id="24" name="Rectangle 23">
            <a:extLst>
              <a:ext uri="{FF2B5EF4-FFF2-40B4-BE49-F238E27FC236}">
                <a16:creationId xmlns:a16="http://schemas.microsoft.com/office/drawing/2014/main" id="{22D198EF-FCC5-1127-D8F2-A62E28E7A723}"/>
              </a:ext>
            </a:extLst>
          </p:cNvPr>
          <p:cNvSpPr/>
          <p:nvPr/>
        </p:nvSpPr>
        <p:spPr>
          <a:xfrm>
            <a:off x="9019456" y="5094684"/>
            <a:ext cx="1336766" cy="722811"/>
          </a:xfrm>
          <a:prstGeom prst="rect">
            <a:avLst/>
          </a:prstGeom>
          <a:solidFill>
            <a:schemeClr val="bg1">
              <a:lumMod val="8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Mettre à jour l’état (prévu) des invités</a:t>
            </a:r>
          </a:p>
        </p:txBody>
      </p:sp>
      <p:pic>
        <p:nvPicPr>
          <p:cNvPr id="27" name="Graphique 26" descr="Flèche en cercle contour">
            <a:extLst>
              <a:ext uri="{FF2B5EF4-FFF2-40B4-BE49-F238E27FC236}">
                <a16:creationId xmlns:a16="http://schemas.microsoft.com/office/drawing/2014/main" id="{94C2DA44-E2A8-B71F-C954-88470CB344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47" t="17213" r="16966" b="14027"/>
          <a:stretch/>
        </p:blipFill>
        <p:spPr>
          <a:xfrm>
            <a:off x="6311198" y="2557625"/>
            <a:ext cx="3180386" cy="3147055"/>
          </a:xfrm>
          <a:prstGeom prst="rect">
            <a:avLst/>
          </a:prstGeom>
        </p:spPr>
      </p:pic>
      <p:sp>
        <p:nvSpPr>
          <p:cNvPr id="33" name="ZoneTexte 32">
            <a:extLst>
              <a:ext uri="{FF2B5EF4-FFF2-40B4-BE49-F238E27FC236}">
                <a16:creationId xmlns:a16="http://schemas.microsoft.com/office/drawing/2014/main" id="{073CFFB3-FBC6-7380-E34E-07AC7ECC4111}"/>
              </a:ext>
            </a:extLst>
          </p:cNvPr>
          <p:cNvSpPr txBox="1"/>
          <p:nvPr/>
        </p:nvSpPr>
        <p:spPr>
          <a:xfrm>
            <a:off x="7263447" y="3619446"/>
            <a:ext cx="1557235" cy="707886"/>
          </a:xfrm>
          <a:prstGeom prst="rect">
            <a:avLst/>
          </a:prstGeom>
          <a:noFill/>
        </p:spPr>
        <p:txBody>
          <a:bodyPr wrap="square">
            <a:spAutoFit/>
          </a:bodyPr>
          <a:lstStyle/>
          <a:p>
            <a:pPr algn="ctr"/>
            <a:r>
              <a:rPr lang="fr-FR" sz="2000" b="1" dirty="0"/>
              <a:t>3. Définir le déroulement</a:t>
            </a:r>
          </a:p>
        </p:txBody>
      </p:sp>
      <p:sp>
        <p:nvSpPr>
          <p:cNvPr id="2" name="Espace réservé du contenu 4">
            <a:extLst>
              <a:ext uri="{FF2B5EF4-FFF2-40B4-BE49-F238E27FC236}">
                <a16:creationId xmlns:a16="http://schemas.microsoft.com/office/drawing/2014/main" id="{8C8AF944-F570-68F4-E0C4-063927664E41}"/>
              </a:ext>
            </a:extLst>
          </p:cNvPr>
          <p:cNvSpPr>
            <a:spLocks noGrp="1"/>
          </p:cNvSpPr>
          <p:nvPr>
            <p:ph idx="1"/>
          </p:nvPr>
        </p:nvSpPr>
        <p:spPr>
          <a:xfrm>
            <a:off x="958441" y="2081211"/>
            <a:ext cx="2491041" cy="4337006"/>
          </a:xfrm>
        </p:spPr>
        <p:txBody>
          <a:bodyPr>
            <a:normAutofit/>
          </a:bodyPr>
          <a:lstStyle/>
          <a:p>
            <a:pPr marL="0" indent="0">
              <a:buNone/>
            </a:pPr>
            <a:r>
              <a:rPr lang="fr-FR" sz="1600" dirty="0"/>
              <a:t>Le déroulement décrit ce qui se passe pendant l’événement, comment les participants sont organisés les uns par rapport aux autres, avec quel matériel et quelle présence des organisateurs.</a:t>
            </a:r>
          </a:p>
          <a:p>
            <a:pPr marL="0" indent="0">
              <a:buNone/>
            </a:pPr>
            <a:endParaRPr lang="fr-FR" sz="1600" dirty="0"/>
          </a:p>
          <a:p>
            <a:pPr marL="0" indent="0">
              <a:buNone/>
            </a:pPr>
            <a:r>
              <a:rPr lang="fr-FR" sz="1600" dirty="0"/>
              <a:t>Il s’agit du cœur des Workshop Design Cards</a:t>
            </a:r>
          </a:p>
        </p:txBody>
      </p:sp>
    </p:spTree>
    <p:extLst>
      <p:ext uri="{BB962C8B-B14F-4D97-AF65-F5344CB8AC3E}">
        <p14:creationId xmlns:p14="http://schemas.microsoft.com/office/powerpoint/2010/main" val="5422140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199" y="358050"/>
            <a:ext cx="10515600" cy="1325563"/>
          </a:xfrm>
        </p:spPr>
        <p:txBody>
          <a:bodyPr>
            <a:noAutofit/>
          </a:bodyPr>
          <a:lstStyle/>
          <a:p>
            <a:r>
              <a:rPr lang="fr-FR" sz="3200" dirty="0"/>
              <a:t>L’approche en 3 temps</a:t>
            </a:r>
            <a:br>
              <a:rPr lang="fr-FR" sz="3200" dirty="0"/>
            </a:br>
            <a:r>
              <a:rPr lang="fr-FR" sz="3200" dirty="0"/>
              <a:t>Rendre cohérent le travail des 3 étapes</a:t>
            </a:r>
          </a:p>
        </p:txBody>
      </p:sp>
      <p:sp>
        <p:nvSpPr>
          <p:cNvPr id="6" name="Rectangle 5">
            <a:extLst>
              <a:ext uri="{FF2B5EF4-FFF2-40B4-BE49-F238E27FC236}">
                <a16:creationId xmlns:a16="http://schemas.microsoft.com/office/drawing/2014/main" id="{FC939302-0AD9-C4BE-3623-D884C776A6F6}"/>
              </a:ext>
            </a:extLst>
          </p:cNvPr>
          <p:cNvSpPr/>
          <p:nvPr/>
        </p:nvSpPr>
        <p:spPr>
          <a:xfrm>
            <a:off x="3546019" y="3126043"/>
            <a:ext cx="1403372" cy="646331"/>
          </a:xfrm>
          <a:prstGeom prst="rect">
            <a:avLst/>
          </a:prstGeom>
          <a:noFill/>
        </p:spPr>
        <p:txBody>
          <a:bodyPr wrap="square">
            <a:spAutoFit/>
          </a:bodyPr>
          <a:lstStyle/>
          <a:p>
            <a:pPr algn="ctr"/>
            <a:r>
              <a:rPr lang="fr-FR" b="1" dirty="0">
                <a:solidFill>
                  <a:schemeClr val="tx1"/>
                </a:solidFill>
              </a:rPr>
              <a:t>1. </a:t>
            </a:r>
            <a:r>
              <a:rPr lang="fr-FR" b="1" dirty="0"/>
              <a:t>Poser l’événement</a:t>
            </a:r>
            <a:endParaRPr lang="fr-FR" b="1" dirty="0">
              <a:solidFill>
                <a:schemeClr val="tx1"/>
              </a:solidFill>
            </a:endParaRPr>
          </a:p>
        </p:txBody>
      </p:sp>
      <p:sp>
        <p:nvSpPr>
          <p:cNvPr id="28" name="ZoneTexte 27">
            <a:extLst>
              <a:ext uri="{FF2B5EF4-FFF2-40B4-BE49-F238E27FC236}">
                <a16:creationId xmlns:a16="http://schemas.microsoft.com/office/drawing/2014/main" id="{3C7B2B29-3248-87EB-584A-BD2C18E3D784}"/>
              </a:ext>
            </a:extLst>
          </p:cNvPr>
          <p:cNvSpPr txBox="1"/>
          <p:nvPr/>
        </p:nvSpPr>
        <p:spPr>
          <a:xfrm>
            <a:off x="9518106" y="3216887"/>
            <a:ext cx="1802463" cy="646331"/>
          </a:xfrm>
          <a:prstGeom prst="rect">
            <a:avLst/>
          </a:prstGeom>
          <a:noFill/>
        </p:spPr>
        <p:txBody>
          <a:bodyPr wrap="square">
            <a:spAutoFit/>
          </a:bodyPr>
          <a:lstStyle/>
          <a:p>
            <a:pPr algn="ctr"/>
            <a:r>
              <a:rPr lang="fr-FR" b="1" dirty="0"/>
              <a:t>3. Définir le déroulement</a:t>
            </a:r>
          </a:p>
        </p:txBody>
      </p:sp>
      <p:sp>
        <p:nvSpPr>
          <p:cNvPr id="29" name="ZoneTexte 28">
            <a:extLst>
              <a:ext uri="{FF2B5EF4-FFF2-40B4-BE49-F238E27FC236}">
                <a16:creationId xmlns:a16="http://schemas.microsoft.com/office/drawing/2014/main" id="{9F9F971C-6228-B711-51FB-DBFD3D578A62}"/>
              </a:ext>
            </a:extLst>
          </p:cNvPr>
          <p:cNvSpPr txBox="1"/>
          <p:nvPr/>
        </p:nvSpPr>
        <p:spPr>
          <a:xfrm>
            <a:off x="6415149" y="3152136"/>
            <a:ext cx="1051728" cy="646331"/>
          </a:xfrm>
          <a:prstGeom prst="rect">
            <a:avLst/>
          </a:prstGeom>
          <a:noFill/>
        </p:spPr>
        <p:txBody>
          <a:bodyPr wrap="square">
            <a:spAutoFit/>
          </a:bodyPr>
          <a:lstStyle/>
          <a:p>
            <a:pPr algn="ctr"/>
            <a:r>
              <a:rPr lang="fr-FR" b="1" dirty="0"/>
              <a:t>2. Cadrer l’impact</a:t>
            </a:r>
          </a:p>
        </p:txBody>
      </p:sp>
      <p:pic>
        <p:nvPicPr>
          <p:cNvPr id="31" name="Graphique 30" descr="Retour avec un remplissage uni">
            <a:extLst>
              <a:ext uri="{FF2B5EF4-FFF2-40B4-BE49-F238E27FC236}">
                <a16:creationId xmlns:a16="http://schemas.microsoft.com/office/drawing/2014/main" id="{BC73B4F6-0879-1C34-720E-D25A546A37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64396">
            <a:off x="7763338" y="2298143"/>
            <a:ext cx="2210616" cy="1381976"/>
          </a:xfrm>
          <a:prstGeom prst="rect">
            <a:avLst/>
          </a:prstGeom>
        </p:spPr>
      </p:pic>
      <p:pic>
        <p:nvPicPr>
          <p:cNvPr id="2" name="Graphique 1" descr="Retour avec un remplissage uni">
            <a:extLst>
              <a:ext uri="{FF2B5EF4-FFF2-40B4-BE49-F238E27FC236}">
                <a16:creationId xmlns:a16="http://schemas.microsoft.com/office/drawing/2014/main" id="{0F45EEC3-91AC-0814-C4F4-01FE0601F9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962940">
            <a:off x="7601703" y="3363623"/>
            <a:ext cx="2210616" cy="1381976"/>
          </a:xfrm>
          <a:prstGeom prst="rect">
            <a:avLst/>
          </a:prstGeom>
        </p:spPr>
      </p:pic>
      <p:pic>
        <p:nvPicPr>
          <p:cNvPr id="3" name="Graphique 2" descr="Retour avec un remplissage uni">
            <a:extLst>
              <a:ext uri="{FF2B5EF4-FFF2-40B4-BE49-F238E27FC236}">
                <a16:creationId xmlns:a16="http://schemas.microsoft.com/office/drawing/2014/main" id="{FD889AB2-7994-D333-F9ED-EFB233AC32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7499">
            <a:off x="5095435" y="2715211"/>
            <a:ext cx="1155011" cy="722060"/>
          </a:xfrm>
          <a:prstGeom prst="rect">
            <a:avLst/>
          </a:prstGeom>
        </p:spPr>
      </p:pic>
      <p:sp>
        <p:nvSpPr>
          <p:cNvPr id="5" name="ZoneTexte 4">
            <a:extLst>
              <a:ext uri="{FF2B5EF4-FFF2-40B4-BE49-F238E27FC236}">
                <a16:creationId xmlns:a16="http://schemas.microsoft.com/office/drawing/2014/main" id="{51E3BD47-F831-1909-0C32-6C9FD72757D0}"/>
              </a:ext>
            </a:extLst>
          </p:cNvPr>
          <p:cNvSpPr txBox="1"/>
          <p:nvPr/>
        </p:nvSpPr>
        <p:spPr>
          <a:xfrm>
            <a:off x="7758297" y="1960424"/>
            <a:ext cx="2220697" cy="646331"/>
          </a:xfrm>
          <a:prstGeom prst="rect">
            <a:avLst/>
          </a:prstGeom>
          <a:noFill/>
        </p:spPr>
        <p:txBody>
          <a:bodyPr wrap="square">
            <a:spAutoFit/>
          </a:bodyPr>
          <a:lstStyle/>
          <a:p>
            <a:pPr algn="ctr"/>
            <a:r>
              <a:rPr lang="fr-FR" sz="1200" b="1" dirty="0">
                <a:solidFill>
                  <a:srgbClr val="ED7D31"/>
                </a:solidFill>
              </a:rPr>
              <a:t>Quand vous avez une idée plus claire de quoi vous partez et d’à quoi vous souhaitez arriver</a:t>
            </a:r>
          </a:p>
        </p:txBody>
      </p:sp>
      <p:sp>
        <p:nvSpPr>
          <p:cNvPr id="12" name="ZoneTexte 11">
            <a:extLst>
              <a:ext uri="{FF2B5EF4-FFF2-40B4-BE49-F238E27FC236}">
                <a16:creationId xmlns:a16="http://schemas.microsoft.com/office/drawing/2014/main" id="{F4A405F0-440E-9B3D-0BFA-60A54E0E8E83}"/>
              </a:ext>
            </a:extLst>
          </p:cNvPr>
          <p:cNvSpPr txBox="1"/>
          <p:nvPr/>
        </p:nvSpPr>
        <p:spPr>
          <a:xfrm>
            <a:off x="7758297" y="4388340"/>
            <a:ext cx="2506822" cy="830997"/>
          </a:xfrm>
          <a:prstGeom prst="rect">
            <a:avLst/>
          </a:prstGeom>
          <a:noFill/>
        </p:spPr>
        <p:txBody>
          <a:bodyPr wrap="square">
            <a:spAutoFit/>
          </a:bodyPr>
          <a:lstStyle/>
          <a:p>
            <a:pPr algn="ctr"/>
            <a:r>
              <a:rPr lang="fr-FR" sz="1200" b="1" dirty="0">
                <a:solidFill>
                  <a:srgbClr val="0683AA"/>
                </a:solidFill>
              </a:rPr>
              <a:t>S’il y a vraiment des blocages qui rendent le déroulement trop difficile, il peut être utile de recadrer l’impact</a:t>
            </a:r>
          </a:p>
        </p:txBody>
      </p:sp>
      <p:sp>
        <p:nvSpPr>
          <p:cNvPr id="8" name="ZoneTexte 7">
            <a:extLst>
              <a:ext uri="{FF2B5EF4-FFF2-40B4-BE49-F238E27FC236}">
                <a16:creationId xmlns:a16="http://schemas.microsoft.com/office/drawing/2014/main" id="{A86BBF78-18FF-A059-E409-4F867C8860CF}"/>
              </a:ext>
            </a:extLst>
          </p:cNvPr>
          <p:cNvSpPr txBox="1"/>
          <p:nvPr/>
        </p:nvSpPr>
        <p:spPr>
          <a:xfrm>
            <a:off x="4562591" y="2272201"/>
            <a:ext cx="2220697" cy="461665"/>
          </a:xfrm>
          <a:prstGeom prst="rect">
            <a:avLst/>
          </a:prstGeom>
          <a:noFill/>
        </p:spPr>
        <p:txBody>
          <a:bodyPr wrap="square">
            <a:spAutoFit/>
          </a:bodyPr>
          <a:lstStyle/>
          <a:p>
            <a:pPr algn="ctr"/>
            <a:r>
              <a:rPr lang="fr-FR" sz="1200" b="1" dirty="0">
                <a:solidFill>
                  <a:srgbClr val="ED7D31"/>
                </a:solidFill>
              </a:rPr>
              <a:t>Quand vous savez quel événement est concerné</a:t>
            </a:r>
          </a:p>
        </p:txBody>
      </p:sp>
      <p:pic>
        <p:nvPicPr>
          <p:cNvPr id="9" name="Graphique 8" descr="Retour avec un remplissage uni">
            <a:extLst>
              <a:ext uri="{FF2B5EF4-FFF2-40B4-BE49-F238E27FC236}">
                <a16:creationId xmlns:a16="http://schemas.microsoft.com/office/drawing/2014/main" id="{EB360561-904F-E071-A460-E4A1787BA4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962940">
            <a:off x="5029981" y="3402807"/>
            <a:ext cx="1068868" cy="668207"/>
          </a:xfrm>
          <a:prstGeom prst="rect">
            <a:avLst/>
          </a:prstGeom>
        </p:spPr>
      </p:pic>
      <p:sp>
        <p:nvSpPr>
          <p:cNvPr id="10" name="ZoneTexte 9">
            <a:extLst>
              <a:ext uri="{FF2B5EF4-FFF2-40B4-BE49-F238E27FC236}">
                <a16:creationId xmlns:a16="http://schemas.microsoft.com/office/drawing/2014/main" id="{0739538D-7650-A543-49B6-2F18DD19060E}"/>
              </a:ext>
            </a:extLst>
          </p:cNvPr>
          <p:cNvSpPr txBox="1"/>
          <p:nvPr/>
        </p:nvSpPr>
        <p:spPr>
          <a:xfrm>
            <a:off x="4562591" y="3880281"/>
            <a:ext cx="1972466" cy="830997"/>
          </a:xfrm>
          <a:prstGeom prst="rect">
            <a:avLst/>
          </a:prstGeom>
          <a:noFill/>
        </p:spPr>
        <p:txBody>
          <a:bodyPr wrap="square">
            <a:spAutoFit/>
          </a:bodyPr>
          <a:lstStyle/>
          <a:p>
            <a:pPr algn="ctr"/>
            <a:r>
              <a:rPr lang="fr-FR" sz="1200" b="1" dirty="0">
                <a:solidFill>
                  <a:srgbClr val="0683AA"/>
                </a:solidFill>
              </a:rPr>
              <a:t>Si l’impact vous semble impossible à atteindre, il peut être utile de poser l’événement de nouveau</a:t>
            </a:r>
          </a:p>
        </p:txBody>
      </p:sp>
      <p:sp>
        <p:nvSpPr>
          <p:cNvPr id="11" name="Espace réservé du contenu 4">
            <a:extLst>
              <a:ext uri="{FF2B5EF4-FFF2-40B4-BE49-F238E27FC236}">
                <a16:creationId xmlns:a16="http://schemas.microsoft.com/office/drawing/2014/main" id="{46510BA2-CB4D-C441-4144-6CA13AE30A9B}"/>
              </a:ext>
            </a:extLst>
          </p:cNvPr>
          <p:cNvSpPr>
            <a:spLocks noGrp="1"/>
          </p:cNvSpPr>
          <p:nvPr>
            <p:ph idx="1"/>
          </p:nvPr>
        </p:nvSpPr>
        <p:spPr>
          <a:xfrm>
            <a:off x="958441" y="2081211"/>
            <a:ext cx="2138393" cy="4337006"/>
          </a:xfrm>
        </p:spPr>
        <p:txBody>
          <a:bodyPr>
            <a:normAutofit lnSpcReduction="10000"/>
          </a:bodyPr>
          <a:lstStyle/>
          <a:p>
            <a:pPr marL="0" indent="0">
              <a:buNone/>
            </a:pPr>
            <a:r>
              <a:rPr lang="fr-FR" sz="1600" dirty="0"/>
              <a:t>Le travail de cadrage est rarement parfait du premier coup. </a:t>
            </a:r>
          </a:p>
          <a:p>
            <a:pPr marL="0" indent="0">
              <a:buNone/>
            </a:pPr>
            <a:r>
              <a:rPr lang="fr-FR" sz="1600" dirty="0"/>
              <a:t>Construire le déroulement peut aussi aider à mieux comprendre l’impact voulu, et l’impact peut changer aussi l’événement cadré. </a:t>
            </a:r>
          </a:p>
          <a:p>
            <a:pPr marL="0" indent="0">
              <a:buNone/>
            </a:pPr>
            <a:r>
              <a:rPr lang="fr-FR" sz="1600" dirty="0"/>
              <a:t>Il n’est pas conseillé de faire des allers retours à l’infini, mais pas conseillé non plus de s’interdire de revenir à une étape précédente pour donner plus de cohérence à votre démarche.</a:t>
            </a:r>
          </a:p>
        </p:txBody>
      </p:sp>
    </p:spTree>
    <p:extLst>
      <p:ext uri="{BB962C8B-B14F-4D97-AF65-F5344CB8AC3E}">
        <p14:creationId xmlns:p14="http://schemas.microsoft.com/office/powerpoint/2010/main" val="3112474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480DB4-D459-F324-6459-2DA46E043B67}"/>
              </a:ext>
            </a:extLst>
          </p:cNvPr>
          <p:cNvSpPr>
            <a:spLocks noGrp="1"/>
          </p:cNvSpPr>
          <p:nvPr>
            <p:ph type="title"/>
          </p:nvPr>
        </p:nvSpPr>
        <p:spPr>
          <a:xfrm>
            <a:off x="1600156" y="365125"/>
            <a:ext cx="9753643" cy="1325563"/>
          </a:xfrm>
        </p:spPr>
        <p:txBody>
          <a:bodyPr/>
          <a:lstStyle/>
          <a:p>
            <a:r>
              <a:rPr lang="fr-FR" dirty="0"/>
              <a:t>Checklist de fin</a:t>
            </a:r>
          </a:p>
        </p:txBody>
      </p:sp>
      <p:sp>
        <p:nvSpPr>
          <p:cNvPr id="3" name="Espace réservé du contenu 2">
            <a:extLst>
              <a:ext uri="{FF2B5EF4-FFF2-40B4-BE49-F238E27FC236}">
                <a16:creationId xmlns:a16="http://schemas.microsoft.com/office/drawing/2014/main" id="{D3FA2704-3005-DE3D-D544-4659A6EDFD50}"/>
              </a:ext>
            </a:extLst>
          </p:cNvPr>
          <p:cNvSpPr>
            <a:spLocks noGrp="1"/>
          </p:cNvSpPr>
          <p:nvPr>
            <p:ph idx="1"/>
          </p:nvPr>
        </p:nvSpPr>
        <p:spPr>
          <a:xfrm>
            <a:off x="838200" y="1690688"/>
            <a:ext cx="10515600" cy="4351338"/>
          </a:xfrm>
        </p:spPr>
        <p:txBody>
          <a:bodyPr>
            <a:normAutofit/>
          </a:bodyPr>
          <a:lstStyle/>
          <a:p>
            <a:pPr marL="0" indent="0">
              <a:buNone/>
            </a:pPr>
            <a:r>
              <a:rPr lang="fr-FR" sz="1200" dirty="0"/>
              <a:t>Cette petite liste est là pour vous aider à vérifier que vous avez pensé à tout ce que les Workshop Design Cards peuvent vous apporter</a:t>
            </a:r>
          </a:p>
          <a:p>
            <a:pPr marL="0" indent="0">
              <a:buNone/>
            </a:pPr>
            <a:endParaRPr lang="fr-FR" sz="1200" dirty="0"/>
          </a:p>
          <a:p>
            <a:pPr>
              <a:buFont typeface="Wingdings" panose="05000000000000000000" pitchFamily="2" charset="2"/>
              <a:buChar char="q"/>
            </a:pPr>
            <a:r>
              <a:rPr lang="fr-FR" sz="1200" dirty="0"/>
              <a:t>Nous avons bien fait la liste des </a:t>
            </a:r>
            <a:r>
              <a:rPr lang="fr-FR" sz="1200" dirty="0">
                <a:solidFill>
                  <a:schemeClr val="bg1"/>
                </a:solidFill>
                <a:highlight>
                  <a:srgbClr val="800080"/>
                </a:highlight>
              </a:rPr>
              <a:t>INVITÉS</a:t>
            </a:r>
            <a:r>
              <a:rPr lang="fr-FR" sz="1200" dirty="0"/>
              <a:t> et les avons positionné sur l’échelle de distance</a:t>
            </a:r>
          </a:p>
          <a:p>
            <a:pPr>
              <a:buFont typeface="Wingdings" panose="05000000000000000000" pitchFamily="2" charset="2"/>
              <a:buChar char="q"/>
            </a:pPr>
            <a:r>
              <a:rPr lang="fr-FR" sz="1200" dirty="0"/>
              <a:t>Les </a:t>
            </a:r>
            <a:r>
              <a:rPr lang="fr-FR" sz="1200" dirty="0">
                <a:highlight>
                  <a:srgbClr val="FDD6FF"/>
                </a:highlight>
              </a:rPr>
              <a:t>RESSENTIS CIBLES</a:t>
            </a:r>
            <a:r>
              <a:rPr lang="fr-FR" sz="1200" dirty="0"/>
              <a:t> et </a:t>
            </a:r>
            <a:r>
              <a:rPr lang="fr-FR" sz="1200" dirty="0">
                <a:solidFill>
                  <a:schemeClr val="bg1"/>
                </a:solidFill>
                <a:highlight>
                  <a:srgbClr val="000000"/>
                </a:highlight>
              </a:rPr>
              <a:t>RÉSULTATS CIBLES</a:t>
            </a:r>
            <a:r>
              <a:rPr lang="fr-FR" sz="1200" dirty="0">
                <a:solidFill>
                  <a:schemeClr val="bg1"/>
                </a:solidFill>
              </a:rPr>
              <a:t> </a:t>
            </a:r>
            <a:r>
              <a:rPr lang="fr-FR" sz="1200" dirty="0"/>
              <a:t>que nous considérons </a:t>
            </a:r>
            <a:r>
              <a:rPr lang="fr-FR" sz="1200" b="1" dirty="0">
                <a:solidFill>
                  <a:srgbClr val="ED7D31"/>
                </a:solidFill>
              </a:rPr>
              <a:t>absolument nécessaires </a:t>
            </a:r>
            <a:r>
              <a:rPr lang="fr-FR" sz="1200" dirty="0"/>
              <a:t>sont tous placés dans une étape du déroulement (ou bien tout le long). Nous avons ajusté le déroulement pour atteindre ce résultat. Autrement dit, nous n’avons pas oublié d’objectifs.</a:t>
            </a:r>
          </a:p>
          <a:p>
            <a:pPr>
              <a:buFont typeface="Wingdings" panose="05000000000000000000" pitchFamily="2" charset="2"/>
              <a:buChar char="q"/>
            </a:pPr>
            <a:r>
              <a:rPr lang="fr-FR" sz="1200" dirty="0"/>
              <a:t>Chaque carte identifiée pour l’</a:t>
            </a:r>
            <a:r>
              <a:rPr lang="fr-FR" sz="1200" dirty="0">
                <a:solidFill>
                  <a:schemeClr val="bg1"/>
                </a:solidFill>
                <a:highlight>
                  <a:srgbClr val="FF0000"/>
                </a:highlight>
              </a:rPr>
              <a:t>ETAT INITIAL DU COLLECTIF</a:t>
            </a:r>
            <a:r>
              <a:rPr lang="fr-FR" sz="1200" dirty="0"/>
              <a:t> a été prise en compte dans le déroulement </a:t>
            </a:r>
            <a:r>
              <a:rPr lang="fr-FR" sz="1200" i="1" dirty="0"/>
              <a:t>(par exemple, si les participants ne se connaissent pas, avoir intégré un moment de présentation mutuelle). </a:t>
            </a:r>
          </a:p>
          <a:p>
            <a:pPr>
              <a:buFont typeface="Wingdings" panose="05000000000000000000" pitchFamily="2" charset="2"/>
              <a:buChar char="q"/>
            </a:pPr>
            <a:endParaRPr lang="fr-FR" sz="1200" i="1" dirty="0"/>
          </a:p>
          <a:p>
            <a:pPr>
              <a:buFont typeface="Wingdings" panose="05000000000000000000" pitchFamily="2" charset="2"/>
              <a:buChar char="q"/>
            </a:pPr>
            <a:r>
              <a:rPr lang="fr-FR" sz="1200" dirty="0"/>
              <a:t>Quand il y a des grands changements de </a:t>
            </a:r>
            <a:r>
              <a:rPr lang="fr-FR" sz="1200" dirty="0">
                <a:highlight>
                  <a:srgbClr val="F16E80"/>
                </a:highlight>
              </a:rPr>
              <a:t>CONFIGURATION</a:t>
            </a:r>
            <a:r>
              <a:rPr lang="fr-FR" sz="1200" dirty="0"/>
              <a:t> (par exemple, passer de tous ensemble à petits groupes), nous avons bien pensé à compter le temps qu’il fallait pour se reconfigurer, quitte à ajouter une étape avec une </a:t>
            </a:r>
            <a:r>
              <a:rPr lang="fr-FR" sz="1200" dirty="0">
                <a:highlight>
                  <a:srgbClr val="F16E80"/>
                </a:highlight>
              </a:rPr>
              <a:t>RECONFIGURATION</a:t>
            </a:r>
          </a:p>
          <a:p>
            <a:pPr>
              <a:buFont typeface="Wingdings" panose="05000000000000000000" pitchFamily="2" charset="2"/>
              <a:buChar char="q"/>
            </a:pPr>
            <a:r>
              <a:rPr lang="fr-FR" sz="1200" dirty="0"/>
              <a:t>A chaque fois qu’il y a une </a:t>
            </a:r>
            <a:r>
              <a:rPr lang="fr-FR" sz="1200" dirty="0">
                <a:highlight>
                  <a:srgbClr val="F16E80"/>
                </a:highlight>
              </a:rPr>
              <a:t>CONFIGURATION EN PETITS GROUPES</a:t>
            </a:r>
            <a:r>
              <a:rPr lang="fr-FR" sz="1200" dirty="0"/>
              <a:t>, nous avons mis au clair leur </a:t>
            </a:r>
            <a:r>
              <a:rPr lang="fr-FR" sz="1200" dirty="0">
                <a:highlight>
                  <a:srgbClr val="ABD6E7"/>
                </a:highlight>
              </a:rPr>
              <a:t>COMPOSITION</a:t>
            </a:r>
            <a:endParaRPr lang="fr-FR" sz="1200" dirty="0"/>
          </a:p>
          <a:p>
            <a:pPr>
              <a:buFont typeface="Wingdings" panose="05000000000000000000" pitchFamily="2" charset="2"/>
              <a:buChar char="q"/>
            </a:pPr>
            <a:r>
              <a:rPr lang="fr-FR" sz="1200" dirty="0"/>
              <a:t>S’il y a des </a:t>
            </a:r>
            <a:r>
              <a:rPr lang="fr-FR" sz="1200" dirty="0">
                <a:highlight>
                  <a:srgbClr val="ED7D31"/>
                </a:highlight>
              </a:rPr>
              <a:t>RÔLES PARTICULIERS</a:t>
            </a:r>
            <a:r>
              <a:rPr lang="fr-FR" sz="1200" dirty="0"/>
              <a:t> à tenir à certaines étapes tout le long, nous les avons défini et défini qui allait les tenir.</a:t>
            </a:r>
          </a:p>
          <a:p>
            <a:pPr>
              <a:buFont typeface="Wingdings" panose="05000000000000000000" pitchFamily="2" charset="2"/>
              <a:buChar char="q"/>
            </a:pPr>
            <a:r>
              <a:rPr lang="fr-FR" sz="1200" dirty="0"/>
              <a:t>S’il y avait besoin d’un </a:t>
            </a:r>
            <a:r>
              <a:rPr lang="fr-FR" sz="1200" dirty="0">
                <a:highlight>
                  <a:srgbClr val="FFFF00"/>
                </a:highlight>
              </a:rPr>
              <a:t>OUTIL DE SUPPORT</a:t>
            </a:r>
            <a:r>
              <a:rPr lang="fr-FR" sz="1200" dirty="0"/>
              <a:t>(matériel, logiciel, salle …) à certaines étapes, nous les avons noté et nous savons comment nous les fournir.</a:t>
            </a:r>
          </a:p>
          <a:p>
            <a:pPr>
              <a:buFont typeface="Wingdings" panose="05000000000000000000" pitchFamily="2" charset="2"/>
              <a:buChar char="q"/>
            </a:pPr>
            <a:r>
              <a:rPr lang="fr-FR" sz="1200" dirty="0"/>
              <a:t>Nous avons pris en compte l’évolution de </a:t>
            </a:r>
            <a:r>
              <a:rPr lang="fr-FR" sz="1200" dirty="0">
                <a:highlight>
                  <a:srgbClr val="C0C0C0"/>
                </a:highlight>
              </a:rPr>
              <a:t>L’ÉTAT DES INVITÉS</a:t>
            </a:r>
            <a:r>
              <a:rPr lang="fr-FR" sz="1200" dirty="0"/>
              <a:t> (particulièrement leur état de fatigue intellectuelle, physique ou émotionnelle) dans notre déroulement, notamment en intégrant des pauses et avec le bon choix de </a:t>
            </a:r>
            <a:r>
              <a:rPr lang="fr-FR" sz="1200" dirty="0">
                <a:highlight>
                  <a:srgbClr val="FFAA5F"/>
                </a:highlight>
              </a:rPr>
              <a:t>TYPES D’ACTIVITÉS</a:t>
            </a:r>
          </a:p>
          <a:p>
            <a:pPr marL="0" indent="0">
              <a:buNone/>
            </a:pPr>
            <a:endParaRPr lang="fr-FR" sz="1200" dirty="0"/>
          </a:p>
          <a:p>
            <a:pPr>
              <a:buFont typeface="Wingdings" panose="05000000000000000000" pitchFamily="2" charset="2"/>
              <a:buChar char="q"/>
            </a:pPr>
            <a:endParaRPr lang="fr-FR" sz="1200" dirty="0"/>
          </a:p>
          <a:p>
            <a:endParaRPr lang="fr-FR" sz="1200" dirty="0"/>
          </a:p>
        </p:txBody>
      </p:sp>
      <p:grpSp>
        <p:nvGrpSpPr>
          <p:cNvPr id="4" name="Groupe 3">
            <a:extLst>
              <a:ext uri="{FF2B5EF4-FFF2-40B4-BE49-F238E27FC236}">
                <a16:creationId xmlns:a16="http://schemas.microsoft.com/office/drawing/2014/main" id="{57FF6F2E-5B7E-005D-9E23-EC826BD0B493}"/>
              </a:ext>
            </a:extLst>
          </p:cNvPr>
          <p:cNvGrpSpPr/>
          <p:nvPr/>
        </p:nvGrpSpPr>
        <p:grpSpPr>
          <a:xfrm>
            <a:off x="886663" y="557348"/>
            <a:ext cx="713492" cy="809262"/>
            <a:chOff x="8403771" y="2403566"/>
            <a:chExt cx="2595155" cy="2943497"/>
          </a:xfrm>
        </p:grpSpPr>
        <p:pic>
          <p:nvPicPr>
            <p:cNvPr id="5" name="Graphique 4" descr="Profil femelle avec un remplissage uni">
              <a:extLst>
                <a:ext uri="{FF2B5EF4-FFF2-40B4-BE49-F238E27FC236}">
                  <a16:creationId xmlns:a16="http://schemas.microsoft.com/office/drawing/2014/main" id="{B3B94E93-A756-A8D4-1505-CDE214A48F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5425" t="7310" r="14867" b="13626"/>
            <a:stretch/>
          </p:blipFill>
          <p:spPr>
            <a:xfrm>
              <a:off x="8403771" y="2403566"/>
              <a:ext cx="2595155" cy="2943497"/>
            </a:xfrm>
            <a:prstGeom prst="rect">
              <a:avLst/>
            </a:prstGeom>
          </p:spPr>
        </p:pic>
        <p:pic>
          <p:nvPicPr>
            <p:cNvPr id="6" name="Graphique 5" descr="Contour de visage d’ange contour">
              <a:extLst>
                <a:ext uri="{FF2B5EF4-FFF2-40B4-BE49-F238E27FC236}">
                  <a16:creationId xmlns:a16="http://schemas.microsoft.com/office/drawing/2014/main" id="{55B034EE-D418-DB7E-BE58-30489266675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321" t="35320" r="23932" b="50699"/>
            <a:stretch/>
          </p:blipFill>
          <p:spPr>
            <a:xfrm>
              <a:off x="9255492" y="3121983"/>
              <a:ext cx="870856" cy="230818"/>
            </a:xfrm>
            <a:prstGeom prst="rect">
              <a:avLst/>
            </a:prstGeom>
          </p:spPr>
        </p:pic>
        <p:pic>
          <p:nvPicPr>
            <p:cNvPr id="7" name="Graphique 6" descr="Contour de visage d’ange contour">
              <a:extLst>
                <a:ext uri="{FF2B5EF4-FFF2-40B4-BE49-F238E27FC236}">
                  <a16:creationId xmlns:a16="http://schemas.microsoft.com/office/drawing/2014/main" id="{B806B1C5-4DF8-875F-A7A9-B267DD2E85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321" t="35320" r="52783" b="50699"/>
            <a:stretch/>
          </p:blipFill>
          <p:spPr>
            <a:xfrm rot="10800000">
              <a:off x="9474925" y="3505200"/>
              <a:ext cx="394519" cy="230818"/>
            </a:xfrm>
            <a:prstGeom prst="rect">
              <a:avLst/>
            </a:prstGeom>
          </p:spPr>
        </p:pic>
      </p:grpSp>
    </p:spTree>
    <p:extLst>
      <p:ext uri="{BB962C8B-B14F-4D97-AF65-F5344CB8AC3E}">
        <p14:creationId xmlns:p14="http://schemas.microsoft.com/office/powerpoint/2010/main" val="33887431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13D962-F060-4AE9-5F5A-EA9B19DE89A5}"/>
              </a:ext>
            </a:extLst>
          </p:cNvPr>
          <p:cNvSpPr>
            <a:spLocks noGrp="1"/>
          </p:cNvSpPr>
          <p:nvPr>
            <p:ph type="title"/>
          </p:nvPr>
        </p:nvSpPr>
        <p:spPr/>
        <p:txBody>
          <a:bodyPr/>
          <a:lstStyle/>
          <a:p>
            <a:r>
              <a:rPr lang="fr-FR" dirty="0"/>
              <a:t>Extension V7 : Préparation de l’événement</a:t>
            </a:r>
          </a:p>
        </p:txBody>
      </p:sp>
      <p:sp>
        <p:nvSpPr>
          <p:cNvPr id="4" name="ZoneTexte 3">
            <a:extLst>
              <a:ext uri="{FF2B5EF4-FFF2-40B4-BE49-F238E27FC236}">
                <a16:creationId xmlns:a16="http://schemas.microsoft.com/office/drawing/2014/main" id="{D1A560E1-7751-5FF9-CDA2-BDD10B00F9F9}"/>
              </a:ext>
            </a:extLst>
          </p:cNvPr>
          <p:cNvSpPr txBox="1"/>
          <p:nvPr/>
        </p:nvSpPr>
        <p:spPr>
          <a:xfrm>
            <a:off x="5643154" y="2542037"/>
            <a:ext cx="1951111" cy="3102943"/>
          </a:xfrm>
          <a:prstGeom prst="rect">
            <a:avLst/>
          </a:prstGeom>
          <a:solidFill>
            <a:srgbClr val="F1CE2C"/>
          </a:solidFill>
        </p:spPr>
        <p:txBody>
          <a:bodyPr wrap="square" rtlCol="0">
            <a:noAutofit/>
          </a:bodyPr>
          <a:lstStyle/>
          <a:p>
            <a:pPr algn="ctr"/>
            <a:r>
              <a:rPr lang="fr-FR" sz="1400" b="1" dirty="0"/>
              <a:t>A</a:t>
            </a:r>
          </a:p>
          <a:p>
            <a:pPr algn="ctr"/>
            <a:r>
              <a:rPr lang="fr-FR" sz="1400" b="1" dirty="0"/>
              <a:t>Préparation matérielle</a:t>
            </a:r>
          </a:p>
          <a:p>
            <a:pPr algn="ctr"/>
            <a:endParaRPr lang="fr-FR" sz="1400" b="1" dirty="0"/>
          </a:p>
          <a:p>
            <a:pPr algn="ctr"/>
            <a:endParaRPr lang="fr-FR" sz="1400" b="1" dirty="0"/>
          </a:p>
          <a:p>
            <a:pPr algn="ctr"/>
            <a:endParaRPr lang="fr-FR" sz="1400" b="1" dirty="0"/>
          </a:p>
          <a:p>
            <a:pPr algn="ctr"/>
            <a:r>
              <a:rPr lang="fr-FR" sz="1400" dirty="0"/>
              <a:t>Pour réduire les risques d’oublis au niveau des outils et supports, </a:t>
            </a:r>
          </a:p>
          <a:p>
            <a:pPr algn="ctr"/>
            <a:endParaRPr lang="fr-FR" sz="1400" dirty="0"/>
          </a:p>
          <a:p>
            <a:pPr algn="ctr"/>
            <a:r>
              <a:rPr lang="fr-FR" sz="1400" dirty="0"/>
              <a:t>faire le point sur leur gestion de la commande au rangement.</a:t>
            </a:r>
          </a:p>
        </p:txBody>
      </p:sp>
      <p:sp>
        <p:nvSpPr>
          <p:cNvPr id="5" name="ZoneTexte 4">
            <a:extLst>
              <a:ext uri="{FF2B5EF4-FFF2-40B4-BE49-F238E27FC236}">
                <a16:creationId xmlns:a16="http://schemas.microsoft.com/office/drawing/2014/main" id="{4329FF9E-DCE9-6EBF-219F-80F3A1FE1693}"/>
              </a:ext>
            </a:extLst>
          </p:cNvPr>
          <p:cNvSpPr txBox="1"/>
          <p:nvPr/>
        </p:nvSpPr>
        <p:spPr>
          <a:xfrm>
            <a:off x="9907635" y="2542036"/>
            <a:ext cx="1951111" cy="3102942"/>
          </a:xfrm>
          <a:prstGeom prst="rect">
            <a:avLst/>
          </a:prstGeom>
          <a:solidFill>
            <a:srgbClr val="FF0000"/>
          </a:solidFill>
          <a:ln>
            <a:solidFill>
              <a:schemeClr val="accent6">
                <a:lumMod val="75000"/>
              </a:schemeClr>
            </a:solidFill>
          </a:ln>
        </p:spPr>
        <p:txBody>
          <a:bodyPr wrap="square" rtlCol="0">
            <a:noAutofit/>
          </a:bodyPr>
          <a:lstStyle/>
          <a:p>
            <a:pPr algn="ctr"/>
            <a:r>
              <a:rPr lang="fr-FR" sz="1400" b="1" dirty="0">
                <a:solidFill>
                  <a:schemeClr val="bg1"/>
                </a:solidFill>
              </a:rPr>
              <a:t>C</a:t>
            </a:r>
          </a:p>
          <a:p>
            <a:pPr algn="ctr"/>
            <a:r>
              <a:rPr lang="fr-FR" sz="1400" b="1" dirty="0">
                <a:solidFill>
                  <a:schemeClr val="bg1"/>
                </a:solidFill>
              </a:rPr>
              <a:t>Préparation du collectif d’organisateurs</a:t>
            </a:r>
          </a:p>
          <a:p>
            <a:pPr algn="ctr"/>
            <a:endParaRPr lang="fr-FR" sz="1400" b="1" dirty="0">
              <a:solidFill>
                <a:schemeClr val="bg1"/>
              </a:solidFill>
            </a:endParaRPr>
          </a:p>
          <a:p>
            <a:pPr algn="ctr"/>
            <a:endParaRPr lang="fr-FR" sz="1400" b="1" dirty="0">
              <a:solidFill>
                <a:schemeClr val="bg1"/>
              </a:solidFill>
            </a:endParaRPr>
          </a:p>
          <a:p>
            <a:pPr algn="ctr"/>
            <a:endParaRPr lang="fr-FR" sz="1400" b="1" dirty="0">
              <a:solidFill>
                <a:schemeClr val="bg1"/>
              </a:solidFill>
            </a:endParaRPr>
          </a:p>
          <a:p>
            <a:pPr algn="ctr"/>
            <a:r>
              <a:rPr lang="fr-FR" sz="1400" dirty="0">
                <a:solidFill>
                  <a:schemeClr val="bg1"/>
                </a:solidFill>
              </a:rPr>
              <a:t>Pour améliorer la coordination des organisateurs pendant l’événement, </a:t>
            </a:r>
          </a:p>
          <a:p>
            <a:pPr algn="ctr"/>
            <a:endParaRPr lang="fr-FR" sz="1400" dirty="0">
              <a:solidFill>
                <a:schemeClr val="bg1"/>
              </a:solidFill>
            </a:endParaRPr>
          </a:p>
          <a:p>
            <a:pPr algn="ctr"/>
            <a:r>
              <a:rPr lang="fr-FR" sz="1400" dirty="0">
                <a:solidFill>
                  <a:schemeClr val="bg1"/>
                </a:solidFill>
              </a:rPr>
              <a:t>se poser quelques questions basiques</a:t>
            </a:r>
          </a:p>
        </p:txBody>
      </p:sp>
      <p:sp>
        <p:nvSpPr>
          <p:cNvPr id="6" name="ZoneTexte 5">
            <a:extLst>
              <a:ext uri="{FF2B5EF4-FFF2-40B4-BE49-F238E27FC236}">
                <a16:creationId xmlns:a16="http://schemas.microsoft.com/office/drawing/2014/main" id="{07C841DF-7035-0782-5A51-8C6E902A0710}"/>
              </a:ext>
            </a:extLst>
          </p:cNvPr>
          <p:cNvSpPr txBox="1"/>
          <p:nvPr/>
        </p:nvSpPr>
        <p:spPr>
          <a:xfrm>
            <a:off x="7782321" y="2542036"/>
            <a:ext cx="1951111" cy="3102941"/>
          </a:xfrm>
          <a:prstGeom prst="rect">
            <a:avLst/>
          </a:prstGeom>
          <a:solidFill>
            <a:schemeClr val="accent1">
              <a:lumMod val="20000"/>
              <a:lumOff val="80000"/>
            </a:schemeClr>
          </a:solidFill>
          <a:ln>
            <a:solidFill>
              <a:schemeClr val="accent1"/>
            </a:solidFill>
          </a:ln>
        </p:spPr>
        <p:txBody>
          <a:bodyPr wrap="square" rtlCol="0">
            <a:noAutofit/>
          </a:bodyPr>
          <a:lstStyle/>
          <a:p>
            <a:pPr algn="ctr"/>
            <a:r>
              <a:rPr lang="fr-FR" sz="1400" b="1" dirty="0"/>
              <a:t>B</a:t>
            </a:r>
          </a:p>
          <a:p>
            <a:pPr algn="ctr"/>
            <a:r>
              <a:rPr lang="fr-FR" sz="1400" b="1" dirty="0"/>
              <a:t>Préparation individuelle d’organisateur</a:t>
            </a:r>
          </a:p>
          <a:p>
            <a:pPr algn="ctr"/>
            <a:endParaRPr lang="fr-FR" sz="1400" b="1" dirty="0"/>
          </a:p>
          <a:p>
            <a:pPr algn="ctr"/>
            <a:endParaRPr lang="fr-FR" sz="1400" b="1" dirty="0"/>
          </a:p>
          <a:p>
            <a:pPr algn="ctr"/>
            <a:r>
              <a:rPr lang="fr-FR" sz="1400" dirty="0"/>
              <a:t>Pour réduire les risques d’oublis après tant d’informations, </a:t>
            </a:r>
          </a:p>
          <a:p>
            <a:pPr algn="ctr"/>
            <a:endParaRPr lang="fr-FR" sz="1400" dirty="0"/>
          </a:p>
          <a:p>
            <a:pPr algn="ctr"/>
            <a:r>
              <a:rPr lang="fr-FR" sz="1400" dirty="0"/>
              <a:t>avoir pour chaque personne le point sur ses tâches, à un seul endroit.</a:t>
            </a:r>
          </a:p>
        </p:txBody>
      </p:sp>
      <p:sp>
        <p:nvSpPr>
          <p:cNvPr id="7" name="Espace réservé du contenu 4">
            <a:extLst>
              <a:ext uri="{FF2B5EF4-FFF2-40B4-BE49-F238E27FC236}">
                <a16:creationId xmlns:a16="http://schemas.microsoft.com/office/drawing/2014/main" id="{0602A4F8-7CC9-2462-03F0-05AEEBFBED87}"/>
              </a:ext>
            </a:extLst>
          </p:cNvPr>
          <p:cNvSpPr>
            <a:spLocks noGrp="1"/>
          </p:cNvSpPr>
          <p:nvPr>
            <p:ph idx="1"/>
          </p:nvPr>
        </p:nvSpPr>
        <p:spPr>
          <a:xfrm>
            <a:off x="838200" y="2118088"/>
            <a:ext cx="4343399" cy="3950838"/>
          </a:xfrm>
        </p:spPr>
        <p:txBody>
          <a:bodyPr>
            <a:normAutofit lnSpcReduction="10000"/>
          </a:bodyPr>
          <a:lstStyle/>
          <a:p>
            <a:r>
              <a:rPr lang="fr-FR" sz="1800" dirty="0"/>
              <a:t>L’extension « Préparation de l’événement » aide les organisateurs à préparer l’atelier, au-delà de juste le définir. </a:t>
            </a:r>
          </a:p>
          <a:p>
            <a:endParaRPr lang="fr-FR" sz="1800" dirty="0"/>
          </a:p>
          <a:p>
            <a:r>
              <a:rPr lang="fr-FR" sz="1800" dirty="0"/>
              <a:t>Cette extension vise à réduire les risques d’oublis de dernier moment, réduire les flous, et les stress qui y sont associés</a:t>
            </a:r>
          </a:p>
          <a:p>
            <a:pPr marL="800100" lvl="1" indent="-342900">
              <a:buFont typeface="+mj-lt"/>
              <a:buAutoNum type="arabicPeriod"/>
            </a:pPr>
            <a:endParaRPr lang="fr-FR" sz="1400" dirty="0"/>
          </a:p>
          <a:p>
            <a:endParaRPr lang="fr-FR" sz="1800" dirty="0"/>
          </a:p>
          <a:p>
            <a:r>
              <a:rPr lang="fr-FR" sz="1800" dirty="0"/>
              <a:t>La préparation de l’événement est décomposée ici en plusieurs dimensions : </a:t>
            </a:r>
          </a:p>
          <a:p>
            <a:pPr marL="800100" lvl="1" indent="-342900">
              <a:buFont typeface="+mj-lt"/>
              <a:buAutoNum type="alphaUcPeriod"/>
            </a:pPr>
            <a:r>
              <a:rPr lang="fr-FR" sz="1400" dirty="0"/>
              <a:t>La préparation matérielle</a:t>
            </a:r>
          </a:p>
          <a:p>
            <a:pPr marL="800100" lvl="1" indent="-342900">
              <a:buFont typeface="+mj-lt"/>
              <a:buAutoNum type="alphaUcPeriod"/>
            </a:pPr>
            <a:r>
              <a:rPr lang="fr-FR" sz="1400" dirty="0"/>
              <a:t>La préparation du collectif</a:t>
            </a:r>
          </a:p>
          <a:p>
            <a:pPr marL="800100" lvl="1" indent="-342900">
              <a:buFont typeface="+mj-lt"/>
              <a:buAutoNum type="alphaUcPeriod"/>
            </a:pPr>
            <a:r>
              <a:rPr lang="fr-FR" sz="1400" dirty="0"/>
              <a:t>La préparation individuelle du collectif</a:t>
            </a:r>
          </a:p>
          <a:p>
            <a:endParaRPr lang="fr-FR" sz="1800" dirty="0"/>
          </a:p>
        </p:txBody>
      </p:sp>
    </p:spTree>
    <p:extLst>
      <p:ext uri="{BB962C8B-B14F-4D97-AF65-F5344CB8AC3E}">
        <p14:creationId xmlns:p14="http://schemas.microsoft.com/office/powerpoint/2010/main" val="36622258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F85F36-65F5-F6C5-8CF5-9514A820F42D}"/>
              </a:ext>
            </a:extLst>
          </p:cNvPr>
          <p:cNvSpPr>
            <a:spLocks noGrp="1"/>
          </p:cNvSpPr>
          <p:nvPr>
            <p:ph type="title"/>
          </p:nvPr>
        </p:nvSpPr>
        <p:spPr>
          <a:xfrm>
            <a:off x="838200" y="147411"/>
            <a:ext cx="10515600" cy="1325563"/>
          </a:xfrm>
        </p:spPr>
        <p:txBody>
          <a:bodyPr/>
          <a:lstStyle/>
          <a:p>
            <a:r>
              <a:rPr lang="fr-FR" dirty="0"/>
              <a:t>Extension V7 : Préparation de l’événement</a:t>
            </a:r>
            <a:br>
              <a:rPr lang="fr-FR" dirty="0"/>
            </a:br>
            <a:r>
              <a:rPr lang="fr-FR" dirty="0"/>
              <a:t>A. Préparation matérielle</a:t>
            </a:r>
          </a:p>
        </p:txBody>
      </p:sp>
      <p:sp>
        <p:nvSpPr>
          <p:cNvPr id="3" name="Espace réservé du contenu 2">
            <a:extLst>
              <a:ext uri="{FF2B5EF4-FFF2-40B4-BE49-F238E27FC236}">
                <a16:creationId xmlns:a16="http://schemas.microsoft.com/office/drawing/2014/main" id="{5C9B0845-720B-04A9-8DAB-C3B117385D31}"/>
              </a:ext>
            </a:extLst>
          </p:cNvPr>
          <p:cNvSpPr>
            <a:spLocks noGrp="1"/>
          </p:cNvSpPr>
          <p:nvPr>
            <p:ph idx="1"/>
          </p:nvPr>
        </p:nvSpPr>
        <p:spPr>
          <a:xfrm>
            <a:off x="4441373" y="2273279"/>
            <a:ext cx="5765073" cy="3552755"/>
          </a:xfrm>
        </p:spPr>
        <p:txBody>
          <a:bodyPr>
            <a:normAutofit fontScale="92500" lnSpcReduction="20000"/>
          </a:bodyPr>
          <a:lstStyle/>
          <a:p>
            <a:pPr marL="0" indent="0">
              <a:buNone/>
            </a:pPr>
            <a:r>
              <a:rPr lang="fr-FR" sz="1400" dirty="0"/>
              <a:t>Dans les événements, voici des exemples ce qui peut arriver lors d’une mauvaise préparation matérielle :</a:t>
            </a:r>
          </a:p>
          <a:p>
            <a:pPr marL="0" indent="0">
              <a:buNone/>
            </a:pPr>
            <a:endParaRPr lang="fr-FR" sz="1400" dirty="0"/>
          </a:p>
          <a:p>
            <a:pPr>
              <a:buFontTx/>
              <a:buChar char="-"/>
            </a:pPr>
            <a:r>
              <a:rPr lang="fr-FR" sz="1400" dirty="0"/>
              <a:t>Chacun pensait que c’était un autre organisateur qui devait réserver une des salles</a:t>
            </a:r>
          </a:p>
          <a:p>
            <a:pPr>
              <a:buFontTx/>
              <a:buChar char="-"/>
            </a:pPr>
            <a:r>
              <a:rPr lang="fr-FR" sz="1400" dirty="0"/>
              <a:t>Les organisateurs oublient qui range, qui récupère le matériel, et la moitié s’en vont en laissant les autres faire</a:t>
            </a:r>
          </a:p>
          <a:p>
            <a:pPr>
              <a:buFontTx/>
              <a:buChar char="-"/>
            </a:pPr>
            <a:r>
              <a:rPr lang="fr-FR" sz="1400" dirty="0"/>
              <a:t>On se rappelle au dernier moment qu’on était en charge de préparer un matériel en particulier</a:t>
            </a:r>
          </a:p>
          <a:p>
            <a:pPr>
              <a:buFontTx/>
              <a:buChar char="-"/>
            </a:pPr>
            <a:r>
              <a:rPr lang="fr-FR" sz="1400" dirty="0"/>
              <a:t>Les présentations (slides) ont été préparées, mais personne n’a apporté d’ordinateur pour les afficher.</a:t>
            </a:r>
          </a:p>
          <a:p>
            <a:pPr>
              <a:buFontTx/>
              <a:buChar char="-"/>
            </a:pPr>
            <a:r>
              <a:rPr lang="fr-FR" sz="1400" dirty="0"/>
              <a:t>Il y a un effet de </a:t>
            </a:r>
            <a:r>
              <a:rPr lang="fr-FR" sz="1400" b="1" dirty="0"/>
              <a:t>délégation par défaut </a:t>
            </a:r>
            <a:r>
              <a:rPr lang="fr-FR" sz="1400" dirty="0"/>
              <a:t>dans l’équipe d’organisation (« </a:t>
            </a:r>
            <a:r>
              <a:rPr lang="fr-FR" sz="1400" i="1" dirty="0"/>
              <a:t>Quand je ne sais pas qui s’occupe de quelque chose, c’est que ce sont les autres</a:t>
            </a:r>
            <a:r>
              <a:rPr lang="fr-FR" sz="1400" dirty="0"/>
              <a:t>» )</a:t>
            </a:r>
          </a:p>
          <a:p>
            <a:pPr>
              <a:buFontTx/>
              <a:buChar char="-"/>
            </a:pPr>
            <a:r>
              <a:rPr lang="fr-FR" sz="1400" dirty="0"/>
              <a:t>Il y a un effet de </a:t>
            </a:r>
            <a:r>
              <a:rPr lang="fr-FR" sz="1400" b="1" dirty="0"/>
              <a:t>délégation implicite </a:t>
            </a:r>
            <a:r>
              <a:rPr lang="fr-FR" sz="1400" dirty="0"/>
              <a:t>dans l’équipe d’organisation (</a:t>
            </a:r>
            <a:r>
              <a:rPr lang="fr-FR" sz="1400" i="1" dirty="0"/>
              <a:t>« Comme la dernière fois, c’est Alice qui a fait cette tâche, cette fois ci aussi ça sera elle »</a:t>
            </a:r>
            <a:r>
              <a:rPr lang="fr-FR" sz="1400" dirty="0"/>
              <a:t>.)</a:t>
            </a:r>
          </a:p>
          <a:p>
            <a:pPr>
              <a:buFontTx/>
              <a:buChar char="-"/>
            </a:pPr>
            <a:r>
              <a:rPr lang="fr-FR" sz="1400" dirty="0"/>
              <a:t>On oublie qu’un matériel doit être parfois réservé, préparé, ouvert aux participants, fermé aux participants, rangé.</a:t>
            </a:r>
          </a:p>
        </p:txBody>
      </p:sp>
      <p:pic>
        <p:nvPicPr>
          <p:cNvPr id="6" name="Graphique 5" descr="Explosion avec un remplissage uni">
            <a:extLst>
              <a:ext uri="{FF2B5EF4-FFF2-40B4-BE49-F238E27FC236}">
                <a16:creationId xmlns:a16="http://schemas.microsoft.com/office/drawing/2014/main" id="{7268631F-83A1-21F2-02EB-08BE02232C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181497"/>
            <a:ext cx="2251166" cy="2251166"/>
          </a:xfrm>
          <a:prstGeom prst="rect">
            <a:avLst/>
          </a:prstGeom>
        </p:spPr>
      </p:pic>
    </p:spTree>
    <p:extLst>
      <p:ext uri="{BB962C8B-B14F-4D97-AF65-F5344CB8AC3E}">
        <p14:creationId xmlns:p14="http://schemas.microsoft.com/office/powerpoint/2010/main" val="35790285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F85F36-65F5-F6C5-8CF5-9514A820F42D}"/>
              </a:ext>
            </a:extLst>
          </p:cNvPr>
          <p:cNvSpPr>
            <a:spLocks noGrp="1"/>
          </p:cNvSpPr>
          <p:nvPr>
            <p:ph type="title"/>
          </p:nvPr>
        </p:nvSpPr>
        <p:spPr>
          <a:xfrm>
            <a:off x="838200" y="147411"/>
            <a:ext cx="10515600" cy="1325563"/>
          </a:xfrm>
        </p:spPr>
        <p:txBody>
          <a:bodyPr/>
          <a:lstStyle/>
          <a:p>
            <a:r>
              <a:rPr lang="fr-FR" dirty="0"/>
              <a:t>Extension V7 : Préparation de l’événement</a:t>
            </a:r>
            <a:br>
              <a:rPr lang="fr-FR" dirty="0"/>
            </a:br>
            <a:r>
              <a:rPr lang="fr-FR" dirty="0"/>
              <a:t>A. Préparation matérielle</a:t>
            </a:r>
          </a:p>
        </p:txBody>
      </p:sp>
      <p:sp>
        <p:nvSpPr>
          <p:cNvPr id="3" name="Espace réservé du contenu 2">
            <a:extLst>
              <a:ext uri="{FF2B5EF4-FFF2-40B4-BE49-F238E27FC236}">
                <a16:creationId xmlns:a16="http://schemas.microsoft.com/office/drawing/2014/main" id="{5C9B0845-720B-04A9-8DAB-C3B117385D31}"/>
              </a:ext>
            </a:extLst>
          </p:cNvPr>
          <p:cNvSpPr>
            <a:spLocks noGrp="1"/>
          </p:cNvSpPr>
          <p:nvPr>
            <p:ph idx="1"/>
          </p:nvPr>
        </p:nvSpPr>
        <p:spPr>
          <a:xfrm>
            <a:off x="1380603" y="1772878"/>
            <a:ext cx="9653156" cy="2538557"/>
          </a:xfrm>
        </p:spPr>
        <p:txBody>
          <a:bodyPr>
            <a:normAutofit lnSpcReduction="10000"/>
          </a:bodyPr>
          <a:lstStyle/>
          <a:p>
            <a:pPr marL="0" indent="0">
              <a:buNone/>
            </a:pPr>
            <a:r>
              <a:rPr lang="fr-FR" sz="1400" dirty="0"/>
              <a:t>Pour les matériels que vous considérez les plus importants, indiquer QUI prend en charge :</a:t>
            </a:r>
          </a:p>
          <a:p>
            <a:pPr marL="342900" indent="-342900">
              <a:buFont typeface="+mj-lt"/>
              <a:buAutoNum type="arabicPeriod"/>
            </a:pPr>
            <a:r>
              <a:rPr lang="fr-FR" sz="1400" dirty="0"/>
              <a:t>Acquisition / Achat / Réservation</a:t>
            </a:r>
          </a:p>
          <a:p>
            <a:pPr marL="342900" indent="-342900">
              <a:buFont typeface="+mj-lt"/>
              <a:buAutoNum type="arabicPeriod"/>
            </a:pPr>
            <a:r>
              <a:rPr lang="fr-FR" sz="1400" dirty="0"/>
              <a:t>Réception (en cas de livraison) / Préparation / Positionnement / Déplacement / Stockage</a:t>
            </a:r>
          </a:p>
          <a:p>
            <a:pPr marL="342900" indent="-342900">
              <a:buFont typeface="+mj-lt"/>
              <a:buAutoNum type="arabicPeriod"/>
            </a:pPr>
            <a:r>
              <a:rPr lang="fr-FR" sz="1400" dirty="0"/>
              <a:t>Mise à disposition des participants / Déverrouillage / Ouverture / Affichage</a:t>
            </a:r>
          </a:p>
          <a:p>
            <a:pPr marL="342900" indent="-342900">
              <a:buFont typeface="+mj-lt"/>
              <a:buAutoNum type="arabicPeriod"/>
            </a:pPr>
            <a:r>
              <a:rPr lang="fr-FR" sz="1400" dirty="0"/>
              <a:t>Fin de mise à disposition des participants / Verrouillage / Fermeture</a:t>
            </a:r>
          </a:p>
          <a:p>
            <a:pPr marL="342900" indent="-342900">
              <a:buFont typeface="+mj-lt"/>
              <a:buAutoNum type="arabicPeriod"/>
            </a:pPr>
            <a:r>
              <a:rPr lang="fr-FR" sz="1400" dirty="0"/>
              <a:t>Rangement / Récupération / Nettoyage</a:t>
            </a:r>
          </a:p>
          <a:p>
            <a:pPr marL="0" indent="0">
              <a:buNone/>
            </a:pPr>
            <a:endParaRPr lang="fr-FR" sz="1400" dirty="0"/>
          </a:p>
          <a:p>
            <a:pPr marL="0" indent="0">
              <a:buNone/>
            </a:pPr>
            <a:r>
              <a:rPr lang="fr-FR" sz="1400" dirty="0"/>
              <a:t>Pour chaque matériel, vous pouvez remplir un tableau équivalent à celui-ci-dessous. Ces tableaux sont faits pour démarrer la discussion et ne pas oublier un des aspects</a:t>
            </a:r>
          </a:p>
        </p:txBody>
      </p:sp>
      <p:graphicFrame>
        <p:nvGraphicFramePr>
          <p:cNvPr id="5" name="Tableau 9">
            <a:extLst>
              <a:ext uri="{FF2B5EF4-FFF2-40B4-BE49-F238E27FC236}">
                <a16:creationId xmlns:a16="http://schemas.microsoft.com/office/drawing/2014/main" id="{7E40778C-F899-E432-BFFA-00B1FE0C19C9}"/>
              </a:ext>
            </a:extLst>
          </p:cNvPr>
          <p:cNvGraphicFramePr>
            <a:graphicFrameLocks/>
          </p:cNvGraphicFramePr>
          <p:nvPr>
            <p:extLst>
              <p:ext uri="{D42A27DB-BD31-4B8C-83A1-F6EECF244321}">
                <p14:modId xmlns:p14="http://schemas.microsoft.com/office/powerpoint/2010/main" val="843856226"/>
              </p:ext>
            </p:extLst>
          </p:nvPr>
        </p:nvGraphicFramePr>
        <p:xfrm>
          <a:off x="1706881" y="4533991"/>
          <a:ext cx="10125893" cy="174752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lnB w="12700" cap="flat" cmpd="sng" algn="ctr">
                      <a:solidFill>
                        <a:schemeClr val="tx1"/>
                      </a:solidFill>
                      <a:prstDash val="solid"/>
                      <a:round/>
                      <a:headEnd type="none" w="med" len="med"/>
                      <a:tailEnd type="none" w="med" len="med"/>
                    </a:lnB>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lnR w="12700" cap="flat" cmpd="sng" algn="ctr">
                      <a:solidFill>
                        <a:schemeClr val="tx1"/>
                      </a:solidFill>
                      <a:prstDash val="solid"/>
                      <a:round/>
                      <a:headEnd type="none" w="med" len="med"/>
                      <a:tailEnd type="none" w="med" len="med"/>
                    </a:lnR>
                    <a:solidFill>
                      <a:srgbClr val="EACF04"/>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extLst>
                  <a:ext uri="{0D108BD9-81ED-4DB2-BD59-A6C34878D82A}">
                    <a16:rowId xmlns:a16="http://schemas.microsoft.com/office/drawing/2014/main" val="3873559406"/>
                  </a:ext>
                </a:extLst>
              </a:tr>
              <a:tr h="370840">
                <a:tc>
                  <a:txBody>
                    <a:bodyPr/>
                    <a:lstStyle/>
                    <a:p>
                      <a:r>
                        <a:rPr lang="fr-FR" dirty="0"/>
                        <a:t>Notes</a:t>
                      </a:r>
                    </a:p>
                  </a:txBody>
                  <a:tcPr>
                    <a:lnR w="12700" cap="flat" cmpd="sng" algn="ctr">
                      <a:solidFill>
                        <a:schemeClr val="tx1"/>
                      </a:solidFill>
                      <a:prstDash val="solid"/>
                      <a:round/>
                      <a:headEnd type="none" w="med" len="med"/>
                      <a:tailEnd type="none" w="med" len="med"/>
                    </a:lnR>
                    <a:solidFill>
                      <a:srgbClr val="EACF04"/>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3223451317"/>
                  </a:ext>
                </a:extLst>
              </a:tr>
            </a:tbl>
          </a:graphicData>
        </a:graphic>
      </p:graphicFrame>
    </p:spTree>
    <p:extLst>
      <p:ext uri="{BB962C8B-B14F-4D97-AF65-F5344CB8AC3E}">
        <p14:creationId xmlns:p14="http://schemas.microsoft.com/office/powerpoint/2010/main" val="23287194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59592F1-E540-C768-6A64-1799F8FE067C}"/>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A. Préparation matérielle</a:t>
            </a:r>
            <a:br>
              <a:rPr lang="fr-FR" sz="2800" dirty="0"/>
            </a:br>
            <a:r>
              <a:rPr lang="fr-FR" sz="2800" dirty="0"/>
              <a:t>Exemple de résultat</a:t>
            </a:r>
          </a:p>
        </p:txBody>
      </p:sp>
      <p:graphicFrame>
        <p:nvGraphicFramePr>
          <p:cNvPr id="9" name="Tableau 9">
            <a:extLst>
              <a:ext uri="{FF2B5EF4-FFF2-40B4-BE49-F238E27FC236}">
                <a16:creationId xmlns:a16="http://schemas.microsoft.com/office/drawing/2014/main" id="{E7956717-6E0F-2F16-BC0A-85C879DECE7C}"/>
              </a:ext>
            </a:extLst>
          </p:cNvPr>
          <p:cNvGraphicFramePr>
            <a:graphicFrameLocks noGrp="1"/>
          </p:cNvGraphicFramePr>
          <p:nvPr>
            <p:ph idx="1"/>
            <p:extLst>
              <p:ext uri="{D42A27DB-BD31-4B8C-83A1-F6EECF244321}">
                <p14:modId xmlns:p14="http://schemas.microsoft.com/office/powerpoint/2010/main" val="1357259298"/>
              </p:ext>
            </p:extLst>
          </p:nvPr>
        </p:nvGraphicFramePr>
        <p:xfrm>
          <a:off x="1846217" y="2182677"/>
          <a:ext cx="10125893" cy="174752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solidFill>
                      <a:srgbClr val="EACF04"/>
                    </a:solidFill>
                  </a:tcPr>
                </a:tc>
                <a:tc>
                  <a:txBody>
                    <a:bodyPr/>
                    <a:lstStyle/>
                    <a:p>
                      <a:r>
                        <a:rPr lang="fr-FR" dirty="0"/>
                        <a:t>Alice</a:t>
                      </a:r>
                    </a:p>
                  </a:txBody>
                  <a:tcPr/>
                </a:tc>
                <a:tc>
                  <a:txBody>
                    <a:bodyPr/>
                    <a:lstStyle/>
                    <a:p>
                      <a:endParaRPr lang="fr-FR" dirty="0"/>
                    </a:p>
                  </a:txBody>
                  <a:tcPr/>
                </a:tc>
                <a:tc>
                  <a:txBody>
                    <a:bodyPr/>
                    <a:lstStyle/>
                    <a:p>
                      <a:r>
                        <a:rPr lang="fr-FR" dirty="0"/>
                        <a:t>Bob</a:t>
                      </a:r>
                    </a:p>
                  </a:txBody>
                  <a:tcPr/>
                </a:tc>
                <a:tc>
                  <a:txBody>
                    <a:bodyPr/>
                    <a:lstStyle/>
                    <a:p>
                      <a:r>
                        <a:rPr lang="fr-FR" dirty="0"/>
                        <a:t>Charlie</a:t>
                      </a:r>
                    </a:p>
                  </a:txBody>
                  <a:tcPr/>
                </a:tc>
                <a:tc>
                  <a:txBody>
                    <a:bodyPr/>
                    <a:lstStyle/>
                    <a:p>
                      <a:endParaRPr lang="fr-FR"/>
                    </a:p>
                  </a:txBody>
                  <a:tcPr/>
                </a:tc>
                <a:extLst>
                  <a:ext uri="{0D108BD9-81ED-4DB2-BD59-A6C34878D82A}">
                    <a16:rowId xmlns:a16="http://schemas.microsoft.com/office/drawing/2014/main" val="3873559406"/>
                  </a:ext>
                </a:extLst>
              </a:tr>
              <a:tr h="370840">
                <a:tc>
                  <a:txBody>
                    <a:bodyPr/>
                    <a:lstStyle/>
                    <a:p>
                      <a:r>
                        <a:rPr lang="fr-FR" dirty="0"/>
                        <a:t>Notes</a:t>
                      </a:r>
                    </a:p>
                  </a:txBody>
                  <a:tcPr>
                    <a:solidFill>
                      <a:srgbClr val="EACF04"/>
                    </a:solidFill>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223451317"/>
                  </a:ext>
                </a:extLst>
              </a:tr>
            </a:tbl>
          </a:graphicData>
        </a:graphic>
      </p:graphicFrame>
      <p:pic>
        <p:nvPicPr>
          <p:cNvPr id="11" name="Image 10">
            <a:extLst>
              <a:ext uri="{FF2B5EF4-FFF2-40B4-BE49-F238E27FC236}">
                <a16:creationId xmlns:a16="http://schemas.microsoft.com/office/drawing/2014/main" id="{45FF80A8-5BC1-518D-6E37-029B4490C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21" y="2182677"/>
            <a:ext cx="1249204" cy="1747521"/>
          </a:xfrm>
          <a:prstGeom prst="rect">
            <a:avLst/>
          </a:prstGeom>
        </p:spPr>
      </p:pic>
      <p:sp>
        <p:nvSpPr>
          <p:cNvPr id="12" name="Espace réservé du contenu 2">
            <a:extLst>
              <a:ext uri="{FF2B5EF4-FFF2-40B4-BE49-F238E27FC236}">
                <a16:creationId xmlns:a16="http://schemas.microsoft.com/office/drawing/2014/main" id="{42F55DB6-8EA1-7420-9713-78D5E122DB81}"/>
              </a:ext>
            </a:extLst>
          </p:cNvPr>
          <p:cNvSpPr txBox="1">
            <a:spLocks/>
          </p:cNvSpPr>
          <p:nvPr/>
        </p:nvSpPr>
        <p:spPr>
          <a:xfrm>
            <a:off x="1763782" y="4505926"/>
            <a:ext cx="9653156" cy="17475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L’événement a besoin d’une grande salle.</a:t>
            </a:r>
          </a:p>
          <a:p>
            <a:pPr marL="0" indent="0">
              <a:buNone/>
            </a:pPr>
            <a:endParaRPr lang="fr-FR" sz="1800" dirty="0"/>
          </a:p>
          <a:p>
            <a:r>
              <a:rPr lang="fr-FR" sz="1800" dirty="0"/>
              <a:t>Alice s’occupe de la réservation d’ici le jour de l’événement.</a:t>
            </a:r>
          </a:p>
          <a:p>
            <a:r>
              <a:rPr lang="fr-FR" sz="1800" dirty="0"/>
              <a:t>Bob s’occupe d’ouvrir la salle aux participants au début de l’événement.</a:t>
            </a:r>
          </a:p>
          <a:p>
            <a:r>
              <a:rPr lang="fr-FR" sz="1800" dirty="0"/>
              <a:t>Charlie fermera la salle à la fin de l’événement  </a:t>
            </a:r>
          </a:p>
        </p:txBody>
      </p:sp>
    </p:spTree>
    <p:extLst>
      <p:ext uri="{BB962C8B-B14F-4D97-AF65-F5344CB8AC3E}">
        <p14:creationId xmlns:p14="http://schemas.microsoft.com/office/powerpoint/2010/main" val="248618098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59592F1-E540-C768-6A64-1799F8FE067C}"/>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A. Préparation matérielle</a:t>
            </a:r>
            <a:br>
              <a:rPr lang="fr-FR" sz="2800" dirty="0"/>
            </a:br>
            <a:r>
              <a:rPr lang="fr-FR" sz="2800" dirty="0"/>
              <a:t>Exemple de résultat</a:t>
            </a:r>
          </a:p>
        </p:txBody>
      </p:sp>
      <p:graphicFrame>
        <p:nvGraphicFramePr>
          <p:cNvPr id="9" name="Tableau 9">
            <a:extLst>
              <a:ext uri="{FF2B5EF4-FFF2-40B4-BE49-F238E27FC236}">
                <a16:creationId xmlns:a16="http://schemas.microsoft.com/office/drawing/2014/main" id="{E7956717-6E0F-2F16-BC0A-85C879DECE7C}"/>
              </a:ext>
            </a:extLst>
          </p:cNvPr>
          <p:cNvGraphicFramePr>
            <a:graphicFrameLocks noGrp="1"/>
          </p:cNvGraphicFramePr>
          <p:nvPr>
            <p:ph idx="1"/>
            <p:extLst>
              <p:ext uri="{D42A27DB-BD31-4B8C-83A1-F6EECF244321}">
                <p14:modId xmlns:p14="http://schemas.microsoft.com/office/powerpoint/2010/main" val="1807215088"/>
              </p:ext>
            </p:extLst>
          </p:nvPr>
        </p:nvGraphicFramePr>
        <p:xfrm>
          <a:off x="1846217" y="2182677"/>
          <a:ext cx="10125893" cy="174752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solidFill>
                      <a:srgbClr val="EACF04"/>
                    </a:solidFill>
                  </a:tcPr>
                </a:tc>
                <a:tc>
                  <a:txBody>
                    <a:bodyPr/>
                    <a:lstStyle/>
                    <a:p>
                      <a:r>
                        <a:rPr lang="fr-FR" dirty="0"/>
                        <a:t>Alice</a:t>
                      </a:r>
                    </a:p>
                  </a:txBody>
                  <a:tcPr/>
                </a:tc>
                <a:tc>
                  <a:txBody>
                    <a:bodyPr/>
                    <a:lstStyle/>
                    <a:p>
                      <a:r>
                        <a:rPr lang="fr-FR" dirty="0"/>
                        <a:t>Bob</a:t>
                      </a:r>
                    </a:p>
                  </a:txBody>
                  <a:tcPr/>
                </a:tc>
                <a:tc>
                  <a:txBody>
                    <a:bodyPr/>
                    <a:lstStyle/>
                    <a:p>
                      <a:r>
                        <a:rPr lang="fr-FR" dirty="0"/>
                        <a:t>Bob</a:t>
                      </a:r>
                    </a:p>
                  </a:txBody>
                  <a:tcPr/>
                </a:tc>
                <a:tc>
                  <a:txBody>
                    <a:bodyPr/>
                    <a:lstStyle/>
                    <a:p>
                      <a:endParaRPr lang="fr-FR" dirty="0"/>
                    </a:p>
                  </a:txBody>
                  <a:tcPr/>
                </a:tc>
                <a:tc>
                  <a:txBody>
                    <a:bodyPr/>
                    <a:lstStyle/>
                    <a:p>
                      <a:r>
                        <a:rPr lang="fr-FR" dirty="0"/>
                        <a:t>Tous</a:t>
                      </a:r>
                    </a:p>
                  </a:txBody>
                  <a:tcPr/>
                </a:tc>
                <a:extLst>
                  <a:ext uri="{0D108BD9-81ED-4DB2-BD59-A6C34878D82A}">
                    <a16:rowId xmlns:a16="http://schemas.microsoft.com/office/drawing/2014/main" val="3873559406"/>
                  </a:ext>
                </a:extLst>
              </a:tr>
              <a:tr h="370840">
                <a:tc>
                  <a:txBody>
                    <a:bodyPr/>
                    <a:lstStyle/>
                    <a:p>
                      <a:r>
                        <a:rPr lang="fr-FR" dirty="0"/>
                        <a:t>Notes</a:t>
                      </a:r>
                    </a:p>
                  </a:txBody>
                  <a:tcPr>
                    <a:solidFill>
                      <a:srgbClr val="EACF04"/>
                    </a:solidFill>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223451317"/>
                  </a:ext>
                </a:extLst>
              </a:tr>
            </a:tbl>
          </a:graphicData>
        </a:graphic>
      </p:graphicFrame>
      <p:sp>
        <p:nvSpPr>
          <p:cNvPr id="12" name="Espace réservé du contenu 2">
            <a:extLst>
              <a:ext uri="{FF2B5EF4-FFF2-40B4-BE49-F238E27FC236}">
                <a16:creationId xmlns:a16="http://schemas.microsoft.com/office/drawing/2014/main" id="{42F55DB6-8EA1-7420-9713-78D5E122DB81}"/>
              </a:ext>
            </a:extLst>
          </p:cNvPr>
          <p:cNvSpPr txBox="1">
            <a:spLocks/>
          </p:cNvSpPr>
          <p:nvPr/>
        </p:nvSpPr>
        <p:spPr>
          <a:xfrm>
            <a:off x="1763782" y="4505926"/>
            <a:ext cx="9653156" cy="17475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L’événement a besoin de feuilles post-it, matériels d’écriture</a:t>
            </a:r>
          </a:p>
          <a:p>
            <a:pPr marL="0" indent="0">
              <a:buNone/>
            </a:pPr>
            <a:endParaRPr lang="fr-FR" sz="1800" dirty="0"/>
          </a:p>
          <a:p>
            <a:r>
              <a:rPr lang="fr-FR" sz="1800" dirty="0"/>
              <a:t>Alice fait la commande avant la date de l’événement</a:t>
            </a:r>
          </a:p>
          <a:p>
            <a:r>
              <a:rPr lang="fr-FR" sz="1800" dirty="0"/>
              <a:t>Bob en fera la réception, et disposera le matériel dans les salles</a:t>
            </a:r>
          </a:p>
          <a:p>
            <a:r>
              <a:rPr lang="fr-FR" sz="1800" dirty="0"/>
              <a:t>A la fin de l’événement, tous récupèrent et rangent le matériel</a:t>
            </a:r>
          </a:p>
        </p:txBody>
      </p:sp>
      <p:pic>
        <p:nvPicPr>
          <p:cNvPr id="5" name="Image 4">
            <a:extLst>
              <a:ext uri="{FF2B5EF4-FFF2-40B4-BE49-F238E27FC236}">
                <a16:creationId xmlns:a16="http://schemas.microsoft.com/office/drawing/2014/main" id="{DB7B3970-C8C2-E705-39AA-78AC68C56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629" y="2182677"/>
            <a:ext cx="1249204" cy="1747520"/>
          </a:xfrm>
          <a:prstGeom prst="rect">
            <a:avLst/>
          </a:prstGeom>
        </p:spPr>
      </p:pic>
    </p:spTree>
    <p:extLst>
      <p:ext uri="{BB962C8B-B14F-4D97-AF65-F5344CB8AC3E}">
        <p14:creationId xmlns:p14="http://schemas.microsoft.com/office/powerpoint/2010/main" val="15204405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59592F1-E540-C768-6A64-1799F8FE067C}"/>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A. Préparation matérielle</a:t>
            </a:r>
            <a:br>
              <a:rPr lang="fr-FR" sz="2800" dirty="0"/>
            </a:br>
            <a:r>
              <a:rPr lang="fr-FR" sz="2800" dirty="0"/>
              <a:t>Exemple de résultat</a:t>
            </a:r>
          </a:p>
        </p:txBody>
      </p:sp>
      <p:graphicFrame>
        <p:nvGraphicFramePr>
          <p:cNvPr id="9" name="Tableau 9">
            <a:extLst>
              <a:ext uri="{FF2B5EF4-FFF2-40B4-BE49-F238E27FC236}">
                <a16:creationId xmlns:a16="http://schemas.microsoft.com/office/drawing/2014/main" id="{E7956717-6E0F-2F16-BC0A-85C879DECE7C}"/>
              </a:ext>
            </a:extLst>
          </p:cNvPr>
          <p:cNvGraphicFramePr>
            <a:graphicFrameLocks noGrp="1"/>
          </p:cNvGraphicFramePr>
          <p:nvPr>
            <p:ph idx="1"/>
            <p:extLst>
              <p:ext uri="{D42A27DB-BD31-4B8C-83A1-F6EECF244321}">
                <p14:modId xmlns:p14="http://schemas.microsoft.com/office/powerpoint/2010/main" val="559467792"/>
              </p:ext>
            </p:extLst>
          </p:nvPr>
        </p:nvGraphicFramePr>
        <p:xfrm>
          <a:off x="1867867" y="1843043"/>
          <a:ext cx="10125893" cy="228600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solidFill>
                      <a:srgbClr val="EACF04"/>
                    </a:solidFill>
                  </a:tcPr>
                </a:tc>
                <a:tc>
                  <a:txBody>
                    <a:bodyPr/>
                    <a:lstStyle/>
                    <a:p>
                      <a:endParaRPr lang="fr-FR" dirty="0"/>
                    </a:p>
                  </a:txBody>
                  <a:tcPr/>
                </a:tc>
                <a:tc>
                  <a:txBody>
                    <a:bodyPr/>
                    <a:lstStyle/>
                    <a:p>
                      <a:r>
                        <a:rPr lang="fr-FR" dirty="0"/>
                        <a:t>Alice</a:t>
                      </a:r>
                    </a:p>
                  </a:txBody>
                  <a:tcPr/>
                </a:tc>
                <a:tc>
                  <a:txBody>
                    <a:bodyPr/>
                    <a:lstStyle/>
                    <a:p>
                      <a:r>
                        <a:rPr lang="fr-FR" dirty="0"/>
                        <a:t>Alice</a:t>
                      </a:r>
                    </a:p>
                    <a:p>
                      <a:r>
                        <a:rPr lang="fr-FR" dirty="0"/>
                        <a:t>Bob</a:t>
                      </a: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873559406"/>
                  </a:ext>
                </a:extLst>
              </a:tr>
              <a:tr h="370840">
                <a:tc>
                  <a:txBody>
                    <a:bodyPr/>
                    <a:lstStyle/>
                    <a:p>
                      <a:r>
                        <a:rPr lang="fr-FR" dirty="0"/>
                        <a:t>Notes</a:t>
                      </a:r>
                    </a:p>
                  </a:txBody>
                  <a:tcPr>
                    <a:solidFill>
                      <a:srgbClr val="EACF04"/>
                    </a:solidFill>
                  </a:tcPr>
                </a:tc>
                <a:tc>
                  <a:txBody>
                    <a:bodyPr/>
                    <a:lstStyle/>
                    <a:p>
                      <a:endParaRPr lang="fr-FR" dirty="0"/>
                    </a:p>
                  </a:txBody>
                  <a:tcPr/>
                </a:tc>
                <a:tc>
                  <a:txBody>
                    <a:bodyPr/>
                    <a:lstStyle/>
                    <a:p>
                      <a:endParaRPr lang="fr-FR"/>
                    </a:p>
                  </a:txBody>
                  <a:tcPr/>
                </a:tc>
                <a:tc>
                  <a:txBody>
                    <a:bodyPr/>
                    <a:lstStyle/>
                    <a:p>
                      <a:r>
                        <a:rPr lang="fr-FR" dirty="0"/>
                        <a:t>Alice parle</a:t>
                      </a:r>
                    </a:p>
                    <a:p>
                      <a:r>
                        <a:rPr lang="fr-FR" dirty="0"/>
                        <a:t>Ordi Bob</a:t>
                      </a: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223451317"/>
                  </a:ext>
                </a:extLst>
              </a:tr>
            </a:tbl>
          </a:graphicData>
        </a:graphic>
      </p:graphicFrame>
      <p:sp>
        <p:nvSpPr>
          <p:cNvPr id="12" name="Espace réservé du contenu 2">
            <a:extLst>
              <a:ext uri="{FF2B5EF4-FFF2-40B4-BE49-F238E27FC236}">
                <a16:creationId xmlns:a16="http://schemas.microsoft.com/office/drawing/2014/main" id="{42F55DB6-8EA1-7420-9713-78D5E122DB81}"/>
              </a:ext>
            </a:extLst>
          </p:cNvPr>
          <p:cNvSpPr txBox="1">
            <a:spLocks/>
          </p:cNvSpPr>
          <p:nvPr/>
        </p:nvSpPr>
        <p:spPr>
          <a:xfrm>
            <a:off x="1763782" y="4745355"/>
            <a:ext cx="9653156" cy="17475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Au début de l’événement, il y a une présentation du rapport d’activité.</a:t>
            </a:r>
          </a:p>
          <a:p>
            <a:pPr marL="0" indent="0">
              <a:buNone/>
            </a:pPr>
            <a:endParaRPr lang="fr-FR" sz="1800" dirty="0"/>
          </a:p>
          <a:p>
            <a:r>
              <a:rPr lang="fr-FR" sz="1800" dirty="0"/>
              <a:t>Alice prépare la présentation (c’est elle qui présente)</a:t>
            </a:r>
          </a:p>
          <a:p>
            <a:r>
              <a:rPr lang="fr-FR" sz="1800" dirty="0"/>
              <a:t>C’est l’ordinateur de Bob qui est utilisé pour l’événement, c’est lui qui diffusera</a:t>
            </a:r>
          </a:p>
          <a:p>
            <a:pPr marL="0" indent="0">
              <a:buNone/>
            </a:pPr>
            <a:r>
              <a:rPr lang="fr-FR" sz="1800" dirty="0"/>
              <a:t> </a:t>
            </a:r>
          </a:p>
        </p:txBody>
      </p:sp>
      <p:pic>
        <p:nvPicPr>
          <p:cNvPr id="3" name="Image 2">
            <a:extLst>
              <a:ext uri="{FF2B5EF4-FFF2-40B4-BE49-F238E27FC236}">
                <a16:creationId xmlns:a16="http://schemas.microsoft.com/office/drawing/2014/main" id="{50E6B5F0-8BB1-24E9-18E2-187A0D650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13" y="1843043"/>
            <a:ext cx="1322869" cy="1850571"/>
          </a:xfrm>
          <a:prstGeom prst="rect">
            <a:avLst/>
          </a:prstGeom>
        </p:spPr>
      </p:pic>
      <p:sp>
        <p:nvSpPr>
          <p:cNvPr id="4" name="Rectangle 3">
            <a:extLst>
              <a:ext uri="{FF2B5EF4-FFF2-40B4-BE49-F238E27FC236}">
                <a16:creationId xmlns:a16="http://schemas.microsoft.com/office/drawing/2014/main" id="{4C4491DA-8A48-3AF4-50C1-D96DB59F245A}"/>
              </a:ext>
            </a:extLst>
          </p:cNvPr>
          <p:cNvSpPr/>
          <p:nvPr/>
        </p:nvSpPr>
        <p:spPr>
          <a:xfrm>
            <a:off x="544998" y="3231981"/>
            <a:ext cx="1114697" cy="1045028"/>
          </a:xfrm>
          <a:prstGeom prst="rect">
            <a:avLst/>
          </a:prstGeom>
          <a:solidFill>
            <a:srgbClr val="F1CE2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Présentation du rapport d’activité</a:t>
            </a:r>
          </a:p>
        </p:txBody>
      </p:sp>
    </p:spTree>
    <p:extLst>
      <p:ext uri="{BB962C8B-B14F-4D97-AF65-F5344CB8AC3E}">
        <p14:creationId xmlns:p14="http://schemas.microsoft.com/office/powerpoint/2010/main" val="277860400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9C725A-360D-E150-DAED-20EB1CC21801}"/>
              </a:ext>
            </a:extLst>
          </p:cNvPr>
          <p:cNvSpPr>
            <a:spLocks noGrp="1"/>
          </p:cNvSpPr>
          <p:nvPr>
            <p:ph type="title"/>
          </p:nvPr>
        </p:nvSpPr>
        <p:spPr/>
        <p:txBody>
          <a:bodyPr/>
          <a:lstStyle/>
          <a:p>
            <a:r>
              <a:rPr lang="fr-FR" sz="4400" dirty="0"/>
              <a:t>Extension V7 : Préparation de l’événement</a:t>
            </a:r>
            <a:br>
              <a:rPr lang="fr-FR" dirty="0"/>
            </a:br>
            <a:r>
              <a:rPr lang="fr-FR" dirty="0"/>
              <a:t>B. Préparation pour chaque individu</a:t>
            </a:r>
          </a:p>
        </p:txBody>
      </p:sp>
      <p:sp>
        <p:nvSpPr>
          <p:cNvPr id="3" name="Espace réservé du contenu 2">
            <a:extLst>
              <a:ext uri="{FF2B5EF4-FFF2-40B4-BE49-F238E27FC236}">
                <a16:creationId xmlns:a16="http://schemas.microsoft.com/office/drawing/2014/main" id="{4EDBFA20-79AD-E2BB-3C96-AEE9E4EC484C}"/>
              </a:ext>
            </a:extLst>
          </p:cNvPr>
          <p:cNvSpPr>
            <a:spLocks noGrp="1"/>
          </p:cNvSpPr>
          <p:nvPr>
            <p:ph idx="1"/>
          </p:nvPr>
        </p:nvSpPr>
        <p:spPr>
          <a:xfrm>
            <a:off x="6505303" y="1942011"/>
            <a:ext cx="5042263" cy="4550864"/>
          </a:xfrm>
        </p:spPr>
        <p:txBody>
          <a:bodyPr>
            <a:normAutofit fontScale="77500" lnSpcReduction="20000"/>
          </a:bodyPr>
          <a:lstStyle/>
          <a:p>
            <a:r>
              <a:rPr lang="fr-FR" sz="1800" dirty="0"/>
              <a:t>Lors de la préparation d’un événement, particulièrement un événement d’envergure, il y a souvent beaucoup d’informations réparties un peu partout (documents, messages, salles de discussions, petites notes mentales…)</a:t>
            </a:r>
          </a:p>
          <a:p>
            <a:endParaRPr lang="fr-FR" sz="1800" dirty="0"/>
          </a:p>
          <a:p>
            <a:r>
              <a:rPr lang="fr-FR" sz="1800" dirty="0"/>
              <a:t>Cette dispersion augmente les chances d’oublis, le stress « d’avoir oublié quelque chose », le travail « pour retrouver ce qu’il y avait à faire », et peut multiplier les points de rappel.</a:t>
            </a:r>
          </a:p>
          <a:p>
            <a:endParaRPr lang="fr-FR" sz="1800" dirty="0"/>
          </a:p>
          <a:p>
            <a:r>
              <a:rPr lang="fr-FR" sz="1800" dirty="0"/>
              <a:t>Cette somme d’informations informelles de dernière minute rend plus difficile les remplacements, les aides, les soutiens.</a:t>
            </a:r>
          </a:p>
          <a:p>
            <a:endParaRPr lang="fr-FR" sz="1800" dirty="0"/>
          </a:p>
          <a:p>
            <a:r>
              <a:rPr lang="fr-FR" sz="1800" dirty="0"/>
              <a:t>Dans cette partie des workshop design </a:t>
            </a:r>
            <a:r>
              <a:rPr lang="fr-FR" sz="1800" dirty="0" err="1"/>
              <a:t>cards</a:t>
            </a:r>
            <a:r>
              <a:rPr lang="fr-FR" sz="1800" dirty="0"/>
              <a:t>, on se propose de créer une fiche individuelle pour les différents organisateurs. Cette fiche individuelle n’est pas parfaite, car elle ne couvre pas les imprévus, mais constitue un récapitulatif utile pour s’y retrouver.</a:t>
            </a:r>
          </a:p>
          <a:p>
            <a:endParaRPr lang="fr-FR" sz="1800" dirty="0"/>
          </a:p>
          <a:p>
            <a:r>
              <a:rPr lang="fr-FR" sz="1800" dirty="0"/>
              <a:t>La fiche permet aussi parfois de se rendre compte d’un excédent de charge, ou d’une impossibilité (exemple : quelqu’un qui doit se retrouver à deux endroits à la fois)</a:t>
            </a:r>
          </a:p>
        </p:txBody>
      </p:sp>
      <p:grpSp>
        <p:nvGrpSpPr>
          <p:cNvPr id="28" name="Groupe 27">
            <a:extLst>
              <a:ext uri="{FF2B5EF4-FFF2-40B4-BE49-F238E27FC236}">
                <a16:creationId xmlns:a16="http://schemas.microsoft.com/office/drawing/2014/main" id="{859EE194-DD79-B947-87AA-CF2A6DDB452E}"/>
              </a:ext>
            </a:extLst>
          </p:cNvPr>
          <p:cNvGrpSpPr/>
          <p:nvPr/>
        </p:nvGrpSpPr>
        <p:grpSpPr>
          <a:xfrm>
            <a:off x="721724" y="2368417"/>
            <a:ext cx="4964974" cy="3402902"/>
            <a:chOff x="0" y="1579673"/>
            <a:chExt cx="6471557" cy="4435486"/>
          </a:xfrm>
        </p:grpSpPr>
        <p:pic>
          <p:nvPicPr>
            <p:cNvPr id="4" name="Graphique 3" descr="Contour de visage avec le tournis contour">
              <a:extLst>
                <a:ext uri="{FF2B5EF4-FFF2-40B4-BE49-F238E27FC236}">
                  <a16:creationId xmlns:a16="http://schemas.microsoft.com/office/drawing/2014/main" id="{7B9DB945-8E04-8222-1AC3-A7D1CCDCF7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2359980"/>
              <a:ext cx="2138039" cy="2138039"/>
            </a:xfrm>
            <a:prstGeom prst="rect">
              <a:avLst/>
            </a:prstGeom>
          </p:spPr>
        </p:pic>
        <p:pic>
          <p:nvPicPr>
            <p:cNvPr id="5" name="Graphique 4" descr="Clin d’œil contour de visage contour">
              <a:extLst>
                <a:ext uri="{FF2B5EF4-FFF2-40B4-BE49-F238E27FC236}">
                  <a16:creationId xmlns:a16="http://schemas.microsoft.com/office/drawing/2014/main" id="{364DF33E-9951-7B66-4ABA-48113EFAA19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333518" y="2386104"/>
              <a:ext cx="2138039" cy="2138039"/>
            </a:xfrm>
            <a:prstGeom prst="rect">
              <a:avLst/>
            </a:prstGeom>
          </p:spPr>
        </p:pic>
        <p:sp>
          <p:nvSpPr>
            <p:cNvPr id="6" name="Flèche : droite 5">
              <a:extLst>
                <a:ext uri="{FF2B5EF4-FFF2-40B4-BE49-F238E27FC236}">
                  <a16:creationId xmlns:a16="http://schemas.microsoft.com/office/drawing/2014/main" id="{5EA5F9CE-FFCA-17A6-2258-D7B05C1ED8DD}"/>
                </a:ext>
              </a:extLst>
            </p:cNvPr>
            <p:cNvSpPr/>
            <p:nvPr/>
          </p:nvSpPr>
          <p:spPr>
            <a:xfrm>
              <a:off x="3059456" y="2915191"/>
              <a:ext cx="1288869" cy="1079863"/>
            </a:xfrm>
            <a:prstGeom prst="rightArrow">
              <a:avLst/>
            </a:prstGeom>
            <a:solidFill>
              <a:srgbClr val="92D05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pic>
          <p:nvPicPr>
            <p:cNvPr id="8" name="Graphique 7" descr="Presse-papiers vérifié avec un remplissage uni">
              <a:extLst>
                <a:ext uri="{FF2B5EF4-FFF2-40B4-BE49-F238E27FC236}">
                  <a16:creationId xmlns:a16="http://schemas.microsoft.com/office/drawing/2014/main" id="{6A66681B-19EC-2743-F8F7-7245D77710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26429" y="4310743"/>
              <a:ext cx="1565365" cy="1565365"/>
            </a:xfrm>
            <a:prstGeom prst="rect">
              <a:avLst/>
            </a:prstGeom>
          </p:spPr>
        </p:pic>
        <p:pic>
          <p:nvPicPr>
            <p:cNvPr id="10" name="Graphique 9" descr="Notes Post-it avec un remplissage uni">
              <a:extLst>
                <a:ext uri="{FF2B5EF4-FFF2-40B4-BE49-F238E27FC236}">
                  <a16:creationId xmlns:a16="http://schemas.microsoft.com/office/drawing/2014/main" id="{445F71CD-DC0F-9D6D-759C-473E56BB6C6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4619" y="4310743"/>
              <a:ext cx="914400" cy="914400"/>
            </a:xfrm>
            <a:prstGeom prst="rect">
              <a:avLst/>
            </a:prstGeom>
          </p:spPr>
        </p:pic>
        <p:pic>
          <p:nvPicPr>
            <p:cNvPr id="17" name="Graphique 16" descr="Notes Post-it avec un remplissage uni">
              <a:extLst>
                <a:ext uri="{FF2B5EF4-FFF2-40B4-BE49-F238E27FC236}">
                  <a16:creationId xmlns:a16="http://schemas.microsoft.com/office/drawing/2014/main" id="{A85890A1-EA21-72E7-DD2A-459696F4CE6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23638" y="4168137"/>
              <a:ext cx="914400" cy="914400"/>
            </a:xfrm>
            <a:prstGeom prst="rect">
              <a:avLst/>
            </a:prstGeom>
          </p:spPr>
        </p:pic>
        <p:pic>
          <p:nvPicPr>
            <p:cNvPr id="18" name="Graphique 17" descr="Notes Post-it avec un remplissage uni">
              <a:extLst>
                <a:ext uri="{FF2B5EF4-FFF2-40B4-BE49-F238E27FC236}">
                  <a16:creationId xmlns:a16="http://schemas.microsoft.com/office/drawing/2014/main" id="{5D19A736-98A4-F547-4B61-B07B18F75FD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37524" y="2351536"/>
              <a:ext cx="914400" cy="914400"/>
            </a:xfrm>
            <a:prstGeom prst="rect">
              <a:avLst/>
            </a:prstGeom>
          </p:spPr>
        </p:pic>
        <p:pic>
          <p:nvPicPr>
            <p:cNvPr id="19" name="Graphique 18" descr="Notes Post-it avec un remplissage uni">
              <a:extLst>
                <a:ext uri="{FF2B5EF4-FFF2-40B4-BE49-F238E27FC236}">
                  <a16:creationId xmlns:a16="http://schemas.microsoft.com/office/drawing/2014/main" id="{1794E00B-4AFA-6ED4-185B-A056FF96C7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76947" y="1765948"/>
              <a:ext cx="914400" cy="914400"/>
            </a:xfrm>
            <a:prstGeom prst="rect">
              <a:avLst/>
            </a:prstGeom>
          </p:spPr>
        </p:pic>
        <p:pic>
          <p:nvPicPr>
            <p:cNvPr id="20" name="Graphique 19" descr="Notes Post-it avec un remplissage uni">
              <a:extLst>
                <a:ext uri="{FF2B5EF4-FFF2-40B4-BE49-F238E27FC236}">
                  <a16:creationId xmlns:a16="http://schemas.microsoft.com/office/drawing/2014/main" id="{1262C9BC-526F-4FC4-F89F-D8C7922369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9239" y="1672310"/>
              <a:ext cx="914400" cy="914400"/>
            </a:xfrm>
            <a:prstGeom prst="rect">
              <a:avLst/>
            </a:prstGeom>
          </p:spPr>
        </p:pic>
        <p:pic>
          <p:nvPicPr>
            <p:cNvPr id="21" name="Graphique 20" descr="Notes Post-it avec un remplissage uni">
              <a:extLst>
                <a:ext uri="{FF2B5EF4-FFF2-40B4-BE49-F238E27FC236}">
                  <a16:creationId xmlns:a16="http://schemas.microsoft.com/office/drawing/2014/main" id="{8D754832-4C53-51E3-B10B-A5092029D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64178" y="3328983"/>
              <a:ext cx="914400" cy="914400"/>
            </a:xfrm>
            <a:prstGeom prst="rect">
              <a:avLst/>
            </a:prstGeom>
          </p:spPr>
        </p:pic>
        <p:pic>
          <p:nvPicPr>
            <p:cNvPr id="23" name="Graphique 22" descr="Discours avec un remplissage uni">
              <a:extLst>
                <a:ext uri="{FF2B5EF4-FFF2-40B4-BE49-F238E27FC236}">
                  <a16:creationId xmlns:a16="http://schemas.microsoft.com/office/drawing/2014/main" id="{CB9B91F6-670C-28EF-92B7-1F9E4EFA7A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71784" y="4422773"/>
              <a:ext cx="914400" cy="914400"/>
            </a:xfrm>
            <a:prstGeom prst="rect">
              <a:avLst/>
            </a:prstGeom>
          </p:spPr>
        </p:pic>
        <p:pic>
          <p:nvPicPr>
            <p:cNvPr id="24" name="Graphique 23" descr="Discours avec un remplissage uni">
              <a:extLst>
                <a:ext uri="{FF2B5EF4-FFF2-40B4-BE49-F238E27FC236}">
                  <a16:creationId xmlns:a16="http://schemas.microsoft.com/office/drawing/2014/main" id="{453D00D6-B55E-FD84-FDC8-45D9091055E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4922" y="4935752"/>
              <a:ext cx="914400" cy="914400"/>
            </a:xfrm>
            <a:prstGeom prst="rect">
              <a:avLst/>
            </a:prstGeom>
          </p:spPr>
        </p:pic>
        <p:pic>
          <p:nvPicPr>
            <p:cNvPr id="25" name="Graphique 24" descr="Discours avec un remplissage uni">
              <a:extLst>
                <a:ext uri="{FF2B5EF4-FFF2-40B4-BE49-F238E27FC236}">
                  <a16:creationId xmlns:a16="http://schemas.microsoft.com/office/drawing/2014/main" id="{C608BFF4-90D8-684A-5FBB-176E1A3E59C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19067" y="1579673"/>
              <a:ext cx="914400" cy="914400"/>
            </a:xfrm>
            <a:prstGeom prst="rect">
              <a:avLst/>
            </a:prstGeom>
          </p:spPr>
        </p:pic>
        <p:pic>
          <p:nvPicPr>
            <p:cNvPr id="26" name="Graphique 25" descr="Discours avec un remplissage uni">
              <a:extLst>
                <a:ext uri="{FF2B5EF4-FFF2-40B4-BE49-F238E27FC236}">
                  <a16:creationId xmlns:a16="http://schemas.microsoft.com/office/drawing/2014/main" id="{CE0CFAF3-1AEE-19EC-55FE-07C9AC1379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1000" y="5100759"/>
              <a:ext cx="914400" cy="914400"/>
            </a:xfrm>
            <a:prstGeom prst="rect">
              <a:avLst/>
            </a:prstGeom>
          </p:spPr>
        </p:pic>
      </p:grpSp>
    </p:spTree>
    <p:extLst>
      <p:ext uri="{BB962C8B-B14F-4D97-AF65-F5344CB8AC3E}">
        <p14:creationId xmlns:p14="http://schemas.microsoft.com/office/powerpoint/2010/main" val="323394828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9D6C7-9029-7F7A-5248-8BAF0519C9EB}"/>
              </a:ext>
            </a:extLst>
          </p:cNvPr>
          <p:cNvSpPr>
            <a:spLocks noGrp="1"/>
          </p:cNvSpPr>
          <p:nvPr>
            <p:ph type="title"/>
          </p:nvPr>
        </p:nvSpPr>
        <p:spPr>
          <a:xfrm>
            <a:off x="838200" y="365126"/>
            <a:ext cx="10515600" cy="932452"/>
          </a:xfrm>
        </p:spPr>
        <p:txBody>
          <a:bodyPr>
            <a:noAutofit/>
          </a:bodyPr>
          <a:lstStyle/>
          <a:p>
            <a:r>
              <a:rPr lang="fr-FR" sz="2000" dirty="0"/>
              <a:t>Extension V7 : Préparation de l’événement</a:t>
            </a:r>
            <a:br>
              <a:rPr lang="fr-FR" sz="2000" dirty="0"/>
            </a:br>
            <a:r>
              <a:rPr lang="fr-FR" sz="2000" dirty="0"/>
              <a:t>B. Préparation pour chaque individu</a:t>
            </a:r>
            <a:br>
              <a:rPr lang="fr-FR" sz="2000" dirty="0"/>
            </a:br>
            <a:r>
              <a:rPr lang="fr-FR" sz="2000" b="1" dirty="0"/>
              <a:t>Fiche résumée des tâches </a:t>
            </a:r>
            <a:r>
              <a:rPr lang="fr-FR" sz="2000" dirty="0"/>
              <a:t>pour chaque personne de l’organisation (par étape de l’événement)</a:t>
            </a:r>
          </a:p>
        </p:txBody>
      </p:sp>
      <p:graphicFrame>
        <p:nvGraphicFramePr>
          <p:cNvPr id="4" name="Tableau 4">
            <a:extLst>
              <a:ext uri="{FF2B5EF4-FFF2-40B4-BE49-F238E27FC236}">
                <a16:creationId xmlns:a16="http://schemas.microsoft.com/office/drawing/2014/main" id="{02E48322-D769-F321-8E3E-95559134269D}"/>
              </a:ext>
            </a:extLst>
          </p:cNvPr>
          <p:cNvGraphicFramePr>
            <a:graphicFrameLocks noGrp="1"/>
          </p:cNvGraphicFramePr>
          <p:nvPr>
            <p:ph idx="1"/>
            <p:extLst>
              <p:ext uri="{D42A27DB-BD31-4B8C-83A1-F6EECF244321}">
                <p14:modId xmlns:p14="http://schemas.microsoft.com/office/powerpoint/2010/main" val="229973019"/>
              </p:ext>
            </p:extLst>
          </p:nvPr>
        </p:nvGraphicFramePr>
        <p:xfrm>
          <a:off x="838199" y="4557373"/>
          <a:ext cx="10515597" cy="1645920"/>
        </p:xfrm>
        <a:graphic>
          <a:graphicData uri="http://schemas.openxmlformats.org/drawingml/2006/table">
            <a:tbl>
              <a:tblPr bandRow="1">
                <a:tableStyleId>{5C22544A-7EE6-4342-B048-85BDC9FD1C3A}</a:tableStyleId>
              </a:tblPr>
              <a:tblGrid>
                <a:gridCol w="1208314">
                  <a:extLst>
                    <a:ext uri="{9D8B030D-6E8A-4147-A177-3AD203B41FA5}">
                      <a16:colId xmlns:a16="http://schemas.microsoft.com/office/drawing/2014/main" val="2259587198"/>
                    </a:ext>
                  </a:extLst>
                </a:gridCol>
                <a:gridCol w="2020389">
                  <a:extLst>
                    <a:ext uri="{9D8B030D-6E8A-4147-A177-3AD203B41FA5}">
                      <a16:colId xmlns:a16="http://schemas.microsoft.com/office/drawing/2014/main" val="281758151"/>
                    </a:ext>
                  </a:extLst>
                </a:gridCol>
                <a:gridCol w="2910586">
                  <a:extLst>
                    <a:ext uri="{9D8B030D-6E8A-4147-A177-3AD203B41FA5}">
                      <a16:colId xmlns:a16="http://schemas.microsoft.com/office/drawing/2014/main" val="1333595804"/>
                    </a:ext>
                  </a:extLst>
                </a:gridCol>
                <a:gridCol w="4376308">
                  <a:extLst>
                    <a:ext uri="{9D8B030D-6E8A-4147-A177-3AD203B41FA5}">
                      <a16:colId xmlns:a16="http://schemas.microsoft.com/office/drawing/2014/main" val="1776630008"/>
                    </a:ext>
                  </a:extLst>
                </a:gridCol>
              </a:tblGrid>
              <a:tr h="238607">
                <a:tc gridSpan="4">
                  <a:txBody>
                    <a:bodyPr/>
                    <a:lstStyle/>
                    <a:p>
                      <a:r>
                        <a:rPr lang="fr-FR" sz="1200" b="1" dirty="0">
                          <a:solidFill>
                            <a:schemeClr val="tx1"/>
                          </a:solidFill>
                        </a:rPr>
                        <a:t>PENDANT l’événement</a:t>
                      </a: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extLst>
                  <a:ext uri="{0D108BD9-81ED-4DB2-BD59-A6C34878D82A}">
                    <a16:rowId xmlns:a16="http://schemas.microsoft.com/office/drawing/2014/main" val="3611876974"/>
                  </a:ext>
                </a:extLst>
              </a:tr>
              <a:tr h="238607">
                <a:tc>
                  <a:txBody>
                    <a:bodyPr/>
                    <a:lstStyle/>
                    <a:p>
                      <a:r>
                        <a:rPr lang="fr-FR" sz="1200" b="1" dirty="0">
                          <a:solidFill>
                            <a:schemeClr val="bg1"/>
                          </a:solidFill>
                        </a:rPr>
                        <a:t>Date / Heure</a:t>
                      </a:r>
                    </a:p>
                  </a:txBody>
                  <a:tcPr>
                    <a:solidFill>
                      <a:srgbClr val="0683AA"/>
                    </a:solidFill>
                  </a:tcPr>
                </a:tc>
                <a:tc>
                  <a:txBody>
                    <a:bodyPr/>
                    <a:lstStyle/>
                    <a:p>
                      <a:r>
                        <a:rPr lang="fr-FR" sz="1200" b="1" dirty="0">
                          <a:solidFill>
                            <a:schemeClr val="bg1"/>
                          </a:solidFill>
                        </a:rPr>
                        <a:t>Etape de l’événement</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endParaRPr lang="fr-FR" sz="1200"/>
                    </a:p>
                  </a:txBody>
                  <a:tcPr/>
                </a:tc>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959660800"/>
                  </a:ext>
                </a:extLst>
              </a:tr>
              <a:tr h="238607">
                <a:tc>
                  <a:txBody>
                    <a:bodyPr/>
                    <a:lstStyle/>
                    <a:p>
                      <a:endParaRPr lang="fr-FR" sz="1200"/>
                    </a:p>
                  </a:txBody>
                  <a:tcPr/>
                </a:tc>
                <a:tc>
                  <a:txBody>
                    <a:bodyPr/>
                    <a:lstStyle/>
                    <a:p>
                      <a:endParaRPr lang="fr-FR" sz="1200" dirty="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3367851315"/>
                  </a:ext>
                </a:extLst>
              </a:tr>
              <a:tr h="238607">
                <a:tc>
                  <a:txBody>
                    <a:bodyPr/>
                    <a:lstStyle/>
                    <a:p>
                      <a:endParaRPr lang="fr-FR" sz="1200"/>
                    </a:p>
                  </a:txBody>
                  <a:tcPr/>
                </a:tc>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3527615376"/>
                  </a:ext>
                </a:extLst>
              </a:tr>
              <a:tr h="238607">
                <a:tc>
                  <a:txBody>
                    <a:bodyPr/>
                    <a:lstStyle/>
                    <a:p>
                      <a:endParaRPr lang="fr-FR" sz="1200"/>
                    </a:p>
                  </a:txBody>
                  <a:tcPr/>
                </a:tc>
                <a:tc>
                  <a:txBody>
                    <a:bodyPr/>
                    <a:lstStyle/>
                    <a:p>
                      <a:endParaRPr lang="fr-FR" sz="1200" dirty="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74203928"/>
                  </a:ext>
                </a:extLst>
              </a:tr>
            </a:tbl>
          </a:graphicData>
        </a:graphic>
      </p:graphicFrame>
      <p:graphicFrame>
        <p:nvGraphicFramePr>
          <p:cNvPr id="5" name="Tableau 4">
            <a:extLst>
              <a:ext uri="{FF2B5EF4-FFF2-40B4-BE49-F238E27FC236}">
                <a16:creationId xmlns:a16="http://schemas.microsoft.com/office/drawing/2014/main" id="{AB7C75BB-D635-11B4-A243-8F5D3AEA79A0}"/>
              </a:ext>
            </a:extLst>
          </p:cNvPr>
          <p:cNvGraphicFramePr>
            <a:graphicFrameLocks/>
          </p:cNvGraphicFramePr>
          <p:nvPr>
            <p:extLst>
              <p:ext uri="{D42A27DB-BD31-4B8C-83A1-F6EECF244321}">
                <p14:modId xmlns:p14="http://schemas.microsoft.com/office/powerpoint/2010/main" val="354635142"/>
              </p:ext>
            </p:extLst>
          </p:nvPr>
        </p:nvGraphicFramePr>
        <p:xfrm>
          <a:off x="2124891" y="1690688"/>
          <a:ext cx="9228906" cy="869632"/>
        </p:xfrm>
        <a:graphic>
          <a:graphicData uri="http://schemas.openxmlformats.org/drawingml/2006/table">
            <a:tbl>
              <a:tblPr firstRow="1" bandRow="1">
                <a:tableStyleId>{5C22544A-7EE6-4342-B048-85BDC9FD1C3A}</a:tableStyleId>
              </a:tblPr>
              <a:tblGrid>
                <a:gridCol w="1816784">
                  <a:extLst>
                    <a:ext uri="{9D8B030D-6E8A-4147-A177-3AD203B41FA5}">
                      <a16:colId xmlns:a16="http://schemas.microsoft.com/office/drawing/2014/main" val="2259587198"/>
                    </a:ext>
                  </a:extLst>
                </a:gridCol>
                <a:gridCol w="3808954">
                  <a:extLst>
                    <a:ext uri="{9D8B030D-6E8A-4147-A177-3AD203B41FA5}">
                      <a16:colId xmlns:a16="http://schemas.microsoft.com/office/drawing/2014/main" val="1333595804"/>
                    </a:ext>
                  </a:extLst>
                </a:gridCol>
                <a:gridCol w="3603168">
                  <a:extLst>
                    <a:ext uri="{9D8B030D-6E8A-4147-A177-3AD203B41FA5}">
                      <a16:colId xmlns:a16="http://schemas.microsoft.com/office/drawing/2014/main" val="1776630008"/>
                    </a:ext>
                  </a:extLst>
                </a:gridCol>
              </a:tblGrid>
              <a:tr h="434816">
                <a:tc>
                  <a:txBody>
                    <a:bodyPr/>
                    <a:lstStyle/>
                    <a:p>
                      <a:r>
                        <a:rPr lang="fr-FR" dirty="0"/>
                        <a:t>Fiche de </a:t>
                      </a:r>
                    </a:p>
                  </a:txBody>
                  <a:tcPr/>
                </a:tc>
                <a:tc>
                  <a:txBody>
                    <a:bodyPr/>
                    <a:lstStyle/>
                    <a:p>
                      <a:r>
                        <a:rPr lang="fr-FR" dirty="0"/>
                        <a:t>Vos rôles sur l’événement</a:t>
                      </a:r>
                    </a:p>
                  </a:txBody>
                  <a:tcPr/>
                </a:tc>
                <a:tc>
                  <a:txBody>
                    <a:bodyPr/>
                    <a:lstStyle/>
                    <a:p>
                      <a:r>
                        <a:rPr lang="fr-FR" dirty="0"/>
                        <a:t>Vos points de contacts</a:t>
                      </a:r>
                    </a:p>
                  </a:txBody>
                  <a:tcPr/>
                </a:tc>
                <a:extLst>
                  <a:ext uri="{0D108BD9-81ED-4DB2-BD59-A6C34878D82A}">
                    <a16:rowId xmlns:a16="http://schemas.microsoft.com/office/drawing/2014/main" val="604451057"/>
                  </a:ext>
                </a:extLst>
              </a:tr>
              <a:tr h="434816">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959660800"/>
                  </a:ext>
                </a:extLst>
              </a:tr>
            </a:tbl>
          </a:graphicData>
        </a:graphic>
      </p:graphicFrame>
      <p:sp>
        <p:nvSpPr>
          <p:cNvPr id="6" name="Rectangle 5">
            <a:extLst>
              <a:ext uri="{FF2B5EF4-FFF2-40B4-BE49-F238E27FC236}">
                <a16:creationId xmlns:a16="http://schemas.microsoft.com/office/drawing/2014/main" id="{6C950B72-E064-46E9-B6D9-B8B42C0AE8B6}"/>
              </a:ext>
            </a:extLst>
          </p:cNvPr>
          <p:cNvSpPr/>
          <p:nvPr/>
        </p:nvSpPr>
        <p:spPr>
          <a:xfrm>
            <a:off x="838200" y="1690688"/>
            <a:ext cx="920931" cy="869632"/>
          </a:xfrm>
          <a:prstGeom prst="rect">
            <a:avLst/>
          </a:prstGeom>
          <a:solidFill>
            <a:srgbClr val="F16E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Photo</a:t>
            </a:r>
          </a:p>
        </p:txBody>
      </p:sp>
      <p:sp>
        <p:nvSpPr>
          <p:cNvPr id="7" name="Titre 1">
            <a:extLst>
              <a:ext uri="{FF2B5EF4-FFF2-40B4-BE49-F238E27FC236}">
                <a16:creationId xmlns:a16="http://schemas.microsoft.com/office/drawing/2014/main" id="{9B6A1F82-A38E-4AFD-BB04-594CA15469BE}"/>
              </a:ext>
            </a:extLst>
          </p:cNvPr>
          <p:cNvSpPr txBox="1">
            <a:spLocks/>
          </p:cNvSpPr>
          <p:nvPr/>
        </p:nvSpPr>
        <p:spPr>
          <a:xfrm>
            <a:off x="1481542" y="6487886"/>
            <a:ext cx="10515600" cy="370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1800" dirty="0"/>
              <a:t>Fiche version … . Dernière mise à jour le JJ / MM / AAAA à HH:MM</a:t>
            </a:r>
          </a:p>
        </p:txBody>
      </p:sp>
      <p:graphicFrame>
        <p:nvGraphicFramePr>
          <p:cNvPr id="9" name="Tableau 4">
            <a:extLst>
              <a:ext uri="{FF2B5EF4-FFF2-40B4-BE49-F238E27FC236}">
                <a16:creationId xmlns:a16="http://schemas.microsoft.com/office/drawing/2014/main" id="{8A87E74B-5C9A-3D89-5E02-25A9AC5E706B}"/>
              </a:ext>
            </a:extLst>
          </p:cNvPr>
          <p:cNvGraphicFramePr>
            <a:graphicFrameLocks/>
          </p:cNvGraphicFramePr>
          <p:nvPr>
            <p:extLst>
              <p:ext uri="{D42A27DB-BD31-4B8C-83A1-F6EECF244321}">
                <p14:modId xmlns:p14="http://schemas.microsoft.com/office/powerpoint/2010/main" val="424902771"/>
              </p:ext>
            </p:extLst>
          </p:nvPr>
        </p:nvGraphicFramePr>
        <p:xfrm>
          <a:off x="838199" y="2962140"/>
          <a:ext cx="10515598" cy="1097280"/>
        </p:xfrm>
        <a:graphic>
          <a:graphicData uri="http://schemas.openxmlformats.org/drawingml/2006/table">
            <a:tbl>
              <a:tblPr bandRow="1">
                <a:tableStyleId>{5C22544A-7EE6-4342-B048-85BDC9FD1C3A}</a:tableStyleId>
              </a:tblPr>
              <a:tblGrid>
                <a:gridCol w="1190898">
                  <a:extLst>
                    <a:ext uri="{9D8B030D-6E8A-4147-A177-3AD203B41FA5}">
                      <a16:colId xmlns:a16="http://schemas.microsoft.com/office/drawing/2014/main" val="2259587198"/>
                    </a:ext>
                  </a:extLst>
                </a:gridCol>
                <a:gridCol w="4911634">
                  <a:extLst>
                    <a:ext uri="{9D8B030D-6E8A-4147-A177-3AD203B41FA5}">
                      <a16:colId xmlns:a16="http://schemas.microsoft.com/office/drawing/2014/main" val="1333595804"/>
                    </a:ext>
                  </a:extLst>
                </a:gridCol>
                <a:gridCol w="4413066">
                  <a:extLst>
                    <a:ext uri="{9D8B030D-6E8A-4147-A177-3AD203B41FA5}">
                      <a16:colId xmlns:a16="http://schemas.microsoft.com/office/drawing/2014/main" val="1776630008"/>
                    </a:ext>
                  </a:extLst>
                </a:gridCol>
              </a:tblGrid>
              <a:tr h="238607">
                <a:tc gridSpan="3">
                  <a:txBody>
                    <a:bodyPr/>
                    <a:lstStyle/>
                    <a:p>
                      <a:r>
                        <a:rPr lang="fr-FR" sz="1200" b="1" dirty="0"/>
                        <a:t>AVANT l’événement :</a:t>
                      </a:r>
                    </a:p>
                  </a:txBody>
                  <a:tcPr>
                    <a:solidFill>
                      <a:srgbClr val="ED7D31"/>
                    </a:solidFill>
                  </a:tcPr>
                </a:tc>
                <a:tc hMerge="1">
                  <a:txBody>
                    <a:bodyPr/>
                    <a:lstStyle/>
                    <a:p>
                      <a:endParaRPr lang="fr-FR" sz="1200" dirty="0"/>
                    </a:p>
                  </a:txBody>
                  <a:tcPr>
                    <a:solidFill>
                      <a:srgbClr val="ED7D31"/>
                    </a:solidFill>
                  </a:tcPr>
                </a:tc>
                <a:tc hMerge="1">
                  <a:txBody>
                    <a:bodyPr/>
                    <a:lstStyle/>
                    <a:p>
                      <a:endParaRPr lang="fr-FR" sz="1200" dirty="0"/>
                    </a:p>
                  </a:txBody>
                  <a:tcPr>
                    <a:solidFill>
                      <a:srgbClr val="ED7D31"/>
                    </a:solidFill>
                  </a:tcPr>
                </a:tc>
                <a:extLst>
                  <a:ext uri="{0D108BD9-81ED-4DB2-BD59-A6C34878D82A}">
                    <a16:rowId xmlns:a16="http://schemas.microsoft.com/office/drawing/2014/main" val="1851414132"/>
                  </a:ext>
                </a:extLst>
              </a:tr>
              <a:tr h="238607">
                <a:tc>
                  <a:txBody>
                    <a:bodyPr/>
                    <a:lstStyle/>
                    <a:p>
                      <a:r>
                        <a:rPr lang="fr-FR" sz="1200" b="1" dirty="0">
                          <a:solidFill>
                            <a:schemeClr val="bg1"/>
                          </a:solidFill>
                        </a:rPr>
                        <a:t>Date limite</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959660800"/>
                  </a:ext>
                </a:extLst>
              </a:tr>
              <a:tr h="238607">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2034782047"/>
                  </a:ext>
                </a:extLst>
              </a:tr>
            </a:tbl>
          </a:graphicData>
        </a:graphic>
      </p:graphicFrame>
    </p:spTree>
    <p:extLst>
      <p:ext uri="{BB962C8B-B14F-4D97-AF65-F5344CB8AC3E}">
        <p14:creationId xmlns:p14="http://schemas.microsoft.com/office/powerpoint/2010/main" val="29431742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4">
            <a:extLst>
              <a:ext uri="{FF2B5EF4-FFF2-40B4-BE49-F238E27FC236}">
                <a16:creationId xmlns:a16="http://schemas.microsoft.com/office/drawing/2014/main" id="{AB7C75BB-D635-11B4-A243-8F5D3AEA79A0}"/>
              </a:ext>
            </a:extLst>
          </p:cNvPr>
          <p:cNvGraphicFramePr>
            <a:graphicFrameLocks/>
          </p:cNvGraphicFramePr>
          <p:nvPr>
            <p:extLst>
              <p:ext uri="{D42A27DB-BD31-4B8C-83A1-F6EECF244321}">
                <p14:modId xmlns:p14="http://schemas.microsoft.com/office/powerpoint/2010/main" val="142649712"/>
              </p:ext>
            </p:extLst>
          </p:nvPr>
        </p:nvGraphicFramePr>
        <p:xfrm>
          <a:off x="2124889" y="684125"/>
          <a:ext cx="9228906" cy="892016"/>
        </p:xfrm>
        <a:graphic>
          <a:graphicData uri="http://schemas.openxmlformats.org/drawingml/2006/table">
            <a:tbl>
              <a:tblPr firstRow="1" bandRow="1">
                <a:tableStyleId>{5C22544A-7EE6-4342-B048-85BDC9FD1C3A}</a:tableStyleId>
              </a:tblPr>
              <a:tblGrid>
                <a:gridCol w="1816784">
                  <a:extLst>
                    <a:ext uri="{9D8B030D-6E8A-4147-A177-3AD203B41FA5}">
                      <a16:colId xmlns:a16="http://schemas.microsoft.com/office/drawing/2014/main" val="2259587198"/>
                    </a:ext>
                  </a:extLst>
                </a:gridCol>
                <a:gridCol w="3808954">
                  <a:extLst>
                    <a:ext uri="{9D8B030D-6E8A-4147-A177-3AD203B41FA5}">
                      <a16:colId xmlns:a16="http://schemas.microsoft.com/office/drawing/2014/main" val="1333595804"/>
                    </a:ext>
                  </a:extLst>
                </a:gridCol>
                <a:gridCol w="3603168">
                  <a:extLst>
                    <a:ext uri="{9D8B030D-6E8A-4147-A177-3AD203B41FA5}">
                      <a16:colId xmlns:a16="http://schemas.microsoft.com/office/drawing/2014/main" val="1776630008"/>
                    </a:ext>
                  </a:extLst>
                </a:gridCol>
              </a:tblGrid>
              <a:tr h="434816">
                <a:tc>
                  <a:txBody>
                    <a:bodyPr/>
                    <a:lstStyle/>
                    <a:p>
                      <a:r>
                        <a:rPr lang="fr-FR" dirty="0"/>
                        <a:t>Fiche de </a:t>
                      </a:r>
                    </a:p>
                  </a:txBody>
                  <a:tcPr/>
                </a:tc>
                <a:tc>
                  <a:txBody>
                    <a:bodyPr/>
                    <a:lstStyle/>
                    <a:p>
                      <a:r>
                        <a:rPr lang="fr-FR" dirty="0"/>
                        <a:t>Vos rôles sur l’événement</a:t>
                      </a:r>
                    </a:p>
                  </a:txBody>
                  <a:tcPr/>
                </a:tc>
                <a:tc>
                  <a:txBody>
                    <a:bodyPr/>
                    <a:lstStyle/>
                    <a:p>
                      <a:r>
                        <a:rPr lang="fr-FR" dirty="0"/>
                        <a:t>Vos points de contacts</a:t>
                      </a:r>
                    </a:p>
                  </a:txBody>
                  <a:tcPr/>
                </a:tc>
                <a:extLst>
                  <a:ext uri="{0D108BD9-81ED-4DB2-BD59-A6C34878D82A}">
                    <a16:rowId xmlns:a16="http://schemas.microsoft.com/office/drawing/2014/main" val="604451057"/>
                  </a:ext>
                </a:extLst>
              </a:tr>
              <a:tr h="434816">
                <a:tc>
                  <a:txBody>
                    <a:bodyPr/>
                    <a:lstStyle/>
                    <a:p>
                      <a:r>
                        <a:rPr lang="fr-FR" sz="1200" dirty="0"/>
                        <a:t>Alice </a:t>
                      </a:r>
                    </a:p>
                  </a:txBody>
                  <a:tcPr/>
                </a:tc>
                <a:tc>
                  <a:txBody>
                    <a:bodyPr/>
                    <a:lstStyle/>
                    <a:p>
                      <a:r>
                        <a:rPr lang="fr-FR" sz="1200" dirty="0"/>
                        <a:t>Facilitatrice</a:t>
                      </a:r>
                    </a:p>
                  </a:txBody>
                  <a:tcPr/>
                </a:tc>
                <a:tc>
                  <a:txBody>
                    <a:bodyPr/>
                    <a:lstStyle/>
                    <a:p>
                      <a:r>
                        <a:rPr lang="fr-FR" sz="1200" dirty="0"/>
                        <a:t>Bob, responsable logistique 06.12.34.56.78</a:t>
                      </a:r>
                    </a:p>
                    <a:p>
                      <a:r>
                        <a:rPr lang="fr-FR" sz="1200" dirty="0"/>
                        <a:t>Charlie, Gestion entrées sorties 07.91.01.11.21</a:t>
                      </a:r>
                    </a:p>
                  </a:txBody>
                  <a:tcPr/>
                </a:tc>
                <a:extLst>
                  <a:ext uri="{0D108BD9-81ED-4DB2-BD59-A6C34878D82A}">
                    <a16:rowId xmlns:a16="http://schemas.microsoft.com/office/drawing/2014/main" val="959660800"/>
                  </a:ext>
                </a:extLst>
              </a:tr>
            </a:tbl>
          </a:graphicData>
        </a:graphic>
      </p:graphicFrame>
      <p:sp>
        <p:nvSpPr>
          <p:cNvPr id="3" name="Titre 1">
            <a:extLst>
              <a:ext uri="{FF2B5EF4-FFF2-40B4-BE49-F238E27FC236}">
                <a16:creationId xmlns:a16="http://schemas.microsoft.com/office/drawing/2014/main" id="{9EE05FDD-E4EE-6BA5-D642-B2AFF6DD514E}"/>
              </a:ext>
            </a:extLst>
          </p:cNvPr>
          <p:cNvSpPr txBox="1">
            <a:spLocks/>
          </p:cNvSpPr>
          <p:nvPr/>
        </p:nvSpPr>
        <p:spPr>
          <a:xfrm>
            <a:off x="1481542" y="6487886"/>
            <a:ext cx="10515600" cy="370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1800" dirty="0"/>
              <a:t>Fiche version … . Dernière mise à jour le JJ / MM / AAAA à HH:MM</a:t>
            </a:r>
          </a:p>
        </p:txBody>
      </p:sp>
      <p:pic>
        <p:nvPicPr>
          <p:cNvPr id="8" name="Image 7" descr="Une femme athlétique le pouce levé et souriante">
            <a:extLst>
              <a:ext uri="{FF2B5EF4-FFF2-40B4-BE49-F238E27FC236}">
                <a16:creationId xmlns:a16="http://schemas.microsoft.com/office/drawing/2014/main" id="{C6F77858-2ACE-DCE5-3A56-17E1F40341BB}"/>
              </a:ext>
            </a:extLst>
          </p:cNvPr>
          <p:cNvPicPr>
            <a:picLocks noChangeAspect="1"/>
          </p:cNvPicPr>
          <p:nvPr/>
        </p:nvPicPr>
        <p:blipFill rotWithShape="1">
          <a:blip r:embed="rId2">
            <a:extLst>
              <a:ext uri="{28A0092B-C50C-407E-A947-70E740481C1C}">
                <a14:useLocalDpi xmlns:a14="http://schemas.microsoft.com/office/drawing/2010/main" val="0"/>
              </a:ext>
            </a:extLst>
          </a:blip>
          <a:srcRect l="31087" r="22490" b="82476"/>
          <a:stretch/>
        </p:blipFill>
        <p:spPr>
          <a:xfrm>
            <a:off x="838935" y="583586"/>
            <a:ext cx="949080" cy="970171"/>
          </a:xfrm>
          <a:prstGeom prst="rect">
            <a:avLst/>
          </a:prstGeom>
        </p:spPr>
      </p:pic>
      <p:sp>
        <p:nvSpPr>
          <p:cNvPr id="11" name="Titre 1">
            <a:extLst>
              <a:ext uri="{FF2B5EF4-FFF2-40B4-BE49-F238E27FC236}">
                <a16:creationId xmlns:a16="http://schemas.microsoft.com/office/drawing/2014/main" id="{1A97E58D-0D9C-5C14-5A89-74A35FA5977D}"/>
              </a:ext>
            </a:extLst>
          </p:cNvPr>
          <p:cNvSpPr txBox="1">
            <a:spLocks/>
          </p:cNvSpPr>
          <p:nvPr/>
        </p:nvSpPr>
        <p:spPr>
          <a:xfrm rot="2336920">
            <a:off x="10395185" y="579305"/>
            <a:ext cx="1917221" cy="209641"/>
          </a:xfrm>
          <a:prstGeom prst="rect">
            <a:avLst/>
          </a:prstGeom>
          <a:solidFill>
            <a:srgbClr val="FF00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800" i="1">
                <a:solidFill>
                  <a:schemeClr val="bg1"/>
                </a:solidFill>
              </a:rPr>
              <a:t>Exemple</a:t>
            </a:r>
            <a:endParaRPr lang="fr-FR" sz="1800" i="1" dirty="0">
              <a:solidFill>
                <a:schemeClr val="bg1"/>
              </a:solidFill>
            </a:endParaRPr>
          </a:p>
        </p:txBody>
      </p:sp>
      <p:graphicFrame>
        <p:nvGraphicFramePr>
          <p:cNvPr id="14" name="Tableau 4">
            <a:extLst>
              <a:ext uri="{FF2B5EF4-FFF2-40B4-BE49-F238E27FC236}">
                <a16:creationId xmlns:a16="http://schemas.microsoft.com/office/drawing/2014/main" id="{9FEF80C8-ADDF-7BD7-0752-D1589F32DC78}"/>
              </a:ext>
            </a:extLst>
          </p:cNvPr>
          <p:cNvGraphicFramePr>
            <a:graphicFrameLocks/>
          </p:cNvGraphicFramePr>
          <p:nvPr>
            <p:extLst>
              <p:ext uri="{D42A27DB-BD31-4B8C-83A1-F6EECF244321}">
                <p14:modId xmlns:p14="http://schemas.microsoft.com/office/powerpoint/2010/main" val="3977936"/>
              </p:ext>
            </p:extLst>
          </p:nvPr>
        </p:nvGraphicFramePr>
        <p:xfrm>
          <a:off x="838198" y="3399133"/>
          <a:ext cx="10515597" cy="2560320"/>
        </p:xfrm>
        <a:graphic>
          <a:graphicData uri="http://schemas.openxmlformats.org/drawingml/2006/table">
            <a:tbl>
              <a:tblPr bandRow="1">
                <a:tableStyleId>{5C22544A-7EE6-4342-B048-85BDC9FD1C3A}</a:tableStyleId>
              </a:tblPr>
              <a:tblGrid>
                <a:gridCol w="1208314">
                  <a:extLst>
                    <a:ext uri="{9D8B030D-6E8A-4147-A177-3AD203B41FA5}">
                      <a16:colId xmlns:a16="http://schemas.microsoft.com/office/drawing/2014/main" val="2259587198"/>
                    </a:ext>
                  </a:extLst>
                </a:gridCol>
                <a:gridCol w="2020389">
                  <a:extLst>
                    <a:ext uri="{9D8B030D-6E8A-4147-A177-3AD203B41FA5}">
                      <a16:colId xmlns:a16="http://schemas.microsoft.com/office/drawing/2014/main" val="281758151"/>
                    </a:ext>
                  </a:extLst>
                </a:gridCol>
                <a:gridCol w="2910586">
                  <a:extLst>
                    <a:ext uri="{9D8B030D-6E8A-4147-A177-3AD203B41FA5}">
                      <a16:colId xmlns:a16="http://schemas.microsoft.com/office/drawing/2014/main" val="1333595804"/>
                    </a:ext>
                  </a:extLst>
                </a:gridCol>
                <a:gridCol w="4376308">
                  <a:extLst>
                    <a:ext uri="{9D8B030D-6E8A-4147-A177-3AD203B41FA5}">
                      <a16:colId xmlns:a16="http://schemas.microsoft.com/office/drawing/2014/main" val="1776630008"/>
                    </a:ext>
                  </a:extLst>
                </a:gridCol>
              </a:tblGrid>
              <a:tr h="238607">
                <a:tc gridSpan="4">
                  <a:txBody>
                    <a:bodyPr/>
                    <a:lstStyle/>
                    <a:p>
                      <a:r>
                        <a:rPr lang="fr-FR" sz="1200" b="1" dirty="0">
                          <a:solidFill>
                            <a:schemeClr val="tx1"/>
                          </a:solidFill>
                        </a:rPr>
                        <a:t>PENDANT l’événement</a:t>
                      </a: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extLst>
                  <a:ext uri="{0D108BD9-81ED-4DB2-BD59-A6C34878D82A}">
                    <a16:rowId xmlns:a16="http://schemas.microsoft.com/office/drawing/2014/main" val="3611876974"/>
                  </a:ext>
                </a:extLst>
              </a:tr>
              <a:tr h="238607">
                <a:tc>
                  <a:txBody>
                    <a:bodyPr/>
                    <a:lstStyle/>
                    <a:p>
                      <a:r>
                        <a:rPr lang="fr-FR" sz="1200" b="1" dirty="0">
                          <a:solidFill>
                            <a:schemeClr val="bg1"/>
                          </a:solidFill>
                        </a:rPr>
                        <a:t>Date / Heure</a:t>
                      </a:r>
                    </a:p>
                  </a:txBody>
                  <a:tcPr>
                    <a:solidFill>
                      <a:srgbClr val="0683AA"/>
                    </a:solidFill>
                  </a:tcPr>
                </a:tc>
                <a:tc>
                  <a:txBody>
                    <a:bodyPr/>
                    <a:lstStyle/>
                    <a:p>
                      <a:r>
                        <a:rPr lang="fr-FR" sz="1200" b="1" dirty="0">
                          <a:solidFill>
                            <a:schemeClr val="bg1"/>
                          </a:solidFill>
                        </a:rPr>
                        <a:t>Etape de l’événement</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r>
                        <a:rPr lang="fr-FR" sz="1200" dirty="0"/>
                        <a:t>22/05</a:t>
                      </a:r>
                    </a:p>
                    <a:p>
                      <a:r>
                        <a:rPr lang="fr-FR" sz="1200" dirty="0"/>
                        <a:t>09:30</a:t>
                      </a:r>
                    </a:p>
                  </a:txBody>
                  <a:tcPr/>
                </a:tc>
                <a:tc>
                  <a:txBody>
                    <a:bodyPr/>
                    <a:lstStyle/>
                    <a:p>
                      <a:r>
                        <a:rPr lang="fr-FR" sz="1200" dirty="0"/>
                        <a:t>Introduction</a:t>
                      </a:r>
                    </a:p>
                  </a:txBody>
                  <a:tcPr/>
                </a:tc>
                <a:tc>
                  <a:txBody>
                    <a:bodyPr/>
                    <a:lstStyle/>
                    <a:p>
                      <a:pPr marL="285750" indent="-285750">
                        <a:buFont typeface="Wingdings" panose="05000000000000000000" pitchFamily="2" charset="2"/>
                        <a:buChar char="q"/>
                      </a:pPr>
                      <a:r>
                        <a:rPr lang="fr-FR" sz="1200" dirty="0"/>
                        <a:t>Vérifier que tout le monde est entré</a:t>
                      </a:r>
                    </a:p>
                  </a:txBody>
                  <a:tcPr/>
                </a:tc>
                <a:tc>
                  <a:txBody>
                    <a:bodyPr/>
                    <a:lstStyle/>
                    <a:p>
                      <a:endParaRPr lang="fr-FR" sz="1200" dirty="0"/>
                    </a:p>
                  </a:txBody>
                  <a:tcPr/>
                </a:tc>
                <a:extLst>
                  <a:ext uri="{0D108BD9-81ED-4DB2-BD59-A6C34878D82A}">
                    <a16:rowId xmlns:a16="http://schemas.microsoft.com/office/drawing/2014/main" val="959660800"/>
                  </a:ext>
                </a:extLst>
              </a:tr>
              <a:tr h="238607">
                <a:tc>
                  <a:txBody>
                    <a:bodyPr/>
                    <a:lstStyle/>
                    <a:p>
                      <a:r>
                        <a:rPr lang="fr-FR" sz="1200" dirty="0"/>
                        <a:t>22/05</a:t>
                      </a:r>
                    </a:p>
                    <a:p>
                      <a:r>
                        <a:rPr lang="fr-FR" sz="1200" dirty="0"/>
                        <a:t>10:00-11:45</a:t>
                      </a:r>
                    </a:p>
                  </a:txBody>
                  <a:tcPr/>
                </a:tc>
                <a:tc>
                  <a:txBody>
                    <a:bodyPr/>
                    <a:lstStyle/>
                    <a:p>
                      <a:endParaRPr lang="fr-FR" sz="1200" dirty="0"/>
                    </a:p>
                  </a:txBody>
                  <a:tcPr/>
                </a:tc>
                <a:tc>
                  <a:txBody>
                    <a:bodyPr/>
                    <a:lstStyle/>
                    <a:p>
                      <a:pPr marL="285750" indent="-285750">
                        <a:buFont typeface="Wingdings" panose="05000000000000000000" pitchFamily="2" charset="2"/>
                        <a:buChar char="q"/>
                      </a:pPr>
                      <a:r>
                        <a:rPr lang="fr-FR" sz="1200" dirty="0"/>
                        <a:t>Faire travailler les groupes sur le plan 2035</a:t>
                      </a:r>
                    </a:p>
                  </a:txBody>
                  <a:tcPr/>
                </a:tc>
                <a:tc>
                  <a:txBody>
                    <a:bodyPr/>
                    <a:lstStyle/>
                    <a:p>
                      <a:r>
                        <a:rPr lang="fr-FR" sz="1200" dirty="0"/>
                        <a:t>Attention à l’arrivée tardive des membres de la direction</a:t>
                      </a:r>
                    </a:p>
                  </a:txBody>
                  <a:tcPr/>
                </a:tc>
                <a:extLst>
                  <a:ext uri="{0D108BD9-81ED-4DB2-BD59-A6C34878D82A}">
                    <a16:rowId xmlns:a16="http://schemas.microsoft.com/office/drawing/2014/main" val="3367851315"/>
                  </a:ext>
                </a:extLst>
              </a:tr>
              <a:tr h="238607">
                <a:tc>
                  <a:txBody>
                    <a:bodyPr/>
                    <a:lstStyle/>
                    <a:p>
                      <a:r>
                        <a:rPr lang="fr-FR" sz="1200" dirty="0"/>
                        <a:t>22/05</a:t>
                      </a:r>
                    </a:p>
                    <a:p>
                      <a:r>
                        <a:rPr lang="fr-FR" sz="1200" dirty="0"/>
                        <a:t>12:00-12:30</a:t>
                      </a:r>
                    </a:p>
                  </a:txBody>
                  <a:tcPr/>
                </a:tc>
                <a:tc>
                  <a:txBody>
                    <a:bodyPr/>
                    <a:lstStyle/>
                    <a:p>
                      <a:r>
                        <a:rPr lang="fr-FR" sz="1200" dirty="0"/>
                        <a:t>Pause </a:t>
                      </a:r>
                      <a:r>
                        <a:rPr lang="fr-FR" sz="1200" dirty="0" err="1"/>
                        <a:t>Dej</a:t>
                      </a:r>
                      <a:endParaRPr lang="fr-FR" sz="1200" dirty="0"/>
                    </a:p>
                  </a:txBody>
                  <a:tcPr/>
                </a:tc>
                <a:tc>
                  <a:txBody>
                    <a:bodyPr/>
                    <a:lstStyle/>
                    <a:p>
                      <a:pPr marL="285750" indent="-285750">
                        <a:buFont typeface="Wingdings" panose="05000000000000000000" pitchFamily="2" charset="2"/>
                        <a:buChar char="q"/>
                      </a:pPr>
                      <a:r>
                        <a:rPr lang="fr-FR" sz="1200" dirty="0"/>
                        <a:t>Rapporter les feuilles de travail des différents groupes pour saisie par Derrick</a:t>
                      </a:r>
                    </a:p>
                  </a:txBody>
                  <a:tcPr/>
                </a:tc>
                <a:tc>
                  <a:txBody>
                    <a:bodyPr/>
                    <a:lstStyle/>
                    <a:p>
                      <a:r>
                        <a:rPr lang="fr-FR" sz="1200" dirty="0"/>
                        <a:t>Au cas où, prendre des photos avant, si c’est plus pratique envoyer les photos et jeter les feuilles</a:t>
                      </a:r>
                    </a:p>
                  </a:txBody>
                  <a:tcPr/>
                </a:tc>
                <a:extLst>
                  <a:ext uri="{0D108BD9-81ED-4DB2-BD59-A6C34878D82A}">
                    <a16:rowId xmlns:a16="http://schemas.microsoft.com/office/drawing/2014/main" val="3527615376"/>
                  </a:ext>
                </a:extLst>
              </a:tr>
              <a:tr h="238607">
                <a:tc>
                  <a:txBody>
                    <a:bodyPr/>
                    <a:lstStyle/>
                    <a:p>
                      <a:r>
                        <a:rPr lang="fr-FR" sz="1200" dirty="0"/>
                        <a:t>22/05</a:t>
                      </a:r>
                    </a:p>
                    <a:p>
                      <a:r>
                        <a:rPr lang="fr-FR" sz="1200" dirty="0"/>
                        <a:t>18:00</a:t>
                      </a:r>
                    </a:p>
                  </a:txBody>
                  <a:tcPr/>
                </a:tc>
                <a:tc>
                  <a:txBody>
                    <a:bodyPr/>
                    <a:lstStyle/>
                    <a:p>
                      <a:r>
                        <a:rPr lang="fr-FR" sz="1200" dirty="0"/>
                        <a:t>Fermeture de l’événement</a:t>
                      </a:r>
                    </a:p>
                  </a:txBody>
                  <a:tcPr/>
                </a:tc>
                <a:tc>
                  <a:txBody>
                    <a:bodyPr/>
                    <a:lstStyle/>
                    <a:p>
                      <a:pPr marL="285750" indent="-285750">
                        <a:buFont typeface="Wingdings" panose="05000000000000000000" pitchFamily="2" charset="2"/>
                        <a:buChar char="q"/>
                      </a:pPr>
                      <a:r>
                        <a:rPr lang="fr-FR" sz="1200" dirty="0"/>
                        <a:t>Demander aux membres de mettre le feedback sur le mur de feedback</a:t>
                      </a:r>
                    </a:p>
                  </a:txBody>
                  <a:tcPr/>
                </a:tc>
                <a:tc>
                  <a:txBody>
                    <a:bodyPr/>
                    <a:lstStyle/>
                    <a:p>
                      <a:r>
                        <a:rPr lang="fr-FR" sz="1200" dirty="0"/>
                        <a:t>Avoir assez de matériel près du mur de feedback</a:t>
                      </a:r>
                    </a:p>
                  </a:txBody>
                  <a:tcPr/>
                </a:tc>
                <a:extLst>
                  <a:ext uri="{0D108BD9-81ED-4DB2-BD59-A6C34878D82A}">
                    <a16:rowId xmlns:a16="http://schemas.microsoft.com/office/drawing/2014/main" val="74203928"/>
                  </a:ext>
                </a:extLst>
              </a:tr>
            </a:tbl>
          </a:graphicData>
        </a:graphic>
      </p:graphicFrame>
      <p:graphicFrame>
        <p:nvGraphicFramePr>
          <p:cNvPr id="15" name="Tableau 4">
            <a:extLst>
              <a:ext uri="{FF2B5EF4-FFF2-40B4-BE49-F238E27FC236}">
                <a16:creationId xmlns:a16="http://schemas.microsoft.com/office/drawing/2014/main" id="{D04D17C6-C657-0599-0C1B-E48051D50D1D}"/>
              </a:ext>
            </a:extLst>
          </p:cNvPr>
          <p:cNvGraphicFramePr>
            <a:graphicFrameLocks/>
          </p:cNvGraphicFramePr>
          <p:nvPr>
            <p:extLst>
              <p:ext uri="{D42A27DB-BD31-4B8C-83A1-F6EECF244321}">
                <p14:modId xmlns:p14="http://schemas.microsoft.com/office/powerpoint/2010/main" val="859622124"/>
              </p:ext>
            </p:extLst>
          </p:nvPr>
        </p:nvGraphicFramePr>
        <p:xfrm>
          <a:off x="838199" y="1908517"/>
          <a:ext cx="10515598" cy="1097280"/>
        </p:xfrm>
        <a:graphic>
          <a:graphicData uri="http://schemas.openxmlformats.org/drawingml/2006/table">
            <a:tbl>
              <a:tblPr bandRow="1">
                <a:tableStyleId>{5C22544A-7EE6-4342-B048-85BDC9FD1C3A}</a:tableStyleId>
              </a:tblPr>
              <a:tblGrid>
                <a:gridCol w="1190898">
                  <a:extLst>
                    <a:ext uri="{9D8B030D-6E8A-4147-A177-3AD203B41FA5}">
                      <a16:colId xmlns:a16="http://schemas.microsoft.com/office/drawing/2014/main" val="2259587198"/>
                    </a:ext>
                  </a:extLst>
                </a:gridCol>
                <a:gridCol w="4911634">
                  <a:extLst>
                    <a:ext uri="{9D8B030D-6E8A-4147-A177-3AD203B41FA5}">
                      <a16:colId xmlns:a16="http://schemas.microsoft.com/office/drawing/2014/main" val="1333595804"/>
                    </a:ext>
                  </a:extLst>
                </a:gridCol>
                <a:gridCol w="4413066">
                  <a:extLst>
                    <a:ext uri="{9D8B030D-6E8A-4147-A177-3AD203B41FA5}">
                      <a16:colId xmlns:a16="http://schemas.microsoft.com/office/drawing/2014/main" val="1776630008"/>
                    </a:ext>
                  </a:extLst>
                </a:gridCol>
              </a:tblGrid>
              <a:tr h="238607">
                <a:tc gridSpan="3">
                  <a:txBody>
                    <a:bodyPr/>
                    <a:lstStyle/>
                    <a:p>
                      <a:r>
                        <a:rPr lang="fr-FR" sz="1200" b="1" dirty="0"/>
                        <a:t>AVANT l’événement :</a:t>
                      </a:r>
                    </a:p>
                  </a:txBody>
                  <a:tcPr>
                    <a:solidFill>
                      <a:srgbClr val="ED7D31"/>
                    </a:solidFill>
                  </a:tcPr>
                </a:tc>
                <a:tc hMerge="1">
                  <a:txBody>
                    <a:bodyPr/>
                    <a:lstStyle/>
                    <a:p>
                      <a:endParaRPr lang="fr-FR" sz="1200" dirty="0"/>
                    </a:p>
                  </a:txBody>
                  <a:tcPr>
                    <a:solidFill>
                      <a:srgbClr val="ED7D31"/>
                    </a:solidFill>
                  </a:tcPr>
                </a:tc>
                <a:tc hMerge="1">
                  <a:txBody>
                    <a:bodyPr/>
                    <a:lstStyle/>
                    <a:p>
                      <a:endParaRPr lang="fr-FR" sz="1200" dirty="0"/>
                    </a:p>
                  </a:txBody>
                  <a:tcPr>
                    <a:solidFill>
                      <a:srgbClr val="ED7D31"/>
                    </a:solidFill>
                  </a:tcPr>
                </a:tc>
                <a:extLst>
                  <a:ext uri="{0D108BD9-81ED-4DB2-BD59-A6C34878D82A}">
                    <a16:rowId xmlns:a16="http://schemas.microsoft.com/office/drawing/2014/main" val="1851414132"/>
                  </a:ext>
                </a:extLst>
              </a:tr>
              <a:tr h="238607">
                <a:tc>
                  <a:txBody>
                    <a:bodyPr/>
                    <a:lstStyle/>
                    <a:p>
                      <a:r>
                        <a:rPr lang="fr-FR" sz="1200" b="1" dirty="0">
                          <a:solidFill>
                            <a:schemeClr val="bg1"/>
                          </a:solidFill>
                        </a:rPr>
                        <a:t>Date limite</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r>
                        <a:rPr lang="fr-FR" sz="1200" dirty="0"/>
                        <a:t>J-1</a:t>
                      </a:r>
                    </a:p>
                  </a:txBody>
                  <a:tcPr/>
                </a:tc>
                <a:tc>
                  <a:txBody>
                    <a:bodyPr/>
                    <a:lstStyle/>
                    <a:p>
                      <a:pPr marL="285750" indent="-285750">
                        <a:buFont typeface="Wingdings" panose="05000000000000000000" pitchFamily="2" charset="2"/>
                        <a:buChar char="q"/>
                      </a:pPr>
                      <a:r>
                        <a:rPr lang="fr-FR" sz="1200" dirty="0"/>
                        <a:t>Acheter et Apporter les feutres </a:t>
                      </a:r>
                    </a:p>
                  </a:txBody>
                  <a:tcPr/>
                </a:tc>
                <a:tc>
                  <a:txBody>
                    <a:bodyPr/>
                    <a:lstStyle/>
                    <a:p>
                      <a:r>
                        <a:rPr lang="fr-FR" sz="1200" dirty="0"/>
                        <a:t>30 feutres au moins, neufs si possibles</a:t>
                      </a:r>
                    </a:p>
                  </a:txBody>
                  <a:tcPr/>
                </a:tc>
                <a:extLst>
                  <a:ext uri="{0D108BD9-81ED-4DB2-BD59-A6C34878D82A}">
                    <a16:rowId xmlns:a16="http://schemas.microsoft.com/office/drawing/2014/main" val="959660800"/>
                  </a:ext>
                </a:extLst>
              </a:tr>
              <a:tr h="238607">
                <a:tc>
                  <a:txBody>
                    <a:bodyPr/>
                    <a:lstStyle/>
                    <a:p>
                      <a:r>
                        <a:rPr lang="fr-FR" sz="1200" dirty="0"/>
                        <a:t>H-2</a:t>
                      </a:r>
                    </a:p>
                  </a:txBody>
                  <a:tcPr/>
                </a:tc>
                <a:tc>
                  <a:txBody>
                    <a:bodyPr/>
                    <a:lstStyle/>
                    <a:p>
                      <a:pPr marL="285750" indent="-285750">
                        <a:buFont typeface="Wingdings" panose="05000000000000000000" pitchFamily="2" charset="2"/>
                        <a:buChar char="q"/>
                      </a:pPr>
                      <a:r>
                        <a:rPr lang="fr-FR" sz="1200" dirty="0"/>
                        <a:t>Disposer les post-</a:t>
                      </a:r>
                      <a:r>
                        <a:rPr lang="fr-FR" sz="1200" dirty="0" err="1"/>
                        <a:t>its</a:t>
                      </a:r>
                      <a:r>
                        <a:rPr lang="fr-FR" sz="1200" dirty="0"/>
                        <a:t> dans les salles et sur les tables</a:t>
                      </a:r>
                    </a:p>
                  </a:txBody>
                  <a:tcPr/>
                </a:tc>
                <a:tc>
                  <a:txBody>
                    <a:bodyPr/>
                    <a:lstStyle/>
                    <a:p>
                      <a:r>
                        <a:rPr lang="fr-FR" sz="1200" dirty="0"/>
                        <a:t>Veiller à ce qu’il y ait 3 couleurs au moins sur chaque table</a:t>
                      </a:r>
                    </a:p>
                  </a:txBody>
                  <a:tcPr/>
                </a:tc>
                <a:extLst>
                  <a:ext uri="{0D108BD9-81ED-4DB2-BD59-A6C34878D82A}">
                    <a16:rowId xmlns:a16="http://schemas.microsoft.com/office/drawing/2014/main" val="2034782047"/>
                  </a:ext>
                </a:extLst>
              </a:tr>
            </a:tbl>
          </a:graphicData>
        </a:graphic>
      </p:graphicFrame>
      <p:sp>
        <p:nvSpPr>
          <p:cNvPr id="16" name="Titre 1">
            <a:extLst>
              <a:ext uri="{FF2B5EF4-FFF2-40B4-BE49-F238E27FC236}">
                <a16:creationId xmlns:a16="http://schemas.microsoft.com/office/drawing/2014/main" id="{985B3C83-B6F0-BAD1-8746-643F63F6E598}"/>
              </a:ext>
            </a:extLst>
          </p:cNvPr>
          <p:cNvSpPr txBox="1">
            <a:spLocks/>
          </p:cNvSpPr>
          <p:nvPr/>
        </p:nvSpPr>
        <p:spPr>
          <a:xfrm>
            <a:off x="0" y="6352788"/>
            <a:ext cx="4406537" cy="5052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200" dirty="0"/>
              <a:t>#OSG Workshop Design Cards </a:t>
            </a:r>
          </a:p>
          <a:p>
            <a:r>
              <a:rPr lang="fr-FR" sz="1200" dirty="0"/>
              <a:t>Cette feuille résume le plus important mais ne vous limite pas à cela</a:t>
            </a:r>
          </a:p>
        </p:txBody>
      </p:sp>
    </p:spTree>
    <p:extLst>
      <p:ext uri="{BB962C8B-B14F-4D97-AF65-F5344CB8AC3E}">
        <p14:creationId xmlns:p14="http://schemas.microsoft.com/office/powerpoint/2010/main" val="237987418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653227-1E4C-4E88-A612-B5939E7F39E1}"/>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B. Préparation pour chaque individu</a:t>
            </a:r>
            <a:br>
              <a:rPr lang="fr-FR" sz="2800" dirty="0"/>
            </a:br>
            <a:r>
              <a:rPr lang="fr-FR" sz="2800" dirty="0"/>
              <a:t>Dans quels formats pouvez vous reproduire cette fiche ?</a:t>
            </a:r>
          </a:p>
        </p:txBody>
      </p:sp>
      <p:sp>
        <p:nvSpPr>
          <p:cNvPr id="3" name="Espace réservé du contenu 2">
            <a:extLst>
              <a:ext uri="{FF2B5EF4-FFF2-40B4-BE49-F238E27FC236}">
                <a16:creationId xmlns:a16="http://schemas.microsoft.com/office/drawing/2014/main" id="{C20F9F51-74AE-F2E0-46A9-EB1F16949E05}"/>
              </a:ext>
            </a:extLst>
          </p:cNvPr>
          <p:cNvSpPr>
            <a:spLocks noGrp="1"/>
          </p:cNvSpPr>
          <p:nvPr>
            <p:ph idx="1"/>
          </p:nvPr>
        </p:nvSpPr>
        <p:spPr>
          <a:xfrm>
            <a:off x="2499357" y="1913142"/>
            <a:ext cx="6653349" cy="4351338"/>
          </a:xfrm>
        </p:spPr>
        <p:txBody>
          <a:bodyPr>
            <a:normAutofit lnSpcReduction="10000"/>
          </a:bodyPr>
          <a:lstStyle/>
          <a:p>
            <a:pPr marL="0" indent="0">
              <a:buNone/>
            </a:pPr>
            <a:r>
              <a:rPr lang="fr-FR" sz="2000" dirty="0"/>
              <a:t>Le but de Workshop Design Cards est de vous aider à maîtriser les éléments opérationnels de votre préparation. La fiche résumée des tâches est un outil que vous pouvez adapter au format qui vous convient le mieux.</a:t>
            </a:r>
          </a:p>
          <a:p>
            <a:endParaRPr lang="fr-FR" sz="2000" dirty="0"/>
          </a:p>
          <a:p>
            <a:pPr marL="0" indent="0">
              <a:buNone/>
            </a:pPr>
            <a:r>
              <a:rPr lang="fr-FR" sz="2000" dirty="0"/>
              <a:t>Une fiche papier </a:t>
            </a:r>
          </a:p>
          <a:p>
            <a:pPr lvl="1"/>
            <a:r>
              <a:rPr lang="fr-FR" sz="1600" dirty="0"/>
              <a:t>Avantages : pas besoin d’un téléphone chargé, lisible. </a:t>
            </a:r>
          </a:p>
          <a:p>
            <a:pPr lvl="1"/>
            <a:r>
              <a:rPr lang="fr-FR" sz="1600" dirty="0"/>
              <a:t>Inconvénient : Peut se perdre, encombrant, difficile à manipuler si plein de feuilles, utilise des feuilles</a:t>
            </a:r>
          </a:p>
          <a:p>
            <a:endParaRPr lang="fr-FR" sz="2000" dirty="0"/>
          </a:p>
          <a:p>
            <a:endParaRPr lang="fr-FR" sz="2000" dirty="0"/>
          </a:p>
          <a:p>
            <a:pPr marL="0" indent="0">
              <a:buNone/>
            </a:pPr>
            <a:r>
              <a:rPr lang="fr-FR" sz="2000" dirty="0"/>
              <a:t>Un document / une application sur téléphone </a:t>
            </a:r>
          </a:p>
          <a:p>
            <a:pPr lvl="1"/>
            <a:r>
              <a:rPr lang="fr-FR" sz="1600" dirty="0"/>
              <a:t>Avantages : peut se retrouver plus facilement car ce n’est pas un objet</a:t>
            </a:r>
          </a:p>
          <a:p>
            <a:pPr lvl="1"/>
            <a:r>
              <a:rPr lang="fr-FR" sz="1600" dirty="0"/>
              <a:t>Inconvénient : A besoin d’être bien rangé dans le téléphone pour ne pas le perdre, moins lisible. </a:t>
            </a:r>
          </a:p>
        </p:txBody>
      </p:sp>
      <p:pic>
        <p:nvPicPr>
          <p:cNvPr id="5" name="Graphique 4" descr="Smartphone avec un remplissage uni">
            <a:extLst>
              <a:ext uri="{FF2B5EF4-FFF2-40B4-BE49-F238E27FC236}">
                <a16:creationId xmlns:a16="http://schemas.microsoft.com/office/drawing/2014/main" id="{138E33CA-C0C6-014F-76CC-81DBE2F5DF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0560" y="4939937"/>
            <a:ext cx="1828799" cy="1828799"/>
          </a:xfrm>
          <a:prstGeom prst="rect">
            <a:avLst/>
          </a:prstGeom>
        </p:spPr>
      </p:pic>
      <p:pic>
        <p:nvPicPr>
          <p:cNvPr id="7" name="Graphique 6" descr="Presse-papiers vérifié avec un remplissage uni">
            <a:extLst>
              <a:ext uri="{FF2B5EF4-FFF2-40B4-BE49-F238E27FC236}">
                <a16:creationId xmlns:a16="http://schemas.microsoft.com/office/drawing/2014/main" id="{8F3EFD3B-C88D-FE7E-843A-552AC6452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5467" y="5384844"/>
            <a:ext cx="938983" cy="938983"/>
          </a:xfrm>
          <a:prstGeom prst="rect">
            <a:avLst/>
          </a:prstGeom>
        </p:spPr>
      </p:pic>
      <p:pic>
        <p:nvPicPr>
          <p:cNvPr id="8" name="Graphique 7" descr="Presse-papiers vérifié avec un remplissage uni">
            <a:extLst>
              <a:ext uri="{FF2B5EF4-FFF2-40B4-BE49-F238E27FC236}">
                <a16:creationId xmlns:a16="http://schemas.microsoft.com/office/drawing/2014/main" id="{6B065061-3D11-8E48-1497-1E4D8C5222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5115" y="2942860"/>
            <a:ext cx="1479687" cy="1479687"/>
          </a:xfrm>
          <a:prstGeom prst="rect">
            <a:avLst/>
          </a:prstGeom>
        </p:spPr>
      </p:pic>
    </p:spTree>
    <p:extLst>
      <p:ext uri="{BB962C8B-B14F-4D97-AF65-F5344CB8AC3E}">
        <p14:creationId xmlns:p14="http://schemas.microsoft.com/office/powerpoint/2010/main" val="222528538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F536D-0D74-FDF0-0A29-AC80C3F60251}"/>
              </a:ext>
            </a:extLst>
          </p:cNvPr>
          <p:cNvSpPr>
            <a:spLocks noGrp="1"/>
          </p:cNvSpPr>
          <p:nvPr>
            <p:ph type="title"/>
          </p:nvPr>
        </p:nvSpPr>
        <p:spPr/>
        <p:txBody>
          <a:bodyPr/>
          <a:lstStyle/>
          <a:p>
            <a:r>
              <a:rPr lang="fr-FR" sz="4400" dirty="0"/>
              <a:t>Extension V7 : Préparation de l’événement</a:t>
            </a:r>
            <a:br>
              <a:rPr lang="fr-FR" dirty="0"/>
            </a:br>
            <a:r>
              <a:rPr lang="fr-FR" dirty="0"/>
              <a:t>C. Préparation du collectif</a:t>
            </a:r>
          </a:p>
        </p:txBody>
      </p:sp>
      <p:sp>
        <p:nvSpPr>
          <p:cNvPr id="3" name="Espace réservé du contenu 2">
            <a:extLst>
              <a:ext uri="{FF2B5EF4-FFF2-40B4-BE49-F238E27FC236}">
                <a16:creationId xmlns:a16="http://schemas.microsoft.com/office/drawing/2014/main" id="{E81399C3-260A-468B-7050-03A98A5B9837}"/>
              </a:ext>
            </a:extLst>
          </p:cNvPr>
          <p:cNvSpPr>
            <a:spLocks noGrp="1"/>
          </p:cNvSpPr>
          <p:nvPr>
            <p:ph idx="1"/>
          </p:nvPr>
        </p:nvSpPr>
        <p:spPr>
          <a:xfrm>
            <a:off x="3648890" y="1825625"/>
            <a:ext cx="8445137" cy="4351338"/>
          </a:xfrm>
        </p:spPr>
        <p:txBody>
          <a:bodyPr>
            <a:noAutofit/>
          </a:bodyPr>
          <a:lstStyle/>
          <a:p>
            <a:r>
              <a:rPr lang="fr-FR" sz="1400" dirty="0"/>
              <a:t>Les événements de grande taille peuvent parfois avoir des imprévus ou des incertitudes qui dont on aura les réponses en direct le jour même.</a:t>
            </a:r>
          </a:p>
          <a:p>
            <a:r>
              <a:rPr lang="fr-FR" sz="1400" dirty="0"/>
              <a:t>Exemples : des participants qui ne sont pas allés au bon endroit, du matériel qui tombe en panne, du retard.</a:t>
            </a:r>
          </a:p>
          <a:p>
            <a:endParaRPr lang="fr-FR" sz="1400" dirty="0"/>
          </a:p>
          <a:p>
            <a:r>
              <a:rPr lang="fr-FR" sz="1400" dirty="0"/>
              <a:t>La gestion de ces imprévus en direct peut nécessiter de la coordination entre les organisateurs, et parfois une prise de décision. </a:t>
            </a:r>
          </a:p>
          <a:p>
            <a:endParaRPr lang="fr-FR" sz="1400" dirty="0"/>
          </a:p>
          <a:p>
            <a:r>
              <a:rPr lang="fr-FR" sz="1400" dirty="0"/>
              <a:t>Une mauvaise gestion de ces crises peut prendre la forme de :</a:t>
            </a:r>
          </a:p>
          <a:p>
            <a:pPr lvl="1"/>
            <a:r>
              <a:rPr lang="fr-FR" sz="1400" dirty="0"/>
              <a:t>Messages d’urgence et questions qui sont écrits dans le vide (personne ne les a vu, ou bien </a:t>
            </a:r>
            <a:r>
              <a:rPr lang="fr-FR" sz="1400" dirty="0" err="1"/>
              <a:t>bien</a:t>
            </a:r>
            <a:r>
              <a:rPr lang="fr-FR" sz="1400" dirty="0"/>
              <a:t> trop tard)</a:t>
            </a:r>
          </a:p>
          <a:p>
            <a:pPr lvl="1"/>
            <a:r>
              <a:rPr lang="fr-FR" sz="1400" dirty="0"/>
              <a:t>Indécision qui fait traîner un problème (par exemple, des participants qui attendent une décision des organisateurs)</a:t>
            </a:r>
          </a:p>
          <a:p>
            <a:pPr lvl="1"/>
            <a:r>
              <a:rPr lang="fr-FR" sz="1400" dirty="0"/>
              <a:t>Décision prise sans concertation qui créé des effets de bords (par exemple, la décision de se déplacer dans une autre salle prise par un organisateur, ce qui pousse un autre pas prévenu à aller dans une autre salle)</a:t>
            </a:r>
          </a:p>
          <a:p>
            <a:pPr lvl="1"/>
            <a:endParaRPr lang="fr-FR" sz="1400" dirty="0"/>
          </a:p>
          <a:p>
            <a:r>
              <a:rPr lang="fr-FR" sz="1400" dirty="0"/>
              <a:t>Cette partie des Workshop Design Cards est </a:t>
            </a:r>
            <a:r>
              <a:rPr lang="fr-FR" sz="1400" b="1" dirty="0"/>
              <a:t>une checklist de questions à se poser</a:t>
            </a:r>
            <a:r>
              <a:rPr lang="fr-FR" sz="1400" dirty="0"/>
              <a:t> en tant que collectif d’organisateurs, en préparation du jour J.</a:t>
            </a:r>
          </a:p>
          <a:p>
            <a:pPr lvl="1"/>
            <a:endParaRPr lang="fr-FR" sz="1400" dirty="0"/>
          </a:p>
        </p:txBody>
      </p:sp>
      <p:pic>
        <p:nvPicPr>
          <p:cNvPr id="4" name="Graphique 3" descr="Contour de visage avec le tournis contour">
            <a:extLst>
              <a:ext uri="{FF2B5EF4-FFF2-40B4-BE49-F238E27FC236}">
                <a16:creationId xmlns:a16="http://schemas.microsoft.com/office/drawing/2014/main" id="{3EF2DC49-A128-904E-F671-75C74A87F29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6627" y="3212909"/>
            <a:ext cx="750025" cy="750025"/>
          </a:xfrm>
          <a:prstGeom prst="rect">
            <a:avLst/>
          </a:prstGeom>
        </p:spPr>
      </p:pic>
      <p:pic>
        <p:nvPicPr>
          <p:cNvPr id="5" name="Graphique 4" descr="Contour de visage étourdi contour">
            <a:extLst>
              <a:ext uri="{FF2B5EF4-FFF2-40B4-BE49-F238E27FC236}">
                <a16:creationId xmlns:a16="http://schemas.microsoft.com/office/drawing/2014/main" id="{3A28E5B9-A785-18A8-2C54-028659089F8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3794" y="4366988"/>
            <a:ext cx="950427" cy="950427"/>
          </a:xfrm>
          <a:prstGeom prst="rect">
            <a:avLst/>
          </a:prstGeom>
        </p:spPr>
      </p:pic>
      <p:pic>
        <p:nvPicPr>
          <p:cNvPr id="6" name="Graphique 5" descr="Contour de visage fatigué contour">
            <a:extLst>
              <a:ext uri="{FF2B5EF4-FFF2-40B4-BE49-F238E27FC236}">
                <a16:creationId xmlns:a16="http://schemas.microsoft.com/office/drawing/2014/main" id="{1AC67F55-074B-843D-58C2-7CABDE3B1A9D}"/>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649684" y="2478574"/>
            <a:ext cx="950426" cy="950426"/>
          </a:xfrm>
          <a:prstGeom prst="rect">
            <a:avLst/>
          </a:prstGeom>
        </p:spPr>
      </p:pic>
      <p:pic>
        <p:nvPicPr>
          <p:cNvPr id="9" name="Graphique 8" descr="Contour de visage en colère avec un remplissage uni">
            <a:extLst>
              <a:ext uri="{FF2B5EF4-FFF2-40B4-BE49-F238E27FC236}">
                <a16:creationId xmlns:a16="http://schemas.microsoft.com/office/drawing/2014/main" id="{741C55C7-734C-36D9-C208-15594D6DC1E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71744" y="4796222"/>
            <a:ext cx="950427" cy="950427"/>
          </a:xfrm>
          <a:prstGeom prst="rect">
            <a:avLst/>
          </a:prstGeom>
        </p:spPr>
      </p:pic>
      <p:pic>
        <p:nvPicPr>
          <p:cNvPr id="10" name="Graphique 9" descr="Explosion avec un remplissage uni">
            <a:extLst>
              <a:ext uri="{FF2B5EF4-FFF2-40B4-BE49-F238E27FC236}">
                <a16:creationId xmlns:a16="http://schemas.microsoft.com/office/drawing/2014/main" id="{FBDFBA15-5BC7-826D-655F-A68CA602F9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24897" y="2844869"/>
            <a:ext cx="750026" cy="750026"/>
          </a:xfrm>
          <a:prstGeom prst="rect">
            <a:avLst/>
          </a:prstGeom>
        </p:spPr>
      </p:pic>
      <p:pic>
        <p:nvPicPr>
          <p:cNvPr id="11" name="Graphique 10" descr="Explosion avec un remplissage uni">
            <a:extLst>
              <a:ext uri="{FF2B5EF4-FFF2-40B4-BE49-F238E27FC236}">
                <a16:creationId xmlns:a16="http://schemas.microsoft.com/office/drawing/2014/main" id="{1E365034-623A-7EA0-A897-A36521679E4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26542" y="5198745"/>
            <a:ext cx="750026" cy="750026"/>
          </a:xfrm>
          <a:prstGeom prst="rect">
            <a:avLst/>
          </a:prstGeom>
        </p:spPr>
      </p:pic>
      <p:pic>
        <p:nvPicPr>
          <p:cNvPr id="12" name="Graphique 11" descr="Explosion avec un remplissage uni">
            <a:extLst>
              <a:ext uri="{FF2B5EF4-FFF2-40B4-BE49-F238E27FC236}">
                <a16:creationId xmlns:a16="http://schemas.microsoft.com/office/drawing/2014/main" id="{0B3F727F-3CDB-9061-5940-977F67C6DBC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79207" y="4796222"/>
            <a:ext cx="750026" cy="750026"/>
          </a:xfrm>
          <a:prstGeom prst="rect">
            <a:avLst/>
          </a:prstGeom>
        </p:spPr>
      </p:pic>
      <p:pic>
        <p:nvPicPr>
          <p:cNvPr id="13" name="Graphique 12" descr="Explosion avec un remplissage uni">
            <a:extLst>
              <a:ext uri="{FF2B5EF4-FFF2-40B4-BE49-F238E27FC236}">
                <a16:creationId xmlns:a16="http://schemas.microsoft.com/office/drawing/2014/main" id="{91ED859E-F142-86E6-D5CD-AAF321D113B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3345" y="3327325"/>
            <a:ext cx="750026" cy="750026"/>
          </a:xfrm>
          <a:prstGeom prst="rect">
            <a:avLst/>
          </a:prstGeom>
        </p:spPr>
      </p:pic>
    </p:spTree>
    <p:extLst>
      <p:ext uri="{BB962C8B-B14F-4D97-AF65-F5344CB8AC3E}">
        <p14:creationId xmlns:p14="http://schemas.microsoft.com/office/powerpoint/2010/main" val="28180290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959CB4-F05C-0208-55C3-ED434B1AD6A8}"/>
              </a:ext>
            </a:extLst>
          </p:cNvPr>
          <p:cNvSpPr>
            <a:spLocks noGrp="1"/>
          </p:cNvSpPr>
          <p:nvPr>
            <p:ph type="title"/>
          </p:nvPr>
        </p:nvSpPr>
        <p:spPr/>
        <p:txBody>
          <a:bodyPr>
            <a:noAutofit/>
          </a:bodyPr>
          <a:lstStyle/>
          <a:p>
            <a:r>
              <a:rPr lang="fr-FR" sz="3200" dirty="0"/>
              <a:t>Extension V7 : Préparation de l’événement</a:t>
            </a:r>
            <a:br>
              <a:rPr lang="fr-FR" sz="3200" dirty="0"/>
            </a:br>
            <a:r>
              <a:rPr lang="fr-FR" sz="3200" dirty="0"/>
              <a:t>C. Préparation du collectif</a:t>
            </a:r>
            <a:br>
              <a:rPr lang="fr-FR" sz="3200" dirty="0"/>
            </a:br>
            <a:r>
              <a:rPr lang="fr-FR" sz="3200" dirty="0"/>
              <a:t>Liste de questions </a:t>
            </a:r>
          </a:p>
        </p:txBody>
      </p:sp>
      <p:sp>
        <p:nvSpPr>
          <p:cNvPr id="3" name="Espace réservé du contenu 2">
            <a:extLst>
              <a:ext uri="{FF2B5EF4-FFF2-40B4-BE49-F238E27FC236}">
                <a16:creationId xmlns:a16="http://schemas.microsoft.com/office/drawing/2014/main" id="{1491DC75-BCAE-5071-FFE0-4F702EF4892E}"/>
              </a:ext>
            </a:extLst>
          </p:cNvPr>
          <p:cNvSpPr>
            <a:spLocks noGrp="1"/>
          </p:cNvSpPr>
          <p:nvPr>
            <p:ph idx="1"/>
          </p:nvPr>
        </p:nvSpPr>
        <p:spPr>
          <a:xfrm>
            <a:off x="3979816" y="2141537"/>
            <a:ext cx="3701143" cy="4351338"/>
          </a:xfrm>
        </p:spPr>
        <p:txBody>
          <a:bodyPr>
            <a:normAutofit fontScale="92500" lnSpcReduction="20000"/>
          </a:bodyPr>
          <a:lstStyle/>
          <a:p>
            <a:pPr marL="0" indent="0">
              <a:buNone/>
            </a:pPr>
            <a:r>
              <a:rPr lang="fr-FR" sz="1600" b="1" dirty="0"/>
              <a:t>Messages entre organisateurs : </a:t>
            </a:r>
            <a:r>
              <a:rPr lang="fr-FR" sz="1600" dirty="0"/>
              <a:t>Comment communiquer en privé entre organisateurs pendant l’événement ? </a:t>
            </a:r>
          </a:p>
          <a:p>
            <a:pPr marL="0" indent="0">
              <a:buNone/>
            </a:pPr>
            <a:endParaRPr lang="fr-FR" sz="1600" dirty="0"/>
          </a:p>
          <a:p>
            <a:pPr marL="0" indent="0">
              <a:buNone/>
            </a:pPr>
            <a:r>
              <a:rPr lang="fr-FR" sz="1600" b="1" dirty="0"/>
              <a:t>Décisions dans l’urgence : </a:t>
            </a:r>
            <a:r>
              <a:rPr lang="fr-FR" sz="1600" dirty="0"/>
              <a:t>Qui décide en cas d’imprévu critique ? Qui décide si cette personne est absente ?</a:t>
            </a:r>
          </a:p>
          <a:p>
            <a:pPr marL="0" indent="0">
              <a:buNone/>
            </a:pPr>
            <a:endParaRPr lang="fr-FR" sz="1600" dirty="0"/>
          </a:p>
          <a:p>
            <a:pPr marL="0" indent="0">
              <a:buNone/>
            </a:pPr>
            <a:r>
              <a:rPr lang="fr-FR" sz="1600" b="1" dirty="0"/>
              <a:t>Réalignement : </a:t>
            </a:r>
            <a:r>
              <a:rPr lang="fr-FR" sz="1600" dirty="0"/>
              <a:t>Est-ce qu’on se retrouve pendant l’événement entre organisateurs pour faire le point ? Si oui où et quand ?</a:t>
            </a:r>
          </a:p>
          <a:p>
            <a:pPr marL="0" indent="0">
              <a:buNone/>
            </a:pPr>
            <a:endParaRPr lang="fr-FR" sz="1600" dirty="0"/>
          </a:p>
          <a:p>
            <a:pPr marL="0" indent="0">
              <a:buNone/>
            </a:pPr>
            <a:r>
              <a:rPr lang="fr-FR" sz="1600" b="1" dirty="0"/>
              <a:t>Partage de Coordonnées </a:t>
            </a:r>
            <a:r>
              <a:rPr lang="fr-FR" sz="1600" dirty="0"/>
              <a:t>: Est-ce que chacun a suffisamment de coordonnées des autres membres de l’organisation ?</a:t>
            </a:r>
          </a:p>
          <a:p>
            <a:pPr marL="0" indent="0">
              <a:buNone/>
            </a:pPr>
            <a:endParaRPr lang="fr-FR" sz="1600" dirty="0"/>
          </a:p>
          <a:p>
            <a:pPr marL="0" indent="0">
              <a:buNone/>
            </a:pPr>
            <a:r>
              <a:rPr lang="fr-FR" sz="1600" b="1" dirty="0"/>
              <a:t>Pires imprévus : </a:t>
            </a:r>
            <a:r>
              <a:rPr lang="fr-FR" sz="1600" dirty="0"/>
              <a:t>Avons-nous des questions ou quelque chose à partager à propos des pires imprévus ?</a:t>
            </a:r>
          </a:p>
          <a:p>
            <a:pPr marL="0" indent="0">
              <a:buNone/>
            </a:pPr>
            <a:endParaRPr lang="fr-FR" sz="1600" dirty="0"/>
          </a:p>
          <a:p>
            <a:pPr marL="0" indent="0">
              <a:buNone/>
            </a:pPr>
            <a:endParaRPr lang="fr-FR" sz="1600" dirty="0"/>
          </a:p>
        </p:txBody>
      </p:sp>
      <p:grpSp>
        <p:nvGrpSpPr>
          <p:cNvPr id="17" name="Groupe 16">
            <a:extLst>
              <a:ext uri="{FF2B5EF4-FFF2-40B4-BE49-F238E27FC236}">
                <a16:creationId xmlns:a16="http://schemas.microsoft.com/office/drawing/2014/main" id="{1410A9A4-BC1D-BA29-5693-790846B8C670}"/>
              </a:ext>
            </a:extLst>
          </p:cNvPr>
          <p:cNvGrpSpPr/>
          <p:nvPr/>
        </p:nvGrpSpPr>
        <p:grpSpPr>
          <a:xfrm>
            <a:off x="3075412" y="1806373"/>
            <a:ext cx="1053537" cy="4618808"/>
            <a:chOff x="3075412" y="1806373"/>
            <a:chExt cx="1053537" cy="4618808"/>
          </a:xfrm>
        </p:grpSpPr>
        <p:pic>
          <p:nvPicPr>
            <p:cNvPr id="4" name="Graphique 3" descr="Explosion avec un remplissage uni">
              <a:extLst>
                <a:ext uri="{FF2B5EF4-FFF2-40B4-BE49-F238E27FC236}">
                  <a16:creationId xmlns:a16="http://schemas.microsoft.com/office/drawing/2014/main" id="{3DC2AA83-BB22-FDB4-C621-1AD94C7F3B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12914" y="5675155"/>
              <a:ext cx="750026" cy="750026"/>
            </a:xfrm>
            <a:prstGeom prst="rect">
              <a:avLst/>
            </a:prstGeom>
          </p:spPr>
        </p:pic>
        <p:pic>
          <p:nvPicPr>
            <p:cNvPr id="5" name="Graphique 4" descr="Smartphone avec un remplissage uni">
              <a:extLst>
                <a:ext uri="{FF2B5EF4-FFF2-40B4-BE49-F238E27FC236}">
                  <a16:creationId xmlns:a16="http://schemas.microsoft.com/office/drawing/2014/main" id="{423DAC4D-2FEC-CA39-C97A-144F30F284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29790" y="1806373"/>
              <a:ext cx="899159" cy="899159"/>
            </a:xfrm>
            <a:prstGeom prst="rect">
              <a:avLst/>
            </a:prstGeom>
          </p:spPr>
        </p:pic>
        <p:pic>
          <p:nvPicPr>
            <p:cNvPr id="6" name="Graphique 5" descr="Discours avec un remplissage uni">
              <a:extLst>
                <a:ext uri="{FF2B5EF4-FFF2-40B4-BE49-F238E27FC236}">
                  <a16:creationId xmlns:a16="http://schemas.microsoft.com/office/drawing/2014/main" id="{1A862098-57D8-3DBF-22EF-8AE356FC637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8052" y="2021614"/>
              <a:ext cx="375013" cy="375013"/>
            </a:xfrm>
            <a:prstGeom prst="rect">
              <a:avLst/>
            </a:prstGeom>
          </p:spPr>
        </p:pic>
        <p:pic>
          <p:nvPicPr>
            <p:cNvPr id="8" name="Graphique 7" descr="Panneau de signalisation avec un remplissage uni">
              <a:extLst>
                <a:ext uri="{FF2B5EF4-FFF2-40B4-BE49-F238E27FC236}">
                  <a16:creationId xmlns:a16="http://schemas.microsoft.com/office/drawing/2014/main" id="{62D0D24C-018E-67C1-EE53-BE3B2C6FDAC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357445" y="3018370"/>
              <a:ext cx="605495" cy="605495"/>
            </a:xfrm>
            <a:prstGeom prst="rect">
              <a:avLst/>
            </a:prstGeom>
          </p:spPr>
        </p:pic>
        <p:pic>
          <p:nvPicPr>
            <p:cNvPr id="9" name="Graphique 8" descr="Explosion avec un remplissage uni">
              <a:extLst>
                <a:ext uri="{FF2B5EF4-FFF2-40B4-BE49-F238E27FC236}">
                  <a16:creationId xmlns:a16="http://schemas.microsoft.com/office/drawing/2014/main" id="{13A3430A-EC89-B55D-DEFA-02D7B1405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74828" y="2732082"/>
              <a:ext cx="346398" cy="346398"/>
            </a:xfrm>
            <a:prstGeom prst="rect">
              <a:avLst/>
            </a:prstGeom>
          </p:spPr>
        </p:pic>
        <p:pic>
          <p:nvPicPr>
            <p:cNvPr id="10" name="Graphique 9" descr="Explosion avec un remplissage uni">
              <a:extLst>
                <a:ext uri="{FF2B5EF4-FFF2-40B4-BE49-F238E27FC236}">
                  <a16:creationId xmlns:a16="http://schemas.microsoft.com/office/drawing/2014/main" id="{83478ED7-2154-7321-BA86-237ACD44895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67819" y="2062157"/>
              <a:ext cx="233975" cy="233975"/>
            </a:xfrm>
            <a:prstGeom prst="rect">
              <a:avLst/>
            </a:prstGeom>
          </p:spPr>
        </p:pic>
        <p:pic>
          <p:nvPicPr>
            <p:cNvPr id="12" name="Graphique 11" descr="Utilisateurs avec un remplissage uni">
              <a:extLst>
                <a:ext uri="{FF2B5EF4-FFF2-40B4-BE49-F238E27FC236}">
                  <a16:creationId xmlns:a16="http://schemas.microsoft.com/office/drawing/2014/main" id="{A7D88AC8-0B52-B420-2679-B3501096DF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66410" y="3883207"/>
              <a:ext cx="658991" cy="658991"/>
            </a:xfrm>
            <a:prstGeom prst="rect">
              <a:avLst/>
            </a:prstGeom>
          </p:spPr>
        </p:pic>
        <p:pic>
          <p:nvPicPr>
            <p:cNvPr id="13" name="Graphique 12" descr="Explosion avec un remplissage uni">
              <a:extLst>
                <a:ext uri="{FF2B5EF4-FFF2-40B4-BE49-F238E27FC236}">
                  <a16:creationId xmlns:a16="http://schemas.microsoft.com/office/drawing/2014/main" id="{B74BAED3-18F7-6201-E95D-71FBD4276B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36939" y="3712168"/>
              <a:ext cx="346398" cy="346398"/>
            </a:xfrm>
            <a:prstGeom prst="rect">
              <a:avLst/>
            </a:prstGeom>
          </p:spPr>
        </p:pic>
        <p:pic>
          <p:nvPicPr>
            <p:cNvPr id="15" name="Graphique 14" descr="Carnet d'adresses avec un remplissage uni">
              <a:extLst>
                <a:ext uri="{FF2B5EF4-FFF2-40B4-BE49-F238E27FC236}">
                  <a16:creationId xmlns:a16="http://schemas.microsoft.com/office/drawing/2014/main" id="{D22F7677-59FE-4A7A-28A9-6EF7974338A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6850" y="4756400"/>
              <a:ext cx="567156" cy="567156"/>
            </a:xfrm>
            <a:prstGeom prst="rect">
              <a:avLst/>
            </a:prstGeom>
          </p:spPr>
        </p:pic>
        <p:pic>
          <p:nvPicPr>
            <p:cNvPr id="16" name="Graphique 15" descr="Explosion avec un remplissage uni">
              <a:extLst>
                <a:ext uri="{FF2B5EF4-FFF2-40B4-BE49-F238E27FC236}">
                  <a16:creationId xmlns:a16="http://schemas.microsoft.com/office/drawing/2014/main" id="{F9C40AB6-298B-6DA3-4D3E-C672B2ACC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75412" y="4720598"/>
              <a:ext cx="346398" cy="346398"/>
            </a:xfrm>
            <a:prstGeom prst="rect">
              <a:avLst/>
            </a:prstGeom>
          </p:spPr>
        </p:pic>
      </p:grpSp>
    </p:spTree>
    <p:extLst>
      <p:ext uri="{BB962C8B-B14F-4D97-AF65-F5344CB8AC3E}">
        <p14:creationId xmlns:p14="http://schemas.microsoft.com/office/powerpoint/2010/main" val="7910010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fontScale="90000"/>
          </a:bodyPr>
          <a:lstStyle/>
          <a:p>
            <a:r>
              <a:rPr lang="fr-FR" sz="3600" dirty="0">
                <a:solidFill>
                  <a:srgbClr val="080808"/>
                </a:solidFill>
              </a:rPr>
              <a:t>Ajouts supplémentaires de la V7 : autres outils et supports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en-US"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98676236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81EE08-B227-A5C8-0C1F-04BB6A309202}"/>
              </a:ext>
            </a:extLst>
          </p:cNvPr>
          <p:cNvSpPr>
            <a:spLocks noGrp="1"/>
          </p:cNvSpPr>
          <p:nvPr>
            <p:ph type="title"/>
          </p:nvPr>
        </p:nvSpPr>
        <p:spPr/>
        <p:txBody>
          <a:bodyPr/>
          <a:lstStyle/>
          <a:p>
            <a:r>
              <a:rPr lang="fr-FR" dirty="0"/>
              <a:t>Outils et support</a:t>
            </a:r>
          </a:p>
        </p:txBody>
      </p:sp>
      <p:sp>
        <p:nvSpPr>
          <p:cNvPr id="3" name="Espace réservé du contenu 2">
            <a:extLst>
              <a:ext uri="{FF2B5EF4-FFF2-40B4-BE49-F238E27FC236}">
                <a16:creationId xmlns:a16="http://schemas.microsoft.com/office/drawing/2014/main" id="{6AC272E6-5318-8FD7-CE9A-0EEF1C7F3923}"/>
              </a:ext>
            </a:extLst>
          </p:cNvPr>
          <p:cNvSpPr>
            <a:spLocks noGrp="1"/>
          </p:cNvSpPr>
          <p:nvPr>
            <p:ph idx="1"/>
          </p:nvPr>
        </p:nvSpPr>
        <p:spPr/>
        <p:txBody>
          <a:bodyPr>
            <a:normAutofit/>
          </a:bodyPr>
          <a:lstStyle/>
          <a:p>
            <a:r>
              <a:rPr lang="fr-FR" dirty="0"/>
              <a:t>Badges pour les participants</a:t>
            </a:r>
          </a:p>
          <a:p>
            <a:r>
              <a:rPr lang="fr-FR" dirty="0"/>
              <a:t>Collations et matériels associés</a:t>
            </a:r>
          </a:p>
          <a:p>
            <a:r>
              <a:rPr lang="fr-FR" dirty="0"/>
              <a:t>Boissons et matériels associés</a:t>
            </a:r>
          </a:p>
          <a:p>
            <a:r>
              <a:rPr lang="fr-FR" dirty="0"/>
              <a:t>Documents pour participants (livrets, programme, carte des lieux, annuaires)</a:t>
            </a:r>
          </a:p>
          <a:p>
            <a:endParaRPr lang="fr-FR" dirty="0"/>
          </a:p>
          <a:p>
            <a:endParaRPr lang="fr-FR" dirty="0"/>
          </a:p>
        </p:txBody>
      </p:sp>
    </p:spTree>
    <p:extLst>
      <p:ext uri="{BB962C8B-B14F-4D97-AF65-F5344CB8AC3E}">
        <p14:creationId xmlns:p14="http://schemas.microsoft.com/office/powerpoint/2010/main" val="282184387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adge d'employé avec un remplissage uni">
            <a:extLst>
              <a:ext uri="{FF2B5EF4-FFF2-40B4-BE49-F238E27FC236}">
                <a16:creationId xmlns:a16="http://schemas.microsoft.com/office/drawing/2014/main" id="{3539B2FC-EFA4-25AA-CCEC-350CE0871C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28605" y="238125"/>
            <a:ext cx="1724025" cy="1724025"/>
          </a:xfrm>
          <a:prstGeom prst="rect">
            <a:avLst/>
          </a:prstGeom>
        </p:spPr>
      </p:pic>
      <p:pic>
        <p:nvPicPr>
          <p:cNvPr id="5" name="Graphique 4" descr="Pizza avec un remplissage uni">
            <a:extLst>
              <a:ext uri="{FF2B5EF4-FFF2-40B4-BE49-F238E27FC236}">
                <a16:creationId xmlns:a16="http://schemas.microsoft.com/office/drawing/2014/main" id="{B7DF25CA-41FB-D8AC-0200-74938CDB936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52508" y="378973"/>
            <a:ext cx="914400" cy="914400"/>
          </a:xfrm>
          <a:prstGeom prst="rect">
            <a:avLst/>
          </a:prstGeom>
        </p:spPr>
      </p:pic>
      <p:pic>
        <p:nvPicPr>
          <p:cNvPr id="10" name="Graphique 9" descr="Banane avec un remplissage uni">
            <a:extLst>
              <a:ext uri="{FF2B5EF4-FFF2-40B4-BE49-F238E27FC236}">
                <a16:creationId xmlns:a16="http://schemas.microsoft.com/office/drawing/2014/main" id="{574D39A3-53E3-7463-1D0A-7904AACEBBD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25839" y="1014405"/>
            <a:ext cx="914400" cy="914400"/>
          </a:xfrm>
          <a:prstGeom prst="rect">
            <a:avLst/>
          </a:prstGeom>
        </p:spPr>
      </p:pic>
      <p:pic>
        <p:nvPicPr>
          <p:cNvPr id="14" name="Graphique 13" descr="Fourchette et couteau avec un remplissage uni">
            <a:extLst>
              <a:ext uri="{FF2B5EF4-FFF2-40B4-BE49-F238E27FC236}">
                <a16:creationId xmlns:a16="http://schemas.microsoft.com/office/drawing/2014/main" id="{B48E3CD1-E755-3DC2-BA09-558EBEB0910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01416" y="557205"/>
            <a:ext cx="914400" cy="914400"/>
          </a:xfrm>
          <a:prstGeom prst="rect">
            <a:avLst/>
          </a:prstGeom>
        </p:spPr>
      </p:pic>
      <p:pic>
        <p:nvPicPr>
          <p:cNvPr id="18" name="Graphique 17" descr="Assiette avec un remplissage uni">
            <a:extLst>
              <a:ext uri="{FF2B5EF4-FFF2-40B4-BE49-F238E27FC236}">
                <a16:creationId xmlns:a16="http://schemas.microsoft.com/office/drawing/2014/main" id="{0EF1E786-F75B-7FD9-4527-F74FA78A1D8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55164" y="1293373"/>
            <a:ext cx="914400" cy="914400"/>
          </a:xfrm>
          <a:prstGeom prst="rect">
            <a:avLst/>
          </a:prstGeom>
        </p:spPr>
      </p:pic>
      <p:pic>
        <p:nvPicPr>
          <p:cNvPr id="21" name="Graphique 20" descr="Café avec un remplissage uni">
            <a:extLst>
              <a:ext uri="{FF2B5EF4-FFF2-40B4-BE49-F238E27FC236}">
                <a16:creationId xmlns:a16="http://schemas.microsoft.com/office/drawing/2014/main" id="{389CF49F-8E93-31E5-9803-C1F7B013984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88926" y="642937"/>
            <a:ext cx="914400" cy="914400"/>
          </a:xfrm>
          <a:prstGeom prst="rect">
            <a:avLst/>
          </a:prstGeom>
        </p:spPr>
      </p:pic>
      <p:pic>
        <p:nvPicPr>
          <p:cNvPr id="26" name="Graphique 25" descr="Thé aux perles avec un remplissage uni">
            <a:extLst>
              <a:ext uri="{FF2B5EF4-FFF2-40B4-BE49-F238E27FC236}">
                <a16:creationId xmlns:a16="http://schemas.microsoft.com/office/drawing/2014/main" id="{F853FADB-8BF9-FC49-2179-B35D7D9D4E9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114037" y="642937"/>
            <a:ext cx="914400" cy="914400"/>
          </a:xfrm>
          <a:prstGeom prst="rect">
            <a:avLst/>
          </a:prstGeom>
        </p:spPr>
      </p:pic>
      <p:pic>
        <p:nvPicPr>
          <p:cNvPr id="29" name="Graphique 28" descr="Vin avec un remplissage uni">
            <a:extLst>
              <a:ext uri="{FF2B5EF4-FFF2-40B4-BE49-F238E27FC236}">
                <a16:creationId xmlns:a16="http://schemas.microsoft.com/office/drawing/2014/main" id="{4842BEB6-ACF0-5D61-9695-967515B516D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754179" y="642937"/>
            <a:ext cx="914400" cy="914400"/>
          </a:xfrm>
          <a:prstGeom prst="rect">
            <a:avLst/>
          </a:prstGeom>
        </p:spPr>
      </p:pic>
      <p:pic>
        <p:nvPicPr>
          <p:cNvPr id="33" name="Graphique 32" descr="Bière avec un remplissage uni">
            <a:extLst>
              <a:ext uri="{FF2B5EF4-FFF2-40B4-BE49-F238E27FC236}">
                <a16:creationId xmlns:a16="http://schemas.microsoft.com/office/drawing/2014/main" id="{379A9FFB-28EC-73E2-E0E2-D16E1D4F671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411823" y="645665"/>
            <a:ext cx="914400" cy="914400"/>
          </a:xfrm>
          <a:prstGeom prst="rect">
            <a:avLst/>
          </a:prstGeom>
        </p:spPr>
      </p:pic>
      <p:pic>
        <p:nvPicPr>
          <p:cNvPr id="35" name="Graphique 34" descr="Tasse de latte avec un remplissage uni">
            <a:extLst>
              <a:ext uri="{FF2B5EF4-FFF2-40B4-BE49-F238E27FC236}">
                <a16:creationId xmlns:a16="http://schemas.microsoft.com/office/drawing/2014/main" id="{B92C128C-56C9-0D69-BB68-FA6C3B804D3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1051965" y="642937"/>
            <a:ext cx="914400" cy="914400"/>
          </a:xfrm>
          <a:prstGeom prst="rect">
            <a:avLst/>
          </a:prstGeom>
        </p:spPr>
      </p:pic>
      <p:pic>
        <p:nvPicPr>
          <p:cNvPr id="41" name="Graphique 40" descr="Carte au trésor avec un remplissage uni">
            <a:extLst>
              <a:ext uri="{FF2B5EF4-FFF2-40B4-BE49-F238E27FC236}">
                <a16:creationId xmlns:a16="http://schemas.microsoft.com/office/drawing/2014/main" id="{2229D8F8-920D-A4E9-D530-CFE8D4A7898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78605" y="2821800"/>
            <a:ext cx="914400" cy="914400"/>
          </a:xfrm>
          <a:prstGeom prst="rect">
            <a:avLst/>
          </a:prstGeom>
        </p:spPr>
      </p:pic>
      <p:pic>
        <p:nvPicPr>
          <p:cNvPr id="45" name="Graphique 44" descr="Livre fermé avec un remplissage uni">
            <a:extLst>
              <a:ext uri="{FF2B5EF4-FFF2-40B4-BE49-F238E27FC236}">
                <a16:creationId xmlns:a16="http://schemas.microsoft.com/office/drawing/2014/main" id="{FF49FCCB-C74A-CEBC-C30B-58481B42FD2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123312" y="2821800"/>
            <a:ext cx="914400" cy="914400"/>
          </a:xfrm>
          <a:prstGeom prst="rect">
            <a:avLst/>
          </a:prstGeom>
        </p:spPr>
      </p:pic>
    </p:spTree>
    <p:extLst>
      <p:ext uri="{BB962C8B-B14F-4D97-AF65-F5344CB8AC3E}">
        <p14:creationId xmlns:p14="http://schemas.microsoft.com/office/powerpoint/2010/main" val="4024180622"/>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8783</TotalTime>
  <Words>8329</Words>
  <Application>Microsoft Office PowerPoint</Application>
  <PresentationFormat>Grand écran</PresentationFormat>
  <Paragraphs>1092</Paragraphs>
  <Slides>140</Slides>
  <Notes>39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140</vt:i4>
      </vt:variant>
    </vt:vector>
  </HeadingPairs>
  <TitlesOfParts>
    <vt:vector size="145" baseType="lpstr">
      <vt:lpstr>Arial</vt:lpstr>
      <vt:lpstr>Calibri</vt:lpstr>
      <vt:lpstr>Calibri Light</vt:lpstr>
      <vt:lpstr>Wingdings</vt:lpstr>
      <vt:lpstr>Thème Office</vt:lpstr>
      <vt:lpstr>Présentation PowerPoint</vt:lpstr>
      <vt:lpstr>Pitch</vt:lpstr>
      <vt:lpstr>Comment utiliser les #OSG Workshop Design Cards ? </vt:lpstr>
      <vt:lpstr>Cartes</vt:lpstr>
      <vt:lpstr>Extension V2</vt:lpstr>
      <vt:lpstr>Extension V3</vt:lpstr>
      <vt:lpstr>Extension V4</vt:lpstr>
      <vt:lpstr>Contenu de chaque carte (VERSO)</vt:lpstr>
      <vt:lpstr>Exemple de plateau de conception #OSG Workshop Design Cards</vt:lpstr>
      <vt:lpstr>Présentation PowerPoint</vt:lpstr>
      <vt:lpstr>Historique des modifications et licences</vt:lpstr>
      <vt:lpstr>Matériel de jeu Cartes</vt:lpstr>
      <vt:lpstr>Sources Eléments graphiques</vt:lpstr>
      <vt:lpstr>Usages</vt:lpstr>
      <vt:lpstr>Pourquoi les cartes usages des Workshop Design Cards</vt:lpstr>
      <vt:lpstr>Outil éducatif sur la création d'ateliers</vt:lpstr>
      <vt:lpstr>Support au brainstorming pour faire varier des ateliers existants</vt:lpstr>
      <vt:lpstr>Présentation PowerPoint</vt:lpstr>
      <vt:lpstr>Composition des groupes</vt:lpstr>
      <vt:lpstr>Qu'est-ce que la composition des groupes ?</vt:lpstr>
      <vt:lpstr>Composition des groupes</vt:lpstr>
      <vt:lpstr>Présentation PowerPoint</vt:lpstr>
      <vt:lpstr>Présentation PowerPoint</vt:lpstr>
      <vt:lpstr>Modèle visuel</vt:lpstr>
      <vt:lpstr>Qu'est-ce que le modèle visuel ?</vt:lpstr>
      <vt:lpstr>Modèle visuel</vt:lpstr>
      <vt:lpstr>Présentation PowerPoint</vt:lpstr>
      <vt:lpstr>Présentation PowerPoint</vt:lpstr>
      <vt:lpstr>Configuration</vt:lpstr>
      <vt:lpstr>Qu'est-ce que la configuration ?</vt:lpstr>
      <vt:lpstr>Configuration</vt:lpstr>
      <vt:lpstr>Présentation PowerPoint</vt:lpstr>
      <vt:lpstr>Présentation PowerPoint</vt:lpstr>
      <vt:lpstr>Type d’activité</vt:lpstr>
      <vt:lpstr>Qu'est-ce que le type d'activité ?</vt:lpstr>
      <vt:lpstr>Type d’activités</vt:lpstr>
      <vt:lpstr>Présentation PowerPoint</vt:lpstr>
      <vt:lpstr>Présentation PowerPoint</vt:lpstr>
      <vt:lpstr>Outils support</vt:lpstr>
      <vt:lpstr>Que sont les Outils et supports ?</vt:lpstr>
      <vt:lpstr>Outils et support</vt:lpstr>
      <vt:lpstr>Présentation PowerPoint</vt:lpstr>
      <vt:lpstr>Présentation PowerPoint</vt:lpstr>
      <vt:lpstr>Univers narratif</vt:lpstr>
      <vt:lpstr>Qu'est-ce que l'univers narratif ?</vt:lpstr>
      <vt:lpstr>Univers narratif</vt:lpstr>
      <vt:lpstr>Présentation PowerPoint</vt:lpstr>
      <vt:lpstr>Présentation PowerPoint</vt:lpstr>
      <vt:lpstr>Extension : Version simplifiée</vt:lpstr>
      <vt:lpstr>Version simplifiée</vt:lpstr>
      <vt:lpstr>Extension : Objectifs</vt:lpstr>
      <vt:lpstr>But de l’extension</vt:lpstr>
      <vt:lpstr>Plateau « objectifs » </vt:lpstr>
      <vt:lpstr>Plateau « objectifs » Exemple d’usage</vt:lpstr>
      <vt:lpstr>Deck « Résultat cible»</vt:lpstr>
      <vt:lpstr>Deck « Ressenti cible »</vt:lpstr>
      <vt:lpstr>Ressenti cible</vt:lpstr>
      <vt:lpstr>Qu'est-ce que le ressenti cible ?</vt:lpstr>
      <vt:lpstr>Ressenti cible</vt:lpstr>
      <vt:lpstr>Présentation PowerPoint</vt:lpstr>
      <vt:lpstr>Présentation PowerPoint</vt:lpstr>
      <vt:lpstr>Présentation PowerPoint</vt:lpstr>
      <vt:lpstr>Résultat cible</vt:lpstr>
      <vt:lpstr>Qu'est-ce que le Résultat Cible ?</vt:lpstr>
      <vt:lpstr>Résultat Cible</vt:lpstr>
      <vt:lpstr>Présentation PowerPoint</vt:lpstr>
      <vt:lpstr>Présentation PowerPoint</vt:lpstr>
      <vt:lpstr>Présentation PowerPoint</vt:lpstr>
      <vt:lpstr>Extension :  Rôles</vt:lpstr>
      <vt:lpstr>But de l’extension</vt:lpstr>
      <vt:lpstr>Deck « Rôles pour événements dirigés»</vt:lpstr>
      <vt:lpstr>Deck « Rôles pour événements à circulation libre»</vt:lpstr>
      <vt:lpstr>Rôles pour événements dirigés</vt:lpstr>
      <vt:lpstr>Rôle pour événements dirigés</vt:lpstr>
      <vt:lpstr>Présentation PowerPoint</vt:lpstr>
      <vt:lpstr>Rôles pour événements à circulation libre</vt:lpstr>
      <vt:lpstr>Rôle pour événements à circulation libre</vt:lpstr>
      <vt:lpstr>Présentation PowerPoint</vt:lpstr>
      <vt:lpstr>Extension :  Invités</vt:lpstr>
      <vt:lpstr>But de l’extension</vt:lpstr>
      <vt:lpstr>Aller plus loin que « obligatoire et facultatif »</vt:lpstr>
      <vt:lpstr>Utiliser l’extension Invités Exemple d’usage</vt:lpstr>
      <vt:lpstr>Invités</vt:lpstr>
      <vt:lpstr>Présentation PowerPoint</vt:lpstr>
      <vt:lpstr>Présentation PowerPoint</vt:lpstr>
      <vt:lpstr>Extension V5 Etat des invités : Usages</vt:lpstr>
      <vt:lpstr>Extension V5 Etat des invités : Dimensions</vt:lpstr>
      <vt:lpstr>Extension V5 Etat des invités : Niveaux</vt:lpstr>
      <vt:lpstr>Extension V5 Etat des invités : Utilisation</vt:lpstr>
      <vt:lpstr>Etat des invités</vt:lpstr>
      <vt:lpstr>Présentation PowerPoint</vt:lpstr>
      <vt:lpstr>Présentation PowerPoint</vt:lpstr>
      <vt:lpstr>Présentation PowerPoint</vt:lpstr>
      <vt:lpstr>Extension V6 Etat initial du collectif</vt:lpstr>
      <vt:lpstr>Extension V6 Caractéristiques décrites</vt:lpstr>
      <vt:lpstr>Niveau de connaissance mutuelle Niveau d’alignement dans les objectifs de chacun</vt:lpstr>
      <vt:lpstr>Présentation PowerPoint</vt:lpstr>
      <vt:lpstr>Niveau de conflit Niveau de proximité / d’appréciation mutuelle</vt:lpstr>
      <vt:lpstr>Présentation PowerPoint</vt:lpstr>
      <vt:lpstr>Confiance d’expression en présence des autres</vt:lpstr>
      <vt:lpstr>Présentation PowerPoint</vt:lpstr>
      <vt:lpstr>Niveau d’adhésion à l’objectif de l’événement</vt:lpstr>
      <vt:lpstr>Présentation PowerPoint</vt:lpstr>
      <vt:lpstr>Niveau d’attentes sur l’événement </vt:lpstr>
      <vt:lpstr>Présentation PowerPoint</vt:lpstr>
      <vt:lpstr>Niveau de participation habituelle</vt:lpstr>
      <vt:lpstr>Présentation PowerPoint</vt:lpstr>
      <vt:lpstr>Niveau moyen de maîtrise des outils et activités </vt:lpstr>
      <vt:lpstr>Présentation PowerPoint</vt:lpstr>
      <vt:lpstr>Propension à suivre un déroulement préétabli</vt:lpstr>
      <vt:lpstr>Présentation PowerPoint</vt:lpstr>
      <vt:lpstr>Niveau de sécurité psychologique en dehors de l’événement</vt:lpstr>
      <vt:lpstr>Présentation PowerPoint</vt:lpstr>
      <vt:lpstr>Niveau global de préoccupation par d’autres sujets </vt:lpstr>
      <vt:lpstr>Présentation PowerPoint</vt:lpstr>
      <vt:lpstr>Propension et goût des participants à l’interaction</vt:lpstr>
      <vt:lpstr>Présentation PowerPoint</vt:lpstr>
      <vt:lpstr>Différences ou similarités significatives </vt:lpstr>
      <vt:lpstr>Présentation PowerPoint</vt:lpstr>
      <vt:lpstr>L’approche en 3 temps Dans quel ordre utiliser les Workshop Design Cards  ? (recommandation)</vt:lpstr>
      <vt:lpstr>L’approche en 3 temps Première étape : de quel événement s’agit-il ?</vt:lpstr>
      <vt:lpstr>L’approche en 3 temps Etape 2 : Cadrer l’impact</vt:lpstr>
      <vt:lpstr>L’approche en 3 temps Etape 3 :  Définir le déroulement</vt:lpstr>
      <vt:lpstr>L’approche en 3 temps Rendre cohérent le travail des 3 étapes</vt:lpstr>
      <vt:lpstr>Checklist de fin</vt:lpstr>
      <vt:lpstr>Extension V7 : Préparation de l’événement</vt:lpstr>
      <vt:lpstr>Extension V7 : Préparation de l’événement A. Préparation matérielle</vt:lpstr>
      <vt:lpstr>Extension V7 : Préparation de l’événement A. Préparation matérielle</vt:lpstr>
      <vt:lpstr>Extension V7 : Préparation de l’événement A. Préparation matérielle Exemple de résultat</vt:lpstr>
      <vt:lpstr>Extension V7 : Préparation de l’événement A. Préparation matérielle Exemple de résultat</vt:lpstr>
      <vt:lpstr>Extension V7 : Préparation de l’événement A. Préparation matérielle Exemple de résultat</vt:lpstr>
      <vt:lpstr>Extension V7 : Préparation de l’événement B. Préparation pour chaque individu</vt:lpstr>
      <vt:lpstr>Extension V7 : Préparation de l’événement B. Préparation pour chaque individu Fiche résumée des tâches pour chaque personne de l’organisation (par étape de l’événement)</vt:lpstr>
      <vt:lpstr>Présentation PowerPoint</vt:lpstr>
      <vt:lpstr>Extension V7 : Préparation de l’événement B. Préparation pour chaque individu Dans quels formats pouvez vous reproduire cette fiche ?</vt:lpstr>
      <vt:lpstr>Extension V7 : Préparation de l’événement C. Préparation du collectif</vt:lpstr>
      <vt:lpstr>Extension V7 : Préparation de l’événement C. Préparation du collectif Liste de questions </vt:lpstr>
      <vt:lpstr>Ajouts supplémentaires de la V7 : autres outils et supports</vt:lpstr>
      <vt:lpstr>Outils et support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233</cp:revision>
  <dcterms:created xsi:type="dcterms:W3CDTF">2021-02-02T23:16:24Z</dcterms:created>
  <dcterms:modified xsi:type="dcterms:W3CDTF">2022-11-10T16:29:27Z</dcterms:modified>
</cp:coreProperties>
</file>