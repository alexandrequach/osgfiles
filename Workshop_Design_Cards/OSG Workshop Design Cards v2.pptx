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362" r:id="rId3"/>
    <p:sldId id="402" r:id="rId4"/>
    <p:sldId id="401" r:id="rId5"/>
    <p:sldId id="431" r:id="rId6"/>
    <p:sldId id="399" r:id="rId7"/>
    <p:sldId id="400" r:id="rId8"/>
    <p:sldId id="363" r:id="rId9"/>
    <p:sldId id="366" r:id="rId10"/>
    <p:sldId id="419" r:id="rId11"/>
    <p:sldId id="388" r:id="rId12"/>
    <p:sldId id="406" r:id="rId13"/>
    <p:sldId id="386" r:id="rId14"/>
    <p:sldId id="387" r:id="rId15"/>
    <p:sldId id="384" r:id="rId16"/>
    <p:sldId id="385" r:id="rId17"/>
    <p:sldId id="393" r:id="rId18"/>
    <p:sldId id="382" r:id="rId19"/>
    <p:sldId id="383" r:id="rId20"/>
    <p:sldId id="394" r:id="rId21"/>
    <p:sldId id="378" r:id="rId22"/>
    <p:sldId id="381" r:id="rId23"/>
    <p:sldId id="395" r:id="rId24"/>
    <p:sldId id="380" r:id="rId25"/>
    <p:sldId id="379" r:id="rId26"/>
    <p:sldId id="396" r:id="rId27"/>
    <p:sldId id="371" r:id="rId28"/>
    <p:sldId id="370" r:id="rId29"/>
    <p:sldId id="397" r:id="rId30"/>
    <p:sldId id="374" r:id="rId31"/>
    <p:sldId id="376" r:id="rId32"/>
    <p:sldId id="398" r:id="rId33"/>
    <p:sldId id="435" r:id="rId34"/>
    <p:sldId id="436" r:id="rId35"/>
    <p:sldId id="424" r:id="rId36"/>
    <p:sldId id="425" r:id="rId37"/>
    <p:sldId id="426" r:id="rId38"/>
    <p:sldId id="432" r:id="rId39"/>
    <p:sldId id="434" r:id="rId40"/>
    <p:sldId id="433" r:id="rId41"/>
    <p:sldId id="420" r:id="rId42"/>
    <p:sldId id="421" r:id="rId43"/>
    <p:sldId id="422" r:id="rId44"/>
    <p:sldId id="423" r:id="rId45"/>
    <p:sldId id="427" r:id="rId46"/>
    <p:sldId id="428" r:id="rId47"/>
    <p:sldId id="430" r:id="rId48"/>
    <p:sldId id="429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3AA"/>
    <a:srgbClr val="ED7D31"/>
    <a:srgbClr val="FDD6FF"/>
    <a:srgbClr val="F16E80"/>
    <a:srgbClr val="ABD6E7"/>
    <a:srgbClr val="F1CE2C"/>
    <a:srgbClr val="93D277"/>
    <a:srgbClr val="AD29FF"/>
    <a:srgbClr val="FFAA5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927BA-8A36-4342-9B87-5602EFCB8F81}" v="149" dt="2022-03-03T13:12:17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9" autoAdjust="0"/>
    <p:restoredTop sz="96357" autoAdjust="0"/>
  </p:normalViewPr>
  <p:slideViewPr>
    <p:cSldViewPr snapToGrid="0">
      <p:cViewPr varScale="1">
        <p:scale>
          <a:sx n="97" d="100"/>
          <a:sy n="97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3AE927BA-8A36-4342-9B87-5602EFCB8F81}"/>
    <pc:docChg chg="undo custSel addSld delSld modSld sldOrd">
      <pc:chgData name="Alexandre Quach" userId="7bb690c8a6e028e4" providerId="LiveId" clId="{3AE927BA-8A36-4342-9B87-5602EFCB8F81}" dt="2022-03-03T13:12:32.832" v="3246" actId="1076"/>
      <pc:docMkLst>
        <pc:docMk/>
      </pc:docMkLst>
      <pc:sldChg chg="modSp mod">
        <pc:chgData name="Alexandre Quach" userId="7bb690c8a6e028e4" providerId="LiveId" clId="{3AE927BA-8A36-4342-9B87-5602EFCB8F81}" dt="2022-03-03T11:36:03.242" v="2044" actId="20577"/>
        <pc:sldMkLst>
          <pc:docMk/>
          <pc:sldMk cId="662365454" sldId="366"/>
        </pc:sldMkLst>
        <pc:graphicFrameChg chg="modGraphic">
          <ac:chgData name="Alexandre Quach" userId="7bb690c8a6e028e4" providerId="LiveId" clId="{3AE927BA-8A36-4342-9B87-5602EFCB8F81}" dt="2022-03-03T11:36:03.242" v="2044" actId="20577"/>
          <ac:graphicFrameMkLst>
            <pc:docMk/>
            <pc:sldMk cId="662365454" sldId="366"/>
            <ac:graphicFrameMk id="4" creationId="{B08BEB17-09DF-461E-9CA2-AC3AEFDC5059}"/>
          </ac:graphicFrameMkLst>
        </pc:graphicFrameChg>
      </pc:sldChg>
      <pc:sldChg chg="modSp mod">
        <pc:chgData name="Alexandre Quach" userId="7bb690c8a6e028e4" providerId="LiveId" clId="{3AE927BA-8A36-4342-9B87-5602EFCB8F81}" dt="2022-03-03T11:44:28.120" v="2197" actId="20577"/>
        <pc:sldMkLst>
          <pc:docMk/>
          <pc:sldMk cId="2425102000" sldId="388"/>
        </pc:sldMkLst>
        <pc:spChg chg="mod">
          <ac:chgData name="Alexandre Quach" userId="7bb690c8a6e028e4" providerId="LiveId" clId="{3AE927BA-8A36-4342-9B87-5602EFCB8F81}" dt="2022-03-03T11:44:28.120" v="2197" actId="20577"/>
          <ac:spMkLst>
            <pc:docMk/>
            <pc:sldMk cId="2425102000" sldId="388"/>
            <ac:spMk id="5" creationId="{5294D6FA-F01F-4E63-9639-F28BFB1877BB}"/>
          </ac:spMkLst>
        </pc:spChg>
      </pc:sldChg>
      <pc:sldChg chg="modSp mod">
        <pc:chgData name="Alexandre Quach" userId="7bb690c8a6e028e4" providerId="LiveId" clId="{3AE927BA-8A36-4342-9B87-5602EFCB8F81}" dt="2022-03-02T16:29:39.494" v="327" actId="20577"/>
        <pc:sldMkLst>
          <pc:docMk/>
          <pc:sldMk cId="2825908289" sldId="399"/>
        </pc:sldMkLst>
        <pc:spChg chg="mod">
          <ac:chgData name="Alexandre Quach" userId="7bb690c8a6e028e4" providerId="LiveId" clId="{3AE927BA-8A36-4342-9B87-5602EFCB8F81}" dt="2022-03-02T16:29:39.494" v="327" actId="20577"/>
          <ac:spMkLst>
            <pc:docMk/>
            <pc:sldMk cId="2825908289" sldId="399"/>
            <ac:spMk id="2" creationId="{D0DE9FE0-FD14-45F0-A0D7-C351FA999E05}"/>
          </ac:spMkLst>
        </pc:spChg>
      </pc:sldChg>
      <pc:sldChg chg="modSp mod">
        <pc:chgData name="Alexandre Quach" userId="7bb690c8a6e028e4" providerId="LiveId" clId="{3AE927BA-8A36-4342-9B87-5602EFCB8F81}" dt="2022-03-03T11:44:58.291" v="2200" actId="1076"/>
        <pc:sldMkLst>
          <pc:docMk/>
          <pc:sldMk cId="3490989811" sldId="401"/>
        </pc:sldMkLst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85" creationId="{7DFB24C6-63E4-4293-8021-3214186FC388}"/>
          </ac:grpSpMkLst>
        </pc:grpChg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86" creationId="{DFAB9945-F1A8-4C21-BD27-B9D166E5077A}"/>
          </ac:grpSpMkLst>
        </pc:grpChg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87" creationId="{A998085F-D743-40D4-A5C5-5252EAF117F6}"/>
          </ac:grpSpMkLst>
        </pc:grpChg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88" creationId="{E0373AF8-6466-4E56-A2B6-19C6C9B60BA5}"/>
          </ac:grpSpMkLst>
        </pc:grpChg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89" creationId="{48D8453D-84C8-4212-A614-2F9250C301A3}"/>
          </ac:grpSpMkLst>
        </pc:grpChg>
        <pc:grpChg chg="mod">
          <ac:chgData name="Alexandre Quach" userId="7bb690c8a6e028e4" providerId="LiveId" clId="{3AE927BA-8A36-4342-9B87-5602EFCB8F81}" dt="2022-03-03T11:44:58.291" v="2200" actId="1076"/>
          <ac:grpSpMkLst>
            <pc:docMk/>
            <pc:sldMk cId="3490989811" sldId="401"/>
            <ac:grpSpMk id="90" creationId="{E6514BD8-8902-4EE9-A07A-9E2FAB7F7DA8}"/>
          </ac:grpSpMkLst>
        </pc:grpChg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444396074" sldId="404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3023980360" sldId="407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3668174497" sldId="408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409814412" sldId="409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537574646" sldId="410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284132986" sldId="411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4241540321" sldId="412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1501133638" sldId="414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183489408" sldId="415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389519865" sldId="416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329551366" sldId="417"/>
        </pc:sldMkLst>
      </pc:sldChg>
      <pc:sldChg chg="del">
        <pc:chgData name="Alexandre Quach" userId="7bb690c8a6e028e4" providerId="LiveId" clId="{3AE927BA-8A36-4342-9B87-5602EFCB8F81}" dt="2022-03-03T11:44:21.355" v="2168" actId="47"/>
        <pc:sldMkLst>
          <pc:docMk/>
          <pc:sldMk cId="2836389009" sldId="418"/>
        </pc:sldMkLst>
      </pc:sldChg>
      <pc:sldChg chg="addSp delSp add del setBg delDesignElem">
        <pc:chgData name="Alexandre Quach" userId="7bb690c8a6e028e4" providerId="LiveId" clId="{3AE927BA-8A36-4342-9B87-5602EFCB8F81}" dt="2022-03-02T16:31:45.370" v="425"/>
        <pc:sldMkLst>
          <pc:docMk/>
          <pc:sldMk cId="2203794688" sldId="420"/>
        </pc:sldMkLst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10" creationId="{AD9CD2E3-DBE5-42F9-BEAE-FE74BCB8C7C5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12" creationId="{5707F116-8EC0-4822-9067-186AC8C96EB8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14" creationId="{A77100AA-BF68-4139-8224-79EA1F9164BA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16" creationId="{EEF31B1A-1BB2-47DE-B18A-424413A9DF00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18" creationId="{B9FDBB0E-6648-40FA-8EA9-F5E39D798C41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20" creationId="{52329D9A-3D48-4B69-939D-2A480F14786F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22" creationId="{2D5CC4CB-7B78-480A-A0AE-A8A35C08E190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24" creationId="{3D9E8922-1B3D-4020-A05C-C539C0C550CC}"/>
          </ac:spMkLst>
        </pc:spChg>
        <pc:spChg chg="add del">
          <ac:chgData name="Alexandre Quach" userId="7bb690c8a6e028e4" providerId="LiveId" clId="{3AE927BA-8A36-4342-9B87-5602EFCB8F81}" dt="2022-03-02T16:31:45.370" v="425"/>
          <ac:spMkLst>
            <pc:docMk/>
            <pc:sldMk cId="2203794688" sldId="420"/>
            <ac:spMk id="26" creationId="{A8064EBB-920B-4259-AC3A-6F286FAF21A2}"/>
          </ac:spMkLst>
        </pc:spChg>
        <pc:grpChg chg="add del">
          <ac:chgData name="Alexandre Quach" userId="7bb690c8a6e028e4" providerId="LiveId" clId="{3AE927BA-8A36-4342-9B87-5602EFCB8F81}" dt="2022-03-02T16:31:45.370" v="425"/>
          <ac:grpSpMkLst>
            <pc:docMk/>
            <pc:sldMk cId="2203794688" sldId="420"/>
            <ac:grpSpMk id="28" creationId="{71818994-AAC6-44DA-B357-6002F63CA899}"/>
          </ac:grpSpMkLst>
        </pc:grpChg>
      </pc:sldChg>
      <pc:sldChg chg="modSp add ord">
        <pc:chgData name="Alexandre Quach" userId="7bb690c8a6e028e4" providerId="LiveId" clId="{3AE927BA-8A36-4342-9B87-5602EFCB8F81}" dt="2022-03-02T16:31:52.419" v="442" actId="20577"/>
        <pc:sldMkLst>
          <pc:docMk/>
          <pc:sldMk cId="3932119939" sldId="420"/>
        </pc:sldMkLst>
        <pc:spChg chg="mod">
          <ac:chgData name="Alexandre Quach" userId="7bb690c8a6e028e4" providerId="LiveId" clId="{3AE927BA-8A36-4342-9B87-5602EFCB8F81}" dt="2022-03-02T16:31:52.419" v="442" actId="20577"/>
          <ac:spMkLst>
            <pc:docMk/>
            <pc:sldMk cId="3932119939" sldId="420"/>
            <ac:spMk id="4" creationId="{253708B5-D4E9-4983-BF9F-495083A2AF03}"/>
          </ac:spMkLst>
        </pc:spChg>
      </pc:sldChg>
      <pc:sldChg chg="addSp delSp modSp add mod ord">
        <pc:chgData name="Alexandre Quach" userId="7bb690c8a6e028e4" providerId="LiveId" clId="{3AE927BA-8A36-4342-9B87-5602EFCB8F81}" dt="2022-03-02T16:50:12.085" v="508" actId="207"/>
        <pc:sldMkLst>
          <pc:docMk/>
          <pc:sldMk cId="397568368" sldId="421"/>
        </pc:sldMkLst>
        <pc:spChg chg="mod">
          <ac:chgData name="Alexandre Quach" userId="7bb690c8a6e028e4" providerId="LiveId" clId="{3AE927BA-8A36-4342-9B87-5602EFCB8F81}" dt="2022-03-02T16:50:04.877" v="505" actId="1076"/>
          <ac:spMkLst>
            <pc:docMk/>
            <pc:sldMk cId="397568368" sldId="421"/>
            <ac:spMk id="586" creationId="{337B05F1-F694-4F27-82FE-AD8732B81652}"/>
          </ac:spMkLst>
        </pc:sp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3" creationId="{F66ACC85-896A-4FC0-8AB2-4CDA40A1F7D2}"/>
          </ac:picMkLst>
        </pc:picChg>
        <pc:picChg chg="add mod">
          <ac:chgData name="Alexandre Quach" userId="7bb690c8a6e028e4" providerId="LiveId" clId="{3AE927BA-8A36-4342-9B87-5602EFCB8F81}" dt="2022-03-02T16:45:41.580" v="455" actId="207"/>
          <ac:picMkLst>
            <pc:docMk/>
            <pc:sldMk cId="397568368" sldId="421"/>
            <ac:picMk id="4" creationId="{5C57AEAC-627D-4777-B3E6-E2FE660B0824}"/>
          </ac:picMkLst>
        </pc:picChg>
        <pc:picChg chg="add mod">
          <ac:chgData name="Alexandre Quach" userId="7bb690c8a6e028e4" providerId="LiveId" clId="{3AE927BA-8A36-4342-9B87-5602EFCB8F81}" dt="2022-03-02T16:46:25.405" v="460" actId="207"/>
          <ac:picMkLst>
            <pc:docMk/>
            <pc:sldMk cId="397568368" sldId="421"/>
            <ac:picMk id="6" creationId="{476BCE63-6F63-4326-89F7-A4B686DFA1F9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7" creationId="{429C601E-8587-4D93-B5D4-46C2B2A73D77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9" creationId="{10EA5CBD-0334-4F54-B259-8CFAABFF752B}"/>
          </ac:picMkLst>
        </pc:picChg>
        <pc:picChg chg="add mod">
          <ac:chgData name="Alexandre Quach" userId="7bb690c8a6e028e4" providerId="LiveId" clId="{3AE927BA-8A36-4342-9B87-5602EFCB8F81}" dt="2022-03-02T16:46:43.022" v="465" actId="207"/>
          <ac:picMkLst>
            <pc:docMk/>
            <pc:sldMk cId="397568368" sldId="421"/>
            <ac:picMk id="10" creationId="{39F7DC01-28A9-49A3-996B-703DB6A94FC7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11" creationId="{5AD0E240-1BB4-4D4D-B0AF-BC837DDD7083}"/>
          </ac:picMkLst>
        </pc:picChg>
        <pc:picChg chg="del">
          <ac:chgData name="Alexandre Quach" userId="7bb690c8a6e028e4" providerId="LiveId" clId="{3AE927BA-8A36-4342-9B87-5602EFCB8F81}" dt="2022-03-02T16:32:04.580" v="447" actId="478"/>
          <ac:picMkLst>
            <pc:docMk/>
            <pc:sldMk cId="397568368" sldId="421"/>
            <ac:picMk id="13" creationId="{CEA73846-D4ED-4ADA-BDD8-B353C435C38C}"/>
          </ac:picMkLst>
        </pc:picChg>
        <pc:picChg chg="add del mod">
          <ac:chgData name="Alexandre Quach" userId="7bb690c8a6e028e4" providerId="LiveId" clId="{3AE927BA-8A36-4342-9B87-5602EFCB8F81}" dt="2022-03-02T16:47:20.499" v="471" actId="478"/>
          <ac:picMkLst>
            <pc:docMk/>
            <pc:sldMk cId="397568368" sldId="421"/>
            <ac:picMk id="14" creationId="{E20139AF-5753-49D7-B451-52E9E16C16B9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15" creationId="{2481C753-021F-4557-AC4F-DC0C05F5BDD6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17" creationId="{574AD880-F48C-44C5-8186-1724808B843E}"/>
          </ac:picMkLst>
        </pc:picChg>
        <pc:picChg chg="add mod">
          <ac:chgData name="Alexandre Quach" userId="7bb690c8a6e028e4" providerId="LiveId" clId="{3AE927BA-8A36-4342-9B87-5602EFCB8F81}" dt="2022-03-02T16:47:25.389" v="475" actId="207"/>
          <ac:picMkLst>
            <pc:docMk/>
            <pc:sldMk cId="397568368" sldId="421"/>
            <ac:picMk id="18" creationId="{107274A8-6F87-4173-960E-C531AAFB3621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19" creationId="{66A85AB4-4DC8-4728-8889-B1EB805AD166}"/>
          </ac:picMkLst>
        </pc:picChg>
        <pc:picChg chg="del">
          <ac:chgData name="Alexandre Quach" userId="7bb690c8a6e028e4" providerId="LiveId" clId="{3AE927BA-8A36-4342-9B87-5602EFCB8F81}" dt="2022-03-02T16:32:05.053" v="448" actId="478"/>
          <ac:picMkLst>
            <pc:docMk/>
            <pc:sldMk cId="397568368" sldId="421"/>
            <ac:picMk id="21" creationId="{C3DDBF5D-DC7D-4284-8CB4-1B3148FB16EC}"/>
          </ac:picMkLst>
        </pc:picChg>
        <pc:picChg chg="add del mod">
          <ac:chgData name="Alexandre Quach" userId="7bb690c8a6e028e4" providerId="LiveId" clId="{3AE927BA-8A36-4342-9B87-5602EFCB8F81}" dt="2022-03-02T16:47:45.899" v="479" actId="478"/>
          <ac:picMkLst>
            <pc:docMk/>
            <pc:sldMk cId="397568368" sldId="421"/>
            <ac:picMk id="22" creationId="{61F446C3-9653-49CF-B073-EBB3F27BAFAB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23" creationId="{AF344D50-8121-4CEB-8B2A-7EDDA5992F8A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26" creationId="{FAA7699C-9468-4278-8CE3-2A1A29932218}"/>
          </ac:picMkLst>
        </pc:picChg>
        <pc:picChg chg="add mod">
          <ac:chgData name="Alexandre Quach" userId="7bb690c8a6e028e4" providerId="LiveId" clId="{3AE927BA-8A36-4342-9B87-5602EFCB8F81}" dt="2022-03-02T16:48:16.877" v="485" actId="207"/>
          <ac:picMkLst>
            <pc:docMk/>
            <pc:sldMk cId="397568368" sldId="421"/>
            <ac:picMk id="27" creationId="{6E5C4F74-121C-4CA5-8125-D9D5B4859297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28" creationId="{F7EE7664-5F3E-4223-AF68-6D7E243E0535}"/>
          </ac:picMkLst>
        </pc:picChg>
        <pc:picChg chg="del">
          <ac:chgData name="Alexandre Quach" userId="7bb690c8a6e028e4" providerId="LiveId" clId="{3AE927BA-8A36-4342-9B87-5602EFCB8F81}" dt="2022-03-02T16:32:07.460" v="449" actId="478"/>
          <ac:picMkLst>
            <pc:docMk/>
            <pc:sldMk cId="397568368" sldId="421"/>
            <ac:picMk id="30" creationId="{DDF8B6CB-FA49-4B58-B7DB-29C48CED343E}"/>
          </ac:picMkLst>
        </pc:picChg>
        <pc:picChg chg="add mod">
          <ac:chgData name="Alexandre Quach" userId="7bb690c8a6e028e4" providerId="LiveId" clId="{3AE927BA-8A36-4342-9B87-5602EFCB8F81}" dt="2022-03-02T16:48:45.034" v="491" actId="1076"/>
          <ac:picMkLst>
            <pc:docMk/>
            <pc:sldMk cId="397568368" sldId="421"/>
            <ac:picMk id="31" creationId="{825EC7A6-B8AC-4BF2-85EC-60A4ECCE38E6}"/>
          </ac:picMkLst>
        </pc:picChg>
        <pc:picChg chg="del">
          <ac:chgData name="Alexandre Quach" userId="7bb690c8a6e028e4" providerId="LiveId" clId="{3AE927BA-8A36-4342-9B87-5602EFCB8F81}" dt="2022-03-02T16:32:08.140" v="450" actId="478"/>
          <ac:picMkLst>
            <pc:docMk/>
            <pc:sldMk cId="397568368" sldId="421"/>
            <ac:picMk id="32" creationId="{2C8F8164-9011-4525-88A7-7EAB61C3057E}"/>
          </ac:picMkLst>
        </pc:picChg>
        <pc:picChg chg="del">
          <ac:chgData name="Alexandre Quach" userId="7bb690c8a6e028e4" providerId="LiveId" clId="{3AE927BA-8A36-4342-9B87-5602EFCB8F81}" dt="2022-03-02T16:32:03.797" v="446" actId="478"/>
          <ac:picMkLst>
            <pc:docMk/>
            <pc:sldMk cId="397568368" sldId="421"/>
            <ac:picMk id="34" creationId="{687EF9E0-E76B-4F5E-8277-2380F0D4D332}"/>
          </ac:picMkLst>
        </pc:picChg>
        <pc:picChg chg="add mod">
          <ac:chgData name="Alexandre Quach" userId="7bb690c8a6e028e4" providerId="LiveId" clId="{3AE927BA-8A36-4342-9B87-5602EFCB8F81}" dt="2022-03-02T16:49:05.220" v="496" actId="207"/>
          <ac:picMkLst>
            <pc:docMk/>
            <pc:sldMk cId="397568368" sldId="421"/>
            <ac:picMk id="35" creationId="{0DF540E1-F7D3-447B-8BEA-31868F486092}"/>
          </ac:picMkLst>
        </pc:picChg>
        <pc:picChg chg="del">
          <ac:chgData name="Alexandre Quach" userId="7bb690c8a6e028e4" providerId="LiveId" clId="{3AE927BA-8A36-4342-9B87-5602EFCB8F81}" dt="2022-03-02T16:32:07.460" v="449" actId="478"/>
          <ac:picMkLst>
            <pc:docMk/>
            <pc:sldMk cId="397568368" sldId="421"/>
            <ac:picMk id="36" creationId="{60BF2D78-08EF-403B-BBCF-58070A806495}"/>
          </ac:picMkLst>
        </pc:picChg>
        <pc:picChg chg="del">
          <ac:chgData name="Alexandre Quach" userId="7bb690c8a6e028e4" providerId="LiveId" clId="{3AE927BA-8A36-4342-9B87-5602EFCB8F81}" dt="2022-03-02T16:32:07.460" v="449" actId="478"/>
          <ac:picMkLst>
            <pc:docMk/>
            <pc:sldMk cId="397568368" sldId="421"/>
            <ac:picMk id="37" creationId="{73C207FC-E470-4C36-AE61-27E81E1D1847}"/>
          </ac:picMkLst>
        </pc:picChg>
        <pc:picChg chg="add mod">
          <ac:chgData name="Alexandre Quach" userId="7bb690c8a6e028e4" providerId="LiveId" clId="{3AE927BA-8A36-4342-9B87-5602EFCB8F81}" dt="2022-03-02T16:49:25.219" v="501" actId="207"/>
          <ac:picMkLst>
            <pc:docMk/>
            <pc:sldMk cId="397568368" sldId="421"/>
            <ac:picMk id="39" creationId="{B9F2FD04-DB02-483E-916E-69080FC394BC}"/>
          </ac:picMkLst>
        </pc:picChg>
        <pc:picChg chg="add mod">
          <ac:chgData name="Alexandre Quach" userId="7bb690c8a6e028e4" providerId="LiveId" clId="{3AE927BA-8A36-4342-9B87-5602EFCB8F81}" dt="2022-03-02T16:50:12.085" v="508" actId="207"/>
          <ac:picMkLst>
            <pc:docMk/>
            <pc:sldMk cId="397568368" sldId="421"/>
            <ac:picMk id="41" creationId="{B5F854E0-BE4B-4F55-BC48-C2B283B39570}"/>
          </ac:picMkLst>
        </pc:picChg>
      </pc:sldChg>
      <pc:sldChg chg="new del">
        <pc:chgData name="Alexandre Quach" userId="7bb690c8a6e028e4" providerId="LiveId" clId="{3AE927BA-8A36-4342-9B87-5602EFCB8F81}" dt="2022-03-02T16:50:19.156" v="510" actId="680"/>
        <pc:sldMkLst>
          <pc:docMk/>
          <pc:sldMk cId="1361401374" sldId="422"/>
        </pc:sldMkLst>
      </pc:sldChg>
      <pc:sldChg chg="addSp delSp modSp add mod">
        <pc:chgData name="Alexandre Quach" userId="7bb690c8a6e028e4" providerId="LiveId" clId="{3AE927BA-8A36-4342-9B87-5602EFCB8F81}" dt="2022-03-02T17:09:24.673" v="649" actId="1076"/>
        <pc:sldMkLst>
          <pc:docMk/>
          <pc:sldMk cId="3421894969" sldId="422"/>
        </pc:sldMkLst>
        <pc:spChg chg="mod">
          <ac:chgData name="Alexandre Quach" userId="7bb690c8a6e028e4" providerId="LiveId" clId="{3AE927BA-8A36-4342-9B87-5602EFCB8F81}" dt="2022-03-02T16:54:06.581" v="544" actId="1076"/>
          <ac:spMkLst>
            <pc:docMk/>
            <pc:sldMk cId="3421894969" sldId="422"/>
            <ac:spMk id="572" creationId="{4FCCD219-0527-4679-A6FC-8F610F586D29}"/>
          </ac:spMkLst>
        </pc:spChg>
        <pc:picChg chg="add mod">
          <ac:chgData name="Alexandre Quach" userId="7bb690c8a6e028e4" providerId="LiveId" clId="{3AE927BA-8A36-4342-9B87-5602EFCB8F81}" dt="2022-03-02T16:51:20.916" v="518" actId="207"/>
          <ac:picMkLst>
            <pc:docMk/>
            <pc:sldMk cId="3421894969" sldId="422"/>
            <ac:picMk id="3" creationId="{FAE66EE1-ECE9-44D0-8AE5-4262227A5E66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4" creationId="{5C57AEAC-627D-4777-B3E6-E2FE660B0824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6" creationId="{476BCE63-6F63-4326-89F7-A4B686DFA1F9}"/>
          </ac:picMkLst>
        </pc:picChg>
        <pc:picChg chg="add mod">
          <ac:chgData name="Alexandre Quach" userId="7bb690c8a6e028e4" providerId="LiveId" clId="{3AE927BA-8A36-4342-9B87-5602EFCB8F81}" dt="2022-03-02T17:09:24.673" v="649" actId="1076"/>
          <ac:picMkLst>
            <pc:docMk/>
            <pc:sldMk cId="3421894969" sldId="422"/>
            <ac:picMk id="7" creationId="{E06AD8BC-125A-4B10-B47C-14648FEAA8AE}"/>
          </ac:picMkLst>
        </pc:picChg>
        <pc:picChg chg="add mod">
          <ac:chgData name="Alexandre Quach" userId="7bb690c8a6e028e4" providerId="LiveId" clId="{3AE927BA-8A36-4342-9B87-5602EFCB8F81}" dt="2022-03-02T16:52:20.157" v="528" actId="207"/>
          <ac:picMkLst>
            <pc:docMk/>
            <pc:sldMk cId="3421894969" sldId="422"/>
            <ac:picMk id="9" creationId="{0DE63146-8FCA-4D92-AE90-052B9D1156C6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10" creationId="{39F7DC01-28A9-49A3-996B-703DB6A94FC7}"/>
          </ac:picMkLst>
        </pc:picChg>
        <pc:picChg chg="add mod">
          <ac:chgData name="Alexandre Quach" userId="7bb690c8a6e028e4" providerId="LiveId" clId="{3AE927BA-8A36-4342-9B87-5602EFCB8F81}" dt="2022-03-02T16:53:05.796" v="535" actId="207"/>
          <ac:picMkLst>
            <pc:docMk/>
            <pc:sldMk cId="3421894969" sldId="422"/>
            <ac:picMk id="12" creationId="{AFFAEE81-5167-4981-99A2-855386C80DA6}"/>
          </ac:picMkLst>
        </pc:picChg>
        <pc:picChg chg="add del mod">
          <ac:chgData name="Alexandre Quach" userId="7bb690c8a6e028e4" providerId="LiveId" clId="{3AE927BA-8A36-4342-9B87-5602EFCB8F81}" dt="2022-03-02T16:53:00.906" v="531" actId="478"/>
          <ac:picMkLst>
            <pc:docMk/>
            <pc:sldMk cId="3421894969" sldId="422"/>
            <ac:picMk id="14" creationId="{10BDDA1F-D05E-4B70-9F7C-DBF164B289AF}"/>
          </ac:picMkLst>
        </pc:picChg>
        <pc:picChg chg="add mod">
          <ac:chgData name="Alexandre Quach" userId="7bb690c8a6e028e4" providerId="LiveId" clId="{3AE927BA-8A36-4342-9B87-5602EFCB8F81}" dt="2022-03-02T16:53:46.137" v="540" actId="1076"/>
          <ac:picMkLst>
            <pc:docMk/>
            <pc:sldMk cId="3421894969" sldId="422"/>
            <ac:picMk id="16" creationId="{1C1B58A3-0EC3-4D68-97AE-1E8C8A6D4DF3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18" creationId="{107274A8-6F87-4173-960E-C531AAFB3621}"/>
          </ac:picMkLst>
        </pc:picChg>
        <pc:picChg chg="add mod">
          <ac:chgData name="Alexandre Quach" userId="7bb690c8a6e028e4" providerId="LiveId" clId="{3AE927BA-8A36-4342-9B87-5602EFCB8F81}" dt="2022-03-02T16:54:15.842" v="548" actId="1076"/>
          <ac:picMkLst>
            <pc:docMk/>
            <pc:sldMk cId="3421894969" sldId="422"/>
            <ac:picMk id="19" creationId="{31A5B9EC-37F6-4867-8312-A5CE6F90FBE2}"/>
          </ac:picMkLst>
        </pc:picChg>
        <pc:picChg chg="add mod">
          <ac:chgData name="Alexandre Quach" userId="7bb690c8a6e028e4" providerId="LiveId" clId="{3AE927BA-8A36-4342-9B87-5602EFCB8F81}" dt="2022-03-02T16:55:20.028" v="553" actId="207"/>
          <ac:picMkLst>
            <pc:docMk/>
            <pc:sldMk cId="3421894969" sldId="422"/>
            <ac:picMk id="21" creationId="{8FDF11B3-8A3D-4050-80C5-51E83B774B69}"/>
          </ac:picMkLst>
        </pc:picChg>
        <pc:picChg chg="add mod">
          <ac:chgData name="Alexandre Quach" userId="7bb690c8a6e028e4" providerId="LiveId" clId="{3AE927BA-8A36-4342-9B87-5602EFCB8F81}" dt="2022-03-02T16:55:46.114" v="558" actId="207"/>
          <ac:picMkLst>
            <pc:docMk/>
            <pc:sldMk cId="3421894969" sldId="422"/>
            <ac:picMk id="23" creationId="{51619010-F882-4CBD-BD48-017757BD717D}"/>
          </ac:picMkLst>
        </pc:picChg>
        <pc:picChg chg="add mod">
          <ac:chgData name="Alexandre Quach" userId="7bb690c8a6e028e4" providerId="LiveId" clId="{3AE927BA-8A36-4342-9B87-5602EFCB8F81}" dt="2022-03-02T16:56:07.876" v="563" actId="207"/>
          <ac:picMkLst>
            <pc:docMk/>
            <pc:sldMk cId="3421894969" sldId="422"/>
            <ac:picMk id="26" creationId="{006B18FB-B4E2-4998-A619-920292960D9F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27" creationId="{6E5C4F74-121C-4CA5-8125-D9D5B4859297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31" creationId="{825EC7A6-B8AC-4BF2-85EC-60A4ECCE38E6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35" creationId="{0DF540E1-F7D3-447B-8BEA-31868F486092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39" creationId="{B9F2FD04-DB02-483E-916E-69080FC394BC}"/>
          </ac:picMkLst>
        </pc:picChg>
        <pc:picChg chg="del">
          <ac:chgData name="Alexandre Quach" userId="7bb690c8a6e028e4" providerId="LiveId" clId="{3AE927BA-8A36-4342-9B87-5602EFCB8F81}" dt="2022-03-02T16:50:30.871" v="512" actId="478"/>
          <ac:picMkLst>
            <pc:docMk/>
            <pc:sldMk cId="3421894969" sldId="422"/>
            <ac:picMk id="41" creationId="{B5F854E0-BE4B-4F55-BC48-C2B283B39570}"/>
          </ac:picMkLst>
        </pc:picChg>
      </pc:sldChg>
      <pc:sldChg chg="addSp modSp add mod">
        <pc:chgData name="Alexandre Quach" userId="7bb690c8a6e028e4" providerId="LiveId" clId="{3AE927BA-8A36-4342-9B87-5602EFCB8F81}" dt="2022-03-02T17:24:02.556" v="680" actId="207"/>
        <pc:sldMkLst>
          <pc:docMk/>
          <pc:sldMk cId="1082800207" sldId="423"/>
        </pc:sldMkLst>
        <pc:spChg chg="add mod">
          <ac:chgData name="Alexandre Quach" userId="7bb690c8a6e028e4" providerId="LiveId" clId="{3AE927BA-8A36-4342-9B87-5602EFCB8F81}" dt="2022-03-02T16:58:00.241" v="590" actId="1038"/>
          <ac:spMkLst>
            <pc:docMk/>
            <pc:sldMk cId="1082800207" sldId="423"/>
            <ac:spMk id="2" creationId="{314A0939-3B53-4E9B-B94F-EB243319909E}"/>
          </ac:spMkLst>
        </pc:spChg>
        <pc:spChg chg="add mod">
          <ac:chgData name="Alexandre Quach" userId="7bb690c8a6e028e4" providerId="LiveId" clId="{3AE927BA-8A36-4342-9B87-5602EFCB8F81}" dt="2022-03-02T16:58:12.923" v="600" actId="121"/>
          <ac:spMkLst>
            <pc:docMk/>
            <pc:sldMk cId="1082800207" sldId="423"/>
            <ac:spMk id="3" creationId="{0634C0FB-E043-4AD9-934C-1BD3B0244D5D}"/>
          </ac:spMkLst>
        </pc:spChg>
        <pc:spChg chg="add mod">
          <ac:chgData name="Alexandre Quach" userId="7bb690c8a6e028e4" providerId="LiveId" clId="{3AE927BA-8A36-4342-9B87-5602EFCB8F81}" dt="2022-03-02T16:58:21.284" v="601" actId="208"/>
          <ac:spMkLst>
            <pc:docMk/>
            <pc:sldMk cId="1082800207" sldId="423"/>
            <ac:spMk id="12" creationId="{1CCB9B37-2C37-4466-9E8A-0B18B1813085}"/>
          </ac:spMkLst>
        </pc:spChg>
        <pc:spChg chg="add mod">
          <ac:chgData name="Alexandre Quach" userId="7bb690c8a6e028e4" providerId="LiveId" clId="{3AE927BA-8A36-4342-9B87-5602EFCB8F81}" dt="2022-03-02T17:21:35.510" v="667" actId="1076"/>
          <ac:spMkLst>
            <pc:docMk/>
            <pc:sldMk cId="1082800207" sldId="423"/>
            <ac:spMk id="38" creationId="{DE9C0216-E2A7-40F4-824C-A95FBA45F6DE}"/>
          </ac:spMkLst>
        </pc:spChg>
        <pc:spChg chg="add mod">
          <ac:chgData name="Alexandre Quach" userId="7bb690c8a6e028e4" providerId="LiveId" clId="{3AE927BA-8A36-4342-9B87-5602EFCB8F81}" dt="2022-03-02T17:21:32.934" v="666" actId="1076"/>
          <ac:spMkLst>
            <pc:docMk/>
            <pc:sldMk cId="1082800207" sldId="423"/>
            <ac:spMk id="47" creationId="{F327AD39-1D18-4074-9324-E4A571E8024F}"/>
          </ac:spMkLst>
        </pc:spChg>
        <pc:spChg chg="mod">
          <ac:chgData name="Alexandre Quach" userId="7bb690c8a6e028e4" providerId="LiveId" clId="{3AE927BA-8A36-4342-9B87-5602EFCB8F81}" dt="2022-03-02T17:22:00.819" v="672" actId="1076"/>
          <ac:spMkLst>
            <pc:docMk/>
            <pc:sldMk cId="1082800207" sldId="423"/>
            <ac:spMk id="589" creationId="{61A1C38F-52BB-44C7-A142-4195DDCAFF7B}"/>
          </ac:spMkLst>
        </pc:spChg>
        <pc:picChg chg="add mod">
          <ac:chgData name="Alexandre Quach" userId="7bb690c8a6e028e4" providerId="LiveId" clId="{3AE927BA-8A36-4342-9B87-5602EFCB8F81}" dt="2022-03-02T16:59:25.008" v="606" actId="207"/>
          <ac:picMkLst>
            <pc:docMk/>
            <pc:sldMk cId="1082800207" sldId="423"/>
            <ac:picMk id="5" creationId="{4F02D437-08CD-4BD3-BD28-16BB4B94B6FB}"/>
          </ac:picMkLst>
        </pc:picChg>
        <pc:picChg chg="add mod">
          <ac:chgData name="Alexandre Quach" userId="7bb690c8a6e028e4" providerId="LiveId" clId="{3AE927BA-8A36-4342-9B87-5602EFCB8F81}" dt="2022-03-02T16:59:59.229" v="612" actId="207"/>
          <ac:picMkLst>
            <pc:docMk/>
            <pc:sldMk cId="1082800207" sldId="423"/>
            <ac:picMk id="7" creationId="{2BA6926B-6C0C-4E6A-8C93-804FF2457CDB}"/>
          </ac:picMkLst>
        </pc:picChg>
        <pc:picChg chg="add mod">
          <ac:chgData name="Alexandre Quach" userId="7bb690c8a6e028e4" providerId="LiveId" clId="{3AE927BA-8A36-4342-9B87-5602EFCB8F81}" dt="2022-03-02T16:59:59.229" v="612" actId="207"/>
          <ac:picMkLst>
            <pc:docMk/>
            <pc:sldMk cId="1082800207" sldId="423"/>
            <ac:picMk id="9" creationId="{9428158E-D4D6-448D-A99B-C9100D8D93F0}"/>
          </ac:picMkLst>
        </pc:picChg>
        <pc:picChg chg="add mod">
          <ac:chgData name="Alexandre Quach" userId="7bb690c8a6e028e4" providerId="LiveId" clId="{3AE927BA-8A36-4342-9B87-5602EFCB8F81}" dt="2022-03-02T17:00:54.924" v="619" actId="207"/>
          <ac:picMkLst>
            <pc:docMk/>
            <pc:sldMk cId="1082800207" sldId="423"/>
            <ac:picMk id="11" creationId="{DBC00D37-7E4A-40DD-AF28-C81ABA960BAD}"/>
          </ac:picMkLst>
        </pc:picChg>
        <pc:picChg chg="add mod">
          <ac:chgData name="Alexandre Quach" userId="7bb690c8a6e028e4" providerId="LiveId" clId="{3AE927BA-8A36-4342-9B87-5602EFCB8F81}" dt="2022-03-02T17:00:54.924" v="619" actId="207"/>
          <ac:picMkLst>
            <pc:docMk/>
            <pc:sldMk cId="1082800207" sldId="423"/>
            <ac:picMk id="14" creationId="{9A82CCAE-15F0-47B3-8335-12D50FB7A576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16" creationId="{3500CF7B-1554-42F6-8053-FB0244F41689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18" creationId="{025A6110-274F-43AA-B8FD-34325B6C4FDF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20" creationId="{AF5B807A-B816-4059-A209-100772723359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22" creationId="{E210EB13-A3FC-4A86-BDF7-584816BA2C04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25" creationId="{EC3A9EB4-8C67-41EE-BD68-BD0F18BA04B8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27" creationId="{2EAB998F-5264-42BF-A57D-8804C73379A7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29" creationId="{3897A159-1F52-46D2-A667-469512FC0013}"/>
          </ac:picMkLst>
        </pc:picChg>
        <pc:picChg chg="add mod">
          <ac:chgData name="Alexandre Quach" userId="7bb690c8a6e028e4" providerId="LiveId" clId="{3AE927BA-8A36-4342-9B87-5602EFCB8F81}" dt="2022-03-02T17:05:57.119" v="648" actId="207"/>
          <ac:picMkLst>
            <pc:docMk/>
            <pc:sldMk cId="1082800207" sldId="423"/>
            <ac:picMk id="31" creationId="{9214A276-A6C5-49DF-B635-294FD5FD7575}"/>
          </ac:picMkLst>
        </pc:picChg>
        <pc:picChg chg="add mod">
          <ac:chgData name="Alexandre Quach" userId="7bb690c8a6e028e4" providerId="LiveId" clId="{3AE927BA-8A36-4342-9B87-5602EFCB8F81}" dt="2022-03-02T17:20:11.850" v="654" actId="207"/>
          <ac:picMkLst>
            <pc:docMk/>
            <pc:sldMk cId="1082800207" sldId="423"/>
            <ac:picMk id="33" creationId="{17280BF6-69C7-4EA7-966A-FB172B0A4110}"/>
          </ac:picMkLst>
        </pc:picChg>
        <pc:picChg chg="add mod">
          <ac:chgData name="Alexandre Quach" userId="7bb690c8a6e028e4" providerId="LiveId" clId="{3AE927BA-8A36-4342-9B87-5602EFCB8F81}" dt="2022-03-02T17:21:44.256" v="668" actId="207"/>
          <ac:picMkLst>
            <pc:docMk/>
            <pc:sldMk cId="1082800207" sldId="423"/>
            <ac:picMk id="35" creationId="{57A9FE79-986A-492E-A47C-D84D45A674E1}"/>
          </ac:picMkLst>
        </pc:picChg>
        <pc:picChg chg="add mod">
          <ac:chgData name="Alexandre Quach" userId="7bb690c8a6e028e4" providerId="LiveId" clId="{3AE927BA-8A36-4342-9B87-5602EFCB8F81}" dt="2022-03-02T17:21:44.256" v="668" actId="207"/>
          <ac:picMkLst>
            <pc:docMk/>
            <pc:sldMk cId="1082800207" sldId="423"/>
            <ac:picMk id="37" creationId="{0CCC0CE6-041E-4BA6-B503-F4E550DF8C0B}"/>
          </ac:picMkLst>
        </pc:picChg>
        <pc:picChg chg="add mod">
          <ac:chgData name="Alexandre Quach" userId="7bb690c8a6e028e4" providerId="LiveId" clId="{3AE927BA-8A36-4342-9B87-5602EFCB8F81}" dt="2022-03-02T17:22:06.385" v="675" actId="207"/>
          <ac:picMkLst>
            <pc:docMk/>
            <pc:sldMk cId="1082800207" sldId="423"/>
            <ac:picMk id="40" creationId="{388BFE6F-F5A7-473E-AE09-79CCC7BBE7F7}"/>
          </ac:picMkLst>
        </pc:picChg>
        <pc:picChg chg="add mod">
          <ac:chgData name="Alexandre Quach" userId="7bb690c8a6e028e4" providerId="LiveId" clId="{3AE927BA-8A36-4342-9B87-5602EFCB8F81}" dt="2022-03-02T17:24:02.556" v="680" actId="207"/>
          <ac:picMkLst>
            <pc:docMk/>
            <pc:sldMk cId="1082800207" sldId="423"/>
            <ac:picMk id="42" creationId="{AE6E8392-35BA-468B-B150-033BB6E82882}"/>
          </ac:picMkLst>
        </pc:picChg>
      </pc:sldChg>
      <pc:sldChg chg="addSp modSp new mod modClrScheme chgLayout">
        <pc:chgData name="Alexandre Quach" userId="7bb690c8a6e028e4" providerId="LiveId" clId="{3AE927BA-8A36-4342-9B87-5602EFCB8F81}" dt="2022-03-03T09:21:41.321" v="723" actId="20577"/>
        <pc:sldMkLst>
          <pc:docMk/>
          <pc:sldMk cId="13937227" sldId="424"/>
        </pc:sldMkLst>
        <pc:spChg chg="add mod">
          <ac:chgData name="Alexandre Quach" userId="7bb690c8a6e028e4" providerId="LiveId" clId="{3AE927BA-8A36-4342-9B87-5602EFCB8F81}" dt="2022-03-03T09:21:41.321" v="723" actId="20577"/>
          <ac:spMkLst>
            <pc:docMk/>
            <pc:sldMk cId="13937227" sldId="424"/>
            <ac:spMk id="2" creationId="{CC13C23D-6DB5-4340-A22A-F067133EBEFA}"/>
          </ac:spMkLst>
        </pc:spChg>
        <pc:spChg chg="add mod">
          <ac:chgData name="Alexandre Quach" userId="7bb690c8a6e028e4" providerId="LiveId" clId="{3AE927BA-8A36-4342-9B87-5602EFCB8F81}" dt="2022-03-03T09:21:33.184" v="682" actId="700"/>
          <ac:spMkLst>
            <pc:docMk/>
            <pc:sldMk cId="13937227" sldId="424"/>
            <ac:spMk id="3" creationId="{9A1445FB-D506-44BC-B17B-E3407E14A713}"/>
          </ac:spMkLst>
        </pc:spChg>
      </pc:sldChg>
      <pc:sldChg chg="modSp new mod">
        <pc:chgData name="Alexandre Quach" userId="7bb690c8a6e028e4" providerId="LiveId" clId="{3AE927BA-8A36-4342-9B87-5602EFCB8F81}" dt="2022-03-03T09:27:04.395" v="1482" actId="20577"/>
        <pc:sldMkLst>
          <pc:docMk/>
          <pc:sldMk cId="2257384689" sldId="425"/>
        </pc:sldMkLst>
        <pc:spChg chg="mod">
          <ac:chgData name="Alexandre Quach" userId="7bb690c8a6e028e4" providerId="LiveId" clId="{3AE927BA-8A36-4342-9B87-5602EFCB8F81}" dt="2022-03-03T09:21:47.594" v="743" actId="20577"/>
          <ac:spMkLst>
            <pc:docMk/>
            <pc:sldMk cId="2257384689" sldId="425"/>
            <ac:spMk id="2" creationId="{E59C5932-AE4A-4949-A6A6-B95C3B5B187B}"/>
          </ac:spMkLst>
        </pc:spChg>
        <pc:spChg chg="mod">
          <ac:chgData name="Alexandre Quach" userId="7bb690c8a6e028e4" providerId="LiveId" clId="{3AE927BA-8A36-4342-9B87-5602EFCB8F81}" dt="2022-03-03T09:27:04.395" v="1482" actId="20577"/>
          <ac:spMkLst>
            <pc:docMk/>
            <pc:sldMk cId="2257384689" sldId="425"/>
            <ac:spMk id="3" creationId="{D33D0661-8DBC-4DA6-8684-1E041F038C8A}"/>
          </ac:spMkLst>
        </pc:spChg>
      </pc:sldChg>
      <pc:sldChg chg="addSp delSp modSp new mod">
        <pc:chgData name="Alexandre Quach" userId="7bb690c8a6e028e4" providerId="LiveId" clId="{3AE927BA-8A36-4342-9B87-5602EFCB8F81}" dt="2022-03-03T11:51:42.927" v="2540" actId="1076"/>
        <pc:sldMkLst>
          <pc:docMk/>
          <pc:sldMk cId="1041856218" sldId="426"/>
        </pc:sldMkLst>
        <pc:spChg chg="mod">
          <ac:chgData name="Alexandre Quach" userId="7bb690c8a6e028e4" providerId="LiveId" clId="{3AE927BA-8A36-4342-9B87-5602EFCB8F81}" dt="2022-03-03T09:39:59.499" v="1757" actId="20577"/>
          <ac:spMkLst>
            <pc:docMk/>
            <pc:sldMk cId="1041856218" sldId="426"/>
            <ac:spMk id="2" creationId="{BD930A50-C56F-46F0-BD05-F8DF2B11BB1C}"/>
          </ac:spMkLst>
        </pc:spChg>
        <pc:spChg chg="del">
          <ac:chgData name="Alexandre Quach" userId="7bb690c8a6e028e4" providerId="LiveId" clId="{3AE927BA-8A36-4342-9B87-5602EFCB8F81}" dt="2022-03-03T09:30:57.315" v="1505" actId="478"/>
          <ac:spMkLst>
            <pc:docMk/>
            <pc:sldMk cId="1041856218" sldId="426"/>
            <ac:spMk id="3" creationId="{A2D8756C-96BA-4B96-905E-3C379BFEAF20}"/>
          </ac:spMkLst>
        </pc:spChg>
        <pc:spChg chg="add mod">
          <ac:chgData name="Alexandre Quach" userId="7bb690c8a6e028e4" providerId="LiveId" clId="{3AE927BA-8A36-4342-9B87-5602EFCB8F81}" dt="2022-03-03T09:38:46.241" v="1715" actId="1038"/>
          <ac:spMkLst>
            <pc:docMk/>
            <pc:sldMk cId="1041856218" sldId="426"/>
            <ac:spMk id="4" creationId="{00369722-EF6E-4DB3-B33E-BB21AD7923B2}"/>
          </ac:spMkLst>
        </pc:spChg>
        <pc:spChg chg="add mod">
          <ac:chgData name="Alexandre Quach" userId="7bb690c8a6e028e4" providerId="LiveId" clId="{3AE927BA-8A36-4342-9B87-5602EFCB8F81}" dt="2022-03-03T09:38:46.241" v="1715" actId="1038"/>
          <ac:spMkLst>
            <pc:docMk/>
            <pc:sldMk cId="1041856218" sldId="426"/>
            <ac:spMk id="5" creationId="{1945C12C-D6DC-406D-83B7-155488E68030}"/>
          </ac:spMkLst>
        </pc:spChg>
        <pc:spChg chg="add mod">
          <ac:chgData name="Alexandre Quach" userId="7bb690c8a6e028e4" providerId="LiveId" clId="{3AE927BA-8A36-4342-9B87-5602EFCB8F81}" dt="2022-03-03T09:38:47.753" v="1716" actId="1038"/>
          <ac:spMkLst>
            <pc:docMk/>
            <pc:sldMk cId="1041856218" sldId="426"/>
            <ac:spMk id="6" creationId="{AFC29544-2660-4DDE-80C1-7859F49DBB2D}"/>
          </ac:spMkLst>
        </pc:spChg>
        <pc:spChg chg="add mod">
          <ac:chgData name="Alexandre Quach" userId="7bb690c8a6e028e4" providerId="LiveId" clId="{3AE927BA-8A36-4342-9B87-5602EFCB8F81}" dt="2022-03-03T09:38:47.753" v="1716" actId="1038"/>
          <ac:spMkLst>
            <pc:docMk/>
            <pc:sldMk cId="1041856218" sldId="426"/>
            <ac:spMk id="7" creationId="{AF75A5FC-A647-4645-BD80-D379FD02C72A}"/>
          </ac:spMkLst>
        </pc:spChg>
        <pc:spChg chg="add del mod">
          <ac:chgData name="Alexandre Quach" userId="7bb690c8a6e028e4" providerId="LiveId" clId="{3AE927BA-8A36-4342-9B87-5602EFCB8F81}" dt="2022-03-03T11:51:41.968" v="2539" actId="478"/>
          <ac:spMkLst>
            <pc:docMk/>
            <pc:sldMk cId="1041856218" sldId="426"/>
            <ac:spMk id="8" creationId="{09A42CA5-866D-4282-A3DF-7932D2B482EA}"/>
          </ac:spMkLst>
        </pc:spChg>
        <pc:spChg chg="add mod">
          <ac:chgData name="Alexandre Quach" userId="7bb690c8a6e028e4" providerId="LiveId" clId="{3AE927BA-8A36-4342-9B87-5602EFCB8F81}" dt="2022-03-03T11:51:42.927" v="2540" actId="1076"/>
          <ac:spMkLst>
            <pc:docMk/>
            <pc:sldMk cId="1041856218" sldId="426"/>
            <ac:spMk id="9" creationId="{5A89A3F9-2281-4347-89DF-E7F92653990E}"/>
          </ac:spMkLst>
        </pc:spChg>
        <pc:spChg chg="add mod">
          <ac:chgData name="Alexandre Quach" userId="7bb690c8a6e028e4" providerId="LiveId" clId="{3AE927BA-8A36-4342-9B87-5602EFCB8F81}" dt="2022-03-03T09:39:48.348" v="1756" actId="20577"/>
          <ac:spMkLst>
            <pc:docMk/>
            <pc:sldMk cId="1041856218" sldId="426"/>
            <ac:spMk id="10" creationId="{A4690FBC-0E61-4467-8A7A-DF0733DFC255}"/>
          </ac:spMkLst>
        </pc:spChg>
        <pc:spChg chg="add mod">
          <ac:chgData name="Alexandre Quach" userId="7bb690c8a6e028e4" providerId="LiveId" clId="{3AE927BA-8A36-4342-9B87-5602EFCB8F81}" dt="2022-03-03T09:38:47.753" v="1716" actId="1038"/>
          <ac:spMkLst>
            <pc:docMk/>
            <pc:sldMk cId="1041856218" sldId="426"/>
            <ac:spMk id="11" creationId="{601EFD6B-BEB7-436D-9801-44AC9847A8F2}"/>
          </ac:spMkLst>
        </pc:spChg>
        <pc:spChg chg="add mod">
          <ac:chgData name="Alexandre Quach" userId="7bb690c8a6e028e4" providerId="LiveId" clId="{3AE927BA-8A36-4342-9B87-5602EFCB8F81}" dt="2022-03-03T09:38:56.728" v="1741" actId="1038"/>
          <ac:spMkLst>
            <pc:docMk/>
            <pc:sldMk cId="1041856218" sldId="426"/>
            <ac:spMk id="12" creationId="{6DE81DF9-BC98-4A97-9DF2-6A3E1F2A50B0}"/>
          </ac:spMkLst>
        </pc:spChg>
        <pc:spChg chg="add mod ord">
          <ac:chgData name="Alexandre Quach" userId="7bb690c8a6e028e4" providerId="LiveId" clId="{3AE927BA-8A36-4342-9B87-5602EFCB8F81}" dt="2022-03-03T09:40:43.416" v="1764" actId="14100"/>
          <ac:spMkLst>
            <pc:docMk/>
            <pc:sldMk cId="1041856218" sldId="426"/>
            <ac:spMk id="14" creationId="{E8981A8E-982E-43EC-8FCE-5A5EACC94DB0}"/>
          </ac:spMkLst>
        </pc:spChg>
        <pc:picChg chg="add mod">
          <ac:chgData name="Alexandre Quach" userId="7bb690c8a6e028e4" providerId="LiveId" clId="{3AE927BA-8A36-4342-9B87-5602EFCB8F81}" dt="2022-03-03T09:38:22.392" v="1679" actId="14100"/>
          <ac:picMkLst>
            <pc:docMk/>
            <pc:sldMk cId="1041856218" sldId="426"/>
            <ac:picMk id="13" creationId="{040DE6B4-6890-4B09-82D5-B675EAB89898}"/>
          </ac:picMkLst>
        </pc:picChg>
      </pc:sldChg>
      <pc:sldChg chg="modSp add ord">
        <pc:chgData name="Alexandre Quach" userId="7bb690c8a6e028e4" providerId="LiveId" clId="{3AE927BA-8A36-4342-9B87-5602EFCB8F81}" dt="2022-03-03T10:08:30.294" v="1778" actId="6549"/>
        <pc:sldMkLst>
          <pc:docMk/>
          <pc:sldMk cId="3490280500" sldId="427"/>
        </pc:sldMkLst>
        <pc:spChg chg="mod">
          <ac:chgData name="Alexandre Quach" userId="7bb690c8a6e028e4" providerId="LiveId" clId="{3AE927BA-8A36-4342-9B87-5602EFCB8F81}" dt="2022-03-03T10:08:30.294" v="1778" actId="6549"/>
          <ac:spMkLst>
            <pc:docMk/>
            <pc:sldMk cId="3490280500" sldId="427"/>
            <ac:spMk id="4" creationId="{253708B5-D4E9-4983-BF9F-495083A2AF03}"/>
          </ac:spMkLst>
        </pc:spChg>
      </pc:sldChg>
      <pc:sldChg chg="addSp delSp modSp add mod ord setBg">
        <pc:chgData name="Alexandre Quach" userId="7bb690c8a6e028e4" providerId="LiveId" clId="{3AE927BA-8A36-4342-9B87-5602EFCB8F81}" dt="2022-03-03T10:19:19.565" v="1905" actId="1076"/>
        <pc:sldMkLst>
          <pc:docMk/>
          <pc:sldMk cId="1807502361" sldId="428"/>
        </pc:sldMkLst>
        <pc:spChg chg="del">
          <ac:chgData name="Alexandre Quach" userId="7bb690c8a6e028e4" providerId="LiveId" clId="{3AE927BA-8A36-4342-9B87-5602EFCB8F81}" dt="2022-03-03T10:08:35.368" v="1779" actId="478"/>
          <ac:spMkLst>
            <pc:docMk/>
            <pc:sldMk cId="1807502361" sldId="428"/>
            <ac:spMk id="2" creationId="{314A0939-3B53-4E9B-B94F-EB243319909E}"/>
          </ac:spMkLst>
        </pc:spChg>
        <pc:spChg chg="del">
          <ac:chgData name="Alexandre Quach" userId="7bb690c8a6e028e4" providerId="LiveId" clId="{3AE927BA-8A36-4342-9B87-5602EFCB8F81}" dt="2022-03-03T10:08:36.943" v="1780" actId="478"/>
          <ac:spMkLst>
            <pc:docMk/>
            <pc:sldMk cId="1807502361" sldId="428"/>
            <ac:spMk id="3" creationId="{0634C0FB-E043-4AD9-934C-1BD3B0244D5D}"/>
          </ac:spMkLst>
        </pc:spChg>
        <pc:spChg chg="del">
          <ac:chgData name="Alexandre Quach" userId="7bb690c8a6e028e4" providerId="LiveId" clId="{3AE927BA-8A36-4342-9B87-5602EFCB8F81}" dt="2022-03-03T10:08:35.368" v="1779" actId="478"/>
          <ac:spMkLst>
            <pc:docMk/>
            <pc:sldMk cId="1807502361" sldId="428"/>
            <ac:spMk id="12" creationId="{1CCB9B37-2C37-4466-9E8A-0B18B1813085}"/>
          </ac:spMkLst>
        </pc:spChg>
        <pc:spChg chg="add mod">
          <ac:chgData name="Alexandre Quach" userId="7bb690c8a6e028e4" providerId="LiveId" clId="{3AE927BA-8A36-4342-9B87-5602EFCB8F81}" dt="2022-03-03T10:09:52.005" v="1808" actId="1076"/>
          <ac:spMkLst>
            <pc:docMk/>
            <pc:sldMk cId="1807502361" sldId="428"/>
            <ac:spMk id="26" creationId="{122E6877-E3EE-4512-B3B6-8D5198800C23}"/>
          </ac:spMkLst>
        </pc:spChg>
        <pc:spChg chg="del">
          <ac:chgData name="Alexandre Quach" userId="7bb690c8a6e028e4" providerId="LiveId" clId="{3AE927BA-8A36-4342-9B87-5602EFCB8F81}" dt="2022-03-03T10:08:46.414" v="1790" actId="478"/>
          <ac:spMkLst>
            <pc:docMk/>
            <pc:sldMk cId="1807502361" sldId="428"/>
            <ac:spMk id="38" creationId="{DE9C0216-E2A7-40F4-824C-A95FBA45F6DE}"/>
          </ac:spMkLst>
        </pc:spChg>
        <pc:spChg chg="add mod">
          <ac:chgData name="Alexandre Quach" userId="7bb690c8a6e028e4" providerId="LiveId" clId="{3AE927BA-8A36-4342-9B87-5602EFCB8F81}" dt="2022-03-03T10:09:56.441" v="1811" actId="14100"/>
          <ac:spMkLst>
            <pc:docMk/>
            <pc:sldMk cId="1807502361" sldId="428"/>
            <ac:spMk id="45" creationId="{3C3AEE87-E94F-4D9A-90EB-E0A4749236D2}"/>
          </ac:spMkLst>
        </pc:spChg>
        <pc:spChg chg="add del mod">
          <ac:chgData name="Alexandre Quach" userId="7bb690c8a6e028e4" providerId="LiveId" clId="{3AE927BA-8A36-4342-9B87-5602EFCB8F81}" dt="2022-03-03T10:10:01.741" v="1813" actId="478"/>
          <ac:spMkLst>
            <pc:docMk/>
            <pc:sldMk cId="1807502361" sldId="428"/>
            <ac:spMk id="46" creationId="{8BA008FA-25C3-4974-B0D1-84933FD812E0}"/>
          </ac:spMkLst>
        </pc:spChg>
        <pc:spChg chg="del">
          <ac:chgData name="Alexandre Quach" userId="7bb690c8a6e028e4" providerId="LiveId" clId="{3AE927BA-8A36-4342-9B87-5602EFCB8F81}" dt="2022-03-03T10:08:46.414" v="1790" actId="478"/>
          <ac:spMkLst>
            <pc:docMk/>
            <pc:sldMk cId="1807502361" sldId="428"/>
            <ac:spMk id="47" creationId="{F327AD39-1D18-4074-9324-E4A571E8024F}"/>
          </ac:spMkLst>
        </pc:spChg>
        <pc:spChg chg="add mod">
          <ac:chgData name="Alexandre Quach" userId="7bb690c8a6e028e4" providerId="LiveId" clId="{3AE927BA-8A36-4342-9B87-5602EFCB8F81}" dt="2022-03-03T10:10:04.782" v="1814" actId="14100"/>
          <ac:spMkLst>
            <pc:docMk/>
            <pc:sldMk cId="1807502361" sldId="428"/>
            <ac:spMk id="48" creationId="{4DD9FDD2-F281-4121-84A2-CDDDFBA9B7E7}"/>
          </ac:spMkLst>
        </pc:spChg>
        <pc:spChg chg="add mod">
          <ac:chgData name="Alexandre Quach" userId="7bb690c8a6e028e4" providerId="LiveId" clId="{3AE927BA-8A36-4342-9B87-5602EFCB8F81}" dt="2022-03-03T10:10:07.669" v="1815" actId="14100"/>
          <ac:spMkLst>
            <pc:docMk/>
            <pc:sldMk cId="1807502361" sldId="428"/>
            <ac:spMk id="49" creationId="{6CF98ADE-D9AF-43F1-BA1C-4D5264AB3AFC}"/>
          </ac:spMkLst>
        </pc:spChg>
        <pc:spChg chg="add mod">
          <ac:chgData name="Alexandre Quach" userId="7bb690c8a6e028e4" providerId="LiveId" clId="{3AE927BA-8A36-4342-9B87-5602EFCB8F81}" dt="2022-03-03T10:17:40.597" v="1882" actId="1076"/>
          <ac:spMkLst>
            <pc:docMk/>
            <pc:sldMk cId="1807502361" sldId="428"/>
            <ac:spMk id="57" creationId="{100B8782-20CA-45B5-B537-99BE79406208}"/>
          </ac:spMkLst>
        </pc:spChg>
        <pc:spChg chg="add mod">
          <ac:chgData name="Alexandre Quach" userId="7bb690c8a6e028e4" providerId="LiveId" clId="{3AE927BA-8A36-4342-9B87-5602EFCB8F81}" dt="2022-03-03T10:17:56.526" v="1889" actId="1076"/>
          <ac:spMkLst>
            <pc:docMk/>
            <pc:sldMk cId="1807502361" sldId="428"/>
            <ac:spMk id="58" creationId="{19516553-DAAD-4215-9314-83BAE7381A32}"/>
          </ac:spMkLst>
        </pc:spChg>
        <pc:spChg chg="add mod">
          <ac:chgData name="Alexandre Quach" userId="7bb690c8a6e028e4" providerId="LiveId" clId="{3AE927BA-8A36-4342-9B87-5602EFCB8F81}" dt="2022-03-03T10:17:40.597" v="1882" actId="1076"/>
          <ac:spMkLst>
            <pc:docMk/>
            <pc:sldMk cId="1807502361" sldId="428"/>
            <ac:spMk id="67" creationId="{6E190639-F1A1-4026-A0D8-D6B43FD790AC}"/>
          </ac:spMkLst>
        </pc:spChg>
        <pc:spChg chg="add mod">
          <ac:chgData name="Alexandre Quach" userId="7bb690c8a6e028e4" providerId="LiveId" clId="{3AE927BA-8A36-4342-9B87-5602EFCB8F81}" dt="2022-03-03T10:17:40.597" v="1882" actId="1076"/>
          <ac:spMkLst>
            <pc:docMk/>
            <pc:sldMk cId="1807502361" sldId="428"/>
            <ac:spMk id="68" creationId="{D93F4271-0138-4266-BF7B-BBBD06684BFC}"/>
          </ac:spMkLst>
        </pc:spChg>
        <pc:spChg chg="add mod">
          <ac:chgData name="Alexandre Quach" userId="7bb690c8a6e028e4" providerId="LiveId" clId="{3AE927BA-8A36-4342-9B87-5602EFCB8F81}" dt="2022-03-03T10:17:47.740" v="1886" actId="688"/>
          <ac:spMkLst>
            <pc:docMk/>
            <pc:sldMk cId="1807502361" sldId="428"/>
            <ac:spMk id="70" creationId="{6F651F76-48AD-44C8-A74B-BAEDC779EACD}"/>
          </ac:spMkLst>
        </pc:spChg>
        <pc:spChg chg="add mod">
          <ac:chgData name="Alexandre Quach" userId="7bb690c8a6e028e4" providerId="LiveId" clId="{3AE927BA-8A36-4342-9B87-5602EFCB8F81}" dt="2022-03-03T10:17:59.132" v="1890" actId="1076"/>
          <ac:spMkLst>
            <pc:docMk/>
            <pc:sldMk cId="1807502361" sldId="428"/>
            <ac:spMk id="71" creationId="{993C30F3-45E2-4917-BD7A-10DC93FED727}"/>
          </ac:spMkLst>
        </pc:spChg>
        <pc:spChg chg="add mod">
          <ac:chgData name="Alexandre Quach" userId="7bb690c8a6e028e4" providerId="LiveId" clId="{3AE927BA-8A36-4342-9B87-5602EFCB8F81}" dt="2022-03-03T10:18:19.069" v="1892" actId="1076"/>
          <ac:spMkLst>
            <pc:docMk/>
            <pc:sldMk cId="1807502361" sldId="428"/>
            <ac:spMk id="72" creationId="{31200F52-4AAA-460B-8B88-8EA469CD5DD6}"/>
          </ac:spMkLst>
        </pc:spChg>
        <pc:spChg chg="add mod">
          <ac:chgData name="Alexandre Quach" userId="7bb690c8a6e028e4" providerId="LiveId" clId="{3AE927BA-8A36-4342-9B87-5602EFCB8F81}" dt="2022-03-03T10:18:19.069" v="1892" actId="1076"/>
          <ac:spMkLst>
            <pc:docMk/>
            <pc:sldMk cId="1807502361" sldId="428"/>
            <ac:spMk id="73" creationId="{C0E17CD0-D3E2-4760-9FC0-457F7B83C711}"/>
          </ac:spMkLst>
        </pc:spChg>
        <pc:spChg chg="add del mod">
          <ac:chgData name="Alexandre Quach" userId="7bb690c8a6e028e4" providerId="LiveId" clId="{3AE927BA-8A36-4342-9B87-5602EFCB8F81}" dt="2022-03-03T10:18:20.902" v="1893" actId="478"/>
          <ac:spMkLst>
            <pc:docMk/>
            <pc:sldMk cId="1807502361" sldId="428"/>
            <ac:spMk id="74" creationId="{A79B5EA5-E804-47D3-8A37-8CBA56F50FE0}"/>
          </ac:spMkLst>
        </pc:spChg>
        <pc:spChg chg="add mod">
          <ac:chgData name="Alexandre Quach" userId="7bb690c8a6e028e4" providerId="LiveId" clId="{3AE927BA-8A36-4342-9B87-5602EFCB8F81}" dt="2022-03-03T10:18:19.069" v="1892" actId="1076"/>
          <ac:spMkLst>
            <pc:docMk/>
            <pc:sldMk cId="1807502361" sldId="428"/>
            <ac:spMk id="75" creationId="{967500DC-4237-4FF6-AC2A-D3D5BD42D7D6}"/>
          </ac:spMkLst>
        </pc:spChg>
        <pc:spChg chg="add mod">
          <ac:chgData name="Alexandre Quach" userId="7bb690c8a6e028e4" providerId="LiveId" clId="{3AE927BA-8A36-4342-9B87-5602EFCB8F81}" dt="2022-03-03T10:18:19.069" v="1892" actId="1076"/>
          <ac:spMkLst>
            <pc:docMk/>
            <pc:sldMk cId="1807502361" sldId="428"/>
            <ac:spMk id="76" creationId="{9FB6FC8D-3CA2-4D7D-91AC-0AEE753D116E}"/>
          </ac:spMkLst>
        </pc:spChg>
        <pc:spChg chg="add mod">
          <ac:chgData name="Alexandre Quach" userId="7bb690c8a6e028e4" providerId="LiveId" clId="{3AE927BA-8A36-4342-9B87-5602EFCB8F81}" dt="2022-03-03T10:18:19.069" v="1892" actId="1076"/>
          <ac:spMkLst>
            <pc:docMk/>
            <pc:sldMk cId="1807502361" sldId="428"/>
            <ac:spMk id="77" creationId="{4851A184-ED74-4BF6-B79C-E9A6A94CF8B7}"/>
          </ac:spMkLst>
        </pc:spChg>
        <pc:spChg chg="mod">
          <ac:chgData name="Alexandre Quach" userId="7bb690c8a6e028e4" providerId="LiveId" clId="{3AE927BA-8A36-4342-9B87-5602EFCB8F81}" dt="2022-03-03T10:17:08.966" v="1870" actId="1076"/>
          <ac:spMkLst>
            <pc:docMk/>
            <pc:sldMk cId="1807502361" sldId="428"/>
            <ac:spMk id="572" creationId="{4FCCD219-0527-4679-A6FC-8F610F586D29}"/>
          </ac:spMkLst>
        </pc:spChg>
        <pc:picChg chg="del">
          <ac:chgData name="Alexandre Quach" userId="7bb690c8a6e028e4" providerId="LiveId" clId="{3AE927BA-8A36-4342-9B87-5602EFCB8F81}" dt="2022-03-03T10:08:37.350" v="1781" actId="478"/>
          <ac:picMkLst>
            <pc:docMk/>
            <pc:sldMk cId="1807502361" sldId="428"/>
            <ac:picMk id="5" creationId="{4F02D437-08CD-4BD3-BD28-16BB4B94B6FB}"/>
          </ac:picMkLst>
        </pc:picChg>
        <pc:picChg chg="add del mod">
          <ac:chgData name="Alexandre Quach" userId="7bb690c8a6e028e4" providerId="LiveId" clId="{3AE927BA-8A36-4342-9B87-5602EFCB8F81}" dt="2022-03-03T10:12:45.085" v="1830" actId="478"/>
          <ac:picMkLst>
            <pc:docMk/>
            <pc:sldMk cId="1807502361" sldId="428"/>
            <ac:picMk id="6" creationId="{349C90A7-B353-43F6-A508-C097C8595798}"/>
          </ac:picMkLst>
        </pc:picChg>
        <pc:picChg chg="del">
          <ac:chgData name="Alexandre Quach" userId="7bb690c8a6e028e4" providerId="LiveId" clId="{3AE927BA-8A36-4342-9B87-5602EFCB8F81}" dt="2022-03-03T10:08:35.368" v="1779" actId="478"/>
          <ac:picMkLst>
            <pc:docMk/>
            <pc:sldMk cId="1807502361" sldId="428"/>
            <ac:picMk id="7" creationId="{2BA6926B-6C0C-4E6A-8C93-804FF2457CDB}"/>
          </ac:picMkLst>
        </pc:picChg>
        <pc:picChg chg="del">
          <ac:chgData name="Alexandre Quach" userId="7bb690c8a6e028e4" providerId="LiveId" clId="{3AE927BA-8A36-4342-9B87-5602EFCB8F81}" dt="2022-03-03T10:08:38.054" v="1782" actId="478"/>
          <ac:picMkLst>
            <pc:docMk/>
            <pc:sldMk cId="1807502361" sldId="428"/>
            <ac:picMk id="9" creationId="{9428158E-D4D6-448D-A99B-C9100D8D93F0}"/>
          </ac:picMkLst>
        </pc:picChg>
        <pc:picChg chg="add mod">
          <ac:chgData name="Alexandre Quach" userId="7bb690c8a6e028e4" providerId="LiveId" clId="{3AE927BA-8A36-4342-9B87-5602EFCB8F81}" dt="2022-03-03T10:10:28.038" v="1829" actId="1076"/>
          <ac:picMkLst>
            <pc:docMk/>
            <pc:sldMk cId="1807502361" sldId="428"/>
            <ac:picMk id="10" creationId="{BD0076A7-8890-413B-8915-694AE0B178FE}"/>
          </ac:picMkLst>
        </pc:picChg>
        <pc:picChg chg="del">
          <ac:chgData name="Alexandre Quach" userId="7bb690c8a6e028e4" providerId="LiveId" clId="{3AE927BA-8A36-4342-9B87-5602EFCB8F81}" dt="2022-03-03T10:08:41.295" v="1784" actId="478"/>
          <ac:picMkLst>
            <pc:docMk/>
            <pc:sldMk cId="1807502361" sldId="428"/>
            <ac:picMk id="11" creationId="{DBC00D37-7E4A-40DD-AF28-C81ABA960BAD}"/>
          </ac:picMkLst>
        </pc:picChg>
        <pc:picChg chg="del">
          <ac:chgData name="Alexandre Quach" userId="7bb690c8a6e028e4" providerId="LiveId" clId="{3AE927BA-8A36-4342-9B87-5602EFCB8F81}" dt="2022-03-03T10:08:43.758" v="1789" actId="478"/>
          <ac:picMkLst>
            <pc:docMk/>
            <pc:sldMk cId="1807502361" sldId="428"/>
            <ac:picMk id="14" creationId="{9A82CCAE-15F0-47B3-8335-12D50FB7A576}"/>
          </ac:picMkLst>
        </pc:picChg>
        <pc:picChg chg="add mod">
          <ac:chgData name="Alexandre Quach" userId="7bb690c8a6e028e4" providerId="LiveId" clId="{3AE927BA-8A36-4342-9B87-5602EFCB8F81}" dt="2022-03-03T10:10:23.773" v="1826" actId="1076"/>
          <ac:picMkLst>
            <pc:docMk/>
            <pc:sldMk cId="1807502361" sldId="428"/>
            <ac:picMk id="15" creationId="{7DAE8704-08FD-448B-B8D6-9E1DE1D913EA}"/>
          </ac:picMkLst>
        </pc:picChg>
        <pc:picChg chg="del">
          <ac:chgData name="Alexandre Quach" userId="7bb690c8a6e028e4" providerId="LiveId" clId="{3AE927BA-8A36-4342-9B87-5602EFCB8F81}" dt="2022-03-03T10:08:41.295" v="1784" actId="478"/>
          <ac:picMkLst>
            <pc:docMk/>
            <pc:sldMk cId="1807502361" sldId="428"/>
            <ac:picMk id="16" creationId="{3500CF7B-1554-42F6-8053-FB0244F41689}"/>
          </ac:picMkLst>
        </pc:picChg>
        <pc:picChg chg="del">
          <ac:chgData name="Alexandre Quach" userId="7bb690c8a6e028e4" providerId="LiveId" clId="{3AE927BA-8A36-4342-9B87-5602EFCB8F81}" dt="2022-03-03T10:08:41.846" v="1785" actId="478"/>
          <ac:picMkLst>
            <pc:docMk/>
            <pc:sldMk cId="1807502361" sldId="428"/>
            <ac:picMk id="18" creationId="{025A6110-274F-43AA-B8FD-34325B6C4FDF}"/>
          </ac:picMkLst>
        </pc:picChg>
        <pc:picChg chg="add mod">
          <ac:chgData name="Alexandre Quach" userId="7bb690c8a6e028e4" providerId="LiveId" clId="{3AE927BA-8A36-4342-9B87-5602EFCB8F81}" dt="2022-03-03T10:10:19.398" v="1823" actId="1076"/>
          <ac:picMkLst>
            <pc:docMk/>
            <pc:sldMk cId="1807502361" sldId="428"/>
            <ac:picMk id="19" creationId="{83405BC6-944E-454F-AF37-32B3A34BE8C1}"/>
          </ac:picMkLst>
        </pc:picChg>
        <pc:picChg chg="del">
          <ac:chgData name="Alexandre Quach" userId="7bb690c8a6e028e4" providerId="LiveId" clId="{3AE927BA-8A36-4342-9B87-5602EFCB8F81}" dt="2022-03-03T10:08:41.295" v="1784" actId="478"/>
          <ac:picMkLst>
            <pc:docMk/>
            <pc:sldMk cId="1807502361" sldId="428"/>
            <ac:picMk id="20" creationId="{AF5B807A-B816-4059-A209-100772723359}"/>
          </ac:picMkLst>
        </pc:picChg>
        <pc:picChg chg="del">
          <ac:chgData name="Alexandre Quach" userId="7bb690c8a6e028e4" providerId="LiveId" clId="{3AE927BA-8A36-4342-9B87-5602EFCB8F81}" dt="2022-03-03T10:08:43.167" v="1788" actId="478"/>
          <ac:picMkLst>
            <pc:docMk/>
            <pc:sldMk cId="1807502361" sldId="428"/>
            <ac:picMk id="22" creationId="{E210EB13-A3FC-4A86-BDF7-584816BA2C04}"/>
          </ac:picMkLst>
        </pc:picChg>
        <pc:picChg chg="add mod">
          <ac:chgData name="Alexandre Quach" userId="7bb690c8a6e028e4" providerId="LiveId" clId="{3AE927BA-8A36-4342-9B87-5602EFCB8F81}" dt="2022-03-03T10:10:13.943" v="1819" actId="1076"/>
          <ac:picMkLst>
            <pc:docMk/>
            <pc:sldMk cId="1807502361" sldId="428"/>
            <ac:picMk id="23" creationId="{C11C1B3F-C1BA-4678-9BC1-0B9AE9454CBB}"/>
          </ac:picMkLst>
        </pc:picChg>
        <pc:picChg chg="del">
          <ac:chgData name="Alexandre Quach" userId="7bb690c8a6e028e4" providerId="LiveId" clId="{3AE927BA-8A36-4342-9B87-5602EFCB8F81}" dt="2022-03-03T10:08:42.751" v="1787" actId="478"/>
          <ac:picMkLst>
            <pc:docMk/>
            <pc:sldMk cId="1807502361" sldId="428"/>
            <ac:picMk id="25" creationId="{EC3A9EB4-8C67-41EE-BD68-BD0F18BA04B8}"/>
          </ac:picMkLst>
        </pc:picChg>
        <pc:picChg chg="del">
          <ac:chgData name="Alexandre Quach" userId="7bb690c8a6e028e4" providerId="LiveId" clId="{3AE927BA-8A36-4342-9B87-5602EFCB8F81}" dt="2022-03-03T10:08:41.295" v="1784" actId="478"/>
          <ac:picMkLst>
            <pc:docMk/>
            <pc:sldMk cId="1807502361" sldId="428"/>
            <ac:picMk id="27" creationId="{2EAB998F-5264-42BF-A57D-8804C73379A7}"/>
          </ac:picMkLst>
        </pc:picChg>
        <pc:picChg chg="del">
          <ac:chgData name="Alexandre Quach" userId="7bb690c8a6e028e4" providerId="LiveId" clId="{3AE927BA-8A36-4342-9B87-5602EFCB8F81}" dt="2022-03-03T10:08:41.295" v="1784" actId="478"/>
          <ac:picMkLst>
            <pc:docMk/>
            <pc:sldMk cId="1807502361" sldId="428"/>
            <ac:picMk id="29" creationId="{3897A159-1F52-46D2-A667-469512FC0013}"/>
          </ac:picMkLst>
        </pc:picChg>
        <pc:picChg chg="add mod">
          <ac:chgData name="Alexandre Quach" userId="7bb690c8a6e028e4" providerId="LiveId" clId="{3AE927BA-8A36-4342-9B87-5602EFCB8F81}" dt="2022-03-03T10:13:22.046" v="1841" actId="1076"/>
          <ac:picMkLst>
            <pc:docMk/>
            <pc:sldMk cId="1807502361" sldId="428"/>
            <ac:picMk id="30" creationId="{126ABD11-AEF0-4CBC-B996-58BCBBE8EC6D}"/>
          </ac:picMkLst>
        </pc:picChg>
        <pc:picChg chg="del">
          <ac:chgData name="Alexandre Quach" userId="7bb690c8a6e028e4" providerId="LiveId" clId="{3AE927BA-8A36-4342-9B87-5602EFCB8F81}" dt="2022-03-03T10:08:42.288" v="1786" actId="478"/>
          <ac:picMkLst>
            <pc:docMk/>
            <pc:sldMk cId="1807502361" sldId="428"/>
            <ac:picMk id="31" creationId="{9214A276-A6C5-49DF-B635-294FD5FD7575}"/>
          </ac:picMkLst>
        </pc:picChg>
        <pc:picChg chg="del">
          <ac:chgData name="Alexandre Quach" userId="7bb690c8a6e028e4" providerId="LiveId" clId="{3AE927BA-8A36-4342-9B87-5602EFCB8F81}" dt="2022-03-03T10:08:38.734" v="1783" actId="478"/>
          <ac:picMkLst>
            <pc:docMk/>
            <pc:sldMk cId="1807502361" sldId="428"/>
            <ac:picMk id="33" creationId="{17280BF6-69C7-4EA7-966A-FB172B0A4110}"/>
          </ac:picMkLst>
        </pc:picChg>
        <pc:picChg chg="add mod">
          <ac:chgData name="Alexandre Quach" userId="7bb690c8a6e028e4" providerId="LiveId" clId="{3AE927BA-8A36-4342-9B87-5602EFCB8F81}" dt="2022-03-03T10:13:20.838" v="1840" actId="1076"/>
          <ac:picMkLst>
            <pc:docMk/>
            <pc:sldMk cId="1807502361" sldId="428"/>
            <ac:picMk id="34" creationId="{3BBD94F8-D658-4951-A16B-F12EA3236231}"/>
          </ac:picMkLst>
        </pc:picChg>
        <pc:picChg chg="del">
          <ac:chgData name="Alexandre Quach" userId="7bb690c8a6e028e4" providerId="LiveId" clId="{3AE927BA-8A36-4342-9B87-5602EFCB8F81}" dt="2022-03-03T10:08:48.274" v="1793" actId="478"/>
          <ac:picMkLst>
            <pc:docMk/>
            <pc:sldMk cId="1807502361" sldId="428"/>
            <ac:picMk id="35" creationId="{57A9FE79-986A-492E-A47C-D84D45A674E1}"/>
          </ac:picMkLst>
        </pc:picChg>
        <pc:picChg chg="del">
          <ac:chgData name="Alexandre Quach" userId="7bb690c8a6e028e4" providerId="LiveId" clId="{3AE927BA-8A36-4342-9B87-5602EFCB8F81}" dt="2022-03-03T10:08:47.774" v="1792" actId="478"/>
          <ac:picMkLst>
            <pc:docMk/>
            <pc:sldMk cId="1807502361" sldId="428"/>
            <ac:picMk id="37" creationId="{0CCC0CE6-041E-4BA6-B503-F4E550DF8C0B}"/>
          </ac:picMkLst>
        </pc:picChg>
        <pc:picChg chg="add del mod">
          <ac:chgData name="Alexandre Quach" userId="7bb690c8a6e028e4" providerId="LiveId" clId="{3AE927BA-8A36-4342-9B87-5602EFCB8F81}" dt="2022-03-03T10:14:18.277" v="1846" actId="478"/>
          <ac:picMkLst>
            <pc:docMk/>
            <pc:sldMk cId="1807502361" sldId="428"/>
            <ac:picMk id="39" creationId="{A9C84CF5-B27B-4136-A27F-7828433AC124}"/>
          </ac:picMkLst>
        </pc:picChg>
        <pc:picChg chg="del">
          <ac:chgData name="Alexandre Quach" userId="7bb690c8a6e028e4" providerId="LiveId" clId="{3AE927BA-8A36-4342-9B87-5602EFCB8F81}" dt="2022-03-03T10:08:46.414" v="1790" actId="478"/>
          <ac:picMkLst>
            <pc:docMk/>
            <pc:sldMk cId="1807502361" sldId="428"/>
            <ac:picMk id="40" creationId="{388BFE6F-F5A7-473E-AE09-79CCC7BBE7F7}"/>
          </ac:picMkLst>
        </pc:picChg>
        <pc:picChg chg="del">
          <ac:chgData name="Alexandre Quach" userId="7bb690c8a6e028e4" providerId="LiveId" clId="{3AE927BA-8A36-4342-9B87-5602EFCB8F81}" dt="2022-03-03T10:08:47.006" v="1791" actId="478"/>
          <ac:picMkLst>
            <pc:docMk/>
            <pc:sldMk cId="1807502361" sldId="428"/>
            <ac:picMk id="42" creationId="{AE6E8392-35BA-468B-B150-033BB6E82882}"/>
          </ac:picMkLst>
        </pc:picChg>
        <pc:picChg chg="add mod">
          <ac:chgData name="Alexandre Quach" userId="7bb690c8a6e028e4" providerId="LiveId" clId="{3AE927BA-8A36-4342-9B87-5602EFCB8F81}" dt="2022-03-03T10:14:41.604" v="1851" actId="1076"/>
          <ac:picMkLst>
            <pc:docMk/>
            <pc:sldMk cId="1807502361" sldId="428"/>
            <ac:picMk id="43" creationId="{60C73F74-66CC-45B8-96DF-96B9920F00F0}"/>
          </ac:picMkLst>
        </pc:picChg>
        <pc:picChg chg="add mod">
          <ac:chgData name="Alexandre Quach" userId="7bb690c8a6e028e4" providerId="LiveId" clId="{3AE927BA-8A36-4342-9B87-5602EFCB8F81}" dt="2022-03-03T10:14:41.604" v="1851" actId="1076"/>
          <ac:picMkLst>
            <pc:docMk/>
            <pc:sldMk cId="1807502361" sldId="428"/>
            <ac:picMk id="50" creationId="{65EDBE29-B81A-448D-86CF-58F40B595F6E}"/>
          </ac:picMkLst>
        </pc:picChg>
        <pc:picChg chg="add del mod">
          <ac:chgData name="Alexandre Quach" userId="7bb690c8a6e028e4" providerId="LiveId" clId="{3AE927BA-8A36-4342-9B87-5602EFCB8F81}" dt="2022-03-03T10:16:39.159" v="1862" actId="478"/>
          <ac:picMkLst>
            <pc:docMk/>
            <pc:sldMk cId="1807502361" sldId="428"/>
            <ac:picMk id="52" creationId="{D259FDDA-9C19-4A02-9066-3A53E596AF78}"/>
          </ac:picMkLst>
        </pc:picChg>
        <pc:picChg chg="add mod">
          <ac:chgData name="Alexandre Quach" userId="7bb690c8a6e028e4" providerId="LiveId" clId="{3AE927BA-8A36-4342-9B87-5602EFCB8F81}" dt="2022-03-03T10:16:19.774" v="1860" actId="1076"/>
          <ac:picMkLst>
            <pc:docMk/>
            <pc:sldMk cId="1807502361" sldId="428"/>
            <ac:picMk id="54" creationId="{952A70F5-F258-4A69-8341-C73B7CEE6205}"/>
          </ac:picMkLst>
        </pc:picChg>
        <pc:picChg chg="add mod">
          <ac:chgData name="Alexandre Quach" userId="7bb690c8a6e028e4" providerId="LiveId" clId="{3AE927BA-8A36-4342-9B87-5602EFCB8F81}" dt="2022-03-03T10:16:43.541" v="1865" actId="1076"/>
          <ac:picMkLst>
            <pc:docMk/>
            <pc:sldMk cId="1807502361" sldId="428"/>
            <ac:picMk id="56" creationId="{FF26046D-ECA1-4E2F-9C92-30426DCAE20F}"/>
          </ac:picMkLst>
        </pc:picChg>
        <pc:picChg chg="add mod">
          <ac:chgData name="Alexandre Quach" userId="7bb690c8a6e028e4" providerId="LiveId" clId="{3AE927BA-8A36-4342-9B87-5602EFCB8F81}" dt="2022-03-03T10:18:48.022" v="1897" actId="1076"/>
          <ac:picMkLst>
            <pc:docMk/>
            <pc:sldMk cId="1807502361" sldId="428"/>
            <ac:picMk id="60" creationId="{87479654-0121-4770-9C5C-14A6B85914B1}"/>
          </ac:picMkLst>
        </pc:picChg>
        <pc:picChg chg="add mod">
          <ac:chgData name="Alexandre Quach" userId="7bb690c8a6e028e4" providerId="LiveId" clId="{3AE927BA-8A36-4342-9B87-5602EFCB8F81}" dt="2022-03-03T10:19:19.565" v="1905" actId="1076"/>
          <ac:picMkLst>
            <pc:docMk/>
            <pc:sldMk cId="1807502361" sldId="428"/>
            <ac:picMk id="62" creationId="{D816F593-09F8-418F-AB09-EA3A2C3D5BA4}"/>
          </ac:picMkLst>
        </pc:picChg>
        <pc:picChg chg="add mod">
          <ac:chgData name="Alexandre Quach" userId="7bb690c8a6e028e4" providerId="LiveId" clId="{3AE927BA-8A36-4342-9B87-5602EFCB8F81}" dt="2022-03-03T10:17:28.631" v="1880" actId="1076"/>
          <ac:picMkLst>
            <pc:docMk/>
            <pc:sldMk cId="1807502361" sldId="428"/>
            <ac:picMk id="65" creationId="{F2A5061A-5830-440D-9A40-47EE7C6BDAC8}"/>
          </ac:picMkLst>
        </pc:picChg>
        <pc:picChg chg="add mod">
          <ac:chgData name="Alexandre Quach" userId="7bb690c8a6e028e4" providerId="LiveId" clId="{3AE927BA-8A36-4342-9B87-5602EFCB8F81}" dt="2022-03-03T10:19:18.308" v="1904" actId="1076"/>
          <ac:picMkLst>
            <pc:docMk/>
            <pc:sldMk cId="1807502361" sldId="428"/>
            <ac:picMk id="512" creationId="{08562E97-C1F7-4294-9163-D5D007A6DA67}"/>
          </ac:picMkLst>
        </pc:picChg>
      </pc:sldChg>
      <pc:sldChg chg="addSp delSp modSp add mod">
        <pc:chgData name="Alexandre Quach" userId="7bb690c8a6e028e4" providerId="LiveId" clId="{3AE927BA-8A36-4342-9B87-5602EFCB8F81}" dt="2022-03-03T10:39:00.161" v="2007" actId="571"/>
        <pc:sldMkLst>
          <pc:docMk/>
          <pc:sldMk cId="3684300237" sldId="429"/>
        </pc:sldMkLst>
        <pc:spChg chg="del">
          <ac:chgData name="Alexandre Quach" userId="7bb690c8a6e028e4" providerId="LiveId" clId="{3AE927BA-8A36-4342-9B87-5602EFCB8F81}" dt="2022-03-03T10:19:27.085" v="1907" actId="478"/>
          <ac:spMkLst>
            <pc:docMk/>
            <pc:sldMk cId="3684300237" sldId="429"/>
            <ac:spMk id="26" creationId="{122E6877-E3EE-4512-B3B6-8D5198800C23}"/>
          </ac:spMkLst>
        </pc:spChg>
        <pc:spChg chg="add del mod">
          <ac:chgData name="Alexandre Quach" userId="7bb690c8a6e028e4" providerId="LiveId" clId="{3AE927BA-8A36-4342-9B87-5602EFCB8F81}" dt="2022-03-03T10:20:03.174" v="1917" actId="478"/>
          <ac:spMkLst>
            <pc:docMk/>
            <pc:sldMk cId="3684300237" sldId="429"/>
            <ac:spMk id="40" creationId="{03DC406A-03E9-4D12-9F1B-8A799CC4AF6C}"/>
          </ac:spMkLst>
        </pc:spChg>
        <pc:spChg chg="add mod">
          <ac:chgData name="Alexandre Quach" userId="7bb690c8a6e028e4" providerId="LiveId" clId="{3AE927BA-8A36-4342-9B87-5602EFCB8F81}" dt="2022-03-03T10:20:10.136" v="1918" actId="1076"/>
          <ac:spMkLst>
            <pc:docMk/>
            <pc:sldMk cId="3684300237" sldId="429"/>
            <ac:spMk id="41" creationId="{24CC13D5-0B5C-4102-A08A-BCF781092F75}"/>
          </ac:spMkLst>
        </pc:spChg>
        <pc:spChg chg="add mod">
          <ac:chgData name="Alexandre Quach" userId="7bb690c8a6e028e4" providerId="LiveId" clId="{3AE927BA-8A36-4342-9B87-5602EFCB8F81}" dt="2022-03-03T10:19:57.950" v="1916" actId="1076"/>
          <ac:spMkLst>
            <pc:docMk/>
            <pc:sldMk cId="3684300237" sldId="429"/>
            <ac:spMk id="42" creationId="{804971CE-2F63-4E9B-B049-464646A1A278}"/>
          </ac:spMkLst>
        </pc:spChg>
        <pc:spChg chg="add mod">
          <ac:chgData name="Alexandre Quach" userId="7bb690c8a6e028e4" providerId="LiveId" clId="{3AE927BA-8A36-4342-9B87-5602EFCB8F81}" dt="2022-03-03T10:19:57.950" v="1916" actId="1076"/>
          <ac:spMkLst>
            <pc:docMk/>
            <pc:sldMk cId="3684300237" sldId="429"/>
            <ac:spMk id="44" creationId="{9352EF01-2541-4201-8825-0FF6D41D0FE7}"/>
          </ac:spMkLst>
        </pc:spChg>
        <pc:spChg chg="del">
          <ac:chgData name="Alexandre Quach" userId="7bb690c8a6e028e4" providerId="LiveId" clId="{3AE927BA-8A36-4342-9B87-5602EFCB8F81}" dt="2022-03-03T10:19:27.085" v="1907" actId="478"/>
          <ac:spMkLst>
            <pc:docMk/>
            <pc:sldMk cId="3684300237" sldId="429"/>
            <ac:spMk id="45" creationId="{3C3AEE87-E94F-4D9A-90EB-E0A4749236D2}"/>
          </ac:spMkLst>
        </pc:spChg>
        <pc:spChg chg="add mod">
          <ac:chgData name="Alexandre Quach" userId="7bb690c8a6e028e4" providerId="LiveId" clId="{3AE927BA-8A36-4342-9B87-5602EFCB8F81}" dt="2022-03-03T10:19:57.950" v="1916" actId="1076"/>
          <ac:spMkLst>
            <pc:docMk/>
            <pc:sldMk cId="3684300237" sldId="429"/>
            <ac:spMk id="46" creationId="{C6349D84-821A-4711-BFF7-23F6F9315457}"/>
          </ac:spMkLst>
        </pc:spChg>
        <pc:spChg chg="del">
          <ac:chgData name="Alexandre Quach" userId="7bb690c8a6e028e4" providerId="LiveId" clId="{3AE927BA-8A36-4342-9B87-5602EFCB8F81}" dt="2022-03-03T10:19:27.085" v="1907" actId="478"/>
          <ac:spMkLst>
            <pc:docMk/>
            <pc:sldMk cId="3684300237" sldId="429"/>
            <ac:spMk id="48" creationId="{4DD9FDD2-F281-4121-84A2-CDDDFBA9B7E7}"/>
          </ac:spMkLst>
        </pc:spChg>
        <pc:spChg chg="del">
          <ac:chgData name="Alexandre Quach" userId="7bb690c8a6e028e4" providerId="LiveId" clId="{3AE927BA-8A36-4342-9B87-5602EFCB8F81}" dt="2022-03-03T10:19:27.085" v="1907" actId="478"/>
          <ac:spMkLst>
            <pc:docMk/>
            <pc:sldMk cId="3684300237" sldId="429"/>
            <ac:spMk id="49" creationId="{6CF98ADE-D9AF-43F1-BA1C-4D5264AB3AFC}"/>
          </ac:spMkLst>
        </pc:spChg>
        <pc:spChg chg="add mod">
          <ac:chgData name="Alexandre Quach" userId="7bb690c8a6e028e4" providerId="LiveId" clId="{3AE927BA-8A36-4342-9B87-5602EFCB8F81}" dt="2022-03-03T10:21:43.349" v="1946" actId="1076"/>
          <ac:spMkLst>
            <pc:docMk/>
            <pc:sldMk cId="3684300237" sldId="429"/>
            <ac:spMk id="55" creationId="{4E71A5D1-6855-4790-B858-45E2B445AC4D}"/>
          </ac:spMkLst>
        </pc:spChg>
        <pc:spChg chg="del">
          <ac:chgData name="Alexandre Quach" userId="7bb690c8a6e028e4" providerId="LiveId" clId="{3AE927BA-8A36-4342-9B87-5602EFCB8F81}" dt="2022-03-03T10:19:32.301" v="1909" actId="478"/>
          <ac:spMkLst>
            <pc:docMk/>
            <pc:sldMk cId="3684300237" sldId="429"/>
            <ac:spMk id="57" creationId="{100B8782-20CA-45B5-B537-99BE79406208}"/>
          </ac:spMkLst>
        </pc:spChg>
        <pc:spChg chg="del">
          <ac:chgData name="Alexandre Quach" userId="7bb690c8a6e028e4" providerId="LiveId" clId="{3AE927BA-8A36-4342-9B87-5602EFCB8F81}" dt="2022-03-03T10:19:29.982" v="1908" actId="478"/>
          <ac:spMkLst>
            <pc:docMk/>
            <pc:sldMk cId="3684300237" sldId="429"/>
            <ac:spMk id="58" creationId="{19516553-DAAD-4215-9314-83BAE7381A32}"/>
          </ac:spMkLst>
        </pc:spChg>
        <pc:spChg chg="del">
          <ac:chgData name="Alexandre Quach" userId="7bb690c8a6e028e4" providerId="LiveId" clId="{3AE927BA-8A36-4342-9B87-5602EFCB8F81}" dt="2022-03-03T10:19:32.301" v="1909" actId="478"/>
          <ac:spMkLst>
            <pc:docMk/>
            <pc:sldMk cId="3684300237" sldId="429"/>
            <ac:spMk id="67" creationId="{6E190639-F1A1-4026-A0D8-D6B43FD790AC}"/>
          </ac:spMkLst>
        </pc:spChg>
        <pc:spChg chg="del">
          <ac:chgData name="Alexandre Quach" userId="7bb690c8a6e028e4" providerId="LiveId" clId="{3AE927BA-8A36-4342-9B87-5602EFCB8F81}" dt="2022-03-03T10:19:32.301" v="1909" actId="478"/>
          <ac:spMkLst>
            <pc:docMk/>
            <pc:sldMk cId="3684300237" sldId="429"/>
            <ac:spMk id="68" creationId="{D93F4271-0138-4266-BF7B-BBBD06684BFC}"/>
          </ac:spMkLst>
        </pc:spChg>
        <pc:spChg chg="del">
          <ac:chgData name="Alexandre Quach" userId="7bb690c8a6e028e4" providerId="LiveId" clId="{3AE927BA-8A36-4342-9B87-5602EFCB8F81}" dt="2022-03-03T10:19:29.982" v="1908" actId="478"/>
          <ac:spMkLst>
            <pc:docMk/>
            <pc:sldMk cId="3684300237" sldId="429"/>
            <ac:spMk id="70" creationId="{6F651F76-48AD-44C8-A74B-BAEDC779EACD}"/>
          </ac:spMkLst>
        </pc:spChg>
        <pc:spChg chg="del">
          <ac:chgData name="Alexandre Quach" userId="7bb690c8a6e028e4" providerId="LiveId" clId="{3AE927BA-8A36-4342-9B87-5602EFCB8F81}" dt="2022-03-03T10:19:29.982" v="1908" actId="478"/>
          <ac:spMkLst>
            <pc:docMk/>
            <pc:sldMk cId="3684300237" sldId="429"/>
            <ac:spMk id="71" creationId="{993C30F3-45E2-4917-BD7A-10DC93FED727}"/>
          </ac:spMkLst>
        </pc:spChg>
        <pc:spChg chg="del">
          <ac:chgData name="Alexandre Quach" userId="7bb690c8a6e028e4" providerId="LiveId" clId="{3AE927BA-8A36-4342-9B87-5602EFCB8F81}" dt="2022-03-03T10:19:36.744" v="1912" actId="478"/>
          <ac:spMkLst>
            <pc:docMk/>
            <pc:sldMk cId="3684300237" sldId="429"/>
            <ac:spMk id="72" creationId="{31200F52-4AAA-460B-8B88-8EA469CD5DD6}"/>
          </ac:spMkLst>
        </pc:spChg>
        <pc:spChg chg="del">
          <ac:chgData name="Alexandre Quach" userId="7bb690c8a6e028e4" providerId="LiveId" clId="{3AE927BA-8A36-4342-9B87-5602EFCB8F81}" dt="2022-03-03T10:19:36.744" v="1912" actId="478"/>
          <ac:spMkLst>
            <pc:docMk/>
            <pc:sldMk cId="3684300237" sldId="429"/>
            <ac:spMk id="73" creationId="{C0E17CD0-D3E2-4760-9FC0-457F7B83C711}"/>
          </ac:spMkLst>
        </pc:spChg>
        <pc:spChg chg="del">
          <ac:chgData name="Alexandre Quach" userId="7bb690c8a6e028e4" providerId="LiveId" clId="{3AE927BA-8A36-4342-9B87-5602EFCB8F81}" dt="2022-03-03T10:19:36.744" v="1912" actId="478"/>
          <ac:spMkLst>
            <pc:docMk/>
            <pc:sldMk cId="3684300237" sldId="429"/>
            <ac:spMk id="75" creationId="{967500DC-4237-4FF6-AC2A-D3D5BD42D7D6}"/>
          </ac:spMkLst>
        </pc:spChg>
        <pc:spChg chg="del">
          <ac:chgData name="Alexandre Quach" userId="7bb690c8a6e028e4" providerId="LiveId" clId="{3AE927BA-8A36-4342-9B87-5602EFCB8F81}" dt="2022-03-03T10:19:36.744" v="1912" actId="478"/>
          <ac:spMkLst>
            <pc:docMk/>
            <pc:sldMk cId="3684300237" sldId="429"/>
            <ac:spMk id="76" creationId="{9FB6FC8D-3CA2-4D7D-91AC-0AEE753D116E}"/>
          </ac:spMkLst>
        </pc:spChg>
        <pc:spChg chg="del">
          <ac:chgData name="Alexandre Quach" userId="7bb690c8a6e028e4" providerId="LiveId" clId="{3AE927BA-8A36-4342-9B87-5602EFCB8F81}" dt="2022-03-03T10:19:36.744" v="1912" actId="478"/>
          <ac:spMkLst>
            <pc:docMk/>
            <pc:sldMk cId="3684300237" sldId="429"/>
            <ac:spMk id="77" creationId="{4851A184-ED74-4BF6-B79C-E9A6A94CF8B7}"/>
          </ac:spMkLst>
        </pc:spChg>
        <pc:spChg chg="add mod">
          <ac:chgData name="Alexandre Quach" userId="7bb690c8a6e028e4" providerId="LiveId" clId="{3AE927BA-8A36-4342-9B87-5602EFCB8F81}" dt="2022-03-03T10:38:34.872" v="1996" actId="1076"/>
          <ac:spMkLst>
            <pc:docMk/>
            <pc:sldMk cId="3684300237" sldId="429"/>
            <ac:spMk id="92" creationId="{4A5706E0-A2E5-4B31-9C48-530AB68453B7}"/>
          </ac:spMkLst>
        </pc:spChg>
        <pc:spChg chg="add mod">
          <ac:chgData name="Alexandre Quach" userId="7bb690c8a6e028e4" providerId="LiveId" clId="{3AE927BA-8A36-4342-9B87-5602EFCB8F81}" dt="2022-03-03T10:38:39.181" v="1998" actId="688"/>
          <ac:spMkLst>
            <pc:docMk/>
            <pc:sldMk cId="3684300237" sldId="429"/>
            <ac:spMk id="93" creationId="{831335DD-4AC6-4D16-ADC9-8D103B073CFC}"/>
          </ac:spMkLst>
        </pc:spChg>
        <pc:spChg chg="add mod">
          <ac:chgData name="Alexandre Quach" userId="7bb690c8a6e028e4" providerId="LiveId" clId="{3AE927BA-8A36-4342-9B87-5602EFCB8F81}" dt="2022-03-03T10:38:44.368" v="2001" actId="1076"/>
          <ac:spMkLst>
            <pc:docMk/>
            <pc:sldMk cId="3684300237" sldId="429"/>
            <ac:spMk id="94" creationId="{9288F73C-76F9-4974-B9ED-13F42364C6E3}"/>
          </ac:spMkLst>
        </pc:spChg>
        <pc:spChg chg="add mod">
          <ac:chgData name="Alexandre Quach" userId="7bb690c8a6e028e4" providerId="LiveId" clId="{3AE927BA-8A36-4342-9B87-5602EFCB8F81}" dt="2022-03-03T10:38:48.397" v="2003" actId="688"/>
          <ac:spMkLst>
            <pc:docMk/>
            <pc:sldMk cId="3684300237" sldId="429"/>
            <ac:spMk id="95" creationId="{A2D7183C-D639-489C-AF94-90888AB161BF}"/>
          </ac:spMkLst>
        </pc:spChg>
        <pc:spChg chg="add mod">
          <ac:chgData name="Alexandre Quach" userId="7bb690c8a6e028e4" providerId="LiveId" clId="{3AE927BA-8A36-4342-9B87-5602EFCB8F81}" dt="2022-03-03T10:39:00.161" v="2007" actId="571"/>
          <ac:spMkLst>
            <pc:docMk/>
            <pc:sldMk cId="3684300237" sldId="429"/>
            <ac:spMk id="97" creationId="{89408FAE-EFB2-4FA3-B228-AAA9C3437A57}"/>
          </ac:spMkLst>
        </pc:spChg>
        <pc:spChg chg="add mod">
          <ac:chgData name="Alexandre Quach" userId="7bb690c8a6e028e4" providerId="LiveId" clId="{3AE927BA-8A36-4342-9B87-5602EFCB8F81}" dt="2022-03-03T10:39:00.161" v="2007" actId="571"/>
          <ac:spMkLst>
            <pc:docMk/>
            <pc:sldMk cId="3684300237" sldId="429"/>
            <ac:spMk id="98" creationId="{229DD5BC-0F37-4E4D-A9A3-F60976D6A35C}"/>
          </ac:spMkLst>
        </pc:spChg>
        <pc:spChg chg="add mod">
          <ac:chgData name="Alexandre Quach" userId="7bb690c8a6e028e4" providerId="LiveId" clId="{3AE927BA-8A36-4342-9B87-5602EFCB8F81}" dt="2022-03-03T10:39:00.161" v="2007" actId="571"/>
          <ac:spMkLst>
            <pc:docMk/>
            <pc:sldMk cId="3684300237" sldId="429"/>
            <ac:spMk id="99" creationId="{F9943021-51C5-424E-8922-C1A31A1B0FFB}"/>
          </ac:spMkLst>
        </pc:spChg>
        <pc:spChg chg="add mod">
          <ac:chgData name="Alexandre Quach" userId="7bb690c8a6e028e4" providerId="LiveId" clId="{3AE927BA-8A36-4342-9B87-5602EFCB8F81}" dt="2022-03-03T10:39:00.161" v="2007" actId="571"/>
          <ac:spMkLst>
            <pc:docMk/>
            <pc:sldMk cId="3684300237" sldId="429"/>
            <ac:spMk id="100" creationId="{633C2538-5F5D-46D6-A58A-793BE4628343}"/>
          </ac:spMkLst>
        </pc:spChg>
        <pc:picChg chg="add mod">
          <ac:chgData name="Alexandre Quach" userId="7bb690c8a6e028e4" providerId="LiveId" clId="{3AE927BA-8A36-4342-9B87-5602EFCB8F81}" dt="2022-03-03T10:20:48.909" v="1924" actId="1076"/>
          <ac:picMkLst>
            <pc:docMk/>
            <pc:sldMk cId="3684300237" sldId="429"/>
            <ac:picMk id="3" creationId="{C70AF2F8-A8B0-411F-8948-7B50CC5244E4}"/>
          </ac:picMkLst>
        </pc:picChg>
        <pc:picChg chg="add mod">
          <ac:chgData name="Alexandre Quach" userId="7bb690c8a6e028e4" providerId="LiveId" clId="{3AE927BA-8A36-4342-9B87-5602EFCB8F81}" dt="2022-03-03T10:20:52.404" v="1927" actId="1076"/>
          <ac:picMkLst>
            <pc:docMk/>
            <pc:sldMk cId="3684300237" sldId="429"/>
            <ac:picMk id="5" creationId="{DA7B19D8-7EB4-4E8A-9DC2-B2FC7308D6BC}"/>
          </ac:picMkLst>
        </pc:picChg>
        <pc:picChg chg="add mod">
          <ac:chgData name="Alexandre Quach" userId="7bb690c8a6e028e4" providerId="LiveId" clId="{3AE927BA-8A36-4342-9B87-5602EFCB8F81}" dt="2022-03-03T10:21:35.590" v="1942" actId="1076"/>
          <ac:picMkLst>
            <pc:docMk/>
            <pc:sldMk cId="3684300237" sldId="429"/>
            <ac:picMk id="7" creationId="{5714457E-ED64-4148-A754-B7617386907D}"/>
          </ac:picMkLst>
        </pc:picChg>
        <pc:picChg chg="add mod">
          <ac:chgData name="Alexandre Quach" userId="7bb690c8a6e028e4" providerId="LiveId" clId="{3AE927BA-8A36-4342-9B87-5602EFCB8F81}" dt="2022-03-03T10:35:20.654" v="1954" actId="14100"/>
          <ac:picMkLst>
            <pc:docMk/>
            <pc:sldMk cId="3684300237" sldId="429"/>
            <ac:picMk id="9" creationId="{4092A451-8099-4464-8B46-ECDEA541AFDA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10" creationId="{BD0076A7-8890-413B-8915-694AE0B178FE}"/>
          </ac:picMkLst>
        </pc:picChg>
        <pc:picChg chg="add mod">
          <ac:chgData name="Alexandre Quach" userId="7bb690c8a6e028e4" providerId="LiveId" clId="{3AE927BA-8A36-4342-9B87-5602EFCB8F81}" dt="2022-03-03T10:37:06.669" v="1970" actId="1076"/>
          <ac:picMkLst>
            <pc:docMk/>
            <pc:sldMk cId="3684300237" sldId="429"/>
            <ac:picMk id="12" creationId="{3144C8D9-46D4-40B6-A71B-DC546AB4BECF}"/>
          </ac:picMkLst>
        </pc:picChg>
        <pc:picChg chg="add mod">
          <ac:chgData name="Alexandre Quach" userId="7bb690c8a6e028e4" providerId="LiveId" clId="{3AE927BA-8A36-4342-9B87-5602EFCB8F81}" dt="2022-03-03T10:37:58.487" v="1984" actId="1076"/>
          <ac:picMkLst>
            <pc:docMk/>
            <pc:sldMk cId="3684300237" sldId="429"/>
            <ac:picMk id="14" creationId="{61F693AA-7B1C-4813-B85E-89DB63DE205B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15" creationId="{7DAE8704-08FD-448B-B8D6-9E1DE1D913EA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19" creationId="{83405BC6-944E-454F-AF37-32B3A34BE8C1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23" creationId="{C11C1B3F-C1BA-4678-9BC1-0B9AE9454CBB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30" creationId="{126ABD11-AEF0-4CBC-B996-58BCBBE8EC6D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34" creationId="{3BBD94F8-D658-4951-A16B-F12EA3236231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43" creationId="{60C73F74-66CC-45B8-96DF-96B9920F00F0}"/>
          </ac:picMkLst>
        </pc:picChg>
        <pc:picChg chg="del">
          <ac:chgData name="Alexandre Quach" userId="7bb690c8a6e028e4" providerId="LiveId" clId="{3AE927BA-8A36-4342-9B87-5602EFCB8F81}" dt="2022-03-03T10:19:27.085" v="1907" actId="478"/>
          <ac:picMkLst>
            <pc:docMk/>
            <pc:sldMk cId="3684300237" sldId="429"/>
            <ac:picMk id="50" creationId="{65EDBE29-B81A-448D-86CF-58F40B595F6E}"/>
          </ac:picMkLst>
        </pc:picChg>
        <pc:picChg chg="add del mod">
          <ac:chgData name="Alexandre Quach" userId="7bb690c8a6e028e4" providerId="LiveId" clId="{3AE927BA-8A36-4342-9B87-5602EFCB8F81}" dt="2022-03-03T10:21:02.373" v="1931" actId="478"/>
          <ac:picMkLst>
            <pc:docMk/>
            <pc:sldMk cId="3684300237" sldId="429"/>
            <ac:picMk id="51" creationId="{69A23834-DE42-49C0-A174-54B42431BD0C}"/>
          </ac:picMkLst>
        </pc:picChg>
        <pc:picChg chg="add del mod">
          <ac:chgData name="Alexandre Quach" userId="7bb690c8a6e028e4" providerId="LiveId" clId="{3AE927BA-8A36-4342-9B87-5602EFCB8F81}" dt="2022-03-03T10:21:30.206" v="1937" actId="478"/>
          <ac:picMkLst>
            <pc:docMk/>
            <pc:sldMk cId="3684300237" sldId="429"/>
            <ac:picMk id="52" creationId="{0837AEB5-84BD-45EB-A6DD-22B30B6E87CD}"/>
          </ac:picMkLst>
        </pc:picChg>
        <pc:picChg chg="add mod">
          <ac:chgData name="Alexandre Quach" userId="7bb690c8a6e028e4" providerId="LiveId" clId="{3AE927BA-8A36-4342-9B87-5602EFCB8F81}" dt="2022-03-03T10:21:13.190" v="1934" actId="571"/>
          <ac:picMkLst>
            <pc:docMk/>
            <pc:sldMk cId="3684300237" sldId="429"/>
            <ac:picMk id="53" creationId="{89D6B6BF-1C9B-4668-BCCB-CB133931590D}"/>
          </ac:picMkLst>
        </pc:picChg>
        <pc:picChg chg="del">
          <ac:chgData name="Alexandre Quach" userId="7bb690c8a6e028e4" providerId="LiveId" clId="{3AE927BA-8A36-4342-9B87-5602EFCB8F81}" dt="2022-03-03T10:19:29.982" v="1908" actId="478"/>
          <ac:picMkLst>
            <pc:docMk/>
            <pc:sldMk cId="3684300237" sldId="429"/>
            <ac:picMk id="54" creationId="{952A70F5-F258-4A69-8341-C73B7CEE6205}"/>
          </ac:picMkLst>
        </pc:picChg>
        <pc:picChg chg="del">
          <ac:chgData name="Alexandre Quach" userId="7bb690c8a6e028e4" providerId="LiveId" clId="{3AE927BA-8A36-4342-9B87-5602EFCB8F81}" dt="2022-03-03T10:19:33.822" v="1911" actId="478"/>
          <ac:picMkLst>
            <pc:docMk/>
            <pc:sldMk cId="3684300237" sldId="429"/>
            <ac:picMk id="56" creationId="{FF26046D-ECA1-4E2F-9C92-30426DCAE20F}"/>
          </ac:picMkLst>
        </pc:picChg>
        <pc:picChg chg="add mod">
          <ac:chgData name="Alexandre Quach" userId="7bb690c8a6e028e4" providerId="LiveId" clId="{3AE927BA-8A36-4342-9B87-5602EFCB8F81}" dt="2022-03-03T10:34:58.970" v="1949" actId="207"/>
          <ac:picMkLst>
            <pc:docMk/>
            <pc:sldMk cId="3684300237" sldId="429"/>
            <ac:picMk id="59" creationId="{2821FE99-7990-4A0E-A5CA-9B51EF0E629B}"/>
          </ac:picMkLst>
        </pc:picChg>
        <pc:picChg chg="del">
          <ac:chgData name="Alexandre Quach" userId="7bb690c8a6e028e4" providerId="LiveId" clId="{3AE927BA-8A36-4342-9B87-5602EFCB8F81}" dt="2022-03-03T10:19:37.365" v="1913" actId="478"/>
          <ac:picMkLst>
            <pc:docMk/>
            <pc:sldMk cId="3684300237" sldId="429"/>
            <ac:picMk id="60" creationId="{87479654-0121-4770-9C5C-14A6B85914B1}"/>
          </ac:picMkLst>
        </pc:picChg>
        <pc:picChg chg="add del mod">
          <ac:chgData name="Alexandre Quach" userId="7bb690c8a6e028e4" providerId="LiveId" clId="{3AE927BA-8A36-4342-9B87-5602EFCB8F81}" dt="2022-03-03T10:35:31.278" v="1962" actId="478"/>
          <ac:picMkLst>
            <pc:docMk/>
            <pc:sldMk cId="3684300237" sldId="429"/>
            <ac:picMk id="61" creationId="{33876484-AEB2-45AF-900C-5B58E23026E1}"/>
          </ac:picMkLst>
        </pc:picChg>
        <pc:picChg chg="del">
          <ac:chgData name="Alexandre Quach" userId="7bb690c8a6e028e4" providerId="LiveId" clId="{3AE927BA-8A36-4342-9B87-5602EFCB8F81}" dt="2022-03-03T10:19:36.744" v="1912" actId="478"/>
          <ac:picMkLst>
            <pc:docMk/>
            <pc:sldMk cId="3684300237" sldId="429"/>
            <ac:picMk id="62" creationId="{D816F593-09F8-418F-AB09-EA3A2C3D5BA4}"/>
          </ac:picMkLst>
        </pc:picChg>
        <pc:picChg chg="add mod">
          <ac:chgData name="Alexandre Quach" userId="7bb690c8a6e028e4" providerId="LiveId" clId="{3AE927BA-8A36-4342-9B87-5602EFCB8F81}" dt="2022-03-03T10:34:58.970" v="1949" actId="207"/>
          <ac:picMkLst>
            <pc:docMk/>
            <pc:sldMk cId="3684300237" sldId="429"/>
            <ac:picMk id="63" creationId="{D48679AE-C63E-4808-9D94-8CAD6BEE2DAC}"/>
          </ac:picMkLst>
        </pc:picChg>
        <pc:picChg chg="add mod">
          <ac:chgData name="Alexandre Quach" userId="7bb690c8a6e028e4" providerId="LiveId" clId="{3AE927BA-8A36-4342-9B87-5602EFCB8F81}" dt="2022-03-03T10:35:21.855" v="1955" actId="1076"/>
          <ac:picMkLst>
            <pc:docMk/>
            <pc:sldMk cId="3684300237" sldId="429"/>
            <ac:picMk id="64" creationId="{D8806C56-6B13-4258-8532-A7BA4415BB27}"/>
          </ac:picMkLst>
        </pc:picChg>
        <pc:picChg chg="del">
          <ac:chgData name="Alexandre Quach" userId="7bb690c8a6e028e4" providerId="LiveId" clId="{3AE927BA-8A36-4342-9B87-5602EFCB8F81}" dt="2022-03-03T10:19:33.301" v="1910" actId="478"/>
          <ac:picMkLst>
            <pc:docMk/>
            <pc:sldMk cId="3684300237" sldId="429"/>
            <ac:picMk id="65" creationId="{F2A5061A-5830-440D-9A40-47EE7C6BDAC8}"/>
          </ac:picMkLst>
        </pc:picChg>
        <pc:picChg chg="add mod">
          <ac:chgData name="Alexandre Quach" userId="7bb690c8a6e028e4" providerId="LiveId" clId="{3AE927BA-8A36-4342-9B87-5602EFCB8F81}" dt="2022-03-03T10:35:24.694" v="1958" actId="1076"/>
          <ac:picMkLst>
            <pc:docMk/>
            <pc:sldMk cId="3684300237" sldId="429"/>
            <ac:picMk id="66" creationId="{A2A42920-1061-4D6A-93FC-0FA9751BA4C8}"/>
          </ac:picMkLst>
        </pc:picChg>
        <pc:picChg chg="add del mod">
          <ac:chgData name="Alexandre Quach" userId="7bb690c8a6e028e4" providerId="LiveId" clId="{3AE927BA-8A36-4342-9B87-5602EFCB8F81}" dt="2022-03-03T10:35:08.655" v="1951" actId="478"/>
          <ac:picMkLst>
            <pc:docMk/>
            <pc:sldMk cId="3684300237" sldId="429"/>
            <ac:picMk id="69" creationId="{794AF6E1-2095-4E00-9D91-8703306A3D23}"/>
          </ac:picMkLst>
        </pc:picChg>
        <pc:picChg chg="add mod">
          <ac:chgData name="Alexandre Quach" userId="7bb690c8a6e028e4" providerId="LiveId" clId="{3AE927BA-8A36-4342-9B87-5602EFCB8F81}" dt="2022-03-03T10:35:25.387" v="1959" actId="571"/>
          <ac:picMkLst>
            <pc:docMk/>
            <pc:sldMk cId="3684300237" sldId="429"/>
            <ac:picMk id="74" creationId="{96F6D398-FD65-4FF8-ABD3-8BE957C55985}"/>
          </ac:picMkLst>
        </pc:picChg>
        <pc:picChg chg="add mod">
          <ac:chgData name="Alexandre Quach" userId="7bb690c8a6e028e4" providerId="LiveId" clId="{3AE927BA-8A36-4342-9B87-5602EFCB8F81}" dt="2022-03-03T10:35:27.198" v="1961" actId="1076"/>
          <ac:picMkLst>
            <pc:docMk/>
            <pc:sldMk cId="3684300237" sldId="429"/>
            <ac:picMk id="78" creationId="{38A9979C-A01C-4C79-9A48-30AB813D1A14}"/>
          </ac:picMkLst>
        </pc:picChg>
        <pc:picChg chg="add mod">
          <ac:chgData name="Alexandre Quach" userId="7bb690c8a6e028e4" providerId="LiveId" clId="{3AE927BA-8A36-4342-9B87-5602EFCB8F81}" dt="2022-03-03T10:35:34.278" v="1964" actId="1076"/>
          <ac:picMkLst>
            <pc:docMk/>
            <pc:sldMk cId="3684300237" sldId="429"/>
            <ac:picMk id="79" creationId="{532C5F48-CA53-4942-89F9-34D16BB5D50A}"/>
          </ac:picMkLst>
        </pc:picChg>
        <pc:picChg chg="add mod">
          <ac:chgData name="Alexandre Quach" userId="7bb690c8a6e028e4" providerId="LiveId" clId="{3AE927BA-8A36-4342-9B87-5602EFCB8F81}" dt="2022-03-03T10:35:34.278" v="1964" actId="1076"/>
          <ac:picMkLst>
            <pc:docMk/>
            <pc:sldMk cId="3684300237" sldId="429"/>
            <ac:picMk id="80" creationId="{7FC3CFC0-A901-4026-B531-C00E6FDBBD18}"/>
          </ac:picMkLst>
        </pc:picChg>
        <pc:picChg chg="add mod">
          <ac:chgData name="Alexandre Quach" userId="7bb690c8a6e028e4" providerId="LiveId" clId="{3AE927BA-8A36-4342-9B87-5602EFCB8F81}" dt="2022-03-03T10:35:34.278" v="1964" actId="1076"/>
          <ac:picMkLst>
            <pc:docMk/>
            <pc:sldMk cId="3684300237" sldId="429"/>
            <ac:picMk id="81" creationId="{DB899D85-6856-4205-AEAF-B456849D9802}"/>
          </ac:picMkLst>
        </pc:picChg>
        <pc:picChg chg="add mod">
          <ac:chgData name="Alexandre Quach" userId="7bb690c8a6e028e4" providerId="LiveId" clId="{3AE927BA-8A36-4342-9B87-5602EFCB8F81}" dt="2022-03-03T10:37:10.039" v="1972" actId="1076"/>
          <ac:picMkLst>
            <pc:docMk/>
            <pc:sldMk cId="3684300237" sldId="429"/>
            <ac:picMk id="82" creationId="{2437EED6-9E81-4C67-A674-5B9EB5B57C77}"/>
          </ac:picMkLst>
        </pc:picChg>
        <pc:picChg chg="add mod">
          <ac:chgData name="Alexandre Quach" userId="7bb690c8a6e028e4" providerId="LiveId" clId="{3AE927BA-8A36-4342-9B87-5602EFCB8F81}" dt="2022-03-03T10:37:25.768" v="1974" actId="1076"/>
          <ac:picMkLst>
            <pc:docMk/>
            <pc:sldMk cId="3684300237" sldId="429"/>
            <ac:picMk id="83" creationId="{4073C83A-DB78-4B1E-B58E-4A556E212A41}"/>
          </ac:picMkLst>
        </pc:picChg>
        <pc:picChg chg="add mod">
          <ac:chgData name="Alexandre Quach" userId="7bb690c8a6e028e4" providerId="LiveId" clId="{3AE927BA-8A36-4342-9B87-5602EFCB8F81}" dt="2022-03-03T10:37:53.896" v="1981" actId="14100"/>
          <ac:picMkLst>
            <pc:docMk/>
            <pc:sldMk cId="3684300237" sldId="429"/>
            <ac:picMk id="84" creationId="{896367A4-7981-4AE2-87FF-60948C4B8129}"/>
          </ac:picMkLst>
        </pc:picChg>
        <pc:picChg chg="add mod">
          <ac:chgData name="Alexandre Quach" userId="7bb690c8a6e028e4" providerId="LiveId" clId="{3AE927BA-8A36-4342-9B87-5602EFCB8F81}" dt="2022-03-03T10:38:02.070" v="1986" actId="1076"/>
          <ac:picMkLst>
            <pc:docMk/>
            <pc:sldMk cId="3684300237" sldId="429"/>
            <ac:picMk id="85" creationId="{B2472ECB-867E-4037-A8EB-2E96490A9625}"/>
          </ac:picMkLst>
        </pc:picChg>
        <pc:picChg chg="add mod">
          <ac:chgData name="Alexandre Quach" userId="7bb690c8a6e028e4" providerId="LiveId" clId="{3AE927BA-8A36-4342-9B87-5602EFCB8F81}" dt="2022-03-03T10:38:05.718" v="1987" actId="1076"/>
          <ac:picMkLst>
            <pc:docMk/>
            <pc:sldMk cId="3684300237" sldId="429"/>
            <ac:picMk id="86" creationId="{3D9EE19B-1E02-45C4-B2D8-374245672C95}"/>
          </ac:picMkLst>
        </pc:picChg>
        <pc:picChg chg="add mod">
          <ac:chgData name="Alexandre Quach" userId="7bb690c8a6e028e4" providerId="LiveId" clId="{3AE927BA-8A36-4342-9B87-5602EFCB8F81}" dt="2022-03-03T10:38:10.754" v="1988" actId="571"/>
          <ac:picMkLst>
            <pc:docMk/>
            <pc:sldMk cId="3684300237" sldId="429"/>
            <ac:picMk id="87" creationId="{B8BB9733-80C9-435A-9E01-D5CB227617D6}"/>
          </ac:picMkLst>
        </pc:picChg>
        <pc:picChg chg="add mod">
          <ac:chgData name="Alexandre Quach" userId="7bb690c8a6e028e4" providerId="LiveId" clId="{3AE927BA-8A36-4342-9B87-5602EFCB8F81}" dt="2022-03-03T10:38:10.754" v="1988" actId="571"/>
          <ac:picMkLst>
            <pc:docMk/>
            <pc:sldMk cId="3684300237" sldId="429"/>
            <ac:picMk id="88" creationId="{EDC94174-DDD6-4530-869A-5838C22FFA6D}"/>
          </ac:picMkLst>
        </pc:picChg>
        <pc:picChg chg="add mod">
          <ac:chgData name="Alexandre Quach" userId="7bb690c8a6e028e4" providerId="LiveId" clId="{3AE927BA-8A36-4342-9B87-5602EFCB8F81}" dt="2022-03-03T10:38:10.754" v="1988" actId="571"/>
          <ac:picMkLst>
            <pc:docMk/>
            <pc:sldMk cId="3684300237" sldId="429"/>
            <ac:picMk id="89" creationId="{673A5AFD-180D-4E75-A162-84504546E5C9}"/>
          </ac:picMkLst>
        </pc:picChg>
        <pc:picChg chg="add mod">
          <ac:chgData name="Alexandre Quach" userId="7bb690c8a6e028e4" providerId="LiveId" clId="{3AE927BA-8A36-4342-9B87-5602EFCB8F81}" dt="2022-03-03T10:38:14.287" v="1989" actId="1076"/>
          <ac:picMkLst>
            <pc:docMk/>
            <pc:sldMk cId="3684300237" sldId="429"/>
            <ac:picMk id="90" creationId="{553B8661-8036-4863-B881-57405EDDACCE}"/>
          </ac:picMkLst>
        </pc:picChg>
        <pc:picChg chg="add mod">
          <ac:chgData name="Alexandre Quach" userId="7bb690c8a6e028e4" providerId="LiveId" clId="{3AE927BA-8A36-4342-9B87-5602EFCB8F81}" dt="2022-03-03T10:38:24.725" v="1993" actId="1076"/>
          <ac:picMkLst>
            <pc:docMk/>
            <pc:sldMk cId="3684300237" sldId="429"/>
            <ac:picMk id="91" creationId="{205431F7-FE4F-4292-B4E4-5D20CAFEE05B}"/>
          </ac:picMkLst>
        </pc:picChg>
        <pc:picChg chg="add mod">
          <ac:chgData name="Alexandre Quach" userId="7bb690c8a6e028e4" providerId="LiveId" clId="{3AE927BA-8A36-4342-9B87-5602EFCB8F81}" dt="2022-03-03T10:38:53.055" v="2006" actId="1076"/>
          <ac:picMkLst>
            <pc:docMk/>
            <pc:sldMk cId="3684300237" sldId="429"/>
            <ac:picMk id="96" creationId="{33207EA3-A717-4C71-8DF6-921811FDE3ED}"/>
          </ac:picMkLst>
        </pc:picChg>
        <pc:picChg chg="add mod">
          <ac:chgData name="Alexandre Quach" userId="7bb690c8a6e028e4" providerId="LiveId" clId="{3AE927BA-8A36-4342-9B87-5602EFCB8F81}" dt="2022-03-03T10:39:00.161" v="2007" actId="571"/>
          <ac:picMkLst>
            <pc:docMk/>
            <pc:sldMk cId="3684300237" sldId="429"/>
            <ac:picMk id="101" creationId="{4BEF1086-E5AB-4795-96E8-756C8E6CF907}"/>
          </ac:picMkLst>
        </pc:picChg>
        <pc:picChg chg="del">
          <ac:chgData name="Alexandre Quach" userId="7bb690c8a6e028e4" providerId="LiveId" clId="{3AE927BA-8A36-4342-9B87-5602EFCB8F81}" dt="2022-03-03T10:19:37.957" v="1914" actId="478"/>
          <ac:picMkLst>
            <pc:docMk/>
            <pc:sldMk cId="3684300237" sldId="429"/>
            <ac:picMk id="512" creationId="{08562E97-C1F7-4294-9163-D5D007A6DA67}"/>
          </ac:picMkLst>
        </pc:picChg>
      </pc:sldChg>
      <pc:sldChg chg="addSp delSp modSp add mod">
        <pc:chgData name="Alexandre Quach" userId="7bb690c8a6e028e4" providerId="LiveId" clId="{3AE927BA-8A36-4342-9B87-5602EFCB8F81}" dt="2022-03-03T11:32:28.352" v="2042" actId="571"/>
        <pc:sldMkLst>
          <pc:docMk/>
          <pc:sldMk cId="1091877483" sldId="430"/>
        </pc:sldMkLst>
        <pc:spChg chg="add mod">
          <ac:chgData name="Alexandre Quach" userId="7bb690c8a6e028e4" providerId="LiveId" clId="{3AE927BA-8A36-4342-9B87-5602EFCB8F81}" dt="2022-03-03T11:31:58.959" v="2037" actId="13822"/>
          <ac:spMkLst>
            <pc:docMk/>
            <pc:sldMk cId="1091877483" sldId="430"/>
            <ac:spMk id="4" creationId="{F1A8B564-AC91-446D-BC69-3B2AC428253B}"/>
          </ac:spMkLst>
        </pc:spChg>
        <pc:spChg chg="del">
          <ac:chgData name="Alexandre Quach" userId="7bb690c8a6e028e4" providerId="LiveId" clId="{3AE927BA-8A36-4342-9B87-5602EFCB8F81}" dt="2022-03-03T10:40:02.639" v="2010" actId="478"/>
          <ac:spMkLst>
            <pc:docMk/>
            <pc:sldMk cId="1091877483" sldId="430"/>
            <ac:spMk id="26" creationId="{122E6877-E3EE-4512-B3B6-8D5198800C23}"/>
          </ac:spMkLst>
        </pc:spChg>
        <pc:spChg chg="del">
          <ac:chgData name="Alexandre Quach" userId="7bb690c8a6e028e4" providerId="LiveId" clId="{3AE927BA-8A36-4342-9B87-5602EFCB8F81}" dt="2022-03-03T10:40:00.600" v="2009" actId="478"/>
          <ac:spMkLst>
            <pc:docMk/>
            <pc:sldMk cId="1091877483" sldId="430"/>
            <ac:spMk id="45" creationId="{3C3AEE87-E94F-4D9A-90EB-E0A4749236D2}"/>
          </ac:spMkLst>
        </pc:spChg>
        <pc:spChg chg="del">
          <ac:chgData name="Alexandre Quach" userId="7bb690c8a6e028e4" providerId="LiveId" clId="{3AE927BA-8A36-4342-9B87-5602EFCB8F81}" dt="2022-03-03T10:40:02.639" v="2010" actId="478"/>
          <ac:spMkLst>
            <pc:docMk/>
            <pc:sldMk cId="1091877483" sldId="430"/>
            <ac:spMk id="48" creationId="{4DD9FDD2-F281-4121-84A2-CDDDFBA9B7E7}"/>
          </ac:spMkLst>
        </pc:spChg>
        <pc:spChg chg="del">
          <ac:chgData name="Alexandre Quach" userId="7bb690c8a6e028e4" providerId="LiveId" clId="{3AE927BA-8A36-4342-9B87-5602EFCB8F81}" dt="2022-03-03T10:40:00.600" v="2009" actId="478"/>
          <ac:spMkLst>
            <pc:docMk/>
            <pc:sldMk cId="1091877483" sldId="430"/>
            <ac:spMk id="49" creationId="{6CF98ADE-D9AF-43F1-BA1C-4D5264AB3AFC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57" creationId="{100B8782-20CA-45B5-B537-99BE79406208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58" creationId="{19516553-DAAD-4215-9314-83BAE7381A32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67" creationId="{6E190639-F1A1-4026-A0D8-D6B43FD790AC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68" creationId="{D93F4271-0138-4266-BF7B-BBBD06684BFC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70" creationId="{6F651F76-48AD-44C8-A74B-BAEDC779EACD}"/>
          </ac:spMkLst>
        </pc:spChg>
        <pc:spChg chg="del">
          <ac:chgData name="Alexandre Quach" userId="7bb690c8a6e028e4" providerId="LiveId" clId="{3AE927BA-8A36-4342-9B87-5602EFCB8F81}" dt="2022-03-03T10:40:06.216" v="2012" actId="478"/>
          <ac:spMkLst>
            <pc:docMk/>
            <pc:sldMk cId="1091877483" sldId="430"/>
            <ac:spMk id="71" creationId="{993C30F3-45E2-4917-BD7A-10DC93FED727}"/>
          </ac:spMkLst>
        </pc:spChg>
        <pc:spChg chg="del">
          <ac:chgData name="Alexandre Quach" userId="7bb690c8a6e028e4" providerId="LiveId" clId="{3AE927BA-8A36-4342-9B87-5602EFCB8F81}" dt="2022-03-03T10:40:13.031" v="2016" actId="478"/>
          <ac:spMkLst>
            <pc:docMk/>
            <pc:sldMk cId="1091877483" sldId="430"/>
            <ac:spMk id="72" creationId="{31200F52-4AAA-460B-8B88-8EA469CD5DD6}"/>
          </ac:spMkLst>
        </pc:spChg>
        <pc:spChg chg="del">
          <ac:chgData name="Alexandre Quach" userId="7bb690c8a6e028e4" providerId="LiveId" clId="{3AE927BA-8A36-4342-9B87-5602EFCB8F81}" dt="2022-03-03T10:40:13.031" v="2016" actId="478"/>
          <ac:spMkLst>
            <pc:docMk/>
            <pc:sldMk cId="1091877483" sldId="430"/>
            <ac:spMk id="73" creationId="{C0E17CD0-D3E2-4760-9FC0-457F7B83C711}"/>
          </ac:spMkLst>
        </pc:spChg>
        <pc:spChg chg="del">
          <ac:chgData name="Alexandre Quach" userId="7bb690c8a6e028e4" providerId="LiveId" clId="{3AE927BA-8A36-4342-9B87-5602EFCB8F81}" dt="2022-03-03T10:40:13.031" v="2016" actId="478"/>
          <ac:spMkLst>
            <pc:docMk/>
            <pc:sldMk cId="1091877483" sldId="430"/>
            <ac:spMk id="75" creationId="{967500DC-4237-4FF6-AC2A-D3D5BD42D7D6}"/>
          </ac:spMkLst>
        </pc:spChg>
        <pc:spChg chg="del">
          <ac:chgData name="Alexandre Quach" userId="7bb690c8a6e028e4" providerId="LiveId" clId="{3AE927BA-8A36-4342-9B87-5602EFCB8F81}" dt="2022-03-03T10:40:13.031" v="2016" actId="478"/>
          <ac:spMkLst>
            <pc:docMk/>
            <pc:sldMk cId="1091877483" sldId="430"/>
            <ac:spMk id="76" creationId="{9FB6FC8D-3CA2-4D7D-91AC-0AEE753D116E}"/>
          </ac:spMkLst>
        </pc:spChg>
        <pc:spChg chg="del">
          <ac:chgData name="Alexandre Quach" userId="7bb690c8a6e028e4" providerId="LiveId" clId="{3AE927BA-8A36-4342-9B87-5602EFCB8F81}" dt="2022-03-03T10:40:13.031" v="2016" actId="478"/>
          <ac:spMkLst>
            <pc:docMk/>
            <pc:sldMk cId="1091877483" sldId="430"/>
            <ac:spMk id="77" creationId="{4851A184-ED74-4BF6-B79C-E9A6A94CF8B7}"/>
          </ac:spMkLst>
        </pc:spChg>
        <pc:picChg chg="add mod">
          <ac:chgData name="Alexandre Quach" userId="7bb690c8a6e028e4" providerId="LiveId" clId="{3AE927BA-8A36-4342-9B87-5602EFCB8F81}" dt="2022-03-03T11:20:27.314" v="2033" actId="1076"/>
          <ac:picMkLst>
            <pc:docMk/>
            <pc:sldMk cId="1091877483" sldId="430"/>
            <ac:picMk id="3" creationId="{7CFA5EF1-D06C-4A56-A08F-F6AECBEA60B1}"/>
          </ac:picMkLst>
        </pc:picChg>
        <pc:picChg chg="add mod">
          <ac:chgData name="Alexandre Quach" userId="7bb690c8a6e028e4" providerId="LiveId" clId="{3AE927BA-8A36-4342-9B87-5602EFCB8F81}" dt="2022-03-03T11:32:26.465" v="2041" actId="1076"/>
          <ac:picMkLst>
            <pc:docMk/>
            <pc:sldMk cId="1091877483" sldId="430"/>
            <ac:picMk id="6" creationId="{345F289A-1DE4-4FD7-9243-347C7774BF8F}"/>
          </ac:picMkLst>
        </pc:picChg>
        <pc:picChg chg="del">
          <ac:chgData name="Alexandre Quach" userId="7bb690c8a6e028e4" providerId="LiveId" clId="{3AE927BA-8A36-4342-9B87-5602EFCB8F81}" dt="2022-03-03T10:40:00.600" v="2009" actId="478"/>
          <ac:picMkLst>
            <pc:docMk/>
            <pc:sldMk cId="1091877483" sldId="430"/>
            <ac:picMk id="10" creationId="{BD0076A7-8890-413B-8915-694AE0B178FE}"/>
          </ac:picMkLst>
        </pc:picChg>
        <pc:picChg chg="del">
          <ac:chgData name="Alexandre Quach" userId="7bb690c8a6e028e4" providerId="LiveId" clId="{3AE927BA-8A36-4342-9B87-5602EFCB8F81}" dt="2022-03-03T10:40:02.639" v="2010" actId="478"/>
          <ac:picMkLst>
            <pc:docMk/>
            <pc:sldMk cId="1091877483" sldId="430"/>
            <ac:picMk id="15" creationId="{7DAE8704-08FD-448B-B8D6-9E1DE1D913EA}"/>
          </ac:picMkLst>
        </pc:picChg>
        <pc:picChg chg="del">
          <ac:chgData name="Alexandre Quach" userId="7bb690c8a6e028e4" providerId="LiveId" clId="{3AE927BA-8A36-4342-9B87-5602EFCB8F81}" dt="2022-03-03T10:40:02.639" v="2010" actId="478"/>
          <ac:picMkLst>
            <pc:docMk/>
            <pc:sldMk cId="1091877483" sldId="430"/>
            <ac:picMk id="19" creationId="{83405BC6-944E-454F-AF37-32B3A34BE8C1}"/>
          </ac:picMkLst>
        </pc:picChg>
        <pc:picChg chg="del">
          <ac:chgData name="Alexandre Quach" userId="7bb690c8a6e028e4" providerId="LiveId" clId="{3AE927BA-8A36-4342-9B87-5602EFCB8F81}" dt="2022-03-03T10:40:00.600" v="2009" actId="478"/>
          <ac:picMkLst>
            <pc:docMk/>
            <pc:sldMk cId="1091877483" sldId="430"/>
            <ac:picMk id="23" creationId="{C11C1B3F-C1BA-4678-9BC1-0B9AE9454CBB}"/>
          </ac:picMkLst>
        </pc:picChg>
        <pc:picChg chg="del">
          <ac:chgData name="Alexandre Quach" userId="7bb690c8a6e028e4" providerId="LiveId" clId="{3AE927BA-8A36-4342-9B87-5602EFCB8F81}" dt="2022-03-03T10:40:00.600" v="2009" actId="478"/>
          <ac:picMkLst>
            <pc:docMk/>
            <pc:sldMk cId="1091877483" sldId="430"/>
            <ac:picMk id="30" creationId="{126ABD11-AEF0-4CBC-B996-58BCBBE8EC6D}"/>
          </ac:picMkLst>
        </pc:picChg>
        <pc:picChg chg="del">
          <ac:chgData name="Alexandre Quach" userId="7bb690c8a6e028e4" providerId="LiveId" clId="{3AE927BA-8A36-4342-9B87-5602EFCB8F81}" dt="2022-03-03T10:40:03.204" v="2011" actId="478"/>
          <ac:picMkLst>
            <pc:docMk/>
            <pc:sldMk cId="1091877483" sldId="430"/>
            <ac:picMk id="34" creationId="{3BBD94F8-D658-4951-A16B-F12EA3236231}"/>
          </ac:picMkLst>
        </pc:picChg>
        <pc:picChg chg="add mod">
          <ac:chgData name="Alexandre Quach" userId="7bb690c8a6e028e4" providerId="LiveId" clId="{3AE927BA-8A36-4342-9B87-5602EFCB8F81}" dt="2022-03-03T10:40:20.722" v="2019" actId="1076"/>
          <ac:picMkLst>
            <pc:docMk/>
            <pc:sldMk cId="1091877483" sldId="430"/>
            <ac:picMk id="40" creationId="{E7A6236D-05CB-4387-9D1A-087AF671EA44}"/>
          </ac:picMkLst>
        </pc:picChg>
        <pc:picChg chg="add mod">
          <ac:chgData name="Alexandre Quach" userId="7bb690c8a6e028e4" providerId="LiveId" clId="{3AE927BA-8A36-4342-9B87-5602EFCB8F81}" dt="2022-03-03T11:19:53.428" v="2024" actId="1076"/>
          <ac:picMkLst>
            <pc:docMk/>
            <pc:sldMk cId="1091877483" sldId="430"/>
            <ac:picMk id="41" creationId="{2D2428CD-C09A-46B3-90EC-8C4B5170EB13}"/>
          </ac:picMkLst>
        </pc:picChg>
        <pc:picChg chg="add mod">
          <ac:chgData name="Alexandre Quach" userId="7bb690c8a6e028e4" providerId="LiveId" clId="{3AE927BA-8A36-4342-9B87-5602EFCB8F81}" dt="2022-03-03T11:19:59.514" v="2026" actId="1076"/>
          <ac:picMkLst>
            <pc:docMk/>
            <pc:sldMk cId="1091877483" sldId="430"/>
            <ac:picMk id="42" creationId="{73ABDC6E-5294-4BA1-B4A5-260CE562EA5F}"/>
          </ac:picMkLst>
        </pc:picChg>
        <pc:picChg chg="del">
          <ac:chgData name="Alexandre Quach" userId="7bb690c8a6e028e4" providerId="LiveId" clId="{3AE927BA-8A36-4342-9B87-5602EFCB8F81}" dt="2022-03-03T10:40:00.600" v="2009" actId="478"/>
          <ac:picMkLst>
            <pc:docMk/>
            <pc:sldMk cId="1091877483" sldId="430"/>
            <ac:picMk id="43" creationId="{60C73F74-66CC-45B8-96DF-96B9920F00F0}"/>
          </ac:picMkLst>
        </pc:picChg>
        <pc:picChg chg="add mod modCrop">
          <ac:chgData name="Alexandre Quach" userId="7bb690c8a6e028e4" providerId="LiveId" clId="{3AE927BA-8A36-4342-9B87-5602EFCB8F81}" dt="2022-03-03T11:20:32.901" v="2034" actId="732"/>
          <ac:picMkLst>
            <pc:docMk/>
            <pc:sldMk cId="1091877483" sldId="430"/>
            <ac:picMk id="46" creationId="{C90EAD73-6D16-45B7-BAD1-D480646418FC}"/>
          </ac:picMkLst>
        </pc:picChg>
        <pc:picChg chg="del">
          <ac:chgData name="Alexandre Quach" userId="7bb690c8a6e028e4" providerId="LiveId" clId="{3AE927BA-8A36-4342-9B87-5602EFCB8F81}" dt="2022-03-03T10:40:00.600" v="2009" actId="478"/>
          <ac:picMkLst>
            <pc:docMk/>
            <pc:sldMk cId="1091877483" sldId="430"/>
            <ac:picMk id="50" creationId="{65EDBE29-B81A-448D-86CF-58F40B595F6E}"/>
          </ac:picMkLst>
        </pc:picChg>
        <pc:picChg chg="add mod">
          <ac:chgData name="Alexandre Quach" userId="7bb690c8a6e028e4" providerId="LiveId" clId="{3AE927BA-8A36-4342-9B87-5602EFCB8F81}" dt="2022-03-03T11:32:28.352" v="2042" actId="571"/>
          <ac:picMkLst>
            <pc:docMk/>
            <pc:sldMk cId="1091877483" sldId="430"/>
            <ac:picMk id="51" creationId="{20C60D68-3543-4241-BF03-33139FFFBAC2}"/>
          </ac:picMkLst>
        </pc:picChg>
        <pc:picChg chg="del">
          <ac:chgData name="Alexandre Quach" userId="7bb690c8a6e028e4" providerId="LiveId" clId="{3AE927BA-8A36-4342-9B87-5602EFCB8F81}" dt="2022-03-03T10:40:06.216" v="2012" actId="478"/>
          <ac:picMkLst>
            <pc:docMk/>
            <pc:sldMk cId="1091877483" sldId="430"/>
            <ac:picMk id="54" creationId="{952A70F5-F258-4A69-8341-C73B7CEE6205}"/>
          </ac:picMkLst>
        </pc:picChg>
        <pc:picChg chg="del">
          <ac:chgData name="Alexandre Quach" userId="7bb690c8a6e028e4" providerId="LiveId" clId="{3AE927BA-8A36-4342-9B87-5602EFCB8F81}" dt="2022-03-03T10:40:06.216" v="2012" actId="478"/>
          <ac:picMkLst>
            <pc:docMk/>
            <pc:sldMk cId="1091877483" sldId="430"/>
            <ac:picMk id="56" creationId="{FF26046D-ECA1-4E2F-9C92-30426DCAE20F}"/>
          </ac:picMkLst>
        </pc:picChg>
        <pc:picChg chg="del">
          <ac:chgData name="Alexandre Quach" userId="7bb690c8a6e028e4" providerId="LiveId" clId="{3AE927BA-8A36-4342-9B87-5602EFCB8F81}" dt="2022-03-03T10:40:10.838" v="2015" actId="478"/>
          <ac:picMkLst>
            <pc:docMk/>
            <pc:sldMk cId="1091877483" sldId="430"/>
            <ac:picMk id="62" creationId="{D816F593-09F8-418F-AB09-EA3A2C3D5BA4}"/>
          </ac:picMkLst>
        </pc:picChg>
        <pc:picChg chg="del">
          <ac:chgData name="Alexandre Quach" userId="7bb690c8a6e028e4" providerId="LiveId" clId="{3AE927BA-8A36-4342-9B87-5602EFCB8F81}" dt="2022-03-03T10:40:08.374" v="2013" actId="478"/>
          <ac:picMkLst>
            <pc:docMk/>
            <pc:sldMk cId="1091877483" sldId="430"/>
            <ac:picMk id="65" creationId="{F2A5061A-5830-440D-9A40-47EE7C6BDAC8}"/>
          </ac:picMkLst>
        </pc:picChg>
        <pc:picChg chg="del">
          <ac:chgData name="Alexandre Quach" userId="7bb690c8a6e028e4" providerId="LiveId" clId="{3AE927BA-8A36-4342-9B87-5602EFCB8F81}" dt="2022-03-03T10:40:10.304" v="2014" actId="478"/>
          <ac:picMkLst>
            <pc:docMk/>
            <pc:sldMk cId="1091877483" sldId="430"/>
            <ac:picMk id="512" creationId="{08562E97-C1F7-4294-9163-D5D007A6DA67}"/>
          </ac:picMkLst>
        </pc:picChg>
      </pc:sldChg>
      <pc:sldChg chg="addSp modSp new mod">
        <pc:chgData name="Alexandre Quach" userId="7bb690c8a6e028e4" providerId="LiveId" clId="{3AE927BA-8A36-4342-9B87-5602EFCB8F81}" dt="2022-03-03T13:12:32.832" v="3246" actId="1076"/>
        <pc:sldMkLst>
          <pc:docMk/>
          <pc:sldMk cId="522719980" sldId="431"/>
        </pc:sldMkLst>
        <pc:spChg chg="mod">
          <ac:chgData name="Alexandre Quach" userId="7bb690c8a6e028e4" providerId="LiveId" clId="{3AE927BA-8A36-4342-9B87-5602EFCB8F81}" dt="2022-03-03T11:45:09.921" v="2215" actId="20577"/>
          <ac:spMkLst>
            <pc:docMk/>
            <pc:sldMk cId="522719980" sldId="431"/>
            <ac:spMk id="2" creationId="{FDD6867B-C360-4AA1-95CA-2D5EDE7D7D36}"/>
          </ac:spMkLst>
        </pc:spChg>
        <pc:spChg chg="mod">
          <ac:chgData name="Alexandre Quach" userId="7bb690c8a6e028e4" providerId="LiveId" clId="{3AE927BA-8A36-4342-9B87-5602EFCB8F81}" dt="2022-03-03T11:45:46.277" v="2412" actId="14100"/>
          <ac:spMkLst>
            <pc:docMk/>
            <pc:sldMk cId="522719980" sldId="431"/>
            <ac:spMk id="3" creationId="{54A77069-4396-4D05-AF9C-539555D2FD64}"/>
          </ac:spMkLst>
        </pc:spChg>
        <pc:picChg chg="add mod">
          <ac:chgData name="Alexandre Quach" userId="7bb690c8a6e028e4" providerId="LiveId" clId="{3AE927BA-8A36-4342-9B87-5602EFCB8F81}" dt="2022-03-03T11:46:04.063" v="2418" actId="14100"/>
          <ac:picMkLst>
            <pc:docMk/>
            <pc:sldMk cId="522719980" sldId="431"/>
            <ac:picMk id="5" creationId="{187B4820-2AEC-485E-BA3D-6F6E0D96EC67}"/>
          </ac:picMkLst>
        </pc:picChg>
        <pc:picChg chg="add mod">
          <ac:chgData name="Alexandre Quach" userId="7bb690c8a6e028e4" providerId="LiveId" clId="{3AE927BA-8A36-4342-9B87-5602EFCB8F81}" dt="2022-03-03T13:12:05.710" v="3236" actId="1076"/>
          <ac:picMkLst>
            <pc:docMk/>
            <pc:sldMk cId="522719980" sldId="431"/>
            <ac:picMk id="6" creationId="{E3D580AA-4C02-4EEC-A3BD-6E28E973D3FD}"/>
          </ac:picMkLst>
        </pc:picChg>
        <pc:picChg chg="add mod">
          <ac:chgData name="Alexandre Quach" userId="7bb690c8a6e028e4" providerId="LiveId" clId="{3AE927BA-8A36-4342-9B87-5602EFCB8F81}" dt="2022-03-03T13:12:32.832" v="3246" actId="1076"/>
          <ac:picMkLst>
            <pc:docMk/>
            <pc:sldMk cId="522719980" sldId="431"/>
            <ac:picMk id="7" creationId="{388F44E1-9D48-4EAD-A3F7-B91F8BC40CA9}"/>
          </ac:picMkLst>
        </pc:picChg>
        <pc:picChg chg="add mod">
          <ac:chgData name="Alexandre Quach" userId="7bb690c8a6e028e4" providerId="LiveId" clId="{3AE927BA-8A36-4342-9B87-5602EFCB8F81}" dt="2022-03-03T13:12:32.832" v="3246" actId="1076"/>
          <ac:picMkLst>
            <pc:docMk/>
            <pc:sldMk cId="522719980" sldId="431"/>
            <ac:picMk id="8" creationId="{E24FFE69-2E62-4B7D-AB25-C7DD888EBA01}"/>
          </ac:picMkLst>
        </pc:picChg>
      </pc:sldChg>
      <pc:sldChg chg="delSp new del mod">
        <pc:chgData name="Alexandre Quach" userId="7bb690c8a6e028e4" providerId="LiveId" clId="{3AE927BA-8A36-4342-9B87-5602EFCB8F81}" dt="2022-03-03T11:39:20.977" v="2127" actId="47"/>
        <pc:sldMkLst>
          <pc:docMk/>
          <pc:sldMk cId="2208156225" sldId="431"/>
        </pc:sldMkLst>
        <pc:spChg chg="del">
          <ac:chgData name="Alexandre Quach" userId="7bb690c8a6e028e4" providerId="LiveId" clId="{3AE927BA-8A36-4342-9B87-5602EFCB8F81}" dt="2022-03-03T11:36:15.041" v="2046" actId="478"/>
          <ac:spMkLst>
            <pc:docMk/>
            <pc:sldMk cId="2208156225" sldId="431"/>
            <ac:spMk id="2" creationId="{D0733B7F-973C-4491-860E-82182F1387D5}"/>
          </ac:spMkLst>
        </pc:spChg>
        <pc:spChg chg="del">
          <ac:chgData name="Alexandre Quach" userId="7bb690c8a6e028e4" providerId="LiveId" clId="{3AE927BA-8A36-4342-9B87-5602EFCB8F81}" dt="2022-03-03T11:36:15.041" v="2046" actId="478"/>
          <ac:spMkLst>
            <pc:docMk/>
            <pc:sldMk cId="2208156225" sldId="431"/>
            <ac:spMk id="3" creationId="{0BDD779D-A96D-437B-8B26-3C3CE1BA673C}"/>
          </ac:spMkLst>
        </pc:spChg>
      </pc:sldChg>
      <pc:sldChg chg="addSp delSp modSp new del mod">
        <pc:chgData name="Alexandre Quach" userId="7bb690c8a6e028e4" providerId="LiveId" clId="{3AE927BA-8A36-4342-9B87-5602EFCB8F81}" dt="2022-03-03T11:44:35.979" v="2198" actId="47"/>
        <pc:sldMkLst>
          <pc:docMk/>
          <pc:sldMk cId="1800954048" sldId="432"/>
        </pc:sldMkLst>
        <pc:spChg chg="del">
          <ac:chgData name="Alexandre Quach" userId="7bb690c8a6e028e4" providerId="LiveId" clId="{3AE927BA-8A36-4342-9B87-5602EFCB8F81}" dt="2022-03-03T11:36:20.763" v="2048" actId="478"/>
          <ac:spMkLst>
            <pc:docMk/>
            <pc:sldMk cId="1800954048" sldId="432"/>
            <ac:spMk id="2" creationId="{57D6F643-0F6D-4B60-AC12-C13EC2F29F6C}"/>
          </ac:spMkLst>
        </pc:spChg>
        <pc:spChg chg="del">
          <ac:chgData name="Alexandre Quach" userId="7bb690c8a6e028e4" providerId="LiveId" clId="{3AE927BA-8A36-4342-9B87-5602EFCB8F81}" dt="2022-03-03T11:36:20.763" v="2048" actId="478"/>
          <ac:spMkLst>
            <pc:docMk/>
            <pc:sldMk cId="1800954048" sldId="432"/>
            <ac:spMk id="3" creationId="{5920EA3B-F76B-49E3-8FB9-1703ADE63B22}"/>
          </ac:spMkLst>
        </pc:spChg>
        <pc:grpChg chg="add del mod">
          <ac:chgData name="Alexandre Quach" userId="7bb690c8a6e028e4" providerId="LiveId" clId="{3AE927BA-8A36-4342-9B87-5602EFCB8F81}" dt="2022-03-03T11:37:31.500" v="2077" actId="165"/>
          <ac:grpSpMkLst>
            <pc:docMk/>
            <pc:sldMk cId="1800954048" sldId="432"/>
            <ac:grpSpMk id="24" creationId="{9777DE83-7AC1-4B7B-9D0A-7CD9E86DAAE7}"/>
          </ac:grpSpMkLst>
        </pc:grp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5" creationId="{3F1EC7BD-DDF5-4BCE-8AA3-EBAE669D4BD4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7" creationId="{DD69A1C1-F341-4F34-8780-2B7824109CDB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9" creationId="{84A89EDC-8989-432D-9F4E-01C88AD84514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11" creationId="{39788227-8AF7-4E4E-8CDE-C55F70E092DF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13" creationId="{DF21D5B4-BFBC-4582-A840-3960A94C019B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15" creationId="{1238D2A0-E2DF-493B-8F49-FE0FE6DC4E3B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17" creationId="{E5EA67F2-C115-4D3E-AD6F-0092A799E76A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19" creationId="{89FD4433-5067-4821-B38E-11426D4851CD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21" creationId="{C48D612F-BBE8-43E7-8ABE-9739E8E60DFD}"/>
          </ac:picMkLst>
        </pc:picChg>
        <pc:picChg chg="add mod topLvl">
          <ac:chgData name="Alexandre Quach" userId="7bb690c8a6e028e4" providerId="LiveId" clId="{3AE927BA-8A36-4342-9B87-5602EFCB8F81}" dt="2022-03-03T11:37:31.500" v="2077" actId="165"/>
          <ac:picMkLst>
            <pc:docMk/>
            <pc:sldMk cId="1800954048" sldId="432"/>
            <ac:picMk id="23" creationId="{9CA07DAA-2DB4-4E07-ADA7-A1AE775C6A67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25" creationId="{47F66A56-1551-4D93-A45C-8FC30DD258A1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26" creationId="{6929EF84-9364-4149-8D28-F75CA7808D4D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27" creationId="{04D4C010-9FF7-4AAA-AEE8-348C6C1DD321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28" creationId="{F5D9B9F4-20D4-43DC-A668-33CF5E61CDD6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29" creationId="{8BC04771-2751-4319-9A56-609CB85EBBE4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30" creationId="{AF4FB4AA-71AE-408D-9BF1-A1F14B730082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31" creationId="{52109020-D9E0-4313-A0BD-9B2BA9480B30}"/>
          </ac:picMkLst>
        </pc:picChg>
        <pc:picChg chg="add del mod">
          <ac:chgData name="Alexandre Quach" userId="7bb690c8a6e028e4" providerId="LiveId" clId="{3AE927BA-8A36-4342-9B87-5602EFCB8F81}" dt="2022-03-03T11:38:26.038" v="2108" actId="21"/>
          <ac:picMkLst>
            <pc:docMk/>
            <pc:sldMk cId="1800954048" sldId="432"/>
            <ac:picMk id="32" creationId="{6DAB31DF-4C44-4FA7-9E12-46BFD394D8D6}"/>
          </ac:picMkLst>
        </pc:picChg>
        <pc:picChg chg="add del mod">
          <ac:chgData name="Alexandre Quach" userId="7bb690c8a6e028e4" providerId="LiveId" clId="{3AE927BA-8A36-4342-9B87-5602EFCB8F81}" dt="2022-03-03T11:38:15.089" v="2105" actId="21"/>
          <ac:picMkLst>
            <pc:docMk/>
            <pc:sldMk cId="1800954048" sldId="432"/>
            <ac:picMk id="33" creationId="{98C39E01-5BFE-4BB3-B630-36FEE87C466E}"/>
          </ac:picMkLst>
        </pc:picChg>
        <pc:picChg chg="add del mod">
          <ac:chgData name="Alexandre Quach" userId="7bb690c8a6e028e4" providerId="LiveId" clId="{3AE927BA-8A36-4342-9B87-5602EFCB8F81}" dt="2022-03-03T11:38:15.089" v="2105" actId="21"/>
          <ac:picMkLst>
            <pc:docMk/>
            <pc:sldMk cId="1800954048" sldId="432"/>
            <ac:picMk id="34" creationId="{101B7BE4-E13E-4356-B78A-8449BB1C4644}"/>
          </ac:picMkLst>
        </pc:picChg>
      </pc:sldChg>
      <pc:sldChg chg="addSp delSp modSp add mod">
        <pc:chgData name="Alexandre Quach" userId="7bb690c8a6e028e4" providerId="LiveId" clId="{3AE927BA-8A36-4342-9B87-5602EFCB8F81}" dt="2022-03-03T12:26:25.350" v="2566" actId="27636"/>
        <pc:sldMkLst>
          <pc:docMk/>
          <pc:sldMk cId="3003747652" sldId="432"/>
        </pc:sldMkLst>
        <pc:spChg chg="mod">
          <ac:chgData name="Alexandre Quach" userId="7bb690c8a6e028e4" providerId="LiveId" clId="{3AE927BA-8A36-4342-9B87-5602EFCB8F81}" dt="2022-03-03T12:26:25.350" v="2566" actId="27636"/>
          <ac:spMkLst>
            <pc:docMk/>
            <pc:sldMk cId="3003747652" sldId="432"/>
            <ac:spMk id="2" creationId="{BD930A50-C56F-46F0-BD05-F8DF2B11BB1C}"/>
          </ac:spMkLst>
        </pc:spChg>
        <pc:spChg chg="mod">
          <ac:chgData name="Alexandre Quach" userId="7bb690c8a6e028e4" providerId="LiveId" clId="{3AE927BA-8A36-4342-9B87-5602EFCB8F81}" dt="2022-03-03T11:47:08.079" v="2430" actId="1076"/>
          <ac:spMkLst>
            <pc:docMk/>
            <pc:sldMk cId="3003747652" sldId="432"/>
            <ac:spMk id="5" creationId="{1945C12C-D6DC-406D-83B7-155488E68030}"/>
          </ac:spMkLst>
        </pc:spChg>
        <pc:spChg chg="mod">
          <ac:chgData name="Alexandre Quach" userId="7bb690c8a6e028e4" providerId="LiveId" clId="{3AE927BA-8A36-4342-9B87-5602EFCB8F81}" dt="2022-03-03T11:47:08.079" v="2430" actId="1076"/>
          <ac:spMkLst>
            <pc:docMk/>
            <pc:sldMk cId="3003747652" sldId="432"/>
            <ac:spMk id="7" creationId="{AF75A5FC-A647-4645-BD80-D379FD02C72A}"/>
          </ac:spMkLst>
        </pc:spChg>
        <pc:spChg chg="del">
          <ac:chgData name="Alexandre Quach" userId="7bb690c8a6e028e4" providerId="LiveId" clId="{3AE927BA-8A36-4342-9B87-5602EFCB8F81}" dt="2022-03-03T11:48:59.823" v="2469" actId="478"/>
          <ac:spMkLst>
            <pc:docMk/>
            <pc:sldMk cId="3003747652" sldId="432"/>
            <ac:spMk id="8" creationId="{09A42CA5-866D-4282-A3DF-7932D2B482EA}"/>
          </ac:spMkLst>
        </pc:spChg>
        <pc:spChg chg="mod">
          <ac:chgData name="Alexandre Quach" userId="7bb690c8a6e028e4" providerId="LiveId" clId="{3AE927BA-8A36-4342-9B87-5602EFCB8F81}" dt="2022-03-03T11:49:02.743" v="2470" actId="14100"/>
          <ac:spMkLst>
            <pc:docMk/>
            <pc:sldMk cId="3003747652" sldId="432"/>
            <ac:spMk id="9" creationId="{5A89A3F9-2281-4347-89DF-E7F92653990E}"/>
          </ac:spMkLst>
        </pc:spChg>
        <pc:spChg chg="mod">
          <ac:chgData name="Alexandre Quach" userId="7bb690c8a6e028e4" providerId="LiveId" clId="{3AE927BA-8A36-4342-9B87-5602EFCB8F81}" dt="2022-03-03T11:49:33.255" v="2515" actId="20577"/>
          <ac:spMkLst>
            <pc:docMk/>
            <pc:sldMk cId="3003747652" sldId="432"/>
            <ac:spMk id="11" creationId="{601EFD6B-BEB7-436D-9801-44AC9847A8F2}"/>
          </ac:spMkLst>
        </pc:spChg>
        <pc:spChg chg="mod">
          <ac:chgData name="Alexandre Quach" userId="7bb690c8a6e028e4" providerId="LiveId" clId="{3AE927BA-8A36-4342-9B87-5602EFCB8F81}" dt="2022-03-03T11:49:41.641" v="2519" actId="1076"/>
          <ac:spMkLst>
            <pc:docMk/>
            <pc:sldMk cId="3003747652" sldId="432"/>
            <ac:spMk id="12" creationId="{6DE81DF9-BC98-4A97-9DF2-6A3E1F2A50B0}"/>
          </ac:spMkLst>
        </pc:spChg>
        <pc:picChg chg="mod">
          <ac:chgData name="Alexandre Quach" userId="7bb690c8a6e028e4" providerId="LiveId" clId="{3AE927BA-8A36-4342-9B87-5602EFCB8F81}" dt="2022-03-03T11:47:52.871" v="2452" actId="1076"/>
          <ac:picMkLst>
            <pc:docMk/>
            <pc:sldMk cId="3003747652" sldId="432"/>
            <ac:picMk id="13" creationId="{040DE6B4-6890-4B09-82D5-B675EAB89898}"/>
          </ac:picMkLst>
        </pc:picChg>
        <pc:picChg chg="add mod">
          <ac:chgData name="Alexandre Quach" userId="7bb690c8a6e028e4" providerId="LiveId" clId="{3AE927BA-8A36-4342-9B87-5602EFCB8F81}" dt="2022-03-03T11:47:12.688" v="2433" actId="1076"/>
          <ac:picMkLst>
            <pc:docMk/>
            <pc:sldMk cId="3003747652" sldId="432"/>
            <ac:picMk id="15" creationId="{9C352F83-DC2F-4753-9B09-DA293A177D6F}"/>
          </ac:picMkLst>
        </pc:picChg>
        <pc:picChg chg="add mod">
          <ac:chgData name="Alexandre Quach" userId="7bb690c8a6e028e4" providerId="LiveId" clId="{3AE927BA-8A36-4342-9B87-5602EFCB8F81}" dt="2022-03-03T11:51:10.702" v="2529" actId="1076"/>
          <ac:picMkLst>
            <pc:docMk/>
            <pc:sldMk cId="3003747652" sldId="432"/>
            <ac:picMk id="17" creationId="{5028BC4E-7305-4E6F-A7E0-AD8306BEE9C2}"/>
          </ac:picMkLst>
        </pc:picChg>
        <pc:picChg chg="add mod">
          <ac:chgData name="Alexandre Quach" userId="7bb690c8a6e028e4" providerId="LiveId" clId="{3AE927BA-8A36-4342-9B87-5602EFCB8F81}" dt="2022-03-03T11:47:35.319" v="2444" actId="1076"/>
          <ac:picMkLst>
            <pc:docMk/>
            <pc:sldMk cId="3003747652" sldId="432"/>
            <ac:picMk id="19" creationId="{3C673396-EAC5-45D8-BBB8-5AD344EFC984}"/>
          </ac:picMkLst>
        </pc:picChg>
        <pc:picChg chg="add mod">
          <ac:chgData name="Alexandre Quach" userId="7bb690c8a6e028e4" providerId="LiveId" clId="{3AE927BA-8A36-4342-9B87-5602EFCB8F81}" dt="2022-03-03T11:47:45.775" v="2449" actId="1076"/>
          <ac:picMkLst>
            <pc:docMk/>
            <pc:sldMk cId="3003747652" sldId="432"/>
            <ac:picMk id="21" creationId="{C19221C1-A493-4106-8F6E-FEC05F912ABB}"/>
          </ac:picMkLst>
        </pc:picChg>
        <pc:picChg chg="add mod">
          <ac:chgData name="Alexandre Quach" userId="7bb690c8a6e028e4" providerId="LiveId" clId="{3AE927BA-8A36-4342-9B87-5602EFCB8F81}" dt="2022-03-03T11:48:05.591" v="2457" actId="1076"/>
          <ac:picMkLst>
            <pc:docMk/>
            <pc:sldMk cId="3003747652" sldId="432"/>
            <ac:picMk id="23" creationId="{354C5AF3-2BAA-4616-8745-C42B73E402B5}"/>
          </ac:picMkLst>
        </pc:picChg>
        <pc:picChg chg="add mod">
          <ac:chgData name="Alexandre Quach" userId="7bb690c8a6e028e4" providerId="LiveId" clId="{3AE927BA-8A36-4342-9B87-5602EFCB8F81}" dt="2022-03-03T11:48:22.048" v="2462" actId="1076"/>
          <ac:picMkLst>
            <pc:docMk/>
            <pc:sldMk cId="3003747652" sldId="432"/>
            <ac:picMk id="25" creationId="{0D960D1A-302D-4082-A58E-2EEA57506964}"/>
          </ac:picMkLst>
        </pc:picChg>
        <pc:picChg chg="add mod">
          <ac:chgData name="Alexandre Quach" userId="7bb690c8a6e028e4" providerId="LiveId" clId="{3AE927BA-8A36-4342-9B87-5602EFCB8F81}" dt="2022-03-03T11:48:56.617" v="2468" actId="14100"/>
          <ac:picMkLst>
            <pc:docMk/>
            <pc:sldMk cId="3003747652" sldId="432"/>
            <ac:picMk id="27" creationId="{D346F055-EDAD-4A99-852F-48EF36ACB00A}"/>
          </ac:picMkLst>
        </pc:picChg>
        <pc:picChg chg="add mod">
          <ac:chgData name="Alexandre Quach" userId="7bb690c8a6e028e4" providerId="LiveId" clId="{3AE927BA-8A36-4342-9B87-5602EFCB8F81}" dt="2022-03-03T11:49:53.819" v="2525" actId="14100"/>
          <ac:picMkLst>
            <pc:docMk/>
            <pc:sldMk cId="3003747652" sldId="432"/>
            <ac:picMk id="29" creationId="{4005DBD6-F1E6-40E6-9FB3-AC53F9B50BDE}"/>
          </ac:picMkLst>
        </pc:picChg>
        <pc:picChg chg="add mod">
          <ac:chgData name="Alexandre Quach" userId="7bb690c8a6e028e4" providerId="LiveId" clId="{3AE927BA-8A36-4342-9B87-5602EFCB8F81}" dt="2022-03-03T11:51:13.903" v="2530" actId="14100"/>
          <ac:picMkLst>
            <pc:docMk/>
            <pc:sldMk cId="3003747652" sldId="432"/>
            <ac:picMk id="31" creationId="{8F282615-DDBD-45B7-94D0-E878ACE48ACA}"/>
          </ac:picMkLst>
        </pc:picChg>
        <pc:picChg chg="add mod">
          <ac:chgData name="Alexandre Quach" userId="7bb690c8a6e028e4" providerId="LiveId" clId="{3AE927BA-8A36-4342-9B87-5602EFCB8F81}" dt="2022-03-03T11:51:31.438" v="2536" actId="14100"/>
          <ac:picMkLst>
            <pc:docMk/>
            <pc:sldMk cId="3003747652" sldId="432"/>
            <ac:picMk id="33" creationId="{449A495E-D600-43FE-A9A1-A05260222826}"/>
          </ac:picMkLst>
        </pc:picChg>
        <pc:picChg chg="add mod">
          <ac:chgData name="Alexandre Quach" userId="7bb690c8a6e028e4" providerId="LiveId" clId="{3AE927BA-8A36-4342-9B87-5602EFCB8F81}" dt="2022-03-03T12:26:19.204" v="2546" actId="14100"/>
          <ac:picMkLst>
            <pc:docMk/>
            <pc:sldMk cId="3003747652" sldId="432"/>
            <ac:picMk id="35" creationId="{180826D2-5F28-431B-9CAE-54A4C23AAF6B}"/>
          </ac:picMkLst>
        </pc:picChg>
      </pc:sldChg>
      <pc:sldChg chg="addSp delSp modSp new mod chgLayout">
        <pc:chgData name="Alexandre Quach" userId="7bb690c8a6e028e4" providerId="LiveId" clId="{3AE927BA-8A36-4342-9B87-5602EFCB8F81}" dt="2022-03-03T12:34:46.548" v="3223" actId="20577"/>
        <pc:sldMkLst>
          <pc:docMk/>
          <pc:sldMk cId="734514940" sldId="433"/>
        </pc:sldMkLst>
        <pc:spChg chg="mod ord">
          <ac:chgData name="Alexandre Quach" userId="7bb690c8a6e028e4" providerId="LiveId" clId="{3AE927BA-8A36-4342-9B87-5602EFCB8F81}" dt="2022-03-03T12:26:56.335" v="2600" actId="700"/>
          <ac:spMkLst>
            <pc:docMk/>
            <pc:sldMk cId="734514940" sldId="433"/>
            <ac:spMk id="2" creationId="{4DA322A7-B9FB-4411-9E71-24DE77CF2DA0}"/>
          </ac:spMkLst>
        </pc:spChg>
        <pc:spChg chg="del">
          <ac:chgData name="Alexandre Quach" userId="7bb690c8a6e028e4" providerId="LiveId" clId="{3AE927BA-8A36-4342-9B87-5602EFCB8F81}" dt="2022-03-03T12:26:41.295" v="2591"/>
          <ac:spMkLst>
            <pc:docMk/>
            <pc:sldMk cId="734514940" sldId="433"/>
            <ac:spMk id="3" creationId="{B4C9B296-2455-4024-8BBE-0AB637D4E81C}"/>
          </ac:spMkLst>
        </pc:spChg>
        <pc:spChg chg="add mod">
          <ac:chgData name="Alexandre Quach" userId="7bb690c8a6e028e4" providerId="LiveId" clId="{3AE927BA-8A36-4342-9B87-5602EFCB8F81}" dt="2022-03-03T12:34:46.548" v="3223" actId="20577"/>
          <ac:spMkLst>
            <pc:docMk/>
            <pc:sldMk cId="734514940" sldId="433"/>
            <ac:spMk id="6" creationId="{FAE94B86-3EF6-4045-9367-9D9B3A384765}"/>
          </ac:spMkLst>
        </pc:spChg>
        <pc:picChg chg="add mod ord">
          <ac:chgData name="Alexandre Quach" userId="7bb690c8a6e028e4" providerId="LiveId" clId="{3AE927BA-8A36-4342-9B87-5602EFCB8F81}" dt="2022-03-03T12:26:56.335" v="2600" actId="700"/>
          <ac:picMkLst>
            <pc:docMk/>
            <pc:sldMk cId="734514940" sldId="433"/>
            <ac:picMk id="5" creationId="{E191C9AB-4E81-406F-AC39-B995078737D3}"/>
          </ac:picMkLst>
        </pc:picChg>
      </pc:sldChg>
      <pc:sldChg chg="addSp delSp modSp new del mod">
        <pc:chgData name="Alexandre Quach" userId="7bb690c8a6e028e4" providerId="LiveId" clId="{3AE927BA-8A36-4342-9B87-5602EFCB8F81}" dt="2022-03-03T11:44:35.979" v="2198" actId="47"/>
        <pc:sldMkLst>
          <pc:docMk/>
          <pc:sldMk cId="1337761168" sldId="433"/>
        </pc:sldMkLst>
        <pc:spChg chg="del">
          <ac:chgData name="Alexandre Quach" userId="7bb690c8a6e028e4" providerId="LiveId" clId="{3AE927BA-8A36-4342-9B87-5602EFCB8F81}" dt="2022-03-03T11:37:39.850" v="2079" actId="478"/>
          <ac:spMkLst>
            <pc:docMk/>
            <pc:sldMk cId="1337761168" sldId="433"/>
            <ac:spMk id="2" creationId="{70B1DBE9-2336-4400-8498-39313D65F2C7}"/>
          </ac:spMkLst>
        </pc:spChg>
        <pc:spChg chg="del">
          <ac:chgData name="Alexandre Quach" userId="7bb690c8a6e028e4" providerId="LiveId" clId="{3AE927BA-8A36-4342-9B87-5602EFCB8F81}" dt="2022-03-03T11:37:39.850" v="2079" actId="478"/>
          <ac:spMkLst>
            <pc:docMk/>
            <pc:sldMk cId="1337761168" sldId="433"/>
            <ac:spMk id="3" creationId="{05A536C9-DF16-4636-A5CD-6A11760E4361}"/>
          </ac:spMkLst>
        </pc:sp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5" creationId="{C2FFDBB1-ACE2-4949-A846-B16BFA600FE8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7" creationId="{764E0068-B67F-4806-8FF1-23AE4B5DB70B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9" creationId="{E64853B1-7482-4982-81B2-70F332E78AC3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11" creationId="{DAAA5FE7-BF83-4BF4-BB16-D0E146A040C8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13" creationId="{36A16ADA-BE63-49F5-9A94-773A6F9565FF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15" creationId="{EEA7F065-DC21-4694-8F20-AB7C2FA1A9B1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17" creationId="{3A878B7F-2F94-46EC-8AA0-A1E9FF340BC0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19" creationId="{DB60480D-5EFB-4F46-A826-2554868C614A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21" creationId="{C46B385D-68F3-4C01-9330-84D8D5D6D2DF}"/>
          </ac:picMkLst>
        </pc:picChg>
        <pc:picChg chg="add del mod">
          <ac:chgData name="Alexandre Quach" userId="7bb690c8a6e028e4" providerId="LiveId" clId="{3AE927BA-8A36-4342-9B87-5602EFCB8F81}" dt="2022-03-03T11:37:59.302" v="2098" actId="21"/>
          <ac:picMkLst>
            <pc:docMk/>
            <pc:sldMk cId="1337761168" sldId="433"/>
            <ac:picMk id="23" creationId="{832EF5D5-D4EB-4F37-BEBF-6B4870CD18CF}"/>
          </ac:picMkLst>
        </pc:picChg>
        <pc:picChg chg="add mod">
          <ac:chgData name="Alexandre Quach" userId="7bb690c8a6e028e4" providerId="LiveId" clId="{3AE927BA-8A36-4342-9B87-5602EFCB8F81}" dt="2022-03-03T11:38:21.912" v="2107" actId="1076"/>
          <ac:picMkLst>
            <pc:docMk/>
            <pc:sldMk cId="1337761168" sldId="433"/>
            <ac:picMk id="24" creationId="{C2169254-E670-4BDD-B5A8-F7393E1667B6}"/>
          </ac:picMkLst>
        </pc:picChg>
        <pc:picChg chg="add mod">
          <ac:chgData name="Alexandre Quach" userId="7bb690c8a6e028e4" providerId="LiveId" clId="{3AE927BA-8A36-4342-9B87-5602EFCB8F81}" dt="2022-03-03T11:38:21.912" v="2107" actId="1076"/>
          <ac:picMkLst>
            <pc:docMk/>
            <pc:sldMk cId="1337761168" sldId="433"/>
            <ac:picMk id="25" creationId="{066A235B-AF44-4918-8295-AA323D5FB149}"/>
          </ac:picMkLst>
        </pc:picChg>
        <pc:picChg chg="add mod">
          <ac:chgData name="Alexandre Quach" userId="7bb690c8a6e028e4" providerId="LiveId" clId="{3AE927BA-8A36-4342-9B87-5602EFCB8F81}" dt="2022-03-03T11:38:31.619" v="2111" actId="1076"/>
          <ac:picMkLst>
            <pc:docMk/>
            <pc:sldMk cId="1337761168" sldId="433"/>
            <ac:picMk id="26" creationId="{81E8145B-A617-4322-9BE5-33D7602C49C6}"/>
          </ac:picMkLst>
        </pc:picChg>
        <pc:picChg chg="add mod">
          <ac:chgData name="Alexandre Quach" userId="7bb690c8a6e028e4" providerId="LiveId" clId="{3AE927BA-8A36-4342-9B87-5602EFCB8F81}" dt="2022-03-03T11:38:49.469" v="2117" actId="408"/>
          <ac:picMkLst>
            <pc:docMk/>
            <pc:sldMk cId="1337761168" sldId="433"/>
            <ac:picMk id="27" creationId="{A4AAC852-5349-4A40-B772-90A71AEC4650}"/>
          </ac:picMkLst>
        </pc:picChg>
        <pc:picChg chg="add mod">
          <ac:chgData name="Alexandre Quach" userId="7bb690c8a6e028e4" providerId="LiveId" clId="{3AE927BA-8A36-4342-9B87-5602EFCB8F81}" dt="2022-03-03T11:38:49.469" v="2117" actId="408"/>
          <ac:picMkLst>
            <pc:docMk/>
            <pc:sldMk cId="1337761168" sldId="433"/>
            <ac:picMk id="28" creationId="{1B80A3DF-0817-4265-AFAE-A35C55AE08F0}"/>
          </ac:picMkLst>
        </pc:picChg>
        <pc:picChg chg="add mod">
          <ac:chgData name="Alexandre Quach" userId="7bb690c8a6e028e4" providerId="LiveId" clId="{3AE927BA-8A36-4342-9B87-5602EFCB8F81}" dt="2022-03-03T11:38:49.469" v="2117" actId="408"/>
          <ac:picMkLst>
            <pc:docMk/>
            <pc:sldMk cId="1337761168" sldId="433"/>
            <ac:picMk id="29" creationId="{82659448-A693-4582-B8CA-9848F7136D27}"/>
          </ac:picMkLst>
        </pc:picChg>
        <pc:picChg chg="add mod">
          <ac:chgData name="Alexandre Quach" userId="7bb690c8a6e028e4" providerId="LiveId" clId="{3AE927BA-8A36-4342-9B87-5602EFCB8F81}" dt="2022-03-03T11:38:45.861" v="2116" actId="408"/>
          <ac:picMkLst>
            <pc:docMk/>
            <pc:sldMk cId="1337761168" sldId="433"/>
            <ac:picMk id="30" creationId="{0C8CC596-7983-4C48-86AC-25EE9AC911D9}"/>
          </ac:picMkLst>
        </pc:picChg>
        <pc:picChg chg="add mod">
          <ac:chgData name="Alexandre Quach" userId="7bb690c8a6e028e4" providerId="LiveId" clId="{3AE927BA-8A36-4342-9B87-5602EFCB8F81}" dt="2022-03-03T11:38:45.861" v="2116" actId="408"/>
          <ac:picMkLst>
            <pc:docMk/>
            <pc:sldMk cId="1337761168" sldId="433"/>
            <ac:picMk id="31" creationId="{D756FE07-D06D-4274-9420-C8D79BE26136}"/>
          </ac:picMkLst>
        </pc:picChg>
        <pc:picChg chg="add mod">
          <ac:chgData name="Alexandre Quach" userId="7bb690c8a6e028e4" providerId="LiveId" clId="{3AE927BA-8A36-4342-9B87-5602EFCB8F81}" dt="2022-03-03T11:38:45.861" v="2116" actId="408"/>
          <ac:picMkLst>
            <pc:docMk/>
            <pc:sldMk cId="1337761168" sldId="433"/>
            <ac:picMk id="32" creationId="{123E7FD3-5DA2-4504-AAE2-D35C70473C69}"/>
          </ac:picMkLst>
        </pc:picChg>
        <pc:picChg chg="add mod">
          <ac:chgData name="Alexandre Quach" userId="7bb690c8a6e028e4" providerId="LiveId" clId="{3AE927BA-8A36-4342-9B87-5602EFCB8F81}" dt="2022-03-03T11:38:37.792" v="2112" actId="1076"/>
          <ac:picMkLst>
            <pc:docMk/>
            <pc:sldMk cId="1337761168" sldId="433"/>
            <ac:picMk id="33" creationId="{5A3F6AAF-6C7E-4CEB-9FA5-4E2C2E939254}"/>
          </ac:picMkLst>
        </pc:picChg>
      </pc:sldChg>
      <pc:sldChg chg="addSp delSp modSp add mod ord">
        <pc:chgData name="Alexandre Quach" userId="7bb690c8a6e028e4" providerId="LiveId" clId="{3AE927BA-8A36-4342-9B87-5602EFCB8F81}" dt="2022-03-03T12:58:16.041" v="3233"/>
        <pc:sldMkLst>
          <pc:docMk/>
          <pc:sldMk cId="1181684645" sldId="434"/>
        </pc:sldMkLst>
        <pc:spChg chg="mod">
          <ac:chgData name="Alexandre Quach" userId="7bb690c8a6e028e4" providerId="LiveId" clId="{3AE927BA-8A36-4342-9B87-5602EFCB8F81}" dt="2022-03-03T12:28:11.389" v="2821" actId="20577"/>
          <ac:spMkLst>
            <pc:docMk/>
            <pc:sldMk cId="1181684645" sldId="434"/>
            <ac:spMk id="2" creationId="{4DA322A7-B9FB-4411-9E71-24DE77CF2DA0}"/>
          </ac:spMkLst>
        </pc:spChg>
        <pc:spChg chg="add del mod">
          <ac:chgData name="Alexandre Quach" userId="7bb690c8a6e028e4" providerId="LiveId" clId="{3AE927BA-8A36-4342-9B87-5602EFCB8F81}" dt="2022-03-03T12:28:14.939" v="2823" actId="478"/>
          <ac:spMkLst>
            <pc:docMk/>
            <pc:sldMk cId="1181684645" sldId="434"/>
            <ac:spMk id="4" creationId="{129A6223-6E5F-4AB2-A91F-EEBE6B29C1D4}"/>
          </ac:spMkLst>
        </pc:spChg>
        <pc:spChg chg="mod">
          <ac:chgData name="Alexandre Quach" userId="7bb690c8a6e028e4" providerId="LiveId" clId="{3AE927BA-8A36-4342-9B87-5602EFCB8F81}" dt="2022-03-03T12:34:55.291" v="3231" actId="20577"/>
          <ac:spMkLst>
            <pc:docMk/>
            <pc:sldMk cId="1181684645" sldId="434"/>
            <ac:spMk id="6" creationId="{FAE94B86-3EF6-4045-9367-9D9B3A384765}"/>
          </ac:spMkLst>
        </pc:spChg>
        <pc:picChg chg="del">
          <ac:chgData name="Alexandre Quach" userId="7bb690c8a6e028e4" providerId="LiveId" clId="{3AE927BA-8A36-4342-9B87-5602EFCB8F81}" dt="2022-03-03T12:28:12.752" v="2822" actId="478"/>
          <ac:picMkLst>
            <pc:docMk/>
            <pc:sldMk cId="1181684645" sldId="434"/>
            <ac:picMk id="5" creationId="{E191C9AB-4E81-406F-AC39-B995078737D3}"/>
          </ac:picMkLst>
        </pc:picChg>
        <pc:picChg chg="add mod">
          <ac:chgData name="Alexandre Quach" userId="7bb690c8a6e028e4" providerId="LiveId" clId="{3AE927BA-8A36-4342-9B87-5602EFCB8F81}" dt="2022-03-03T12:28:28.037" v="2829" actId="1076"/>
          <ac:picMkLst>
            <pc:docMk/>
            <pc:sldMk cId="1181684645" sldId="434"/>
            <ac:picMk id="8" creationId="{C3213751-570A-4B75-AD23-F42DE17CD9E6}"/>
          </ac:picMkLst>
        </pc:picChg>
      </pc:sldChg>
      <pc:sldChg chg="addSp delSp modSp add del mod">
        <pc:chgData name="Alexandre Quach" userId="7bb690c8a6e028e4" providerId="LiveId" clId="{3AE927BA-8A36-4342-9B87-5602EFCB8F81}" dt="2022-03-03T11:44:35.979" v="2198" actId="47"/>
        <pc:sldMkLst>
          <pc:docMk/>
          <pc:sldMk cId="3103418946" sldId="434"/>
        </pc:sldMkLst>
        <pc:picChg chg="add mod ord">
          <ac:chgData name="Alexandre Quach" userId="7bb690c8a6e028e4" providerId="LiveId" clId="{3AE927BA-8A36-4342-9B87-5602EFCB8F81}" dt="2022-03-03T11:39:07.499" v="2125" actId="167"/>
          <ac:picMkLst>
            <pc:docMk/>
            <pc:sldMk cId="3103418946" sldId="434"/>
            <ac:picMk id="3" creationId="{AEF34C72-3D74-4F51-AC8F-DEAC7B2BBDE6}"/>
          </ac:picMkLst>
        </pc:picChg>
        <pc:picChg chg="del">
          <ac:chgData name="Alexandre Quach" userId="7bb690c8a6e028e4" providerId="LiveId" clId="{3AE927BA-8A36-4342-9B87-5602EFCB8F81}" dt="2022-03-03T11:39:08.336" v="2126" actId="478"/>
          <ac:picMkLst>
            <pc:docMk/>
            <pc:sldMk cId="3103418946" sldId="434"/>
            <ac:picMk id="24" creationId="{C2169254-E670-4BDD-B5A8-F7393E1667B6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25" creationId="{066A235B-AF44-4918-8295-AA323D5FB149}"/>
          </ac:picMkLst>
        </pc:picChg>
        <pc:picChg chg="del">
          <ac:chgData name="Alexandre Quach" userId="7bb690c8a6e028e4" providerId="LiveId" clId="{3AE927BA-8A36-4342-9B87-5602EFCB8F81}" dt="2022-03-03T11:38:56.169" v="2120" actId="478"/>
          <ac:picMkLst>
            <pc:docMk/>
            <pc:sldMk cId="3103418946" sldId="434"/>
            <ac:picMk id="26" creationId="{81E8145B-A617-4322-9BE5-33D7602C49C6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27" creationId="{A4AAC852-5349-4A40-B772-90A71AEC4650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28" creationId="{1B80A3DF-0817-4265-AFAE-A35C55AE08F0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29" creationId="{82659448-A693-4582-B8CA-9848F7136D27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30" creationId="{0C8CC596-7983-4C48-86AC-25EE9AC911D9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31" creationId="{D756FE07-D06D-4274-9420-C8D79BE26136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32" creationId="{123E7FD3-5DA2-4504-AAE2-D35C70473C69}"/>
          </ac:picMkLst>
        </pc:picChg>
        <pc:picChg chg="del">
          <ac:chgData name="Alexandre Quach" userId="7bb690c8a6e028e4" providerId="LiveId" clId="{3AE927BA-8A36-4342-9B87-5602EFCB8F81}" dt="2022-03-03T11:38:55.754" v="2119" actId="478"/>
          <ac:picMkLst>
            <pc:docMk/>
            <pc:sldMk cId="3103418946" sldId="434"/>
            <ac:picMk id="33" creationId="{5A3F6AAF-6C7E-4CEB-9FA5-4E2C2E939254}"/>
          </ac:picMkLst>
        </pc:picChg>
      </pc:sldChg>
      <pc:sldChg chg="addSp delSp modSp new del mod">
        <pc:chgData name="Alexandre Quach" userId="7bb690c8a6e028e4" providerId="LiveId" clId="{3AE927BA-8A36-4342-9B87-5602EFCB8F81}" dt="2022-03-03T11:44:11.329" v="2167" actId="47"/>
        <pc:sldMkLst>
          <pc:docMk/>
          <pc:sldMk cId="698801822" sldId="435"/>
        </pc:sldMkLst>
        <pc:spChg chg="del">
          <ac:chgData name="Alexandre Quach" userId="7bb690c8a6e028e4" providerId="LiveId" clId="{3AE927BA-8A36-4342-9B87-5602EFCB8F81}" dt="2022-03-03T11:39:29.802" v="2129" actId="478"/>
          <ac:spMkLst>
            <pc:docMk/>
            <pc:sldMk cId="698801822" sldId="435"/>
            <ac:spMk id="2" creationId="{09A7B6F3-EC06-41C7-9092-C0A465C204C8}"/>
          </ac:spMkLst>
        </pc:spChg>
        <pc:spChg chg="del">
          <ac:chgData name="Alexandre Quach" userId="7bb690c8a6e028e4" providerId="LiveId" clId="{3AE927BA-8A36-4342-9B87-5602EFCB8F81}" dt="2022-03-03T11:39:29.802" v="2129" actId="478"/>
          <ac:spMkLst>
            <pc:docMk/>
            <pc:sldMk cId="698801822" sldId="435"/>
            <ac:spMk id="3" creationId="{4F13EF29-9B48-49DD-BA48-818E3CC5517F}"/>
          </ac:spMkLst>
        </pc:spChg>
        <pc:picChg chg="add mod">
          <ac:chgData name="Alexandre Quach" userId="7bb690c8a6e028e4" providerId="LiveId" clId="{3AE927BA-8A36-4342-9B87-5602EFCB8F81}" dt="2022-03-03T11:39:35.659" v="2130"/>
          <ac:picMkLst>
            <pc:docMk/>
            <pc:sldMk cId="698801822" sldId="435"/>
            <ac:picMk id="4" creationId="{DAC82153-2848-4807-B17C-28BAD20561D9}"/>
          </ac:picMkLst>
        </pc:picChg>
        <pc:picChg chg="add mod">
          <ac:chgData name="Alexandre Quach" userId="7bb690c8a6e028e4" providerId="LiveId" clId="{3AE927BA-8A36-4342-9B87-5602EFCB8F81}" dt="2022-03-03T11:39:35.659" v="2130"/>
          <ac:picMkLst>
            <pc:docMk/>
            <pc:sldMk cId="698801822" sldId="435"/>
            <ac:picMk id="5" creationId="{2AF4C5B8-473C-4CBD-93DA-FC7E4ABFA71C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6" creationId="{B5DA5AD1-E60B-47B9-8975-28F9116FA9DF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7" creationId="{AB9CF81F-92EC-435C-A566-292C71AB9E24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8" creationId="{8C26C8F2-1C85-41A2-9AFE-A94E9C0F9231}"/>
          </ac:picMkLst>
        </pc:picChg>
        <pc:picChg chg="add mod">
          <ac:chgData name="Alexandre Quach" userId="7bb690c8a6e028e4" providerId="LiveId" clId="{3AE927BA-8A36-4342-9B87-5602EFCB8F81}" dt="2022-03-03T11:39:35.659" v="2130"/>
          <ac:picMkLst>
            <pc:docMk/>
            <pc:sldMk cId="698801822" sldId="435"/>
            <ac:picMk id="9" creationId="{2663D728-5281-4D89-8CC9-7BA1A17B6B6B}"/>
          </ac:picMkLst>
        </pc:picChg>
        <pc:picChg chg="add mod">
          <ac:chgData name="Alexandre Quach" userId="7bb690c8a6e028e4" providerId="LiveId" clId="{3AE927BA-8A36-4342-9B87-5602EFCB8F81}" dt="2022-03-03T11:39:35.659" v="2130"/>
          <ac:picMkLst>
            <pc:docMk/>
            <pc:sldMk cId="698801822" sldId="435"/>
            <ac:picMk id="10" creationId="{EA5BC9CC-5629-47B7-8B78-6F76980F3462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11" creationId="{269CB01B-8072-41C8-8FD0-197D0968E4B0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12" creationId="{9AD99E75-1A3C-488F-B259-B0F9AA296099}"/>
          </ac:picMkLst>
        </pc:picChg>
        <pc:picChg chg="add del mod">
          <ac:chgData name="Alexandre Quach" userId="7bb690c8a6e028e4" providerId="LiveId" clId="{3AE927BA-8A36-4342-9B87-5602EFCB8F81}" dt="2022-03-03T11:40:20.646" v="2150" actId="478"/>
          <ac:picMkLst>
            <pc:docMk/>
            <pc:sldMk cId="698801822" sldId="435"/>
            <ac:picMk id="13" creationId="{1B1FBB72-FED1-425C-BF88-198BF3ECAA3E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15" creationId="{A3345B17-F188-4AE9-9ABD-234B343193E3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17" creationId="{C6DF0251-67EF-4A48-A0DD-A37929141BBD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19" creationId="{9050099C-6628-42CC-AFB4-846D3919846E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21" creationId="{3E773F29-090E-4870-933D-DF28662BBD00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23" creationId="{DC5B12D1-CD70-46A3-A6E8-AF23EC40C1E1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25" creationId="{C4D6B982-52B0-42CE-953D-E317866840BB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27" creationId="{41339DDF-398C-41FD-8DD9-0D202D8FD48C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29" creationId="{E1E17EFB-55F6-4C43-9DDD-C22FDA30DF1D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31" creationId="{25ABAA0A-BC46-4EF4-80DE-0C5A593B5BAC}"/>
          </ac:picMkLst>
        </pc:picChg>
        <pc:picChg chg="add del mod">
          <ac:chgData name="Alexandre Quach" userId="7bb690c8a6e028e4" providerId="LiveId" clId="{3AE927BA-8A36-4342-9B87-5602EFCB8F81}" dt="2022-03-03T11:40:15.535" v="2149"/>
          <ac:picMkLst>
            <pc:docMk/>
            <pc:sldMk cId="698801822" sldId="435"/>
            <ac:picMk id="33" creationId="{6EEE666F-F3C2-44ED-AA31-EBF522C2C932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35" creationId="{A2ED78EC-9344-482D-AAC8-D792F1E33AE6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37" creationId="{88C85D20-57C6-41AF-BF00-8C0AD391DFAA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39" creationId="{DE8B1E2E-6F27-4F26-8B6E-D90F23DC8BD3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41" creationId="{1ECFC4C1-4FE9-43E5-9B86-110DF8D0FE79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43" creationId="{400AD59F-BB97-4C9F-8C0C-60802DF6E546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45" creationId="{A3E34E9E-B6F6-4F9F-BBE4-3191657EC331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47" creationId="{1C1BCE1D-B520-4210-A1CA-CAE5193B3809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49" creationId="{82E9A8FC-A25C-4E6F-A5B7-2F41FB6E046E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51" creationId="{660CB25D-D745-42F0-A226-934548A8DD90}"/>
          </ac:picMkLst>
        </pc:picChg>
        <pc:picChg chg="add mod">
          <ac:chgData name="Alexandre Quach" userId="7bb690c8a6e028e4" providerId="LiveId" clId="{3AE927BA-8A36-4342-9B87-5602EFCB8F81}" dt="2022-03-03T11:40:29.651" v="2166" actId="14100"/>
          <ac:picMkLst>
            <pc:docMk/>
            <pc:sldMk cId="698801822" sldId="435"/>
            <ac:picMk id="53" creationId="{1D9EB3CC-9C75-43B3-ACBE-E0898885CB76}"/>
          </ac:picMkLst>
        </pc:picChg>
      </pc:sldChg>
      <pc:sldChg chg="modSp add mod">
        <pc:chgData name="Alexandre Quach" userId="7bb690c8a6e028e4" providerId="LiveId" clId="{3AE927BA-8A36-4342-9B87-5602EFCB8F81}" dt="2022-03-03T12:29:02.411" v="2858" actId="20577"/>
        <pc:sldMkLst>
          <pc:docMk/>
          <pc:sldMk cId="1784972207" sldId="435"/>
        </pc:sldMkLst>
        <pc:spChg chg="mod">
          <ac:chgData name="Alexandre Quach" userId="7bb690c8a6e028e4" providerId="LiveId" clId="{3AE927BA-8A36-4342-9B87-5602EFCB8F81}" dt="2022-03-03T12:29:02.411" v="2858" actId="20577"/>
          <ac:spMkLst>
            <pc:docMk/>
            <pc:sldMk cId="1784972207" sldId="435"/>
            <ac:spMk id="2" creationId="{CC13C23D-6DB5-4340-A22A-F067133EBEFA}"/>
          </ac:spMkLst>
        </pc:spChg>
      </pc:sldChg>
      <pc:sldChg chg="addSp modSp new mod">
        <pc:chgData name="Alexandre Quach" userId="7bb690c8a6e028e4" providerId="LiveId" clId="{3AE927BA-8A36-4342-9B87-5602EFCB8F81}" dt="2022-03-03T12:30:32.107" v="3059" actId="20577"/>
        <pc:sldMkLst>
          <pc:docMk/>
          <pc:sldMk cId="838225345" sldId="436"/>
        </pc:sldMkLst>
        <pc:spChg chg="mod">
          <ac:chgData name="Alexandre Quach" userId="7bb690c8a6e028e4" providerId="LiveId" clId="{3AE927BA-8A36-4342-9B87-5602EFCB8F81}" dt="2022-03-03T12:29:10.805" v="2877" actId="20577"/>
          <ac:spMkLst>
            <pc:docMk/>
            <pc:sldMk cId="838225345" sldId="436"/>
            <ac:spMk id="2" creationId="{00429327-2381-442F-9225-CE5E22F688CC}"/>
          </ac:spMkLst>
        </pc:spChg>
        <pc:spChg chg="mod">
          <ac:chgData name="Alexandre Quach" userId="7bb690c8a6e028e4" providerId="LiveId" clId="{3AE927BA-8A36-4342-9B87-5602EFCB8F81}" dt="2022-03-03T12:30:32.107" v="3059" actId="20577"/>
          <ac:spMkLst>
            <pc:docMk/>
            <pc:sldMk cId="838225345" sldId="436"/>
            <ac:spMk id="3" creationId="{9511BDC9-C027-471F-B269-6587FD84B4E7}"/>
          </ac:spMkLst>
        </pc:spChg>
        <pc:picChg chg="add mod">
          <ac:chgData name="Alexandre Quach" userId="7bb690c8a6e028e4" providerId="LiveId" clId="{3AE927BA-8A36-4342-9B87-5602EFCB8F81}" dt="2022-03-03T12:30:06.877" v="2966" actId="1076"/>
          <ac:picMkLst>
            <pc:docMk/>
            <pc:sldMk cId="838225345" sldId="436"/>
            <ac:picMk id="5" creationId="{1B5680B8-9C53-4345-89FC-C4D0C76574B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DC682-A0FA-4050-8373-3D0B6B41B593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1247-AF34-4F93-ACB2-EAAC5B47D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1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63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443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1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91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961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854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80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229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7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229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241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13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6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60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816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5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883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01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85310-3C18-492D-A7A8-CC91C275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D25BEB-22F5-4A93-BA87-2B343EB2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0E8B8-2550-49F0-BC3A-2E9212F4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B22F5-7CE5-418E-BA73-7D740CD7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8BF29-CC9C-42AE-8CE7-BDEAD7D7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45003-365C-485F-BF7C-4D3DB52C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F019E-C250-4721-A2DD-B0BC0B0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8356EF-D241-4C79-9805-7BBBA693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A3F2E1-6410-450F-A2F1-20A06E3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58F88-CC4C-44D1-8A3D-708CD81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F6612-ED10-435C-9F69-798332FB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95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998D-00F1-43B6-A0CC-3F259159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72D67-0BE8-40AF-A5EB-8C9EC67A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4C9918-64C1-4C20-8DC2-068DB8B1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EC0D-F0AB-4959-92E6-E708FD97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6FDF8-5496-4A36-8B6D-DAEB854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2FEF2-9FF5-4D55-B5D5-65C4ED3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A7C6-049A-4700-95E5-79A2884B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723CF-0BEA-407F-B1FB-13CCEFE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1E08F6-C285-46DA-9C04-A9964B35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6465F0-C6B8-466D-9229-5FE9A60A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C7CCEE-23DA-484E-B06E-8F59DEB4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ADD7D6-40D2-404E-9827-38A49F4D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4C597-FE12-4177-B73A-2E0477E1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E31893-7592-4F7C-B754-E02850F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3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60D01-16EA-42AC-A2F8-D4A8EBE8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E87F8B-F0DD-4B62-8BB3-1B2A6690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A5997-972B-4E19-B70C-167B6EE6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7C1DE-0436-4509-8C57-39C1E2FD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59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8BF9B8-C33F-455E-9D2E-E9133AF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A78FEB-C0D0-467D-94FE-A6F44C9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FEB0A-B50E-45FC-A24C-D14D5C95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3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3E685-751E-429E-8B10-DF14A672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45ACF-D6C9-42C2-B41A-DA9D0C21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8E6850-4938-476B-8DD5-2A355B8D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05D50-6C65-4188-A94C-B764F1FF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966F-8E2C-48A7-A6B6-AC046E0C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31A66-2C00-462D-8DF2-AA24051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1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E27D2-0953-455D-BC92-219F2619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9E603D-DC5A-4E30-A56B-2FB234D5E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31F3DE-195F-4A79-8ECE-9CBDADF5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DD4A6-48C4-4B9C-9143-3A3BFA6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C4B816-33FB-4FDE-9AF2-FD91B87F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BADCF-7AC6-46F6-BAC8-F7C9840E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28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A756C-D9A0-4999-A8F0-2EBF8278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22066-4595-4332-9DCD-73EC2894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6B61B-E570-467C-9304-E4798B7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5D1A7-CDBF-4979-8E1C-84D5E8EF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48957-746B-40ED-8ABA-E0201B12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6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C13EF-18EF-4672-A8FF-D5432E62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4C6866-383E-4101-8F39-0B78CFD9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1EC447-C55E-4FE3-AD43-3BEA82AA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AC999-7ADC-444F-843C-C059B4B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E9F14-4E0C-4E96-8DD7-EAF9BD7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39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B21E6-212A-425C-89EA-040DE14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2EEFE4-89B8-4AF1-BA3D-A59A97C1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D8632-AF3B-4F7C-A2DA-A4F0278E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39E6-DD8C-4C85-9C7B-9357438C85CB}" type="datetimeFigureOut">
              <a:rPr lang="fr-FR" smtClean="0"/>
              <a:t>03/03/2022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719DEF-3A99-45A4-8595-267FAE0A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B13C-4CB2-4D44-B791-DE40B8A97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0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0.jpg"/><Relationship Id="rId3" Type="http://schemas.openxmlformats.org/officeDocument/2006/relationships/image" Target="../media/image9.jp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17" Type="http://schemas.openxmlformats.org/officeDocument/2006/relationships/image" Target="../media/image4.jpg"/><Relationship Id="rId2" Type="http://schemas.openxmlformats.org/officeDocument/2006/relationships/image" Target="../media/image8.jpg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5.jpg"/><Relationship Id="rId15" Type="http://schemas.openxmlformats.org/officeDocument/2006/relationships/image" Target="../media/image2.jpg"/><Relationship Id="rId10" Type="http://schemas.openxmlformats.org/officeDocument/2006/relationships/image" Target="../media/image15.jpg"/><Relationship Id="rId4" Type="http://schemas.openxmlformats.org/officeDocument/2006/relationships/image" Target="../media/image10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22.svg"/><Relationship Id="rId21" Type="http://schemas.openxmlformats.org/officeDocument/2006/relationships/image" Target="../media/image40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5" Type="http://schemas.openxmlformats.org/officeDocument/2006/relationships/image" Target="../media/image44.sv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24" Type="http://schemas.openxmlformats.org/officeDocument/2006/relationships/image" Target="../media/image43.pn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svg"/><Relationship Id="rId26" Type="http://schemas.openxmlformats.org/officeDocument/2006/relationships/image" Target="../media/image88.svg"/><Relationship Id="rId21" Type="http://schemas.openxmlformats.org/officeDocument/2006/relationships/image" Target="../media/image83.png"/><Relationship Id="rId34" Type="http://schemas.openxmlformats.org/officeDocument/2006/relationships/image" Target="../media/image96.sv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8.svg"/><Relationship Id="rId20" Type="http://schemas.openxmlformats.org/officeDocument/2006/relationships/image" Target="../media/image82.sv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24" Type="http://schemas.openxmlformats.org/officeDocument/2006/relationships/image" Target="../media/image86.svg"/><Relationship Id="rId32" Type="http://schemas.openxmlformats.org/officeDocument/2006/relationships/image" Target="../media/image94.svg"/><Relationship Id="rId37" Type="http://schemas.openxmlformats.org/officeDocument/2006/relationships/image" Target="../media/image99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svg"/><Relationship Id="rId36" Type="http://schemas.openxmlformats.org/officeDocument/2006/relationships/image" Target="../media/image98.svg"/><Relationship Id="rId10" Type="http://schemas.openxmlformats.org/officeDocument/2006/relationships/image" Target="../media/image72.sv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svg"/><Relationship Id="rId9" Type="http://schemas.openxmlformats.org/officeDocument/2006/relationships/image" Target="../media/image71.png"/><Relationship Id="rId14" Type="http://schemas.openxmlformats.org/officeDocument/2006/relationships/image" Target="../media/image76.svg"/><Relationship Id="rId22" Type="http://schemas.openxmlformats.org/officeDocument/2006/relationships/image" Target="../media/image84.svg"/><Relationship Id="rId27" Type="http://schemas.openxmlformats.org/officeDocument/2006/relationships/image" Target="../media/image89.png"/><Relationship Id="rId30" Type="http://schemas.openxmlformats.org/officeDocument/2006/relationships/image" Target="../media/image92.svg"/><Relationship Id="rId35" Type="http://schemas.openxmlformats.org/officeDocument/2006/relationships/image" Target="../media/image97.png"/><Relationship Id="rId8" Type="http://schemas.openxmlformats.org/officeDocument/2006/relationships/image" Target="../media/image70.svg"/><Relationship Id="rId3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6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png"/><Relationship Id="rId18" Type="http://schemas.openxmlformats.org/officeDocument/2006/relationships/image" Target="../media/image118.svg"/><Relationship Id="rId26" Type="http://schemas.openxmlformats.org/officeDocument/2006/relationships/image" Target="../media/image126.svg"/><Relationship Id="rId3" Type="http://schemas.openxmlformats.org/officeDocument/2006/relationships/image" Target="../media/image103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sv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6.svg"/><Relationship Id="rId20" Type="http://schemas.openxmlformats.org/officeDocument/2006/relationships/image" Target="../media/image120.sv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svg"/><Relationship Id="rId11" Type="http://schemas.openxmlformats.org/officeDocument/2006/relationships/image" Target="../media/image111.png"/><Relationship Id="rId24" Type="http://schemas.openxmlformats.org/officeDocument/2006/relationships/image" Target="../media/image124.sv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svg"/><Relationship Id="rId10" Type="http://schemas.openxmlformats.org/officeDocument/2006/relationships/image" Target="../media/image110.svg"/><Relationship Id="rId19" Type="http://schemas.openxmlformats.org/officeDocument/2006/relationships/image" Target="../media/image119.png"/><Relationship Id="rId4" Type="http://schemas.openxmlformats.org/officeDocument/2006/relationships/image" Target="../media/image104.svg"/><Relationship Id="rId9" Type="http://schemas.openxmlformats.org/officeDocument/2006/relationships/image" Target="../media/image109.png"/><Relationship Id="rId14" Type="http://schemas.openxmlformats.org/officeDocument/2006/relationships/image" Target="../media/image114.svg"/><Relationship Id="rId22" Type="http://schemas.openxmlformats.org/officeDocument/2006/relationships/image" Target="../media/image122.svg"/><Relationship Id="rId27" Type="http://schemas.openxmlformats.org/officeDocument/2006/relationships/image" Target="../media/image127.png"/><Relationship Id="rId30" Type="http://schemas.openxmlformats.org/officeDocument/2006/relationships/image" Target="../media/image13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3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3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3.png"/><Relationship Id="rId18" Type="http://schemas.openxmlformats.org/officeDocument/2006/relationships/image" Target="../media/image158.svg"/><Relationship Id="rId26" Type="http://schemas.openxmlformats.org/officeDocument/2006/relationships/image" Target="../media/image166.svg"/><Relationship Id="rId3" Type="http://schemas.openxmlformats.org/officeDocument/2006/relationships/image" Target="../media/image143.png"/><Relationship Id="rId21" Type="http://schemas.openxmlformats.org/officeDocument/2006/relationships/image" Target="../media/image161.png"/><Relationship Id="rId34" Type="http://schemas.openxmlformats.org/officeDocument/2006/relationships/image" Target="../media/image174.svg"/><Relationship Id="rId7" Type="http://schemas.openxmlformats.org/officeDocument/2006/relationships/image" Target="../media/image147.png"/><Relationship Id="rId12" Type="http://schemas.openxmlformats.org/officeDocument/2006/relationships/image" Target="../media/image152.sv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33" Type="http://schemas.openxmlformats.org/officeDocument/2006/relationships/image" Target="../media/image17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6.svg"/><Relationship Id="rId20" Type="http://schemas.openxmlformats.org/officeDocument/2006/relationships/image" Target="../media/image160.svg"/><Relationship Id="rId29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svg"/><Relationship Id="rId11" Type="http://schemas.openxmlformats.org/officeDocument/2006/relationships/image" Target="../media/image151.png"/><Relationship Id="rId24" Type="http://schemas.openxmlformats.org/officeDocument/2006/relationships/image" Target="../media/image164.svg"/><Relationship Id="rId32" Type="http://schemas.openxmlformats.org/officeDocument/2006/relationships/image" Target="../media/image172.sv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svg"/><Relationship Id="rId36" Type="http://schemas.openxmlformats.org/officeDocument/2006/relationships/image" Target="../media/image176.svg"/><Relationship Id="rId10" Type="http://schemas.openxmlformats.org/officeDocument/2006/relationships/image" Target="../media/image150.svg"/><Relationship Id="rId19" Type="http://schemas.openxmlformats.org/officeDocument/2006/relationships/image" Target="../media/image159.png"/><Relationship Id="rId31" Type="http://schemas.openxmlformats.org/officeDocument/2006/relationships/image" Target="../media/image171.png"/><Relationship Id="rId4" Type="http://schemas.openxmlformats.org/officeDocument/2006/relationships/image" Target="../media/image144.svg"/><Relationship Id="rId9" Type="http://schemas.openxmlformats.org/officeDocument/2006/relationships/image" Target="../media/image149.png"/><Relationship Id="rId14" Type="http://schemas.openxmlformats.org/officeDocument/2006/relationships/image" Target="../media/image154.svg"/><Relationship Id="rId22" Type="http://schemas.openxmlformats.org/officeDocument/2006/relationships/image" Target="../media/image162.svg"/><Relationship Id="rId27" Type="http://schemas.openxmlformats.org/officeDocument/2006/relationships/image" Target="../media/image167.png"/><Relationship Id="rId30" Type="http://schemas.openxmlformats.org/officeDocument/2006/relationships/image" Target="../media/image170.svg"/><Relationship Id="rId35" Type="http://schemas.openxmlformats.org/officeDocument/2006/relationships/image" Target="../media/image175.png"/><Relationship Id="rId8" Type="http://schemas.openxmlformats.org/officeDocument/2006/relationships/image" Target="../media/image148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svg"/><Relationship Id="rId13" Type="http://schemas.openxmlformats.org/officeDocument/2006/relationships/image" Target="../media/image187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sv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0" Type="http://schemas.openxmlformats.org/officeDocument/2006/relationships/image" Target="../media/image184.svg"/><Relationship Id="rId4" Type="http://schemas.openxmlformats.org/officeDocument/2006/relationships/image" Target="../media/image178.svg"/><Relationship Id="rId9" Type="http://schemas.openxmlformats.org/officeDocument/2006/relationships/image" Target="../media/image183.png"/><Relationship Id="rId14" Type="http://schemas.openxmlformats.org/officeDocument/2006/relationships/image" Target="../media/image18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svg"/><Relationship Id="rId26" Type="http://schemas.openxmlformats.org/officeDocument/2006/relationships/image" Target="../media/image212.svg"/><Relationship Id="rId21" Type="http://schemas.openxmlformats.org/officeDocument/2006/relationships/image" Target="../media/image207.png"/><Relationship Id="rId34" Type="http://schemas.openxmlformats.org/officeDocument/2006/relationships/image" Target="../media/image220.svg"/><Relationship Id="rId7" Type="http://schemas.openxmlformats.org/officeDocument/2006/relationships/image" Target="../media/image193.png"/><Relationship Id="rId12" Type="http://schemas.openxmlformats.org/officeDocument/2006/relationships/image" Target="../media/image198.sv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33" Type="http://schemas.openxmlformats.org/officeDocument/2006/relationships/image" Target="../media/image219.png"/><Relationship Id="rId38" Type="http://schemas.openxmlformats.org/officeDocument/2006/relationships/image" Target="../media/image224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2.svg"/><Relationship Id="rId20" Type="http://schemas.openxmlformats.org/officeDocument/2006/relationships/image" Target="../media/image206.svg"/><Relationship Id="rId29" Type="http://schemas.openxmlformats.org/officeDocument/2006/relationships/image" Target="../media/image2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svg"/><Relationship Id="rId11" Type="http://schemas.openxmlformats.org/officeDocument/2006/relationships/image" Target="../media/image197.png"/><Relationship Id="rId24" Type="http://schemas.openxmlformats.org/officeDocument/2006/relationships/image" Target="../media/image210.svg"/><Relationship Id="rId32" Type="http://schemas.openxmlformats.org/officeDocument/2006/relationships/image" Target="../media/image218.svg"/><Relationship Id="rId37" Type="http://schemas.openxmlformats.org/officeDocument/2006/relationships/image" Target="../media/image223.png"/><Relationship Id="rId5" Type="http://schemas.openxmlformats.org/officeDocument/2006/relationships/image" Target="../media/image191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svg"/><Relationship Id="rId36" Type="http://schemas.openxmlformats.org/officeDocument/2006/relationships/image" Target="../media/image222.svg"/><Relationship Id="rId10" Type="http://schemas.openxmlformats.org/officeDocument/2006/relationships/image" Target="../media/image196.svg"/><Relationship Id="rId19" Type="http://schemas.openxmlformats.org/officeDocument/2006/relationships/image" Target="../media/image205.png"/><Relationship Id="rId31" Type="http://schemas.openxmlformats.org/officeDocument/2006/relationships/image" Target="../media/image217.png"/><Relationship Id="rId4" Type="http://schemas.openxmlformats.org/officeDocument/2006/relationships/image" Target="../media/image190.sv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Relationship Id="rId22" Type="http://schemas.openxmlformats.org/officeDocument/2006/relationships/image" Target="../media/image208.svg"/><Relationship Id="rId27" Type="http://schemas.openxmlformats.org/officeDocument/2006/relationships/image" Target="../media/image213.png"/><Relationship Id="rId30" Type="http://schemas.openxmlformats.org/officeDocument/2006/relationships/image" Target="../media/image216.svg"/><Relationship Id="rId35" Type="http://schemas.openxmlformats.org/officeDocument/2006/relationships/image" Target="../media/image221.png"/><Relationship Id="rId8" Type="http://schemas.openxmlformats.org/officeDocument/2006/relationships/image" Target="../media/image194.svg"/><Relationship Id="rId3" Type="http://schemas.openxmlformats.org/officeDocument/2006/relationships/image" Target="../media/image189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9.png"/><Relationship Id="rId18" Type="http://schemas.openxmlformats.org/officeDocument/2006/relationships/image" Target="../media/image234.svg"/><Relationship Id="rId26" Type="http://schemas.openxmlformats.org/officeDocument/2006/relationships/image" Target="../media/image242.svg"/><Relationship Id="rId39" Type="http://schemas.openxmlformats.org/officeDocument/2006/relationships/image" Target="../media/image255.png"/><Relationship Id="rId21" Type="http://schemas.openxmlformats.org/officeDocument/2006/relationships/image" Target="../media/image237.png"/><Relationship Id="rId34" Type="http://schemas.openxmlformats.org/officeDocument/2006/relationships/image" Target="../media/image250.svg"/><Relationship Id="rId42" Type="http://schemas.openxmlformats.org/officeDocument/2006/relationships/image" Target="../media/image258.svg"/><Relationship Id="rId47" Type="http://schemas.openxmlformats.org/officeDocument/2006/relationships/image" Target="../media/image263.png"/><Relationship Id="rId50" Type="http://schemas.openxmlformats.org/officeDocument/2006/relationships/image" Target="../media/image266.svg"/><Relationship Id="rId7" Type="http://schemas.openxmlformats.org/officeDocument/2006/relationships/image" Target="../media/image22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32.svg"/><Relationship Id="rId29" Type="http://schemas.openxmlformats.org/officeDocument/2006/relationships/image" Target="../media/image245.png"/><Relationship Id="rId11" Type="http://schemas.openxmlformats.org/officeDocument/2006/relationships/image" Target="../media/image189.png"/><Relationship Id="rId24" Type="http://schemas.openxmlformats.org/officeDocument/2006/relationships/image" Target="../media/image240.svg"/><Relationship Id="rId32" Type="http://schemas.openxmlformats.org/officeDocument/2006/relationships/image" Target="../media/image248.svg"/><Relationship Id="rId37" Type="http://schemas.openxmlformats.org/officeDocument/2006/relationships/image" Target="../media/image253.png"/><Relationship Id="rId40" Type="http://schemas.openxmlformats.org/officeDocument/2006/relationships/image" Target="../media/image256.svg"/><Relationship Id="rId45" Type="http://schemas.openxmlformats.org/officeDocument/2006/relationships/image" Target="../media/image261.png"/><Relationship Id="rId5" Type="http://schemas.openxmlformats.org/officeDocument/2006/relationships/image" Target="../media/image225.png"/><Relationship Id="rId15" Type="http://schemas.openxmlformats.org/officeDocument/2006/relationships/image" Target="../media/image231.png"/><Relationship Id="rId23" Type="http://schemas.openxmlformats.org/officeDocument/2006/relationships/image" Target="../media/image239.png"/><Relationship Id="rId28" Type="http://schemas.openxmlformats.org/officeDocument/2006/relationships/image" Target="../media/image244.svg"/><Relationship Id="rId36" Type="http://schemas.openxmlformats.org/officeDocument/2006/relationships/image" Target="../media/image252.svg"/><Relationship Id="rId49" Type="http://schemas.openxmlformats.org/officeDocument/2006/relationships/image" Target="../media/image265.png"/><Relationship Id="rId10" Type="http://schemas.openxmlformats.org/officeDocument/2006/relationships/image" Target="../media/image228.svg"/><Relationship Id="rId19" Type="http://schemas.openxmlformats.org/officeDocument/2006/relationships/image" Target="../media/image235.png"/><Relationship Id="rId31" Type="http://schemas.openxmlformats.org/officeDocument/2006/relationships/image" Target="../media/image247.png"/><Relationship Id="rId44" Type="http://schemas.openxmlformats.org/officeDocument/2006/relationships/image" Target="../media/image260.svg"/><Relationship Id="rId4" Type="http://schemas.openxmlformats.org/officeDocument/2006/relationships/image" Target="../media/image206.svg"/><Relationship Id="rId9" Type="http://schemas.openxmlformats.org/officeDocument/2006/relationships/image" Target="../media/image227.png"/><Relationship Id="rId14" Type="http://schemas.openxmlformats.org/officeDocument/2006/relationships/image" Target="../media/image230.svg"/><Relationship Id="rId22" Type="http://schemas.openxmlformats.org/officeDocument/2006/relationships/image" Target="../media/image238.svg"/><Relationship Id="rId27" Type="http://schemas.openxmlformats.org/officeDocument/2006/relationships/image" Target="../media/image243.png"/><Relationship Id="rId30" Type="http://schemas.openxmlformats.org/officeDocument/2006/relationships/image" Target="../media/image246.svg"/><Relationship Id="rId35" Type="http://schemas.openxmlformats.org/officeDocument/2006/relationships/image" Target="../media/image251.png"/><Relationship Id="rId43" Type="http://schemas.openxmlformats.org/officeDocument/2006/relationships/image" Target="../media/image259.png"/><Relationship Id="rId48" Type="http://schemas.openxmlformats.org/officeDocument/2006/relationships/image" Target="../media/image264.svg"/><Relationship Id="rId8" Type="http://schemas.openxmlformats.org/officeDocument/2006/relationships/image" Target="../media/image222.svg"/><Relationship Id="rId3" Type="http://schemas.openxmlformats.org/officeDocument/2006/relationships/image" Target="../media/image205.png"/><Relationship Id="rId12" Type="http://schemas.openxmlformats.org/officeDocument/2006/relationships/image" Target="../media/image190.svg"/><Relationship Id="rId17" Type="http://schemas.openxmlformats.org/officeDocument/2006/relationships/image" Target="../media/image233.png"/><Relationship Id="rId25" Type="http://schemas.openxmlformats.org/officeDocument/2006/relationships/image" Target="../media/image241.png"/><Relationship Id="rId33" Type="http://schemas.openxmlformats.org/officeDocument/2006/relationships/image" Target="../media/image249.png"/><Relationship Id="rId38" Type="http://schemas.openxmlformats.org/officeDocument/2006/relationships/image" Target="../media/image254.svg"/><Relationship Id="rId46" Type="http://schemas.openxmlformats.org/officeDocument/2006/relationships/image" Target="../media/image262.svg"/><Relationship Id="rId20" Type="http://schemas.openxmlformats.org/officeDocument/2006/relationships/image" Target="../media/image236.svg"/><Relationship Id="rId41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0.svg"/><Relationship Id="rId21" Type="http://schemas.openxmlformats.org/officeDocument/2006/relationships/image" Target="../media/image285.png"/><Relationship Id="rId42" Type="http://schemas.openxmlformats.org/officeDocument/2006/relationships/image" Target="../media/image306.svg"/><Relationship Id="rId47" Type="http://schemas.openxmlformats.org/officeDocument/2006/relationships/image" Target="../media/image311.png"/><Relationship Id="rId63" Type="http://schemas.openxmlformats.org/officeDocument/2006/relationships/image" Target="../media/image327.png"/><Relationship Id="rId68" Type="http://schemas.openxmlformats.org/officeDocument/2006/relationships/image" Target="../media/image332.svg"/><Relationship Id="rId16" Type="http://schemas.openxmlformats.org/officeDocument/2006/relationships/image" Target="../media/image280.svg"/><Relationship Id="rId11" Type="http://schemas.openxmlformats.org/officeDocument/2006/relationships/image" Target="../media/image275.png"/><Relationship Id="rId32" Type="http://schemas.openxmlformats.org/officeDocument/2006/relationships/image" Target="../media/image296.svg"/><Relationship Id="rId37" Type="http://schemas.openxmlformats.org/officeDocument/2006/relationships/image" Target="../media/image301.png"/><Relationship Id="rId53" Type="http://schemas.openxmlformats.org/officeDocument/2006/relationships/image" Target="../media/image317.png"/><Relationship Id="rId58" Type="http://schemas.openxmlformats.org/officeDocument/2006/relationships/image" Target="../media/image322.svg"/><Relationship Id="rId74" Type="http://schemas.openxmlformats.org/officeDocument/2006/relationships/image" Target="../media/image338.svg"/><Relationship Id="rId79" Type="http://schemas.openxmlformats.org/officeDocument/2006/relationships/image" Target="../media/image343.png"/><Relationship Id="rId5" Type="http://schemas.openxmlformats.org/officeDocument/2006/relationships/image" Target="../media/image269.png"/><Relationship Id="rId61" Type="http://schemas.openxmlformats.org/officeDocument/2006/relationships/image" Target="../media/image325.png"/><Relationship Id="rId82" Type="http://schemas.openxmlformats.org/officeDocument/2006/relationships/image" Target="../media/image346.svg"/><Relationship Id="rId19" Type="http://schemas.openxmlformats.org/officeDocument/2006/relationships/image" Target="../media/image283.png"/><Relationship Id="rId14" Type="http://schemas.openxmlformats.org/officeDocument/2006/relationships/image" Target="../media/image278.svg"/><Relationship Id="rId22" Type="http://schemas.openxmlformats.org/officeDocument/2006/relationships/image" Target="../media/image286.svg"/><Relationship Id="rId27" Type="http://schemas.openxmlformats.org/officeDocument/2006/relationships/image" Target="../media/image291.png"/><Relationship Id="rId30" Type="http://schemas.openxmlformats.org/officeDocument/2006/relationships/image" Target="../media/image294.svg"/><Relationship Id="rId35" Type="http://schemas.openxmlformats.org/officeDocument/2006/relationships/image" Target="../media/image299.png"/><Relationship Id="rId43" Type="http://schemas.openxmlformats.org/officeDocument/2006/relationships/image" Target="../media/image307.png"/><Relationship Id="rId48" Type="http://schemas.openxmlformats.org/officeDocument/2006/relationships/image" Target="../media/image312.svg"/><Relationship Id="rId56" Type="http://schemas.openxmlformats.org/officeDocument/2006/relationships/image" Target="../media/image320.svg"/><Relationship Id="rId64" Type="http://schemas.openxmlformats.org/officeDocument/2006/relationships/image" Target="../media/image328.svg"/><Relationship Id="rId69" Type="http://schemas.openxmlformats.org/officeDocument/2006/relationships/image" Target="../media/image333.png"/><Relationship Id="rId77" Type="http://schemas.openxmlformats.org/officeDocument/2006/relationships/image" Target="../media/image341.png"/><Relationship Id="rId8" Type="http://schemas.openxmlformats.org/officeDocument/2006/relationships/image" Target="../media/image272.svg"/><Relationship Id="rId51" Type="http://schemas.openxmlformats.org/officeDocument/2006/relationships/image" Target="../media/image315.png"/><Relationship Id="rId72" Type="http://schemas.openxmlformats.org/officeDocument/2006/relationships/image" Target="../media/image336.svg"/><Relationship Id="rId80" Type="http://schemas.openxmlformats.org/officeDocument/2006/relationships/image" Target="../media/image344.svg"/><Relationship Id="rId3" Type="http://schemas.openxmlformats.org/officeDocument/2006/relationships/image" Target="../media/image267.png"/><Relationship Id="rId12" Type="http://schemas.openxmlformats.org/officeDocument/2006/relationships/image" Target="../media/image276.svg"/><Relationship Id="rId17" Type="http://schemas.openxmlformats.org/officeDocument/2006/relationships/image" Target="../media/image281.png"/><Relationship Id="rId25" Type="http://schemas.openxmlformats.org/officeDocument/2006/relationships/image" Target="../media/image289.png"/><Relationship Id="rId33" Type="http://schemas.openxmlformats.org/officeDocument/2006/relationships/image" Target="../media/image297.png"/><Relationship Id="rId38" Type="http://schemas.openxmlformats.org/officeDocument/2006/relationships/image" Target="../media/image302.svg"/><Relationship Id="rId46" Type="http://schemas.openxmlformats.org/officeDocument/2006/relationships/image" Target="../media/image310.svg"/><Relationship Id="rId59" Type="http://schemas.openxmlformats.org/officeDocument/2006/relationships/image" Target="../media/image323.png"/><Relationship Id="rId67" Type="http://schemas.openxmlformats.org/officeDocument/2006/relationships/image" Target="../media/image331.png"/><Relationship Id="rId20" Type="http://schemas.openxmlformats.org/officeDocument/2006/relationships/image" Target="../media/image284.svg"/><Relationship Id="rId41" Type="http://schemas.openxmlformats.org/officeDocument/2006/relationships/image" Target="../media/image305.png"/><Relationship Id="rId54" Type="http://schemas.openxmlformats.org/officeDocument/2006/relationships/image" Target="../media/image318.svg"/><Relationship Id="rId62" Type="http://schemas.openxmlformats.org/officeDocument/2006/relationships/image" Target="../media/image326.svg"/><Relationship Id="rId70" Type="http://schemas.openxmlformats.org/officeDocument/2006/relationships/image" Target="../media/image334.svg"/><Relationship Id="rId75" Type="http://schemas.openxmlformats.org/officeDocument/2006/relationships/image" Target="../media/image3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sv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28" Type="http://schemas.openxmlformats.org/officeDocument/2006/relationships/image" Target="../media/image292.svg"/><Relationship Id="rId36" Type="http://schemas.openxmlformats.org/officeDocument/2006/relationships/image" Target="../media/image300.svg"/><Relationship Id="rId49" Type="http://schemas.openxmlformats.org/officeDocument/2006/relationships/image" Target="../media/image313.png"/><Relationship Id="rId57" Type="http://schemas.openxmlformats.org/officeDocument/2006/relationships/image" Target="../media/image321.png"/><Relationship Id="rId10" Type="http://schemas.openxmlformats.org/officeDocument/2006/relationships/image" Target="../media/image274.svg"/><Relationship Id="rId31" Type="http://schemas.openxmlformats.org/officeDocument/2006/relationships/image" Target="../media/image295.png"/><Relationship Id="rId44" Type="http://schemas.openxmlformats.org/officeDocument/2006/relationships/image" Target="../media/image308.svg"/><Relationship Id="rId52" Type="http://schemas.openxmlformats.org/officeDocument/2006/relationships/image" Target="../media/image316.svg"/><Relationship Id="rId60" Type="http://schemas.openxmlformats.org/officeDocument/2006/relationships/image" Target="../media/image324.svg"/><Relationship Id="rId65" Type="http://schemas.openxmlformats.org/officeDocument/2006/relationships/image" Target="../media/image329.png"/><Relationship Id="rId73" Type="http://schemas.openxmlformats.org/officeDocument/2006/relationships/image" Target="../media/image337.png"/><Relationship Id="rId78" Type="http://schemas.openxmlformats.org/officeDocument/2006/relationships/image" Target="../media/image342.svg"/><Relationship Id="rId81" Type="http://schemas.openxmlformats.org/officeDocument/2006/relationships/image" Target="../media/image345.png"/><Relationship Id="rId4" Type="http://schemas.openxmlformats.org/officeDocument/2006/relationships/image" Target="../media/image268.svg"/><Relationship Id="rId9" Type="http://schemas.openxmlformats.org/officeDocument/2006/relationships/image" Target="../media/image273.png"/><Relationship Id="rId13" Type="http://schemas.openxmlformats.org/officeDocument/2006/relationships/image" Target="../media/image277.png"/><Relationship Id="rId18" Type="http://schemas.openxmlformats.org/officeDocument/2006/relationships/image" Target="../media/image282.svg"/><Relationship Id="rId39" Type="http://schemas.openxmlformats.org/officeDocument/2006/relationships/image" Target="../media/image303.png"/><Relationship Id="rId34" Type="http://schemas.openxmlformats.org/officeDocument/2006/relationships/image" Target="../media/image298.svg"/><Relationship Id="rId50" Type="http://schemas.openxmlformats.org/officeDocument/2006/relationships/image" Target="../media/image314.svg"/><Relationship Id="rId55" Type="http://schemas.openxmlformats.org/officeDocument/2006/relationships/image" Target="../media/image319.png"/><Relationship Id="rId76" Type="http://schemas.openxmlformats.org/officeDocument/2006/relationships/image" Target="../media/image340.svg"/><Relationship Id="rId7" Type="http://schemas.openxmlformats.org/officeDocument/2006/relationships/image" Target="../media/image271.png"/><Relationship Id="rId71" Type="http://schemas.openxmlformats.org/officeDocument/2006/relationships/image" Target="../media/image335.pn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293.png"/><Relationship Id="rId24" Type="http://schemas.openxmlformats.org/officeDocument/2006/relationships/image" Target="../media/image288.svg"/><Relationship Id="rId40" Type="http://schemas.openxmlformats.org/officeDocument/2006/relationships/image" Target="../media/image304.svg"/><Relationship Id="rId45" Type="http://schemas.openxmlformats.org/officeDocument/2006/relationships/image" Target="../media/image309.png"/><Relationship Id="rId66" Type="http://schemas.openxmlformats.org/officeDocument/2006/relationships/image" Target="../media/image330.sv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5.png"/><Relationship Id="rId18" Type="http://schemas.openxmlformats.org/officeDocument/2006/relationships/image" Target="../media/image360.svg"/><Relationship Id="rId26" Type="http://schemas.openxmlformats.org/officeDocument/2006/relationships/image" Target="../media/image368.svg"/><Relationship Id="rId3" Type="http://schemas.openxmlformats.org/officeDocument/2006/relationships/image" Target="../media/image347.png"/><Relationship Id="rId21" Type="http://schemas.openxmlformats.org/officeDocument/2006/relationships/image" Target="../media/image363.png"/><Relationship Id="rId34" Type="http://schemas.openxmlformats.org/officeDocument/2006/relationships/image" Target="../media/image376.svg"/><Relationship Id="rId7" Type="http://schemas.openxmlformats.org/officeDocument/2006/relationships/image" Target="../media/image349.png"/><Relationship Id="rId12" Type="http://schemas.openxmlformats.org/officeDocument/2006/relationships/image" Target="../media/image354.svg"/><Relationship Id="rId17" Type="http://schemas.openxmlformats.org/officeDocument/2006/relationships/image" Target="../media/image359.png"/><Relationship Id="rId25" Type="http://schemas.openxmlformats.org/officeDocument/2006/relationships/image" Target="../media/image367.png"/><Relationship Id="rId33" Type="http://schemas.openxmlformats.org/officeDocument/2006/relationships/image" Target="../media/image37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58.svg"/><Relationship Id="rId20" Type="http://schemas.openxmlformats.org/officeDocument/2006/relationships/image" Target="../media/image362.svg"/><Relationship Id="rId29" Type="http://schemas.openxmlformats.org/officeDocument/2006/relationships/image" Target="../media/image3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0.svg"/><Relationship Id="rId11" Type="http://schemas.openxmlformats.org/officeDocument/2006/relationships/image" Target="../media/image353.png"/><Relationship Id="rId24" Type="http://schemas.openxmlformats.org/officeDocument/2006/relationships/image" Target="../media/image366.svg"/><Relationship Id="rId32" Type="http://schemas.openxmlformats.org/officeDocument/2006/relationships/image" Target="../media/image374.svg"/><Relationship Id="rId5" Type="http://schemas.openxmlformats.org/officeDocument/2006/relationships/image" Target="../media/image289.png"/><Relationship Id="rId15" Type="http://schemas.openxmlformats.org/officeDocument/2006/relationships/image" Target="../media/image357.png"/><Relationship Id="rId23" Type="http://schemas.openxmlformats.org/officeDocument/2006/relationships/image" Target="../media/image365.png"/><Relationship Id="rId28" Type="http://schemas.openxmlformats.org/officeDocument/2006/relationships/image" Target="../media/image370.svg"/><Relationship Id="rId36" Type="http://schemas.openxmlformats.org/officeDocument/2006/relationships/image" Target="../media/image378.svg"/><Relationship Id="rId10" Type="http://schemas.openxmlformats.org/officeDocument/2006/relationships/image" Target="../media/image352.svg"/><Relationship Id="rId19" Type="http://schemas.openxmlformats.org/officeDocument/2006/relationships/image" Target="../media/image361.png"/><Relationship Id="rId31" Type="http://schemas.openxmlformats.org/officeDocument/2006/relationships/image" Target="../media/image373.png"/><Relationship Id="rId4" Type="http://schemas.openxmlformats.org/officeDocument/2006/relationships/image" Target="../media/image348.svg"/><Relationship Id="rId9" Type="http://schemas.openxmlformats.org/officeDocument/2006/relationships/image" Target="../media/image351.png"/><Relationship Id="rId14" Type="http://schemas.openxmlformats.org/officeDocument/2006/relationships/image" Target="../media/image356.svg"/><Relationship Id="rId22" Type="http://schemas.openxmlformats.org/officeDocument/2006/relationships/image" Target="../media/image364.svg"/><Relationship Id="rId27" Type="http://schemas.openxmlformats.org/officeDocument/2006/relationships/image" Target="../media/image369.png"/><Relationship Id="rId30" Type="http://schemas.openxmlformats.org/officeDocument/2006/relationships/image" Target="../media/image372.svg"/><Relationship Id="rId35" Type="http://schemas.openxmlformats.org/officeDocument/2006/relationships/image" Target="../media/image377.png"/><Relationship Id="rId8" Type="http://schemas.openxmlformats.org/officeDocument/2006/relationships/image" Target="../media/image350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jpg"/><Relationship Id="rId13" Type="http://schemas.openxmlformats.org/officeDocument/2006/relationships/image" Target="../media/image388.jpg"/><Relationship Id="rId3" Type="http://schemas.openxmlformats.org/officeDocument/2006/relationships/image" Target="../media/image46.jpg"/><Relationship Id="rId7" Type="http://schemas.openxmlformats.org/officeDocument/2006/relationships/image" Target="../media/image383.jpg"/><Relationship Id="rId12" Type="http://schemas.openxmlformats.org/officeDocument/2006/relationships/image" Target="../media/image38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2.jpg"/><Relationship Id="rId11" Type="http://schemas.openxmlformats.org/officeDocument/2006/relationships/image" Target="../media/image386.jpg"/><Relationship Id="rId5" Type="http://schemas.openxmlformats.org/officeDocument/2006/relationships/image" Target="../media/image381.jpg"/><Relationship Id="rId10" Type="http://schemas.openxmlformats.org/officeDocument/2006/relationships/image" Target="../media/image48.jpg"/><Relationship Id="rId4" Type="http://schemas.openxmlformats.org/officeDocument/2006/relationships/image" Target="../media/image380.jpg"/><Relationship Id="rId9" Type="http://schemas.openxmlformats.org/officeDocument/2006/relationships/image" Target="../media/image385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svg"/><Relationship Id="rId13" Type="http://schemas.openxmlformats.org/officeDocument/2006/relationships/image" Target="../media/image399.png"/><Relationship Id="rId18" Type="http://schemas.openxmlformats.org/officeDocument/2006/relationships/image" Target="../media/image404.svg"/><Relationship Id="rId3" Type="http://schemas.openxmlformats.org/officeDocument/2006/relationships/image" Target="../media/image389.png"/><Relationship Id="rId7" Type="http://schemas.openxmlformats.org/officeDocument/2006/relationships/image" Target="../media/image393.png"/><Relationship Id="rId12" Type="http://schemas.openxmlformats.org/officeDocument/2006/relationships/image" Target="../media/image398.svg"/><Relationship Id="rId17" Type="http://schemas.openxmlformats.org/officeDocument/2006/relationships/image" Target="../media/image40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2.svg"/><Relationship Id="rId20" Type="http://schemas.openxmlformats.org/officeDocument/2006/relationships/image" Target="../media/image40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2.svg"/><Relationship Id="rId11" Type="http://schemas.openxmlformats.org/officeDocument/2006/relationships/image" Target="../media/image397.png"/><Relationship Id="rId5" Type="http://schemas.openxmlformats.org/officeDocument/2006/relationships/image" Target="../media/image391.png"/><Relationship Id="rId15" Type="http://schemas.openxmlformats.org/officeDocument/2006/relationships/image" Target="../media/image401.png"/><Relationship Id="rId10" Type="http://schemas.openxmlformats.org/officeDocument/2006/relationships/image" Target="../media/image396.svg"/><Relationship Id="rId19" Type="http://schemas.openxmlformats.org/officeDocument/2006/relationships/image" Target="../media/image405.png"/><Relationship Id="rId4" Type="http://schemas.openxmlformats.org/officeDocument/2006/relationships/image" Target="../media/image390.svg"/><Relationship Id="rId9" Type="http://schemas.openxmlformats.org/officeDocument/2006/relationships/image" Target="../media/image395.png"/><Relationship Id="rId14" Type="http://schemas.openxmlformats.org/officeDocument/2006/relationships/image" Target="../media/image400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svg"/><Relationship Id="rId13" Type="http://schemas.openxmlformats.org/officeDocument/2006/relationships/image" Target="../media/image417.png"/><Relationship Id="rId18" Type="http://schemas.openxmlformats.org/officeDocument/2006/relationships/image" Target="../media/image422.svg"/><Relationship Id="rId3" Type="http://schemas.openxmlformats.org/officeDocument/2006/relationships/image" Target="../media/image407.png"/><Relationship Id="rId7" Type="http://schemas.openxmlformats.org/officeDocument/2006/relationships/image" Target="../media/image411.png"/><Relationship Id="rId12" Type="http://schemas.openxmlformats.org/officeDocument/2006/relationships/image" Target="../media/image416.svg"/><Relationship Id="rId17" Type="http://schemas.openxmlformats.org/officeDocument/2006/relationships/image" Target="../media/image4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20.svg"/><Relationship Id="rId20" Type="http://schemas.openxmlformats.org/officeDocument/2006/relationships/image" Target="../media/image4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svg"/><Relationship Id="rId11" Type="http://schemas.openxmlformats.org/officeDocument/2006/relationships/image" Target="../media/image415.png"/><Relationship Id="rId5" Type="http://schemas.openxmlformats.org/officeDocument/2006/relationships/image" Target="../media/image409.png"/><Relationship Id="rId15" Type="http://schemas.openxmlformats.org/officeDocument/2006/relationships/image" Target="../media/image419.png"/><Relationship Id="rId10" Type="http://schemas.openxmlformats.org/officeDocument/2006/relationships/image" Target="../media/image414.svg"/><Relationship Id="rId19" Type="http://schemas.openxmlformats.org/officeDocument/2006/relationships/image" Target="../media/image423.png"/><Relationship Id="rId4" Type="http://schemas.openxmlformats.org/officeDocument/2006/relationships/image" Target="../media/image408.svg"/><Relationship Id="rId9" Type="http://schemas.openxmlformats.org/officeDocument/2006/relationships/image" Target="../media/image413.png"/><Relationship Id="rId14" Type="http://schemas.openxmlformats.org/officeDocument/2006/relationships/image" Target="../media/image418.sv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5.png"/><Relationship Id="rId18" Type="http://schemas.openxmlformats.org/officeDocument/2006/relationships/image" Target="../media/image440.svg"/><Relationship Id="rId26" Type="http://schemas.openxmlformats.org/officeDocument/2006/relationships/image" Target="../media/image448.svg"/><Relationship Id="rId3" Type="http://schemas.openxmlformats.org/officeDocument/2006/relationships/image" Target="../media/image425.png"/><Relationship Id="rId21" Type="http://schemas.openxmlformats.org/officeDocument/2006/relationships/image" Target="../media/image443.png"/><Relationship Id="rId34" Type="http://schemas.openxmlformats.org/officeDocument/2006/relationships/image" Target="../media/image456.svg"/><Relationship Id="rId7" Type="http://schemas.openxmlformats.org/officeDocument/2006/relationships/image" Target="../media/image429.png"/><Relationship Id="rId12" Type="http://schemas.openxmlformats.org/officeDocument/2006/relationships/image" Target="../media/image434.svg"/><Relationship Id="rId17" Type="http://schemas.openxmlformats.org/officeDocument/2006/relationships/image" Target="../media/image439.png"/><Relationship Id="rId25" Type="http://schemas.openxmlformats.org/officeDocument/2006/relationships/image" Target="../media/image447.png"/><Relationship Id="rId33" Type="http://schemas.openxmlformats.org/officeDocument/2006/relationships/image" Target="../media/image45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38.svg"/><Relationship Id="rId20" Type="http://schemas.openxmlformats.org/officeDocument/2006/relationships/image" Target="../media/image442.svg"/><Relationship Id="rId29" Type="http://schemas.openxmlformats.org/officeDocument/2006/relationships/image" Target="../media/image4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8.svg"/><Relationship Id="rId11" Type="http://schemas.openxmlformats.org/officeDocument/2006/relationships/image" Target="../media/image433.png"/><Relationship Id="rId24" Type="http://schemas.openxmlformats.org/officeDocument/2006/relationships/image" Target="../media/image446.svg"/><Relationship Id="rId32" Type="http://schemas.openxmlformats.org/officeDocument/2006/relationships/image" Target="../media/image454.svg"/><Relationship Id="rId5" Type="http://schemas.openxmlformats.org/officeDocument/2006/relationships/image" Target="../media/image427.png"/><Relationship Id="rId15" Type="http://schemas.openxmlformats.org/officeDocument/2006/relationships/image" Target="../media/image437.png"/><Relationship Id="rId23" Type="http://schemas.openxmlformats.org/officeDocument/2006/relationships/image" Target="../media/image445.png"/><Relationship Id="rId28" Type="http://schemas.openxmlformats.org/officeDocument/2006/relationships/image" Target="../media/image450.svg"/><Relationship Id="rId36" Type="http://schemas.openxmlformats.org/officeDocument/2006/relationships/image" Target="../media/image458.svg"/><Relationship Id="rId10" Type="http://schemas.openxmlformats.org/officeDocument/2006/relationships/image" Target="../media/image432.svg"/><Relationship Id="rId19" Type="http://schemas.openxmlformats.org/officeDocument/2006/relationships/image" Target="../media/image441.png"/><Relationship Id="rId31" Type="http://schemas.openxmlformats.org/officeDocument/2006/relationships/image" Target="../media/image453.png"/><Relationship Id="rId4" Type="http://schemas.openxmlformats.org/officeDocument/2006/relationships/image" Target="../media/image426.svg"/><Relationship Id="rId9" Type="http://schemas.openxmlformats.org/officeDocument/2006/relationships/image" Target="../media/image431.png"/><Relationship Id="rId14" Type="http://schemas.openxmlformats.org/officeDocument/2006/relationships/image" Target="../media/image436.svg"/><Relationship Id="rId22" Type="http://schemas.openxmlformats.org/officeDocument/2006/relationships/image" Target="../media/image444.svg"/><Relationship Id="rId27" Type="http://schemas.openxmlformats.org/officeDocument/2006/relationships/image" Target="../media/image449.png"/><Relationship Id="rId30" Type="http://schemas.openxmlformats.org/officeDocument/2006/relationships/image" Target="../media/image452.svg"/><Relationship Id="rId35" Type="http://schemas.openxmlformats.org/officeDocument/2006/relationships/image" Target="../media/image457.png"/><Relationship Id="rId8" Type="http://schemas.openxmlformats.org/officeDocument/2006/relationships/image" Target="../media/image430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svg"/><Relationship Id="rId13" Type="http://schemas.openxmlformats.org/officeDocument/2006/relationships/image" Target="../media/image469.png"/><Relationship Id="rId18" Type="http://schemas.openxmlformats.org/officeDocument/2006/relationships/image" Target="../media/image474.svg"/><Relationship Id="rId26" Type="http://schemas.openxmlformats.org/officeDocument/2006/relationships/image" Target="../media/image482.svg"/><Relationship Id="rId3" Type="http://schemas.openxmlformats.org/officeDocument/2006/relationships/image" Target="../media/image459.png"/><Relationship Id="rId21" Type="http://schemas.openxmlformats.org/officeDocument/2006/relationships/image" Target="../media/image477.png"/><Relationship Id="rId7" Type="http://schemas.openxmlformats.org/officeDocument/2006/relationships/image" Target="../media/image463.png"/><Relationship Id="rId12" Type="http://schemas.openxmlformats.org/officeDocument/2006/relationships/image" Target="../media/image468.svg"/><Relationship Id="rId17" Type="http://schemas.openxmlformats.org/officeDocument/2006/relationships/image" Target="../media/image473.png"/><Relationship Id="rId25" Type="http://schemas.openxmlformats.org/officeDocument/2006/relationships/image" Target="../media/image48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72.svg"/><Relationship Id="rId20" Type="http://schemas.openxmlformats.org/officeDocument/2006/relationships/image" Target="../media/image47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2.svg"/><Relationship Id="rId11" Type="http://schemas.openxmlformats.org/officeDocument/2006/relationships/image" Target="../media/image467.png"/><Relationship Id="rId24" Type="http://schemas.openxmlformats.org/officeDocument/2006/relationships/image" Target="../media/image480.svg"/><Relationship Id="rId5" Type="http://schemas.openxmlformats.org/officeDocument/2006/relationships/image" Target="../media/image461.png"/><Relationship Id="rId15" Type="http://schemas.openxmlformats.org/officeDocument/2006/relationships/image" Target="../media/image471.png"/><Relationship Id="rId23" Type="http://schemas.openxmlformats.org/officeDocument/2006/relationships/image" Target="../media/image479.png"/><Relationship Id="rId28" Type="http://schemas.openxmlformats.org/officeDocument/2006/relationships/image" Target="../media/image484.svg"/><Relationship Id="rId10" Type="http://schemas.openxmlformats.org/officeDocument/2006/relationships/image" Target="../media/image466.svg"/><Relationship Id="rId19" Type="http://schemas.openxmlformats.org/officeDocument/2006/relationships/image" Target="../media/image475.png"/><Relationship Id="rId4" Type="http://schemas.openxmlformats.org/officeDocument/2006/relationships/image" Target="../media/image460.svg"/><Relationship Id="rId9" Type="http://schemas.openxmlformats.org/officeDocument/2006/relationships/image" Target="../media/image465.png"/><Relationship Id="rId14" Type="http://schemas.openxmlformats.org/officeDocument/2006/relationships/image" Target="../media/image470.svg"/><Relationship Id="rId22" Type="http://schemas.openxmlformats.org/officeDocument/2006/relationships/image" Target="../media/image478.svg"/><Relationship Id="rId27" Type="http://schemas.openxmlformats.org/officeDocument/2006/relationships/image" Target="../media/image48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svg"/><Relationship Id="rId13" Type="http://schemas.openxmlformats.org/officeDocument/2006/relationships/image" Target="../media/image489.png"/><Relationship Id="rId3" Type="http://schemas.openxmlformats.org/officeDocument/2006/relationships/image" Target="../media/image479.png"/><Relationship Id="rId7" Type="http://schemas.openxmlformats.org/officeDocument/2006/relationships/image" Target="../media/image481.png"/><Relationship Id="rId12" Type="http://schemas.openxmlformats.org/officeDocument/2006/relationships/image" Target="../media/image48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6.svg"/><Relationship Id="rId11" Type="http://schemas.openxmlformats.org/officeDocument/2006/relationships/image" Target="../media/image487.png"/><Relationship Id="rId5" Type="http://schemas.openxmlformats.org/officeDocument/2006/relationships/image" Target="../media/image485.png"/><Relationship Id="rId10" Type="http://schemas.openxmlformats.org/officeDocument/2006/relationships/image" Target="../media/image484.svg"/><Relationship Id="rId4" Type="http://schemas.openxmlformats.org/officeDocument/2006/relationships/image" Target="../media/image480.svg"/><Relationship Id="rId9" Type="http://schemas.openxmlformats.org/officeDocument/2006/relationships/image" Target="../media/image483.png"/><Relationship Id="rId14" Type="http://schemas.openxmlformats.org/officeDocument/2006/relationships/image" Target="../media/image490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6.svg"/><Relationship Id="rId13" Type="http://schemas.openxmlformats.org/officeDocument/2006/relationships/image" Target="../media/image501.png"/><Relationship Id="rId18" Type="http://schemas.openxmlformats.org/officeDocument/2006/relationships/image" Target="../media/image504.svg"/><Relationship Id="rId3" Type="http://schemas.openxmlformats.org/officeDocument/2006/relationships/image" Target="../media/image491.png"/><Relationship Id="rId7" Type="http://schemas.openxmlformats.org/officeDocument/2006/relationships/image" Target="../media/image495.png"/><Relationship Id="rId12" Type="http://schemas.openxmlformats.org/officeDocument/2006/relationships/image" Target="../media/image500.svg"/><Relationship Id="rId17" Type="http://schemas.openxmlformats.org/officeDocument/2006/relationships/image" Target="../media/image50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86.svg"/><Relationship Id="rId20" Type="http://schemas.openxmlformats.org/officeDocument/2006/relationships/image" Target="../media/image50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4.svg"/><Relationship Id="rId11" Type="http://schemas.openxmlformats.org/officeDocument/2006/relationships/image" Target="../media/image499.png"/><Relationship Id="rId5" Type="http://schemas.openxmlformats.org/officeDocument/2006/relationships/image" Target="../media/image493.png"/><Relationship Id="rId15" Type="http://schemas.openxmlformats.org/officeDocument/2006/relationships/image" Target="../media/image485.png"/><Relationship Id="rId10" Type="http://schemas.openxmlformats.org/officeDocument/2006/relationships/image" Target="../media/image498.svg"/><Relationship Id="rId19" Type="http://schemas.openxmlformats.org/officeDocument/2006/relationships/image" Target="../media/image505.png"/><Relationship Id="rId4" Type="http://schemas.openxmlformats.org/officeDocument/2006/relationships/image" Target="../media/image492.svg"/><Relationship Id="rId9" Type="http://schemas.openxmlformats.org/officeDocument/2006/relationships/image" Target="../media/image497.png"/><Relationship Id="rId14" Type="http://schemas.openxmlformats.org/officeDocument/2006/relationships/image" Target="../media/image5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36" name="Image 35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0EF64C-2F24-43C4-BA48-DC2DE503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981" y="6233384"/>
            <a:ext cx="789196" cy="286130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4E720B81-7367-463A-BEA5-5080DC093B9C}"/>
              </a:ext>
            </a:extLst>
          </p:cNvPr>
          <p:cNvSpPr txBox="1">
            <a:spLocks/>
          </p:cNvSpPr>
          <p:nvPr/>
        </p:nvSpPr>
        <p:spPr>
          <a:xfrm>
            <a:off x="108733" y="1156838"/>
            <a:ext cx="5440734" cy="398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0" b="1" dirty="0">
                <a:solidFill>
                  <a:schemeClr val="accent2"/>
                </a:solidFill>
              </a:rPr>
              <a:t>#</a:t>
            </a:r>
            <a:r>
              <a:rPr lang="fr-FR" sz="9000" b="1" dirty="0">
                <a:solidFill>
                  <a:schemeClr val="accent1"/>
                </a:solidFill>
              </a:rPr>
              <a:t>OSG</a:t>
            </a:r>
          </a:p>
          <a:p>
            <a:r>
              <a:rPr lang="fr-FR" sz="9000" i="1" dirty="0">
                <a:solidFill>
                  <a:srgbClr val="000000"/>
                </a:solidFill>
              </a:rPr>
              <a:t>Workshop </a:t>
            </a:r>
            <a:r>
              <a:rPr lang="fr-FR" sz="9000" i="1" dirty="0">
                <a:solidFill>
                  <a:srgbClr val="ED7D31"/>
                </a:solidFill>
              </a:rPr>
              <a:t>Design </a:t>
            </a:r>
            <a:r>
              <a:rPr lang="fr-FR" sz="9000" i="1" dirty="0">
                <a:solidFill>
                  <a:srgbClr val="0099CC"/>
                </a:solidFill>
              </a:rPr>
              <a:t>Cards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5B66D6E6-5510-4B07-9B69-533934CD1816}"/>
              </a:ext>
            </a:extLst>
          </p:cNvPr>
          <p:cNvSpPr txBox="1">
            <a:spLocks/>
          </p:cNvSpPr>
          <p:nvPr/>
        </p:nvSpPr>
        <p:spPr>
          <a:xfrm>
            <a:off x="4275838" y="4843363"/>
            <a:ext cx="6362185" cy="757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b="1" i="1" dirty="0">
                <a:solidFill>
                  <a:srgbClr val="0099CC"/>
                </a:solidFill>
              </a:rPr>
              <a:t>CONCEVEZ</a:t>
            </a:r>
            <a:r>
              <a:rPr lang="fr-FR" i="1" dirty="0">
                <a:solidFill>
                  <a:srgbClr val="000000"/>
                </a:solidFill>
              </a:rPr>
              <a:t> des </a:t>
            </a:r>
            <a:r>
              <a:rPr lang="fr-FR" b="1" i="1" dirty="0">
                <a:solidFill>
                  <a:srgbClr val="ED7D31"/>
                </a:solidFill>
              </a:rPr>
              <a:t>ATELIERS </a:t>
            </a:r>
            <a:r>
              <a:rPr lang="fr-FR" i="1" dirty="0"/>
              <a:t>d’intelligence collective par petits éléments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1F23357-E5C0-4EEA-A76F-1777A0943FD8}"/>
              </a:ext>
            </a:extLst>
          </p:cNvPr>
          <p:cNvGrpSpPr/>
          <p:nvPr/>
        </p:nvGrpSpPr>
        <p:grpSpPr>
          <a:xfrm rot="664616">
            <a:off x="6396100" y="499924"/>
            <a:ext cx="4198786" cy="4213689"/>
            <a:chOff x="6396100" y="499924"/>
            <a:chExt cx="4198786" cy="4213689"/>
          </a:xfrm>
        </p:grpSpPr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C35F363-4EEF-498B-82DB-9670F982B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" name="Image 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B07E3C2-39F9-476E-A7E9-F9BC543E1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5" name="Image 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0507F53F-4111-4D3B-8AEB-E08F26AC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7" name="Image 6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BA77B840-74A5-48A8-A5D4-E39E6767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963CF6A9-3863-4168-B7BF-14084336E0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025" y="5399625"/>
            <a:ext cx="1152995" cy="11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92"/>
    </mc:Choice>
    <mc:Fallback xmlns=""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1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3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F50BCF-F490-42C3-84D7-68B191D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Pitch</a:t>
            </a:r>
          </a:p>
        </p:txBody>
      </p:sp>
      <p:sp>
        <p:nvSpPr>
          <p:cNvPr id="21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9DE5E-1522-41A0-A178-5BAB610C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503" y="2158351"/>
            <a:ext cx="4977578" cy="4242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« Je dois créer un atelier, mais je ne sais pas par quel bout commencer ! Et les ateliers tout prêts ne correspondent jamais vraiment à mon besoin»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êtes formateurs, animateurs de groupes de travail, facilitateurs, coachs, managers, et responsables de faire travailler en intelligence collective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ne souhaitez plus réutiliser des ateliers tout prêts, qui ne correspondent jamais vraiment à votre besoin, et souhaitez apprendre comment VOUS-MÊME en créer un ?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avez une idée des participants, des contraintes horaires, une intention de résultat, mais vous ne savez pas comment convertir tout cela en déroulement CONCRET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Par quel bout s’y prendre ? Quels sont les usages courants ? Où trouver des exemples qui vous correspondent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Conçues après des années à créer des ateliers d’intelligence collective, à les animer, à les modifier, les Workshops Design Cards sont des cartes qui vous aident à cadrer chaque partie de votre atelier, à identifier quel ingrédient s’utilise dans quel but, et à CONSTRUIRE votre atelier d’intelligence collective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Disposez vos éléments un par un sur une ligne de temps selon vos objectifs, ajustez les détails, et hop, un atelier tout prêt à être exécuté !</a:t>
            </a:r>
          </a:p>
          <a:p>
            <a:pPr marL="0" indent="0">
              <a:buNone/>
            </a:pPr>
            <a:endParaRPr lang="fr-FR" sz="11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Usage recommandé avec des outils de mur virtuel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89DA25F-E029-4E4C-8B85-4FA68E7B0219}"/>
              </a:ext>
            </a:extLst>
          </p:cNvPr>
          <p:cNvGrpSpPr/>
          <p:nvPr/>
        </p:nvGrpSpPr>
        <p:grpSpPr>
          <a:xfrm rot="664616">
            <a:off x="499513" y="1708873"/>
            <a:ext cx="3828305" cy="3841893"/>
            <a:chOff x="6396100" y="499924"/>
            <a:chExt cx="4198786" cy="4213689"/>
          </a:xfrm>
        </p:grpSpPr>
        <p:pic>
          <p:nvPicPr>
            <p:cNvPr id="8" name="Image 7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D3A4B78-5310-4396-B674-8DA9BD533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8841270C-5EDE-4D88-BE46-ADED142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10" name="Image 9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FA6A9A6-6F85-48E6-B554-596FFD821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5605F5-66EE-48E3-B819-DD593B3F1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4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3"/>
    </mc:Choice>
    <mc:Fallback xmlns="">
      <p:transition spd="slow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444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Comment utiliser les #OSG Workshop Design Cards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24ABC4-3623-4F62-9A08-83C94319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6" y="5944150"/>
            <a:ext cx="2574841" cy="67288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1. Avoir clarifié vos objectifs en amont, tracez une ligne représentant la ligne de temps de votre atelier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929D6401-AD07-4C9E-84A1-267C8D0E975B}"/>
              </a:ext>
            </a:extLst>
          </p:cNvPr>
          <p:cNvSpPr/>
          <p:nvPr/>
        </p:nvSpPr>
        <p:spPr>
          <a:xfrm>
            <a:off x="426927" y="1989480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2C751BBF-67D2-458E-9329-79E6807DCA50}"/>
              </a:ext>
            </a:extLst>
          </p:cNvPr>
          <p:cNvSpPr txBox="1">
            <a:spLocks/>
          </p:cNvSpPr>
          <p:nvPr/>
        </p:nvSpPr>
        <p:spPr>
          <a:xfrm>
            <a:off x="6272539" y="5919274"/>
            <a:ext cx="2860631" cy="672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3. Sur les différentes étapes, disposez les cartes qui vous semblent les plus cohérentes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124C65A-2B68-402E-972F-571F1F4FB532}"/>
              </a:ext>
            </a:extLst>
          </p:cNvPr>
          <p:cNvSpPr txBox="1">
            <a:spLocks/>
          </p:cNvSpPr>
          <p:nvPr/>
        </p:nvSpPr>
        <p:spPr>
          <a:xfrm>
            <a:off x="9715500" y="5931550"/>
            <a:ext cx="2319227" cy="648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4. Ajoutez des cartes selon les combinaisons, ajustez les durées, les titres… Faites des essais et complétez avec des commentaires</a:t>
            </a:r>
          </a:p>
        </p:txBody>
      </p:sp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B132B9A-C473-4CF3-9363-F2002AE0B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573" y="1585146"/>
            <a:ext cx="855302" cy="1196487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3BD4A8-F097-4361-B6CB-6D598CCF0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94" y="1585146"/>
            <a:ext cx="855302" cy="1196487"/>
          </a:xfrm>
          <a:prstGeom prst="rect">
            <a:avLst/>
          </a:prstGeom>
        </p:spPr>
      </p:pic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660952-B6B4-4FD4-A484-D9FC5E7FB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1594128"/>
            <a:ext cx="855302" cy="1196487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651DA9E-BC95-40E1-84C0-3866E1EEC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1585146"/>
            <a:ext cx="855302" cy="1196487"/>
          </a:xfrm>
          <a:prstGeom prst="rect">
            <a:avLst/>
          </a:prstGeom>
        </p:spPr>
      </p:pic>
      <p:pic>
        <p:nvPicPr>
          <p:cNvPr id="18" name="Image 17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CA67FB-2F05-4F02-9325-3CCCE4CE0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598" y="1585146"/>
            <a:ext cx="855302" cy="1196487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48DD50-98E0-4D3A-A776-BFA17B7A0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2816996"/>
            <a:ext cx="848996" cy="1187667"/>
          </a:xfrm>
          <a:prstGeom prst="rect">
            <a:avLst/>
          </a:prstGeom>
        </p:spPr>
      </p:pic>
      <p:pic>
        <p:nvPicPr>
          <p:cNvPr id="20" name="Image 19" descr="Une image contenant texte&#10;&#10;Description générée automatiquement">
            <a:extLst>
              <a:ext uri="{FF2B5EF4-FFF2-40B4-BE49-F238E27FC236}">
                <a16:creationId xmlns:a16="http://schemas.microsoft.com/office/drawing/2014/main" id="{E4FD91B5-BD01-4DE4-BF69-DB0FAF58E7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100" y="2816996"/>
            <a:ext cx="848996" cy="1187667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0378EE0-7A74-4400-B052-211A8F3829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2825978"/>
            <a:ext cx="848996" cy="1187667"/>
          </a:xfrm>
          <a:prstGeom prst="rect">
            <a:avLst/>
          </a:prstGeom>
        </p:spPr>
      </p:pic>
      <p:pic>
        <p:nvPicPr>
          <p:cNvPr id="22" name="Image 2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CF25D75-FEF3-4A3C-B48F-0A66E65677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82" y="2816996"/>
            <a:ext cx="855302" cy="1196488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A9EC342-D826-4F40-96D8-461E56D080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951" y="1585146"/>
            <a:ext cx="861722" cy="1205469"/>
          </a:xfrm>
          <a:prstGeom prst="rect">
            <a:avLst/>
          </a:prstGeom>
        </p:spPr>
      </p:pic>
      <p:pic>
        <p:nvPicPr>
          <p:cNvPr id="24" name="Image 2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E71686B-9B22-434F-BC23-68864EA64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370" y="2816996"/>
            <a:ext cx="861722" cy="1205469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016DD945-D3F2-4F80-9597-030B9AF28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995" y="2825978"/>
            <a:ext cx="848996" cy="11876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EF369BF-DBFB-400F-A5E0-2FFA492405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79" y="2816996"/>
            <a:ext cx="848996" cy="118766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D2756B2-CB9C-4412-8C15-65B8C51FFF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904" y="4041561"/>
            <a:ext cx="848996" cy="1187666"/>
          </a:xfrm>
          <a:prstGeom prst="rect">
            <a:avLst/>
          </a:prstGeom>
        </p:spPr>
      </p:pic>
      <p:pic>
        <p:nvPicPr>
          <p:cNvPr id="28" name="Image 27" descr="Une image contenant table&#10;&#10;Description générée automatiquement">
            <a:extLst>
              <a:ext uri="{FF2B5EF4-FFF2-40B4-BE49-F238E27FC236}">
                <a16:creationId xmlns:a16="http://schemas.microsoft.com/office/drawing/2014/main" id="{BC547616-3B5E-44D6-AD09-D3920E704E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16" y="4050543"/>
            <a:ext cx="855302" cy="1196488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8A8056A-80C1-47BB-B445-9B32228FE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269" y="1594128"/>
            <a:ext cx="861722" cy="1205469"/>
          </a:xfrm>
          <a:prstGeom prst="rect">
            <a:avLst/>
          </a:prstGeom>
        </p:spPr>
      </p:pic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BFEA078-9E46-419C-A0AB-AEA1B96B0C93}"/>
              </a:ext>
            </a:extLst>
          </p:cNvPr>
          <p:cNvSpPr/>
          <p:nvPr/>
        </p:nvSpPr>
        <p:spPr>
          <a:xfrm>
            <a:off x="157273" y="6009631"/>
            <a:ext cx="577345" cy="2460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D8A3AE3-2F9B-4BA0-BB25-D76A8CC2BA50}"/>
              </a:ext>
            </a:extLst>
          </p:cNvPr>
          <p:cNvGrpSpPr/>
          <p:nvPr/>
        </p:nvGrpSpPr>
        <p:grpSpPr>
          <a:xfrm rot="664616">
            <a:off x="5859408" y="5792483"/>
            <a:ext cx="750539" cy="753203"/>
            <a:chOff x="6396100" y="499924"/>
            <a:chExt cx="4198786" cy="4213689"/>
          </a:xfrm>
        </p:grpSpPr>
        <p:pic>
          <p:nvPicPr>
            <p:cNvPr id="32" name="Image 31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5DEA66B-4CA1-47DB-AB48-0A5D8921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3" name="Image 3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27604C9-9582-4938-A727-CD12265B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34" name="Image 33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A213B1FD-03F6-4162-82F9-FA262BBB7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35" name="Image 3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B07B10-754F-416D-B3CF-30B1F7D8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36" name="Image 3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913440A-B9D4-4DF7-95EE-1566A32C7A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61" y="4041561"/>
            <a:ext cx="861723" cy="12054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127EE7-7FA4-4B9D-BD9F-FC5913BBFEAD}"/>
              </a:ext>
            </a:extLst>
          </p:cNvPr>
          <p:cNvSpPr/>
          <p:nvPr/>
        </p:nvSpPr>
        <p:spPr>
          <a:xfrm>
            <a:off x="2236468" y="8320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Intro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C1F55D-D09C-4A0C-B622-C150DF7C8906}"/>
              </a:ext>
            </a:extLst>
          </p:cNvPr>
          <p:cNvSpPr/>
          <p:nvPr/>
        </p:nvSpPr>
        <p:spPr>
          <a:xfrm>
            <a:off x="3740012" y="832052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Brainstorming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7362EC-7545-44AA-A622-75BB6CB4332C}"/>
              </a:ext>
            </a:extLst>
          </p:cNvPr>
          <p:cNvSpPr/>
          <p:nvPr/>
        </p:nvSpPr>
        <p:spPr>
          <a:xfrm>
            <a:off x="5702064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Fusion sélection</a:t>
            </a:r>
          </a:p>
          <a:p>
            <a:pPr algn="ctr"/>
            <a:r>
              <a:rPr lang="fr-FR" sz="105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EE8A0C-AFC3-405E-95F6-B1BC383A6211}"/>
              </a:ext>
            </a:extLst>
          </p:cNvPr>
          <p:cNvSpPr/>
          <p:nvPr/>
        </p:nvSpPr>
        <p:spPr>
          <a:xfrm>
            <a:off x="7914740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Détail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E7FB10-40D0-4303-A2AB-FD925CAD7FF6}"/>
              </a:ext>
            </a:extLst>
          </p:cNvPr>
          <p:cNvSpPr/>
          <p:nvPr/>
        </p:nvSpPr>
        <p:spPr>
          <a:xfrm>
            <a:off x="9310105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Plan d’action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5FA883-A7C5-4597-B2F2-66A4327DEC35}"/>
              </a:ext>
            </a:extLst>
          </p:cNvPr>
          <p:cNvSpPr/>
          <p:nvPr/>
        </p:nvSpPr>
        <p:spPr>
          <a:xfrm>
            <a:off x="10680621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Clôture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6639BD4F-19FC-48CF-ADFE-249C8B8E4B89}"/>
              </a:ext>
            </a:extLst>
          </p:cNvPr>
          <p:cNvSpPr txBox="1">
            <a:spLocks/>
          </p:cNvSpPr>
          <p:nvPr/>
        </p:nvSpPr>
        <p:spPr>
          <a:xfrm>
            <a:off x="4095272" y="5919273"/>
            <a:ext cx="1353942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2. Posez vos grandes étapes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FC2440-ED34-47E7-B0FF-CC63A634F4EF}"/>
              </a:ext>
            </a:extLst>
          </p:cNvPr>
          <p:cNvSpPr/>
          <p:nvPr/>
        </p:nvSpPr>
        <p:spPr>
          <a:xfrm>
            <a:off x="3576647" y="5855154"/>
            <a:ext cx="586296" cy="5471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78AB33-00BA-4F03-BF80-2B3073FC0FAE}"/>
              </a:ext>
            </a:extLst>
          </p:cNvPr>
          <p:cNvSpPr/>
          <p:nvPr/>
        </p:nvSpPr>
        <p:spPr>
          <a:xfrm>
            <a:off x="2507529" y="406627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FB175A-117B-4166-BA3A-BF9F5819C1C6}"/>
              </a:ext>
            </a:extLst>
          </p:cNvPr>
          <p:cNvSpPr/>
          <p:nvPr/>
        </p:nvSpPr>
        <p:spPr>
          <a:xfrm>
            <a:off x="3869466" y="530235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0F979C-5C4D-4CF2-8082-6EBC2C45EF99}"/>
              </a:ext>
            </a:extLst>
          </p:cNvPr>
          <p:cNvSpPr/>
          <p:nvPr/>
        </p:nvSpPr>
        <p:spPr>
          <a:xfrm>
            <a:off x="5641718" y="411068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866FA5-37C2-404D-8743-EA3C1E03F375}"/>
              </a:ext>
            </a:extLst>
          </p:cNvPr>
          <p:cNvSpPr/>
          <p:nvPr/>
        </p:nvSpPr>
        <p:spPr>
          <a:xfrm>
            <a:off x="7938818" y="530392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9EB2C3-9CB2-44EE-A845-405CE79A4E64}"/>
              </a:ext>
            </a:extLst>
          </p:cNvPr>
          <p:cNvSpPr/>
          <p:nvPr/>
        </p:nvSpPr>
        <p:spPr>
          <a:xfrm>
            <a:off x="9333291" y="5326787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3ADA18-F752-4A2C-993C-D143F3D0BAF2}"/>
              </a:ext>
            </a:extLst>
          </p:cNvPr>
          <p:cNvSpPr/>
          <p:nvPr/>
        </p:nvSpPr>
        <p:spPr>
          <a:xfrm>
            <a:off x="10680621" y="4076312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6E50A0-861C-44BE-A9A9-4B1070452EC2}"/>
              </a:ext>
            </a:extLst>
          </p:cNvPr>
          <p:cNvSpPr/>
          <p:nvPr/>
        </p:nvSpPr>
        <p:spPr>
          <a:xfrm>
            <a:off x="9404041" y="5965243"/>
            <a:ext cx="384393" cy="465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AE863-25C0-410D-92E3-BA0E457B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A8BD55B3-2D49-4DF7-ABB3-9D80FB98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9" y="1975471"/>
            <a:ext cx="3279407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Les cartes sont divisées en 6 catégories décrivant les règles d’ateliers.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Chaque famille vous aide à décrire l’atelier que vous souhaitez créer ou des aspects particuliers de ces ateliers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DFAB9945-F1A8-4C21-BD27-B9D166E5077A}"/>
              </a:ext>
            </a:extLst>
          </p:cNvPr>
          <p:cNvGrpSpPr/>
          <p:nvPr/>
        </p:nvGrpSpPr>
        <p:grpSpPr>
          <a:xfrm>
            <a:off x="9239794" y="799011"/>
            <a:ext cx="1854926" cy="2629989"/>
            <a:chOff x="9239794" y="799011"/>
            <a:chExt cx="1854926" cy="26299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50FF2D-771C-4935-8749-24F3218C4FDA}"/>
                </a:ext>
              </a:extLst>
            </p:cNvPr>
            <p:cNvSpPr/>
            <p:nvPr/>
          </p:nvSpPr>
          <p:spPr>
            <a:xfrm>
              <a:off x="9239794" y="799011"/>
              <a:ext cx="1854926" cy="2629989"/>
            </a:xfrm>
            <a:prstGeom prst="rect">
              <a:avLst/>
            </a:prstGeom>
            <a:solidFill>
              <a:srgbClr val="93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Modèle visuel</a:t>
              </a:r>
            </a:p>
            <a:p>
              <a:pPr algn="ctr"/>
              <a:endParaRPr lang="fr-FR" dirty="0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0E860BF-0100-4468-A595-B392B7899B85}"/>
                </a:ext>
              </a:extLst>
            </p:cNvPr>
            <p:cNvGrpSpPr/>
            <p:nvPr/>
          </p:nvGrpSpPr>
          <p:grpSpPr>
            <a:xfrm>
              <a:off x="9522037" y="1800718"/>
              <a:ext cx="1290440" cy="626574"/>
              <a:chOff x="284241" y="407098"/>
              <a:chExt cx="3661166" cy="1777681"/>
            </a:xfrm>
            <a:solidFill>
              <a:schemeClr val="bg1"/>
            </a:solidFill>
          </p:grpSpPr>
          <p:pic>
            <p:nvPicPr>
              <p:cNvPr id="21" name="Graphique 20" descr="Œil avec un remplissage uni">
                <a:extLst>
                  <a:ext uri="{FF2B5EF4-FFF2-40B4-BE49-F238E27FC236}">
                    <a16:creationId xmlns:a16="http://schemas.microsoft.com/office/drawing/2014/main" id="{7D4B03F8-AB06-4A95-BC0D-0075707B5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4241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2" name="Graphique 21" descr="Œil avec un remplissage uni">
                <a:extLst>
                  <a:ext uri="{FF2B5EF4-FFF2-40B4-BE49-F238E27FC236}">
                    <a16:creationId xmlns:a16="http://schemas.microsoft.com/office/drawing/2014/main" id="{605D2A92-8A16-4F2A-96D3-2F48FD7F1D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582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3" name="Graphique 22" descr="Œil avec un remplissage uni">
                <a:extLst>
                  <a:ext uri="{FF2B5EF4-FFF2-40B4-BE49-F238E27FC236}">
                    <a16:creationId xmlns:a16="http://schemas.microsoft.com/office/drawing/2014/main" id="{561F8E9B-94B4-4774-B0B3-FCAD6CEB5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66046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4" name="Graphique 23" descr="Œil avec un remplissage uni">
                <a:extLst>
                  <a:ext uri="{FF2B5EF4-FFF2-40B4-BE49-F238E27FC236}">
                    <a16:creationId xmlns:a16="http://schemas.microsoft.com/office/drawing/2014/main" id="{D029FA5D-209C-4155-A4E0-22D560F26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15387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5" name="Graphique 24" descr="Œil avec un remplissage uni">
                <a:extLst>
                  <a:ext uri="{FF2B5EF4-FFF2-40B4-BE49-F238E27FC236}">
                    <a16:creationId xmlns:a16="http://schemas.microsoft.com/office/drawing/2014/main" id="{F06F7062-04B7-4D4F-BD49-50832EA40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74458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6" name="Graphique 25" descr="Œil avec un remplissage uni">
                <a:extLst>
                  <a:ext uri="{FF2B5EF4-FFF2-40B4-BE49-F238E27FC236}">
                    <a16:creationId xmlns:a16="http://schemas.microsoft.com/office/drawing/2014/main" id="{B3C405B8-A6F5-4F7F-A761-0465E7BF9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23799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7" name="Graphique 26" descr="Aide avec un remplissage uni">
                <a:extLst>
                  <a:ext uri="{FF2B5EF4-FFF2-40B4-BE49-F238E27FC236}">
                    <a16:creationId xmlns:a16="http://schemas.microsoft.com/office/drawing/2014/main" id="{0BA3F910-A332-4A46-8026-9338B2BA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629018" y="6340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8" name="Flèche : droite 27">
                <a:extLst>
                  <a:ext uri="{FF2B5EF4-FFF2-40B4-BE49-F238E27FC236}">
                    <a16:creationId xmlns:a16="http://schemas.microsoft.com/office/drawing/2014/main" id="{36AE2526-AE6E-42D3-ABAB-EFE73CC508F9}"/>
                  </a:ext>
                </a:extLst>
              </p:cNvPr>
              <p:cNvSpPr/>
              <p:nvPr/>
            </p:nvSpPr>
            <p:spPr>
              <a:xfrm rot="8771669">
                <a:off x="2528589" y="692427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Flèche : droite 28">
                <a:extLst>
                  <a:ext uri="{FF2B5EF4-FFF2-40B4-BE49-F238E27FC236}">
                    <a16:creationId xmlns:a16="http://schemas.microsoft.com/office/drawing/2014/main" id="{B5C6064E-FFDD-4DC9-A198-A14409D7CF51}"/>
                  </a:ext>
                </a:extLst>
              </p:cNvPr>
              <p:cNvSpPr/>
              <p:nvPr/>
            </p:nvSpPr>
            <p:spPr>
              <a:xfrm rot="16200000">
                <a:off x="1901366" y="1492768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Flèche : droite 29">
                <a:extLst>
                  <a:ext uri="{FF2B5EF4-FFF2-40B4-BE49-F238E27FC236}">
                    <a16:creationId xmlns:a16="http://schemas.microsoft.com/office/drawing/2014/main" id="{D0732466-7FE2-40BD-A9A9-79025552FBB7}"/>
                  </a:ext>
                </a:extLst>
              </p:cNvPr>
              <p:cNvSpPr/>
              <p:nvPr/>
            </p:nvSpPr>
            <p:spPr>
              <a:xfrm rot="2098502">
                <a:off x="1285224" y="647591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E6514BD8-8902-4EE9-A07A-9E2FAB7F7DA8}"/>
              </a:ext>
            </a:extLst>
          </p:cNvPr>
          <p:cNvGrpSpPr/>
          <p:nvPr/>
        </p:nvGrpSpPr>
        <p:grpSpPr>
          <a:xfrm>
            <a:off x="7263864" y="799011"/>
            <a:ext cx="1854926" cy="2629989"/>
            <a:chOff x="7271657" y="799012"/>
            <a:chExt cx="1854926" cy="2629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FAFB25-998C-4D57-A97A-AA977A1ECF89}"/>
                </a:ext>
              </a:extLst>
            </p:cNvPr>
            <p:cNvSpPr/>
            <p:nvPr/>
          </p:nvSpPr>
          <p:spPr>
            <a:xfrm>
              <a:off x="7271657" y="799012"/>
              <a:ext cx="1854926" cy="2629989"/>
            </a:xfrm>
            <a:prstGeom prst="rect">
              <a:avLst/>
            </a:prstGeom>
            <a:solidFill>
              <a:srgbClr val="F16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Configuration</a:t>
              </a:r>
            </a:p>
            <a:p>
              <a:pPr algn="ctr"/>
              <a:endParaRPr lang="fr-FR" dirty="0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BD02B8DA-6C72-4F8F-9145-AB9E2D45FCFF}"/>
                </a:ext>
              </a:extLst>
            </p:cNvPr>
            <p:cNvGrpSpPr/>
            <p:nvPr/>
          </p:nvGrpSpPr>
          <p:grpSpPr>
            <a:xfrm>
              <a:off x="7490192" y="1786482"/>
              <a:ext cx="1444839" cy="566441"/>
              <a:chOff x="300929" y="626311"/>
              <a:chExt cx="3334766" cy="1307376"/>
            </a:xfrm>
            <a:solidFill>
              <a:schemeClr val="bg1"/>
            </a:solidFill>
          </p:grpSpPr>
          <p:pic>
            <p:nvPicPr>
              <p:cNvPr id="32" name="Graphique 31" descr="Héros avec un remplissage uni">
                <a:extLst>
                  <a:ext uri="{FF2B5EF4-FFF2-40B4-BE49-F238E27FC236}">
                    <a16:creationId xmlns:a16="http://schemas.microsoft.com/office/drawing/2014/main" id="{5645E40C-DB8D-43C5-9AF8-FB0D3AF6E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328319" y="626311"/>
                <a:ext cx="1307376" cy="1307376"/>
              </a:xfrm>
              <a:prstGeom prst="rect">
                <a:avLst/>
              </a:prstGeom>
            </p:spPr>
          </p:pic>
          <p:pic>
            <p:nvPicPr>
              <p:cNvPr id="33" name="Graphique 32" descr="Personne confuse avec un remplissage uni">
                <a:extLst>
                  <a:ext uri="{FF2B5EF4-FFF2-40B4-BE49-F238E27FC236}">
                    <a16:creationId xmlns:a16="http://schemas.microsoft.com/office/drawing/2014/main" id="{B645FDBF-EA56-42E7-89BD-77BEFC045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0929" y="660773"/>
                <a:ext cx="1238451" cy="1238451"/>
              </a:xfrm>
              <a:prstGeom prst="rect">
                <a:avLst/>
              </a:prstGeom>
            </p:spPr>
          </p:pic>
          <p:pic>
            <p:nvPicPr>
              <p:cNvPr id="34" name="Graphique 33" descr="Aide avec un remplissage uni">
                <a:extLst>
                  <a:ext uri="{FF2B5EF4-FFF2-40B4-BE49-F238E27FC236}">
                    <a16:creationId xmlns:a16="http://schemas.microsoft.com/office/drawing/2014/main" id="{21853BA5-031F-4765-9959-12775E0A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0032" y="68052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E0373AF8-6466-4E56-A2B6-19C6C9B60BA5}"/>
              </a:ext>
            </a:extLst>
          </p:cNvPr>
          <p:cNvGrpSpPr/>
          <p:nvPr/>
        </p:nvGrpSpPr>
        <p:grpSpPr>
          <a:xfrm>
            <a:off x="9239794" y="3533541"/>
            <a:ext cx="1854926" cy="2629989"/>
            <a:chOff x="5303520" y="799013"/>
            <a:chExt cx="1854926" cy="26299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DEF7F6-E415-40E0-9380-6451D1B1E597}"/>
                </a:ext>
              </a:extLst>
            </p:cNvPr>
            <p:cNvSpPr/>
            <p:nvPr/>
          </p:nvSpPr>
          <p:spPr>
            <a:xfrm>
              <a:off x="5303520" y="799013"/>
              <a:ext cx="1854926" cy="2629989"/>
            </a:xfrm>
            <a:prstGeom prst="rect">
              <a:avLst/>
            </a:prstGeom>
            <a:solidFill>
              <a:srgbClr val="FFA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Type d’activités</a:t>
              </a:r>
            </a:p>
            <a:p>
              <a:pPr algn="ctr"/>
              <a:endParaRPr lang="fr-FR" dirty="0"/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E712B889-8068-426A-AD42-917DEFBC85B8}"/>
                </a:ext>
              </a:extLst>
            </p:cNvPr>
            <p:cNvGrpSpPr/>
            <p:nvPr/>
          </p:nvGrpSpPr>
          <p:grpSpPr>
            <a:xfrm>
              <a:off x="5503946" y="1683762"/>
              <a:ext cx="1467684" cy="771880"/>
              <a:chOff x="377658" y="300868"/>
              <a:chExt cx="3371310" cy="1773029"/>
            </a:xfrm>
            <a:solidFill>
              <a:schemeClr val="bg1"/>
            </a:solidFill>
          </p:grpSpPr>
          <p:pic>
            <p:nvPicPr>
              <p:cNvPr id="35" name="Graphique 34" descr="Bulle de pensée avec un remplissage uni">
                <a:extLst>
                  <a:ext uri="{FF2B5EF4-FFF2-40B4-BE49-F238E27FC236}">
                    <a16:creationId xmlns:a16="http://schemas.microsoft.com/office/drawing/2014/main" id="{9EB26610-C96D-4801-B3CF-3C219CC2F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989655" y="318667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6" name="Graphique 35" descr="Aide avec un remplissage uni">
                <a:extLst>
                  <a:ext uri="{FF2B5EF4-FFF2-40B4-BE49-F238E27FC236}">
                    <a16:creationId xmlns:a16="http://schemas.microsoft.com/office/drawing/2014/main" id="{7953C303-6764-4818-AD3A-40ECBBB4B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88934" y="7531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7" name="Graphique 36" descr="Lumières allumées avec un remplissage uni">
                <a:extLst>
                  <a:ext uri="{FF2B5EF4-FFF2-40B4-BE49-F238E27FC236}">
                    <a16:creationId xmlns:a16="http://schemas.microsoft.com/office/drawing/2014/main" id="{D62075FF-8EDD-45B9-9B39-38F42440D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77658" y="300868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8" name="Graphique 37" descr="Document avec un remplissage uni">
                <a:extLst>
                  <a:ext uri="{FF2B5EF4-FFF2-40B4-BE49-F238E27FC236}">
                    <a16:creationId xmlns:a16="http://schemas.microsoft.com/office/drawing/2014/main" id="{6E7D0C6E-CED4-478A-9D1A-862D3CC92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969389" y="1479464"/>
                <a:ext cx="594433" cy="594433"/>
              </a:xfrm>
              <a:prstGeom prst="rect">
                <a:avLst/>
              </a:prstGeom>
            </p:spPr>
          </p:pic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584F696E-B057-48F0-BD5D-84115B930566}"/>
                  </a:ext>
                </a:extLst>
              </p:cNvPr>
              <p:cNvGrpSpPr/>
              <p:nvPr/>
            </p:nvGrpSpPr>
            <p:grpSpPr>
              <a:xfrm>
                <a:off x="593644" y="1378068"/>
                <a:ext cx="445506" cy="619997"/>
                <a:chOff x="928941" y="1083787"/>
                <a:chExt cx="764213" cy="1063531"/>
              </a:xfrm>
              <a:grpFill/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22EF983-1768-4FDF-A2C7-CFF3DA087787}"/>
                    </a:ext>
                  </a:extLst>
                </p:cNvPr>
                <p:cNvSpPr/>
                <p:nvPr/>
              </p:nvSpPr>
              <p:spPr>
                <a:xfrm>
                  <a:off x="1367902" y="1258707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54BF9EB-8303-4603-99E1-D512CBBCBFFA}"/>
                    </a:ext>
                  </a:extLst>
                </p:cNvPr>
                <p:cNvSpPr/>
                <p:nvPr/>
              </p:nvSpPr>
              <p:spPr>
                <a:xfrm>
                  <a:off x="1366680" y="1585858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EE8C622-0241-45E9-9FB5-43B5609A0100}"/>
                    </a:ext>
                  </a:extLst>
                </p:cNvPr>
                <p:cNvSpPr/>
                <p:nvPr/>
              </p:nvSpPr>
              <p:spPr>
                <a:xfrm>
                  <a:off x="1069550" y="1134646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6914FD4-E07D-45F1-8FCC-72719852A044}"/>
                    </a:ext>
                  </a:extLst>
                </p:cNvPr>
                <p:cNvSpPr/>
                <p:nvPr/>
              </p:nvSpPr>
              <p:spPr>
                <a:xfrm>
                  <a:off x="1045262" y="1490814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5F1195D-73F7-4071-99AD-BC6DD0D6CB0D}"/>
                    </a:ext>
                  </a:extLst>
                </p:cNvPr>
                <p:cNvSpPr/>
                <p:nvPr/>
              </p:nvSpPr>
              <p:spPr>
                <a:xfrm>
                  <a:off x="1105408" y="1845060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Forme libre : forme 44">
                  <a:extLst>
                    <a:ext uri="{FF2B5EF4-FFF2-40B4-BE49-F238E27FC236}">
                      <a16:creationId xmlns:a16="http://schemas.microsoft.com/office/drawing/2014/main" id="{38816BBB-7C6B-498C-AEE3-4DF50DF00157}"/>
                    </a:ext>
                  </a:extLst>
                </p:cNvPr>
                <p:cNvSpPr/>
                <p:nvPr/>
              </p:nvSpPr>
              <p:spPr>
                <a:xfrm>
                  <a:off x="928941" y="1083787"/>
                  <a:ext cx="764213" cy="1063531"/>
                </a:xfrm>
                <a:custGeom>
                  <a:avLst/>
                  <a:gdLst>
                    <a:gd name="connsiteX0" fmla="*/ 981075 w 1143000"/>
                    <a:gd name="connsiteY0" fmla="*/ 0 h 1590675"/>
                    <a:gd name="connsiteX1" fmla="*/ 781050 w 1143000"/>
                    <a:gd name="connsiteY1" fmla="*/ 19050 h 1590675"/>
                    <a:gd name="connsiteX2" fmla="*/ 571500 w 1143000"/>
                    <a:gd name="connsiteY2" fmla="*/ 47625 h 1590675"/>
                    <a:gd name="connsiteX3" fmla="*/ 400050 w 1143000"/>
                    <a:gd name="connsiteY3" fmla="*/ 66675 h 1590675"/>
                    <a:gd name="connsiteX4" fmla="*/ 104775 w 1143000"/>
                    <a:gd name="connsiteY4" fmla="*/ 228600 h 1590675"/>
                    <a:gd name="connsiteX5" fmla="*/ 19050 w 1143000"/>
                    <a:gd name="connsiteY5" fmla="*/ 381000 h 1590675"/>
                    <a:gd name="connsiteX6" fmla="*/ 0 w 1143000"/>
                    <a:gd name="connsiteY6" fmla="*/ 533400 h 1590675"/>
                    <a:gd name="connsiteX7" fmla="*/ 19050 w 1143000"/>
                    <a:gd name="connsiteY7" fmla="*/ 857250 h 1590675"/>
                    <a:gd name="connsiteX8" fmla="*/ 76200 w 1143000"/>
                    <a:gd name="connsiteY8" fmla="*/ 1038225 h 1590675"/>
                    <a:gd name="connsiteX9" fmla="*/ 238125 w 1143000"/>
                    <a:gd name="connsiteY9" fmla="*/ 1362075 h 1590675"/>
                    <a:gd name="connsiteX10" fmla="*/ 304800 w 1143000"/>
                    <a:gd name="connsiteY10" fmla="*/ 1438275 h 1590675"/>
                    <a:gd name="connsiteX11" fmla="*/ 371475 w 1143000"/>
                    <a:gd name="connsiteY11" fmla="*/ 1495425 h 1590675"/>
                    <a:gd name="connsiteX12" fmla="*/ 552450 w 1143000"/>
                    <a:gd name="connsiteY12" fmla="*/ 1590675 h 1590675"/>
                    <a:gd name="connsiteX13" fmla="*/ 876300 w 1143000"/>
                    <a:gd name="connsiteY13" fmla="*/ 1533525 h 1590675"/>
                    <a:gd name="connsiteX14" fmla="*/ 952500 w 1143000"/>
                    <a:gd name="connsiteY14" fmla="*/ 1466850 h 1590675"/>
                    <a:gd name="connsiteX15" fmla="*/ 1104900 w 1143000"/>
                    <a:gd name="connsiteY15" fmla="*/ 1257300 h 1590675"/>
                    <a:gd name="connsiteX16" fmla="*/ 1143000 w 1143000"/>
                    <a:gd name="connsiteY16" fmla="*/ 1143000 h 1590675"/>
                    <a:gd name="connsiteX17" fmla="*/ 1133475 w 1143000"/>
                    <a:gd name="connsiteY17" fmla="*/ 838200 h 1590675"/>
                    <a:gd name="connsiteX18" fmla="*/ 1095375 w 1143000"/>
                    <a:gd name="connsiteY18" fmla="*/ 609600 h 1590675"/>
                    <a:gd name="connsiteX19" fmla="*/ 1047750 w 1143000"/>
                    <a:gd name="connsiteY19" fmla="*/ 466725 h 1590675"/>
                    <a:gd name="connsiteX20" fmla="*/ 1019175 w 1143000"/>
                    <a:gd name="connsiteY20" fmla="*/ 361950 h 1590675"/>
                    <a:gd name="connsiteX21" fmla="*/ 962025 w 1143000"/>
                    <a:gd name="connsiteY21" fmla="*/ 219075 h 1590675"/>
                    <a:gd name="connsiteX22" fmla="*/ 923925 w 1143000"/>
                    <a:gd name="connsiteY22" fmla="*/ 152400 h 1590675"/>
                    <a:gd name="connsiteX23" fmla="*/ 866775 w 1143000"/>
                    <a:gd name="connsiteY23" fmla="*/ 95250 h 1590675"/>
                    <a:gd name="connsiteX24" fmla="*/ 809625 w 1143000"/>
                    <a:gd name="connsiteY24" fmla="*/ 66675 h 1590675"/>
                    <a:gd name="connsiteX25" fmla="*/ 781050 w 1143000"/>
                    <a:gd name="connsiteY25" fmla="*/ 47625 h 1590675"/>
                    <a:gd name="connsiteX26" fmla="*/ 685800 w 1143000"/>
                    <a:gd name="connsiteY26" fmla="*/ 19050 h 1590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3000" h="1590675">
                      <a:moveTo>
                        <a:pt x="981075" y="0"/>
                      </a:moveTo>
                      <a:cubicBezTo>
                        <a:pt x="914400" y="6350"/>
                        <a:pt x="847578" y="11314"/>
                        <a:pt x="781050" y="19050"/>
                      </a:cubicBezTo>
                      <a:cubicBezTo>
                        <a:pt x="711025" y="27192"/>
                        <a:pt x="641452" y="38881"/>
                        <a:pt x="571500" y="47625"/>
                      </a:cubicBezTo>
                      <a:cubicBezTo>
                        <a:pt x="514442" y="54757"/>
                        <a:pt x="457200" y="60325"/>
                        <a:pt x="400050" y="66675"/>
                      </a:cubicBezTo>
                      <a:cubicBezTo>
                        <a:pt x="271292" y="114112"/>
                        <a:pt x="192280" y="120261"/>
                        <a:pt x="104775" y="228600"/>
                      </a:cubicBezTo>
                      <a:cubicBezTo>
                        <a:pt x="68152" y="273942"/>
                        <a:pt x="47625" y="330200"/>
                        <a:pt x="19050" y="381000"/>
                      </a:cubicBezTo>
                      <a:cubicBezTo>
                        <a:pt x="12700" y="431800"/>
                        <a:pt x="0" y="482205"/>
                        <a:pt x="0" y="533400"/>
                      </a:cubicBezTo>
                      <a:cubicBezTo>
                        <a:pt x="0" y="641537"/>
                        <a:pt x="2910" y="750325"/>
                        <a:pt x="19050" y="857250"/>
                      </a:cubicBezTo>
                      <a:cubicBezTo>
                        <a:pt x="28492" y="919803"/>
                        <a:pt x="53679" y="979108"/>
                        <a:pt x="76200" y="1038225"/>
                      </a:cubicBezTo>
                      <a:cubicBezTo>
                        <a:pt x="123734" y="1163001"/>
                        <a:pt x="162087" y="1258880"/>
                        <a:pt x="238125" y="1362075"/>
                      </a:cubicBezTo>
                      <a:cubicBezTo>
                        <a:pt x="258146" y="1389246"/>
                        <a:pt x="280935" y="1414410"/>
                        <a:pt x="304800" y="1438275"/>
                      </a:cubicBezTo>
                      <a:cubicBezTo>
                        <a:pt x="325498" y="1458973"/>
                        <a:pt x="347655" y="1478411"/>
                        <a:pt x="371475" y="1495425"/>
                      </a:cubicBezTo>
                      <a:cubicBezTo>
                        <a:pt x="498031" y="1585822"/>
                        <a:pt x="459262" y="1572037"/>
                        <a:pt x="552450" y="1590675"/>
                      </a:cubicBezTo>
                      <a:cubicBezTo>
                        <a:pt x="660400" y="1571625"/>
                        <a:pt x="771583" y="1565937"/>
                        <a:pt x="876300" y="1533525"/>
                      </a:cubicBezTo>
                      <a:cubicBezTo>
                        <a:pt x="908542" y="1523545"/>
                        <a:pt x="928635" y="1490715"/>
                        <a:pt x="952500" y="1466850"/>
                      </a:cubicBezTo>
                      <a:cubicBezTo>
                        <a:pt x="1023109" y="1396241"/>
                        <a:pt x="1062781" y="1349197"/>
                        <a:pt x="1104900" y="1257300"/>
                      </a:cubicBezTo>
                      <a:cubicBezTo>
                        <a:pt x="1121633" y="1220791"/>
                        <a:pt x="1130300" y="1181100"/>
                        <a:pt x="1143000" y="1143000"/>
                      </a:cubicBezTo>
                      <a:cubicBezTo>
                        <a:pt x="1139825" y="1041400"/>
                        <a:pt x="1140237" y="939624"/>
                        <a:pt x="1133475" y="838200"/>
                      </a:cubicBezTo>
                      <a:cubicBezTo>
                        <a:pt x="1132377" y="821731"/>
                        <a:pt x="1102047" y="634384"/>
                        <a:pt x="1095375" y="609600"/>
                      </a:cubicBezTo>
                      <a:cubicBezTo>
                        <a:pt x="1082324" y="561125"/>
                        <a:pt x="1062513" y="514706"/>
                        <a:pt x="1047750" y="466725"/>
                      </a:cubicBezTo>
                      <a:cubicBezTo>
                        <a:pt x="1037104" y="432125"/>
                        <a:pt x="1029577" y="396624"/>
                        <a:pt x="1019175" y="361950"/>
                      </a:cubicBezTo>
                      <a:cubicBezTo>
                        <a:pt x="997592" y="290008"/>
                        <a:pt x="994364" y="279132"/>
                        <a:pt x="962025" y="219075"/>
                      </a:cubicBezTo>
                      <a:cubicBezTo>
                        <a:pt x="949889" y="196537"/>
                        <a:pt x="939532" y="172689"/>
                        <a:pt x="923925" y="152400"/>
                      </a:cubicBezTo>
                      <a:cubicBezTo>
                        <a:pt x="907499" y="131046"/>
                        <a:pt x="890872" y="107298"/>
                        <a:pt x="866775" y="95250"/>
                      </a:cubicBezTo>
                      <a:cubicBezTo>
                        <a:pt x="847725" y="85725"/>
                        <a:pt x="828243" y="77018"/>
                        <a:pt x="809625" y="66675"/>
                      </a:cubicBezTo>
                      <a:cubicBezTo>
                        <a:pt x="799618" y="61116"/>
                        <a:pt x="791808" y="51537"/>
                        <a:pt x="781050" y="47625"/>
                      </a:cubicBezTo>
                      <a:cubicBezTo>
                        <a:pt x="628723" y="-7767"/>
                        <a:pt x="747043" y="49671"/>
                        <a:pt x="685800" y="19050"/>
                      </a:cubicBezTo>
                    </a:path>
                  </a:pathLst>
                </a:custGeom>
                <a:grpFill/>
                <a:ln w="38100"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7DFB24C6-63E4-4293-8021-3214186FC388}"/>
              </a:ext>
            </a:extLst>
          </p:cNvPr>
          <p:cNvGrpSpPr/>
          <p:nvPr/>
        </p:nvGrpSpPr>
        <p:grpSpPr>
          <a:xfrm>
            <a:off x="5287935" y="799011"/>
            <a:ext cx="1854926" cy="2629989"/>
            <a:chOff x="7271657" y="3524795"/>
            <a:chExt cx="1854926" cy="26299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34868F-345D-457D-9430-6BC0C74B4BB3}"/>
                </a:ext>
              </a:extLst>
            </p:cNvPr>
            <p:cNvSpPr/>
            <p:nvPr/>
          </p:nvSpPr>
          <p:spPr>
            <a:xfrm>
              <a:off x="7271657" y="3524795"/>
              <a:ext cx="1854926" cy="2629989"/>
            </a:xfrm>
            <a:prstGeom prst="rect">
              <a:avLst/>
            </a:prstGeom>
            <a:solidFill>
              <a:srgbClr val="F1CE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Outils et espaces</a:t>
              </a:r>
            </a:p>
            <a:p>
              <a:pPr algn="ctr"/>
              <a:endParaRPr lang="fr-FR" dirty="0"/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AB88E66D-24B8-476C-BC9E-9BE9037BC07D}"/>
                </a:ext>
              </a:extLst>
            </p:cNvPr>
            <p:cNvGrpSpPr/>
            <p:nvPr/>
          </p:nvGrpSpPr>
          <p:grpSpPr>
            <a:xfrm>
              <a:off x="7374617" y="4147475"/>
              <a:ext cx="1662699" cy="884423"/>
              <a:chOff x="296730" y="274977"/>
              <a:chExt cx="3454015" cy="1837260"/>
            </a:xfrm>
            <a:solidFill>
              <a:schemeClr val="bg1"/>
            </a:solidFill>
          </p:grpSpPr>
          <p:pic>
            <p:nvPicPr>
              <p:cNvPr id="47" name="Graphique 46" descr="Aide avec un remplissage uni">
                <a:extLst>
                  <a:ext uri="{FF2B5EF4-FFF2-40B4-BE49-F238E27FC236}">
                    <a16:creationId xmlns:a16="http://schemas.microsoft.com/office/drawing/2014/main" id="{88DE3F85-93D9-4112-9849-655DF6623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45579" y="697610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CD76A474-6881-4BA2-8549-6B38E700D856}"/>
                  </a:ext>
                </a:extLst>
              </p:cNvPr>
              <p:cNvGrpSpPr/>
              <p:nvPr/>
            </p:nvGrpSpPr>
            <p:grpSpPr>
              <a:xfrm>
                <a:off x="2765333" y="278879"/>
                <a:ext cx="976111" cy="689789"/>
                <a:chOff x="10418956" y="841417"/>
                <a:chExt cx="1472754" cy="1040752"/>
              </a:xfrm>
              <a:grpFill/>
            </p:grpSpPr>
            <p:grpSp>
              <p:nvGrpSpPr>
                <p:cNvPr id="49" name="Groupe 48">
                  <a:extLst>
                    <a:ext uri="{FF2B5EF4-FFF2-40B4-BE49-F238E27FC236}">
                      <a16:creationId xmlns:a16="http://schemas.microsoft.com/office/drawing/2014/main" id="{920182A8-B686-43F6-8B70-EAC8FE2C67F8}"/>
                    </a:ext>
                  </a:extLst>
                </p:cNvPr>
                <p:cNvGrpSpPr/>
                <p:nvPr/>
              </p:nvGrpSpPr>
              <p:grpSpPr>
                <a:xfrm rot="19766643">
                  <a:off x="10418956" y="967769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6" name="Graphique 55" descr="Carte à jouer avec un remplissage uni">
                    <a:extLst>
                      <a:ext uri="{FF2B5EF4-FFF2-40B4-BE49-F238E27FC236}">
                        <a16:creationId xmlns:a16="http://schemas.microsoft.com/office/drawing/2014/main" id="{B4764E6D-D4CD-4017-A779-82E74C3F90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4CB37D4-7102-45DB-826C-AEA9AD934DB1}"/>
                      </a:ext>
                    </a:extLst>
                  </p:cNvPr>
                  <p:cNvSpPr/>
                  <p:nvPr/>
                </p:nvSpPr>
                <p:spPr>
                  <a:xfrm>
                    <a:off x="8748713" y="719138"/>
                    <a:ext cx="342900" cy="5572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id="{4C5691F3-F590-420B-94D2-378FCD23E009}"/>
                    </a:ext>
                  </a:extLst>
                </p:cNvPr>
                <p:cNvGrpSpPr/>
                <p:nvPr/>
              </p:nvGrpSpPr>
              <p:grpSpPr>
                <a:xfrm>
                  <a:off x="10717267" y="841417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4" name="Graphique 53" descr="Carte à jouer avec un remplissage uni">
                    <a:extLst>
                      <a:ext uri="{FF2B5EF4-FFF2-40B4-BE49-F238E27FC236}">
                        <a16:creationId xmlns:a16="http://schemas.microsoft.com/office/drawing/2014/main" id="{65DF0899-BEB6-4C60-8F09-92C73FBB18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7779743-D558-43C6-B8A2-644C3DC16040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1" name="Groupe 50">
                  <a:extLst>
                    <a:ext uri="{FF2B5EF4-FFF2-40B4-BE49-F238E27FC236}">
                      <a16:creationId xmlns:a16="http://schemas.microsoft.com/office/drawing/2014/main" id="{21A21AB6-E00B-4E96-9502-CBE63A60A1F8}"/>
                    </a:ext>
                  </a:extLst>
                </p:cNvPr>
                <p:cNvGrpSpPr/>
                <p:nvPr/>
              </p:nvGrpSpPr>
              <p:grpSpPr>
                <a:xfrm rot="1566252">
                  <a:off x="10977310" y="893806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2" name="Graphique 51" descr="Carte à jouer avec un remplissage uni">
                    <a:extLst>
                      <a:ext uri="{FF2B5EF4-FFF2-40B4-BE49-F238E27FC236}">
                        <a16:creationId xmlns:a16="http://schemas.microsoft.com/office/drawing/2014/main" id="{18F12044-0AFC-4E97-81A1-AC9AAACCE8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A4EF72C-0153-403B-A53C-D1FCE074965C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9AF92ED0-A544-4B33-85FC-42BAAC6C660C}"/>
                  </a:ext>
                </a:extLst>
              </p:cNvPr>
              <p:cNvGrpSpPr/>
              <p:nvPr/>
            </p:nvGrpSpPr>
            <p:grpSpPr>
              <a:xfrm>
                <a:off x="296730" y="1095248"/>
                <a:ext cx="716083" cy="970336"/>
                <a:chOff x="4460125" y="4780518"/>
                <a:chExt cx="716083" cy="970336"/>
              </a:xfrm>
              <a:grpFill/>
            </p:grpSpPr>
            <p:pic>
              <p:nvPicPr>
                <p:cNvPr id="59" name="Graphique 58" descr="Table et chaises avec un remplissage uni">
                  <a:extLst>
                    <a:ext uri="{FF2B5EF4-FFF2-40B4-BE49-F238E27FC236}">
                      <a16:creationId xmlns:a16="http://schemas.microsoft.com/office/drawing/2014/main" id="{36179B33-9DA1-4B47-933E-E0ADF7CF28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1770" y="4780518"/>
                  <a:ext cx="634438" cy="634438"/>
                </a:xfrm>
                <a:prstGeom prst="rect">
                  <a:avLst/>
                </a:prstGeom>
              </p:spPr>
            </p:pic>
            <p:pic>
              <p:nvPicPr>
                <p:cNvPr id="60" name="Graphique 59" descr="Table et chaises avec un remplissage uni">
                  <a:extLst>
                    <a:ext uri="{FF2B5EF4-FFF2-40B4-BE49-F238E27FC236}">
                      <a16:creationId xmlns:a16="http://schemas.microsoft.com/office/drawing/2014/main" id="{4F963A26-45F4-4A80-B913-5BE4E22AB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60125" y="5116416"/>
                  <a:ext cx="634438" cy="634438"/>
                </a:xfrm>
                <a:prstGeom prst="rect">
                  <a:avLst/>
                </a:prstGeom>
              </p:spPr>
            </p:pic>
            <p:sp>
              <p:nvSpPr>
                <p:cNvPr id="61" name="Organigramme : Données 60">
                  <a:extLst>
                    <a:ext uri="{FF2B5EF4-FFF2-40B4-BE49-F238E27FC236}">
                      <a16:creationId xmlns:a16="http://schemas.microsoft.com/office/drawing/2014/main" id="{CBDD92F7-D0E9-4CF4-B212-4046B89E59A3}"/>
                    </a:ext>
                  </a:extLst>
                </p:cNvPr>
                <p:cNvSpPr/>
                <p:nvPr/>
              </p:nvSpPr>
              <p:spPr>
                <a:xfrm>
                  <a:off x="4640613" y="5039076"/>
                  <a:ext cx="372169" cy="342598"/>
                </a:xfrm>
                <a:prstGeom prst="flowChartInputOutput">
                  <a:avLst/>
                </a:prstGeom>
                <a:grpFill/>
                <a:ln>
                  <a:solidFill>
                    <a:srgbClr val="F1CE2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2" name="Graphique 61" descr="Dé avec un remplissage uni">
                <a:extLst>
                  <a:ext uri="{FF2B5EF4-FFF2-40B4-BE49-F238E27FC236}">
                    <a16:creationId xmlns:a16="http://schemas.microsoft.com/office/drawing/2014/main" id="{C9D3A66D-8B5A-4AEC-9D13-58A04803D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2836345" y="11978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3" name="Graphique 62" descr="Papier avec un remplissage uni">
                <a:extLst>
                  <a:ext uri="{FF2B5EF4-FFF2-40B4-BE49-F238E27FC236}">
                    <a16:creationId xmlns:a16="http://schemas.microsoft.com/office/drawing/2014/main" id="{A22AD0D1-F7C1-48D5-97CB-EB8566438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34821" y="274977"/>
                <a:ext cx="596347" cy="596347"/>
              </a:xfrm>
              <a:prstGeom prst="rect">
                <a:avLst/>
              </a:prstGeom>
            </p:spPr>
          </p:pic>
        </p:grp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A998085F-D743-40D4-A5C5-5252EAF117F6}"/>
              </a:ext>
            </a:extLst>
          </p:cNvPr>
          <p:cNvGrpSpPr/>
          <p:nvPr/>
        </p:nvGrpSpPr>
        <p:grpSpPr>
          <a:xfrm>
            <a:off x="5298602" y="3533541"/>
            <a:ext cx="1854926" cy="2629989"/>
            <a:chOff x="9239794" y="3524794"/>
            <a:chExt cx="1854926" cy="26299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E9F63-1B92-4D59-BDF2-AB6F91A501A5}"/>
                </a:ext>
              </a:extLst>
            </p:cNvPr>
            <p:cNvSpPr/>
            <p:nvPr/>
          </p:nvSpPr>
          <p:spPr>
            <a:xfrm>
              <a:off x="9239794" y="3524794"/>
              <a:ext cx="1854926" cy="2629989"/>
            </a:xfrm>
            <a:prstGeom prst="rect">
              <a:avLst/>
            </a:prstGeom>
            <a:solidFill>
              <a:srgbClr val="AD2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Univers narratif</a:t>
              </a:r>
            </a:p>
            <a:p>
              <a:pPr algn="ctr"/>
              <a:endParaRPr lang="fr-FR" dirty="0"/>
            </a:p>
          </p:txBody>
        </p:sp>
        <p:pic>
          <p:nvPicPr>
            <p:cNvPr id="65" name="Graphique 64" descr="Création de récits avec un remplissage uni">
              <a:extLst>
                <a:ext uri="{FF2B5EF4-FFF2-40B4-BE49-F238E27FC236}">
                  <a16:creationId xmlns:a16="http://schemas.microsoft.com/office/drawing/2014/main" id="{F4E52C3A-EF5B-467C-9BAB-4AC5A36D1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670167" y="4006154"/>
              <a:ext cx="1068011" cy="1068011"/>
            </a:xfrm>
            <a:prstGeom prst="rect">
              <a:avLst/>
            </a:prstGeom>
          </p:spPr>
        </p:pic>
      </p:grp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48D8453D-84C8-4212-A614-2F9250C301A3}"/>
              </a:ext>
            </a:extLst>
          </p:cNvPr>
          <p:cNvGrpSpPr/>
          <p:nvPr/>
        </p:nvGrpSpPr>
        <p:grpSpPr>
          <a:xfrm>
            <a:off x="7269198" y="3533541"/>
            <a:ext cx="1854926" cy="2629989"/>
            <a:chOff x="5303520" y="3524796"/>
            <a:chExt cx="1854926" cy="26299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BACEF4-DC8A-4292-BE70-984A03724E39}"/>
                </a:ext>
              </a:extLst>
            </p:cNvPr>
            <p:cNvSpPr/>
            <p:nvPr/>
          </p:nvSpPr>
          <p:spPr>
            <a:xfrm>
              <a:off x="5303520" y="3524796"/>
              <a:ext cx="1854926" cy="2629989"/>
            </a:xfrm>
            <a:prstGeom prst="rect">
              <a:avLst/>
            </a:prstGeom>
            <a:solidFill>
              <a:srgbClr val="ABD6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Composition de groupes</a:t>
              </a: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</p:txBody>
        </p: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3DCEE6E9-0247-4FC0-964F-9C9486669054}"/>
                </a:ext>
              </a:extLst>
            </p:cNvPr>
            <p:cNvGrpSpPr/>
            <p:nvPr/>
          </p:nvGrpSpPr>
          <p:grpSpPr>
            <a:xfrm>
              <a:off x="5439388" y="4137665"/>
              <a:ext cx="1524797" cy="806891"/>
              <a:chOff x="161688" y="127669"/>
              <a:chExt cx="3850792" cy="2037759"/>
            </a:xfrm>
            <a:solidFill>
              <a:schemeClr val="bg1"/>
            </a:solidFill>
          </p:grpSpPr>
          <p:pic>
            <p:nvPicPr>
              <p:cNvPr id="67" name="Graphique 66" descr="Personne confuse avec un remplissage uni">
                <a:extLst>
                  <a:ext uri="{FF2B5EF4-FFF2-40B4-BE49-F238E27FC236}">
                    <a16:creationId xmlns:a16="http://schemas.microsoft.com/office/drawing/2014/main" id="{39F0E6C5-1E4F-45C3-BABB-D0B1C39BC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732" y="1563325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8" name="Graphique 67" descr="Personne confuse avec un remplissage uni">
                <a:extLst>
                  <a:ext uri="{FF2B5EF4-FFF2-40B4-BE49-F238E27FC236}">
                    <a16:creationId xmlns:a16="http://schemas.microsoft.com/office/drawing/2014/main" id="{FF6A51D6-6579-4D49-8B55-F5EBB5372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58064" y="1380404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9" name="Graphique 68" descr="Personne confuse avec un remplissage uni">
                <a:extLst>
                  <a:ext uri="{FF2B5EF4-FFF2-40B4-BE49-F238E27FC236}">
                    <a16:creationId xmlns:a16="http://schemas.microsoft.com/office/drawing/2014/main" id="{46AC789F-DE0A-4C0B-8C2B-8E843A053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19060" y="154156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0" name="Graphique 69" descr="Personne confuse avec un remplissage uni">
                <a:extLst>
                  <a:ext uri="{FF2B5EF4-FFF2-40B4-BE49-F238E27FC236}">
                    <a16:creationId xmlns:a16="http://schemas.microsoft.com/office/drawing/2014/main" id="{57395175-BAF3-402D-81BD-131CA9A6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10826" y="129230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1" name="Graphique 70" descr="Personne confuse avec un remplissage uni">
                <a:extLst>
                  <a:ext uri="{FF2B5EF4-FFF2-40B4-BE49-F238E27FC236}">
                    <a16:creationId xmlns:a16="http://schemas.microsoft.com/office/drawing/2014/main" id="{2BADD59C-AC79-422F-BE5A-FC570B30F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10377" y="300848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2" name="Graphique 71" descr="Personne confuse avec un remplissage uni">
                <a:extLst>
                  <a:ext uri="{FF2B5EF4-FFF2-40B4-BE49-F238E27FC236}">
                    <a16:creationId xmlns:a16="http://schemas.microsoft.com/office/drawing/2014/main" id="{C1E0B0DE-C011-4724-9510-7DF0CD77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30022" y="12766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3" name="Graphique 72" descr="Personne confuse avec un remplissage uni">
                <a:extLst>
                  <a:ext uri="{FF2B5EF4-FFF2-40B4-BE49-F238E27FC236}">
                    <a16:creationId xmlns:a16="http://schemas.microsoft.com/office/drawing/2014/main" id="{F4C9DB8E-D9D9-4E41-A365-077B3CD7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31777" y="5789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4" name="Graphique 73" descr="Personne confuse avec un remplissage uni">
                <a:extLst>
                  <a:ext uri="{FF2B5EF4-FFF2-40B4-BE49-F238E27FC236}">
                    <a16:creationId xmlns:a16="http://schemas.microsoft.com/office/drawing/2014/main" id="{C7B7E666-454D-4305-B6CC-3582180CD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8214" y="2561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5" name="Graphique 74" descr="Personne confuse avec un remplissage uni">
                <a:extLst>
                  <a:ext uri="{FF2B5EF4-FFF2-40B4-BE49-F238E27FC236}">
                    <a16:creationId xmlns:a16="http://schemas.microsoft.com/office/drawing/2014/main" id="{F15D093D-753B-4269-953A-0F4FD2B3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76230" y="152443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6" name="Graphique 75" descr="Personne confuse avec un remplissage uni">
                <a:extLst>
                  <a:ext uri="{FF2B5EF4-FFF2-40B4-BE49-F238E27FC236}">
                    <a16:creationId xmlns:a16="http://schemas.microsoft.com/office/drawing/2014/main" id="{00F87B78-6A51-4ECE-BEAA-25022A6F1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23961" y="517722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7" name="Graphique 76" descr="Personne confuse avec un remplissage uni">
                <a:extLst>
                  <a:ext uri="{FF2B5EF4-FFF2-40B4-BE49-F238E27FC236}">
                    <a16:creationId xmlns:a16="http://schemas.microsoft.com/office/drawing/2014/main" id="{E74820BF-5799-4ED0-A327-CE5EE5937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1688" y="153715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760F3465-87B8-4257-84FE-97FD7F35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803628" y="1563325"/>
                <a:ext cx="602103" cy="602103"/>
              </a:xfrm>
              <a:prstGeom prst="rect">
                <a:avLst/>
              </a:prstGeom>
            </p:spPr>
          </p:pic>
          <p:sp>
            <p:nvSpPr>
              <p:cNvPr id="79" name="Flèche : droite 78">
                <a:extLst>
                  <a:ext uri="{FF2B5EF4-FFF2-40B4-BE49-F238E27FC236}">
                    <a16:creationId xmlns:a16="http://schemas.microsoft.com/office/drawing/2014/main" id="{CC3F0E3D-F0FA-40B2-BB1D-CCDC70B7A849}"/>
                  </a:ext>
                </a:extLst>
              </p:cNvPr>
              <p:cNvSpPr/>
              <p:nvPr/>
            </p:nvSpPr>
            <p:spPr>
              <a:xfrm rot="19461843">
                <a:off x="2535926" y="60555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Flèche : droite 79">
                <a:extLst>
                  <a:ext uri="{FF2B5EF4-FFF2-40B4-BE49-F238E27FC236}">
                    <a16:creationId xmlns:a16="http://schemas.microsoft.com/office/drawing/2014/main" id="{DF5282D1-3010-497C-96B4-AD49BE703398}"/>
                  </a:ext>
                </a:extLst>
              </p:cNvPr>
              <p:cNvSpPr/>
              <p:nvPr/>
            </p:nvSpPr>
            <p:spPr>
              <a:xfrm rot="2418519">
                <a:off x="2497437" y="133210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Flèche : droite 80">
                <a:extLst>
                  <a:ext uri="{FF2B5EF4-FFF2-40B4-BE49-F238E27FC236}">
                    <a16:creationId xmlns:a16="http://schemas.microsoft.com/office/drawing/2014/main" id="{0ECE1591-A50F-45D0-862C-47D9F9E1C04B}"/>
                  </a:ext>
                </a:extLst>
              </p:cNvPr>
              <p:cNvSpPr/>
              <p:nvPr/>
            </p:nvSpPr>
            <p:spPr>
              <a:xfrm rot="8175033">
                <a:off x="1520771" y="131822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2" name="Flèche : droite 81">
                <a:extLst>
                  <a:ext uri="{FF2B5EF4-FFF2-40B4-BE49-F238E27FC236}">
                    <a16:creationId xmlns:a16="http://schemas.microsoft.com/office/drawing/2014/main" id="{C485D339-E67C-4214-BA61-A5F44CB1A31A}"/>
                  </a:ext>
                </a:extLst>
              </p:cNvPr>
              <p:cNvSpPr/>
              <p:nvPr/>
            </p:nvSpPr>
            <p:spPr>
              <a:xfrm rot="13045094">
                <a:off x="1541316" y="61665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83" name="Graphique 82" descr="Aide avec un remplissage uni">
                <a:extLst>
                  <a:ext uri="{FF2B5EF4-FFF2-40B4-BE49-F238E27FC236}">
                    <a16:creationId xmlns:a16="http://schemas.microsoft.com/office/drawing/2014/main" id="{4D8C9936-D388-4C7B-B14C-9B4CB9045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16071" y="671591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098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6867B-C360-4AA1-95CA-2D5EDE7D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77069-4396-4D05-AF9C-539555D2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L’extension V2 ajoute 2 catégories de cartes et 1 plateau, permettant de qualifier les objectifs de l’atelier, les conditions pré-requises et les objectifs post-atelier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7B4820-2AEC-485E-BA3D-6F6E0D96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45" y="609599"/>
            <a:ext cx="1442188" cy="2017487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388F44E1-9D48-4EAD-A3F7-B91F8BC40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61" y="2687751"/>
            <a:ext cx="1877955" cy="2627085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E3D580AA-4C02-4EEC-A3BD-6E28E973D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2" y="609599"/>
            <a:ext cx="1442188" cy="2017487"/>
          </a:xfrm>
          <a:prstGeom prst="rect">
            <a:avLst/>
          </a:prstGeom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4FFE69-2E62-4B7D-AB25-C7DD888EB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194" y="2687417"/>
            <a:ext cx="1877955" cy="262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1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Contenu de chaque carte</a:t>
            </a:r>
            <a:br>
              <a:rPr lang="fr-FR" dirty="0"/>
            </a:br>
            <a:r>
              <a:rPr lang="fr-FR" dirty="0"/>
              <a:t>(VERSO)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60FB3CC-DE0A-4E77-B587-CBDB9F1FA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24" y="855405"/>
            <a:ext cx="3883262" cy="5432323"/>
          </a:xfrm>
          <a:prstGeom prst="rect">
            <a:avLst/>
          </a:prstGeom>
        </p:spPr>
      </p:pic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0CDB11D6-7B69-4C54-8554-CBF043901562}"/>
              </a:ext>
            </a:extLst>
          </p:cNvPr>
          <p:cNvSpPr/>
          <p:nvPr/>
        </p:nvSpPr>
        <p:spPr>
          <a:xfrm>
            <a:off x="3946532" y="3648892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9C44A526-2065-4F7F-8DF9-9369368565E0}"/>
              </a:ext>
            </a:extLst>
          </p:cNvPr>
          <p:cNvSpPr/>
          <p:nvPr/>
        </p:nvSpPr>
        <p:spPr>
          <a:xfrm rot="1763804">
            <a:off x="3922128" y="1829247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gauche 7">
            <a:extLst>
              <a:ext uri="{FF2B5EF4-FFF2-40B4-BE49-F238E27FC236}">
                <a16:creationId xmlns:a16="http://schemas.microsoft.com/office/drawing/2014/main" id="{D39137C5-F65A-445C-ACE2-2AF835154AAC}"/>
              </a:ext>
            </a:extLst>
          </p:cNvPr>
          <p:cNvSpPr/>
          <p:nvPr/>
        </p:nvSpPr>
        <p:spPr>
          <a:xfrm>
            <a:off x="3953534" y="4828403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41772A9-D4F9-46AE-98EC-4F29C996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6559" y="2107921"/>
            <a:ext cx="3279407" cy="427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Titre de la carte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résumer son contenu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Description détaillée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apprendre cet ingrédient, ses avantages, inconvénients, usages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Suggestions de combinaisons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avoir une idée de quelles cartes vont bien avec cette carte, afin de composer votre atelier plus facilement</a:t>
            </a:r>
          </a:p>
        </p:txBody>
      </p:sp>
    </p:spTree>
    <p:extLst>
      <p:ext uri="{BB962C8B-B14F-4D97-AF65-F5344CB8AC3E}">
        <p14:creationId xmlns:p14="http://schemas.microsoft.com/office/powerpoint/2010/main" val="282590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750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plateau de conception</a:t>
            </a:r>
            <a:br>
              <a:rPr lang="fr-FR" dirty="0"/>
            </a:br>
            <a:r>
              <a:rPr lang="fr-FR" dirty="0"/>
              <a:t>#OSG Workshop Design Cards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62CDEAF4-25F2-4F90-B68B-A58B737B6371}"/>
              </a:ext>
            </a:extLst>
          </p:cNvPr>
          <p:cNvSpPr/>
          <p:nvPr/>
        </p:nvSpPr>
        <p:spPr>
          <a:xfrm>
            <a:off x="446043" y="3123725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2DDF6-CF22-4027-9942-1A4A09BEE088}"/>
              </a:ext>
            </a:extLst>
          </p:cNvPr>
          <p:cNvSpPr/>
          <p:nvPr/>
        </p:nvSpPr>
        <p:spPr>
          <a:xfrm>
            <a:off x="1329622" y="1987389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1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8E007-4B9F-4837-8AD8-6C030CC43C6A}"/>
              </a:ext>
            </a:extLst>
          </p:cNvPr>
          <p:cNvSpPr/>
          <p:nvPr/>
        </p:nvSpPr>
        <p:spPr>
          <a:xfrm>
            <a:off x="3131878" y="1986907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2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A57E-ABC2-4786-BFDA-712C31D226E5}"/>
              </a:ext>
            </a:extLst>
          </p:cNvPr>
          <p:cNvSpPr/>
          <p:nvPr/>
        </p:nvSpPr>
        <p:spPr>
          <a:xfrm>
            <a:off x="5188541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3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D3E2D-347F-4267-9D27-134B6C07163B}"/>
              </a:ext>
            </a:extLst>
          </p:cNvPr>
          <p:cNvSpPr/>
          <p:nvPr/>
        </p:nvSpPr>
        <p:spPr>
          <a:xfrm>
            <a:off x="6949016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4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066B7-E2D2-434C-8153-0143599C9485}"/>
              </a:ext>
            </a:extLst>
          </p:cNvPr>
          <p:cNvSpPr/>
          <p:nvPr/>
        </p:nvSpPr>
        <p:spPr>
          <a:xfrm>
            <a:off x="8816561" y="1975908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5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B4DBD6-651E-4D56-8E04-EB57BB53E0C6}"/>
              </a:ext>
            </a:extLst>
          </p:cNvPr>
          <p:cNvSpPr/>
          <p:nvPr/>
        </p:nvSpPr>
        <p:spPr>
          <a:xfrm>
            <a:off x="10443750" y="1968144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6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1FBA5B-7DC3-421B-952A-CB7FD9FDF7E6}"/>
              </a:ext>
            </a:extLst>
          </p:cNvPr>
          <p:cNvSpPr/>
          <p:nvPr/>
        </p:nvSpPr>
        <p:spPr>
          <a:xfrm>
            <a:off x="173741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018B61-4C1C-4674-BDB6-1EC71F5323A2}"/>
              </a:ext>
            </a:extLst>
          </p:cNvPr>
          <p:cNvSpPr/>
          <p:nvPr/>
        </p:nvSpPr>
        <p:spPr>
          <a:xfrm>
            <a:off x="96526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ACCFEE-EB6B-4302-ABD4-3533E97845E8}"/>
              </a:ext>
            </a:extLst>
          </p:cNvPr>
          <p:cNvSpPr/>
          <p:nvPr/>
        </p:nvSpPr>
        <p:spPr>
          <a:xfrm>
            <a:off x="173741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035379-A3A3-4629-8BD3-3A0E92EA32F7}"/>
              </a:ext>
            </a:extLst>
          </p:cNvPr>
          <p:cNvSpPr/>
          <p:nvPr/>
        </p:nvSpPr>
        <p:spPr>
          <a:xfrm>
            <a:off x="96734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406EE7-AA48-4739-AFA7-D2002A78E728}"/>
              </a:ext>
            </a:extLst>
          </p:cNvPr>
          <p:cNvSpPr/>
          <p:nvPr/>
        </p:nvSpPr>
        <p:spPr>
          <a:xfrm>
            <a:off x="173533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3EF79CB-6941-4C92-B31A-8E5FC1D75AA3}"/>
              </a:ext>
            </a:extLst>
          </p:cNvPr>
          <p:cNvSpPr/>
          <p:nvPr/>
        </p:nvSpPr>
        <p:spPr>
          <a:xfrm>
            <a:off x="96526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F66D19-1BDE-4653-B00A-946B08A1D5A3}"/>
              </a:ext>
            </a:extLst>
          </p:cNvPr>
          <p:cNvSpPr/>
          <p:nvPr/>
        </p:nvSpPr>
        <p:spPr>
          <a:xfrm>
            <a:off x="362717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CF957DD-334D-4A08-9062-319406921EB2}"/>
              </a:ext>
            </a:extLst>
          </p:cNvPr>
          <p:cNvSpPr/>
          <p:nvPr/>
        </p:nvSpPr>
        <p:spPr>
          <a:xfrm>
            <a:off x="285502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EE39F77-9B57-443A-9695-DA66298C0BC9}"/>
              </a:ext>
            </a:extLst>
          </p:cNvPr>
          <p:cNvSpPr/>
          <p:nvPr/>
        </p:nvSpPr>
        <p:spPr>
          <a:xfrm>
            <a:off x="362717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12C3DB9-F800-4559-9757-338C2DA5CC6A}"/>
              </a:ext>
            </a:extLst>
          </p:cNvPr>
          <p:cNvSpPr/>
          <p:nvPr/>
        </p:nvSpPr>
        <p:spPr>
          <a:xfrm>
            <a:off x="285710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201ABF-3269-4574-A1A7-A843DAF1AC58}"/>
              </a:ext>
            </a:extLst>
          </p:cNvPr>
          <p:cNvSpPr/>
          <p:nvPr/>
        </p:nvSpPr>
        <p:spPr>
          <a:xfrm>
            <a:off x="362509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B5AD54-7592-4AB7-9309-636B49428FAB}"/>
              </a:ext>
            </a:extLst>
          </p:cNvPr>
          <p:cNvSpPr/>
          <p:nvPr/>
        </p:nvSpPr>
        <p:spPr>
          <a:xfrm>
            <a:off x="285502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CF65E5F-35E7-46F8-BE1F-A89BB8357A58}"/>
              </a:ext>
            </a:extLst>
          </p:cNvPr>
          <p:cNvSpPr/>
          <p:nvPr/>
        </p:nvSpPr>
        <p:spPr>
          <a:xfrm>
            <a:off x="557076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DA1A02-BC93-4887-9F91-8F778E816814}"/>
              </a:ext>
            </a:extLst>
          </p:cNvPr>
          <p:cNvSpPr/>
          <p:nvPr/>
        </p:nvSpPr>
        <p:spPr>
          <a:xfrm>
            <a:off x="479860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34BC434-E1C7-491F-87AE-2F862376AFB6}"/>
              </a:ext>
            </a:extLst>
          </p:cNvPr>
          <p:cNvSpPr/>
          <p:nvPr/>
        </p:nvSpPr>
        <p:spPr>
          <a:xfrm>
            <a:off x="557076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815601B-AAD7-4DC6-A9EF-425E40116AA1}"/>
              </a:ext>
            </a:extLst>
          </p:cNvPr>
          <p:cNvSpPr/>
          <p:nvPr/>
        </p:nvSpPr>
        <p:spPr>
          <a:xfrm>
            <a:off x="480069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56CC02-C85B-4D4F-B5FA-1B645E078DDF}"/>
              </a:ext>
            </a:extLst>
          </p:cNvPr>
          <p:cNvSpPr/>
          <p:nvPr/>
        </p:nvSpPr>
        <p:spPr>
          <a:xfrm>
            <a:off x="556868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F750803-6937-4200-ADEB-0F757F622361}"/>
              </a:ext>
            </a:extLst>
          </p:cNvPr>
          <p:cNvSpPr/>
          <p:nvPr/>
        </p:nvSpPr>
        <p:spPr>
          <a:xfrm>
            <a:off x="479860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BD8E9F-5E73-4D42-933B-9D5F905FA034}"/>
              </a:ext>
            </a:extLst>
          </p:cNvPr>
          <p:cNvSpPr/>
          <p:nvPr/>
        </p:nvSpPr>
        <p:spPr>
          <a:xfrm>
            <a:off x="7425692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2F8CF-C49C-470C-A8DA-E99C2EA160E6}"/>
              </a:ext>
            </a:extLst>
          </p:cNvPr>
          <p:cNvSpPr/>
          <p:nvPr/>
        </p:nvSpPr>
        <p:spPr>
          <a:xfrm>
            <a:off x="6653535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ADA2EF-2CFD-4204-9A48-94546F6F0E1F}"/>
              </a:ext>
            </a:extLst>
          </p:cNvPr>
          <p:cNvSpPr/>
          <p:nvPr/>
        </p:nvSpPr>
        <p:spPr>
          <a:xfrm>
            <a:off x="7425692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48DC1C-F051-4734-8A91-5BD43829FCA0}"/>
              </a:ext>
            </a:extLst>
          </p:cNvPr>
          <p:cNvSpPr/>
          <p:nvPr/>
        </p:nvSpPr>
        <p:spPr>
          <a:xfrm>
            <a:off x="6655619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E3D78EC-352B-4BC0-B20C-88DFEE66CF0A}"/>
              </a:ext>
            </a:extLst>
          </p:cNvPr>
          <p:cNvSpPr/>
          <p:nvPr/>
        </p:nvSpPr>
        <p:spPr>
          <a:xfrm>
            <a:off x="7423608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02C627-AB0C-4390-AFE3-6F2BDB5ADAD1}"/>
              </a:ext>
            </a:extLst>
          </p:cNvPr>
          <p:cNvSpPr/>
          <p:nvPr/>
        </p:nvSpPr>
        <p:spPr>
          <a:xfrm>
            <a:off x="6653535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DA4A055-D88A-4064-AA7E-6F420512AC76}"/>
              </a:ext>
            </a:extLst>
          </p:cNvPr>
          <p:cNvSpPr/>
          <p:nvPr/>
        </p:nvSpPr>
        <p:spPr>
          <a:xfrm>
            <a:off x="922435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77BD93-7AB5-4491-9AFE-8C4E1B365C5B}"/>
              </a:ext>
            </a:extLst>
          </p:cNvPr>
          <p:cNvSpPr/>
          <p:nvPr/>
        </p:nvSpPr>
        <p:spPr>
          <a:xfrm>
            <a:off x="845219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120596-8592-48BF-86E2-E730C5C04D3E}"/>
              </a:ext>
            </a:extLst>
          </p:cNvPr>
          <p:cNvSpPr/>
          <p:nvPr/>
        </p:nvSpPr>
        <p:spPr>
          <a:xfrm>
            <a:off x="922435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3C35506-2247-4E7B-9EBC-02A574347CDC}"/>
              </a:ext>
            </a:extLst>
          </p:cNvPr>
          <p:cNvSpPr/>
          <p:nvPr/>
        </p:nvSpPr>
        <p:spPr>
          <a:xfrm>
            <a:off x="845428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18EA07-F571-4418-A6A6-FB759F0E5C65}"/>
              </a:ext>
            </a:extLst>
          </p:cNvPr>
          <p:cNvSpPr/>
          <p:nvPr/>
        </p:nvSpPr>
        <p:spPr>
          <a:xfrm>
            <a:off x="922227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30B467-53CA-4EEC-B58E-E53D99B80181}"/>
              </a:ext>
            </a:extLst>
          </p:cNvPr>
          <p:cNvSpPr/>
          <p:nvPr/>
        </p:nvSpPr>
        <p:spPr>
          <a:xfrm>
            <a:off x="845219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03A607-10B5-4E36-B151-EB6145C6CAD6}"/>
              </a:ext>
            </a:extLst>
          </p:cNvPr>
          <p:cNvSpPr/>
          <p:nvPr/>
        </p:nvSpPr>
        <p:spPr>
          <a:xfrm>
            <a:off x="10944821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7DAAC7A-813F-4ED3-931A-6E63318DA4D3}"/>
              </a:ext>
            </a:extLst>
          </p:cNvPr>
          <p:cNvSpPr/>
          <p:nvPr/>
        </p:nvSpPr>
        <p:spPr>
          <a:xfrm>
            <a:off x="10172664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330BB5D-0E8A-40D2-A7E6-3491918A7A81}"/>
              </a:ext>
            </a:extLst>
          </p:cNvPr>
          <p:cNvSpPr/>
          <p:nvPr/>
        </p:nvSpPr>
        <p:spPr>
          <a:xfrm>
            <a:off x="10944821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4F406F9-5D6A-4220-99CF-99C0B0FA2081}"/>
              </a:ext>
            </a:extLst>
          </p:cNvPr>
          <p:cNvSpPr/>
          <p:nvPr/>
        </p:nvSpPr>
        <p:spPr>
          <a:xfrm>
            <a:off x="10174748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E16541-E7E9-4F78-9449-5B800F020C6A}"/>
              </a:ext>
            </a:extLst>
          </p:cNvPr>
          <p:cNvSpPr/>
          <p:nvPr/>
        </p:nvSpPr>
        <p:spPr>
          <a:xfrm>
            <a:off x="10942737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30CFF9-E125-44D4-B2FF-829CD4A53D75}"/>
              </a:ext>
            </a:extLst>
          </p:cNvPr>
          <p:cNvSpPr/>
          <p:nvPr/>
        </p:nvSpPr>
        <p:spPr>
          <a:xfrm>
            <a:off x="10172664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7493620-6853-422D-9D68-24558B1B5DAD}"/>
              </a:ext>
            </a:extLst>
          </p:cNvPr>
          <p:cNvSpPr/>
          <p:nvPr/>
        </p:nvSpPr>
        <p:spPr>
          <a:xfrm>
            <a:off x="135203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BECF7D2-B7AD-41A4-A308-FB5EDB96A1DB}"/>
              </a:ext>
            </a:extLst>
          </p:cNvPr>
          <p:cNvSpPr/>
          <p:nvPr/>
        </p:nvSpPr>
        <p:spPr>
          <a:xfrm>
            <a:off x="324179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236168D-9A02-4B3F-BE15-796D463DA6DB}"/>
              </a:ext>
            </a:extLst>
          </p:cNvPr>
          <p:cNvSpPr/>
          <p:nvPr/>
        </p:nvSpPr>
        <p:spPr>
          <a:xfrm>
            <a:off x="5188541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2E025C9-265F-4AF4-A12F-7B7EA35E768A}"/>
              </a:ext>
            </a:extLst>
          </p:cNvPr>
          <p:cNvSpPr/>
          <p:nvPr/>
        </p:nvSpPr>
        <p:spPr>
          <a:xfrm>
            <a:off x="7056702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545709-4C3B-4674-A789-9727F469BC32}"/>
              </a:ext>
            </a:extLst>
          </p:cNvPr>
          <p:cNvSpPr/>
          <p:nvPr/>
        </p:nvSpPr>
        <p:spPr>
          <a:xfrm>
            <a:off x="8838974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2AA3A51-016A-4EE2-A361-4A7DB6F21713}"/>
              </a:ext>
            </a:extLst>
          </p:cNvPr>
          <p:cNvSpPr/>
          <p:nvPr/>
        </p:nvSpPr>
        <p:spPr>
          <a:xfrm>
            <a:off x="10559439" y="6092127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</p:spTree>
    <p:extLst>
      <p:ext uri="{BB962C8B-B14F-4D97-AF65-F5344CB8AC3E}">
        <p14:creationId xmlns:p14="http://schemas.microsoft.com/office/powerpoint/2010/main" val="695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A20B0C-5EE5-4018-88F9-7B59C52F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235" y="341282"/>
            <a:ext cx="2832018" cy="823912"/>
          </a:xfrm>
          <a:solidFill>
            <a:srgbClr val="0683AA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BE7A0-CEA8-49C7-B1F5-66B64629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235" y="1165194"/>
            <a:ext cx="2832018" cy="235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Apprendre à créer un atelier d’intelligence collective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Apprendre ce qui définit un atelier d’intelligence collective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9D5684-6FEC-4A8D-8A46-2DC2690B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50035" y="341282"/>
            <a:ext cx="2845965" cy="823912"/>
          </a:xfrm>
          <a:solidFill>
            <a:srgbClr val="ED7D31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opérationnels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095321-BAD2-4D1A-B0BD-058E76C1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50035" y="1165194"/>
            <a:ext cx="2845965" cy="23503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Obtenir en quelques minutes un atelier d’intelligence collective qui correspond à un besoin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Prérequis : Vous avez déjà en tête l’objectif de l’atelier que vous souhaitez créer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627597CC-54B5-4CC6-98C2-B0FCFCCBB5FC}"/>
              </a:ext>
            </a:extLst>
          </p:cNvPr>
          <p:cNvSpPr txBox="1">
            <a:spLocks/>
          </p:cNvSpPr>
          <p:nvPr/>
        </p:nvSpPr>
        <p:spPr>
          <a:xfrm>
            <a:off x="6182782" y="341282"/>
            <a:ext cx="2832018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Public idéal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860C364-CB07-4157-B3FC-72ADE7FC8BE0}"/>
              </a:ext>
            </a:extLst>
          </p:cNvPr>
          <p:cNvSpPr txBox="1">
            <a:spLocks/>
          </p:cNvSpPr>
          <p:nvPr/>
        </p:nvSpPr>
        <p:spPr>
          <a:xfrm>
            <a:off x="6182782" y="1165194"/>
            <a:ext cx="2832018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Responsables de communauté</a:t>
            </a:r>
          </a:p>
          <a:p>
            <a:pPr marL="0" indent="0">
              <a:buNone/>
            </a:pPr>
            <a:r>
              <a:rPr lang="fr-FR" sz="1200" dirty="0"/>
              <a:t>Responsables d’ateliers de travail</a:t>
            </a:r>
          </a:p>
          <a:p>
            <a:pPr marL="0" indent="0">
              <a:buNone/>
            </a:pPr>
            <a:r>
              <a:rPr lang="fr-FR" sz="1200" dirty="0"/>
              <a:t>Formateurs débutants</a:t>
            </a:r>
          </a:p>
          <a:p>
            <a:pPr marL="0" indent="0">
              <a:buNone/>
            </a:pPr>
            <a:r>
              <a:rPr lang="fr-FR" sz="1200" dirty="0"/>
              <a:t>Coachs Agiles débutants</a:t>
            </a:r>
          </a:p>
          <a:p>
            <a:pPr marL="0" indent="0">
              <a:buNone/>
            </a:pPr>
            <a:r>
              <a:rPr lang="fr-FR" sz="1200" dirty="0"/>
              <a:t>SCRUM Master débutants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DD88472-455B-4EB6-9408-03600B961185}"/>
              </a:ext>
            </a:extLst>
          </p:cNvPr>
          <p:cNvSpPr txBox="1">
            <a:spLocks/>
          </p:cNvSpPr>
          <p:nvPr/>
        </p:nvSpPr>
        <p:spPr>
          <a:xfrm>
            <a:off x="9101582" y="341282"/>
            <a:ext cx="2832018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Problèmes et défis adressés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2DC21F5-C271-429F-B995-155ADD05F5EE}"/>
              </a:ext>
            </a:extLst>
          </p:cNvPr>
          <p:cNvSpPr txBox="1">
            <a:spLocks/>
          </p:cNvSpPr>
          <p:nvPr/>
        </p:nvSpPr>
        <p:spPr>
          <a:xfrm>
            <a:off x="9101582" y="1165194"/>
            <a:ext cx="2832018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Globalement vous savez comment se passe un atelier d’intelligence collective</a:t>
            </a:r>
          </a:p>
          <a:p>
            <a:pPr marL="0" indent="0">
              <a:buNone/>
            </a:pPr>
            <a:r>
              <a:rPr lang="fr-FR" sz="1200" dirty="0"/>
              <a:t>Vous souhaiteriez ne plus vous arrêter à réutiliser des ateliers tout prêts, qui semblent populaires mais jamais vraiment adaptés à votre besoin.</a:t>
            </a:r>
          </a:p>
          <a:p>
            <a:pPr marL="0" indent="0">
              <a:buNone/>
            </a:pPr>
            <a:r>
              <a:rPr lang="fr-FR" sz="1200" dirty="0"/>
              <a:t>Vous souhaitez créer un atelier d’intelligence collective de toutes pièces et maîtriser ce sujet à l’avenir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583658D-96D2-4428-8C04-12BABFB02F15}"/>
              </a:ext>
            </a:extLst>
          </p:cNvPr>
          <p:cNvSpPr txBox="1">
            <a:spLocks/>
          </p:cNvSpPr>
          <p:nvPr/>
        </p:nvSpPr>
        <p:spPr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Sujets non couverts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5C97B3F-F2BF-4533-B31C-BBC0A63139D1}"/>
              </a:ext>
            </a:extLst>
          </p:cNvPr>
          <p:cNvSpPr txBox="1">
            <a:spLocks/>
          </p:cNvSpPr>
          <p:nvPr/>
        </p:nvSpPr>
        <p:spPr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Animation de l’atelier d’intelligence collective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F86EE06-D8B2-422B-8FD5-44E3A9C9053E}"/>
              </a:ext>
            </a:extLst>
          </p:cNvPr>
          <p:cNvSpPr txBox="1">
            <a:spLocks/>
          </p:cNvSpPr>
          <p:nvPr/>
        </p:nvSpPr>
        <p:spPr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Avec quoi compléter ?</a:t>
            </a:r>
            <a:endParaRPr lang="fr-FR" sz="2000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C6E07FB-30F1-47EB-B01D-66E07C71C10D}"/>
              </a:ext>
            </a:extLst>
          </p:cNvPr>
          <p:cNvSpPr txBox="1">
            <a:spLocks/>
          </p:cNvSpPr>
          <p:nvPr/>
        </p:nvSpPr>
        <p:spPr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Outils conseillant sur la facilitation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423CEF8-9171-4369-90C5-9648B987B047}"/>
              </a:ext>
            </a:extLst>
          </p:cNvPr>
          <p:cNvSpPr txBox="1">
            <a:spLocks/>
          </p:cNvSpPr>
          <p:nvPr/>
        </p:nvSpPr>
        <p:spPr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Ce qu’on suppose des utilisateurs au-delà de la session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4358775-AA17-4797-AFBA-7CA6F9428214}"/>
              </a:ext>
            </a:extLst>
          </p:cNvPr>
          <p:cNvSpPr txBox="1">
            <a:spLocks/>
          </p:cNvSpPr>
          <p:nvPr/>
        </p:nvSpPr>
        <p:spPr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Vous avez l’envie d’apprendre l’intelligence collective et comment l’animer dans des ateliers de travail. Vous êtes sur un chemin de maîtrise pas à pas, et souhaitez passer au concret en termes de création. </a:t>
            </a:r>
          </a:p>
          <a:p>
            <a:pPr marL="0" indent="0">
              <a:buNone/>
            </a:pPr>
            <a:r>
              <a:rPr lang="fr-FR" sz="1200" dirty="0"/>
              <a:t>Vous savez agir et raisonner par étapes pour dérouler progressivement votre atelier d’intelligence collective.</a:t>
            </a:r>
          </a:p>
        </p:txBody>
      </p:sp>
    </p:spTree>
    <p:extLst>
      <p:ext uri="{BB962C8B-B14F-4D97-AF65-F5344CB8AC3E}">
        <p14:creationId xmlns:p14="http://schemas.microsoft.com/office/powerpoint/2010/main" val="11905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94"/>
    </mc:Choice>
    <mc:Fallback xmlns="">
      <p:transition spd="slow" advTm="6089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 des modifications et licences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634360"/>
              </p:ext>
            </p:extLst>
          </p:nvPr>
        </p:nvGraphicFramePr>
        <p:xfrm>
          <a:off x="478172" y="1532010"/>
          <a:ext cx="11409028" cy="3672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de lancement</a:t>
                      </a:r>
                    </a:p>
                    <a:p>
                      <a:r>
                        <a:rPr lang="fr-FR" sz="1200" dirty="0"/>
                        <a:t>Cartes créées avec </a:t>
                      </a:r>
                      <a:r>
                        <a:rPr lang="fr-FR" sz="1200" dirty="0" err="1"/>
                        <a:t>Card</a:t>
                      </a:r>
                      <a:r>
                        <a:rPr lang="fr-FR" sz="1200" dirty="0"/>
                        <a:t> Creator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simplifiée</a:t>
                      </a:r>
                    </a:p>
                    <a:p>
                      <a:r>
                        <a:rPr lang="fr-FR" sz="1200" dirty="0"/>
                        <a:t>Pas d’information sur les combinaisons mais cartes plus lisibles</a:t>
                      </a:r>
                    </a:p>
                    <a:p>
                      <a:r>
                        <a:rPr lang="fr-FR" sz="1200" dirty="0"/>
                        <a:t>Les cartes simplifiées de la 2 peuvent servir de « RECTO » tandis que le version (1.0, version avec détails) peuvent servir de verso.</a:t>
                      </a:r>
                    </a:p>
                    <a:p>
                      <a:endParaRPr lang="fr-FR" sz="1200" dirty="0"/>
                    </a:p>
                    <a:p>
                      <a:r>
                        <a:rPr lang="fr-FR" sz="1200" dirty="0"/>
                        <a:t>Ajout d’une catégorie « Ressenti cible »</a:t>
                      </a:r>
                    </a:p>
                    <a:p>
                      <a:r>
                        <a:rPr lang="fr-FR" sz="1200" dirty="0"/>
                        <a:t>Seul le RECTO de cette nouvelle catégorie a été créé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Idées d’extension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BAB3F98-C63B-48D0-8570-B0551B0B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Catégorie : Cartes d’Icebreaker</a:t>
            </a:r>
          </a:p>
          <a:p>
            <a:r>
              <a:rPr lang="fr-FR" dirty="0"/>
              <a:t>Catégorie : Cartes d’ouvertures</a:t>
            </a:r>
          </a:p>
          <a:p>
            <a:r>
              <a:rPr lang="fr-FR" dirty="0"/>
              <a:t>Catégorie : Cartes de fermetures</a:t>
            </a:r>
          </a:p>
          <a:p>
            <a:r>
              <a:rPr lang="fr-FR" dirty="0"/>
              <a:t>Catégorie : Cartes d’objectifs d’atelier (+ suggestions de combinaisons associées)</a:t>
            </a:r>
          </a:p>
          <a:p>
            <a:endParaRPr lang="fr-FR" dirty="0"/>
          </a:p>
          <a:p>
            <a:r>
              <a:rPr lang="fr-FR" dirty="0"/>
              <a:t>Calcul automatique de meilleures combinaisons</a:t>
            </a:r>
          </a:p>
        </p:txBody>
      </p:sp>
    </p:spTree>
    <p:extLst>
      <p:ext uri="{BB962C8B-B14F-4D97-AF65-F5344CB8AC3E}">
        <p14:creationId xmlns:p14="http://schemas.microsoft.com/office/powerpoint/2010/main" val="89173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080808"/>
                </a:solidFill>
              </a:rPr>
              <a:t>Voir sur openseriousgames.org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Matériel de jeu</a:t>
            </a:r>
            <a:br>
              <a:rPr lang="fr-FR" sz="3600" dirty="0">
                <a:solidFill>
                  <a:srgbClr val="080808"/>
                </a:solidFill>
              </a:rPr>
            </a:br>
            <a:r>
              <a:rPr lang="fr-FR" sz="3600" dirty="0">
                <a:solidFill>
                  <a:srgbClr val="080808"/>
                </a:solidFill>
              </a:rPr>
              <a:t>Cartes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Sources Eléments graphiques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189306-04D9-4982-9EBE-938B344A1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2C4642-2AB4-49A1-89D9-3E5C01E9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EAAEF9-78E9-4B67-93B4-CD09F757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69931" y="-1536286"/>
            <a:ext cx="6135300" cy="6135298"/>
          </a:xfrm>
          <a:custGeom>
            <a:avLst/>
            <a:gdLst>
              <a:gd name="connsiteX0" fmla="*/ 0 w 6135300"/>
              <a:gd name="connsiteY0" fmla="*/ 3971712 h 6135298"/>
              <a:gd name="connsiteX1" fmla="*/ 3971712 w 6135300"/>
              <a:gd name="connsiteY1" fmla="*/ 0 h 6135298"/>
              <a:gd name="connsiteX2" fmla="*/ 6135300 w 6135300"/>
              <a:gd name="connsiteY2" fmla="*/ 0 h 6135298"/>
              <a:gd name="connsiteX3" fmla="*/ 6135300 w 6135300"/>
              <a:gd name="connsiteY3" fmla="*/ 6135298 h 6135298"/>
              <a:gd name="connsiteX4" fmla="*/ 0 w 6135300"/>
              <a:gd name="connsiteY4" fmla="*/ 6135298 h 613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6135298">
                <a:moveTo>
                  <a:pt x="0" y="3971712"/>
                </a:moveTo>
                <a:lnTo>
                  <a:pt x="3971712" y="0"/>
                </a:lnTo>
                <a:lnTo>
                  <a:pt x="6135300" y="0"/>
                </a:lnTo>
                <a:lnTo>
                  <a:pt x="6135300" y="6135298"/>
                </a:lnTo>
                <a:lnTo>
                  <a:pt x="0" y="6135298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E23D09-8BA3-4FEE-892D-ACE847DC0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FBE7AA-40DE-4FE5-B385-5CA874501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6 w 5353835"/>
              <a:gd name="connsiteY0" fmla="*/ 5273742 h 5353835"/>
              <a:gd name="connsiteX1" fmla="*/ 4927602 w 5353835"/>
              <a:gd name="connsiteY1" fmla="*/ 5273742 h 5353835"/>
              <a:gd name="connsiteX2" fmla="*/ 4847509 w 5353835"/>
              <a:gd name="connsiteY2" fmla="*/ 5353835 h 5353835"/>
              <a:gd name="connsiteX3" fmla="*/ 770599 w 5353835"/>
              <a:gd name="connsiteY3" fmla="*/ 5353835 h 5353835"/>
              <a:gd name="connsiteX4" fmla="*/ 422575 w 5353835"/>
              <a:gd name="connsiteY4" fmla="*/ 80093 h 5353835"/>
              <a:gd name="connsiteX5" fmla="*/ 50266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47509 h 5353835"/>
              <a:gd name="connsiteX8" fmla="*/ 5273742 w 5353835"/>
              <a:gd name="connsiteY8" fmla="*/ 4927602 h 5353835"/>
              <a:gd name="connsiteX9" fmla="*/ 5273742 w 5353835"/>
              <a:gd name="connsiteY9" fmla="*/ 80093 h 5353835"/>
              <a:gd name="connsiteX10" fmla="*/ 0 w 5353835"/>
              <a:gd name="connsiteY10" fmla="*/ 502667 h 5353835"/>
              <a:gd name="connsiteX11" fmla="*/ 80093 w 5353835"/>
              <a:gd name="connsiteY11" fmla="*/ 422574 h 5353835"/>
              <a:gd name="connsiteX12" fmla="*/ 80093 w 5353835"/>
              <a:gd name="connsiteY12" fmla="*/ 4663329 h 5353835"/>
              <a:gd name="connsiteX13" fmla="*/ 0 w 5353835"/>
              <a:gd name="connsiteY13" fmla="*/ 4583236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6" y="5273742"/>
                </a:moveTo>
                <a:lnTo>
                  <a:pt x="4927602" y="5273742"/>
                </a:lnTo>
                <a:lnTo>
                  <a:pt x="4847509" y="5353835"/>
                </a:lnTo>
                <a:lnTo>
                  <a:pt x="770599" y="5353835"/>
                </a:lnTo>
                <a:close/>
                <a:moveTo>
                  <a:pt x="422575" y="80093"/>
                </a:moveTo>
                <a:lnTo>
                  <a:pt x="502668" y="0"/>
                </a:lnTo>
                <a:lnTo>
                  <a:pt x="5353835" y="0"/>
                </a:lnTo>
                <a:lnTo>
                  <a:pt x="5353835" y="4847509"/>
                </a:lnTo>
                <a:lnTo>
                  <a:pt x="5273742" y="4927602"/>
                </a:lnTo>
                <a:lnTo>
                  <a:pt x="5273742" y="80093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4663329"/>
                </a:lnTo>
                <a:lnTo>
                  <a:pt x="0" y="45832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080808"/>
                </a:solidFill>
              </a:rPr>
              <a:t>Usages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1ACE746-85D5-45EE-8944-61B542B3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026569" y="0"/>
            <a:ext cx="3216074" cy="160803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0BB3E03-CC38-4FA6-9A99-701C62D0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6059" y="4738109"/>
            <a:ext cx="4239780" cy="2119891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747FC2EF-44AC-406F-AAD4-C278DF9B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1874" y="337420"/>
            <a:ext cx="1685108" cy="1685108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FA78A58A-1C15-4555-AFA8-E58C3488D59B}"/>
              </a:ext>
            </a:extLst>
          </p:cNvPr>
          <p:cNvGrpSpPr/>
          <p:nvPr/>
        </p:nvGrpSpPr>
        <p:grpSpPr>
          <a:xfrm>
            <a:off x="806765" y="888099"/>
            <a:ext cx="1472754" cy="1040752"/>
            <a:chOff x="10418956" y="841417"/>
            <a:chExt cx="1472754" cy="1040752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1799BB5-DAF0-4E80-9B1C-43B8C6140551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2" name="Graphique 21" descr="Carte à jouer avec un remplissage uni">
                <a:extLst>
                  <a:ext uri="{FF2B5EF4-FFF2-40B4-BE49-F238E27FC236}">
                    <a16:creationId xmlns:a16="http://schemas.microsoft.com/office/drawing/2014/main" id="{2FF8C8E4-1AD4-441E-A0A0-D2625EEF4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0A2B53-E6D7-47F3-B321-93E5DE4AC2EB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6132E662-9A71-4C5E-B91E-BAA6BFEBC98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0" name="Graphique 19" descr="Carte à jouer avec un remplissage uni">
                <a:extLst>
                  <a:ext uri="{FF2B5EF4-FFF2-40B4-BE49-F238E27FC236}">
                    <a16:creationId xmlns:a16="http://schemas.microsoft.com/office/drawing/2014/main" id="{3183254F-CBA1-4054-8F37-F997710BE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05763C-F4D1-44AD-B458-1F8B88AB199B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8A3748B-EBC9-4F6C-ACBB-6F010B3915D2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18" name="Graphique 17" descr="Carte à jouer avec un remplissage uni">
                <a:extLst>
                  <a:ext uri="{FF2B5EF4-FFF2-40B4-BE49-F238E27FC236}">
                    <a16:creationId xmlns:a16="http://schemas.microsoft.com/office/drawing/2014/main" id="{1AE5D8C4-1581-4A50-98AC-EE70DEDB3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76E3A6-211B-47B5-B973-9C75CF87F41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5" name="Graphique 4" descr="Tête avec engrenages avec un remplissage uni">
            <a:extLst>
              <a:ext uri="{FF2B5EF4-FFF2-40B4-BE49-F238E27FC236}">
                <a16:creationId xmlns:a16="http://schemas.microsoft.com/office/drawing/2014/main" id="{06F16025-C235-4AE6-97BF-500A9D14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7995" y="845509"/>
            <a:ext cx="914400" cy="914400"/>
          </a:xfrm>
          <a:prstGeom prst="rect">
            <a:avLst/>
          </a:prstGeom>
        </p:spPr>
      </p:pic>
      <p:pic>
        <p:nvPicPr>
          <p:cNvPr id="9" name="Graphique 8" descr="Toque d'étudiant avec un remplissage uni">
            <a:extLst>
              <a:ext uri="{FF2B5EF4-FFF2-40B4-BE49-F238E27FC236}">
                <a16:creationId xmlns:a16="http://schemas.microsoft.com/office/drawing/2014/main" id="{DAC12B91-D380-4D04-B2D1-4AFF16BD2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54039">
            <a:off x="4531969" y="336455"/>
            <a:ext cx="914400" cy="914400"/>
          </a:xfrm>
          <a:prstGeom prst="rect">
            <a:avLst/>
          </a:prstGeom>
        </p:spPr>
      </p:pic>
      <p:pic>
        <p:nvPicPr>
          <p:cNvPr id="11" name="Graphique 10" descr="Tableau décisionnel avec un remplissage uni">
            <a:extLst>
              <a:ext uri="{FF2B5EF4-FFF2-40B4-BE49-F238E27FC236}">
                <a16:creationId xmlns:a16="http://schemas.microsoft.com/office/drawing/2014/main" id="{6024DBC7-FF00-47F2-B1EB-837A1875EA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5939787" y="793655"/>
            <a:ext cx="914400" cy="914400"/>
          </a:xfrm>
          <a:prstGeom prst="rect">
            <a:avLst/>
          </a:prstGeom>
        </p:spPr>
      </p:pic>
      <p:pic>
        <p:nvPicPr>
          <p:cNvPr id="25" name="Graphique 24" descr="Éclair avec un remplissage uni">
            <a:extLst>
              <a:ext uri="{FF2B5EF4-FFF2-40B4-BE49-F238E27FC236}">
                <a16:creationId xmlns:a16="http://schemas.microsoft.com/office/drawing/2014/main" id="{1BB5C323-9FFA-4B65-ACC3-F7F65FEA23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9416476">
            <a:off x="9571239" y="785214"/>
            <a:ext cx="686049" cy="686049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5004B1C2-F4D8-4D8B-91F9-1BBC8B4FA8D4}"/>
              </a:ext>
            </a:extLst>
          </p:cNvPr>
          <p:cNvGrpSpPr/>
          <p:nvPr/>
        </p:nvGrpSpPr>
        <p:grpSpPr>
          <a:xfrm>
            <a:off x="8947085" y="286798"/>
            <a:ext cx="764654" cy="764548"/>
            <a:chOff x="8504832" y="178232"/>
            <a:chExt cx="923864" cy="923736"/>
          </a:xfrm>
        </p:grpSpPr>
        <p:pic>
          <p:nvPicPr>
            <p:cNvPr id="27" name="Graphique 26" descr="Cerveau côté droit avec un remplissage uni">
              <a:extLst>
                <a:ext uri="{FF2B5EF4-FFF2-40B4-BE49-F238E27FC236}">
                  <a16:creationId xmlns:a16="http://schemas.microsoft.com/office/drawing/2014/main" id="{6D32DE20-E2A0-4E18-8370-1FF4DD5033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l="47881"/>
            <a:stretch/>
          </p:blipFill>
          <p:spPr>
            <a:xfrm>
              <a:off x="8952124" y="178232"/>
              <a:ext cx="476572" cy="914400"/>
            </a:xfrm>
            <a:prstGeom prst="rect">
              <a:avLst/>
            </a:prstGeom>
          </p:spPr>
        </p:pic>
        <p:pic>
          <p:nvPicPr>
            <p:cNvPr id="29" name="Graphique 28" descr="Partie gauche du cerveau avec un remplissage uni">
              <a:extLst>
                <a:ext uri="{FF2B5EF4-FFF2-40B4-BE49-F238E27FC236}">
                  <a16:creationId xmlns:a16="http://schemas.microsoft.com/office/drawing/2014/main" id="{56E5F15F-67B4-4C52-96A6-E227C6F981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47882"/>
            <a:stretch/>
          </p:blipFill>
          <p:spPr>
            <a:xfrm>
              <a:off x="8504832" y="187568"/>
              <a:ext cx="476572" cy="914400"/>
            </a:xfrm>
            <a:prstGeom prst="rect">
              <a:avLst/>
            </a:prstGeom>
          </p:spPr>
        </p:pic>
      </p:grpSp>
      <p:pic>
        <p:nvPicPr>
          <p:cNvPr id="39" name="Graphique 38" descr="Tableau décisionnel avec un remplissage uni">
            <a:extLst>
              <a:ext uri="{FF2B5EF4-FFF2-40B4-BE49-F238E27FC236}">
                <a16:creationId xmlns:a16="http://schemas.microsoft.com/office/drawing/2014/main" id="{FD94062E-03C2-4CA5-B951-5D7E331EAF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0067016" y="11833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2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Composition des groupes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Bébé avec un remplissage uni">
            <a:extLst>
              <a:ext uri="{FF2B5EF4-FFF2-40B4-BE49-F238E27FC236}">
                <a16:creationId xmlns:a16="http://schemas.microsoft.com/office/drawing/2014/main" id="{E0FFBEC4-9F80-4D9C-8815-FBB83B3C4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069" y="1474405"/>
            <a:ext cx="507646" cy="507646"/>
          </a:xfrm>
          <a:prstGeom prst="rect">
            <a:avLst/>
          </a:prstGeom>
        </p:spPr>
      </p:pic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644C62C4-66D0-49D3-99BE-EDCDE563C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8232" y="1358241"/>
            <a:ext cx="602103" cy="602103"/>
          </a:xfrm>
          <a:prstGeom prst="rect">
            <a:avLst/>
          </a:prstGeom>
        </p:spPr>
      </p:pic>
      <p:pic>
        <p:nvPicPr>
          <p:cNvPr id="7" name="Graphique 6" descr="Enfant avec ballon avec un remplissage uni">
            <a:extLst>
              <a:ext uri="{FF2B5EF4-FFF2-40B4-BE49-F238E27FC236}">
                <a16:creationId xmlns:a16="http://schemas.microsoft.com/office/drawing/2014/main" id="{345D4192-D9B6-46BE-8569-F1C46D4B9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33" y="247304"/>
            <a:ext cx="711023" cy="711023"/>
          </a:xfrm>
          <a:prstGeom prst="rect">
            <a:avLst/>
          </a:prstGeom>
        </p:spPr>
      </p:pic>
      <p:pic>
        <p:nvPicPr>
          <p:cNvPr id="9" name="Graphique 8" descr="Héros avec un remplissage uni">
            <a:extLst>
              <a:ext uri="{FF2B5EF4-FFF2-40B4-BE49-F238E27FC236}">
                <a16:creationId xmlns:a16="http://schemas.microsoft.com/office/drawing/2014/main" id="{82E0C9E2-42AF-4344-8A48-18E111535E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0634" y="309345"/>
            <a:ext cx="556992" cy="556992"/>
          </a:xfrm>
          <a:prstGeom prst="rect">
            <a:avLst/>
          </a:prstGeom>
        </p:spPr>
      </p:pic>
      <p:pic>
        <p:nvPicPr>
          <p:cNvPr id="20" name="Graphique 19" descr="Bébé avec un remplissage uni">
            <a:extLst>
              <a:ext uri="{FF2B5EF4-FFF2-40B4-BE49-F238E27FC236}">
                <a16:creationId xmlns:a16="http://schemas.microsoft.com/office/drawing/2014/main" id="{2792778B-5D83-4419-989A-66BEF9A30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46" y="1474405"/>
            <a:ext cx="507646" cy="507646"/>
          </a:xfrm>
          <a:prstGeom prst="rect">
            <a:avLst/>
          </a:prstGeom>
        </p:spPr>
      </p:pic>
      <p:pic>
        <p:nvPicPr>
          <p:cNvPr id="21" name="Graphique 20" descr="Bébé avec un remplissage uni">
            <a:extLst>
              <a:ext uri="{FF2B5EF4-FFF2-40B4-BE49-F238E27FC236}">
                <a16:creationId xmlns:a16="http://schemas.microsoft.com/office/drawing/2014/main" id="{49D01FFA-68C7-47D5-B320-ABB71E6A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2" y="1474405"/>
            <a:ext cx="507646" cy="507646"/>
          </a:xfrm>
          <a:prstGeom prst="rect">
            <a:avLst/>
          </a:prstGeom>
        </p:spPr>
      </p:pic>
      <p:pic>
        <p:nvPicPr>
          <p:cNvPr id="22" name="Graphique 21" descr="Enfant avec ballon avec un remplissage uni">
            <a:extLst>
              <a:ext uri="{FF2B5EF4-FFF2-40B4-BE49-F238E27FC236}">
                <a16:creationId xmlns:a16="http://schemas.microsoft.com/office/drawing/2014/main" id="{08346B1B-448D-41D3-BB40-C5BF00ED50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396" y="278750"/>
            <a:ext cx="711023" cy="711023"/>
          </a:xfrm>
          <a:prstGeom prst="rect">
            <a:avLst/>
          </a:prstGeom>
        </p:spPr>
      </p:pic>
      <p:pic>
        <p:nvPicPr>
          <p:cNvPr id="23" name="Graphique 22" descr="Enfant avec ballon avec un remplissage uni">
            <a:extLst>
              <a:ext uri="{FF2B5EF4-FFF2-40B4-BE49-F238E27FC236}">
                <a16:creationId xmlns:a16="http://schemas.microsoft.com/office/drawing/2014/main" id="{73B5E119-2DC8-4CE9-B73D-9DB09C953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782" y="263027"/>
            <a:ext cx="711023" cy="71102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179574EF-97B0-49F7-AF8A-8ED90E34A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5133" y="1485238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B441057B-7232-40B1-BA49-D01FF36BC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4109" y="1358241"/>
            <a:ext cx="602103" cy="602103"/>
          </a:xfrm>
          <a:prstGeom prst="rect">
            <a:avLst/>
          </a:prstGeom>
        </p:spPr>
      </p:pic>
      <p:pic>
        <p:nvPicPr>
          <p:cNvPr id="27" name="Graphique 26" descr="Héros avec un remplissage uni">
            <a:extLst>
              <a:ext uri="{FF2B5EF4-FFF2-40B4-BE49-F238E27FC236}">
                <a16:creationId xmlns:a16="http://schemas.microsoft.com/office/drawing/2014/main" id="{7DBB9475-B857-4F1A-B128-0D77AEB12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3341" y="596673"/>
            <a:ext cx="556992" cy="556992"/>
          </a:xfrm>
          <a:prstGeom prst="rect">
            <a:avLst/>
          </a:prstGeom>
        </p:spPr>
      </p:pic>
      <p:pic>
        <p:nvPicPr>
          <p:cNvPr id="28" name="Graphique 27" descr="Héros avec un remplissage uni">
            <a:extLst>
              <a:ext uri="{FF2B5EF4-FFF2-40B4-BE49-F238E27FC236}">
                <a16:creationId xmlns:a16="http://schemas.microsoft.com/office/drawing/2014/main" id="{C5B2E2CC-EB13-49E5-8378-0FBB2F839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5400" y="330056"/>
            <a:ext cx="556992" cy="556992"/>
          </a:xfrm>
          <a:prstGeom prst="rect">
            <a:avLst/>
          </a:prstGeom>
        </p:spPr>
      </p:pic>
      <p:pic>
        <p:nvPicPr>
          <p:cNvPr id="29" name="Graphique 28" descr="Héros avec un remplissage uni">
            <a:extLst>
              <a:ext uri="{FF2B5EF4-FFF2-40B4-BE49-F238E27FC236}">
                <a16:creationId xmlns:a16="http://schemas.microsoft.com/office/drawing/2014/main" id="{7AFCE0B2-2106-475D-B5BC-FB329C982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0817" y="151593"/>
            <a:ext cx="556992" cy="556992"/>
          </a:xfrm>
          <a:prstGeom prst="rect">
            <a:avLst/>
          </a:prstGeom>
        </p:spPr>
      </p:pic>
      <p:pic>
        <p:nvPicPr>
          <p:cNvPr id="30" name="Graphique 29" descr="Bébé avec un remplissage uni">
            <a:extLst>
              <a:ext uri="{FF2B5EF4-FFF2-40B4-BE49-F238E27FC236}">
                <a16:creationId xmlns:a16="http://schemas.microsoft.com/office/drawing/2014/main" id="{1BF72DE5-6DAF-4D54-949D-53B583954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3693" y="138925"/>
            <a:ext cx="507646" cy="507646"/>
          </a:xfrm>
          <a:prstGeom prst="rect">
            <a:avLst/>
          </a:prstGeom>
        </p:spPr>
      </p:pic>
      <p:pic>
        <p:nvPicPr>
          <p:cNvPr id="31" name="Graphique 30" descr="Enfant avec ballon avec un remplissage uni">
            <a:extLst>
              <a:ext uri="{FF2B5EF4-FFF2-40B4-BE49-F238E27FC236}">
                <a16:creationId xmlns:a16="http://schemas.microsoft.com/office/drawing/2014/main" id="{E1BE9552-E58A-42AA-A04B-30547A337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5577" y="338662"/>
            <a:ext cx="711023" cy="71102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2026F365-6696-44F1-9535-42C49BAF9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0525" y="660770"/>
            <a:ext cx="602103" cy="602103"/>
          </a:xfrm>
          <a:prstGeom prst="rect">
            <a:avLst/>
          </a:prstGeom>
        </p:spPr>
      </p:pic>
      <p:pic>
        <p:nvPicPr>
          <p:cNvPr id="37" name="Graphique 36" descr="Héros avec un remplissage uni">
            <a:extLst>
              <a:ext uri="{FF2B5EF4-FFF2-40B4-BE49-F238E27FC236}">
                <a16:creationId xmlns:a16="http://schemas.microsoft.com/office/drawing/2014/main" id="{DD8A48DE-EF8E-40AB-BC52-51BAEF9BB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5997" y="138925"/>
            <a:ext cx="556992" cy="556992"/>
          </a:xfrm>
          <a:prstGeom prst="rect">
            <a:avLst/>
          </a:prstGeom>
        </p:spPr>
      </p:pic>
      <p:pic>
        <p:nvPicPr>
          <p:cNvPr id="38" name="Graphique 37" descr="Bébé avec un remplissage uni">
            <a:extLst>
              <a:ext uri="{FF2B5EF4-FFF2-40B4-BE49-F238E27FC236}">
                <a16:creationId xmlns:a16="http://schemas.microsoft.com/office/drawing/2014/main" id="{269DFC5B-EC40-4036-81F7-8C1AD353E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097" y="126615"/>
            <a:ext cx="507646" cy="507646"/>
          </a:xfrm>
          <a:prstGeom prst="rect">
            <a:avLst/>
          </a:prstGeom>
        </p:spPr>
      </p:pic>
      <p:pic>
        <p:nvPicPr>
          <p:cNvPr id="39" name="Graphique 38" descr="Enfant avec ballon avec un remplissage uni">
            <a:extLst>
              <a:ext uri="{FF2B5EF4-FFF2-40B4-BE49-F238E27FC236}">
                <a16:creationId xmlns:a16="http://schemas.microsoft.com/office/drawing/2014/main" id="{444E71C2-4C26-4ADD-B8AE-9EBE7C681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6006" y="401663"/>
            <a:ext cx="711023" cy="7110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63D92E0F-538B-4E78-99E9-585BA874F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5705" y="648102"/>
            <a:ext cx="602103" cy="602103"/>
          </a:xfrm>
          <a:prstGeom prst="rect">
            <a:avLst/>
          </a:prstGeom>
        </p:spPr>
      </p:pic>
      <p:pic>
        <p:nvPicPr>
          <p:cNvPr id="41" name="Graphique 40" descr="Héros avec un remplissage uni">
            <a:extLst>
              <a:ext uri="{FF2B5EF4-FFF2-40B4-BE49-F238E27FC236}">
                <a16:creationId xmlns:a16="http://schemas.microsoft.com/office/drawing/2014/main" id="{710AA6FF-9502-4597-84C7-75575E46F2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8128" y="1012295"/>
            <a:ext cx="556992" cy="556992"/>
          </a:xfrm>
          <a:prstGeom prst="rect">
            <a:avLst/>
          </a:prstGeom>
        </p:spPr>
      </p:pic>
      <p:pic>
        <p:nvPicPr>
          <p:cNvPr id="42" name="Graphique 41" descr="Bébé avec un remplissage uni">
            <a:extLst>
              <a:ext uri="{FF2B5EF4-FFF2-40B4-BE49-F238E27FC236}">
                <a16:creationId xmlns:a16="http://schemas.microsoft.com/office/drawing/2014/main" id="{C879D15E-45A9-4645-A05B-9EC66618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1004" y="999627"/>
            <a:ext cx="507646" cy="507646"/>
          </a:xfrm>
          <a:prstGeom prst="rect">
            <a:avLst/>
          </a:prstGeom>
        </p:spPr>
      </p:pic>
      <p:pic>
        <p:nvPicPr>
          <p:cNvPr id="43" name="Graphique 42" descr="Enfant avec ballon avec un remplissage uni">
            <a:extLst>
              <a:ext uri="{FF2B5EF4-FFF2-40B4-BE49-F238E27FC236}">
                <a16:creationId xmlns:a16="http://schemas.microsoft.com/office/drawing/2014/main" id="{F73BFD5F-07D9-4CF2-A012-5C6193F45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2888" y="1199364"/>
            <a:ext cx="711023" cy="711023"/>
          </a:xfrm>
          <a:prstGeom prst="rect">
            <a:avLst/>
          </a:prstGeom>
        </p:spPr>
      </p:pic>
      <p:pic>
        <p:nvPicPr>
          <p:cNvPr id="44" name="Graphique 43" descr="Personne confuse avec un remplissage uni">
            <a:extLst>
              <a:ext uri="{FF2B5EF4-FFF2-40B4-BE49-F238E27FC236}">
                <a16:creationId xmlns:a16="http://schemas.microsoft.com/office/drawing/2014/main" id="{C1109A6C-4C9A-4279-B324-B11AE6C75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836" y="1521472"/>
            <a:ext cx="602103" cy="602103"/>
          </a:xfrm>
          <a:prstGeom prst="rect">
            <a:avLst/>
          </a:prstGeom>
        </p:spPr>
      </p:pic>
      <p:pic>
        <p:nvPicPr>
          <p:cNvPr id="11" name="Graphique 10" descr="Dé avec un remplissage uni">
            <a:extLst>
              <a:ext uri="{FF2B5EF4-FFF2-40B4-BE49-F238E27FC236}">
                <a16:creationId xmlns:a16="http://schemas.microsoft.com/office/drawing/2014/main" id="{3F443C36-115E-4909-9E6D-0F41C41FEC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0081" y="3147434"/>
            <a:ext cx="625645" cy="625645"/>
          </a:xfrm>
          <a:prstGeom prst="rect">
            <a:avLst/>
          </a:prstGeom>
        </p:spPr>
      </p:pic>
      <p:pic>
        <p:nvPicPr>
          <p:cNvPr id="46" name="Graphique 45" descr="Personne confuse avec un remplissage uni">
            <a:extLst>
              <a:ext uri="{FF2B5EF4-FFF2-40B4-BE49-F238E27FC236}">
                <a16:creationId xmlns:a16="http://schemas.microsoft.com/office/drawing/2014/main" id="{58444E16-E129-4344-8002-9B3958E65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707" y="3830759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0B6C7102-8DDE-4E41-9566-0ED83EADF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653" y="3657956"/>
            <a:ext cx="602103" cy="602103"/>
          </a:xfrm>
          <a:prstGeom prst="rect">
            <a:avLst/>
          </a:prstGeom>
        </p:spPr>
      </p:pic>
      <p:pic>
        <p:nvPicPr>
          <p:cNvPr id="48" name="Graphique 47" descr="Personne confuse avec un remplissage uni">
            <a:extLst>
              <a:ext uri="{FF2B5EF4-FFF2-40B4-BE49-F238E27FC236}">
                <a16:creationId xmlns:a16="http://schemas.microsoft.com/office/drawing/2014/main" id="{9C4BDBA9-1A8A-430A-BB8C-581F1A114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431" y="3808995"/>
            <a:ext cx="602103" cy="602103"/>
          </a:xfrm>
          <a:prstGeom prst="rect">
            <a:avLst/>
          </a:prstGeom>
        </p:spPr>
      </p:pic>
      <p:pic>
        <p:nvPicPr>
          <p:cNvPr id="49" name="Graphique 48" descr="Personne confuse avec un remplissage uni">
            <a:extLst>
              <a:ext uri="{FF2B5EF4-FFF2-40B4-BE49-F238E27FC236}">
                <a16:creationId xmlns:a16="http://schemas.microsoft.com/office/drawing/2014/main" id="{7CC87CBA-CB2F-43F6-9153-F65A2D3809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7197" y="3559743"/>
            <a:ext cx="602103" cy="602103"/>
          </a:xfrm>
          <a:prstGeom prst="rect">
            <a:avLst/>
          </a:prstGeom>
        </p:spPr>
      </p:pic>
      <p:pic>
        <p:nvPicPr>
          <p:cNvPr id="50" name="Graphique 49" descr="Personne confuse avec un remplissage uni">
            <a:extLst>
              <a:ext uri="{FF2B5EF4-FFF2-40B4-BE49-F238E27FC236}">
                <a16:creationId xmlns:a16="http://schemas.microsoft.com/office/drawing/2014/main" id="{B43346AC-2F1E-40A9-A9B8-B4D8EFD8B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6748" y="2568282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C7D56C65-493E-4C89-8364-EDF925320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6393" y="2395103"/>
            <a:ext cx="602103" cy="602103"/>
          </a:xfrm>
          <a:prstGeom prst="rect">
            <a:avLst/>
          </a:prstGeom>
        </p:spPr>
      </p:pic>
      <p:pic>
        <p:nvPicPr>
          <p:cNvPr id="52" name="Graphique 51" descr="Personne confuse avec un remplissage uni">
            <a:extLst>
              <a:ext uri="{FF2B5EF4-FFF2-40B4-BE49-F238E27FC236}">
                <a16:creationId xmlns:a16="http://schemas.microsoft.com/office/drawing/2014/main" id="{30A538BF-1711-45DE-8914-A3A959209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8148" y="2846383"/>
            <a:ext cx="602103" cy="602103"/>
          </a:xfrm>
          <a:prstGeom prst="rect">
            <a:avLst/>
          </a:prstGeom>
        </p:spPr>
      </p:pic>
      <p:pic>
        <p:nvPicPr>
          <p:cNvPr id="53" name="Graphique 52" descr="Personne confuse avec un remplissage uni">
            <a:extLst>
              <a:ext uri="{FF2B5EF4-FFF2-40B4-BE49-F238E27FC236}">
                <a16:creationId xmlns:a16="http://schemas.microsoft.com/office/drawing/2014/main" id="{B49B6357-93D4-48C8-A311-BC6007E31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85" y="2523583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4DA5DE01-6DC5-42BF-82F0-BA552C42F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01" y="2419877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97BC7E02-83EC-42E1-BB27-0F934F74F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32" y="2785156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EC97CF70-90C6-4CC7-A606-B3B4090AC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038" y="380899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6CD5A886-F6D0-4510-9FC4-99AAD85A5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9560" y="3841613"/>
            <a:ext cx="602103" cy="602103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0A7803D-5D96-409F-B833-BAC4BD05BF10}"/>
              </a:ext>
            </a:extLst>
          </p:cNvPr>
          <p:cNvSpPr/>
          <p:nvPr/>
        </p:nvSpPr>
        <p:spPr>
          <a:xfrm rot="19461843">
            <a:off x="2532297" y="287298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lèche : droite 58">
            <a:extLst>
              <a:ext uri="{FF2B5EF4-FFF2-40B4-BE49-F238E27FC236}">
                <a16:creationId xmlns:a16="http://schemas.microsoft.com/office/drawing/2014/main" id="{C05D20D2-A35A-4AEC-B566-B50021B3878C}"/>
              </a:ext>
            </a:extLst>
          </p:cNvPr>
          <p:cNvSpPr/>
          <p:nvPr/>
        </p:nvSpPr>
        <p:spPr>
          <a:xfrm rot="2418519">
            <a:off x="2493808" y="359953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Flèche : droite 59">
            <a:extLst>
              <a:ext uri="{FF2B5EF4-FFF2-40B4-BE49-F238E27FC236}">
                <a16:creationId xmlns:a16="http://schemas.microsoft.com/office/drawing/2014/main" id="{762A30FA-7EAA-4CE0-91DB-1547946D727F}"/>
              </a:ext>
            </a:extLst>
          </p:cNvPr>
          <p:cNvSpPr/>
          <p:nvPr/>
        </p:nvSpPr>
        <p:spPr>
          <a:xfrm rot="8175033">
            <a:off x="1517142" y="358566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Flèche : droite 60">
            <a:extLst>
              <a:ext uri="{FF2B5EF4-FFF2-40B4-BE49-F238E27FC236}">
                <a16:creationId xmlns:a16="http://schemas.microsoft.com/office/drawing/2014/main" id="{0D54EADA-94AF-4175-B290-2A45F696FF4C}"/>
              </a:ext>
            </a:extLst>
          </p:cNvPr>
          <p:cNvSpPr/>
          <p:nvPr/>
        </p:nvSpPr>
        <p:spPr>
          <a:xfrm rot="13045094">
            <a:off x="1537687" y="288409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B5819F5B-5956-4DC0-B692-9BD0E30A5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783" y="1281726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21C0AC9D-5BB0-4E3B-8955-A111541DF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428" y="1108547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9305B191-83B5-427E-BFCC-5A85F9577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1183" y="1559827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4AEF614A-53CE-4E4E-A12D-7FDB7E896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2596" y="1247221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076C5934-EC39-45C5-A431-1C119A943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241" y="1074042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7A513D16-C901-40C9-9911-B499B7DC5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96" y="1525322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DC54EC8B-E464-4C2A-AB07-D2A87FEE3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208" y="1247221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E14692B1-A625-4A78-B5E8-621A3EA47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6853" y="1074042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11F5F7C-C536-46BA-8A8D-2A9257752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608" y="1525322"/>
            <a:ext cx="602103" cy="602103"/>
          </a:xfrm>
          <a:prstGeom prst="rect">
            <a:avLst/>
          </a:prstGeom>
        </p:spPr>
      </p:pic>
      <p:pic>
        <p:nvPicPr>
          <p:cNvPr id="15" name="Graphique 14" descr="Signet avec un remplissage uni">
            <a:extLst>
              <a:ext uri="{FF2B5EF4-FFF2-40B4-BE49-F238E27FC236}">
                <a16:creationId xmlns:a16="http://schemas.microsoft.com/office/drawing/2014/main" id="{1A94355F-BDF8-4E9D-9194-001AFF8FE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8641384" y="263027"/>
            <a:ext cx="635472" cy="6354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8E0E44-850E-4523-A925-F32BCB0F5563}"/>
              </a:ext>
            </a:extLst>
          </p:cNvPr>
          <p:cNvSpPr/>
          <p:nvPr/>
        </p:nvSpPr>
        <p:spPr>
          <a:xfrm>
            <a:off x="8625634" y="463263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6" name="Graphique 75" descr="Signet avec un remplissage uni">
            <a:extLst>
              <a:ext uri="{FF2B5EF4-FFF2-40B4-BE49-F238E27FC236}">
                <a16:creationId xmlns:a16="http://schemas.microsoft.com/office/drawing/2014/main" id="{4C57CC13-7287-47CD-AA87-CF09485C37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9992387" y="242598"/>
            <a:ext cx="635472" cy="63547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EC7A250-6379-4757-8013-B93464658C6E}"/>
              </a:ext>
            </a:extLst>
          </p:cNvPr>
          <p:cNvSpPr/>
          <p:nvPr/>
        </p:nvSpPr>
        <p:spPr>
          <a:xfrm>
            <a:off x="9976637" y="442834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8" name="Graphique 77" descr="Signet avec un remplissage uni">
            <a:extLst>
              <a:ext uri="{FF2B5EF4-FFF2-40B4-BE49-F238E27FC236}">
                <a16:creationId xmlns:a16="http://schemas.microsoft.com/office/drawing/2014/main" id="{E449C4AD-F051-418A-9F13-6D66749028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387003" y="232530"/>
            <a:ext cx="635472" cy="63547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CACE6D5-9F3F-4697-B778-6AB4AD4A4B47}"/>
              </a:ext>
            </a:extLst>
          </p:cNvPr>
          <p:cNvSpPr/>
          <p:nvPr/>
        </p:nvSpPr>
        <p:spPr>
          <a:xfrm>
            <a:off x="11371253" y="432766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Graphique 44" descr="Femme agricultrice avec un remplissage uni">
            <a:extLst>
              <a:ext uri="{FF2B5EF4-FFF2-40B4-BE49-F238E27FC236}">
                <a16:creationId xmlns:a16="http://schemas.microsoft.com/office/drawing/2014/main" id="{706916D0-B16B-41DE-9B38-B0B72A3B95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4610" y="3710117"/>
            <a:ext cx="690528" cy="690528"/>
          </a:xfrm>
          <a:prstGeom prst="rect">
            <a:avLst/>
          </a:prstGeom>
        </p:spPr>
      </p:pic>
      <p:pic>
        <p:nvPicPr>
          <p:cNvPr id="512" name="Graphique 511" descr="Homme agriculteur avec un remplissage uni">
            <a:extLst>
              <a:ext uri="{FF2B5EF4-FFF2-40B4-BE49-F238E27FC236}">
                <a16:creationId xmlns:a16="http://schemas.microsoft.com/office/drawing/2014/main" id="{823CC7C3-451C-43FB-BCED-B540F824C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13778" y="3703383"/>
            <a:ext cx="690528" cy="690528"/>
          </a:xfrm>
          <a:prstGeom prst="rect">
            <a:avLst/>
          </a:prstGeom>
        </p:spPr>
      </p:pic>
      <p:pic>
        <p:nvPicPr>
          <p:cNvPr id="514" name="Graphique 513" descr="Un artiste masculin avec un remplissage uni">
            <a:extLst>
              <a:ext uri="{FF2B5EF4-FFF2-40B4-BE49-F238E27FC236}">
                <a16:creationId xmlns:a16="http://schemas.microsoft.com/office/drawing/2014/main" id="{8C55D2B6-BBFC-4E04-94F2-4F888B13BA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95447" y="2456906"/>
            <a:ext cx="690528" cy="690528"/>
          </a:xfrm>
          <a:prstGeom prst="rect">
            <a:avLst/>
          </a:prstGeom>
        </p:spPr>
      </p:pic>
      <p:pic>
        <p:nvPicPr>
          <p:cNvPr id="516" name="Graphique 515" descr="Une artiste avec un remplissage uni">
            <a:extLst>
              <a:ext uri="{FF2B5EF4-FFF2-40B4-BE49-F238E27FC236}">
                <a16:creationId xmlns:a16="http://schemas.microsoft.com/office/drawing/2014/main" id="{7699EAD9-F7C7-47A0-8570-EDEE866AC42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730639" y="2478582"/>
            <a:ext cx="690528" cy="690528"/>
          </a:xfrm>
          <a:prstGeom prst="rect">
            <a:avLst/>
          </a:prstGeom>
        </p:spPr>
      </p:pic>
      <p:pic>
        <p:nvPicPr>
          <p:cNvPr id="518" name="Graphique 517" descr="Une astronaute avec un remplissage uni">
            <a:extLst>
              <a:ext uri="{FF2B5EF4-FFF2-40B4-BE49-F238E27FC236}">
                <a16:creationId xmlns:a16="http://schemas.microsoft.com/office/drawing/2014/main" id="{C4958026-6431-450E-8BA1-0026F28609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04034" y="2507540"/>
            <a:ext cx="690528" cy="690528"/>
          </a:xfrm>
          <a:prstGeom prst="rect">
            <a:avLst/>
          </a:prstGeom>
        </p:spPr>
      </p:pic>
      <p:pic>
        <p:nvPicPr>
          <p:cNvPr id="520" name="Graphique 519" descr="Femme ouvrière du bâtiment avec un remplissage uni">
            <a:extLst>
              <a:ext uri="{FF2B5EF4-FFF2-40B4-BE49-F238E27FC236}">
                <a16:creationId xmlns:a16="http://schemas.microsoft.com/office/drawing/2014/main" id="{B740F508-9EE9-45DA-A250-466B2CB9F83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86363" y="3724057"/>
            <a:ext cx="690528" cy="690528"/>
          </a:xfrm>
          <a:prstGeom prst="rect">
            <a:avLst/>
          </a:prstGeom>
        </p:spPr>
      </p:pic>
      <p:pic>
        <p:nvPicPr>
          <p:cNvPr id="522" name="Graphique 521" descr="Homme ouvrier du bâtiment avec un remplissage uni">
            <a:extLst>
              <a:ext uri="{FF2B5EF4-FFF2-40B4-BE49-F238E27FC236}">
                <a16:creationId xmlns:a16="http://schemas.microsoft.com/office/drawing/2014/main" id="{DCB1CE7B-14F5-40AD-AF3C-4B0235CD7D1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292909" y="3710117"/>
            <a:ext cx="690528" cy="690528"/>
          </a:xfrm>
          <a:prstGeom prst="rect">
            <a:avLst/>
          </a:prstGeom>
        </p:spPr>
      </p:pic>
      <p:pic>
        <p:nvPicPr>
          <p:cNvPr id="94" name="Graphique 93" descr="Une astronaute avec un remplissage uni">
            <a:extLst>
              <a:ext uri="{FF2B5EF4-FFF2-40B4-BE49-F238E27FC236}">
                <a16:creationId xmlns:a16="http://schemas.microsoft.com/office/drawing/2014/main" id="{EAC7F87B-48BE-4299-AE73-93BD4562C9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8676" y="2538148"/>
            <a:ext cx="690528" cy="690528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9B079288-270D-4BAB-99F1-187FBFCECB65}"/>
              </a:ext>
            </a:extLst>
          </p:cNvPr>
          <p:cNvGrpSpPr/>
          <p:nvPr/>
        </p:nvGrpSpPr>
        <p:grpSpPr>
          <a:xfrm>
            <a:off x="5672173" y="3336012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3" name="Graphique 102" descr="Personne confuse avec un remplissage uni">
              <a:extLst>
                <a:ext uri="{FF2B5EF4-FFF2-40B4-BE49-F238E27FC236}">
                  <a16:creationId xmlns:a16="http://schemas.microsoft.com/office/drawing/2014/main" id="{60DB99B3-EA09-4FF7-B779-9045C2901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04" name="Graphique 103" descr="Personne confuse avec un remplissage uni">
              <a:extLst>
                <a:ext uri="{FF2B5EF4-FFF2-40B4-BE49-F238E27FC236}">
                  <a16:creationId xmlns:a16="http://schemas.microsoft.com/office/drawing/2014/main" id="{202ED0AE-894F-41EB-A121-39F29D39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05" name="Graphique 104" descr="Personne confuse avec un remplissage uni">
              <a:extLst>
                <a:ext uri="{FF2B5EF4-FFF2-40B4-BE49-F238E27FC236}">
                  <a16:creationId xmlns:a16="http://schemas.microsoft.com/office/drawing/2014/main" id="{BA43AE12-9F5F-4129-B805-790727813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A6EA4F8F-171D-4767-A171-384BB3E277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B33416F0-4C5E-4214-A7BA-3BD4FE908685}"/>
              </a:ext>
            </a:extLst>
          </p:cNvPr>
          <p:cNvGrpSpPr/>
          <p:nvPr/>
        </p:nvGrpSpPr>
        <p:grpSpPr>
          <a:xfrm>
            <a:off x="4258405" y="2463896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9" name="Graphique 108" descr="Personne confuse avec un remplissage uni">
              <a:extLst>
                <a:ext uri="{FF2B5EF4-FFF2-40B4-BE49-F238E27FC236}">
                  <a16:creationId xmlns:a16="http://schemas.microsoft.com/office/drawing/2014/main" id="{7835D998-0F30-48B8-B0DE-82577D5AC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0" name="Graphique 109" descr="Personne confuse avec un remplissage uni">
              <a:extLst>
                <a:ext uri="{FF2B5EF4-FFF2-40B4-BE49-F238E27FC236}">
                  <a16:creationId xmlns:a16="http://schemas.microsoft.com/office/drawing/2014/main" id="{065BF432-FEA2-41E3-99CF-58F6E8E55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1" name="Graphique 110" descr="Personne confuse avec un remplissage uni">
              <a:extLst>
                <a:ext uri="{FF2B5EF4-FFF2-40B4-BE49-F238E27FC236}">
                  <a16:creationId xmlns:a16="http://schemas.microsoft.com/office/drawing/2014/main" id="{6C594955-079C-436A-A85B-CEE73533E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EF65977C-87B3-427C-9996-44B8D2A42A42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4DF013C5-E0CA-4606-8A49-9C9ED2BE4845}"/>
              </a:ext>
            </a:extLst>
          </p:cNvPr>
          <p:cNvGrpSpPr/>
          <p:nvPr/>
        </p:nvGrpSpPr>
        <p:grpSpPr>
          <a:xfrm>
            <a:off x="7021091" y="2467920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14" name="Graphique 113" descr="Personne confuse avec un remplissage uni">
              <a:extLst>
                <a:ext uri="{FF2B5EF4-FFF2-40B4-BE49-F238E27FC236}">
                  <a16:creationId xmlns:a16="http://schemas.microsoft.com/office/drawing/2014/main" id="{F63B7D81-8CA8-48E8-8668-5674B70C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5" name="Graphique 114" descr="Personne confuse avec un remplissage uni">
              <a:extLst>
                <a:ext uri="{FF2B5EF4-FFF2-40B4-BE49-F238E27FC236}">
                  <a16:creationId xmlns:a16="http://schemas.microsoft.com/office/drawing/2014/main" id="{6FEA3B6F-02E7-423E-A700-57FAAECC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6" name="Graphique 115" descr="Personne confuse avec un remplissage uni">
              <a:extLst>
                <a:ext uri="{FF2B5EF4-FFF2-40B4-BE49-F238E27FC236}">
                  <a16:creationId xmlns:a16="http://schemas.microsoft.com/office/drawing/2014/main" id="{1F4923B6-21F0-4B9D-B9F6-7EDB9332F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07A1F29B-6B50-4F8B-A8FB-8CAFA4A046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pic>
        <p:nvPicPr>
          <p:cNvPr id="526" name="Graphique 525" descr="Homme avec canne avec un remplissage uni">
            <a:extLst>
              <a:ext uri="{FF2B5EF4-FFF2-40B4-BE49-F238E27FC236}">
                <a16:creationId xmlns:a16="http://schemas.microsoft.com/office/drawing/2014/main" id="{8DC5B56B-1205-445D-86D5-C3A5861D023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04464" y="4712924"/>
            <a:ext cx="914400" cy="914400"/>
          </a:xfrm>
          <a:prstGeom prst="rect">
            <a:avLst/>
          </a:prstGeom>
        </p:spPr>
      </p:pic>
      <p:pic>
        <p:nvPicPr>
          <p:cNvPr id="528" name="Graphique 527" descr="Femme enceinte avec un remplissage uni">
            <a:extLst>
              <a:ext uri="{FF2B5EF4-FFF2-40B4-BE49-F238E27FC236}">
                <a16:creationId xmlns:a16="http://schemas.microsoft.com/office/drawing/2014/main" id="{53F1038D-C7B0-41D4-ACAE-9FA747833C7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94013" y="5693220"/>
            <a:ext cx="914400" cy="914400"/>
          </a:xfrm>
          <a:prstGeom prst="rect">
            <a:avLst/>
          </a:prstGeom>
        </p:spPr>
      </p:pic>
      <p:pic>
        <p:nvPicPr>
          <p:cNvPr id="530" name="Graphique 529" descr="Homme avec bébé avec un remplissage uni">
            <a:extLst>
              <a:ext uri="{FF2B5EF4-FFF2-40B4-BE49-F238E27FC236}">
                <a16:creationId xmlns:a16="http://schemas.microsoft.com/office/drawing/2014/main" id="{E2E8E644-E766-43A6-A1D7-A79EE966A9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69631" y="4721246"/>
            <a:ext cx="914400" cy="914400"/>
          </a:xfrm>
          <a:prstGeom prst="rect">
            <a:avLst/>
          </a:prstGeom>
        </p:spPr>
      </p:pic>
      <p:pic>
        <p:nvPicPr>
          <p:cNvPr id="124" name="Graphique 123" descr="Homme avec bébé avec un remplissage uni">
            <a:extLst>
              <a:ext uri="{FF2B5EF4-FFF2-40B4-BE49-F238E27FC236}">
                <a16:creationId xmlns:a16="http://schemas.microsoft.com/office/drawing/2014/main" id="{D2D6F2D7-7E96-49E9-B10B-1FF07CCF750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656885" y="4721246"/>
            <a:ext cx="914400" cy="914400"/>
          </a:xfrm>
          <a:prstGeom prst="rect">
            <a:avLst/>
          </a:prstGeom>
        </p:spPr>
      </p:pic>
      <p:pic>
        <p:nvPicPr>
          <p:cNvPr id="125" name="Graphique 124" descr="Homme avec canne avec un remplissage uni">
            <a:extLst>
              <a:ext uri="{FF2B5EF4-FFF2-40B4-BE49-F238E27FC236}">
                <a16:creationId xmlns:a16="http://schemas.microsoft.com/office/drawing/2014/main" id="{A447B957-72DB-4F89-AD08-74992B375F9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5866" y="4702716"/>
            <a:ext cx="914400" cy="914400"/>
          </a:xfrm>
          <a:prstGeom prst="rect">
            <a:avLst/>
          </a:prstGeom>
        </p:spPr>
      </p:pic>
      <p:pic>
        <p:nvPicPr>
          <p:cNvPr id="126" name="Graphique 125" descr="Femme enceinte avec un remplissage uni">
            <a:extLst>
              <a:ext uri="{FF2B5EF4-FFF2-40B4-BE49-F238E27FC236}">
                <a16:creationId xmlns:a16="http://schemas.microsoft.com/office/drawing/2014/main" id="{CB4299F5-8390-4B7A-A230-43A4E8848D1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45463" y="5693220"/>
            <a:ext cx="914400" cy="914400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8EB43BCE-D78F-470F-9575-12DEC6DE3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997" y="6091767"/>
            <a:ext cx="602103" cy="602103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EB0300A2-9DC4-4C7A-A5F4-AFB102572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8329" y="5908846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7B6E6DAA-B6B1-4C59-923C-E56137F85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325" y="6070003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E0FBEDB1-C706-44F0-8A74-62D58DAF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1091" y="5820751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EB4724EE-7095-4E09-8C61-D9AA9AF7B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642" y="4829290"/>
            <a:ext cx="602103" cy="602103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DB8C2FED-925A-4564-94FF-DD768F413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287" y="4656111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4C5706D2-0ED9-4569-A5A6-07E2EFF36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2042" y="5107391"/>
            <a:ext cx="602103" cy="602103"/>
          </a:xfrm>
          <a:prstGeom prst="rect">
            <a:avLst/>
          </a:prstGeom>
        </p:spPr>
      </p:pic>
      <p:pic>
        <p:nvPicPr>
          <p:cNvPr id="135" name="Graphique 134" descr="Personne confuse avec un remplissage uni">
            <a:extLst>
              <a:ext uri="{FF2B5EF4-FFF2-40B4-BE49-F238E27FC236}">
                <a16:creationId xmlns:a16="http://schemas.microsoft.com/office/drawing/2014/main" id="{23877851-7DFA-4F51-B19A-8C9FDC5E8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8479" y="4784591"/>
            <a:ext cx="602103" cy="602103"/>
          </a:xfrm>
          <a:prstGeom prst="rect">
            <a:avLst/>
          </a:prstGeom>
        </p:spPr>
      </p:pic>
      <p:pic>
        <p:nvPicPr>
          <p:cNvPr id="136" name="Graphique 135" descr="Personne confuse avec un remplissage uni">
            <a:extLst>
              <a:ext uri="{FF2B5EF4-FFF2-40B4-BE49-F238E27FC236}">
                <a16:creationId xmlns:a16="http://schemas.microsoft.com/office/drawing/2014/main" id="{41A01394-7279-406A-8DAC-AB25423D6A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495" y="4680885"/>
            <a:ext cx="602103" cy="602103"/>
          </a:xfrm>
          <a:prstGeom prst="rect">
            <a:avLst/>
          </a:prstGeom>
        </p:spPr>
      </p:pic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7DD6BB22-BF9C-4D1E-A9E6-6D1897B15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226" y="5046164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E09BE7CA-6E55-460C-9666-4A6905616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3" y="6065601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0981CDD5-1900-4429-B3A3-7A7FD8D212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893" y="6091767"/>
            <a:ext cx="602103" cy="602103"/>
          </a:xfrm>
          <a:prstGeom prst="rect">
            <a:avLst/>
          </a:prstGeom>
        </p:spPr>
      </p:pic>
      <p:sp>
        <p:nvSpPr>
          <p:cNvPr id="140" name="Flèche : droite 139">
            <a:extLst>
              <a:ext uri="{FF2B5EF4-FFF2-40B4-BE49-F238E27FC236}">
                <a16:creationId xmlns:a16="http://schemas.microsoft.com/office/drawing/2014/main" id="{AE911E04-5742-48B5-B43C-C71708E9F4EF}"/>
              </a:ext>
            </a:extLst>
          </p:cNvPr>
          <p:cNvSpPr/>
          <p:nvPr/>
        </p:nvSpPr>
        <p:spPr>
          <a:xfrm rot="19461843">
            <a:off x="6546191" y="513399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Flèche : droite 140">
            <a:extLst>
              <a:ext uri="{FF2B5EF4-FFF2-40B4-BE49-F238E27FC236}">
                <a16:creationId xmlns:a16="http://schemas.microsoft.com/office/drawing/2014/main" id="{506353AE-7F5B-417D-9D04-E8CCC6CA1B04}"/>
              </a:ext>
            </a:extLst>
          </p:cNvPr>
          <p:cNvSpPr/>
          <p:nvPr/>
        </p:nvSpPr>
        <p:spPr>
          <a:xfrm rot="2418519">
            <a:off x="6507702" y="586054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Flèche : droite 141">
            <a:extLst>
              <a:ext uri="{FF2B5EF4-FFF2-40B4-BE49-F238E27FC236}">
                <a16:creationId xmlns:a16="http://schemas.microsoft.com/office/drawing/2014/main" id="{29ED14D6-A4A6-4F91-942C-38C2F664D667}"/>
              </a:ext>
            </a:extLst>
          </p:cNvPr>
          <p:cNvSpPr/>
          <p:nvPr/>
        </p:nvSpPr>
        <p:spPr>
          <a:xfrm rot="8175033">
            <a:off x="5531036" y="584667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Flèche : droite 142">
            <a:extLst>
              <a:ext uri="{FF2B5EF4-FFF2-40B4-BE49-F238E27FC236}">
                <a16:creationId xmlns:a16="http://schemas.microsoft.com/office/drawing/2014/main" id="{F1633B83-A8D7-4717-A140-4F396228E4CF}"/>
              </a:ext>
            </a:extLst>
          </p:cNvPr>
          <p:cNvSpPr/>
          <p:nvPr/>
        </p:nvSpPr>
        <p:spPr>
          <a:xfrm rot="13045094">
            <a:off x="5551581" y="514510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2" name="Graphique 531" descr="Engrenages avec un remplissage uni">
            <a:extLst>
              <a:ext uri="{FF2B5EF4-FFF2-40B4-BE49-F238E27FC236}">
                <a16:creationId xmlns:a16="http://schemas.microsoft.com/office/drawing/2014/main" id="{A660E78A-BCAA-4823-9719-E5B68FB9AE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706638" y="5155253"/>
            <a:ext cx="914400" cy="914400"/>
          </a:xfrm>
          <a:prstGeom prst="rect">
            <a:avLst/>
          </a:prstGeom>
        </p:spPr>
      </p:pic>
      <p:grpSp>
        <p:nvGrpSpPr>
          <p:cNvPr id="535" name="Groupe 534">
            <a:extLst>
              <a:ext uri="{FF2B5EF4-FFF2-40B4-BE49-F238E27FC236}">
                <a16:creationId xmlns:a16="http://schemas.microsoft.com/office/drawing/2014/main" id="{0D749060-5013-4100-BC23-2DA9B8D902A4}"/>
              </a:ext>
            </a:extLst>
          </p:cNvPr>
          <p:cNvGrpSpPr/>
          <p:nvPr/>
        </p:nvGrpSpPr>
        <p:grpSpPr>
          <a:xfrm>
            <a:off x="8257732" y="4724972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92F9AB76-9F11-4EC6-9520-25EA736D82E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52" name="Graphique 151" descr="Personne confuse avec un remplissage uni">
                <a:extLst>
                  <a:ext uri="{FF2B5EF4-FFF2-40B4-BE49-F238E27FC236}">
                    <a16:creationId xmlns:a16="http://schemas.microsoft.com/office/drawing/2014/main" id="{336C8A70-CCCD-4DB9-B5FB-884805FB8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53" name="Graphique 152" descr="Personne confuse avec un remplissage uni">
                <a:extLst>
                  <a:ext uri="{FF2B5EF4-FFF2-40B4-BE49-F238E27FC236}">
                    <a16:creationId xmlns:a16="http://schemas.microsoft.com/office/drawing/2014/main" id="{0A8969EC-9F88-45AF-8437-65E4C57EE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54" name="Graphique 153" descr="Personne confuse avec un remplissage uni">
                <a:extLst>
                  <a:ext uri="{FF2B5EF4-FFF2-40B4-BE49-F238E27FC236}">
                    <a16:creationId xmlns:a16="http://schemas.microsoft.com/office/drawing/2014/main" id="{0F1B2803-9FD0-4E7E-BA19-7F48AA590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534" name="Graphique 533" descr="Cœur avec un remplissage uni">
              <a:extLst>
                <a:ext uri="{FF2B5EF4-FFF2-40B4-BE49-F238E27FC236}">
                  <a16:creationId xmlns:a16="http://schemas.microsoft.com/office/drawing/2014/main" id="{9E6AC8C1-325B-4861-9878-B0501F19E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77D57469-7F2E-499C-BD30-1BAB22155B5E}"/>
              </a:ext>
            </a:extLst>
          </p:cNvPr>
          <p:cNvGrpSpPr/>
          <p:nvPr/>
        </p:nvGrpSpPr>
        <p:grpSpPr>
          <a:xfrm>
            <a:off x="9606342" y="5627324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65" name="Groupe 164">
              <a:extLst>
                <a:ext uri="{FF2B5EF4-FFF2-40B4-BE49-F238E27FC236}">
                  <a16:creationId xmlns:a16="http://schemas.microsoft.com/office/drawing/2014/main" id="{C2D7498C-0626-4C92-BAD5-7B78C1D1A44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67" name="Graphique 166" descr="Personne confuse avec un remplissage uni">
                <a:extLst>
                  <a:ext uri="{FF2B5EF4-FFF2-40B4-BE49-F238E27FC236}">
                    <a16:creationId xmlns:a16="http://schemas.microsoft.com/office/drawing/2014/main" id="{8627BA4E-2D5C-4EB3-A3D1-2B951DE3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68" name="Graphique 167" descr="Personne confuse avec un remplissage uni">
                <a:extLst>
                  <a:ext uri="{FF2B5EF4-FFF2-40B4-BE49-F238E27FC236}">
                    <a16:creationId xmlns:a16="http://schemas.microsoft.com/office/drawing/2014/main" id="{5F7A11EC-B30E-4ACB-8551-086E449AE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69" name="Graphique 168" descr="Personne confuse avec un remplissage uni">
                <a:extLst>
                  <a:ext uri="{FF2B5EF4-FFF2-40B4-BE49-F238E27FC236}">
                    <a16:creationId xmlns:a16="http://schemas.microsoft.com/office/drawing/2014/main" id="{3C2FC6E9-AEE6-4396-A7CA-1BC517436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66" name="Graphique 165" descr="Cœur avec un remplissage uni">
              <a:extLst>
                <a:ext uri="{FF2B5EF4-FFF2-40B4-BE49-F238E27FC236}">
                  <a16:creationId xmlns:a16="http://schemas.microsoft.com/office/drawing/2014/main" id="{2187C879-A238-4276-9591-E74B3CD8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BFEA3332-B50B-4E29-846D-1022FD5E2DC8}"/>
              </a:ext>
            </a:extLst>
          </p:cNvPr>
          <p:cNvGrpSpPr/>
          <p:nvPr/>
        </p:nvGrpSpPr>
        <p:grpSpPr>
          <a:xfrm>
            <a:off x="10943465" y="4732233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20BAEB55-9BE7-4FE2-A13C-E9175C41466D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73" name="Graphique 172" descr="Personne confuse avec un remplissage uni">
                <a:extLst>
                  <a:ext uri="{FF2B5EF4-FFF2-40B4-BE49-F238E27FC236}">
                    <a16:creationId xmlns:a16="http://schemas.microsoft.com/office/drawing/2014/main" id="{4A154F94-2E17-496C-99FD-F7993C89C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74" name="Graphique 173" descr="Personne confuse avec un remplissage uni">
                <a:extLst>
                  <a:ext uri="{FF2B5EF4-FFF2-40B4-BE49-F238E27FC236}">
                    <a16:creationId xmlns:a16="http://schemas.microsoft.com/office/drawing/2014/main" id="{138708E4-AF7D-46A3-A4EF-5FC837436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75" name="Graphique 174" descr="Personne confuse avec un remplissage uni">
                <a:extLst>
                  <a:ext uri="{FF2B5EF4-FFF2-40B4-BE49-F238E27FC236}">
                    <a16:creationId xmlns:a16="http://schemas.microsoft.com/office/drawing/2014/main" id="{BA72D0E4-8514-43F4-AFAD-185DF6908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72" name="Graphique 171" descr="Cœur avec un remplissage uni">
              <a:extLst>
                <a:ext uri="{FF2B5EF4-FFF2-40B4-BE49-F238E27FC236}">
                  <a16:creationId xmlns:a16="http://schemas.microsoft.com/office/drawing/2014/main" id="{8092E55C-0366-47DD-99B3-F322D2CD4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0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46803F68-D81D-44A4-BCAB-E4A2411D2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32" y="1563325"/>
            <a:ext cx="602103" cy="602103"/>
          </a:xfrm>
          <a:prstGeom prst="rect">
            <a:avLst/>
          </a:prstGeom>
        </p:spPr>
      </p:pic>
      <p:pic>
        <p:nvPicPr>
          <p:cNvPr id="155" name="Graphique 154" descr="Personne confuse avec un remplissage uni">
            <a:extLst>
              <a:ext uri="{FF2B5EF4-FFF2-40B4-BE49-F238E27FC236}">
                <a16:creationId xmlns:a16="http://schemas.microsoft.com/office/drawing/2014/main" id="{9B5B4EB4-52D8-4846-82EE-D50FEA6E2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4" y="1380404"/>
            <a:ext cx="602103" cy="602103"/>
          </a:xfrm>
          <a:prstGeom prst="rect">
            <a:avLst/>
          </a:prstGeom>
        </p:spPr>
      </p:pic>
      <p:pic>
        <p:nvPicPr>
          <p:cNvPr id="156" name="Graphique 155" descr="Personne confuse avec un remplissage uni">
            <a:extLst>
              <a:ext uri="{FF2B5EF4-FFF2-40B4-BE49-F238E27FC236}">
                <a16:creationId xmlns:a16="http://schemas.microsoft.com/office/drawing/2014/main" id="{62AD8966-A09A-49D7-9901-F0FD1AD8B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060" y="1541561"/>
            <a:ext cx="602103" cy="602103"/>
          </a:xfrm>
          <a:prstGeom prst="rect">
            <a:avLst/>
          </a:prstGeom>
        </p:spPr>
      </p:pic>
      <p:pic>
        <p:nvPicPr>
          <p:cNvPr id="157" name="Graphique 156" descr="Personne confuse avec un remplissage uni">
            <a:extLst>
              <a:ext uri="{FF2B5EF4-FFF2-40B4-BE49-F238E27FC236}">
                <a16:creationId xmlns:a16="http://schemas.microsoft.com/office/drawing/2014/main" id="{29658D5E-5FEF-430E-8068-9F16DF7D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0826" y="1292309"/>
            <a:ext cx="602103" cy="602103"/>
          </a:xfrm>
          <a:prstGeom prst="rect">
            <a:avLst/>
          </a:prstGeom>
        </p:spPr>
      </p:pic>
      <p:pic>
        <p:nvPicPr>
          <p:cNvPr id="158" name="Graphique 157" descr="Personne confuse avec un remplissage uni">
            <a:extLst>
              <a:ext uri="{FF2B5EF4-FFF2-40B4-BE49-F238E27FC236}">
                <a16:creationId xmlns:a16="http://schemas.microsoft.com/office/drawing/2014/main" id="{D47389CB-7EA9-475A-B87B-068E0CFEB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0377" y="300848"/>
            <a:ext cx="602103" cy="602103"/>
          </a:xfrm>
          <a:prstGeom prst="rect">
            <a:avLst/>
          </a:prstGeom>
        </p:spPr>
      </p:pic>
      <p:pic>
        <p:nvPicPr>
          <p:cNvPr id="159" name="Graphique 158" descr="Personne confuse avec un remplissage uni">
            <a:extLst>
              <a:ext uri="{FF2B5EF4-FFF2-40B4-BE49-F238E27FC236}">
                <a16:creationId xmlns:a16="http://schemas.microsoft.com/office/drawing/2014/main" id="{7F410600-69E4-48A4-A7F8-EC573813B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0022" y="127669"/>
            <a:ext cx="602103" cy="602103"/>
          </a:xfrm>
          <a:prstGeom prst="rect">
            <a:avLst/>
          </a:prstGeom>
        </p:spPr>
      </p:pic>
      <p:pic>
        <p:nvPicPr>
          <p:cNvPr id="160" name="Graphique 159" descr="Personne confuse avec un remplissage uni">
            <a:extLst>
              <a:ext uri="{FF2B5EF4-FFF2-40B4-BE49-F238E27FC236}">
                <a16:creationId xmlns:a16="http://schemas.microsoft.com/office/drawing/2014/main" id="{4E575077-7CD8-49A0-AFC3-E24C15080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777" y="578949"/>
            <a:ext cx="602103" cy="602103"/>
          </a:xfrm>
          <a:prstGeom prst="rect">
            <a:avLst/>
          </a:prstGeom>
        </p:spPr>
      </p:pic>
      <p:pic>
        <p:nvPicPr>
          <p:cNvPr id="161" name="Graphique 160" descr="Personne confuse avec un remplissage uni">
            <a:extLst>
              <a:ext uri="{FF2B5EF4-FFF2-40B4-BE49-F238E27FC236}">
                <a16:creationId xmlns:a16="http://schemas.microsoft.com/office/drawing/2014/main" id="{282A0891-F4EF-4486-9E40-7E7A8C33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14" y="256149"/>
            <a:ext cx="602103" cy="602103"/>
          </a:xfrm>
          <a:prstGeom prst="rect">
            <a:avLst/>
          </a:prstGeom>
        </p:spPr>
      </p:pic>
      <p:pic>
        <p:nvPicPr>
          <p:cNvPr id="162" name="Graphique 161" descr="Personne confuse avec un remplissage uni">
            <a:extLst>
              <a:ext uri="{FF2B5EF4-FFF2-40B4-BE49-F238E27FC236}">
                <a16:creationId xmlns:a16="http://schemas.microsoft.com/office/drawing/2014/main" id="{EC27CCF7-DD84-4931-B83F-57DBDCEC0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30" y="152443"/>
            <a:ext cx="602103" cy="602103"/>
          </a:xfrm>
          <a:prstGeom prst="rect">
            <a:avLst/>
          </a:prstGeom>
        </p:spPr>
      </p:pic>
      <p:pic>
        <p:nvPicPr>
          <p:cNvPr id="163" name="Graphique 162" descr="Personne confuse avec un remplissage uni">
            <a:extLst>
              <a:ext uri="{FF2B5EF4-FFF2-40B4-BE49-F238E27FC236}">
                <a16:creationId xmlns:a16="http://schemas.microsoft.com/office/drawing/2014/main" id="{E259C488-FEE1-42E3-90F9-76A58D1DE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61" y="517722"/>
            <a:ext cx="602103" cy="602103"/>
          </a:xfrm>
          <a:prstGeom prst="rect">
            <a:avLst/>
          </a:prstGeom>
        </p:spPr>
      </p:pic>
      <p:pic>
        <p:nvPicPr>
          <p:cNvPr id="176" name="Graphique 175" descr="Personne confuse avec un remplissage uni">
            <a:extLst>
              <a:ext uri="{FF2B5EF4-FFF2-40B4-BE49-F238E27FC236}">
                <a16:creationId xmlns:a16="http://schemas.microsoft.com/office/drawing/2014/main" id="{2AE18914-FFD0-48C5-943E-182218A24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88" y="1537159"/>
            <a:ext cx="602103" cy="602103"/>
          </a:xfrm>
          <a:prstGeom prst="rect">
            <a:avLst/>
          </a:prstGeom>
        </p:spPr>
      </p:pic>
      <p:pic>
        <p:nvPicPr>
          <p:cNvPr id="177" name="Graphique 176" descr="Personne confuse avec un remplissage uni">
            <a:extLst>
              <a:ext uri="{FF2B5EF4-FFF2-40B4-BE49-F238E27FC236}">
                <a16:creationId xmlns:a16="http://schemas.microsoft.com/office/drawing/2014/main" id="{150D395C-6F2E-4D69-81CF-819124B6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628" y="1563325"/>
            <a:ext cx="602103" cy="602103"/>
          </a:xfrm>
          <a:prstGeom prst="rect">
            <a:avLst/>
          </a:prstGeom>
        </p:spPr>
      </p:pic>
      <p:sp>
        <p:nvSpPr>
          <p:cNvPr id="178" name="Flèche : droite 177">
            <a:extLst>
              <a:ext uri="{FF2B5EF4-FFF2-40B4-BE49-F238E27FC236}">
                <a16:creationId xmlns:a16="http://schemas.microsoft.com/office/drawing/2014/main" id="{41B1B5A7-A4A7-4652-A145-6D155AA9B131}"/>
              </a:ext>
            </a:extLst>
          </p:cNvPr>
          <p:cNvSpPr/>
          <p:nvPr/>
        </p:nvSpPr>
        <p:spPr>
          <a:xfrm rot="19461843">
            <a:off x="2535926" y="60555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Flèche : droite 178">
            <a:extLst>
              <a:ext uri="{FF2B5EF4-FFF2-40B4-BE49-F238E27FC236}">
                <a16:creationId xmlns:a16="http://schemas.microsoft.com/office/drawing/2014/main" id="{262C4C3F-58ED-4359-98B1-7C58F59EC82D}"/>
              </a:ext>
            </a:extLst>
          </p:cNvPr>
          <p:cNvSpPr/>
          <p:nvPr/>
        </p:nvSpPr>
        <p:spPr>
          <a:xfrm rot="2418519">
            <a:off x="2497437" y="133210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lèche : droite 179">
            <a:extLst>
              <a:ext uri="{FF2B5EF4-FFF2-40B4-BE49-F238E27FC236}">
                <a16:creationId xmlns:a16="http://schemas.microsoft.com/office/drawing/2014/main" id="{348D0624-0C61-4F1E-9893-6356B88B08DB}"/>
              </a:ext>
            </a:extLst>
          </p:cNvPr>
          <p:cNvSpPr/>
          <p:nvPr/>
        </p:nvSpPr>
        <p:spPr>
          <a:xfrm rot="8175033">
            <a:off x="1520771" y="131822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droite 180">
            <a:extLst>
              <a:ext uri="{FF2B5EF4-FFF2-40B4-BE49-F238E27FC236}">
                <a16:creationId xmlns:a16="http://schemas.microsoft.com/office/drawing/2014/main" id="{A6105572-DB32-456A-8106-3227A2DC3452}"/>
              </a:ext>
            </a:extLst>
          </p:cNvPr>
          <p:cNvSpPr/>
          <p:nvPr/>
        </p:nvSpPr>
        <p:spPr>
          <a:xfrm rot="13045094">
            <a:off x="1541316" y="61665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que 3" descr="Aide avec un remplissage uni">
            <a:extLst>
              <a:ext uri="{FF2B5EF4-FFF2-40B4-BE49-F238E27FC236}">
                <a16:creationId xmlns:a16="http://schemas.microsoft.com/office/drawing/2014/main" id="{08CDBAFB-02C2-44B9-A941-6B9B4CA1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6071" y="6715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5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27F030-58A9-44B8-ABF5-0372D295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328306-71F0-4C12-A2D9-7C857146B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81666" y="741294"/>
            <a:ext cx="5422335" cy="5422335"/>
          </a:xfrm>
          <a:custGeom>
            <a:avLst/>
            <a:gdLst>
              <a:gd name="connsiteX0" fmla="*/ 0 w 5422335"/>
              <a:gd name="connsiteY0" fmla="*/ 539819 h 5422335"/>
              <a:gd name="connsiteX1" fmla="*/ 539819 w 5422335"/>
              <a:gd name="connsiteY1" fmla="*/ 0 h 5422335"/>
              <a:gd name="connsiteX2" fmla="*/ 5422335 w 5422335"/>
              <a:gd name="connsiteY2" fmla="*/ 0 h 5422335"/>
              <a:gd name="connsiteX3" fmla="*/ 5422335 w 5422335"/>
              <a:gd name="connsiteY3" fmla="*/ 4816159 h 5422335"/>
              <a:gd name="connsiteX4" fmla="*/ 4816159 w 5422335"/>
              <a:gd name="connsiteY4" fmla="*/ 5422335 h 5422335"/>
              <a:gd name="connsiteX5" fmla="*/ 1331251 w 5422335"/>
              <a:gd name="connsiteY5" fmla="*/ 5422335 h 5422335"/>
              <a:gd name="connsiteX6" fmla="*/ 0 w 5422335"/>
              <a:gd name="connsiteY6" fmla="*/ 4091084 h 5422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335" h="5422335">
                <a:moveTo>
                  <a:pt x="0" y="539819"/>
                </a:moveTo>
                <a:lnTo>
                  <a:pt x="539819" y="0"/>
                </a:lnTo>
                <a:lnTo>
                  <a:pt x="5422335" y="0"/>
                </a:lnTo>
                <a:lnTo>
                  <a:pt x="5422335" y="4816159"/>
                </a:lnTo>
                <a:lnTo>
                  <a:pt x="4816159" y="5422335"/>
                </a:lnTo>
                <a:lnTo>
                  <a:pt x="1331251" y="5422335"/>
                </a:lnTo>
                <a:lnTo>
                  <a:pt x="0" y="4091084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4AB010C-C307-4A53-9D97-39C6AAB2E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917505" y="-622183"/>
            <a:ext cx="1508163" cy="1508163"/>
          </a:xfrm>
          <a:custGeom>
            <a:avLst/>
            <a:gdLst>
              <a:gd name="connsiteX0" fmla="*/ 0 w 1508163"/>
              <a:gd name="connsiteY0" fmla="*/ 1321630 h 1508163"/>
              <a:gd name="connsiteX1" fmla="*/ 1321630 w 1508163"/>
              <a:gd name="connsiteY1" fmla="*/ 0 h 1508163"/>
              <a:gd name="connsiteX2" fmla="*/ 1508163 w 1508163"/>
              <a:gd name="connsiteY2" fmla="*/ 0 h 1508163"/>
              <a:gd name="connsiteX3" fmla="*/ 1508163 w 1508163"/>
              <a:gd name="connsiteY3" fmla="*/ 1508163 h 1508163"/>
              <a:gd name="connsiteX4" fmla="*/ 0 w 1508163"/>
              <a:gd name="connsiteY4" fmla="*/ 1508163 h 150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8163" h="1508163">
                <a:moveTo>
                  <a:pt x="0" y="1321630"/>
                </a:moveTo>
                <a:lnTo>
                  <a:pt x="1321630" y="0"/>
                </a:lnTo>
                <a:lnTo>
                  <a:pt x="1508163" y="0"/>
                </a:lnTo>
                <a:lnTo>
                  <a:pt x="1508163" y="1508163"/>
                </a:lnTo>
                <a:lnTo>
                  <a:pt x="0" y="150816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2C512-4076-456E-AD89-50B03164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53041" y="342543"/>
            <a:ext cx="678106" cy="67810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24C9E-C2F4-4FA4-947B-6CBAC7C3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550345" y="2526029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B7750-FFCA-4912-AC2E-989EECC9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828903" y="2552919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2494659-52DF-4053-975B-36F06255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63972" y="5565676"/>
            <a:ext cx="1425687" cy="1425687"/>
          </a:xfrm>
          <a:custGeom>
            <a:avLst/>
            <a:gdLst>
              <a:gd name="connsiteX0" fmla="*/ 0 w 1425687"/>
              <a:gd name="connsiteY0" fmla="*/ 0 h 1425687"/>
              <a:gd name="connsiteX1" fmla="*/ 1425687 w 1425687"/>
              <a:gd name="connsiteY1" fmla="*/ 0 h 1425687"/>
              <a:gd name="connsiteX2" fmla="*/ 1425687 w 1425687"/>
              <a:gd name="connsiteY2" fmla="*/ 819509 h 1425687"/>
              <a:gd name="connsiteX3" fmla="*/ 819509 w 1425687"/>
              <a:gd name="connsiteY3" fmla="*/ 1425687 h 1425687"/>
              <a:gd name="connsiteX4" fmla="*/ 0 w 1425687"/>
              <a:gd name="connsiteY4" fmla="*/ 1425687 h 1425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687" h="1425687">
                <a:moveTo>
                  <a:pt x="0" y="0"/>
                </a:moveTo>
                <a:lnTo>
                  <a:pt x="1425687" y="0"/>
                </a:lnTo>
                <a:lnTo>
                  <a:pt x="1425687" y="819509"/>
                </a:lnTo>
                <a:lnTo>
                  <a:pt x="819509" y="1425687"/>
                </a:lnTo>
                <a:lnTo>
                  <a:pt x="0" y="142568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807326-229C-458C-BDA0-C72126216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CADE1D5-E79C-4CEF-BEFD-B66EFB39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Modèle visuel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4FC8EB5-1620-43B8-B816-8A91B6EA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3866" y="5708769"/>
            <a:ext cx="2313591" cy="115679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D544515-9F93-4809-A102-B49C85F4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797" y="6332156"/>
            <a:ext cx="1066816" cy="53340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9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446E523F-E7D0-4FA0-B5C0-4ADFAB62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05452"/>
              </p:ext>
            </p:extLst>
          </p:nvPr>
        </p:nvGraphicFramePr>
        <p:xfrm>
          <a:off x="4403212" y="413893"/>
          <a:ext cx="3385576" cy="150177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677115">
                  <a:extLst>
                    <a:ext uri="{9D8B030D-6E8A-4147-A177-3AD203B41FA5}">
                      <a16:colId xmlns:a16="http://schemas.microsoft.com/office/drawing/2014/main" val="2659429322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4191968286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61065989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3143696377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291149706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1846748765"/>
                    </a:ext>
                  </a:extLst>
                </a:gridCol>
              </a:tblGrid>
              <a:tr h="500590">
                <a:tc rowSpan="2">
                  <a:txBody>
                    <a:bodyPr/>
                    <a:lstStyle/>
                    <a:p>
                      <a:r>
                        <a:rPr lang="fr-FR" sz="1200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45824"/>
                  </a:ext>
                </a:extLst>
              </a:tr>
              <a:tr h="500590"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71446"/>
                  </a:ext>
                </a:extLst>
              </a:tr>
              <a:tr h="50059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66100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AC1F69E7-952F-4517-BA5A-D24979F2E91D}"/>
              </a:ext>
            </a:extLst>
          </p:cNvPr>
          <p:cNvSpPr/>
          <p:nvPr/>
        </p:nvSpPr>
        <p:spPr>
          <a:xfrm>
            <a:off x="8297109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D7ED3D83-673A-421C-98CA-9DB219338CE3}"/>
              </a:ext>
            </a:extLst>
          </p:cNvPr>
          <p:cNvSpPr/>
          <p:nvPr/>
        </p:nvSpPr>
        <p:spPr>
          <a:xfrm>
            <a:off x="9054193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56300C57-C384-4FA0-9397-6BEA248133E4}"/>
              </a:ext>
            </a:extLst>
          </p:cNvPr>
          <p:cNvSpPr/>
          <p:nvPr/>
        </p:nvSpPr>
        <p:spPr>
          <a:xfrm>
            <a:off x="8679270" y="879720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que 10" descr="Balance de la justice avec un remplissage uni">
            <a:extLst>
              <a:ext uri="{FF2B5EF4-FFF2-40B4-BE49-F238E27FC236}">
                <a16:creationId xmlns:a16="http://schemas.microsoft.com/office/drawing/2014/main" id="{094BDDA2-D568-4981-ADAE-F7F041076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780" y="2590800"/>
            <a:ext cx="1676400" cy="1676400"/>
          </a:xfrm>
          <a:prstGeom prst="rect">
            <a:avLst/>
          </a:prstGeom>
        </p:spPr>
      </p:pic>
      <p:pic>
        <p:nvPicPr>
          <p:cNvPr id="21" name="Graphique 20" descr="Badge à suivre avec un remplissage uni">
            <a:extLst>
              <a:ext uri="{FF2B5EF4-FFF2-40B4-BE49-F238E27FC236}">
                <a16:creationId xmlns:a16="http://schemas.microsoft.com/office/drawing/2014/main" id="{AF6627B6-9AD3-4220-958C-203DD496F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978" y="2386005"/>
            <a:ext cx="508790" cy="508790"/>
          </a:xfrm>
          <a:prstGeom prst="rect">
            <a:avLst/>
          </a:prstGeom>
        </p:spPr>
      </p:pic>
      <p:pic>
        <p:nvPicPr>
          <p:cNvPr id="512" name="Graphique 511" descr="Badge à ne plus suivre avec un remplissage uni">
            <a:extLst>
              <a:ext uri="{FF2B5EF4-FFF2-40B4-BE49-F238E27FC236}">
                <a16:creationId xmlns:a16="http://schemas.microsoft.com/office/drawing/2014/main" id="{18BC9651-BB50-4649-90C8-456ACA02E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5334" y="2386005"/>
            <a:ext cx="508790" cy="508790"/>
          </a:xfrm>
          <a:prstGeom prst="rect">
            <a:avLst/>
          </a:prstGeom>
        </p:spPr>
      </p:pic>
      <p:pic>
        <p:nvPicPr>
          <p:cNvPr id="515" name="Graphique 514" descr="Venteux avec un remplissage uni">
            <a:extLst>
              <a:ext uri="{FF2B5EF4-FFF2-40B4-BE49-F238E27FC236}">
                <a16:creationId xmlns:a16="http://schemas.microsoft.com/office/drawing/2014/main" id="{6959F947-880A-439A-B991-44C69AC29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0791" y="2556578"/>
            <a:ext cx="914400" cy="914400"/>
          </a:xfrm>
          <a:prstGeom prst="rect">
            <a:avLst/>
          </a:prstGeom>
        </p:spPr>
      </p:pic>
      <p:pic>
        <p:nvPicPr>
          <p:cNvPr id="517" name="Graphique 516" descr="Voilier avec un remplissage uni">
            <a:extLst>
              <a:ext uri="{FF2B5EF4-FFF2-40B4-BE49-F238E27FC236}">
                <a16:creationId xmlns:a16="http://schemas.microsoft.com/office/drawing/2014/main" id="{0A7E6BC7-58D0-4018-9121-0A8B8BAA87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7489" y="2975707"/>
            <a:ext cx="914400" cy="914400"/>
          </a:xfrm>
          <a:prstGeom prst="rect">
            <a:avLst/>
          </a:prstGeom>
        </p:spPr>
      </p:pic>
      <p:pic>
        <p:nvPicPr>
          <p:cNvPr id="519" name="Graphique 518" descr="Lien avec un remplissage uni">
            <a:extLst>
              <a:ext uri="{FF2B5EF4-FFF2-40B4-BE49-F238E27FC236}">
                <a16:creationId xmlns:a16="http://schemas.microsoft.com/office/drawing/2014/main" id="{87A4F9FA-F160-46DA-8709-F0663ECE9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3084410">
            <a:off x="9114052" y="3700725"/>
            <a:ext cx="331213" cy="331213"/>
          </a:xfrm>
          <a:prstGeom prst="rect">
            <a:avLst/>
          </a:prstGeom>
        </p:spPr>
      </p:pic>
      <p:pic>
        <p:nvPicPr>
          <p:cNvPr id="521" name="Graphique 520" descr="Ancrer avec un remplissage uni">
            <a:extLst>
              <a:ext uri="{FF2B5EF4-FFF2-40B4-BE49-F238E27FC236}">
                <a16:creationId xmlns:a16="http://schemas.microsoft.com/office/drawing/2014/main" id="{87D98DDF-D5D0-4FCE-B349-50B3C9DC9D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72139" y="3920839"/>
            <a:ext cx="415043" cy="415043"/>
          </a:xfrm>
          <a:prstGeom prst="rect">
            <a:avLst/>
          </a:prstGeom>
        </p:spPr>
      </p:pic>
      <p:pic>
        <p:nvPicPr>
          <p:cNvPr id="523" name="Graphique 522" descr="Scène tropicale avec un remplissage uni">
            <a:extLst>
              <a:ext uri="{FF2B5EF4-FFF2-40B4-BE49-F238E27FC236}">
                <a16:creationId xmlns:a16="http://schemas.microsoft.com/office/drawing/2014/main" id="{1003E102-79FD-428C-82BE-4F73ADAD8B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20257" y="2688575"/>
            <a:ext cx="914400" cy="914400"/>
          </a:xfrm>
          <a:prstGeom prst="rect">
            <a:avLst/>
          </a:prstGeom>
        </p:spPr>
      </p:pic>
      <p:pic>
        <p:nvPicPr>
          <p:cNvPr id="527" name="Graphique 526" descr="Iceberg avec un remplissage uni">
            <a:extLst>
              <a:ext uri="{FF2B5EF4-FFF2-40B4-BE49-F238E27FC236}">
                <a16:creationId xmlns:a16="http://schemas.microsoft.com/office/drawing/2014/main" id="{0EC35340-6151-4925-B5C4-6B70F514C067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29920"/>
          <a:stretch/>
        </p:blipFill>
        <p:spPr>
          <a:xfrm rot="10800000">
            <a:off x="10090253" y="3584100"/>
            <a:ext cx="570327" cy="399687"/>
          </a:xfrm>
          <a:prstGeom prst="rect">
            <a:avLst/>
          </a:prstGeom>
        </p:spPr>
      </p:pic>
      <p:pic>
        <p:nvPicPr>
          <p:cNvPr id="529" name="Graphique 528" descr="Tableau décisionnel avec un remplissage uni">
            <a:extLst>
              <a:ext uri="{FF2B5EF4-FFF2-40B4-BE49-F238E27FC236}">
                <a16:creationId xmlns:a16="http://schemas.microsoft.com/office/drawing/2014/main" id="{70CB8A3F-69FA-4AF5-80C8-DF086C54F9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527791" y="5473298"/>
            <a:ext cx="914400" cy="914400"/>
          </a:xfrm>
          <a:prstGeom prst="rect">
            <a:avLst/>
          </a:prstGeom>
        </p:spPr>
      </p:pic>
      <p:pic>
        <p:nvPicPr>
          <p:cNvPr id="287" name="Graphique 286" descr="Tableau décisionnel avec un remplissage uni">
            <a:extLst>
              <a:ext uri="{FF2B5EF4-FFF2-40B4-BE49-F238E27FC236}">
                <a16:creationId xmlns:a16="http://schemas.microsoft.com/office/drawing/2014/main" id="{A52152EE-2884-47EF-A512-CD74A5672B5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1176719" y="5236020"/>
            <a:ext cx="914400" cy="914400"/>
          </a:xfrm>
          <a:prstGeom prst="rect">
            <a:avLst/>
          </a:prstGeom>
        </p:spPr>
      </p:pic>
      <p:sp>
        <p:nvSpPr>
          <p:cNvPr id="530" name="Rectangle 529">
            <a:extLst>
              <a:ext uri="{FF2B5EF4-FFF2-40B4-BE49-F238E27FC236}">
                <a16:creationId xmlns:a16="http://schemas.microsoft.com/office/drawing/2014/main" id="{C02D0BFF-01B4-4E12-9493-51852C4A64EE}"/>
              </a:ext>
            </a:extLst>
          </p:cNvPr>
          <p:cNvSpPr/>
          <p:nvPr/>
        </p:nvSpPr>
        <p:spPr>
          <a:xfrm>
            <a:off x="2510754" y="5332270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6FEB467C-153A-420C-AB7E-CEC9D1B15139}"/>
              </a:ext>
            </a:extLst>
          </p:cNvPr>
          <p:cNvSpPr/>
          <p:nvPr/>
        </p:nvSpPr>
        <p:spPr>
          <a:xfrm>
            <a:off x="3190676" y="5331465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2" name="Connecteur droit avec flèche 531">
            <a:extLst>
              <a:ext uri="{FF2B5EF4-FFF2-40B4-BE49-F238E27FC236}">
                <a16:creationId xmlns:a16="http://schemas.microsoft.com/office/drawing/2014/main" id="{C9414A4E-16DC-46A4-91A4-5CD9D92FC98E}"/>
              </a:ext>
            </a:extLst>
          </p:cNvPr>
          <p:cNvCxnSpPr>
            <a:cxnSpLocks/>
          </p:cNvCxnSpPr>
          <p:nvPr/>
        </p:nvCxnSpPr>
        <p:spPr>
          <a:xfrm>
            <a:off x="2061184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eur droit avec flèche 292">
            <a:extLst>
              <a:ext uri="{FF2B5EF4-FFF2-40B4-BE49-F238E27FC236}">
                <a16:creationId xmlns:a16="http://schemas.microsoft.com/office/drawing/2014/main" id="{68E7E20E-DA74-4CFE-B435-5F36F593B3C0}"/>
              </a:ext>
            </a:extLst>
          </p:cNvPr>
          <p:cNvCxnSpPr>
            <a:cxnSpLocks/>
          </p:cNvCxnSpPr>
          <p:nvPr/>
        </p:nvCxnSpPr>
        <p:spPr>
          <a:xfrm>
            <a:off x="2710788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avec flèche 534">
            <a:extLst>
              <a:ext uri="{FF2B5EF4-FFF2-40B4-BE49-F238E27FC236}">
                <a16:creationId xmlns:a16="http://schemas.microsoft.com/office/drawing/2014/main" id="{44F871B8-D8E4-4B0F-B338-796B09A45579}"/>
              </a:ext>
            </a:extLst>
          </p:cNvPr>
          <p:cNvCxnSpPr/>
          <p:nvPr/>
        </p:nvCxnSpPr>
        <p:spPr>
          <a:xfrm>
            <a:off x="6095429" y="4848670"/>
            <a:ext cx="0" cy="168910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avec flèche 295">
            <a:extLst>
              <a:ext uri="{FF2B5EF4-FFF2-40B4-BE49-F238E27FC236}">
                <a16:creationId xmlns:a16="http://schemas.microsoft.com/office/drawing/2014/main" id="{2C2612E9-CBED-4F77-945A-383390A3ED68}"/>
              </a:ext>
            </a:extLst>
          </p:cNvPr>
          <p:cNvCxnSpPr>
            <a:cxnSpLocks/>
          </p:cNvCxnSpPr>
          <p:nvPr/>
        </p:nvCxnSpPr>
        <p:spPr>
          <a:xfrm>
            <a:off x="4533900" y="5693220"/>
            <a:ext cx="3254888" cy="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Graphique 538" descr="Squelette de poisson mort contour">
            <a:extLst>
              <a:ext uri="{FF2B5EF4-FFF2-40B4-BE49-F238E27FC236}">
                <a16:creationId xmlns:a16="http://schemas.microsoft.com/office/drawing/2014/main" id="{F2C20EBB-A005-44DA-BEEC-F5D780ED5D1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4924" t="26890" r="29681" b="23246"/>
          <a:stretch/>
        </p:blipFill>
        <p:spPr>
          <a:xfrm>
            <a:off x="9173498" y="4848670"/>
            <a:ext cx="1841783" cy="1657904"/>
          </a:xfrm>
          <a:prstGeom prst="rect">
            <a:avLst/>
          </a:prstGeom>
        </p:spPr>
      </p:pic>
      <p:pic>
        <p:nvPicPr>
          <p:cNvPr id="541" name="Graphique 540" descr="Cercles avec flèches avec un remplissage uni">
            <a:extLst>
              <a:ext uri="{FF2B5EF4-FFF2-40B4-BE49-F238E27FC236}">
                <a16:creationId xmlns:a16="http://schemas.microsoft.com/office/drawing/2014/main" id="{B1407BB5-D305-4883-9ECE-FDBCF8D8636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31830" y="2500754"/>
            <a:ext cx="1727197" cy="1727197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A82B74FC-550B-4AC9-AF7B-4B42DC0F73A5}"/>
              </a:ext>
            </a:extLst>
          </p:cNvPr>
          <p:cNvGrpSpPr/>
          <p:nvPr/>
        </p:nvGrpSpPr>
        <p:grpSpPr>
          <a:xfrm>
            <a:off x="284241" y="407098"/>
            <a:ext cx="3661166" cy="1777681"/>
            <a:chOff x="284241" y="407098"/>
            <a:chExt cx="3661166" cy="1777681"/>
          </a:xfrm>
        </p:grpSpPr>
        <p:pic>
          <p:nvPicPr>
            <p:cNvPr id="543" name="Graphique 542" descr="Œil avec un remplissage uni">
              <a:extLst>
                <a:ext uri="{FF2B5EF4-FFF2-40B4-BE49-F238E27FC236}">
                  <a16:creationId xmlns:a16="http://schemas.microsoft.com/office/drawing/2014/main" id="{736E8DF3-0570-4E1B-A370-7CD568F4D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84241" y="413893"/>
              <a:ext cx="530020" cy="530020"/>
            </a:xfrm>
            <a:prstGeom prst="rect">
              <a:avLst/>
            </a:prstGeom>
          </p:spPr>
        </p:pic>
        <p:pic>
          <p:nvPicPr>
            <p:cNvPr id="306" name="Graphique 305" descr="Œil avec un remplissage uni">
              <a:extLst>
                <a:ext uri="{FF2B5EF4-FFF2-40B4-BE49-F238E27FC236}">
                  <a16:creationId xmlns:a16="http://schemas.microsoft.com/office/drawing/2014/main" id="{0EE3F9D4-80D8-465B-BE61-2353E4F8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33582" y="413893"/>
              <a:ext cx="530020" cy="530020"/>
            </a:xfrm>
            <a:prstGeom prst="rect">
              <a:avLst/>
            </a:prstGeom>
          </p:spPr>
        </p:pic>
        <p:pic>
          <p:nvPicPr>
            <p:cNvPr id="307" name="Graphique 306" descr="Œil avec un remplissage uni">
              <a:extLst>
                <a:ext uri="{FF2B5EF4-FFF2-40B4-BE49-F238E27FC236}">
                  <a16:creationId xmlns:a16="http://schemas.microsoft.com/office/drawing/2014/main" id="{8F09F637-74B8-4106-AB81-218E26994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966046" y="407098"/>
              <a:ext cx="530020" cy="530020"/>
            </a:xfrm>
            <a:prstGeom prst="rect">
              <a:avLst/>
            </a:prstGeom>
          </p:spPr>
        </p:pic>
        <p:pic>
          <p:nvPicPr>
            <p:cNvPr id="308" name="Graphique 307" descr="Œil avec un remplissage uni">
              <a:extLst>
                <a:ext uri="{FF2B5EF4-FFF2-40B4-BE49-F238E27FC236}">
                  <a16:creationId xmlns:a16="http://schemas.microsoft.com/office/drawing/2014/main" id="{93693794-B1E0-4DF0-8063-38B5C73FB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415387" y="407098"/>
              <a:ext cx="530020" cy="530020"/>
            </a:xfrm>
            <a:prstGeom prst="rect">
              <a:avLst/>
            </a:prstGeom>
          </p:spPr>
        </p:pic>
        <p:pic>
          <p:nvPicPr>
            <p:cNvPr id="309" name="Graphique 308" descr="Œil avec un remplissage uni">
              <a:extLst>
                <a:ext uri="{FF2B5EF4-FFF2-40B4-BE49-F238E27FC236}">
                  <a16:creationId xmlns:a16="http://schemas.microsoft.com/office/drawing/2014/main" id="{5ED1BFD1-DF1F-45CC-B70F-C1B778CC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74458" y="1654759"/>
              <a:ext cx="530020" cy="530020"/>
            </a:xfrm>
            <a:prstGeom prst="rect">
              <a:avLst/>
            </a:prstGeom>
          </p:spPr>
        </p:pic>
        <p:pic>
          <p:nvPicPr>
            <p:cNvPr id="310" name="Graphique 309" descr="Œil avec un remplissage uni">
              <a:extLst>
                <a:ext uri="{FF2B5EF4-FFF2-40B4-BE49-F238E27FC236}">
                  <a16:creationId xmlns:a16="http://schemas.microsoft.com/office/drawing/2014/main" id="{FEA20B2F-1813-4F28-83DD-362995EE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023799" y="1654759"/>
              <a:ext cx="530020" cy="530020"/>
            </a:xfrm>
            <a:prstGeom prst="rect">
              <a:avLst/>
            </a:prstGeom>
          </p:spPr>
        </p:pic>
        <p:pic>
          <p:nvPicPr>
            <p:cNvPr id="311" name="Graphique 310" descr="Aide avec un remplissage uni">
              <a:extLst>
                <a:ext uri="{FF2B5EF4-FFF2-40B4-BE49-F238E27FC236}">
                  <a16:creationId xmlns:a16="http://schemas.microsoft.com/office/drawing/2014/main" id="{A8DBF97E-3CF8-4D2D-93FB-A89DCE33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629018" y="634068"/>
              <a:ext cx="914400" cy="914400"/>
            </a:xfrm>
            <a:prstGeom prst="rect">
              <a:avLst/>
            </a:prstGeom>
          </p:spPr>
        </p:pic>
        <p:sp>
          <p:nvSpPr>
            <p:cNvPr id="312" name="Flèche : droite 311">
              <a:extLst>
                <a:ext uri="{FF2B5EF4-FFF2-40B4-BE49-F238E27FC236}">
                  <a16:creationId xmlns:a16="http://schemas.microsoft.com/office/drawing/2014/main" id="{59B6B104-7198-40E5-947E-AF7A713A3BFA}"/>
                </a:ext>
              </a:extLst>
            </p:cNvPr>
            <p:cNvSpPr/>
            <p:nvPr/>
          </p:nvSpPr>
          <p:spPr>
            <a:xfrm rot="8771669">
              <a:off x="2528589" y="692427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3" name="Flèche : droite 312">
              <a:extLst>
                <a:ext uri="{FF2B5EF4-FFF2-40B4-BE49-F238E27FC236}">
                  <a16:creationId xmlns:a16="http://schemas.microsoft.com/office/drawing/2014/main" id="{84D0FE70-FD7E-42AD-9A3C-8053B859EC60}"/>
                </a:ext>
              </a:extLst>
            </p:cNvPr>
            <p:cNvSpPr/>
            <p:nvPr/>
          </p:nvSpPr>
          <p:spPr>
            <a:xfrm rot="16200000">
              <a:off x="1901366" y="1492768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4" name="Flèche : droite 313">
              <a:extLst>
                <a:ext uri="{FF2B5EF4-FFF2-40B4-BE49-F238E27FC236}">
                  <a16:creationId xmlns:a16="http://schemas.microsoft.com/office/drawing/2014/main" id="{45021559-F4BB-4DD1-BFF7-43067B4016F1}"/>
                </a:ext>
              </a:extLst>
            </p:cNvPr>
            <p:cNvSpPr/>
            <p:nvPr/>
          </p:nvSpPr>
          <p:spPr>
            <a:xfrm rot="2098502">
              <a:off x="1285224" y="647591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5" name="Ellipse 314">
            <a:extLst>
              <a:ext uri="{FF2B5EF4-FFF2-40B4-BE49-F238E27FC236}">
                <a16:creationId xmlns:a16="http://schemas.microsoft.com/office/drawing/2014/main" id="{F7B8711D-562B-434B-B361-2B4080B77E23}"/>
              </a:ext>
            </a:extLst>
          </p:cNvPr>
          <p:cNvSpPr/>
          <p:nvPr/>
        </p:nvSpPr>
        <p:spPr>
          <a:xfrm>
            <a:off x="10583282" y="58304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B9EFE1A6-ACC0-4B9C-8282-8B733584FFBB}"/>
              </a:ext>
            </a:extLst>
          </p:cNvPr>
          <p:cNvSpPr/>
          <p:nvPr/>
        </p:nvSpPr>
        <p:spPr>
          <a:xfrm>
            <a:off x="10869263" y="857985"/>
            <a:ext cx="517043" cy="521830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15511F1F-5585-4586-9A6F-C089F04B847F}"/>
              </a:ext>
            </a:extLst>
          </p:cNvPr>
          <p:cNvSpPr/>
          <p:nvPr/>
        </p:nvSpPr>
        <p:spPr>
          <a:xfrm>
            <a:off x="10348163" y="332061"/>
            <a:ext cx="1559241" cy="1573677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CFB00DA-7B72-407F-95B8-34C2E54BCCC1}"/>
              </a:ext>
            </a:extLst>
          </p:cNvPr>
          <p:cNvSpPr/>
          <p:nvPr/>
        </p:nvSpPr>
        <p:spPr>
          <a:xfrm>
            <a:off x="284241" y="29363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C2E062C-8104-44DB-B5A3-F913490C3E8E}"/>
              </a:ext>
            </a:extLst>
          </p:cNvPr>
          <p:cNvSpPr/>
          <p:nvPr/>
        </p:nvSpPr>
        <p:spPr>
          <a:xfrm>
            <a:off x="752157" y="292262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8134EAA-BDFC-48F9-939F-01B8863617B4}"/>
              </a:ext>
            </a:extLst>
          </p:cNvPr>
          <p:cNvSpPr/>
          <p:nvPr/>
        </p:nvSpPr>
        <p:spPr>
          <a:xfrm>
            <a:off x="313465" y="342367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2BF2826-229F-4928-8D8E-C47618309EBA}"/>
              </a:ext>
            </a:extLst>
          </p:cNvPr>
          <p:cNvSpPr/>
          <p:nvPr/>
        </p:nvSpPr>
        <p:spPr>
          <a:xfrm>
            <a:off x="3232412" y="286358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FDC8F55-E171-432D-BAAE-711683B018FA}"/>
              </a:ext>
            </a:extLst>
          </p:cNvPr>
          <p:cNvSpPr/>
          <p:nvPr/>
        </p:nvSpPr>
        <p:spPr>
          <a:xfrm>
            <a:off x="4458392" y="6789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BAB937F4-878F-49C5-A952-744BD5AF1F0E}"/>
              </a:ext>
            </a:extLst>
          </p:cNvPr>
          <p:cNvSpPr/>
          <p:nvPr/>
        </p:nvSpPr>
        <p:spPr>
          <a:xfrm>
            <a:off x="4761896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29088AD-FDD8-45B6-9A86-482B29AACA42}"/>
              </a:ext>
            </a:extLst>
          </p:cNvPr>
          <p:cNvSpPr/>
          <p:nvPr/>
        </p:nvSpPr>
        <p:spPr>
          <a:xfrm>
            <a:off x="4550487" y="10306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FEE910D-FFEB-40C5-9C6E-93E9822A29DA}"/>
              </a:ext>
            </a:extLst>
          </p:cNvPr>
          <p:cNvSpPr/>
          <p:nvPr/>
        </p:nvSpPr>
        <p:spPr>
          <a:xfrm>
            <a:off x="4870183" y="15402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97FB316-B14E-4439-B9F8-F91C73F84348}"/>
              </a:ext>
            </a:extLst>
          </p:cNvPr>
          <p:cNvSpPr/>
          <p:nvPr/>
        </p:nvSpPr>
        <p:spPr>
          <a:xfrm>
            <a:off x="6394363" y="15888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FBC8AC0-59D4-4E01-A061-0275B82FAF55}"/>
              </a:ext>
            </a:extLst>
          </p:cNvPr>
          <p:cNvSpPr/>
          <p:nvPr/>
        </p:nvSpPr>
        <p:spPr>
          <a:xfrm>
            <a:off x="5429621" y="107476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3566C809-EB68-4F9E-8326-E93038BE06A4}"/>
              </a:ext>
            </a:extLst>
          </p:cNvPr>
          <p:cNvSpPr/>
          <p:nvPr/>
        </p:nvSpPr>
        <p:spPr>
          <a:xfrm>
            <a:off x="5380919" y="5907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C84358E-E2EE-4E46-8142-E6DE56463B0E}"/>
              </a:ext>
            </a:extLst>
          </p:cNvPr>
          <p:cNvSpPr/>
          <p:nvPr/>
        </p:nvSpPr>
        <p:spPr>
          <a:xfrm>
            <a:off x="5806473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7A8B6B9F-0E7F-46BF-B95F-CB79AEB1ABDA}"/>
              </a:ext>
            </a:extLst>
          </p:cNvPr>
          <p:cNvSpPr/>
          <p:nvPr/>
        </p:nvSpPr>
        <p:spPr>
          <a:xfrm>
            <a:off x="6092454" y="69861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EDB62CEC-DE8E-4393-8690-38079E9E621D}"/>
              </a:ext>
            </a:extLst>
          </p:cNvPr>
          <p:cNvSpPr/>
          <p:nvPr/>
        </p:nvSpPr>
        <p:spPr>
          <a:xfrm>
            <a:off x="6762319" y="5480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6416496D-6A40-40E9-A50D-956B09B379AF}"/>
              </a:ext>
            </a:extLst>
          </p:cNvPr>
          <p:cNvSpPr/>
          <p:nvPr/>
        </p:nvSpPr>
        <p:spPr>
          <a:xfrm>
            <a:off x="7266530" y="73031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9D906EA8-783B-422D-8E81-9C27F305F147}"/>
              </a:ext>
            </a:extLst>
          </p:cNvPr>
          <p:cNvSpPr/>
          <p:nvPr/>
        </p:nvSpPr>
        <p:spPr>
          <a:xfrm>
            <a:off x="6840021" y="108146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71455D1-6E07-46BB-BC17-4B3A485BBD93}"/>
              </a:ext>
            </a:extLst>
          </p:cNvPr>
          <p:cNvSpPr/>
          <p:nvPr/>
        </p:nvSpPr>
        <p:spPr>
          <a:xfrm>
            <a:off x="8822107" y="10640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3285378-54B2-468D-A43D-027922EF1960}"/>
              </a:ext>
            </a:extLst>
          </p:cNvPr>
          <p:cNvSpPr/>
          <p:nvPr/>
        </p:nvSpPr>
        <p:spPr>
          <a:xfrm>
            <a:off x="9066246" y="62338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3491910-D661-469F-844C-5A256E273631}"/>
              </a:ext>
            </a:extLst>
          </p:cNvPr>
          <p:cNvSpPr/>
          <p:nvPr/>
        </p:nvSpPr>
        <p:spPr>
          <a:xfrm>
            <a:off x="9721902" y="6637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A170FE9-A23A-4155-85A2-3DE29FEF465D}"/>
              </a:ext>
            </a:extLst>
          </p:cNvPr>
          <p:cNvSpPr/>
          <p:nvPr/>
        </p:nvSpPr>
        <p:spPr>
          <a:xfrm>
            <a:off x="9143948" y="9503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955CBDC-8643-49B1-8084-8EA222C0602D}"/>
              </a:ext>
            </a:extLst>
          </p:cNvPr>
          <p:cNvSpPr/>
          <p:nvPr/>
        </p:nvSpPr>
        <p:spPr>
          <a:xfrm>
            <a:off x="9048811" y="15484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ECFE80E-5E97-4202-8014-0203B3E3D36A}"/>
              </a:ext>
            </a:extLst>
          </p:cNvPr>
          <p:cNvSpPr/>
          <p:nvPr/>
        </p:nvSpPr>
        <p:spPr>
          <a:xfrm>
            <a:off x="10997042" y="99479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F9384D6-A0E5-4CD3-A661-3065B014942A}"/>
              </a:ext>
            </a:extLst>
          </p:cNvPr>
          <p:cNvSpPr/>
          <p:nvPr/>
        </p:nvSpPr>
        <p:spPr>
          <a:xfrm>
            <a:off x="10616132" y="119853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DDF7DC6D-8ADD-4E85-B5DD-66A711B0C1BB}"/>
              </a:ext>
            </a:extLst>
          </p:cNvPr>
          <p:cNvSpPr/>
          <p:nvPr/>
        </p:nvSpPr>
        <p:spPr>
          <a:xfrm>
            <a:off x="10861147" y="141614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85D8BDD-0805-48FF-9E6C-B3CF07B2CBCD}"/>
              </a:ext>
            </a:extLst>
          </p:cNvPr>
          <p:cNvSpPr/>
          <p:nvPr/>
        </p:nvSpPr>
        <p:spPr>
          <a:xfrm>
            <a:off x="11142206" y="167340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384FED2-252A-44E0-B692-560C5FB33682}"/>
              </a:ext>
            </a:extLst>
          </p:cNvPr>
          <p:cNvSpPr/>
          <p:nvPr/>
        </p:nvSpPr>
        <p:spPr>
          <a:xfrm>
            <a:off x="11451580" y="14647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B18FAA03-DF4B-4ECA-B773-F4E413300D4F}"/>
              </a:ext>
            </a:extLst>
          </p:cNvPr>
          <p:cNvSpPr/>
          <p:nvPr/>
        </p:nvSpPr>
        <p:spPr>
          <a:xfrm>
            <a:off x="5960780" y="240621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BCCF9B1-06AF-4E07-BC30-9866175D2CE4}"/>
              </a:ext>
            </a:extLst>
          </p:cNvPr>
          <p:cNvSpPr/>
          <p:nvPr/>
        </p:nvSpPr>
        <p:spPr>
          <a:xfrm>
            <a:off x="5625019" y="242751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78428BF-ADE9-40A8-96E6-AFE734F04993}"/>
              </a:ext>
            </a:extLst>
          </p:cNvPr>
          <p:cNvSpPr/>
          <p:nvPr/>
        </p:nvSpPr>
        <p:spPr>
          <a:xfrm>
            <a:off x="6357731" y="252558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9537D36B-D855-407C-ADBF-2C6A1A8893C5}"/>
              </a:ext>
            </a:extLst>
          </p:cNvPr>
          <p:cNvSpPr/>
          <p:nvPr/>
        </p:nvSpPr>
        <p:spPr>
          <a:xfrm>
            <a:off x="6881804" y="342287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4DA300A-C88A-4C17-A32C-DF779EBFCCC0}"/>
              </a:ext>
            </a:extLst>
          </p:cNvPr>
          <p:cNvSpPr/>
          <p:nvPr/>
        </p:nvSpPr>
        <p:spPr>
          <a:xfrm>
            <a:off x="6595868" y="380567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90A77A-96D1-4B5B-A255-B741BC34200C}"/>
              </a:ext>
            </a:extLst>
          </p:cNvPr>
          <p:cNvSpPr/>
          <p:nvPr/>
        </p:nvSpPr>
        <p:spPr>
          <a:xfrm>
            <a:off x="6942259" y="37422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DC07346-5948-417C-A2A8-596426FB1622}"/>
              </a:ext>
            </a:extLst>
          </p:cNvPr>
          <p:cNvSpPr/>
          <p:nvPr/>
        </p:nvSpPr>
        <p:spPr>
          <a:xfrm>
            <a:off x="5267702" y="38405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142A534-A3AB-4419-82DF-E423CBFD6CA7}"/>
              </a:ext>
            </a:extLst>
          </p:cNvPr>
          <p:cNvSpPr/>
          <p:nvPr/>
        </p:nvSpPr>
        <p:spPr>
          <a:xfrm>
            <a:off x="9377337" y="31278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276F8139-B02D-4E34-A1D6-C83C74203BCB}"/>
              </a:ext>
            </a:extLst>
          </p:cNvPr>
          <p:cNvSpPr/>
          <p:nvPr/>
        </p:nvSpPr>
        <p:spPr>
          <a:xfrm>
            <a:off x="9362297" y="283623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22199328-2AAA-4315-84A2-332E1664C564}"/>
              </a:ext>
            </a:extLst>
          </p:cNvPr>
          <p:cNvSpPr/>
          <p:nvPr/>
        </p:nvSpPr>
        <p:spPr>
          <a:xfrm>
            <a:off x="8250837" y="244211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662D32-C3EE-4482-B344-30534F7DDE99}"/>
              </a:ext>
            </a:extLst>
          </p:cNvPr>
          <p:cNvSpPr/>
          <p:nvPr/>
        </p:nvSpPr>
        <p:spPr>
          <a:xfrm>
            <a:off x="8879833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12262C2-FF56-4499-BD66-5C6C2C0EF017}"/>
              </a:ext>
            </a:extLst>
          </p:cNvPr>
          <p:cNvSpPr/>
          <p:nvPr/>
        </p:nvSpPr>
        <p:spPr>
          <a:xfrm>
            <a:off x="8583951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10EF20-50B0-4A7A-B3E1-394AABE25256}"/>
              </a:ext>
            </a:extLst>
          </p:cNvPr>
          <p:cNvSpPr/>
          <p:nvPr/>
        </p:nvSpPr>
        <p:spPr>
          <a:xfrm>
            <a:off x="10146755" y="399293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940E032-2CCF-4AC5-B52A-C1586E63392B}"/>
              </a:ext>
            </a:extLst>
          </p:cNvPr>
          <p:cNvSpPr/>
          <p:nvPr/>
        </p:nvSpPr>
        <p:spPr>
          <a:xfrm>
            <a:off x="10883167" y="28975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588D512-1A53-4D3A-83A9-4D26E3514A60}"/>
              </a:ext>
            </a:extLst>
          </p:cNvPr>
          <p:cNvSpPr/>
          <p:nvPr/>
        </p:nvSpPr>
        <p:spPr>
          <a:xfrm>
            <a:off x="10983197" y="25807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99FD9A0A-C30A-461A-BDC4-4691DD0B8EC3}"/>
              </a:ext>
            </a:extLst>
          </p:cNvPr>
          <p:cNvSpPr/>
          <p:nvPr/>
        </p:nvSpPr>
        <p:spPr>
          <a:xfrm>
            <a:off x="10583282" y="48484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AB9A5EF-9029-4704-B0E9-D5F6F787DCD0}"/>
              </a:ext>
            </a:extLst>
          </p:cNvPr>
          <p:cNvSpPr/>
          <p:nvPr/>
        </p:nvSpPr>
        <p:spPr>
          <a:xfrm>
            <a:off x="10799282" y="508734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35A4CBA-B000-40D8-8367-AE02E541C020}"/>
              </a:ext>
            </a:extLst>
          </p:cNvPr>
          <p:cNvSpPr/>
          <p:nvPr/>
        </p:nvSpPr>
        <p:spPr>
          <a:xfrm>
            <a:off x="10838064" y="589305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09961778-8337-424D-9E85-64406BFBA2E7}"/>
              </a:ext>
            </a:extLst>
          </p:cNvPr>
          <p:cNvSpPr/>
          <p:nvPr/>
        </p:nvSpPr>
        <p:spPr>
          <a:xfrm>
            <a:off x="10639067" y="61095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BED64F7-F584-4B98-A3BE-264AE0AB228C}"/>
              </a:ext>
            </a:extLst>
          </p:cNvPr>
          <p:cNvSpPr/>
          <p:nvPr/>
        </p:nvSpPr>
        <p:spPr>
          <a:xfrm>
            <a:off x="9661763" y="485698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1659D00-F268-4486-B0E8-EE1D54DDC160}"/>
              </a:ext>
            </a:extLst>
          </p:cNvPr>
          <p:cNvSpPr/>
          <p:nvPr/>
        </p:nvSpPr>
        <p:spPr>
          <a:xfrm>
            <a:off x="9350780" y="492222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F0EB7C5-FE4D-49B6-B617-18AF145BA9FE}"/>
              </a:ext>
            </a:extLst>
          </p:cNvPr>
          <p:cNvSpPr/>
          <p:nvPr/>
        </p:nvSpPr>
        <p:spPr>
          <a:xfrm>
            <a:off x="9818589" y="607009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20D8AE2-AC04-45CF-980D-7946195CD053}"/>
              </a:ext>
            </a:extLst>
          </p:cNvPr>
          <p:cNvSpPr/>
          <p:nvPr/>
        </p:nvSpPr>
        <p:spPr>
          <a:xfrm>
            <a:off x="6650799" y="495642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604C6C1A-7BD0-48BD-A390-60F88E47BD50}"/>
              </a:ext>
            </a:extLst>
          </p:cNvPr>
          <p:cNvSpPr/>
          <p:nvPr/>
        </p:nvSpPr>
        <p:spPr>
          <a:xfrm>
            <a:off x="6870860" y="520463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FE7FDBF-DCE4-4B4E-B252-5E6A3BE5503A}"/>
              </a:ext>
            </a:extLst>
          </p:cNvPr>
          <p:cNvSpPr/>
          <p:nvPr/>
        </p:nvSpPr>
        <p:spPr>
          <a:xfrm>
            <a:off x="655333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72E98EF6-B835-4655-9EB9-16352F7492B6}"/>
              </a:ext>
            </a:extLst>
          </p:cNvPr>
          <p:cNvSpPr/>
          <p:nvPr/>
        </p:nvSpPr>
        <p:spPr>
          <a:xfrm>
            <a:off x="542962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A8B32D10-9102-4F68-909B-6B80976D7B66}"/>
              </a:ext>
            </a:extLst>
          </p:cNvPr>
          <p:cNvSpPr/>
          <p:nvPr/>
        </p:nvSpPr>
        <p:spPr>
          <a:xfrm>
            <a:off x="5145652" y="59913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4F44B13-48DF-41F2-A6AB-AF890CB8AE31}"/>
              </a:ext>
            </a:extLst>
          </p:cNvPr>
          <p:cNvSpPr/>
          <p:nvPr/>
        </p:nvSpPr>
        <p:spPr>
          <a:xfrm>
            <a:off x="6698159" y="601716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2ABEDAFC-AD3B-4EFE-89CC-D7B1E11911FF}"/>
              </a:ext>
            </a:extLst>
          </p:cNvPr>
          <p:cNvSpPr/>
          <p:nvPr/>
        </p:nvSpPr>
        <p:spPr>
          <a:xfrm>
            <a:off x="6297604" y="59407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CF38B0A-75DC-407E-ABE2-F57F2BD1BC1B}"/>
              </a:ext>
            </a:extLst>
          </p:cNvPr>
          <p:cNvSpPr/>
          <p:nvPr/>
        </p:nvSpPr>
        <p:spPr>
          <a:xfrm>
            <a:off x="3202749" y="49947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62AC23BF-C2C0-4278-8C82-5EB1C01AF598}"/>
              </a:ext>
            </a:extLst>
          </p:cNvPr>
          <p:cNvSpPr/>
          <p:nvPr/>
        </p:nvSpPr>
        <p:spPr>
          <a:xfrm>
            <a:off x="3221402" y="46695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EE21B73D-41DC-473F-BDBB-E53C237A07BE}"/>
              </a:ext>
            </a:extLst>
          </p:cNvPr>
          <p:cNvSpPr/>
          <p:nvPr/>
        </p:nvSpPr>
        <p:spPr>
          <a:xfrm>
            <a:off x="2455043" y="49492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40C97352-D77C-4AE6-A06A-A37E2559014B}"/>
              </a:ext>
            </a:extLst>
          </p:cNvPr>
          <p:cNvSpPr/>
          <p:nvPr/>
        </p:nvSpPr>
        <p:spPr>
          <a:xfrm>
            <a:off x="2340613" y="467251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EC7B294-7341-47CD-BE61-E06D667302D9}"/>
              </a:ext>
            </a:extLst>
          </p:cNvPr>
          <p:cNvSpPr/>
          <p:nvPr/>
        </p:nvSpPr>
        <p:spPr>
          <a:xfrm>
            <a:off x="1787271" y="503579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B3FABD06-8829-419E-9B8C-826E2060297B}"/>
              </a:ext>
            </a:extLst>
          </p:cNvPr>
          <p:cNvSpPr/>
          <p:nvPr/>
        </p:nvSpPr>
        <p:spPr>
          <a:xfrm>
            <a:off x="1148952" y="523055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ED293B8-D539-413B-BF74-54D59049D16B}"/>
              </a:ext>
            </a:extLst>
          </p:cNvPr>
          <p:cNvSpPr/>
          <p:nvPr/>
        </p:nvSpPr>
        <p:spPr>
          <a:xfrm>
            <a:off x="442725" y="54803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1C11BBA4-CCD4-4408-88F4-F2CDF7C3A14F}"/>
              </a:ext>
            </a:extLst>
          </p:cNvPr>
          <p:cNvSpPr/>
          <p:nvPr/>
        </p:nvSpPr>
        <p:spPr>
          <a:xfrm>
            <a:off x="2147868" y="582854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631106F4-B36B-4F9D-BCFD-96A8E8FA7DE5}"/>
              </a:ext>
            </a:extLst>
          </p:cNvPr>
          <p:cNvSpPr/>
          <p:nvPr/>
        </p:nvSpPr>
        <p:spPr>
          <a:xfrm>
            <a:off x="1437257" y="618849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415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B6676138-3163-43D5-9B65-09A1A00212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75" t="9896" r="8854" b="9896"/>
          <a:stretch/>
        </p:blipFill>
        <p:spPr>
          <a:xfrm>
            <a:off x="1544397" y="951483"/>
            <a:ext cx="1082676" cy="426590"/>
          </a:xfrm>
          <a:prstGeom prst="rect">
            <a:avLst/>
          </a:prstGeom>
        </p:spPr>
      </p:pic>
      <p:pic>
        <p:nvPicPr>
          <p:cNvPr id="15" name="Graphique 14" descr="Sphères de Harvey 100% avec un remplissage uni">
            <a:extLst>
              <a:ext uri="{FF2B5EF4-FFF2-40B4-BE49-F238E27FC236}">
                <a16:creationId xmlns:a16="http://schemas.microsoft.com/office/drawing/2014/main" id="{3D64326A-8D85-443A-A7D8-199308C159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2627073" y="573606"/>
            <a:ext cx="631946" cy="248996"/>
          </a:xfrm>
          <a:prstGeom prst="rect">
            <a:avLst/>
          </a:prstGeom>
        </p:spPr>
      </p:pic>
      <p:pic>
        <p:nvPicPr>
          <p:cNvPr id="16" name="Graphique 15" descr="Sphères de Harvey 100% avec un remplissage uni">
            <a:extLst>
              <a:ext uri="{FF2B5EF4-FFF2-40B4-BE49-F238E27FC236}">
                <a16:creationId xmlns:a16="http://schemas.microsoft.com/office/drawing/2014/main" id="{9F7C0C2E-48DD-4861-991D-D8772B3F29C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2627073" y="1455458"/>
            <a:ext cx="631946" cy="248996"/>
          </a:xfrm>
          <a:prstGeom prst="rect">
            <a:avLst/>
          </a:prstGeom>
        </p:spPr>
      </p:pic>
      <p:pic>
        <p:nvPicPr>
          <p:cNvPr id="17" name="Graphique 16" descr="Sphères de Harvey 100% avec un remplissage uni">
            <a:extLst>
              <a:ext uri="{FF2B5EF4-FFF2-40B4-BE49-F238E27FC236}">
                <a16:creationId xmlns:a16="http://schemas.microsoft.com/office/drawing/2014/main" id="{2029B58E-A3A9-4BD1-A352-87680985D7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912451" y="1455458"/>
            <a:ext cx="631946" cy="248996"/>
          </a:xfrm>
          <a:prstGeom prst="rect">
            <a:avLst/>
          </a:prstGeom>
        </p:spPr>
      </p:pic>
      <p:pic>
        <p:nvPicPr>
          <p:cNvPr id="18" name="Graphique 17" descr="Sphères de Harvey 100% avec un remplissage uni">
            <a:extLst>
              <a:ext uri="{FF2B5EF4-FFF2-40B4-BE49-F238E27FC236}">
                <a16:creationId xmlns:a16="http://schemas.microsoft.com/office/drawing/2014/main" id="{950F078A-55C5-43AA-BF5F-CA4581E3910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912451" y="580511"/>
            <a:ext cx="631946" cy="248996"/>
          </a:xfrm>
          <a:prstGeom prst="rect">
            <a:avLst/>
          </a:prstGeom>
        </p:spPr>
      </p:pic>
      <p:pic>
        <p:nvPicPr>
          <p:cNvPr id="19" name="Graphique 18" descr="Sphères de Harvey 100% avec un remplissage uni">
            <a:extLst>
              <a:ext uri="{FF2B5EF4-FFF2-40B4-BE49-F238E27FC236}">
                <a16:creationId xmlns:a16="http://schemas.microsoft.com/office/drawing/2014/main" id="{EF4E69ED-61B8-4955-93FA-A0533D4B92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265983" y="254919"/>
            <a:ext cx="319991" cy="126081"/>
          </a:xfrm>
          <a:prstGeom prst="rect">
            <a:avLst/>
          </a:prstGeom>
        </p:spPr>
      </p:pic>
      <p:pic>
        <p:nvPicPr>
          <p:cNvPr id="20" name="Graphique 19" descr="Sphères de Harvey 100% avec un remplissage uni">
            <a:extLst>
              <a:ext uri="{FF2B5EF4-FFF2-40B4-BE49-F238E27FC236}">
                <a16:creationId xmlns:a16="http://schemas.microsoft.com/office/drawing/2014/main" id="{B76BC279-43C5-48D6-BC98-57A3A73EBC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265982" y="559232"/>
            <a:ext cx="319991" cy="126081"/>
          </a:xfrm>
          <a:prstGeom prst="rect">
            <a:avLst/>
          </a:prstGeom>
        </p:spPr>
      </p:pic>
      <p:pic>
        <p:nvPicPr>
          <p:cNvPr id="21" name="Graphique 20" descr="Sphères de Harvey 100% avec un remplissage uni">
            <a:extLst>
              <a:ext uri="{FF2B5EF4-FFF2-40B4-BE49-F238E27FC236}">
                <a16:creationId xmlns:a16="http://schemas.microsoft.com/office/drawing/2014/main" id="{3EEE7647-C630-414C-8694-328526CF29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265982" y="1516915"/>
            <a:ext cx="319991" cy="126081"/>
          </a:xfrm>
          <a:prstGeom prst="rect">
            <a:avLst/>
          </a:prstGeom>
        </p:spPr>
      </p:pic>
      <p:pic>
        <p:nvPicPr>
          <p:cNvPr id="22" name="Graphique 21" descr="Sphères de Harvey 100% avec un remplissage uni">
            <a:extLst>
              <a:ext uri="{FF2B5EF4-FFF2-40B4-BE49-F238E27FC236}">
                <a16:creationId xmlns:a16="http://schemas.microsoft.com/office/drawing/2014/main" id="{3F0D7A20-0369-4E35-892D-1A27950C28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3482371" y="1516914"/>
            <a:ext cx="319991" cy="126081"/>
          </a:xfrm>
          <a:prstGeom prst="rect">
            <a:avLst/>
          </a:prstGeom>
        </p:spPr>
      </p:pic>
      <p:pic>
        <p:nvPicPr>
          <p:cNvPr id="23" name="Graphique 22" descr="Sphères de Harvey 100% avec un remplissage uni">
            <a:extLst>
              <a:ext uri="{FF2B5EF4-FFF2-40B4-BE49-F238E27FC236}">
                <a16:creationId xmlns:a16="http://schemas.microsoft.com/office/drawing/2014/main" id="{A60542E3-23DC-4108-8CF7-57C1267CD8C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3482371" y="1799302"/>
            <a:ext cx="319991" cy="126081"/>
          </a:xfrm>
          <a:prstGeom prst="rect">
            <a:avLst/>
          </a:prstGeom>
        </p:spPr>
      </p:pic>
      <p:pic>
        <p:nvPicPr>
          <p:cNvPr id="25" name="Graphique 24" descr="Sphères de Harvey 100% avec un remplissage uni">
            <a:extLst>
              <a:ext uri="{FF2B5EF4-FFF2-40B4-BE49-F238E27FC236}">
                <a16:creationId xmlns:a16="http://schemas.microsoft.com/office/drawing/2014/main" id="{A5FCE709-68B1-4602-9BA7-2902DB0C3A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375" t="9896" r="8854" b="9896"/>
          <a:stretch/>
        </p:blipFill>
        <p:spPr>
          <a:xfrm>
            <a:off x="3482370" y="641968"/>
            <a:ext cx="319991" cy="126081"/>
          </a:xfrm>
          <a:prstGeom prst="rect">
            <a:avLst/>
          </a:prstGeom>
        </p:spPr>
      </p:pic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1AF11D08-156F-4DF6-B21F-A5D77C6F866D}"/>
              </a:ext>
            </a:extLst>
          </p:cNvPr>
          <p:cNvCxnSpPr>
            <a:stCxn id="4" idx="1"/>
            <a:endCxn id="18" idx="2"/>
          </p:cNvCxnSpPr>
          <p:nvPr/>
        </p:nvCxnSpPr>
        <p:spPr>
          <a:xfrm rot="10800000">
            <a:off x="1228425" y="829508"/>
            <a:ext cx="315973" cy="33527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A632B222-ED4F-4D79-A680-589D85576DC3}"/>
              </a:ext>
            </a:extLst>
          </p:cNvPr>
          <p:cNvCxnSpPr>
            <a:cxnSpLocks/>
            <a:stCxn id="4" idx="1"/>
            <a:endCxn id="17" idx="0"/>
          </p:cNvCxnSpPr>
          <p:nvPr/>
        </p:nvCxnSpPr>
        <p:spPr>
          <a:xfrm rot="10800000" flipV="1">
            <a:off x="1228425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815F0ED8-0039-41D2-9D19-D92F3CD2264E}"/>
              </a:ext>
            </a:extLst>
          </p:cNvPr>
          <p:cNvCxnSpPr>
            <a:cxnSpLocks/>
            <a:stCxn id="4" idx="3"/>
            <a:endCxn id="16" idx="0"/>
          </p:cNvCxnSpPr>
          <p:nvPr/>
        </p:nvCxnSpPr>
        <p:spPr>
          <a:xfrm>
            <a:off x="2627073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rc 35">
            <a:extLst>
              <a:ext uri="{FF2B5EF4-FFF2-40B4-BE49-F238E27FC236}">
                <a16:creationId xmlns:a16="http://schemas.microsoft.com/office/drawing/2014/main" id="{C7758DB1-6996-4091-B0B1-845481BB61D1}"/>
              </a:ext>
            </a:extLst>
          </p:cNvPr>
          <p:cNvCxnSpPr>
            <a:cxnSpLocks/>
            <a:stCxn id="4" idx="3"/>
            <a:endCxn id="15" idx="2"/>
          </p:cNvCxnSpPr>
          <p:nvPr/>
        </p:nvCxnSpPr>
        <p:spPr>
          <a:xfrm flipV="1">
            <a:off x="2627073" y="822602"/>
            <a:ext cx="315973" cy="342176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97DA4642-8150-4108-B9AD-A6956D9DB1AC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3259019" y="1579955"/>
            <a:ext cx="223352" cy="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rc 41">
            <a:extLst>
              <a:ext uri="{FF2B5EF4-FFF2-40B4-BE49-F238E27FC236}">
                <a16:creationId xmlns:a16="http://schemas.microsoft.com/office/drawing/2014/main" id="{38BE4669-BD43-4537-9186-7C45185E95E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259019" y="1579956"/>
            <a:ext cx="223352" cy="282387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92E94CC3-1139-4A1B-BBC5-B9FA0D858C30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3259019" y="698104"/>
            <a:ext cx="223351" cy="6905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rc 47">
            <a:extLst>
              <a:ext uri="{FF2B5EF4-FFF2-40B4-BE49-F238E27FC236}">
                <a16:creationId xmlns:a16="http://schemas.microsoft.com/office/drawing/2014/main" id="{3F5D7B20-F7B0-4878-AE59-E5CB75DE6240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>
            <a:off x="585975" y="317961"/>
            <a:ext cx="326477" cy="387049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rc 50">
            <a:extLst>
              <a:ext uri="{FF2B5EF4-FFF2-40B4-BE49-F238E27FC236}">
                <a16:creationId xmlns:a16="http://schemas.microsoft.com/office/drawing/2014/main" id="{9F5B8A1D-D76D-4AF4-A3F5-5A49CB883F99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592461" y="600603"/>
            <a:ext cx="319991" cy="104406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rc 53">
            <a:extLst>
              <a:ext uri="{FF2B5EF4-FFF2-40B4-BE49-F238E27FC236}">
                <a16:creationId xmlns:a16="http://schemas.microsoft.com/office/drawing/2014/main" id="{CEAE6C92-B479-47C7-8B15-4A2E983B0CE4}"/>
              </a:ext>
            </a:extLst>
          </p:cNvPr>
          <p:cNvCxnSpPr>
            <a:cxnSpLocks/>
            <a:stCxn id="17" idx="1"/>
            <a:endCxn id="21" idx="3"/>
          </p:cNvCxnSpPr>
          <p:nvPr/>
        </p:nvCxnSpPr>
        <p:spPr>
          <a:xfrm rot="10800000">
            <a:off x="585973" y="1579956"/>
            <a:ext cx="326478" cy="12700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que 46" descr="Pyramide avec niveaux avec un remplissage uni">
            <a:extLst>
              <a:ext uri="{FF2B5EF4-FFF2-40B4-BE49-F238E27FC236}">
                <a16:creationId xmlns:a16="http://schemas.microsoft.com/office/drawing/2014/main" id="{E6E691F4-E785-43EC-92DA-C76DDEBB48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35366" y="212454"/>
            <a:ext cx="1948526" cy="194852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2CF0CCC-7A03-4E40-9B23-CAB7BC440F5A}"/>
              </a:ext>
            </a:extLst>
          </p:cNvPr>
          <p:cNvSpPr/>
          <p:nvPr/>
        </p:nvSpPr>
        <p:spPr>
          <a:xfrm>
            <a:off x="8848201" y="1384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8EA410-C279-47A5-B3E2-74F4EFE515B0}"/>
              </a:ext>
            </a:extLst>
          </p:cNvPr>
          <p:cNvSpPr/>
          <p:nvPr/>
        </p:nvSpPr>
        <p:spPr>
          <a:xfrm>
            <a:off x="9276276" y="11585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A9E225-0645-4953-B99B-DE42FD961656}"/>
              </a:ext>
            </a:extLst>
          </p:cNvPr>
          <p:cNvSpPr/>
          <p:nvPr/>
        </p:nvSpPr>
        <p:spPr>
          <a:xfrm>
            <a:off x="8945415" y="80052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CF9AC1-0750-472F-8645-C4AAEB34EA5A}"/>
              </a:ext>
            </a:extLst>
          </p:cNvPr>
          <p:cNvSpPr/>
          <p:nvPr/>
        </p:nvSpPr>
        <p:spPr>
          <a:xfrm>
            <a:off x="9323813" y="40336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43913C-F58B-4E44-861D-CE25AE51F820}"/>
              </a:ext>
            </a:extLst>
          </p:cNvPr>
          <p:cNvSpPr/>
          <p:nvPr/>
        </p:nvSpPr>
        <p:spPr>
          <a:xfrm>
            <a:off x="9700531" y="65280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F87F62D-F306-49EF-9741-4532BEF7DBF6}"/>
              </a:ext>
            </a:extLst>
          </p:cNvPr>
          <p:cNvSpPr/>
          <p:nvPr/>
        </p:nvSpPr>
        <p:spPr>
          <a:xfrm>
            <a:off x="9795097" y="10790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AA8372-7DB4-43EB-8230-6225F116E3B6}"/>
              </a:ext>
            </a:extLst>
          </p:cNvPr>
          <p:cNvSpPr/>
          <p:nvPr/>
        </p:nvSpPr>
        <p:spPr>
          <a:xfrm>
            <a:off x="9882668" y="164558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2E9E2B-92D3-42E7-9797-2119E3AD8896}"/>
              </a:ext>
            </a:extLst>
          </p:cNvPr>
          <p:cNvSpPr/>
          <p:nvPr/>
        </p:nvSpPr>
        <p:spPr>
          <a:xfrm>
            <a:off x="10313918" y="15822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DE5923-6749-4492-8DCC-E190E5B61CB7}"/>
              </a:ext>
            </a:extLst>
          </p:cNvPr>
          <p:cNvSpPr/>
          <p:nvPr/>
        </p:nvSpPr>
        <p:spPr>
          <a:xfrm>
            <a:off x="10191694" y="103181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39D696-7C31-41F2-8173-29F9D81CF123}"/>
              </a:ext>
            </a:extLst>
          </p:cNvPr>
          <p:cNvSpPr/>
          <p:nvPr/>
        </p:nvSpPr>
        <p:spPr>
          <a:xfrm>
            <a:off x="10178231" y="4175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DF292B1-2A78-40B7-8C9B-071755DF29F5}"/>
              </a:ext>
            </a:extLst>
          </p:cNvPr>
          <p:cNvSpPr/>
          <p:nvPr/>
        </p:nvSpPr>
        <p:spPr>
          <a:xfrm>
            <a:off x="10714499" y="289545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A9780B-4F00-4DAA-9674-7855FBC39E7B}"/>
              </a:ext>
            </a:extLst>
          </p:cNvPr>
          <p:cNvSpPr/>
          <p:nvPr/>
        </p:nvSpPr>
        <p:spPr>
          <a:xfrm>
            <a:off x="10678172" y="82225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A0892B-E881-402E-BBE6-60EDAC523EED}"/>
              </a:ext>
            </a:extLst>
          </p:cNvPr>
          <p:cNvSpPr/>
          <p:nvPr/>
        </p:nvSpPr>
        <p:spPr>
          <a:xfrm>
            <a:off x="10768130" y="135207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1FC728C-80E1-4765-BBC2-10AA7077372A}"/>
              </a:ext>
            </a:extLst>
          </p:cNvPr>
          <p:cNvSpPr/>
          <p:nvPr/>
        </p:nvSpPr>
        <p:spPr>
          <a:xfrm>
            <a:off x="379521" y="342899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214AD3-B8AC-4FB5-8FE8-381291388CF3}"/>
              </a:ext>
            </a:extLst>
          </p:cNvPr>
          <p:cNvSpPr/>
          <p:nvPr/>
        </p:nvSpPr>
        <p:spPr>
          <a:xfrm>
            <a:off x="792877" y="311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173E36-B1FB-40A9-96E7-99194AB81E61}"/>
              </a:ext>
            </a:extLst>
          </p:cNvPr>
          <p:cNvSpPr/>
          <p:nvPr/>
        </p:nvSpPr>
        <p:spPr>
          <a:xfrm>
            <a:off x="279916" y="286033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8C9F66-2A9A-486A-93E3-BF375690189C}"/>
              </a:ext>
            </a:extLst>
          </p:cNvPr>
          <p:cNvSpPr/>
          <p:nvPr/>
        </p:nvSpPr>
        <p:spPr>
          <a:xfrm>
            <a:off x="734820" y="25700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B73A13E-E4CE-4777-8052-F23051D2AE32}"/>
              </a:ext>
            </a:extLst>
          </p:cNvPr>
          <p:cNvSpPr/>
          <p:nvPr/>
        </p:nvSpPr>
        <p:spPr>
          <a:xfrm>
            <a:off x="1625880" y="37846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517524-8E9A-427A-B313-CF041C50D499}"/>
              </a:ext>
            </a:extLst>
          </p:cNvPr>
          <p:cNvSpPr/>
          <p:nvPr/>
        </p:nvSpPr>
        <p:spPr>
          <a:xfrm>
            <a:off x="1666527" y="3299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20E21CE-22EB-40DD-8391-233F73EE8964}"/>
              </a:ext>
            </a:extLst>
          </p:cNvPr>
          <p:cNvSpPr/>
          <p:nvPr/>
        </p:nvSpPr>
        <p:spPr>
          <a:xfrm>
            <a:off x="2065620" y="376809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172B50-BD3B-4420-BCA8-59EBE4B68C6E}"/>
              </a:ext>
            </a:extLst>
          </p:cNvPr>
          <p:cNvSpPr/>
          <p:nvPr/>
        </p:nvSpPr>
        <p:spPr>
          <a:xfrm>
            <a:off x="2103871" y="324780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02DC33-26B8-427D-A8B5-961EB394E1E7}"/>
              </a:ext>
            </a:extLst>
          </p:cNvPr>
          <p:cNvSpPr/>
          <p:nvPr/>
        </p:nvSpPr>
        <p:spPr>
          <a:xfrm>
            <a:off x="3371160" y="27285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C3F400-DC4E-4E8F-95EF-867627116316}"/>
              </a:ext>
            </a:extLst>
          </p:cNvPr>
          <p:cNvSpPr/>
          <p:nvPr/>
        </p:nvSpPr>
        <p:spPr>
          <a:xfrm>
            <a:off x="3369333" y="321790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01A9648-2DFD-444E-8697-E3C0340ED90E}"/>
              </a:ext>
            </a:extLst>
          </p:cNvPr>
          <p:cNvSpPr/>
          <p:nvPr/>
        </p:nvSpPr>
        <p:spPr>
          <a:xfrm>
            <a:off x="2924928" y="254304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468D2E9-066C-495D-9E40-85981356F645}"/>
              </a:ext>
            </a:extLst>
          </p:cNvPr>
          <p:cNvSpPr/>
          <p:nvPr/>
        </p:nvSpPr>
        <p:spPr>
          <a:xfrm>
            <a:off x="2888601" y="307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D0F792-2EBC-4201-BDF5-72941127FAF8}"/>
              </a:ext>
            </a:extLst>
          </p:cNvPr>
          <p:cNvSpPr/>
          <p:nvPr/>
        </p:nvSpPr>
        <p:spPr>
          <a:xfrm>
            <a:off x="2978559" y="360557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 : forme 49">
            <a:extLst>
              <a:ext uri="{FF2B5EF4-FFF2-40B4-BE49-F238E27FC236}">
                <a16:creationId xmlns:a16="http://schemas.microsoft.com/office/drawing/2014/main" id="{F9AA4B7E-5C98-434A-BF5B-84D09A6A4924}"/>
              </a:ext>
            </a:extLst>
          </p:cNvPr>
          <p:cNvSpPr/>
          <p:nvPr/>
        </p:nvSpPr>
        <p:spPr>
          <a:xfrm>
            <a:off x="1504845" y="3066424"/>
            <a:ext cx="1143105" cy="1324601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9DC598D6-D591-491B-9569-AFE09BDE6E0E}"/>
              </a:ext>
            </a:extLst>
          </p:cNvPr>
          <p:cNvSpPr/>
          <p:nvPr/>
        </p:nvSpPr>
        <p:spPr>
          <a:xfrm>
            <a:off x="257175" y="2428875"/>
            <a:ext cx="1133475" cy="171450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rme libre : forme 52">
            <a:extLst>
              <a:ext uri="{FF2B5EF4-FFF2-40B4-BE49-F238E27FC236}">
                <a16:creationId xmlns:a16="http://schemas.microsoft.com/office/drawing/2014/main" id="{7339FC6F-CEE2-4372-9621-EF398F8D94E9}"/>
              </a:ext>
            </a:extLst>
          </p:cNvPr>
          <p:cNvSpPr/>
          <p:nvPr/>
        </p:nvSpPr>
        <p:spPr>
          <a:xfrm>
            <a:off x="2714625" y="2466975"/>
            <a:ext cx="1143000" cy="1590675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1D856F-D352-441D-9D6C-F9C296D939C7}"/>
              </a:ext>
            </a:extLst>
          </p:cNvPr>
          <p:cNvSpPr/>
          <p:nvPr/>
        </p:nvSpPr>
        <p:spPr>
          <a:xfrm>
            <a:off x="2568718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B25AD5-B497-4621-8A0F-98C17DD32F1D}"/>
              </a:ext>
            </a:extLst>
          </p:cNvPr>
          <p:cNvSpPr/>
          <p:nvPr/>
        </p:nvSpPr>
        <p:spPr>
          <a:xfrm>
            <a:off x="2864255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6C73FBA-D5A4-42E0-8743-085CD8F06ED6}"/>
              </a:ext>
            </a:extLst>
          </p:cNvPr>
          <p:cNvSpPr/>
          <p:nvPr/>
        </p:nvSpPr>
        <p:spPr>
          <a:xfrm>
            <a:off x="3054525" y="80817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C2EA89-14BD-478A-8D6B-89386A9EF48E}"/>
              </a:ext>
            </a:extLst>
          </p:cNvPr>
          <p:cNvSpPr/>
          <p:nvPr/>
        </p:nvSpPr>
        <p:spPr>
          <a:xfrm>
            <a:off x="3530568" y="8002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DA7965-5D3C-4668-A6C0-14754E9DDC99}"/>
              </a:ext>
            </a:extLst>
          </p:cNvPr>
          <p:cNvSpPr/>
          <p:nvPr/>
        </p:nvSpPr>
        <p:spPr>
          <a:xfrm>
            <a:off x="1592298" y="525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78E522-4C83-4100-AC57-228B3D164C4A}"/>
              </a:ext>
            </a:extLst>
          </p:cNvPr>
          <p:cNvSpPr/>
          <p:nvPr/>
        </p:nvSpPr>
        <p:spPr>
          <a:xfrm>
            <a:off x="749060" y="22704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F97538-980C-470D-8030-182998F63760}"/>
              </a:ext>
            </a:extLst>
          </p:cNvPr>
          <p:cNvSpPr/>
          <p:nvPr/>
        </p:nvSpPr>
        <p:spPr>
          <a:xfrm>
            <a:off x="425977" y="119830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B3DE8FD-26B1-4361-B39B-5AF1AFAB8F07}"/>
              </a:ext>
            </a:extLst>
          </p:cNvPr>
          <p:cNvSpPr/>
          <p:nvPr/>
        </p:nvSpPr>
        <p:spPr>
          <a:xfrm>
            <a:off x="902671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57EFDAA-53F1-4069-A29C-ACCEFACBA502}"/>
              </a:ext>
            </a:extLst>
          </p:cNvPr>
          <p:cNvSpPr/>
          <p:nvPr/>
        </p:nvSpPr>
        <p:spPr>
          <a:xfrm>
            <a:off x="5483576" y="167362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40075CE-4ED6-4A5B-A73E-E00C62F76D41}"/>
              </a:ext>
            </a:extLst>
          </p:cNvPr>
          <p:cNvSpPr/>
          <p:nvPr/>
        </p:nvSpPr>
        <p:spPr>
          <a:xfrm>
            <a:off x="5934259" y="13217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33A445C-C47C-4C31-B1AE-E9BA3C84AC7A}"/>
              </a:ext>
            </a:extLst>
          </p:cNvPr>
          <p:cNvSpPr/>
          <p:nvPr/>
        </p:nvSpPr>
        <p:spPr>
          <a:xfrm>
            <a:off x="6195818" y="9711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324962-9963-42F1-88F2-392FC20F30F4}"/>
              </a:ext>
            </a:extLst>
          </p:cNvPr>
          <p:cNvSpPr/>
          <p:nvPr/>
        </p:nvSpPr>
        <p:spPr>
          <a:xfrm>
            <a:off x="6178359" y="50510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F8050FF-31D1-47CF-BB84-673530F96381}"/>
              </a:ext>
            </a:extLst>
          </p:cNvPr>
          <p:cNvSpPr/>
          <p:nvPr/>
        </p:nvSpPr>
        <p:spPr>
          <a:xfrm>
            <a:off x="5155424" y="17449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76B91FE-A00A-4CD2-ADBF-B1DBD18353BC}"/>
              </a:ext>
            </a:extLst>
          </p:cNvPr>
          <p:cNvSpPr/>
          <p:nvPr/>
        </p:nvSpPr>
        <p:spPr>
          <a:xfrm>
            <a:off x="5851806" y="552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E60C04A-BF83-40CD-A3E4-09887070BFFB}"/>
              </a:ext>
            </a:extLst>
          </p:cNvPr>
          <p:cNvSpPr/>
          <p:nvPr/>
        </p:nvSpPr>
        <p:spPr>
          <a:xfrm>
            <a:off x="5886565" y="9296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719D0FB-A7A9-4E77-93FD-544CA5337F8B}"/>
              </a:ext>
            </a:extLst>
          </p:cNvPr>
          <p:cNvSpPr/>
          <p:nvPr/>
        </p:nvSpPr>
        <p:spPr>
          <a:xfrm>
            <a:off x="6244628" y="133809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27DAE7-2A61-498E-8453-BC9E414EE3F8}"/>
              </a:ext>
            </a:extLst>
          </p:cNvPr>
          <p:cNvSpPr/>
          <p:nvPr/>
        </p:nvSpPr>
        <p:spPr>
          <a:xfrm>
            <a:off x="5757715" y="17309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4EE60E-DD9D-4E40-B04D-F4679EB9BE62}"/>
              </a:ext>
            </a:extLst>
          </p:cNvPr>
          <p:cNvSpPr/>
          <p:nvPr/>
        </p:nvSpPr>
        <p:spPr>
          <a:xfrm>
            <a:off x="6056309" y="17413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2B94757-449A-4BD0-AB8C-6EB9488737A7}"/>
              </a:ext>
            </a:extLst>
          </p:cNvPr>
          <p:cNvSpPr/>
          <p:nvPr/>
        </p:nvSpPr>
        <p:spPr>
          <a:xfrm>
            <a:off x="6409087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0" name="Connecteur : en arc 109">
            <a:extLst>
              <a:ext uri="{FF2B5EF4-FFF2-40B4-BE49-F238E27FC236}">
                <a16:creationId xmlns:a16="http://schemas.microsoft.com/office/drawing/2014/main" id="{1C28F4A8-1177-444F-B412-4D7B0552A9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06256" y="1241022"/>
            <a:ext cx="1531539" cy="3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68FB75C0-17D0-4656-9391-CE9268F38691}"/>
              </a:ext>
            </a:extLst>
          </p:cNvPr>
          <p:cNvSpPr/>
          <p:nvPr/>
        </p:nvSpPr>
        <p:spPr>
          <a:xfrm>
            <a:off x="4682249" y="25430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A5B2F0-313B-40F9-B032-73A730C5AD1F}"/>
              </a:ext>
            </a:extLst>
          </p:cNvPr>
          <p:cNvSpPr/>
          <p:nvPr/>
        </p:nvSpPr>
        <p:spPr>
          <a:xfrm>
            <a:off x="4805773" y="3747171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F177AC-8D45-48C1-910F-8ED85DE2D6F1}"/>
              </a:ext>
            </a:extLst>
          </p:cNvPr>
          <p:cNvSpPr/>
          <p:nvPr/>
        </p:nvSpPr>
        <p:spPr>
          <a:xfrm>
            <a:off x="6047269" y="313051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D0CEC7-B5D6-4CF2-BDED-8228002369D9}"/>
              </a:ext>
            </a:extLst>
          </p:cNvPr>
          <p:cNvSpPr/>
          <p:nvPr/>
        </p:nvSpPr>
        <p:spPr>
          <a:xfrm>
            <a:off x="6212065" y="2625988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7FF0E70-56D2-4059-8FA2-CABB1754CEA1}"/>
              </a:ext>
            </a:extLst>
          </p:cNvPr>
          <p:cNvSpPr/>
          <p:nvPr/>
        </p:nvSpPr>
        <p:spPr>
          <a:xfrm>
            <a:off x="7192567" y="371802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E94FE53-6F6F-4A5B-BDED-5B8945B6F923}"/>
              </a:ext>
            </a:extLst>
          </p:cNvPr>
          <p:cNvSpPr/>
          <p:nvPr/>
        </p:nvSpPr>
        <p:spPr>
          <a:xfrm>
            <a:off x="7387562" y="292716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2" name="Connecteur : en arc 111">
            <a:extLst>
              <a:ext uri="{FF2B5EF4-FFF2-40B4-BE49-F238E27FC236}">
                <a16:creationId xmlns:a16="http://schemas.microsoft.com/office/drawing/2014/main" id="{E6613E82-89A9-4B40-BC2D-BB5D20BFE5E6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5135366" y="3298091"/>
            <a:ext cx="911903" cy="616652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 : en arc 112">
            <a:extLst>
              <a:ext uri="{FF2B5EF4-FFF2-40B4-BE49-F238E27FC236}">
                <a16:creationId xmlns:a16="http://schemas.microsoft.com/office/drawing/2014/main" id="{1FE2B631-1083-489D-B391-69807A2E30EB}"/>
              </a:ext>
            </a:extLst>
          </p:cNvPr>
          <p:cNvCxnSpPr>
            <a:cxnSpLocks/>
            <a:stCxn id="85" idx="2"/>
            <a:endCxn id="109" idx="1"/>
          </p:cNvCxnSpPr>
          <p:nvPr/>
        </p:nvCxnSpPr>
        <p:spPr>
          <a:xfrm rot="16200000" flipH="1">
            <a:off x="5516100" y="2209130"/>
            <a:ext cx="1007412" cy="234552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0B4BA23D-F77E-4FCE-B21E-995C984DE6E8}"/>
              </a:ext>
            </a:extLst>
          </p:cNvPr>
          <p:cNvCxnSpPr>
            <a:cxnSpLocks/>
            <a:stCxn id="108" idx="3"/>
            <a:endCxn id="111" idx="1"/>
          </p:cNvCxnSpPr>
          <p:nvPr/>
        </p:nvCxnSpPr>
        <p:spPr>
          <a:xfrm>
            <a:off x="6541658" y="2793560"/>
            <a:ext cx="845904" cy="30118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901364-3693-4974-B0DB-6F903118DEAE}"/>
              </a:ext>
            </a:extLst>
          </p:cNvPr>
          <p:cNvSpPr/>
          <p:nvPr/>
        </p:nvSpPr>
        <p:spPr>
          <a:xfrm>
            <a:off x="5801072" y="252519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B929100-53B9-4EC1-A9E5-D5AA49D9B026}"/>
              </a:ext>
            </a:extLst>
          </p:cNvPr>
          <p:cNvSpPr/>
          <p:nvPr/>
        </p:nvSpPr>
        <p:spPr>
          <a:xfrm>
            <a:off x="7606743" y="3807523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1E01BB-4D32-4259-AFC6-F4B3490B45F0}"/>
              </a:ext>
            </a:extLst>
          </p:cNvPr>
          <p:cNvSpPr/>
          <p:nvPr/>
        </p:nvSpPr>
        <p:spPr>
          <a:xfrm>
            <a:off x="4411026" y="39147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164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886643-547B-492D-8E83-30656F734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Configuration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0CBA31-096E-4091-9E61-2D558A509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-2"/>
            <a:ext cx="1248189" cy="1248189"/>
            <a:chOff x="10943811" y="-2"/>
            <a:chExt cx="1248189" cy="1248189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B64814D-A361-44E1-8D97-B83E41C8B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943811" y="-2"/>
              <a:ext cx="1248189" cy="124818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2A6879-032A-4946-9CCA-44D38BEDF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317937" y="246646"/>
              <a:ext cx="577231" cy="57723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EF321-6D7A-4F12-9C40-45B5BCE6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778603" y="3517915"/>
            <a:ext cx="3385655" cy="3655570"/>
            <a:chOff x="-969545" y="3517915"/>
            <a:chExt cx="3385655" cy="365557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5DFE27-9624-478D-A5DB-D1245FF45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1474116" y="4022486"/>
              <a:ext cx="3655570" cy="2646427"/>
            </a:xfrm>
            <a:custGeom>
              <a:avLst/>
              <a:gdLst>
                <a:gd name="connsiteX0" fmla="*/ 0 w 2736866"/>
                <a:gd name="connsiteY0" fmla="*/ 0 h 1981337"/>
                <a:gd name="connsiteX1" fmla="*/ 2736866 w 2736866"/>
                <a:gd name="connsiteY1" fmla="*/ 0 h 1981337"/>
                <a:gd name="connsiteX2" fmla="*/ 2736866 w 2736866"/>
                <a:gd name="connsiteY2" fmla="*/ 1225808 h 1981337"/>
                <a:gd name="connsiteX3" fmla="*/ 1981337 w 2736866"/>
                <a:gd name="connsiteY3" fmla="*/ 1981337 h 198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866" h="1981337">
                  <a:moveTo>
                    <a:pt x="0" y="0"/>
                  </a:moveTo>
                  <a:lnTo>
                    <a:pt x="2736866" y="0"/>
                  </a:lnTo>
                  <a:lnTo>
                    <a:pt x="2736866" y="1225808"/>
                  </a:lnTo>
                  <a:lnTo>
                    <a:pt x="1981337" y="1981337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BFF565-70E2-42D9-88A5-F588A72A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616274" y="5778765"/>
              <a:ext cx="799836" cy="799836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B08D7-F0FB-4965-B730-8B874214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93049" y="367194"/>
            <a:ext cx="999162" cy="99916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8D9297-49FA-43ED-AC6B-E2F153B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9187" y="946949"/>
            <a:ext cx="352820" cy="35282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2E931-C1A9-4A7E-A98D-CCA7DC6A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423089" y="4846332"/>
            <a:ext cx="1333438" cy="13334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727061-1ADF-421E-B715-7D4DE0B2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85899" y="4866318"/>
            <a:ext cx="618664" cy="61866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5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que 40" descr="Personne confuse avec un remplissage uni">
            <a:extLst>
              <a:ext uri="{FF2B5EF4-FFF2-40B4-BE49-F238E27FC236}">
                <a16:creationId xmlns:a16="http://schemas.microsoft.com/office/drawing/2014/main" id="{4E5EE771-6DC2-4877-B620-374F7C8E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664" y="155283"/>
            <a:ext cx="602103" cy="602103"/>
          </a:xfrm>
          <a:prstGeom prst="rect">
            <a:avLst/>
          </a:prstGeom>
        </p:spPr>
      </p:pic>
      <p:pic>
        <p:nvPicPr>
          <p:cNvPr id="45" name="Graphique 44" descr="Personne confuse avec un remplissage uni">
            <a:extLst>
              <a:ext uri="{FF2B5EF4-FFF2-40B4-BE49-F238E27FC236}">
                <a16:creationId xmlns:a16="http://schemas.microsoft.com/office/drawing/2014/main" id="{70A32C25-0E7A-45F9-AEAE-AF505178A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365" y="1605005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715C750C-07FF-4143-8F16-4D0B3BBD8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88" y="1597224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B8C52761-E7F6-4C81-9EAD-38C81C8C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7888" y="155836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084CD82F-ACD8-4963-B99E-C652BDF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4853" y="225679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49449868-C92A-4024-A0EC-91B323C4E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904" y="314795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BB500A2F-7C73-4AEE-AD9F-06AF5B28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276" y="139373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A914659A-38A5-4D77-9CFD-2D9F3B24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327" y="1482851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F876D091-6267-4417-8493-A75B3E0A8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1378597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6E68CDDE-ADFF-430E-918D-F8477F00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146771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095C4A11-8241-4208-B48F-6BB60C71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210964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DC1D0642-A51B-4365-9B89-B1F63D8CA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300080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B9603316-1792-49ED-A720-CAB87F201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53" y="2473579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4E0DAC4-CE83-4654-B858-702FA866C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04" y="2562695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FD9AB19B-B66E-4987-925A-AB14CF5A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58" y="2862204"/>
            <a:ext cx="602103" cy="602103"/>
          </a:xfrm>
          <a:prstGeom prst="rect">
            <a:avLst/>
          </a:prstGeom>
        </p:spPr>
      </p:pic>
      <p:pic>
        <p:nvPicPr>
          <p:cNvPr id="67" name="Graphique 66" descr="Héros avec un remplissage uni">
            <a:extLst>
              <a:ext uri="{FF2B5EF4-FFF2-40B4-BE49-F238E27FC236}">
                <a16:creationId xmlns:a16="http://schemas.microsoft.com/office/drawing/2014/main" id="{CB2BB87E-A1ED-47B7-9D35-03853D6D2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422" y="3007188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A3CA70CE-E1F2-4F22-8DD3-40FC57DB1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155" y="245524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3543AB5A-D42A-4A68-815B-6DD6877B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5206" y="2544359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56A9A96-9746-4CDE-A870-0A7321B48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2560" y="2843868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741C90E3-186F-463C-9595-ABAAECDF2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5430" y="346430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FA596731-C9C0-4DFE-9C5D-359B4C445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6481" y="3553423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EB37E4-7DEF-4369-8688-D26C4A9F9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835" y="3852932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FDA4468-EC98-403F-BB5E-0C6D0200A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728" y="2447106"/>
            <a:ext cx="602103" cy="602103"/>
          </a:xfrm>
          <a:prstGeom prst="rect">
            <a:avLst/>
          </a:prstGeom>
        </p:spPr>
      </p:pic>
      <p:pic>
        <p:nvPicPr>
          <p:cNvPr id="75" name="Graphique 74" descr="Personne confuse avec un remplissage uni">
            <a:extLst>
              <a:ext uri="{FF2B5EF4-FFF2-40B4-BE49-F238E27FC236}">
                <a16:creationId xmlns:a16="http://schemas.microsoft.com/office/drawing/2014/main" id="{7B730CA7-97F0-43B7-AD6A-09E48DE1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779" y="2536222"/>
            <a:ext cx="602103" cy="602103"/>
          </a:xfrm>
          <a:prstGeom prst="rect">
            <a:avLst/>
          </a:prstGeom>
        </p:spPr>
      </p:pic>
      <p:pic>
        <p:nvPicPr>
          <p:cNvPr id="76" name="Graphique 75" descr="Personne confuse avec un remplissage uni">
            <a:extLst>
              <a:ext uri="{FF2B5EF4-FFF2-40B4-BE49-F238E27FC236}">
                <a16:creationId xmlns:a16="http://schemas.microsoft.com/office/drawing/2014/main" id="{B7EC6B2D-13B5-4BD1-AA7E-58539312A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133" y="2835731"/>
            <a:ext cx="602103" cy="602103"/>
          </a:xfrm>
          <a:prstGeom prst="rect">
            <a:avLst/>
          </a:prstGeom>
        </p:spPr>
      </p:pic>
      <p:pic>
        <p:nvPicPr>
          <p:cNvPr id="77" name="Graphique 76" descr="Personne confuse avec un remplissage uni">
            <a:extLst>
              <a:ext uri="{FF2B5EF4-FFF2-40B4-BE49-F238E27FC236}">
                <a16:creationId xmlns:a16="http://schemas.microsoft.com/office/drawing/2014/main" id="{8980A0B0-F75A-4CDF-8A5D-C5EDF311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1730" y="2428770"/>
            <a:ext cx="602103" cy="602103"/>
          </a:xfrm>
          <a:prstGeom prst="rect">
            <a:avLst/>
          </a:prstGeom>
        </p:spPr>
      </p:pic>
      <p:pic>
        <p:nvPicPr>
          <p:cNvPr id="78" name="Graphique 77" descr="Personne confuse avec un remplissage uni">
            <a:extLst>
              <a:ext uri="{FF2B5EF4-FFF2-40B4-BE49-F238E27FC236}">
                <a16:creationId xmlns:a16="http://schemas.microsoft.com/office/drawing/2014/main" id="{9731E920-112E-488E-9D33-FB96AF65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2781" y="2517886"/>
            <a:ext cx="602103" cy="602103"/>
          </a:xfrm>
          <a:prstGeom prst="rect">
            <a:avLst/>
          </a:prstGeom>
        </p:spPr>
      </p:pic>
      <p:pic>
        <p:nvPicPr>
          <p:cNvPr id="79" name="Graphique 78" descr="Personne confuse avec un remplissage uni">
            <a:extLst>
              <a:ext uri="{FF2B5EF4-FFF2-40B4-BE49-F238E27FC236}">
                <a16:creationId xmlns:a16="http://schemas.microsoft.com/office/drawing/2014/main" id="{ED3FB338-0179-44FA-889C-D9BDE83F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135" y="2817395"/>
            <a:ext cx="602103" cy="602103"/>
          </a:xfrm>
          <a:prstGeom prst="rect">
            <a:avLst/>
          </a:prstGeom>
        </p:spPr>
      </p:pic>
      <p:pic>
        <p:nvPicPr>
          <p:cNvPr id="80" name="Graphique 79" descr="Personne confuse avec un remplissage uni">
            <a:extLst>
              <a:ext uri="{FF2B5EF4-FFF2-40B4-BE49-F238E27FC236}">
                <a16:creationId xmlns:a16="http://schemas.microsoft.com/office/drawing/2014/main" id="{6DD24846-05B4-4249-93A3-EDA586BB0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005" y="3437834"/>
            <a:ext cx="602103" cy="602103"/>
          </a:xfrm>
          <a:prstGeom prst="rect">
            <a:avLst/>
          </a:prstGeom>
        </p:spPr>
      </p:pic>
      <p:pic>
        <p:nvPicPr>
          <p:cNvPr id="81" name="Graphique 80" descr="Personne confuse avec un remplissage uni">
            <a:extLst>
              <a:ext uri="{FF2B5EF4-FFF2-40B4-BE49-F238E27FC236}">
                <a16:creationId xmlns:a16="http://schemas.microsoft.com/office/drawing/2014/main" id="{4A3D30C0-25A9-449C-9DF1-5D864597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4056" y="3526950"/>
            <a:ext cx="602103" cy="602103"/>
          </a:xfrm>
          <a:prstGeom prst="rect">
            <a:avLst/>
          </a:prstGeom>
        </p:spPr>
      </p:pic>
      <p:pic>
        <p:nvPicPr>
          <p:cNvPr id="82" name="Graphique 81" descr="Personne confuse avec un remplissage uni">
            <a:extLst>
              <a:ext uri="{FF2B5EF4-FFF2-40B4-BE49-F238E27FC236}">
                <a16:creationId xmlns:a16="http://schemas.microsoft.com/office/drawing/2014/main" id="{ABD6F676-0C94-4C6F-96E9-AC157E9EF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410" y="3826459"/>
            <a:ext cx="602103" cy="602103"/>
          </a:xfrm>
          <a:prstGeom prst="rect">
            <a:avLst/>
          </a:prstGeom>
        </p:spPr>
      </p:pic>
      <p:pic>
        <p:nvPicPr>
          <p:cNvPr id="83" name="Graphique 82" descr="Héros avec un remplissage uni">
            <a:extLst>
              <a:ext uri="{FF2B5EF4-FFF2-40B4-BE49-F238E27FC236}">
                <a16:creationId xmlns:a16="http://schemas.microsoft.com/office/drawing/2014/main" id="{67350E2B-3123-4B73-BE73-539243D46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3469" y="3878370"/>
            <a:ext cx="602103" cy="602103"/>
          </a:xfrm>
          <a:prstGeom prst="rect">
            <a:avLst/>
          </a:prstGeom>
        </p:spPr>
      </p:pic>
      <p:pic>
        <p:nvPicPr>
          <p:cNvPr id="84" name="Graphique 83" descr="Héros avec un remplissage uni">
            <a:extLst>
              <a:ext uri="{FF2B5EF4-FFF2-40B4-BE49-F238E27FC236}">
                <a16:creationId xmlns:a16="http://schemas.microsoft.com/office/drawing/2014/main" id="{E66D9CF3-C654-485F-862B-8C6ED6127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1272" y="3057346"/>
            <a:ext cx="602103" cy="602103"/>
          </a:xfrm>
          <a:prstGeom prst="rect">
            <a:avLst/>
          </a:prstGeom>
        </p:spPr>
      </p:pic>
      <p:pic>
        <p:nvPicPr>
          <p:cNvPr id="85" name="Graphique 84" descr="Héros avec un remplissage uni">
            <a:extLst>
              <a:ext uri="{FF2B5EF4-FFF2-40B4-BE49-F238E27FC236}">
                <a16:creationId xmlns:a16="http://schemas.microsoft.com/office/drawing/2014/main" id="{BD1EAFE0-4F24-43E6-8F6B-4E99EAF38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2134" y="2485335"/>
            <a:ext cx="602103" cy="6021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290693D-F0E0-4092-AA10-AB91F476741A}"/>
              </a:ext>
            </a:extLst>
          </p:cNvPr>
          <p:cNvCxnSpPr/>
          <p:nvPr/>
        </p:nvCxnSpPr>
        <p:spPr>
          <a:xfrm>
            <a:off x="5258882" y="2835731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A1FB801D-9A99-4603-BCE2-CEB4952EFEF5}"/>
              </a:ext>
            </a:extLst>
          </p:cNvPr>
          <p:cNvCxnSpPr>
            <a:cxnSpLocks/>
          </p:cNvCxnSpPr>
          <p:nvPr/>
        </p:nvCxnSpPr>
        <p:spPr>
          <a:xfrm flipH="1">
            <a:off x="6379381" y="2997657"/>
            <a:ext cx="610447" cy="40455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4D3F722-B954-4CD2-8664-30AF3FD11A27}"/>
              </a:ext>
            </a:extLst>
          </p:cNvPr>
          <p:cNvCxnSpPr>
            <a:cxnSpLocks/>
          </p:cNvCxnSpPr>
          <p:nvPr/>
        </p:nvCxnSpPr>
        <p:spPr>
          <a:xfrm flipH="1" flipV="1">
            <a:off x="5256018" y="3030874"/>
            <a:ext cx="775537" cy="35607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que 89" descr="Héros avec un remplissage uni">
            <a:extLst>
              <a:ext uri="{FF2B5EF4-FFF2-40B4-BE49-F238E27FC236}">
                <a16:creationId xmlns:a16="http://schemas.microsoft.com/office/drawing/2014/main" id="{BC07FEF6-28FE-4735-B460-5B860036C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2438" y="2578508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8A8B21D4-EE68-47D7-87E3-7E048298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3053" y="3077028"/>
            <a:ext cx="602103" cy="602103"/>
          </a:xfrm>
          <a:prstGeom prst="rect">
            <a:avLst/>
          </a:prstGeom>
        </p:spPr>
      </p:pic>
      <p:pic>
        <p:nvPicPr>
          <p:cNvPr id="92" name="Graphique 91" descr="Personne confuse avec un remplissage uni">
            <a:extLst>
              <a:ext uri="{FF2B5EF4-FFF2-40B4-BE49-F238E27FC236}">
                <a16:creationId xmlns:a16="http://schemas.microsoft.com/office/drawing/2014/main" id="{03C8E546-EC15-41BE-BEFE-B22A941A1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0860" y="345303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60768C67-7C46-4EFC-8ACC-F5C2A775A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911" y="3586508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1E5EE58C-EADF-476A-8F3D-6000F77EA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1205" y="3777268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D6E1ABD3-153C-4872-857C-F176D504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572" y="3679144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962E0E18-01E1-47FA-8385-1AC9333C1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778" y="2678635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FAC48727-0B7F-427D-A9AE-F1B97B3FB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6983" y="3500912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6F2A2997-A5CB-4AAB-935E-0853B707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032" y="3308239"/>
            <a:ext cx="602103" cy="602103"/>
          </a:xfrm>
          <a:prstGeom prst="rect">
            <a:avLst/>
          </a:prstGeom>
        </p:spPr>
      </p:pic>
      <p:pic>
        <p:nvPicPr>
          <p:cNvPr id="99" name="Graphique 98" descr="Personne confuse avec un remplissage uni">
            <a:extLst>
              <a:ext uri="{FF2B5EF4-FFF2-40B4-BE49-F238E27FC236}">
                <a16:creationId xmlns:a16="http://schemas.microsoft.com/office/drawing/2014/main" id="{F989BD8C-5A59-4A01-BD85-B472522A1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243" y="2878917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99EFBD1A-1C7E-44A9-B739-43C89B721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0242" y="2473578"/>
            <a:ext cx="602103" cy="602103"/>
          </a:xfrm>
          <a:prstGeom prst="rect">
            <a:avLst/>
          </a:prstGeom>
        </p:spPr>
      </p:pic>
      <p:pic>
        <p:nvPicPr>
          <p:cNvPr id="101" name="Graphique 100" descr="Personne confuse avec un remplissage uni">
            <a:extLst>
              <a:ext uri="{FF2B5EF4-FFF2-40B4-BE49-F238E27FC236}">
                <a16:creationId xmlns:a16="http://schemas.microsoft.com/office/drawing/2014/main" id="{237D99B4-ECAB-4224-8660-BD21285A5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490" y="2520949"/>
            <a:ext cx="602103" cy="602103"/>
          </a:xfrm>
          <a:prstGeom prst="rect">
            <a:avLst/>
          </a:prstGeom>
        </p:spPr>
      </p:pic>
      <p:pic>
        <p:nvPicPr>
          <p:cNvPr id="102" name="Graphique 101" descr="Personne confuse avec un remplissage uni">
            <a:extLst>
              <a:ext uri="{FF2B5EF4-FFF2-40B4-BE49-F238E27FC236}">
                <a16:creationId xmlns:a16="http://schemas.microsoft.com/office/drawing/2014/main" id="{B096E269-82DA-4E1B-B798-BA8F6B0B8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0779" y="2666353"/>
            <a:ext cx="602103" cy="602103"/>
          </a:xfrm>
          <a:prstGeom prst="rect">
            <a:avLst/>
          </a:prstGeom>
        </p:spPr>
      </p:pic>
      <p:pic>
        <p:nvPicPr>
          <p:cNvPr id="107" name="Graphique 106" descr="Personne confuse avec un remplissage uni">
            <a:extLst>
              <a:ext uri="{FF2B5EF4-FFF2-40B4-BE49-F238E27FC236}">
                <a16:creationId xmlns:a16="http://schemas.microsoft.com/office/drawing/2014/main" id="{8191E246-D4DF-4A1D-B5D0-01BFE038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95" y="5373168"/>
            <a:ext cx="602103" cy="602103"/>
          </a:xfrm>
          <a:prstGeom prst="rect">
            <a:avLst/>
          </a:prstGeom>
        </p:spPr>
      </p:pic>
      <p:pic>
        <p:nvPicPr>
          <p:cNvPr id="108" name="Graphique 107" descr="Personne confuse avec un remplissage uni">
            <a:extLst>
              <a:ext uri="{FF2B5EF4-FFF2-40B4-BE49-F238E27FC236}">
                <a16:creationId xmlns:a16="http://schemas.microsoft.com/office/drawing/2014/main" id="{57C18655-6B15-469C-B997-2044C435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02" y="5749175"/>
            <a:ext cx="602103" cy="602103"/>
          </a:xfrm>
          <a:prstGeom prst="rect">
            <a:avLst/>
          </a:prstGeom>
        </p:spPr>
      </p:pic>
      <p:pic>
        <p:nvPicPr>
          <p:cNvPr id="109" name="Graphique 108" descr="Personne confuse avec un remplissage uni">
            <a:extLst>
              <a:ext uri="{FF2B5EF4-FFF2-40B4-BE49-F238E27FC236}">
                <a16:creationId xmlns:a16="http://schemas.microsoft.com/office/drawing/2014/main" id="{DA27EF93-5D6B-46E1-AA7D-43131B681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7553" y="5882648"/>
            <a:ext cx="602103" cy="602103"/>
          </a:xfrm>
          <a:prstGeom prst="rect">
            <a:avLst/>
          </a:prstGeom>
        </p:spPr>
      </p:pic>
      <p:pic>
        <p:nvPicPr>
          <p:cNvPr id="110" name="Graphique 109" descr="Personne confuse avec un remplissage uni">
            <a:extLst>
              <a:ext uri="{FF2B5EF4-FFF2-40B4-BE49-F238E27FC236}">
                <a16:creationId xmlns:a16="http://schemas.microsoft.com/office/drawing/2014/main" id="{BDDF1614-FA97-423C-BF4C-C9F7F6B19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6847" y="6073408"/>
            <a:ext cx="602103" cy="602103"/>
          </a:xfrm>
          <a:prstGeom prst="rect">
            <a:avLst/>
          </a:prstGeom>
        </p:spPr>
      </p:pic>
      <p:pic>
        <p:nvPicPr>
          <p:cNvPr id="111" name="Graphique 110" descr="Personne confuse avec un remplissage uni">
            <a:extLst>
              <a:ext uri="{FF2B5EF4-FFF2-40B4-BE49-F238E27FC236}">
                <a16:creationId xmlns:a16="http://schemas.microsoft.com/office/drawing/2014/main" id="{3480B163-227B-4354-9D9C-21D58C91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214" y="5975284"/>
            <a:ext cx="602103" cy="602103"/>
          </a:xfrm>
          <a:prstGeom prst="rect">
            <a:avLst/>
          </a:prstGeom>
        </p:spPr>
      </p:pic>
      <p:pic>
        <p:nvPicPr>
          <p:cNvPr id="112" name="Graphique 111" descr="Personne confuse avec un remplissage uni">
            <a:extLst>
              <a:ext uri="{FF2B5EF4-FFF2-40B4-BE49-F238E27FC236}">
                <a16:creationId xmlns:a16="http://schemas.microsoft.com/office/drawing/2014/main" id="{67DA2C3F-10F7-4BB0-8E36-832507F02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20" y="4974775"/>
            <a:ext cx="602103" cy="602103"/>
          </a:xfrm>
          <a:prstGeom prst="rect">
            <a:avLst/>
          </a:prstGeom>
        </p:spPr>
      </p:pic>
      <p:pic>
        <p:nvPicPr>
          <p:cNvPr id="113" name="Graphique 112" descr="Personne confuse avec un remplissage uni">
            <a:extLst>
              <a:ext uri="{FF2B5EF4-FFF2-40B4-BE49-F238E27FC236}">
                <a16:creationId xmlns:a16="http://schemas.microsoft.com/office/drawing/2014/main" id="{F8048D0A-76DC-4E7A-8710-9B4074B8D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625" y="5797052"/>
            <a:ext cx="602103" cy="602103"/>
          </a:xfrm>
          <a:prstGeom prst="rect">
            <a:avLst/>
          </a:prstGeom>
        </p:spPr>
      </p:pic>
      <p:pic>
        <p:nvPicPr>
          <p:cNvPr id="114" name="Graphique 113" descr="Personne confuse avec un remplissage uni">
            <a:extLst>
              <a:ext uri="{FF2B5EF4-FFF2-40B4-BE49-F238E27FC236}">
                <a16:creationId xmlns:a16="http://schemas.microsoft.com/office/drawing/2014/main" id="{86C71CF4-FC81-4194-AD8B-625F5B0EC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3674" y="5604379"/>
            <a:ext cx="602103" cy="602103"/>
          </a:xfrm>
          <a:prstGeom prst="rect">
            <a:avLst/>
          </a:prstGeom>
        </p:spPr>
      </p:pic>
      <p:pic>
        <p:nvPicPr>
          <p:cNvPr id="115" name="Graphique 114" descr="Personne confuse avec un remplissage uni">
            <a:extLst>
              <a:ext uri="{FF2B5EF4-FFF2-40B4-BE49-F238E27FC236}">
                <a16:creationId xmlns:a16="http://schemas.microsoft.com/office/drawing/2014/main" id="{25875197-92A5-445C-888D-2657BD860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8885" y="5175057"/>
            <a:ext cx="602103" cy="602103"/>
          </a:xfrm>
          <a:prstGeom prst="rect">
            <a:avLst/>
          </a:prstGeom>
        </p:spPr>
      </p:pic>
      <p:pic>
        <p:nvPicPr>
          <p:cNvPr id="116" name="Graphique 115" descr="Personne confuse avec un remplissage uni">
            <a:extLst>
              <a:ext uri="{FF2B5EF4-FFF2-40B4-BE49-F238E27FC236}">
                <a16:creationId xmlns:a16="http://schemas.microsoft.com/office/drawing/2014/main" id="{A1B1741E-96B4-443A-B45D-BF5B9E6D9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884" y="4769718"/>
            <a:ext cx="602103" cy="602103"/>
          </a:xfrm>
          <a:prstGeom prst="rect">
            <a:avLst/>
          </a:prstGeom>
        </p:spPr>
      </p:pic>
      <p:pic>
        <p:nvPicPr>
          <p:cNvPr id="117" name="Graphique 116" descr="Personne confuse avec un remplissage uni">
            <a:extLst>
              <a:ext uri="{FF2B5EF4-FFF2-40B4-BE49-F238E27FC236}">
                <a16:creationId xmlns:a16="http://schemas.microsoft.com/office/drawing/2014/main" id="{3C8FE09B-FB0E-44B6-9DDE-702D1A269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132" y="4817089"/>
            <a:ext cx="602103" cy="602103"/>
          </a:xfrm>
          <a:prstGeom prst="rect">
            <a:avLst/>
          </a:prstGeom>
        </p:spPr>
      </p:pic>
      <p:pic>
        <p:nvPicPr>
          <p:cNvPr id="118" name="Graphique 117" descr="Personne confuse avec un remplissage uni">
            <a:extLst>
              <a:ext uri="{FF2B5EF4-FFF2-40B4-BE49-F238E27FC236}">
                <a16:creationId xmlns:a16="http://schemas.microsoft.com/office/drawing/2014/main" id="{01E6F911-3DE4-4F86-9DCF-A49115CEA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6421" y="4962493"/>
            <a:ext cx="602103" cy="602103"/>
          </a:xfrm>
          <a:prstGeom prst="rect">
            <a:avLst/>
          </a:prstGeom>
        </p:spPr>
      </p:pic>
      <p:pic>
        <p:nvPicPr>
          <p:cNvPr id="119" name="Graphique 118" descr="Personne confuse avec un remplissage uni">
            <a:extLst>
              <a:ext uri="{FF2B5EF4-FFF2-40B4-BE49-F238E27FC236}">
                <a16:creationId xmlns:a16="http://schemas.microsoft.com/office/drawing/2014/main" id="{FF68082C-8481-40A6-BCE9-4BCD2FD4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366" y="4704968"/>
            <a:ext cx="602103" cy="602103"/>
          </a:xfrm>
          <a:prstGeom prst="rect">
            <a:avLst/>
          </a:prstGeom>
        </p:spPr>
      </p:pic>
      <p:pic>
        <p:nvPicPr>
          <p:cNvPr id="120" name="Graphique 119" descr="Personne confuse avec un remplissage uni">
            <a:extLst>
              <a:ext uri="{FF2B5EF4-FFF2-40B4-BE49-F238E27FC236}">
                <a16:creationId xmlns:a16="http://schemas.microsoft.com/office/drawing/2014/main" id="{CBA003E9-9593-4CB6-A875-AEE963C22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904" y="4659359"/>
            <a:ext cx="602103" cy="602103"/>
          </a:xfrm>
          <a:prstGeom prst="rect">
            <a:avLst/>
          </a:prstGeom>
        </p:spPr>
      </p:pic>
      <p:pic>
        <p:nvPicPr>
          <p:cNvPr id="121" name="Graphique 120" descr="Personne confuse avec un remplissage uni">
            <a:extLst>
              <a:ext uri="{FF2B5EF4-FFF2-40B4-BE49-F238E27FC236}">
                <a16:creationId xmlns:a16="http://schemas.microsoft.com/office/drawing/2014/main" id="{D7BD83AE-986E-48F8-BC41-963E73B8D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605" y="6109081"/>
            <a:ext cx="602103" cy="602103"/>
          </a:xfrm>
          <a:prstGeom prst="rect">
            <a:avLst/>
          </a:prstGeom>
        </p:spPr>
      </p:pic>
      <p:pic>
        <p:nvPicPr>
          <p:cNvPr id="122" name="Graphique 121" descr="Personne confuse avec un remplissage uni">
            <a:extLst>
              <a:ext uri="{FF2B5EF4-FFF2-40B4-BE49-F238E27FC236}">
                <a16:creationId xmlns:a16="http://schemas.microsoft.com/office/drawing/2014/main" id="{04156764-CCE0-4F78-A8F3-4C44500B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2460" y="6090561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83CE36A5-B055-43C0-8140-78993B05A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8197" y="4685819"/>
            <a:ext cx="602103" cy="602103"/>
          </a:xfrm>
          <a:prstGeom prst="rect">
            <a:avLst/>
          </a:prstGeom>
        </p:spPr>
      </p:pic>
      <p:pic>
        <p:nvPicPr>
          <p:cNvPr id="124" name="Graphique 123" descr="Héros avec un remplissage uni">
            <a:extLst>
              <a:ext uri="{FF2B5EF4-FFF2-40B4-BE49-F238E27FC236}">
                <a16:creationId xmlns:a16="http://schemas.microsoft.com/office/drawing/2014/main" id="{854C5CFC-0E52-4E1E-8E04-5D03922AF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7278" y="4713466"/>
            <a:ext cx="602103" cy="602103"/>
          </a:xfrm>
          <a:prstGeom prst="rect">
            <a:avLst/>
          </a:prstGeom>
        </p:spPr>
      </p:pic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6103930E-68DC-4889-BCDA-9C99D90B8CE7}"/>
              </a:ext>
            </a:extLst>
          </p:cNvPr>
          <p:cNvCxnSpPr>
            <a:cxnSpLocks/>
          </p:cNvCxnSpPr>
          <p:nvPr/>
        </p:nvCxnSpPr>
        <p:spPr>
          <a:xfrm>
            <a:off x="5014986" y="4970653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8E7AFD8-CCFE-49DE-97DE-34F033807319}"/>
              </a:ext>
            </a:extLst>
          </p:cNvPr>
          <p:cNvCxnSpPr>
            <a:cxnSpLocks/>
          </p:cNvCxnSpPr>
          <p:nvPr/>
        </p:nvCxnSpPr>
        <p:spPr>
          <a:xfrm flipH="1">
            <a:off x="4957830" y="6362170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95A2AEE-C397-4896-9E44-CD6F6D8F8D9A}"/>
              </a:ext>
            </a:extLst>
          </p:cNvPr>
          <p:cNvCxnSpPr>
            <a:cxnSpLocks/>
          </p:cNvCxnSpPr>
          <p:nvPr/>
        </p:nvCxnSpPr>
        <p:spPr>
          <a:xfrm>
            <a:off x="7722238" y="5371299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92A218D-B4BE-48FB-A829-CB38D8B114B8}"/>
              </a:ext>
            </a:extLst>
          </p:cNvPr>
          <p:cNvCxnSpPr>
            <a:cxnSpLocks/>
          </p:cNvCxnSpPr>
          <p:nvPr/>
        </p:nvCxnSpPr>
        <p:spPr>
          <a:xfrm flipV="1">
            <a:off x="4485656" y="5370129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phique 137" descr="Héros avec un remplissage uni">
            <a:extLst>
              <a:ext uri="{FF2B5EF4-FFF2-40B4-BE49-F238E27FC236}">
                <a16:creationId xmlns:a16="http://schemas.microsoft.com/office/drawing/2014/main" id="{545A9A6A-0AC6-40AA-A0D5-72B19D198E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175" y="4746862"/>
            <a:ext cx="602103" cy="602103"/>
          </a:xfrm>
          <a:prstGeom prst="rect">
            <a:avLst/>
          </a:prstGeom>
        </p:spPr>
      </p:pic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FD593A84-C9D3-45EF-9950-3A5B41E11CD2}"/>
              </a:ext>
            </a:extLst>
          </p:cNvPr>
          <p:cNvCxnSpPr>
            <a:cxnSpLocks/>
          </p:cNvCxnSpPr>
          <p:nvPr/>
        </p:nvCxnSpPr>
        <p:spPr>
          <a:xfrm>
            <a:off x="8918883" y="5004049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F7942B9C-9C53-440E-9139-23963806C5C3}"/>
              </a:ext>
            </a:extLst>
          </p:cNvPr>
          <p:cNvCxnSpPr>
            <a:cxnSpLocks/>
          </p:cNvCxnSpPr>
          <p:nvPr/>
        </p:nvCxnSpPr>
        <p:spPr>
          <a:xfrm flipH="1">
            <a:off x="8861727" y="6395566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020D902C-B216-4B86-B615-45DB48BF5B38}"/>
              </a:ext>
            </a:extLst>
          </p:cNvPr>
          <p:cNvCxnSpPr>
            <a:cxnSpLocks/>
          </p:cNvCxnSpPr>
          <p:nvPr/>
        </p:nvCxnSpPr>
        <p:spPr>
          <a:xfrm>
            <a:off x="11626135" y="5404695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1904C928-7B94-4B4E-B365-18FC37AAA2E2}"/>
              </a:ext>
            </a:extLst>
          </p:cNvPr>
          <p:cNvCxnSpPr>
            <a:cxnSpLocks/>
          </p:cNvCxnSpPr>
          <p:nvPr/>
        </p:nvCxnSpPr>
        <p:spPr>
          <a:xfrm flipV="1">
            <a:off x="8389553" y="5403525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5109B1B3-404D-4F63-AD16-AA08015A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9624" y="4751386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C085F53B-84EA-4E5E-8AAF-4C84EABD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0675" y="4840502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085E63C0-E2C7-48C3-A37C-6574FA404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047" y="5919442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ECBBAA71-BA31-4319-85B2-80633247D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098" y="6008558"/>
            <a:ext cx="602103" cy="602103"/>
          </a:xfrm>
          <a:prstGeom prst="rect">
            <a:avLst/>
          </a:prstGeom>
        </p:spPr>
      </p:pic>
      <p:pic>
        <p:nvPicPr>
          <p:cNvPr id="147" name="Graphique 146" descr="Personne confuse avec un remplissage uni">
            <a:extLst>
              <a:ext uri="{FF2B5EF4-FFF2-40B4-BE49-F238E27FC236}">
                <a16:creationId xmlns:a16="http://schemas.microsoft.com/office/drawing/2014/main" id="{D3C8945E-D9B2-4460-AB35-4C3FA6B0D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5904304"/>
            <a:ext cx="602103" cy="602103"/>
          </a:xfrm>
          <a:prstGeom prst="rect">
            <a:avLst/>
          </a:prstGeom>
        </p:spPr>
      </p:pic>
      <p:pic>
        <p:nvPicPr>
          <p:cNvPr id="148" name="Graphique 147" descr="Personne confuse avec un remplissage uni">
            <a:extLst>
              <a:ext uri="{FF2B5EF4-FFF2-40B4-BE49-F238E27FC236}">
                <a16:creationId xmlns:a16="http://schemas.microsoft.com/office/drawing/2014/main" id="{801AAEE0-9FCA-4D15-BD6D-1AF506A9B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5993420"/>
            <a:ext cx="602103" cy="602103"/>
          </a:xfrm>
          <a:prstGeom prst="rect">
            <a:avLst/>
          </a:prstGeom>
        </p:spPr>
      </p:pic>
      <p:pic>
        <p:nvPicPr>
          <p:cNvPr id="149" name="Graphique 148" descr="Personne confuse avec un remplissage uni">
            <a:extLst>
              <a:ext uri="{FF2B5EF4-FFF2-40B4-BE49-F238E27FC236}">
                <a16:creationId xmlns:a16="http://schemas.microsoft.com/office/drawing/2014/main" id="{27EB793D-CBAC-42D6-A131-8AB95A50C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4736671"/>
            <a:ext cx="602103" cy="602103"/>
          </a:xfrm>
          <a:prstGeom prst="rect">
            <a:avLst/>
          </a:prstGeom>
        </p:spPr>
      </p:pic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B398AD15-77E4-48F3-9025-98BE7FF9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4825787"/>
            <a:ext cx="602103" cy="60210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FF812633-C22B-4EE6-8BFC-D3D52C909071}"/>
              </a:ext>
            </a:extLst>
          </p:cNvPr>
          <p:cNvGrpSpPr/>
          <p:nvPr/>
        </p:nvGrpSpPr>
        <p:grpSpPr>
          <a:xfrm>
            <a:off x="300929" y="626311"/>
            <a:ext cx="3334766" cy="1307376"/>
            <a:chOff x="300929" y="626311"/>
            <a:chExt cx="3334766" cy="1307376"/>
          </a:xfrm>
        </p:grpSpPr>
        <p:pic>
          <p:nvPicPr>
            <p:cNvPr id="37" name="Graphique 36" descr="Héros avec un remplissage uni">
              <a:extLst>
                <a:ext uri="{FF2B5EF4-FFF2-40B4-BE49-F238E27FC236}">
                  <a16:creationId xmlns:a16="http://schemas.microsoft.com/office/drawing/2014/main" id="{E7071BE7-DAB6-4BFB-8905-BE11EBBE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28319" y="626311"/>
              <a:ext cx="1307376" cy="1307376"/>
            </a:xfrm>
            <a:prstGeom prst="rect">
              <a:avLst/>
            </a:prstGeom>
          </p:spPr>
        </p:pic>
        <p:pic>
          <p:nvPicPr>
            <p:cNvPr id="39" name="Graphique 38" descr="Personne confuse avec un remplissage uni">
              <a:extLst>
                <a:ext uri="{FF2B5EF4-FFF2-40B4-BE49-F238E27FC236}">
                  <a16:creationId xmlns:a16="http://schemas.microsoft.com/office/drawing/2014/main" id="{1F673271-C51D-41D7-AC18-A67F49972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0929" y="660773"/>
              <a:ext cx="1238451" cy="1238451"/>
            </a:xfrm>
            <a:prstGeom prst="rect">
              <a:avLst/>
            </a:prstGeom>
          </p:spPr>
        </p:pic>
        <p:pic>
          <p:nvPicPr>
            <p:cNvPr id="151" name="Graphique 150" descr="Aide avec un remplissage uni">
              <a:extLst>
                <a:ext uri="{FF2B5EF4-FFF2-40B4-BE49-F238E27FC236}">
                  <a16:creationId xmlns:a16="http://schemas.microsoft.com/office/drawing/2014/main" id="{B1A302F2-1B47-403F-8051-FC9C6FE3E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0032" y="6805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027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que 12" descr="Personne confuse avec un remplissage uni">
            <a:extLst>
              <a:ext uri="{FF2B5EF4-FFF2-40B4-BE49-F238E27FC236}">
                <a16:creationId xmlns:a16="http://schemas.microsoft.com/office/drawing/2014/main" id="{68BB4993-5935-4257-BF8C-34076BC7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03" y="263779"/>
            <a:ext cx="602103" cy="602103"/>
          </a:xfrm>
          <a:prstGeom prst="rect">
            <a:avLst/>
          </a:prstGeom>
        </p:spPr>
      </p:pic>
      <p:pic>
        <p:nvPicPr>
          <p:cNvPr id="14" name="Graphique 13" descr="Personne confuse avec un remplissage uni">
            <a:extLst>
              <a:ext uri="{FF2B5EF4-FFF2-40B4-BE49-F238E27FC236}">
                <a16:creationId xmlns:a16="http://schemas.microsoft.com/office/drawing/2014/main" id="{86A9D9F3-E749-4CD1-B2B8-81F472282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54" y="352895"/>
            <a:ext cx="602103" cy="602103"/>
          </a:xfrm>
          <a:prstGeom prst="rect">
            <a:avLst/>
          </a:prstGeom>
        </p:spPr>
      </p:pic>
      <p:pic>
        <p:nvPicPr>
          <p:cNvPr id="15" name="Graphique 14" descr="Personne confuse avec un remplissage uni">
            <a:extLst>
              <a:ext uri="{FF2B5EF4-FFF2-40B4-BE49-F238E27FC236}">
                <a16:creationId xmlns:a16="http://schemas.microsoft.com/office/drawing/2014/main" id="{007037F2-23E8-4FDD-A7D0-60849818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08" y="652404"/>
            <a:ext cx="602103" cy="602103"/>
          </a:xfrm>
          <a:prstGeom prst="rect">
            <a:avLst/>
          </a:prstGeom>
        </p:spPr>
      </p:pic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12B045F2-51CE-4B87-B5B9-E6F49EB10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7188" y="262236"/>
            <a:ext cx="602103" cy="602103"/>
          </a:xfrm>
          <a:prstGeom prst="rect">
            <a:avLst/>
          </a:prstGeom>
        </p:spPr>
      </p:pic>
      <p:pic>
        <p:nvPicPr>
          <p:cNvPr id="17" name="Graphique 16" descr="Personne confuse avec un remplissage uni">
            <a:extLst>
              <a:ext uri="{FF2B5EF4-FFF2-40B4-BE49-F238E27FC236}">
                <a16:creationId xmlns:a16="http://schemas.microsoft.com/office/drawing/2014/main" id="{BC6A1267-3CC6-48CF-8C8A-1710DE19F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8239" y="351352"/>
            <a:ext cx="602103" cy="602103"/>
          </a:xfrm>
          <a:prstGeom prst="rect">
            <a:avLst/>
          </a:prstGeom>
        </p:spPr>
      </p:pic>
      <p:pic>
        <p:nvPicPr>
          <p:cNvPr id="18" name="Graphique 17" descr="Personne confuse avec un remplissage uni">
            <a:extLst>
              <a:ext uri="{FF2B5EF4-FFF2-40B4-BE49-F238E27FC236}">
                <a16:creationId xmlns:a16="http://schemas.microsoft.com/office/drawing/2014/main" id="{B82D5437-53DE-4D01-912D-65F95245A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650861"/>
            <a:ext cx="602103" cy="602103"/>
          </a:xfrm>
          <a:prstGeom prst="rect">
            <a:avLst/>
          </a:prstGeom>
        </p:spPr>
      </p:pic>
      <p:pic>
        <p:nvPicPr>
          <p:cNvPr id="19" name="Graphique 18" descr="Personne confuse avec un remplissage uni">
            <a:extLst>
              <a:ext uri="{FF2B5EF4-FFF2-40B4-BE49-F238E27FC236}">
                <a16:creationId xmlns:a16="http://schemas.microsoft.com/office/drawing/2014/main" id="{1A99581D-D8C6-489B-B9B9-FA4C621ED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524" y="413533"/>
            <a:ext cx="602103" cy="602103"/>
          </a:xfrm>
          <a:prstGeom prst="rect">
            <a:avLst/>
          </a:prstGeom>
        </p:spPr>
      </p:pic>
      <p:pic>
        <p:nvPicPr>
          <p:cNvPr id="20" name="Graphique 19" descr="Personne confuse avec un remplissage uni">
            <a:extLst>
              <a:ext uri="{FF2B5EF4-FFF2-40B4-BE49-F238E27FC236}">
                <a16:creationId xmlns:a16="http://schemas.microsoft.com/office/drawing/2014/main" id="{A477078B-C856-4B03-A781-1CBFCE511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7575" y="502649"/>
            <a:ext cx="602103" cy="602103"/>
          </a:xfrm>
          <a:prstGeom prst="rect">
            <a:avLst/>
          </a:prstGeom>
        </p:spPr>
      </p:pic>
      <p:pic>
        <p:nvPicPr>
          <p:cNvPr id="21" name="Graphique 20" descr="Personne confuse avec un remplissage uni">
            <a:extLst>
              <a:ext uri="{FF2B5EF4-FFF2-40B4-BE49-F238E27FC236}">
                <a16:creationId xmlns:a16="http://schemas.microsoft.com/office/drawing/2014/main" id="{1C612C5E-A1C1-4E6E-B6E3-7D849212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4234" y="766007"/>
            <a:ext cx="602103" cy="602103"/>
          </a:xfrm>
          <a:prstGeom prst="rect">
            <a:avLst/>
          </a:prstGeom>
        </p:spPr>
      </p:pic>
      <p:pic>
        <p:nvPicPr>
          <p:cNvPr id="22" name="Graphique 21" descr="Personne confuse avec un remplissage uni">
            <a:extLst>
              <a:ext uri="{FF2B5EF4-FFF2-40B4-BE49-F238E27FC236}">
                <a16:creationId xmlns:a16="http://schemas.microsoft.com/office/drawing/2014/main" id="{68032030-F865-45BE-BCE7-1F9514B2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49" y="1510190"/>
            <a:ext cx="602103" cy="602103"/>
          </a:xfrm>
          <a:prstGeom prst="rect">
            <a:avLst/>
          </a:prstGeom>
        </p:spPr>
      </p:pic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D86D4082-A366-4967-BAAC-7CFFE48D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0" y="1599306"/>
            <a:ext cx="602103" cy="60210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6B220252-0A9B-49D9-83A7-358871812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62" y="1276969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58F41541-430B-44D4-A8DE-018A60C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056" y="1614654"/>
            <a:ext cx="602103" cy="602103"/>
          </a:xfrm>
          <a:prstGeom prst="rect">
            <a:avLst/>
          </a:prstGeom>
        </p:spPr>
      </p:pic>
      <p:pic>
        <p:nvPicPr>
          <p:cNvPr id="27" name="Graphique 26" descr="Personne confuse avec un remplissage uni">
            <a:extLst>
              <a:ext uri="{FF2B5EF4-FFF2-40B4-BE49-F238E27FC236}">
                <a16:creationId xmlns:a16="http://schemas.microsoft.com/office/drawing/2014/main" id="{CCB20F1D-6552-4BAD-9224-74767A06D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761" y="1510190"/>
            <a:ext cx="602103" cy="602103"/>
          </a:xfrm>
          <a:prstGeom prst="rect">
            <a:avLst/>
          </a:prstGeom>
        </p:spPr>
      </p:pic>
      <p:pic>
        <p:nvPicPr>
          <p:cNvPr id="30" name="Graphique 29" descr="Personne confuse avec un remplissage uni">
            <a:extLst>
              <a:ext uri="{FF2B5EF4-FFF2-40B4-BE49-F238E27FC236}">
                <a16:creationId xmlns:a16="http://schemas.microsoft.com/office/drawing/2014/main" id="{D484466A-12CD-4FBC-A650-D543D57A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9089" y="207929"/>
            <a:ext cx="602103" cy="602103"/>
          </a:xfrm>
          <a:prstGeom prst="rect">
            <a:avLst/>
          </a:prstGeom>
        </p:spPr>
      </p:pic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949B07B2-DC1F-441D-BA15-6EB1C1308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443" y="507438"/>
            <a:ext cx="602103" cy="60210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F5E13F79-5C30-419F-8622-511692FB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9351" y="1454373"/>
            <a:ext cx="602103" cy="602103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376E1DE2-3C4B-4EB6-B2D5-C1A243FA1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750" y="1242620"/>
            <a:ext cx="602103" cy="602103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195521C-9890-4F85-B7E1-405FD8BEAD87}"/>
              </a:ext>
            </a:extLst>
          </p:cNvPr>
          <p:cNvCxnSpPr/>
          <p:nvPr/>
        </p:nvCxnSpPr>
        <p:spPr>
          <a:xfrm>
            <a:off x="936729" y="795563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877FF90-E2C6-4695-96A0-29E61AF62B85}"/>
              </a:ext>
            </a:extLst>
          </p:cNvPr>
          <p:cNvCxnSpPr>
            <a:cxnSpLocks/>
          </p:cNvCxnSpPr>
          <p:nvPr/>
        </p:nvCxnSpPr>
        <p:spPr>
          <a:xfrm>
            <a:off x="902745" y="1087216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8DD37C5-133B-4827-870A-B48B4810E01F}"/>
              </a:ext>
            </a:extLst>
          </p:cNvPr>
          <p:cNvCxnSpPr>
            <a:cxnSpLocks/>
          </p:cNvCxnSpPr>
          <p:nvPr/>
        </p:nvCxnSpPr>
        <p:spPr>
          <a:xfrm>
            <a:off x="1938599" y="1013002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6B9549A-3FC0-49B8-BE8D-5718D4994EA1}"/>
              </a:ext>
            </a:extLst>
          </p:cNvPr>
          <p:cNvCxnSpPr>
            <a:cxnSpLocks/>
          </p:cNvCxnSpPr>
          <p:nvPr/>
        </p:nvCxnSpPr>
        <p:spPr>
          <a:xfrm flipV="1">
            <a:off x="1854485" y="1637678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CE07B9-D689-451B-87DE-C6E03D95B079}"/>
              </a:ext>
            </a:extLst>
          </p:cNvPr>
          <p:cNvCxnSpPr>
            <a:cxnSpLocks/>
          </p:cNvCxnSpPr>
          <p:nvPr/>
        </p:nvCxnSpPr>
        <p:spPr>
          <a:xfrm>
            <a:off x="2474749" y="1652182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E3650A7-FF8E-4937-B6E3-216018C00D0F}"/>
              </a:ext>
            </a:extLst>
          </p:cNvPr>
          <p:cNvCxnSpPr>
            <a:cxnSpLocks/>
          </p:cNvCxnSpPr>
          <p:nvPr/>
        </p:nvCxnSpPr>
        <p:spPr>
          <a:xfrm flipH="1">
            <a:off x="3329103" y="1282984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342A2A7-4B1F-4576-B76A-0D7CE0936863}"/>
              </a:ext>
            </a:extLst>
          </p:cNvPr>
          <p:cNvCxnSpPr>
            <a:cxnSpLocks/>
          </p:cNvCxnSpPr>
          <p:nvPr/>
        </p:nvCxnSpPr>
        <p:spPr>
          <a:xfrm flipH="1">
            <a:off x="2413941" y="1033318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19D45520-52CC-4E98-9EA5-38538E2D20F4}"/>
              </a:ext>
            </a:extLst>
          </p:cNvPr>
          <p:cNvCxnSpPr>
            <a:cxnSpLocks/>
          </p:cNvCxnSpPr>
          <p:nvPr/>
        </p:nvCxnSpPr>
        <p:spPr>
          <a:xfrm>
            <a:off x="2016551" y="91558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96D45DB-8B53-47ED-A0F1-E8E941094EA3}"/>
              </a:ext>
            </a:extLst>
          </p:cNvPr>
          <p:cNvCxnSpPr>
            <a:cxnSpLocks/>
          </p:cNvCxnSpPr>
          <p:nvPr/>
        </p:nvCxnSpPr>
        <p:spPr>
          <a:xfrm>
            <a:off x="820393" y="122704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7ED113E-33D1-4AFF-BA49-D8B42CFDFCB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1650403" y="1118704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BB123BDC-00B9-41C8-BECB-83DDDD1B58DB}"/>
              </a:ext>
            </a:extLst>
          </p:cNvPr>
          <p:cNvCxnSpPr>
            <a:cxnSpLocks/>
          </p:cNvCxnSpPr>
          <p:nvPr/>
        </p:nvCxnSpPr>
        <p:spPr>
          <a:xfrm flipH="1">
            <a:off x="1851257" y="1994212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que 57" descr="Personne confuse avec un remplissage uni">
            <a:extLst>
              <a:ext uri="{FF2B5EF4-FFF2-40B4-BE49-F238E27FC236}">
                <a16:creationId xmlns:a16="http://schemas.microsoft.com/office/drawing/2014/main" id="{05AABC66-B641-4FFA-AB0F-40C5DD0C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6100" y="224366"/>
            <a:ext cx="602103" cy="602103"/>
          </a:xfrm>
          <a:prstGeom prst="rect">
            <a:avLst/>
          </a:prstGeom>
        </p:spPr>
      </p:pic>
      <p:pic>
        <p:nvPicPr>
          <p:cNvPr id="59" name="Graphique 58" descr="Personne confuse avec un remplissage uni">
            <a:extLst>
              <a:ext uri="{FF2B5EF4-FFF2-40B4-BE49-F238E27FC236}">
                <a16:creationId xmlns:a16="http://schemas.microsoft.com/office/drawing/2014/main" id="{15F084E6-8493-40BD-A5D3-A12C34A3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7151" y="313482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D750B251-7156-4456-B4CD-C7170DE07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505" y="612991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F105AC43-5D57-46BF-85B5-B560B31D4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385" y="22282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30980A18-52A3-481B-80F8-F7F571258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1436" y="311939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89D27FD9-DFCA-4082-99A3-59FAB23AF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790" y="611448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003C10D9-86E9-4FF2-A499-1F7D167C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9721" y="374120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BF21BDA-05FF-4FD6-9033-B548EA480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0772" y="463236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357B4560-F125-4BDD-A547-531673E19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7431" y="726594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DAB75A2D-4343-4EC3-8890-49CDD3FA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446" y="1470777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43B43CC2-14FC-401D-94DF-01152E95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1497" y="155989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6EFFF2FE-F3C2-444C-85DD-B1D33939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759" y="1237556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9D7CCB76-0425-4EA4-9720-B55B2E16C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8253" y="1575241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CF9EE5CC-0D7D-4E4C-A328-665A4F195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958" y="147077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7BFE8EAC-6FC5-4C45-9C46-44BF4C705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2286" y="168516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8F6530-252C-4721-8D06-49A41178F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640" y="468025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E331558-CA0A-4F33-9A1F-473682C0D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548" y="1414960"/>
            <a:ext cx="602103" cy="602103"/>
          </a:xfrm>
          <a:prstGeom prst="rect">
            <a:avLst/>
          </a:prstGeom>
        </p:spPr>
      </p:pic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7924573-A41F-45F9-8D97-17963E8C334B}"/>
              </a:ext>
            </a:extLst>
          </p:cNvPr>
          <p:cNvCxnSpPr/>
          <p:nvPr/>
        </p:nvCxnSpPr>
        <p:spPr>
          <a:xfrm>
            <a:off x="4929926" y="756150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DF8E58E9-5F1F-46A9-AD1E-B2300D7BE79F}"/>
              </a:ext>
            </a:extLst>
          </p:cNvPr>
          <p:cNvCxnSpPr>
            <a:cxnSpLocks/>
          </p:cNvCxnSpPr>
          <p:nvPr/>
        </p:nvCxnSpPr>
        <p:spPr>
          <a:xfrm>
            <a:off x="4895942" y="1047803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A583DAE-7130-436B-9EED-4F68D50B4CCF}"/>
              </a:ext>
            </a:extLst>
          </p:cNvPr>
          <p:cNvCxnSpPr>
            <a:cxnSpLocks/>
          </p:cNvCxnSpPr>
          <p:nvPr/>
        </p:nvCxnSpPr>
        <p:spPr>
          <a:xfrm>
            <a:off x="5931796" y="973589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074EAEF-2C3C-4DFB-82AB-BC9FF487BC55}"/>
              </a:ext>
            </a:extLst>
          </p:cNvPr>
          <p:cNvCxnSpPr>
            <a:cxnSpLocks/>
          </p:cNvCxnSpPr>
          <p:nvPr/>
        </p:nvCxnSpPr>
        <p:spPr>
          <a:xfrm flipV="1">
            <a:off x="5847682" y="1598265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70A608F6-B9A9-4727-8465-35918CBC6F14}"/>
              </a:ext>
            </a:extLst>
          </p:cNvPr>
          <p:cNvCxnSpPr>
            <a:cxnSpLocks/>
          </p:cNvCxnSpPr>
          <p:nvPr/>
        </p:nvCxnSpPr>
        <p:spPr>
          <a:xfrm>
            <a:off x="6467946" y="1612769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07BB946-B32F-4611-9AF2-504E4C9A26D8}"/>
              </a:ext>
            </a:extLst>
          </p:cNvPr>
          <p:cNvCxnSpPr>
            <a:cxnSpLocks/>
          </p:cNvCxnSpPr>
          <p:nvPr/>
        </p:nvCxnSpPr>
        <p:spPr>
          <a:xfrm flipH="1">
            <a:off x="7322300" y="1243571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BEC7246-559C-489C-9615-E39DDF354211}"/>
              </a:ext>
            </a:extLst>
          </p:cNvPr>
          <p:cNvCxnSpPr>
            <a:cxnSpLocks/>
          </p:cNvCxnSpPr>
          <p:nvPr/>
        </p:nvCxnSpPr>
        <p:spPr>
          <a:xfrm flipH="1">
            <a:off x="6407138" y="993905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CD80C536-E674-4241-903C-B699F6418DEF}"/>
              </a:ext>
            </a:extLst>
          </p:cNvPr>
          <p:cNvCxnSpPr>
            <a:cxnSpLocks/>
          </p:cNvCxnSpPr>
          <p:nvPr/>
        </p:nvCxnSpPr>
        <p:spPr>
          <a:xfrm>
            <a:off x="6009748" y="87617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73BA3DED-CB84-4FE7-A67F-5012E093CCB8}"/>
              </a:ext>
            </a:extLst>
          </p:cNvPr>
          <p:cNvCxnSpPr>
            <a:cxnSpLocks/>
          </p:cNvCxnSpPr>
          <p:nvPr/>
        </p:nvCxnSpPr>
        <p:spPr>
          <a:xfrm>
            <a:off x="4813590" y="118763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431E14FF-A38C-4C14-AB5D-AEBB3ADDE434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5643600" y="1079291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D720F4B-F555-41A8-BFE4-5AD484E7F751}"/>
              </a:ext>
            </a:extLst>
          </p:cNvPr>
          <p:cNvCxnSpPr>
            <a:cxnSpLocks/>
          </p:cNvCxnSpPr>
          <p:nvPr/>
        </p:nvCxnSpPr>
        <p:spPr>
          <a:xfrm flipH="1">
            <a:off x="5844454" y="1954799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que 86" descr="Héros avec un remplissage uni">
            <a:extLst>
              <a:ext uri="{FF2B5EF4-FFF2-40B4-BE49-F238E27FC236}">
                <a16:creationId xmlns:a16="http://schemas.microsoft.com/office/drawing/2014/main" id="{C738CD33-10DB-43A8-8F0E-CEF6EDB0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4937" y="1208098"/>
            <a:ext cx="602103" cy="602103"/>
          </a:xfrm>
          <a:prstGeom prst="rect">
            <a:avLst/>
          </a:prstGeom>
        </p:spPr>
      </p:pic>
      <p:pic>
        <p:nvPicPr>
          <p:cNvPr id="89" name="Graphique 88" descr="Personne confuse avec un remplissage uni">
            <a:extLst>
              <a:ext uri="{FF2B5EF4-FFF2-40B4-BE49-F238E27FC236}">
                <a16:creationId xmlns:a16="http://schemas.microsoft.com/office/drawing/2014/main" id="{DEC02933-4A8D-4EB8-BE3E-7D71685C2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469" y="333844"/>
            <a:ext cx="602103" cy="602103"/>
          </a:xfrm>
          <a:prstGeom prst="rect">
            <a:avLst/>
          </a:prstGeom>
        </p:spPr>
      </p:pic>
      <p:pic>
        <p:nvPicPr>
          <p:cNvPr id="90" name="Graphique 89" descr="Personne confuse avec un remplissage uni">
            <a:extLst>
              <a:ext uri="{FF2B5EF4-FFF2-40B4-BE49-F238E27FC236}">
                <a16:creationId xmlns:a16="http://schemas.microsoft.com/office/drawing/2014/main" id="{E2D19A9A-D035-4FA3-992F-DFB02A82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0823" y="633353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BCC46919-5BB2-4E21-8827-59C40AB6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6703" y="24318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5F5A88FD-75C2-46A8-810C-39A1D174F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5108" y="631810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65672F59-C09D-49F5-8597-F21F3A0B2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6039" y="394482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9B38EB74-C3BF-41A7-944C-047803C6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7090" y="483598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17675FCA-6B56-4FCB-92C7-10C5EF61B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749" y="746956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C1B8117B-A8B6-4B71-B027-FC167E6FD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764" y="1491139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C318A5E9-5A45-4B0F-9CC8-D652B6170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815" y="1580255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522E75D0-371A-4034-A74D-07062926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4571" y="1595603"/>
            <a:ext cx="602103" cy="602103"/>
          </a:xfrm>
          <a:prstGeom prst="rect">
            <a:avLst/>
          </a:prstGeom>
        </p:spPr>
      </p:pic>
      <p:pic>
        <p:nvPicPr>
          <p:cNvPr id="103" name="Graphique 102" descr="Personne confuse avec un remplissage uni">
            <a:extLst>
              <a:ext uri="{FF2B5EF4-FFF2-40B4-BE49-F238E27FC236}">
                <a16:creationId xmlns:a16="http://schemas.microsoft.com/office/drawing/2014/main" id="{A3DFBF9A-6257-43C8-BC17-E07F992D9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5958" y="488387"/>
            <a:ext cx="602103" cy="602103"/>
          </a:xfrm>
          <a:prstGeom prst="rect">
            <a:avLst/>
          </a:prstGeom>
        </p:spPr>
      </p:pic>
      <p:pic>
        <p:nvPicPr>
          <p:cNvPr id="104" name="Graphique 103" descr="Personne confuse avec un remplissage uni">
            <a:extLst>
              <a:ext uri="{FF2B5EF4-FFF2-40B4-BE49-F238E27FC236}">
                <a16:creationId xmlns:a16="http://schemas.microsoft.com/office/drawing/2014/main" id="{ECBEA4B8-04AE-48FC-B03A-1962A3130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8866" y="1435322"/>
            <a:ext cx="602103" cy="602103"/>
          </a:xfrm>
          <a:prstGeom prst="rect">
            <a:avLst/>
          </a:prstGeom>
        </p:spPr>
      </p:pic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0E5C705-B479-4D65-BCB4-A94F09038511}"/>
              </a:ext>
            </a:extLst>
          </p:cNvPr>
          <p:cNvCxnSpPr/>
          <p:nvPr/>
        </p:nvCxnSpPr>
        <p:spPr>
          <a:xfrm>
            <a:off x="8906244" y="776512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5BA3DFEF-4B69-4FB8-A57B-9F0AB78A26BD}"/>
              </a:ext>
            </a:extLst>
          </p:cNvPr>
          <p:cNvCxnSpPr>
            <a:cxnSpLocks/>
          </p:cNvCxnSpPr>
          <p:nvPr/>
        </p:nvCxnSpPr>
        <p:spPr>
          <a:xfrm>
            <a:off x="8872260" y="1068165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12EAA3AE-6473-4316-B251-9B0DA2AD4F84}"/>
              </a:ext>
            </a:extLst>
          </p:cNvPr>
          <p:cNvCxnSpPr>
            <a:cxnSpLocks/>
          </p:cNvCxnSpPr>
          <p:nvPr/>
        </p:nvCxnSpPr>
        <p:spPr>
          <a:xfrm>
            <a:off x="9908114" y="993951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D03AFC5C-A6F3-491F-AEC8-507E972901B5}"/>
              </a:ext>
            </a:extLst>
          </p:cNvPr>
          <p:cNvCxnSpPr>
            <a:cxnSpLocks/>
          </p:cNvCxnSpPr>
          <p:nvPr/>
        </p:nvCxnSpPr>
        <p:spPr>
          <a:xfrm flipV="1">
            <a:off x="9824000" y="1252964"/>
            <a:ext cx="665723" cy="6229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7B782863-9892-4524-A0D7-38F4448F2691}"/>
              </a:ext>
            </a:extLst>
          </p:cNvPr>
          <p:cNvCxnSpPr>
            <a:cxnSpLocks/>
          </p:cNvCxnSpPr>
          <p:nvPr/>
        </p:nvCxnSpPr>
        <p:spPr>
          <a:xfrm>
            <a:off x="10444264" y="1633131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961F6EBC-C93E-442E-8B72-3404D5B45141}"/>
              </a:ext>
            </a:extLst>
          </p:cNvPr>
          <p:cNvCxnSpPr>
            <a:cxnSpLocks/>
          </p:cNvCxnSpPr>
          <p:nvPr/>
        </p:nvCxnSpPr>
        <p:spPr>
          <a:xfrm flipH="1">
            <a:off x="11298618" y="1263933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54B05021-DBA5-4CF6-92A3-448DB441BBDF}"/>
              </a:ext>
            </a:extLst>
          </p:cNvPr>
          <p:cNvCxnSpPr>
            <a:cxnSpLocks/>
          </p:cNvCxnSpPr>
          <p:nvPr/>
        </p:nvCxnSpPr>
        <p:spPr>
          <a:xfrm flipH="1">
            <a:off x="10383456" y="1014267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3F6AA7D3-2115-43F8-BE45-A7DC56EB27A7}"/>
              </a:ext>
            </a:extLst>
          </p:cNvPr>
          <p:cNvCxnSpPr>
            <a:cxnSpLocks/>
          </p:cNvCxnSpPr>
          <p:nvPr/>
        </p:nvCxnSpPr>
        <p:spPr>
          <a:xfrm>
            <a:off x="9986066" y="89653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6174A03B-7DEA-467A-B23A-978C3D3C1353}"/>
              </a:ext>
            </a:extLst>
          </p:cNvPr>
          <p:cNvCxnSpPr>
            <a:cxnSpLocks/>
          </p:cNvCxnSpPr>
          <p:nvPr/>
        </p:nvCxnSpPr>
        <p:spPr>
          <a:xfrm>
            <a:off x="8789908" y="120799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81F7482-30BD-4E1D-B19D-D07B4899DF30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9619918" y="1099653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7C0D5388-C5D9-479C-8598-CA23660E38C6}"/>
              </a:ext>
            </a:extLst>
          </p:cNvPr>
          <p:cNvCxnSpPr>
            <a:cxnSpLocks/>
          </p:cNvCxnSpPr>
          <p:nvPr/>
        </p:nvCxnSpPr>
        <p:spPr>
          <a:xfrm flipH="1">
            <a:off x="9820772" y="1975161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que 116" descr="Héros avec un remplissage uni">
            <a:extLst>
              <a:ext uri="{FF2B5EF4-FFF2-40B4-BE49-F238E27FC236}">
                <a16:creationId xmlns:a16="http://schemas.microsoft.com/office/drawing/2014/main" id="{91B0DA54-3AF0-4F1E-A65B-5BC99A257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7046" y="1474727"/>
            <a:ext cx="602103" cy="602103"/>
          </a:xfrm>
          <a:prstGeom prst="rect">
            <a:avLst/>
          </a:prstGeom>
        </p:spPr>
      </p:pic>
      <p:pic>
        <p:nvPicPr>
          <p:cNvPr id="118" name="Graphique 117" descr="Héros avec un remplissage uni">
            <a:extLst>
              <a:ext uri="{FF2B5EF4-FFF2-40B4-BE49-F238E27FC236}">
                <a16:creationId xmlns:a16="http://schemas.microsoft.com/office/drawing/2014/main" id="{BD11DB14-1469-4F1B-8B0C-2FFC41606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4227" y="124732"/>
            <a:ext cx="602103" cy="602103"/>
          </a:xfrm>
          <a:prstGeom prst="rect">
            <a:avLst/>
          </a:prstGeom>
        </p:spPr>
      </p:pic>
      <p:pic>
        <p:nvPicPr>
          <p:cNvPr id="119" name="Graphique 118" descr="Héros avec un remplissage uni">
            <a:extLst>
              <a:ext uri="{FF2B5EF4-FFF2-40B4-BE49-F238E27FC236}">
                <a16:creationId xmlns:a16="http://schemas.microsoft.com/office/drawing/2014/main" id="{48BD08AD-E314-45C4-9624-3EC226258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2995" y="256653"/>
            <a:ext cx="602103" cy="602103"/>
          </a:xfrm>
          <a:prstGeom prst="rect">
            <a:avLst/>
          </a:prstGeom>
        </p:spPr>
      </p:pic>
      <p:pic>
        <p:nvPicPr>
          <p:cNvPr id="120" name="Graphique 119" descr="Héros avec un remplissage uni">
            <a:extLst>
              <a:ext uri="{FF2B5EF4-FFF2-40B4-BE49-F238E27FC236}">
                <a16:creationId xmlns:a16="http://schemas.microsoft.com/office/drawing/2014/main" id="{791ACCED-7190-4C1A-ABD0-7DB97784D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512" y="1600636"/>
            <a:ext cx="602103" cy="602103"/>
          </a:xfrm>
          <a:prstGeom prst="rect">
            <a:avLst/>
          </a:prstGeom>
        </p:spPr>
      </p:pic>
      <p:pic>
        <p:nvPicPr>
          <p:cNvPr id="121" name="Graphique 120" descr="Héros avec un remplissage uni">
            <a:extLst>
              <a:ext uri="{FF2B5EF4-FFF2-40B4-BE49-F238E27FC236}">
                <a16:creationId xmlns:a16="http://schemas.microsoft.com/office/drawing/2014/main" id="{D5A87510-79D5-43A4-A0AF-F3E6221FC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2608" y="208546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26018603-AC23-4B31-B6EC-A4B4EC4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072" y="2866685"/>
            <a:ext cx="602103" cy="602103"/>
          </a:xfrm>
          <a:prstGeom prst="rect">
            <a:avLst/>
          </a:prstGeom>
        </p:spPr>
      </p:pic>
      <p:pic>
        <p:nvPicPr>
          <p:cNvPr id="124" name="Graphique 123" descr="Personne confuse avec un remplissage uni">
            <a:extLst>
              <a:ext uri="{FF2B5EF4-FFF2-40B4-BE49-F238E27FC236}">
                <a16:creationId xmlns:a16="http://schemas.microsoft.com/office/drawing/2014/main" id="{6A51F079-8563-4DFE-BBA9-AAD45C3F1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903" y="3345969"/>
            <a:ext cx="602103" cy="602103"/>
          </a:xfrm>
          <a:prstGeom prst="rect">
            <a:avLst/>
          </a:prstGeom>
        </p:spPr>
      </p:pic>
      <p:pic>
        <p:nvPicPr>
          <p:cNvPr id="125" name="Graphique 124" descr="Personne confuse avec un remplissage uni">
            <a:extLst>
              <a:ext uri="{FF2B5EF4-FFF2-40B4-BE49-F238E27FC236}">
                <a16:creationId xmlns:a16="http://schemas.microsoft.com/office/drawing/2014/main" id="{2F500645-64F1-4681-A377-A5BCE30C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947" y="3345970"/>
            <a:ext cx="602103" cy="602103"/>
          </a:xfrm>
          <a:prstGeom prst="rect">
            <a:avLst/>
          </a:prstGeom>
        </p:spPr>
      </p:pic>
      <p:pic>
        <p:nvPicPr>
          <p:cNvPr id="126" name="Graphique 125" descr="Personne confuse avec un remplissage uni">
            <a:extLst>
              <a:ext uri="{FF2B5EF4-FFF2-40B4-BE49-F238E27FC236}">
                <a16:creationId xmlns:a16="http://schemas.microsoft.com/office/drawing/2014/main" id="{30AA05AC-0AC6-4E02-B42C-EBFEB1505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80" y="2418712"/>
            <a:ext cx="355374" cy="355372"/>
          </a:xfrm>
          <a:prstGeom prst="rect">
            <a:avLst/>
          </a:prstGeom>
        </p:spPr>
      </p:pic>
      <p:pic>
        <p:nvPicPr>
          <p:cNvPr id="127" name="Graphique 126" descr="Personne confuse avec un remplissage uni">
            <a:extLst>
              <a:ext uri="{FF2B5EF4-FFF2-40B4-BE49-F238E27FC236}">
                <a16:creationId xmlns:a16="http://schemas.microsoft.com/office/drawing/2014/main" id="{4B07FB13-2740-443E-9DE9-E1C6B66F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821" y="3630315"/>
            <a:ext cx="355374" cy="355372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2302501B-6188-4810-B9A9-E12001074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621" y="3073599"/>
            <a:ext cx="355374" cy="355372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5E7293DB-678C-45C0-8F52-CDA05FA82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8626" y="2458668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4082998F-D4D6-46C9-99F0-D1CC56A27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111" y="2638576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800E6532-E4D4-4F7D-A2A5-FF8C1E1C3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0480" y="3825619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979EA7D7-FDD1-44B4-B834-E68B601DC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88" y="4107516"/>
            <a:ext cx="355374" cy="355372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5EEDAF45-C345-40BD-A2DA-2C74663F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925" y="3633233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0E64751E-0576-4BA1-AC53-A0321FF90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3672030"/>
            <a:ext cx="602103" cy="602103"/>
          </a:xfrm>
          <a:prstGeom prst="rect">
            <a:avLst/>
          </a:prstGeom>
        </p:spPr>
      </p:pic>
      <p:sp>
        <p:nvSpPr>
          <p:cNvPr id="135" name="Flèche : droite 134">
            <a:extLst>
              <a:ext uri="{FF2B5EF4-FFF2-40B4-BE49-F238E27FC236}">
                <a16:creationId xmlns:a16="http://schemas.microsoft.com/office/drawing/2014/main" id="{873505EF-CAC6-4117-8791-E9EBF6B27194}"/>
              </a:ext>
            </a:extLst>
          </p:cNvPr>
          <p:cNvSpPr/>
          <p:nvPr/>
        </p:nvSpPr>
        <p:spPr>
          <a:xfrm>
            <a:off x="832364" y="3127920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Flèche : droite 135">
            <a:extLst>
              <a:ext uri="{FF2B5EF4-FFF2-40B4-BE49-F238E27FC236}">
                <a16:creationId xmlns:a16="http://schemas.microsoft.com/office/drawing/2014/main" id="{F1A2904D-829F-439D-B4F3-B1D64B3881C1}"/>
              </a:ext>
            </a:extLst>
          </p:cNvPr>
          <p:cNvSpPr/>
          <p:nvPr/>
        </p:nvSpPr>
        <p:spPr>
          <a:xfrm>
            <a:off x="2714234" y="3120083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8CCF9EEE-9C01-49FB-B368-52D5C9958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9521" y="2462502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F96A2AEB-6B90-4497-B456-44E97F98A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572" y="2551618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C73D8D03-F6B2-4C1F-AD2C-BCFE176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926" y="2851127"/>
            <a:ext cx="602103" cy="602103"/>
          </a:xfrm>
          <a:prstGeom prst="rect">
            <a:avLst/>
          </a:prstGeom>
        </p:spPr>
      </p:pic>
      <p:pic>
        <p:nvPicPr>
          <p:cNvPr id="141" name="Graphique 140" descr="Personne confuse avec un remplissage uni">
            <a:extLst>
              <a:ext uri="{FF2B5EF4-FFF2-40B4-BE49-F238E27FC236}">
                <a16:creationId xmlns:a16="http://schemas.microsoft.com/office/drawing/2014/main" id="{8A02DB77-7AEC-4632-A291-07542EA8E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523" y="2444166"/>
            <a:ext cx="602103" cy="602103"/>
          </a:xfrm>
          <a:prstGeom prst="rect">
            <a:avLst/>
          </a:prstGeom>
        </p:spPr>
      </p:pic>
      <p:pic>
        <p:nvPicPr>
          <p:cNvPr id="142" name="Graphique 141" descr="Personne confuse avec un remplissage uni">
            <a:extLst>
              <a:ext uri="{FF2B5EF4-FFF2-40B4-BE49-F238E27FC236}">
                <a16:creationId xmlns:a16="http://schemas.microsoft.com/office/drawing/2014/main" id="{5459C985-E1F5-44AA-8D52-B8C086017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574" y="2533282"/>
            <a:ext cx="602103" cy="602103"/>
          </a:xfrm>
          <a:prstGeom prst="rect">
            <a:avLst/>
          </a:prstGeom>
        </p:spPr>
      </p:pic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F8594FE2-2779-4F77-8D52-D2CB3293B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928" y="2832791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BFD4608B-436A-4DDA-AC5E-0C9823AD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798" y="3453230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15360CD2-8CA6-4CA4-9F1A-CCB63E487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7849" y="3542346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0019AFD3-396D-4817-BD53-FE514E4DB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5203" y="3841855"/>
            <a:ext cx="602103" cy="6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64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Type </a:t>
            </a:r>
            <a:r>
              <a:rPr lang="en-US" sz="3600" dirty="0" err="1">
                <a:solidFill>
                  <a:srgbClr val="080808"/>
                </a:solidFill>
              </a:rPr>
              <a:t>d’activité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9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Lumières allumées avec un remplissage uni">
            <a:extLst>
              <a:ext uri="{FF2B5EF4-FFF2-40B4-BE49-F238E27FC236}">
                <a16:creationId xmlns:a16="http://schemas.microsoft.com/office/drawing/2014/main" id="{70DF621C-11CF-4AE7-9C3B-39451375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360" y="355684"/>
            <a:ext cx="1614590" cy="1614590"/>
          </a:xfrm>
          <a:prstGeom prst="rect">
            <a:avLst/>
          </a:prstGeom>
        </p:spPr>
      </p:pic>
      <p:pic>
        <p:nvPicPr>
          <p:cNvPr id="27" name="Graphique 26" descr="Bulle de pensée avec un remplissage uni">
            <a:extLst>
              <a:ext uri="{FF2B5EF4-FFF2-40B4-BE49-F238E27FC236}">
                <a16:creationId xmlns:a16="http://schemas.microsoft.com/office/drawing/2014/main" id="{416ABD30-838F-470C-82DC-764B630E7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9655" y="318667"/>
            <a:ext cx="759313" cy="759313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A7F5E482-FFE4-4A65-AC66-243513FE151B}"/>
              </a:ext>
            </a:extLst>
          </p:cNvPr>
          <p:cNvGrpSpPr/>
          <p:nvPr/>
        </p:nvGrpSpPr>
        <p:grpSpPr>
          <a:xfrm>
            <a:off x="9379002" y="1003037"/>
            <a:ext cx="1104586" cy="1104586"/>
            <a:chOff x="8662397" y="788806"/>
            <a:chExt cx="914400" cy="914400"/>
          </a:xfrm>
        </p:grpSpPr>
        <p:pic>
          <p:nvPicPr>
            <p:cNvPr id="29" name="Graphique 28" descr="Tête avec engrenages avec un remplissage uni">
              <a:extLst>
                <a:ext uri="{FF2B5EF4-FFF2-40B4-BE49-F238E27FC236}">
                  <a16:creationId xmlns:a16="http://schemas.microsoft.com/office/drawing/2014/main" id="{3FFD63EC-3AA6-42E2-9962-B5D8B1DD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62397" y="788806"/>
              <a:ext cx="914400" cy="914400"/>
            </a:xfrm>
            <a:prstGeom prst="rect">
              <a:avLst/>
            </a:prstGeom>
          </p:spPr>
        </p:pic>
        <p:pic>
          <p:nvPicPr>
            <p:cNvPr id="49" name="Graphique 48" descr="Cœur avec un remplissage uni">
              <a:extLst>
                <a:ext uri="{FF2B5EF4-FFF2-40B4-BE49-F238E27FC236}">
                  <a16:creationId xmlns:a16="http://schemas.microsoft.com/office/drawing/2014/main" id="{7E345C81-9BC1-4964-9F13-F33B6DA01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99809" y="1129603"/>
              <a:ext cx="209291" cy="209291"/>
            </a:xfrm>
            <a:prstGeom prst="rect">
              <a:avLst/>
            </a:prstGeom>
          </p:spPr>
        </p:pic>
      </p:grpSp>
      <p:pic>
        <p:nvPicPr>
          <p:cNvPr id="32" name="Graphique 31" descr="Chat avec un remplissage uni">
            <a:extLst>
              <a:ext uri="{FF2B5EF4-FFF2-40B4-BE49-F238E27FC236}">
                <a16:creationId xmlns:a16="http://schemas.microsoft.com/office/drawing/2014/main" id="{190BBB4E-1754-4C25-87E6-D0D2897BAE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626" y="2638292"/>
            <a:ext cx="1865659" cy="1865659"/>
          </a:xfrm>
          <a:prstGeom prst="rect">
            <a:avLst/>
          </a:prstGeom>
        </p:spPr>
      </p:pic>
      <p:pic>
        <p:nvPicPr>
          <p:cNvPr id="34" name="Graphique 33" descr="Bulle de discussion avec un remplissage uni">
            <a:extLst>
              <a:ext uri="{FF2B5EF4-FFF2-40B4-BE49-F238E27FC236}">
                <a16:creationId xmlns:a16="http://schemas.microsoft.com/office/drawing/2014/main" id="{A6FE44E5-F62A-4D00-9328-073ADE4483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42562" y="2741784"/>
            <a:ext cx="914400" cy="914400"/>
          </a:xfrm>
          <a:prstGeom prst="rect">
            <a:avLst/>
          </a:prstGeom>
        </p:spPr>
      </p:pic>
      <p:pic>
        <p:nvPicPr>
          <p:cNvPr id="42" name="Graphique 41" descr="Bulle de discussion avec un remplissage uni">
            <a:extLst>
              <a:ext uri="{FF2B5EF4-FFF2-40B4-BE49-F238E27FC236}">
                <a16:creationId xmlns:a16="http://schemas.microsoft.com/office/drawing/2014/main" id="{4FB9F151-A326-47DF-9834-FBDACD78CE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9197" y="3105432"/>
            <a:ext cx="914400" cy="914400"/>
          </a:xfrm>
          <a:prstGeom prst="rect">
            <a:avLst/>
          </a:prstGeom>
        </p:spPr>
      </p:pic>
      <p:pic>
        <p:nvPicPr>
          <p:cNvPr id="50" name="Graphique 49" descr="Coche avec un remplissage uni">
            <a:extLst>
              <a:ext uri="{FF2B5EF4-FFF2-40B4-BE49-F238E27FC236}">
                <a16:creationId xmlns:a16="http://schemas.microsoft.com/office/drawing/2014/main" id="{0ABD22A7-BFA1-4F7E-9AFE-972A71F03A7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2573269"/>
            <a:ext cx="278503" cy="27850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39AC8DF-4E27-4530-8915-565D63E14849}"/>
              </a:ext>
            </a:extLst>
          </p:cNvPr>
          <p:cNvSpPr/>
          <p:nvPr/>
        </p:nvSpPr>
        <p:spPr>
          <a:xfrm>
            <a:off x="4273625" y="255117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DA5E54-D13D-4A9A-A462-CB230CAD8376}"/>
              </a:ext>
            </a:extLst>
          </p:cNvPr>
          <p:cNvSpPr/>
          <p:nvPr/>
        </p:nvSpPr>
        <p:spPr>
          <a:xfrm>
            <a:off x="4273625" y="2847562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7AAD5-5947-44BD-B02F-DFB9F9E1D61A}"/>
              </a:ext>
            </a:extLst>
          </p:cNvPr>
          <p:cNvSpPr/>
          <p:nvPr/>
        </p:nvSpPr>
        <p:spPr>
          <a:xfrm>
            <a:off x="4273625" y="3143946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C2D853-E39E-40F2-BB5F-070CEA2FF805}"/>
              </a:ext>
            </a:extLst>
          </p:cNvPr>
          <p:cNvSpPr/>
          <p:nvPr/>
        </p:nvSpPr>
        <p:spPr>
          <a:xfrm>
            <a:off x="4273625" y="3440330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2990DD0-1D94-4AD3-8517-642C1E227149}"/>
              </a:ext>
            </a:extLst>
          </p:cNvPr>
          <p:cNvSpPr/>
          <p:nvPr/>
        </p:nvSpPr>
        <p:spPr>
          <a:xfrm>
            <a:off x="4273625" y="3736714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F1B6AF-0F04-4A0E-A9D2-42625F2B2537}"/>
              </a:ext>
            </a:extLst>
          </p:cNvPr>
          <p:cNvSpPr/>
          <p:nvPr/>
        </p:nvSpPr>
        <p:spPr>
          <a:xfrm>
            <a:off x="4273625" y="403309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3DC135-F487-4661-8CC5-BAA570CCA571}"/>
              </a:ext>
            </a:extLst>
          </p:cNvPr>
          <p:cNvSpPr/>
          <p:nvPr/>
        </p:nvSpPr>
        <p:spPr>
          <a:xfrm>
            <a:off x="6226682" y="3921227"/>
            <a:ext cx="485268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926EF7-E89A-434C-ACCC-8122B2224785}"/>
              </a:ext>
            </a:extLst>
          </p:cNvPr>
          <p:cNvSpPr/>
          <p:nvPr/>
        </p:nvSpPr>
        <p:spPr>
          <a:xfrm>
            <a:off x="6711950" y="3557882"/>
            <a:ext cx="485268" cy="646259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E27839-C3EE-40DE-BEE9-C8BC32313E75}"/>
              </a:ext>
            </a:extLst>
          </p:cNvPr>
          <p:cNvSpPr/>
          <p:nvPr/>
        </p:nvSpPr>
        <p:spPr>
          <a:xfrm>
            <a:off x="7197218" y="3822700"/>
            <a:ext cx="485268" cy="381441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que 69" descr="Coche avec un remplissage uni">
            <a:extLst>
              <a:ext uri="{FF2B5EF4-FFF2-40B4-BE49-F238E27FC236}">
                <a16:creationId xmlns:a16="http://schemas.microsoft.com/office/drawing/2014/main" id="{DBFD4F93-9DFD-4474-98B1-9599FACC37B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39966" y="2573269"/>
            <a:ext cx="278503" cy="278503"/>
          </a:xfrm>
          <a:prstGeom prst="rect">
            <a:avLst/>
          </a:prstGeom>
        </p:spPr>
      </p:pic>
      <p:pic>
        <p:nvPicPr>
          <p:cNvPr id="71" name="Graphique 70" descr="Coche avec un remplissage uni">
            <a:extLst>
              <a:ext uri="{FF2B5EF4-FFF2-40B4-BE49-F238E27FC236}">
                <a16:creationId xmlns:a16="http://schemas.microsoft.com/office/drawing/2014/main" id="{3475ED7A-C105-47BC-B4CF-89EBB13C441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4548" y="2573269"/>
            <a:ext cx="278503" cy="278503"/>
          </a:xfrm>
          <a:prstGeom prst="rect">
            <a:avLst/>
          </a:prstGeom>
        </p:spPr>
      </p:pic>
      <p:pic>
        <p:nvPicPr>
          <p:cNvPr id="72" name="Graphique 71" descr="Coche avec un remplissage uni">
            <a:extLst>
              <a:ext uri="{FF2B5EF4-FFF2-40B4-BE49-F238E27FC236}">
                <a16:creationId xmlns:a16="http://schemas.microsoft.com/office/drawing/2014/main" id="{E04F2DEE-E6AA-48A8-949D-43716146E2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7821" y="2573269"/>
            <a:ext cx="278503" cy="278503"/>
          </a:xfrm>
          <a:prstGeom prst="rect">
            <a:avLst/>
          </a:prstGeom>
        </p:spPr>
      </p:pic>
      <p:pic>
        <p:nvPicPr>
          <p:cNvPr id="73" name="Graphique 72" descr="Coche avec un remplissage uni">
            <a:extLst>
              <a:ext uri="{FF2B5EF4-FFF2-40B4-BE49-F238E27FC236}">
                <a16:creationId xmlns:a16="http://schemas.microsoft.com/office/drawing/2014/main" id="{1F5938AE-E917-4367-88F2-DC38FF272B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5641" y="2865443"/>
            <a:ext cx="278503" cy="278503"/>
          </a:xfrm>
          <a:prstGeom prst="rect">
            <a:avLst/>
          </a:prstGeom>
        </p:spPr>
      </p:pic>
      <p:pic>
        <p:nvPicPr>
          <p:cNvPr id="74" name="Graphique 73" descr="Coche avec un remplissage uni">
            <a:extLst>
              <a:ext uri="{FF2B5EF4-FFF2-40B4-BE49-F238E27FC236}">
                <a16:creationId xmlns:a16="http://schemas.microsoft.com/office/drawing/2014/main" id="{7C589D93-B7A4-4541-9D08-8EA8A69314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4144" y="2865443"/>
            <a:ext cx="278503" cy="278503"/>
          </a:xfrm>
          <a:prstGeom prst="rect">
            <a:avLst/>
          </a:prstGeom>
        </p:spPr>
      </p:pic>
      <p:pic>
        <p:nvPicPr>
          <p:cNvPr id="75" name="Graphique 74" descr="Coche avec un remplissage uni">
            <a:extLst>
              <a:ext uri="{FF2B5EF4-FFF2-40B4-BE49-F238E27FC236}">
                <a16:creationId xmlns:a16="http://schemas.microsoft.com/office/drawing/2014/main" id="{1A807E23-EDCD-428D-BECF-95862F61F7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8726" y="2865443"/>
            <a:ext cx="278503" cy="278503"/>
          </a:xfrm>
          <a:prstGeom prst="rect">
            <a:avLst/>
          </a:prstGeom>
        </p:spPr>
      </p:pic>
      <p:pic>
        <p:nvPicPr>
          <p:cNvPr id="76" name="Graphique 75" descr="Coche avec un remplissage uni">
            <a:extLst>
              <a:ext uri="{FF2B5EF4-FFF2-40B4-BE49-F238E27FC236}">
                <a16:creationId xmlns:a16="http://schemas.microsoft.com/office/drawing/2014/main" id="{D2934C33-8973-4B02-9657-E00AAE5461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148846"/>
            <a:ext cx="278503" cy="278503"/>
          </a:xfrm>
          <a:prstGeom prst="rect">
            <a:avLst/>
          </a:prstGeom>
        </p:spPr>
      </p:pic>
      <p:pic>
        <p:nvPicPr>
          <p:cNvPr id="77" name="Graphique 76" descr="Coche avec un remplissage uni">
            <a:extLst>
              <a:ext uri="{FF2B5EF4-FFF2-40B4-BE49-F238E27FC236}">
                <a16:creationId xmlns:a16="http://schemas.microsoft.com/office/drawing/2014/main" id="{AE71596A-B98D-44AA-8533-DD01575ED2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148846"/>
            <a:ext cx="278503" cy="278503"/>
          </a:xfrm>
          <a:prstGeom prst="rect">
            <a:avLst/>
          </a:prstGeom>
        </p:spPr>
      </p:pic>
      <p:pic>
        <p:nvPicPr>
          <p:cNvPr id="78" name="Graphique 77" descr="Coche avec un remplissage uni">
            <a:extLst>
              <a:ext uri="{FF2B5EF4-FFF2-40B4-BE49-F238E27FC236}">
                <a16:creationId xmlns:a16="http://schemas.microsoft.com/office/drawing/2014/main" id="{F0270AD7-B40F-40ED-9226-05A3B5E0B7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426860"/>
            <a:ext cx="278503" cy="278503"/>
          </a:xfrm>
          <a:prstGeom prst="rect">
            <a:avLst/>
          </a:prstGeom>
        </p:spPr>
      </p:pic>
      <p:pic>
        <p:nvPicPr>
          <p:cNvPr id="79" name="Graphique 78" descr="Coche avec un remplissage uni">
            <a:extLst>
              <a:ext uri="{FF2B5EF4-FFF2-40B4-BE49-F238E27FC236}">
                <a16:creationId xmlns:a16="http://schemas.microsoft.com/office/drawing/2014/main" id="{66354A24-62A9-491F-B3F1-715C586A4A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426860"/>
            <a:ext cx="278503" cy="278503"/>
          </a:xfrm>
          <a:prstGeom prst="rect">
            <a:avLst/>
          </a:prstGeom>
        </p:spPr>
      </p:pic>
      <p:pic>
        <p:nvPicPr>
          <p:cNvPr id="80" name="Graphique 79" descr="Coche avec un remplissage uni">
            <a:extLst>
              <a:ext uri="{FF2B5EF4-FFF2-40B4-BE49-F238E27FC236}">
                <a16:creationId xmlns:a16="http://schemas.microsoft.com/office/drawing/2014/main" id="{AE7B9A8F-6FEE-418D-BA91-F7F820C49E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3737826"/>
            <a:ext cx="278503" cy="278503"/>
          </a:xfrm>
          <a:prstGeom prst="rect">
            <a:avLst/>
          </a:prstGeom>
        </p:spPr>
      </p:pic>
      <p:pic>
        <p:nvPicPr>
          <p:cNvPr id="81" name="Graphique 80" descr="Coche avec un remplissage uni">
            <a:extLst>
              <a:ext uri="{FF2B5EF4-FFF2-40B4-BE49-F238E27FC236}">
                <a16:creationId xmlns:a16="http://schemas.microsoft.com/office/drawing/2014/main" id="{80236359-D2EC-45D0-8B03-CCD572C4AFD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52144" y="2568964"/>
            <a:ext cx="278503" cy="278503"/>
          </a:xfrm>
          <a:prstGeom prst="rect">
            <a:avLst/>
          </a:prstGeom>
        </p:spPr>
      </p:pic>
      <p:pic>
        <p:nvPicPr>
          <p:cNvPr id="84" name="Graphique 83" descr="Ampoule avec un remplissage uni">
            <a:extLst>
              <a:ext uri="{FF2B5EF4-FFF2-40B4-BE49-F238E27FC236}">
                <a16:creationId xmlns:a16="http://schemas.microsoft.com/office/drawing/2014/main" id="{4AD2D520-4C82-4ACC-A575-A382114157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6866" y="3020228"/>
            <a:ext cx="485268" cy="485268"/>
          </a:xfrm>
          <a:prstGeom prst="rect">
            <a:avLst/>
          </a:prstGeom>
        </p:spPr>
      </p:pic>
      <p:pic>
        <p:nvPicPr>
          <p:cNvPr id="85" name="Graphique 84" descr="Ampoule avec un remplissage uni">
            <a:extLst>
              <a:ext uri="{FF2B5EF4-FFF2-40B4-BE49-F238E27FC236}">
                <a16:creationId xmlns:a16="http://schemas.microsoft.com/office/drawing/2014/main" id="{9B07F564-1519-4D35-B826-63F5CC7635D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7218" y="3379650"/>
            <a:ext cx="485268" cy="485268"/>
          </a:xfrm>
          <a:prstGeom prst="rect">
            <a:avLst/>
          </a:prstGeom>
        </p:spPr>
      </p:pic>
      <p:pic>
        <p:nvPicPr>
          <p:cNvPr id="86" name="Graphique 85" descr="Ampoule avec un remplissage uni">
            <a:extLst>
              <a:ext uri="{FF2B5EF4-FFF2-40B4-BE49-F238E27FC236}">
                <a16:creationId xmlns:a16="http://schemas.microsoft.com/office/drawing/2014/main" id="{2A89F2BB-D1F8-4909-9049-7551B412661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30328" y="3452782"/>
            <a:ext cx="485268" cy="485268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A8E128EF-3DEF-426A-A6B8-538129491A20}"/>
              </a:ext>
            </a:extLst>
          </p:cNvPr>
          <p:cNvSpPr/>
          <p:nvPr/>
        </p:nvSpPr>
        <p:spPr>
          <a:xfrm>
            <a:off x="8161146" y="2436841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26AF34-F414-4FD1-BB39-34F7BF80618F}"/>
              </a:ext>
            </a:extLst>
          </p:cNvPr>
          <p:cNvSpPr/>
          <p:nvPr/>
        </p:nvSpPr>
        <p:spPr>
          <a:xfrm>
            <a:off x="8834186" y="337690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D2B696E-B986-40C4-A721-CD80A295A619}"/>
              </a:ext>
            </a:extLst>
          </p:cNvPr>
          <p:cNvSpPr/>
          <p:nvPr/>
        </p:nvSpPr>
        <p:spPr>
          <a:xfrm>
            <a:off x="9110557" y="316746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52F8C9-BA92-48FB-9B46-8BD55FFAEB5C}"/>
              </a:ext>
            </a:extLst>
          </p:cNvPr>
          <p:cNvSpPr/>
          <p:nvPr/>
        </p:nvSpPr>
        <p:spPr>
          <a:xfrm>
            <a:off x="8767590" y="299669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DFB136F-1F3E-4F8C-8931-C2F811FCA8D5}"/>
              </a:ext>
            </a:extLst>
          </p:cNvPr>
          <p:cNvSpPr/>
          <p:nvPr/>
        </p:nvSpPr>
        <p:spPr>
          <a:xfrm>
            <a:off x="9071740" y="2802587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AFC813-D593-4D98-B61D-EE3F0DA7E63C}"/>
              </a:ext>
            </a:extLst>
          </p:cNvPr>
          <p:cNvSpPr/>
          <p:nvPr/>
        </p:nvSpPr>
        <p:spPr>
          <a:xfrm>
            <a:off x="9667505" y="361470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583C9D-CF4C-4147-A963-241EA7ED372A}"/>
              </a:ext>
            </a:extLst>
          </p:cNvPr>
          <p:cNvSpPr/>
          <p:nvPr/>
        </p:nvSpPr>
        <p:spPr>
          <a:xfrm>
            <a:off x="9694682" y="3290075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91EA055-1429-4D99-950F-7A798578D7D3}"/>
              </a:ext>
            </a:extLst>
          </p:cNvPr>
          <p:cNvSpPr/>
          <p:nvPr/>
        </p:nvSpPr>
        <p:spPr>
          <a:xfrm>
            <a:off x="9961517" y="360362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3D5682B-7D65-4D33-BDFA-DDED958C3895}"/>
              </a:ext>
            </a:extLst>
          </p:cNvPr>
          <p:cNvSpPr/>
          <p:nvPr/>
        </p:nvSpPr>
        <p:spPr>
          <a:xfrm>
            <a:off x="9987092" y="325575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2B4234E-7F60-4DE1-BAB6-D60FDBE61DEE}"/>
              </a:ext>
            </a:extLst>
          </p:cNvPr>
          <p:cNvSpPr/>
          <p:nvPr/>
        </p:nvSpPr>
        <p:spPr>
          <a:xfrm>
            <a:off x="10834405" y="2908609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88469FD-6166-42FC-BCB4-A4AAD850CA3A}"/>
              </a:ext>
            </a:extLst>
          </p:cNvPr>
          <p:cNvSpPr/>
          <p:nvPr/>
        </p:nvSpPr>
        <p:spPr>
          <a:xfrm>
            <a:off x="10833183" y="323576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C9BA07-9679-4BE5-82D9-D6E9BB2D311B}"/>
              </a:ext>
            </a:extLst>
          </p:cNvPr>
          <p:cNvSpPr/>
          <p:nvPr/>
        </p:nvSpPr>
        <p:spPr>
          <a:xfrm>
            <a:off x="10536053" y="2784548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94B031E-0D67-46A9-925A-F463254CDE40}"/>
              </a:ext>
            </a:extLst>
          </p:cNvPr>
          <p:cNvSpPr/>
          <p:nvPr/>
        </p:nvSpPr>
        <p:spPr>
          <a:xfrm>
            <a:off x="10511765" y="3140716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5BE0F-4EEB-4225-87F6-F79CE4BABFEF}"/>
              </a:ext>
            </a:extLst>
          </p:cNvPr>
          <p:cNvSpPr/>
          <p:nvPr/>
        </p:nvSpPr>
        <p:spPr>
          <a:xfrm>
            <a:off x="10571911" y="3494962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Forme libre : forme 101">
            <a:extLst>
              <a:ext uri="{FF2B5EF4-FFF2-40B4-BE49-F238E27FC236}">
                <a16:creationId xmlns:a16="http://schemas.microsoft.com/office/drawing/2014/main" id="{EA2B3BA0-633C-4222-8F29-35FCA2085EC9}"/>
              </a:ext>
            </a:extLst>
          </p:cNvPr>
          <p:cNvSpPr/>
          <p:nvPr/>
        </p:nvSpPr>
        <p:spPr>
          <a:xfrm>
            <a:off x="9586581" y="3134482"/>
            <a:ext cx="764284" cy="885633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Forme libre : forme 102">
            <a:extLst>
              <a:ext uri="{FF2B5EF4-FFF2-40B4-BE49-F238E27FC236}">
                <a16:creationId xmlns:a16="http://schemas.microsoft.com/office/drawing/2014/main" id="{90165DE8-6C1D-415D-B407-6A9BA0803642}"/>
              </a:ext>
            </a:extLst>
          </p:cNvPr>
          <p:cNvSpPr/>
          <p:nvPr/>
        </p:nvSpPr>
        <p:spPr>
          <a:xfrm>
            <a:off x="8752385" y="2708215"/>
            <a:ext cx="757845" cy="114632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277A13A3-AED5-4EA5-A82E-0382729077CF}"/>
              </a:ext>
            </a:extLst>
          </p:cNvPr>
          <p:cNvSpPr/>
          <p:nvPr/>
        </p:nvSpPr>
        <p:spPr>
          <a:xfrm>
            <a:off x="10395444" y="2733689"/>
            <a:ext cx="764213" cy="1063531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Graphique 53" descr="Lumières allumées avec un remplissage uni">
            <a:extLst>
              <a:ext uri="{FF2B5EF4-FFF2-40B4-BE49-F238E27FC236}">
                <a16:creationId xmlns:a16="http://schemas.microsoft.com/office/drawing/2014/main" id="{CB89F038-6AB2-4EE5-936B-2732A4F0A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226" y="5735545"/>
            <a:ext cx="857899" cy="857899"/>
          </a:xfrm>
          <a:prstGeom prst="rect">
            <a:avLst/>
          </a:prstGeom>
        </p:spPr>
      </p:pic>
      <p:pic>
        <p:nvPicPr>
          <p:cNvPr id="56" name="Graphique 55" descr="Ampoule et engrenage avec un remplissage uni">
            <a:extLst>
              <a:ext uri="{FF2B5EF4-FFF2-40B4-BE49-F238E27FC236}">
                <a16:creationId xmlns:a16="http://schemas.microsoft.com/office/drawing/2014/main" id="{435026E5-3F72-4DAE-B1D5-59E4B98AAB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77442" y="4690983"/>
            <a:ext cx="857899" cy="857899"/>
          </a:xfrm>
          <a:prstGeom prst="rect">
            <a:avLst/>
          </a:prstGeom>
        </p:spPr>
      </p:pic>
      <p:pic>
        <p:nvPicPr>
          <p:cNvPr id="58" name="Graphique 57" descr="Ampoule et crayon avec un remplissage uni">
            <a:extLst>
              <a:ext uri="{FF2B5EF4-FFF2-40B4-BE49-F238E27FC236}">
                <a16:creationId xmlns:a16="http://schemas.microsoft.com/office/drawing/2014/main" id="{7B7AF53A-E83C-4C94-B0F3-11F9AA40F3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3010" y="4702741"/>
            <a:ext cx="857899" cy="857899"/>
          </a:xfrm>
          <a:prstGeom prst="rect">
            <a:avLst/>
          </a:prstGeom>
        </p:spPr>
      </p:pic>
      <p:sp>
        <p:nvSpPr>
          <p:cNvPr id="116" name="Flèche : droite 115">
            <a:extLst>
              <a:ext uri="{FF2B5EF4-FFF2-40B4-BE49-F238E27FC236}">
                <a16:creationId xmlns:a16="http://schemas.microsoft.com/office/drawing/2014/main" id="{9875D866-76B7-45C3-B2B6-847FCBC128F2}"/>
              </a:ext>
            </a:extLst>
          </p:cNvPr>
          <p:cNvSpPr/>
          <p:nvPr/>
        </p:nvSpPr>
        <p:spPr>
          <a:xfrm rot="18931565">
            <a:off x="1840284" y="5425701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Flèche : droite 116">
            <a:extLst>
              <a:ext uri="{FF2B5EF4-FFF2-40B4-BE49-F238E27FC236}">
                <a16:creationId xmlns:a16="http://schemas.microsoft.com/office/drawing/2014/main" id="{CC36EE51-0972-46C7-B6DA-F00E3DE6EEFF}"/>
              </a:ext>
            </a:extLst>
          </p:cNvPr>
          <p:cNvSpPr/>
          <p:nvPr/>
        </p:nvSpPr>
        <p:spPr>
          <a:xfrm rot="2577627">
            <a:off x="2752499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5" name="Graphique 514" descr="Document avec un remplissage uni">
            <a:extLst>
              <a:ext uri="{FF2B5EF4-FFF2-40B4-BE49-F238E27FC236}">
                <a16:creationId xmlns:a16="http://schemas.microsoft.com/office/drawing/2014/main" id="{15E47483-587E-4600-BE7A-81D5E6225A7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3048" y="5538771"/>
            <a:ext cx="1107267" cy="1107267"/>
          </a:xfrm>
          <a:prstGeom prst="rect">
            <a:avLst/>
          </a:prstGeom>
        </p:spPr>
      </p:pic>
      <p:pic>
        <p:nvPicPr>
          <p:cNvPr id="517" name="Graphique 516" descr="Programmeur avec un remplissage uni">
            <a:extLst>
              <a:ext uri="{FF2B5EF4-FFF2-40B4-BE49-F238E27FC236}">
                <a16:creationId xmlns:a16="http://schemas.microsoft.com/office/drawing/2014/main" id="{79BC356F-5687-49DB-BF4E-D9FC6D8266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13918" y="4821784"/>
            <a:ext cx="1107267" cy="1107267"/>
          </a:xfrm>
          <a:prstGeom prst="rect">
            <a:avLst/>
          </a:prstGeom>
        </p:spPr>
      </p:pic>
      <p:pic>
        <p:nvPicPr>
          <p:cNvPr id="519" name="Graphique 518" descr="Presse-papiers vérifié avec un remplissage uni">
            <a:extLst>
              <a:ext uri="{FF2B5EF4-FFF2-40B4-BE49-F238E27FC236}">
                <a16:creationId xmlns:a16="http://schemas.microsoft.com/office/drawing/2014/main" id="{290B6A78-DD2A-4F32-9C5B-93358A4BAAA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5660" y="4697750"/>
            <a:ext cx="1804743" cy="1804743"/>
          </a:xfrm>
          <a:prstGeom prst="rect">
            <a:avLst/>
          </a:prstGeom>
        </p:spPr>
      </p:pic>
      <p:pic>
        <p:nvPicPr>
          <p:cNvPr id="521" name="Graphique 520" descr="Engrenages avec un remplissage uni">
            <a:extLst>
              <a:ext uri="{FF2B5EF4-FFF2-40B4-BE49-F238E27FC236}">
                <a16:creationId xmlns:a16="http://schemas.microsoft.com/office/drawing/2014/main" id="{3EC63CB2-2F2D-420D-BEA4-BF9155491B3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89655" y="5693220"/>
            <a:ext cx="991525" cy="991525"/>
          </a:xfrm>
          <a:prstGeom prst="rect">
            <a:avLst/>
          </a:prstGeom>
        </p:spPr>
      </p:pic>
      <p:sp>
        <p:nvSpPr>
          <p:cNvPr id="126" name="Flèche : droite 125">
            <a:extLst>
              <a:ext uri="{FF2B5EF4-FFF2-40B4-BE49-F238E27FC236}">
                <a16:creationId xmlns:a16="http://schemas.microsoft.com/office/drawing/2014/main" id="{A2EBA6AF-FB15-4C6F-9113-49D0DB1FD691}"/>
              </a:ext>
            </a:extLst>
          </p:cNvPr>
          <p:cNvSpPr/>
          <p:nvPr/>
        </p:nvSpPr>
        <p:spPr>
          <a:xfrm rot="2577627">
            <a:off x="928068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0" name="Graphique 129" descr="Aide avec un remplissage uni">
            <a:extLst>
              <a:ext uri="{FF2B5EF4-FFF2-40B4-BE49-F238E27FC236}">
                <a16:creationId xmlns:a16="http://schemas.microsoft.com/office/drawing/2014/main" id="{47DEDFF1-CC42-4101-A6EB-C64730676D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88934" y="753137"/>
            <a:ext cx="914400" cy="914400"/>
          </a:xfrm>
          <a:prstGeom prst="rect">
            <a:avLst/>
          </a:prstGeom>
        </p:spPr>
      </p:pic>
      <p:pic>
        <p:nvPicPr>
          <p:cNvPr id="131" name="Graphique 130" descr="Lumières allumées avec un remplissage uni">
            <a:extLst>
              <a:ext uri="{FF2B5EF4-FFF2-40B4-BE49-F238E27FC236}">
                <a16:creationId xmlns:a16="http://schemas.microsoft.com/office/drawing/2014/main" id="{0A4D5DCB-AB23-41A5-9D00-8AA380116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" y="300868"/>
            <a:ext cx="759313" cy="759313"/>
          </a:xfrm>
          <a:prstGeom prst="rect">
            <a:avLst/>
          </a:prstGeom>
        </p:spPr>
      </p:pic>
      <p:pic>
        <p:nvPicPr>
          <p:cNvPr id="132" name="Graphique 131" descr="Document avec un remplissage uni">
            <a:extLst>
              <a:ext uri="{FF2B5EF4-FFF2-40B4-BE49-F238E27FC236}">
                <a16:creationId xmlns:a16="http://schemas.microsoft.com/office/drawing/2014/main" id="{1D7EA037-CBB8-4DF7-8979-495834E428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69389" y="1479464"/>
            <a:ext cx="594433" cy="594433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52E4431A-A5D3-4A6E-A6EF-537A0E09D476}"/>
              </a:ext>
            </a:extLst>
          </p:cNvPr>
          <p:cNvGrpSpPr/>
          <p:nvPr/>
        </p:nvGrpSpPr>
        <p:grpSpPr>
          <a:xfrm>
            <a:off x="593644" y="1378068"/>
            <a:ext cx="445506" cy="619997"/>
            <a:chOff x="928941" y="1083787"/>
            <a:chExt cx="764213" cy="1063531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F914BC6-EAE2-406C-8084-ADD78B62A2AE}"/>
                </a:ext>
              </a:extLst>
            </p:cNvPr>
            <p:cNvSpPr/>
            <p:nvPr/>
          </p:nvSpPr>
          <p:spPr>
            <a:xfrm>
              <a:off x="1367902" y="1258707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1A68653-D23F-4851-BAC6-7C11D1B65FD4}"/>
                </a:ext>
              </a:extLst>
            </p:cNvPr>
            <p:cNvSpPr/>
            <p:nvPr/>
          </p:nvSpPr>
          <p:spPr>
            <a:xfrm>
              <a:off x="1366680" y="1585858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68B1608-F3D4-4E1B-A517-DC11CC4C8C57}"/>
                </a:ext>
              </a:extLst>
            </p:cNvPr>
            <p:cNvSpPr/>
            <p:nvPr/>
          </p:nvSpPr>
          <p:spPr>
            <a:xfrm>
              <a:off x="1069550" y="1134646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8A2AD52-49B8-42B9-AF4F-8CF86770124B}"/>
                </a:ext>
              </a:extLst>
            </p:cNvPr>
            <p:cNvSpPr/>
            <p:nvPr/>
          </p:nvSpPr>
          <p:spPr>
            <a:xfrm>
              <a:off x="1045262" y="1490814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EE5A147-5617-4EA9-9B5F-3645FD7362E6}"/>
                </a:ext>
              </a:extLst>
            </p:cNvPr>
            <p:cNvSpPr/>
            <p:nvPr/>
          </p:nvSpPr>
          <p:spPr>
            <a:xfrm>
              <a:off x="1105408" y="1845060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" name="Forme libre : forme 137">
              <a:extLst>
                <a:ext uri="{FF2B5EF4-FFF2-40B4-BE49-F238E27FC236}">
                  <a16:creationId xmlns:a16="http://schemas.microsoft.com/office/drawing/2014/main" id="{4DB3871A-C504-4C95-B347-AC5C1A8CFC35}"/>
                </a:ext>
              </a:extLst>
            </p:cNvPr>
            <p:cNvSpPr/>
            <p:nvPr/>
          </p:nvSpPr>
          <p:spPr>
            <a:xfrm>
              <a:off x="928941" y="1083787"/>
              <a:ext cx="764213" cy="1063531"/>
            </a:xfrm>
            <a:custGeom>
              <a:avLst/>
              <a:gdLst>
                <a:gd name="connsiteX0" fmla="*/ 981075 w 1143000"/>
                <a:gd name="connsiteY0" fmla="*/ 0 h 1590675"/>
                <a:gd name="connsiteX1" fmla="*/ 781050 w 1143000"/>
                <a:gd name="connsiteY1" fmla="*/ 19050 h 1590675"/>
                <a:gd name="connsiteX2" fmla="*/ 571500 w 1143000"/>
                <a:gd name="connsiteY2" fmla="*/ 47625 h 1590675"/>
                <a:gd name="connsiteX3" fmla="*/ 400050 w 1143000"/>
                <a:gd name="connsiteY3" fmla="*/ 66675 h 1590675"/>
                <a:gd name="connsiteX4" fmla="*/ 104775 w 1143000"/>
                <a:gd name="connsiteY4" fmla="*/ 228600 h 1590675"/>
                <a:gd name="connsiteX5" fmla="*/ 19050 w 1143000"/>
                <a:gd name="connsiteY5" fmla="*/ 381000 h 1590675"/>
                <a:gd name="connsiteX6" fmla="*/ 0 w 1143000"/>
                <a:gd name="connsiteY6" fmla="*/ 533400 h 1590675"/>
                <a:gd name="connsiteX7" fmla="*/ 19050 w 1143000"/>
                <a:gd name="connsiteY7" fmla="*/ 857250 h 1590675"/>
                <a:gd name="connsiteX8" fmla="*/ 76200 w 1143000"/>
                <a:gd name="connsiteY8" fmla="*/ 1038225 h 1590675"/>
                <a:gd name="connsiteX9" fmla="*/ 238125 w 1143000"/>
                <a:gd name="connsiteY9" fmla="*/ 1362075 h 1590675"/>
                <a:gd name="connsiteX10" fmla="*/ 304800 w 1143000"/>
                <a:gd name="connsiteY10" fmla="*/ 1438275 h 1590675"/>
                <a:gd name="connsiteX11" fmla="*/ 371475 w 1143000"/>
                <a:gd name="connsiteY11" fmla="*/ 1495425 h 1590675"/>
                <a:gd name="connsiteX12" fmla="*/ 552450 w 1143000"/>
                <a:gd name="connsiteY12" fmla="*/ 1590675 h 1590675"/>
                <a:gd name="connsiteX13" fmla="*/ 876300 w 1143000"/>
                <a:gd name="connsiteY13" fmla="*/ 1533525 h 1590675"/>
                <a:gd name="connsiteX14" fmla="*/ 952500 w 1143000"/>
                <a:gd name="connsiteY14" fmla="*/ 1466850 h 1590675"/>
                <a:gd name="connsiteX15" fmla="*/ 1104900 w 1143000"/>
                <a:gd name="connsiteY15" fmla="*/ 1257300 h 1590675"/>
                <a:gd name="connsiteX16" fmla="*/ 1143000 w 1143000"/>
                <a:gd name="connsiteY16" fmla="*/ 1143000 h 1590675"/>
                <a:gd name="connsiteX17" fmla="*/ 1133475 w 1143000"/>
                <a:gd name="connsiteY17" fmla="*/ 838200 h 1590675"/>
                <a:gd name="connsiteX18" fmla="*/ 1095375 w 1143000"/>
                <a:gd name="connsiteY18" fmla="*/ 609600 h 1590675"/>
                <a:gd name="connsiteX19" fmla="*/ 1047750 w 1143000"/>
                <a:gd name="connsiteY19" fmla="*/ 466725 h 1590675"/>
                <a:gd name="connsiteX20" fmla="*/ 1019175 w 1143000"/>
                <a:gd name="connsiteY20" fmla="*/ 361950 h 1590675"/>
                <a:gd name="connsiteX21" fmla="*/ 962025 w 1143000"/>
                <a:gd name="connsiteY21" fmla="*/ 219075 h 1590675"/>
                <a:gd name="connsiteX22" fmla="*/ 923925 w 1143000"/>
                <a:gd name="connsiteY22" fmla="*/ 152400 h 1590675"/>
                <a:gd name="connsiteX23" fmla="*/ 866775 w 1143000"/>
                <a:gd name="connsiteY23" fmla="*/ 95250 h 1590675"/>
                <a:gd name="connsiteX24" fmla="*/ 809625 w 1143000"/>
                <a:gd name="connsiteY24" fmla="*/ 66675 h 1590675"/>
                <a:gd name="connsiteX25" fmla="*/ 781050 w 1143000"/>
                <a:gd name="connsiteY25" fmla="*/ 47625 h 1590675"/>
                <a:gd name="connsiteX26" fmla="*/ 685800 w 1143000"/>
                <a:gd name="connsiteY26" fmla="*/ 19050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43000" h="1590675">
                  <a:moveTo>
                    <a:pt x="981075" y="0"/>
                  </a:moveTo>
                  <a:cubicBezTo>
                    <a:pt x="914400" y="6350"/>
                    <a:pt x="847578" y="11314"/>
                    <a:pt x="781050" y="19050"/>
                  </a:cubicBezTo>
                  <a:cubicBezTo>
                    <a:pt x="711025" y="27192"/>
                    <a:pt x="641452" y="38881"/>
                    <a:pt x="571500" y="47625"/>
                  </a:cubicBezTo>
                  <a:cubicBezTo>
                    <a:pt x="514442" y="54757"/>
                    <a:pt x="457200" y="60325"/>
                    <a:pt x="400050" y="66675"/>
                  </a:cubicBezTo>
                  <a:cubicBezTo>
                    <a:pt x="271292" y="114112"/>
                    <a:pt x="192280" y="120261"/>
                    <a:pt x="104775" y="228600"/>
                  </a:cubicBezTo>
                  <a:cubicBezTo>
                    <a:pt x="68152" y="273942"/>
                    <a:pt x="47625" y="330200"/>
                    <a:pt x="19050" y="381000"/>
                  </a:cubicBezTo>
                  <a:cubicBezTo>
                    <a:pt x="12700" y="431800"/>
                    <a:pt x="0" y="482205"/>
                    <a:pt x="0" y="533400"/>
                  </a:cubicBezTo>
                  <a:cubicBezTo>
                    <a:pt x="0" y="641537"/>
                    <a:pt x="2910" y="750325"/>
                    <a:pt x="19050" y="857250"/>
                  </a:cubicBezTo>
                  <a:cubicBezTo>
                    <a:pt x="28492" y="919803"/>
                    <a:pt x="53679" y="979108"/>
                    <a:pt x="76200" y="1038225"/>
                  </a:cubicBezTo>
                  <a:cubicBezTo>
                    <a:pt x="123734" y="1163001"/>
                    <a:pt x="162087" y="1258880"/>
                    <a:pt x="238125" y="1362075"/>
                  </a:cubicBezTo>
                  <a:cubicBezTo>
                    <a:pt x="258146" y="1389246"/>
                    <a:pt x="280935" y="1414410"/>
                    <a:pt x="304800" y="1438275"/>
                  </a:cubicBezTo>
                  <a:cubicBezTo>
                    <a:pt x="325498" y="1458973"/>
                    <a:pt x="347655" y="1478411"/>
                    <a:pt x="371475" y="1495425"/>
                  </a:cubicBezTo>
                  <a:cubicBezTo>
                    <a:pt x="498031" y="1585822"/>
                    <a:pt x="459262" y="1572037"/>
                    <a:pt x="552450" y="1590675"/>
                  </a:cubicBezTo>
                  <a:cubicBezTo>
                    <a:pt x="660400" y="1571625"/>
                    <a:pt x="771583" y="1565937"/>
                    <a:pt x="876300" y="1533525"/>
                  </a:cubicBezTo>
                  <a:cubicBezTo>
                    <a:pt x="908542" y="1523545"/>
                    <a:pt x="928635" y="1490715"/>
                    <a:pt x="952500" y="1466850"/>
                  </a:cubicBezTo>
                  <a:cubicBezTo>
                    <a:pt x="1023109" y="1396241"/>
                    <a:pt x="1062781" y="1349197"/>
                    <a:pt x="1104900" y="1257300"/>
                  </a:cubicBezTo>
                  <a:cubicBezTo>
                    <a:pt x="1121633" y="1220791"/>
                    <a:pt x="1130300" y="1181100"/>
                    <a:pt x="1143000" y="1143000"/>
                  </a:cubicBezTo>
                  <a:cubicBezTo>
                    <a:pt x="1139825" y="1041400"/>
                    <a:pt x="1140237" y="939624"/>
                    <a:pt x="1133475" y="838200"/>
                  </a:cubicBezTo>
                  <a:cubicBezTo>
                    <a:pt x="1132377" y="821731"/>
                    <a:pt x="1102047" y="634384"/>
                    <a:pt x="1095375" y="609600"/>
                  </a:cubicBezTo>
                  <a:cubicBezTo>
                    <a:pt x="1082324" y="561125"/>
                    <a:pt x="1062513" y="514706"/>
                    <a:pt x="1047750" y="466725"/>
                  </a:cubicBezTo>
                  <a:cubicBezTo>
                    <a:pt x="1037104" y="432125"/>
                    <a:pt x="1029577" y="396624"/>
                    <a:pt x="1019175" y="361950"/>
                  </a:cubicBezTo>
                  <a:cubicBezTo>
                    <a:pt x="997592" y="290008"/>
                    <a:pt x="994364" y="279132"/>
                    <a:pt x="962025" y="219075"/>
                  </a:cubicBezTo>
                  <a:cubicBezTo>
                    <a:pt x="949889" y="196537"/>
                    <a:pt x="939532" y="172689"/>
                    <a:pt x="923925" y="152400"/>
                  </a:cubicBezTo>
                  <a:cubicBezTo>
                    <a:pt x="907499" y="131046"/>
                    <a:pt x="890872" y="107298"/>
                    <a:pt x="866775" y="95250"/>
                  </a:cubicBezTo>
                  <a:cubicBezTo>
                    <a:pt x="847725" y="85725"/>
                    <a:pt x="828243" y="77018"/>
                    <a:pt x="809625" y="66675"/>
                  </a:cubicBezTo>
                  <a:cubicBezTo>
                    <a:pt x="799618" y="61116"/>
                    <a:pt x="791808" y="51537"/>
                    <a:pt x="781050" y="47625"/>
                  </a:cubicBezTo>
                  <a:cubicBezTo>
                    <a:pt x="628723" y="-7767"/>
                    <a:pt x="747043" y="49671"/>
                    <a:pt x="685800" y="19050"/>
                  </a:cubicBezTo>
                </a:path>
              </a:pathLst>
            </a:custGeom>
            <a:noFill/>
            <a:ln w="38100"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40" name="Graphique 139" descr="Bulle de pensée avec un remplissage uni">
            <a:extLst>
              <a:ext uri="{FF2B5EF4-FFF2-40B4-BE49-F238E27FC236}">
                <a16:creationId xmlns:a16="http://schemas.microsoft.com/office/drawing/2014/main" id="{67BB8805-39F2-4E56-87F5-1F1A729FE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9970" y="202010"/>
            <a:ext cx="1104586" cy="1104586"/>
          </a:xfrm>
          <a:prstGeom prst="rect">
            <a:avLst/>
          </a:prstGeom>
        </p:spPr>
      </p:pic>
      <p:pic>
        <p:nvPicPr>
          <p:cNvPr id="526" name="Graphique 525" descr="Crayon avec un remplissage uni">
            <a:extLst>
              <a:ext uri="{FF2B5EF4-FFF2-40B4-BE49-F238E27FC236}">
                <a16:creationId xmlns:a16="http://schemas.microsoft.com/office/drawing/2014/main" id="{DA7F6259-B6CB-4CD1-BB88-80CD9B4BEF1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75506" y="487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Présentation avec multimédia avec un remplissage uni">
            <a:extLst>
              <a:ext uri="{FF2B5EF4-FFF2-40B4-BE49-F238E27FC236}">
                <a16:creationId xmlns:a16="http://schemas.microsoft.com/office/drawing/2014/main" id="{6BD0A308-6D96-41F6-865A-53D20026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681" y="229177"/>
            <a:ext cx="1871201" cy="1871201"/>
          </a:xfrm>
          <a:prstGeom prst="rect">
            <a:avLst/>
          </a:prstGeom>
        </p:spPr>
      </p:pic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BF928589-8A7B-4FDD-B0B5-771F9DCD7D7B}"/>
              </a:ext>
            </a:extLst>
          </p:cNvPr>
          <p:cNvSpPr/>
          <p:nvPr/>
        </p:nvSpPr>
        <p:spPr>
          <a:xfrm>
            <a:off x="5421351" y="329919"/>
            <a:ext cx="1618642" cy="170133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?</a:t>
            </a:r>
          </a:p>
        </p:txBody>
      </p:sp>
      <p:pic>
        <p:nvPicPr>
          <p:cNvPr id="9" name="Graphique 8" descr="Télescope avec un remplissage uni">
            <a:extLst>
              <a:ext uri="{FF2B5EF4-FFF2-40B4-BE49-F238E27FC236}">
                <a16:creationId xmlns:a16="http://schemas.microsoft.com/office/drawing/2014/main" id="{BE5D7A59-F997-4021-9305-099234915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512" y="475289"/>
            <a:ext cx="914400" cy="914400"/>
          </a:xfrm>
          <a:prstGeom prst="rect">
            <a:avLst/>
          </a:prstGeom>
        </p:spPr>
      </p:pic>
      <p:pic>
        <p:nvPicPr>
          <p:cNvPr id="13" name="Graphique 12" descr="Loupe avec un remplissage uni">
            <a:extLst>
              <a:ext uri="{FF2B5EF4-FFF2-40B4-BE49-F238E27FC236}">
                <a16:creationId xmlns:a16="http://schemas.microsoft.com/office/drawing/2014/main" id="{E293DD7D-D828-4AF5-AC45-96CEBE943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1119" y="475289"/>
            <a:ext cx="914400" cy="914400"/>
          </a:xfrm>
          <a:prstGeom prst="rect">
            <a:avLst/>
          </a:prstGeom>
        </p:spPr>
      </p:pic>
      <p:pic>
        <p:nvPicPr>
          <p:cNvPr id="15" name="Graphique 14" descr="Presse-papiers partiellement barré avec un remplissage uni">
            <a:extLst>
              <a:ext uri="{FF2B5EF4-FFF2-40B4-BE49-F238E27FC236}">
                <a16:creationId xmlns:a16="http://schemas.microsoft.com/office/drawing/2014/main" id="{F2EB3EB7-70FC-41B0-8B16-3EDC479A4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4912" y="1110721"/>
            <a:ext cx="914400" cy="914400"/>
          </a:xfrm>
          <a:prstGeom prst="rect">
            <a:avLst/>
          </a:prstGeom>
        </p:spPr>
      </p:pic>
      <p:pic>
        <p:nvPicPr>
          <p:cNvPr id="3" name="Graphique 2" descr="Applaudissements avec un remplissage uni">
            <a:extLst>
              <a:ext uri="{FF2B5EF4-FFF2-40B4-BE49-F238E27FC236}">
                <a16:creationId xmlns:a16="http://schemas.microsoft.com/office/drawing/2014/main" id="{0CBE56C6-C9C7-412D-950F-06354D3DD2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5756" y="2384808"/>
            <a:ext cx="1195027" cy="1195027"/>
          </a:xfrm>
          <a:prstGeom prst="rect">
            <a:avLst/>
          </a:prstGeom>
        </p:spPr>
      </p:pic>
      <p:pic>
        <p:nvPicPr>
          <p:cNvPr id="6" name="Graphique 5" descr="Bière avec un remplissage uni">
            <a:extLst>
              <a:ext uri="{FF2B5EF4-FFF2-40B4-BE49-F238E27FC236}">
                <a16:creationId xmlns:a16="http://schemas.microsoft.com/office/drawing/2014/main" id="{088A27F3-E04F-4F0D-8D3B-5EC2D5C9E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27301" y="3225464"/>
            <a:ext cx="1247727" cy="1247727"/>
          </a:xfrm>
          <a:prstGeom prst="rect">
            <a:avLst/>
          </a:prstGeom>
        </p:spPr>
      </p:pic>
      <p:pic>
        <p:nvPicPr>
          <p:cNvPr id="20" name="Graphique 19" descr="Applaudissements avec un remplissage uni">
            <a:extLst>
              <a:ext uri="{FF2B5EF4-FFF2-40B4-BE49-F238E27FC236}">
                <a16:creationId xmlns:a16="http://schemas.microsoft.com/office/drawing/2014/main" id="{0312E29C-7D86-424C-8303-E652AB0EDE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2830687" y="2384808"/>
            <a:ext cx="1195027" cy="1195027"/>
          </a:xfrm>
          <a:prstGeom prst="rect">
            <a:avLst/>
          </a:prstGeom>
        </p:spPr>
      </p:pic>
      <p:pic>
        <p:nvPicPr>
          <p:cNvPr id="21" name="Graphique 20" descr="Bière avec un remplissage uni">
            <a:extLst>
              <a:ext uri="{FF2B5EF4-FFF2-40B4-BE49-F238E27FC236}">
                <a16:creationId xmlns:a16="http://schemas.microsoft.com/office/drawing/2014/main" id="{71258CE3-0635-44A0-A217-475F671C20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691328" y="3225464"/>
            <a:ext cx="1247727" cy="12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0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Outils support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483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Sphères de Harvey 100% avec un remplissage uni">
            <a:extLst>
              <a:ext uri="{FF2B5EF4-FFF2-40B4-BE49-F238E27FC236}">
                <a16:creationId xmlns:a16="http://schemas.microsoft.com/office/drawing/2014/main" id="{5D60D9D8-EC94-46F8-AE21-5110E4EBD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4745723" y="1120921"/>
            <a:ext cx="504228" cy="110605"/>
          </a:xfrm>
          <a:prstGeom prst="rect">
            <a:avLst/>
          </a:prstGeom>
        </p:spPr>
      </p:pic>
      <p:pic>
        <p:nvPicPr>
          <p:cNvPr id="68" name="Graphique 67" descr="Sphères de Harvey 100% avec un remplissage uni">
            <a:extLst>
              <a:ext uri="{FF2B5EF4-FFF2-40B4-BE49-F238E27FC236}">
                <a16:creationId xmlns:a16="http://schemas.microsoft.com/office/drawing/2014/main" id="{9DE48464-408D-4D91-9409-BFFE3B33F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6754132" y="1120920"/>
            <a:ext cx="504228" cy="110605"/>
          </a:xfrm>
          <a:prstGeom prst="rect">
            <a:avLst/>
          </a:prstGeom>
        </p:spPr>
      </p:pic>
      <p:pic>
        <p:nvPicPr>
          <p:cNvPr id="69" name="Graphique 68" descr="Sphères de Harvey 100% avec un remplissage uni">
            <a:extLst>
              <a:ext uri="{FF2B5EF4-FFF2-40B4-BE49-F238E27FC236}">
                <a16:creationId xmlns:a16="http://schemas.microsoft.com/office/drawing/2014/main" id="{53645EC4-C017-4235-B6CD-97F3A3E677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5208790" y="525767"/>
            <a:ext cx="504228" cy="110605"/>
          </a:xfrm>
          <a:prstGeom prst="rect">
            <a:avLst/>
          </a:prstGeom>
        </p:spPr>
      </p:pic>
      <p:pic>
        <p:nvPicPr>
          <p:cNvPr id="70" name="Graphique 69" descr="Sphères de Harvey 100% avec un remplissage uni">
            <a:extLst>
              <a:ext uri="{FF2B5EF4-FFF2-40B4-BE49-F238E27FC236}">
                <a16:creationId xmlns:a16="http://schemas.microsoft.com/office/drawing/2014/main" id="{9FEB5D08-FFEA-4D87-90AD-23C67B6778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6277427" y="1643836"/>
            <a:ext cx="504228" cy="110605"/>
          </a:xfrm>
          <a:prstGeom prst="rect">
            <a:avLst/>
          </a:prstGeom>
        </p:spPr>
      </p:pic>
      <p:pic>
        <p:nvPicPr>
          <p:cNvPr id="71" name="Graphique 70" descr="Sphères de Harvey 100% avec un remplissage uni">
            <a:extLst>
              <a:ext uri="{FF2B5EF4-FFF2-40B4-BE49-F238E27FC236}">
                <a16:creationId xmlns:a16="http://schemas.microsoft.com/office/drawing/2014/main" id="{E23AC7B1-BCC0-4193-8669-8DC8333B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6286092" y="518223"/>
            <a:ext cx="504228" cy="110605"/>
          </a:xfrm>
          <a:prstGeom prst="rect">
            <a:avLst/>
          </a:prstGeom>
        </p:spPr>
      </p:pic>
      <p:pic>
        <p:nvPicPr>
          <p:cNvPr id="72" name="Graphique 71" descr="Sphères de Harvey 100% avec un remplissage uni">
            <a:extLst>
              <a:ext uri="{FF2B5EF4-FFF2-40B4-BE49-F238E27FC236}">
                <a16:creationId xmlns:a16="http://schemas.microsoft.com/office/drawing/2014/main" id="{B2D51D41-08A3-4820-ADB4-7F045C333F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5208791" y="1605736"/>
            <a:ext cx="504228" cy="110605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D583A7D4-FCDB-469B-BDDF-07DC59654739}"/>
              </a:ext>
            </a:extLst>
          </p:cNvPr>
          <p:cNvGrpSpPr/>
          <p:nvPr/>
        </p:nvGrpSpPr>
        <p:grpSpPr>
          <a:xfrm rot="19766643">
            <a:off x="8464597" y="537132"/>
            <a:ext cx="914400" cy="914400"/>
            <a:chOff x="8464597" y="537132"/>
            <a:chExt cx="914400" cy="914400"/>
          </a:xfrm>
        </p:grpSpPr>
        <p:pic>
          <p:nvPicPr>
            <p:cNvPr id="49" name="Graphique 48" descr="Carte à jouer avec un remplissage uni">
              <a:extLst>
                <a:ext uri="{FF2B5EF4-FFF2-40B4-BE49-F238E27FC236}">
                  <a16:creationId xmlns:a16="http://schemas.microsoft.com/office/drawing/2014/main" id="{6B1D34F5-2A94-480A-B98A-59EDA525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0B37A1-6720-40A3-9C57-8C5EA6399CB1}"/>
                </a:ext>
              </a:extLst>
            </p:cNvPr>
            <p:cNvSpPr/>
            <p:nvPr/>
          </p:nvSpPr>
          <p:spPr>
            <a:xfrm>
              <a:off x="8748713" y="719138"/>
              <a:ext cx="342900" cy="557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FE6B79C8-662C-4018-9076-68F8E776DC32}"/>
              </a:ext>
            </a:extLst>
          </p:cNvPr>
          <p:cNvGrpSpPr/>
          <p:nvPr/>
        </p:nvGrpSpPr>
        <p:grpSpPr>
          <a:xfrm>
            <a:off x="8762908" y="410780"/>
            <a:ext cx="914400" cy="914400"/>
            <a:chOff x="8464597" y="537132"/>
            <a:chExt cx="914400" cy="914400"/>
          </a:xfrm>
        </p:grpSpPr>
        <p:pic>
          <p:nvPicPr>
            <p:cNvPr id="76" name="Graphique 75" descr="Carte à jouer avec un remplissage uni">
              <a:extLst>
                <a:ext uri="{FF2B5EF4-FFF2-40B4-BE49-F238E27FC236}">
                  <a16:creationId xmlns:a16="http://schemas.microsoft.com/office/drawing/2014/main" id="{34862D52-3FD8-44C8-B966-00A791D2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A676294-823B-4037-AEA5-705042CED3F5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8C7C4F28-7247-41A0-B113-AA2178102C4A}"/>
              </a:ext>
            </a:extLst>
          </p:cNvPr>
          <p:cNvGrpSpPr/>
          <p:nvPr/>
        </p:nvGrpSpPr>
        <p:grpSpPr>
          <a:xfrm rot="1566252">
            <a:off x="9022951" y="463169"/>
            <a:ext cx="914400" cy="914400"/>
            <a:chOff x="8464597" y="537132"/>
            <a:chExt cx="914400" cy="914400"/>
          </a:xfrm>
        </p:grpSpPr>
        <p:pic>
          <p:nvPicPr>
            <p:cNvPr id="81" name="Graphique 80" descr="Carte à jouer avec un remplissage uni">
              <a:extLst>
                <a:ext uri="{FF2B5EF4-FFF2-40B4-BE49-F238E27FC236}">
                  <a16:creationId xmlns:a16="http://schemas.microsoft.com/office/drawing/2014/main" id="{DD28891A-CFAF-4198-9443-0B68E558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388ACB1-1984-46E7-B4FA-00B9990C65C8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BC775085-AB7B-4D41-967D-F5FFF3952493}"/>
              </a:ext>
            </a:extLst>
          </p:cNvPr>
          <p:cNvGrpSpPr/>
          <p:nvPr/>
        </p:nvGrpSpPr>
        <p:grpSpPr>
          <a:xfrm>
            <a:off x="10418956" y="841417"/>
            <a:ext cx="1472754" cy="1040752"/>
            <a:chOff x="10418956" y="841417"/>
            <a:chExt cx="1472754" cy="1040752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AD24A815-B47B-4C58-8C10-E1A09D11C14A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86" name="Graphique 85" descr="Carte à jouer avec un remplissage uni">
                <a:extLst>
                  <a:ext uri="{FF2B5EF4-FFF2-40B4-BE49-F238E27FC236}">
                    <a16:creationId xmlns:a16="http://schemas.microsoft.com/office/drawing/2014/main" id="{5DB13A78-F014-4DFA-BCAF-07B75EDC0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54422E7-D120-4670-B335-EBA56449C2C0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9BCFBA77-8BB1-4FA3-A30F-B21327F4634D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91" name="Graphique 90" descr="Carte à jouer avec un remplissage uni">
                <a:extLst>
                  <a:ext uri="{FF2B5EF4-FFF2-40B4-BE49-F238E27FC236}">
                    <a16:creationId xmlns:a16="http://schemas.microsoft.com/office/drawing/2014/main" id="{96D9119D-ED90-4A48-874D-02DBE9288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5AC6BD-DE85-48E2-B060-0F6F507CE07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9BEF972D-CE4B-497D-BC7E-431C3B61228C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94" name="Graphique 93" descr="Carte à jouer avec un remplissage uni">
                <a:extLst>
                  <a:ext uri="{FF2B5EF4-FFF2-40B4-BE49-F238E27FC236}">
                    <a16:creationId xmlns:a16="http://schemas.microsoft.com/office/drawing/2014/main" id="{324BBDB2-EEE5-4584-BE11-6F10E1D9E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AE775C0-C7A0-4176-A3DA-BBACC357770E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2" name="Graphique 11" descr="Dé avec un remplissage uni">
            <a:extLst>
              <a:ext uri="{FF2B5EF4-FFF2-40B4-BE49-F238E27FC236}">
                <a16:creationId xmlns:a16="http://schemas.microsoft.com/office/drawing/2014/main" id="{E09BDAB9-EA44-41DC-8E33-62B5CF9AC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50" y="2911902"/>
            <a:ext cx="1400175" cy="1400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D1E5B5-6FA0-409B-8F24-250C023D20E8}"/>
              </a:ext>
            </a:extLst>
          </p:cNvPr>
          <p:cNvSpPr/>
          <p:nvPr/>
        </p:nvSpPr>
        <p:spPr>
          <a:xfrm>
            <a:off x="4615059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59F448-6C2B-4A4A-93E8-5158D8A76139}"/>
              </a:ext>
            </a:extLst>
          </p:cNvPr>
          <p:cNvSpPr/>
          <p:nvPr/>
        </p:nvSpPr>
        <p:spPr>
          <a:xfrm>
            <a:off x="5664521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A8CA3A-AE3D-44DA-8B7D-F47F037289A0}"/>
              </a:ext>
            </a:extLst>
          </p:cNvPr>
          <p:cNvSpPr/>
          <p:nvPr/>
        </p:nvSpPr>
        <p:spPr>
          <a:xfrm>
            <a:off x="6682997" y="2771238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C4E593-FE97-4B1D-959E-475C6961CD79}"/>
              </a:ext>
            </a:extLst>
          </p:cNvPr>
          <p:cNvSpPr/>
          <p:nvPr/>
        </p:nvSpPr>
        <p:spPr>
          <a:xfrm>
            <a:off x="4685336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98E254-330D-4B8B-800A-00AAAAFFB81E}"/>
              </a:ext>
            </a:extLst>
          </p:cNvPr>
          <p:cNvSpPr/>
          <p:nvPr/>
        </p:nvSpPr>
        <p:spPr>
          <a:xfrm>
            <a:off x="4892788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C2FD774-C3F1-4AF3-9A7B-C4CE6B8CD449}"/>
              </a:ext>
            </a:extLst>
          </p:cNvPr>
          <p:cNvSpPr/>
          <p:nvPr/>
        </p:nvSpPr>
        <p:spPr>
          <a:xfrm>
            <a:off x="4683374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F34C01-7E5A-480F-A1E4-18414C2B0910}"/>
              </a:ext>
            </a:extLst>
          </p:cNvPr>
          <p:cNvSpPr/>
          <p:nvPr/>
        </p:nvSpPr>
        <p:spPr>
          <a:xfrm>
            <a:off x="4892788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FAA5941-5023-4E44-8C51-E0631C4746EB}"/>
              </a:ext>
            </a:extLst>
          </p:cNvPr>
          <p:cNvSpPr/>
          <p:nvPr/>
        </p:nvSpPr>
        <p:spPr>
          <a:xfrm>
            <a:off x="5242850" y="299011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D95604-EE91-418F-B28C-D12718E46E2E}"/>
              </a:ext>
            </a:extLst>
          </p:cNvPr>
          <p:cNvSpPr/>
          <p:nvPr/>
        </p:nvSpPr>
        <p:spPr>
          <a:xfrm>
            <a:off x="5768909" y="303720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34FE617-1655-471D-B9BD-8EDD8EB25946}"/>
              </a:ext>
            </a:extLst>
          </p:cNvPr>
          <p:cNvSpPr/>
          <p:nvPr/>
        </p:nvSpPr>
        <p:spPr>
          <a:xfrm>
            <a:off x="5999221" y="3218250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31285A8-5F5E-4067-A0A3-AD5CFF48E890}"/>
              </a:ext>
            </a:extLst>
          </p:cNvPr>
          <p:cNvSpPr/>
          <p:nvPr/>
        </p:nvSpPr>
        <p:spPr>
          <a:xfrm>
            <a:off x="5999042" y="2934675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800E8E-067E-44A5-8760-236FF9A4C445}"/>
              </a:ext>
            </a:extLst>
          </p:cNvPr>
          <p:cNvSpPr/>
          <p:nvPr/>
        </p:nvSpPr>
        <p:spPr>
          <a:xfrm>
            <a:off x="6279344" y="309355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B5B49D-C34A-444A-A1A1-924D06906353}"/>
              </a:ext>
            </a:extLst>
          </p:cNvPr>
          <p:cNvSpPr/>
          <p:nvPr/>
        </p:nvSpPr>
        <p:spPr>
          <a:xfrm>
            <a:off x="6754132" y="3735371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C704C2-2B90-4DBE-9042-7BED228D4DB5}"/>
              </a:ext>
            </a:extLst>
          </p:cNvPr>
          <p:cNvSpPr/>
          <p:nvPr/>
        </p:nvSpPr>
        <p:spPr>
          <a:xfrm>
            <a:off x="6754132" y="297854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6DC312-FC23-4858-85BC-6E29A7ABDE5E}"/>
              </a:ext>
            </a:extLst>
          </p:cNvPr>
          <p:cNvSpPr/>
          <p:nvPr/>
        </p:nvSpPr>
        <p:spPr>
          <a:xfrm>
            <a:off x="7078292" y="287644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526A86F-8B8E-4B66-8DAB-A5ADB5376CFA}"/>
              </a:ext>
            </a:extLst>
          </p:cNvPr>
          <p:cNvSpPr/>
          <p:nvPr/>
        </p:nvSpPr>
        <p:spPr>
          <a:xfrm>
            <a:off x="7308425" y="294668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4E84320-AC1E-4F74-B41F-E4A04A14D1C8}"/>
              </a:ext>
            </a:extLst>
          </p:cNvPr>
          <p:cNvSpPr/>
          <p:nvPr/>
        </p:nvSpPr>
        <p:spPr>
          <a:xfrm>
            <a:off x="7314218" y="3730272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285C9C2-D659-42DD-9E45-F102CFAC1250}"/>
              </a:ext>
            </a:extLst>
          </p:cNvPr>
          <p:cNvCxnSpPr/>
          <p:nvPr/>
        </p:nvCxnSpPr>
        <p:spPr>
          <a:xfrm>
            <a:off x="8430267" y="2928679"/>
            <a:ext cx="331287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EC405A7-48BF-42FB-AC16-15EEA5679E09}"/>
              </a:ext>
            </a:extLst>
          </p:cNvPr>
          <p:cNvSpPr/>
          <p:nvPr/>
        </p:nvSpPr>
        <p:spPr>
          <a:xfrm>
            <a:off x="8632845" y="3053368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48D10A-4E5E-4BD4-B060-64B2A640CF9A}"/>
              </a:ext>
            </a:extLst>
          </p:cNvPr>
          <p:cNvSpPr/>
          <p:nvPr/>
        </p:nvSpPr>
        <p:spPr>
          <a:xfrm>
            <a:off x="8551793" y="2990116"/>
            <a:ext cx="996146" cy="1330419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897A397-3394-4442-A790-318D70B4DB18}"/>
              </a:ext>
            </a:extLst>
          </p:cNvPr>
          <p:cNvSpPr/>
          <p:nvPr/>
        </p:nvSpPr>
        <p:spPr>
          <a:xfrm>
            <a:off x="9677308" y="2994103"/>
            <a:ext cx="996146" cy="556816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E891A69-309E-4D6C-A4F4-1E2589522907}"/>
              </a:ext>
            </a:extLst>
          </p:cNvPr>
          <p:cNvSpPr/>
          <p:nvPr/>
        </p:nvSpPr>
        <p:spPr>
          <a:xfrm>
            <a:off x="10765406" y="2994102"/>
            <a:ext cx="996146" cy="1134981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D3434D-2638-4D6A-91FD-AD6A27F68572}"/>
              </a:ext>
            </a:extLst>
          </p:cNvPr>
          <p:cNvSpPr/>
          <p:nvPr/>
        </p:nvSpPr>
        <p:spPr>
          <a:xfrm>
            <a:off x="8637009" y="3199331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577C6AE-0069-494B-8650-F3C2256C30D2}"/>
              </a:ext>
            </a:extLst>
          </p:cNvPr>
          <p:cNvSpPr/>
          <p:nvPr/>
        </p:nvSpPr>
        <p:spPr>
          <a:xfrm>
            <a:off x="8782807" y="311433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820A53F-38C5-448D-ABD3-F4F718516206}"/>
              </a:ext>
            </a:extLst>
          </p:cNvPr>
          <p:cNvSpPr/>
          <p:nvPr/>
        </p:nvSpPr>
        <p:spPr>
          <a:xfrm>
            <a:off x="8928701" y="3218250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FE505C0-F068-400B-9FE3-22605315A18A}"/>
              </a:ext>
            </a:extLst>
          </p:cNvPr>
          <p:cNvSpPr/>
          <p:nvPr/>
        </p:nvSpPr>
        <p:spPr>
          <a:xfrm>
            <a:off x="9357798" y="312222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FA4F8C5-A904-4753-825D-3F76788A3A3B}"/>
              </a:ext>
            </a:extLst>
          </p:cNvPr>
          <p:cNvSpPr/>
          <p:nvPr/>
        </p:nvSpPr>
        <p:spPr>
          <a:xfrm>
            <a:off x="9361145" y="3271845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BA90276-933D-41E0-92AD-4CE25FD5FBF9}"/>
              </a:ext>
            </a:extLst>
          </p:cNvPr>
          <p:cNvSpPr/>
          <p:nvPr/>
        </p:nvSpPr>
        <p:spPr>
          <a:xfrm>
            <a:off x="863284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F26DAD-76FD-45E0-8D41-A791B978189D}"/>
              </a:ext>
            </a:extLst>
          </p:cNvPr>
          <p:cNvSpPr/>
          <p:nvPr/>
        </p:nvSpPr>
        <p:spPr>
          <a:xfrm>
            <a:off x="877676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A4EC6FF-717F-474A-87F2-4A3C346397B4}"/>
              </a:ext>
            </a:extLst>
          </p:cNvPr>
          <p:cNvSpPr/>
          <p:nvPr/>
        </p:nvSpPr>
        <p:spPr>
          <a:xfrm>
            <a:off x="9711952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B2AB8DB-A3AB-4E53-83CD-25AB5302B4B8}"/>
              </a:ext>
            </a:extLst>
          </p:cNvPr>
          <p:cNvSpPr/>
          <p:nvPr/>
        </p:nvSpPr>
        <p:spPr>
          <a:xfrm>
            <a:off x="9828604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557ABEC-16AA-4385-80D3-AF1F2FE6458F}"/>
              </a:ext>
            </a:extLst>
          </p:cNvPr>
          <p:cNvSpPr/>
          <p:nvPr/>
        </p:nvSpPr>
        <p:spPr>
          <a:xfrm>
            <a:off x="9739219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A3509D-4FBF-4CD0-A138-1FBECF792B39}"/>
              </a:ext>
            </a:extLst>
          </p:cNvPr>
          <p:cNvSpPr/>
          <p:nvPr/>
        </p:nvSpPr>
        <p:spPr>
          <a:xfrm>
            <a:off x="9855871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BF0EEB4-3296-4A9E-94BD-B458AE64107C}"/>
              </a:ext>
            </a:extLst>
          </p:cNvPr>
          <p:cNvSpPr/>
          <p:nvPr/>
        </p:nvSpPr>
        <p:spPr>
          <a:xfrm>
            <a:off x="9816794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5941DCF-FCEB-48E8-B9C8-9AE2686E8648}"/>
              </a:ext>
            </a:extLst>
          </p:cNvPr>
          <p:cNvSpPr/>
          <p:nvPr/>
        </p:nvSpPr>
        <p:spPr>
          <a:xfrm>
            <a:off x="9933446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E05D80A-87CD-4925-B586-73739B9D9CC8}"/>
              </a:ext>
            </a:extLst>
          </p:cNvPr>
          <p:cNvSpPr/>
          <p:nvPr/>
        </p:nvSpPr>
        <p:spPr>
          <a:xfrm>
            <a:off x="10302151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396E803-848F-4301-A9C4-85B4A892CE20}"/>
              </a:ext>
            </a:extLst>
          </p:cNvPr>
          <p:cNvSpPr/>
          <p:nvPr/>
        </p:nvSpPr>
        <p:spPr>
          <a:xfrm>
            <a:off x="10418803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646C67E-03E5-4F94-A713-FAB8B89F1DB2}"/>
              </a:ext>
            </a:extLst>
          </p:cNvPr>
          <p:cNvSpPr/>
          <p:nvPr/>
        </p:nvSpPr>
        <p:spPr>
          <a:xfrm>
            <a:off x="10329418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30EEDF0-36CF-4EFF-9415-CA4AFC26A5C4}"/>
              </a:ext>
            </a:extLst>
          </p:cNvPr>
          <p:cNvSpPr/>
          <p:nvPr/>
        </p:nvSpPr>
        <p:spPr>
          <a:xfrm>
            <a:off x="10446070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2A9100-6F6C-47DF-93D3-CA8DCBFFC116}"/>
              </a:ext>
            </a:extLst>
          </p:cNvPr>
          <p:cNvSpPr/>
          <p:nvPr/>
        </p:nvSpPr>
        <p:spPr>
          <a:xfrm>
            <a:off x="10406993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821406E-04D2-46A8-A1C9-FF76AD020808}"/>
              </a:ext>
            </a:extLst>
          </p:cNvPr>
          <p:cNvSpPr/>
          <p:nvPr/>
        </p:nvSpPr>
        <p:spPr>
          <a:xfrm>
            <a:off x="10523645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5B9B88B-030B-411B-B16F-BB822B70395E}"/>
              </a:ext>
            </a:extLst>
          </p:cNvPr>
          <p:cNvSpPr/>
          <p:nvPr/>
        </p:nvSpPr>
        <p:spPr>
          <a:xfrm>
            <a:off x="11358379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4E4C39F-D807-48FB-BB1F-27516CE6D600}"/>
              </a:ext>
            </a:extLst>
          </p:cNvPr>
          <p:cNvSpPr/>
          <p:nvPr/>
        </p:nvSpPr>
        <p:spPr>
          <a:xfrm>
            <a:off x="11475031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2A492C-7860-4968-A76B-6ABA9FBD5DE5}"/>
              </a:ext>
            </a:extLst>
          </p:cNvPr>
          <p:cNvSpPr/>
          <p:nvPr/>
        </p:nvSpPr>
        <p:spPr>
          <a:xfrm>
            <a:off x="11385646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EE17DE2-1C15-45E0-8CC7-A263A340A725}"/>
              </a:ext>
            </a:extLst>
          </p:cNvPr>
          <p:cNvSpPr/>
          <p:nvPr/>
        </p:nvSpPr>
        <p:spPr>
          <a:xfrm>
            <a:off x="11502298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71F004F-1896-44C7-81D3-76D4E246064C}"/>
              </a:ext>
            </a:extLst>
          </p:cNvPr>
          <p:cNvSpPr/>
          <p:nvPr/>
        </p:nvSpPr>
        <p:spPr>
          <a:xfrm>
            <a:off x="11463221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782143E-0CF8-45B2-805E-E1FB30D3A1AC}"/>
              </a:ext>
            </a:extLst>
          </p:cNvPr>
          <p:cNvSpPr/>
          <p:nvPr/>
        </p:nvSpPr>
        <p:spPr>
          <a:xfrm>
            <a:off x="11579873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CF11DCC-8431-4EC5-B78C-CB43912DF1F4}"/>
              </a:ext>
            </a:extLst>
          </p:cNvPr>
          <p:cNvSpPr/>
          <p:nvPr/>
        </p:nvSpPr>
        <p:spPr>
          <a:xfrm>
            <a:off x="10909223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D05F176-402D-4A20-BEF9-3903ED065486}"/>
              </a:ext>
            </a:extLst>
          </p:cNvPr>
          <p:cNvSpPr/>
          <p:nvPr/>
        </p:nvSpPr>
        <p:spPr>
          <a:xfrm>
            <a:off x="11025875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D59787-76E6-45A3-8C03-7AD908A54891}"/>
              </a:ext>
            </a:extLst>
          </p:cNvPr>
          <p:cNvSpPr/>
          <p:nvPr/>
        </p:nvSpPr>
        <p:spPr>
          <a:xfrm>
            <a:off x="10936490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81DA9CF-F632-4935-A6F9-EBD0B3C71A32}"/>
              </a:ext>
            </a:extLst>
          </p:cNvPr>
          <p:cNvSpPr/>
          <p:nvPr/>
        </p:nvSpPr>
        <p:spPr>
          <a:xfrm>
            <a:off x="11053142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5AC36E-BBC2-4DAC-9BA0-D0187AE121DD}"/>
              </a:ext>
            </a:extLst>
          </p:cNvPr>
          <p:cNvSpPr/>
          <p:nvPr/>
        </p:nvSpPr>
        <p:spPr>
          <a:xfrm>
            <a:off x="11014065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C9F1537-E2B8-4724-8989-38BB3CFABFC6}"/>
              </a:ext>
            </a:extLst>
          </p:cNvPr>
          <p:cNvSpPr/>
          <p:nvPr/>
        </p:nvSpPr>
        <p:spPr>
          <a:xfrm>
            <a:off x="11130717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78DA8EE-899F-4822-A5F4-2F018E935741}"/>
              </a:ext>
            </a:extLst>
          </p:cNvPr>
          <p:cNvSpPr/>
          <p:nvPr/>
        </p:nvSpPr>
        <p:spPr>
          <a:xfrm>
            <a:off x="8562159" y="2560573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9880985-5C47-4EFB-8F84-E5340186ADC1}"/>
              </a:ext>
            </a:extLst>
          </p:cNvPr>
          <p:cNvSpPr/>
          <p:nvPr/>
        </p:nvSpPr>
        <p:spPr>
          <a:xfrm>
            <a:off x="9778934" y="2553830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FACBBD-F18A-4850-A98A-D56F015DC0B9}"/>
              </a:ext>
            </a:extLst>
          </p:cNvPr>
          <p:cNvSpPr/>
          <p:nvPr/>
        </p:nvSpPr>
        <p:spPr>
          <a:xfrm>
            <a:off x="10951641" y="2544799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Graphique 16" descr="Programmatrice avec un remplissage uni">
            <a:extLst>
              <a:ext uri="{FF2B5EF4-FFF2-40B4-BE49-F238E27FC236}">
                <a16:creationId xmlns:a16="http://schemas.microsoft.com/office/drawing/2014/main" id="{389D600A-0605-436D-AEB3-4CF42AA3B1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786" y="4815840"/>
            <a:ext cx="699148" cy="699148"/>
          </a:xfrm>
          <a:prstGeom prst="rect">
            <a:avLst/>
          </a:prstGeom>
        </p:spPr>
      </p:pic>
      <p:pic>
        <p:nvPicPr>
          <p:cNvPr id="19" name="Graphique 18" descr="Programmatrice contour">
            <a:extLst>
              <a:ext uri="{FF2B5EF4-FFF2-40B4-BE49-F238E27FC236}">
                <a16:creationId xmlns:a16="http://schemas.microsoft.com/office/drawing/2014/main" id="{3E16C724-BCFD-4871-978B-788963C7DE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2596" y="5825732"/>
            <a:ext cx="776448" cy="776448"/>
          </a:xfrm>
          <a:prstGeom prst="rect">
            <a:avLst/>
          </a:prstGeom>
        </p:spPr>
      </p:pic>
      <p:pic>
        <p:nvPicPr>
          <p:cNvPr id="22" name="Graphique 21" descr="Programmeur avec un remplissage uni">
            <a:extLst>
              <a:ext uri="{FF2B5EF4-FFF2-40B4-BE49-F238E27FC236}">
                <a16:creationId xmlns:a16="http://schemas.microsoft.com/office/drawing/2014/main" id="{1C26B192-90E1-4507-B7AF-060FF4B8F0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0673" y="4815840"/>
            <a:ext cx="699148" cy="699148"/>
          </a:xfrm>
          <a:prstGeom prst="rect">
            <a:avLst/>
          </a:prstGeom>
        </p:spPr>
      </p:pic>
      <p:pic>
        <p:nvPicPr>
          <p:cNvPr id="25" name="Graphique 24" descr="Programmeur contour">
            <a:extLst>
              <a:ext uri="{FF2B5EF4-FFF2-40B4-BE49-F238E27FC236}">
                <a16:creationId xmlns:a16="http://schemas.microsoft.com/office/drawing/2014/main" id="{E522A4D7-D888-407D-93DC-D795AE9D10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198" y="5970475"/>
            <a:ext cx="699148" cy="699148"/>
          </a:xfrm>
          <a:prstGeom prst="rect">
            <a:avLst/>
          </a:prstGeom>
        </p:spPr>
      </p:pic>
      <p:pic>
        <p:nvPicPr>
          <p:cNvPr id="28" name="Graphique 27" descr="Écran avec un remplissage uni">
            <a:extLst>
              <a:ext uri="{FF2B5EF4-FFF2-40B4-BE49-F238E27FC236}">
                <a16:creationId xmlns:a16="http://schemas.microsoft.com/office/drawing/2014/main" id="{FEC4F93B-4B1F-4FE8-B4BE-C10CEB6DEB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5411" y="4814900"/>
            <a:ext cx="1891292" cy="1891292"/>
          </a:xfrm>
          <a:prstGeom prst="rect">
            <a:avLst/>
          </a:prstGeom>
        </p:spPr>
      </p:pic>
      <p:pic>
        <p:nvPicPr>
          <p:cNvPr id="167" name="Graphique 166" descr="Personne confuse avec un remplissage uni">
            <a:extLst>
              <a:ext uri="{FF2B5EF4-FFF2-40B4-BE49-F238E27FC236}">
                <a16:creationId xmlns:a16="http://schemas.microsoft.com/office/drawing/2014/main" id="{20E6BB60-3143-4A29-A993-C666313443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253038"/>
            <a:ext cx="301052" cy="301052"/>
          </a:xfrm>
          <a:prstGeom prst="rect">
            <a:avLst/>
          </a:prstGeom>
        </p:spPr>
      </p:pic>
      <p:pic>
        <p:nvPicPr>
          <p:cNvPr id="168" name="Graphique 167" descr="Personne confuse avec un remplissage uni">
            <a:extLst>
              <a:ext uri="{FF2B5EF4-FFF2-40B4-BE49-F238E27FC236}">
                <a16:creationId xmlns:a16="http://schemas.microsoft.com/office/drawing/2014/main" id="{45275479-F0DC-4A6E-B842-D447CEC45D4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734766"/>
            <a:ext cx="301052" cy="301052"/>
          </a:xfrm>
          <a:prstGeom prst="rect">
            <a:avLst/>
          </a:prstGeom>
        </p:spPr>
      </p:pic>
      <p:pic>
        <p:nvPicPr>
          <p:cNvPr id="169" name="Graphique 168" descr="Personne confuse avec un remplissage uni">
            <a:extLst>
              <a:ext uri="{FF2B5EF4-FFF2-40B4-BE49-F238E27FC236}">
                <a16:creationId xmlns:a16="http://schemas.microsoft.com/office/drawing/2014/main" id="{C94097CE-BBC0-4686-9E51-82C69F7D5A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734766"/>
            <a:ext cx="301052" cy="301052"/>
          </a:xfrm>
          <a:prstGeom prst="rect">
            <a:avLst/>
          </a:prstGeom>
        </p:spPr>
      </p:pic>
      <p:pic>
        <p:nvPicPr>
          <p:cNvPr id="170" name="Graphique 169" descr="Personne confuse avec un remplissage uni">
            <a:extLst>
              <a:ext uri="{FF2B5EF4-FFF2-40B4-BE49-F238E27FC236}">
                <a16:creationId xmlns:a16="http://schemas.microsoft.com/office/drawing/2014/main" id="{0A0104DF-6621-4E48-9292-7A822C1891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253038"/>
            <a:ext cx="301052" cy="301052"/>
          </a:xfrm>
          <a:prstGeom prst="rect">
            <a:avLst/>
          </a:prstGeom>
        </p:spPr>
      </p:pic>
      <p:pic>
        <p:nvPicPr>
          <p:cNvPr id="30" name="Graphique 29" descr="Bureau avec un remplissage uni">
            <a:extLst>
              <a:ext uri="{FF2B5EF4-FFF2-40B4-BE49-F238E27FC236}">
                <a16:creationId xmlns:a16="http://schemas.microsoft.com/office/drawing/2014/main" id="{2F08BEEF-2720-4345-9D6C-1FAAABD4910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7408" t="17475" r="11316" b="16349"/>
          <a:stretch/>
        </p:blipFill>
        <p:spPr>
          <a:xfrm>
            <a:off x="1843172" y="5405739"/>
            <a:ext cx="435769" cy="354807"/>
          </a:xfrm>
          <a:prstGeom prst="rect">
            <a:avLst/>
          </a:prstGeom>
        </p:spPr>
      </p:pic>
      <p:pic>
        <p:nvPicPr>
          <p:cNvPr id="32" name="Graphique 31" descr="Cause à effet avec un remplissage uni">
            <a:extLst>
              <a:ext uri="{FF2B5EF4-FFF2-40B4-BE49-F238E27FC236}">
                <a16:creationId xmlns:a16="http://schemas.microsoft.com/office/drawing/2014/main" id="{C0E60750-6961-440A-A408-74EE8EA00F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548" y="5186140"/>
            <a:ext cx="434847" cy="434847"/>
          </a:xfrm>
          <a:prstGeom prst="rect">
            <a:avLst/>
          </a:prstGeom>
        </p:spPr>
      </p:pic>
      <p:pic>
        <p:nvPicPr>
          <p:cNvPr id="174" name="Graphique 173" descr="Cause à effet avec un remplissage uni">
            <a:extLst>
              <a:ext uri="{FF2B5EF4-FFF2-40B4-BE49-F238E27FC236}">
                <a16:creationId xmlns:a16="http://schemas.microsoft.com/office/drawing/2014/main" id="{9537C295-9265-4E26-894E-B07C5E9F54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V="1">
            <a:off x="853919" y="6104460"/>
            <a:ext cx="434847" cy="431178"/>
          </a:xfrm>
          <a:prstGeom prst="rect">
            <a:avLst/>
          </a:prstGeom>
        </p:spPr>
      </p:pic>
      <p:pic>
        <p:nvPicPr>
          <p:cNvPr id="177" name="Graphique 176" descr="Cause à effet avec un remplissage uni">
            <a:extLst>
              <a:ext uri="{FF2B5EF4-FFF2-40B4-BE49-F238E27FC236}">
                <a16:creationId xmlns:a16="http://schemas.microsoft.com/office/drawing/2014/main" id="{25189B03-90DB-4E71-B11B-39E933E65E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2839969" y="5128135"/>
            <a:ext cx="435768" cy="434847"/>
          </a:xfrm>
          <a:prstGeom prst="rect">
            <a:avLst/>
          </a:prstGeom>
        </p:spPr>
      </p:pic>
      <p:pic>
        <p:nvPicPr>
          <p:cNvPr id="178" name="Graphique 177" descr="Cause à effet avec un remplissage uni">
            <a:extLst>
              <a:ext uri="{FF2B5EF4-FFF2-40B4-BE49-F238E27FC236}">
                <a16:creationId xmlns:a16="http://schemas.microsoft.com/office/drawing/2014/main" id="{3C712E08-3780-4204-94CF-6DD06A31D0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 flipV="1">
            <a:off x="2824340" y="6046455"/>
            <a:ext cx="435768" cy="431178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787DC1CE-654E-4094-ABAA-AA427F0A55F3}"/>
              </a:ext>
            </a:extLst>
          </p:cNvPr>
          <p:cNvGrpSpPr/>
          <p:nvPr/>
        </p:nvGrpSpPr>
        <p:grpSpPr>
          <a:xfrm>
            <a:off x="4460125" y="4780518"/>
            <a:ext cx="716083" cy="970336"/>
            <a:chOff x="4460125" y="4780518"/>
            <a:chExt cx="716083" cy="970336"/>
          </a:xfrm>
        </p:grpSpPr>
        <p:pic>
          <p:nvPicPr>
            <p:cNvPr id="36" name="Graphique 35" descr="Table et chaises avec un remplissage uni">
              <a:extLst>
                <a:ext uri="{FF2B5EF4-FFF2-40B4-BE49-F238E27FC236}">
                  <a16:creationId xmlns:a16="http://schemas.microsoft.com/office/drawing/2014/main" id="{F99CA43C-428D-4415-A766-41F687B8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79" name="Graphique 178" descr="Table et chaises avec un remplissage uni">
              <a:extLst>
                <a:ext uri="{FF2B5EF4-FFF2-40B4-BE49-F238E27FC236}">
                  <a16:creationId xmlns:a16="http://schemas.microsoft.com/office/drawing/2014/main" id="{CEEE820D-2156-48BA-8421-ABD5ED8A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37" name="Organigramme : Données 36">
              <a:extLst>
                <a:ext uri="{FF2B5EF4-FFF2-40B4-BE49-F238E27FC236}">
                  <a16:creationId xmlns:a16="http://schemas.microsoft.com/office/drawing/2014/main" id="{138CBD4B-2CC3-4F66-AF17-084F5A2935B8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0442E40D-2C94-4B32-B76A-D7881764447C}"/>
              </a:ext>
            </a:extLst>
          </p:cNvPr>
          <p:cNvGrpSpPr/>
          <p:nvPr/>
        </p:nvGrpSpPr>
        <p:grpSpPr>
          <a:xfrm>
            <a:off x="5713675" y="4804007"/>
            <a:ext cx="716083" cy="970336"/>
            <a:chOff x="4460125" y="4780518"/>
            <a:chExt cx="716083" cy="970336"/>
          </a:xfrm>
        </p:grpSpPr>
        <p:pic>
          <p:nvPicPr>
            <p:cNvPr id="183" name="Graphique 182" descr="Table et chaises avec un remplissage uni">
              <a:extLst>
                <a:ext uri="{FF2B5EF4-FFF2-40B4-BE49-F238E27FC236}">
                  <a16:creationId xmlns:a16="http://schemas.microsoft.com/office/drawing/2014/main" id="{9D320FEF-9042-481C-9558-46ADC0957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4" name="Graphique 183" descr="Table et chaises avec un remplissage uni">
              <a:extLst>
                <a:ext uri="{FF2B5EF4-FFF2-40B4-BE49-F238E27FC236}">
                  <a16:creationId xmlns:a16="http://schemas.microsoft.com/office/drawing/2014/main" id="{5F502D87-5D8C-4023-9113-59DB5B06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5" name="Organigramme : Données 184">
              <a:extLst>
                <a:ext uri="{FF2B5EF4-FFF2-40B4-BE49-F238E27FC236}">
                  <a16:creationId xmlns:a16="http://schemas.microsoft.com/office/drawing/2014/main" id="{04DBEBDF-EB2B-47BB-AC87-D105D68A54BD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01D2815F-9FD9-4CA8-8976-2B539D161D83}"/>
              </a:ext>
            </a:extLst>
          </p:cNvPr>
          <p:cNvGrpSpPr/>
          <p:nvPr/>
        </p:nvGrpSpPr>
        <p:grpSpPr>
          <a:xfrm>
            <a:off x="4943425" y="5631844"/>
            <a:ext cx="716083" cy="970336"/>
            <a:chOff x="4460125" y="4780518"/>
            <a:chExt cx="716083" cy="970336"/>
          </a:xfrm>
        </p:grpSpPr>
        <p:pic>
          <p:nvPicPr>
            <p:cNvPr id="187" name="Graphique 186" descr="Table et chaises avec un remplissage uni">
              <a:extLst>
                <a:ext uri="{FF2B5EF4-FFF2-40B4-BE49-F238E27FC236}">
                  <a16:creationId xmlns:a16="http://schemas.microsoft.com/office/drawing/2014/main" id="{B66E5F32-869A-4D3D-B061-F7E7FA5FD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8" name="Graphique 187" descr="Table et chaises avec un remplissage uni">
              <a:extLst>
                <a:ext uri="{FF2B5EF4-FFF2-40B4-BE49-F238E27FC236}">
                  <a16:creationId xmlns:a16="http://schemas.microsoft.com/office/drawing/2014/main" id="{EFA904E2-BC22-4800-9418-7E90A15D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9" name="Organigramme : Données 188">
              <a:extLst>
                <a:ext uri="{FF2B5EF4-FFF2-40B4-BE49-F238E27FC236}">
                  <a16:creationId xmlns:a16="http://schemas.microsoft.com/office/drawing/2014/main" id="{2106FA2A-94E3-4723-BF39-DCB2BAC08A12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BB6C964D-5856-4D65-9659-16256D237931}"/>
              </a:ext>
            </a:extLst>
          </p:cNvPr>
          <p:cNvGrpSpPr/>
          <p:nvPr/>
        </p:nvGrpSpPr>
        <p:grpSpPr>
          <a:xfrm>
            <a:off x="6320571" y="5651104"/>
            <a:ext cx="716083" cy="970336"/>
            <a:chOff x="4460125" y="4780518"/>
            <a:chExt cx="716083" cy="970336"/>
          </a:xfrm>
        </p:grpSpPr>
        <p:pic>
          <p:nvPicPr>
            <p:cNvPr id="191" name="Graphique 190" descr="Table et chaises avec un remplissage uni">
              <a:extLst>
                <a:ext uri="{FF2B5EF4-FFF2-40B4-BE49-F238E27FC236}">
                  <a16:creationId xmlns:a16="http://schemas.microsoft.com/office/drawing/2014/main" id="{902634C1-0506-4B3E-9D81-E06CB2B1C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2" name="Graphique 191" descr="Table et chaises avec un remplissage uni">
              <a:extLst>
                <a:ext uri="{FF2B5EF4-FFF2-40B4-BE49-F238E27FC236}">
                  <a16:creationId xmlns:a16="http://schemas.microsoft.com/office/drawing/2014/main" id="{080F418E-86AF-48BC-A094-737F7C945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3" name="Organigramme : Données 192">
              <a:extLst>
                <a:ext uri="{FF2B5EF4-FFF2-40B4-BE49-F238E27FC236}">
                  <a16:creationId xmlns:a16="http://schemas.microsoft.com/office/drawing/2014/main" id="{B165C3CE-1C6C-4AAF-951F-8CD5C0A16A4B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4B0570F3-29F5-4179-863B-EE3AFE8D52B8}"/>
              </a:ext>
            </a:extLst>
          </p:cNvPr>
          <p:cNvGrpSpPr/>
          <p:nvPr/>
        </p:nvGrpSpPr>
        <p:grpSpPr>
          <a:xfrm>
            <a:off x="7052633" y="4814900"/>
            <a:ext cx="716083" cy="970336"/>
            <a:chOff x="4460125" y="4780518"/>
            <a:chExt cx="716083" cy="970336"/>
          </a:xfrm>
        </p:grpSpPr>
        <p:pic>
          <p:nvPicPr>
            <p:cNvPr id="195" name="Graphique 194" descr="Table et chaises avec un remplissage uni">
              <a:extLst>
                <a:ext uri="{FF2B5EF4-FFF2-40B4-BE49-F238E27FC236}">
                  <a16:creationId xmlns:a16="http://schemas.microsoft.com/office/drawing/2014/main" id="{018A5F8C-4BA4-401A-96F2-388D2E52C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6" name="Graphique 195" descr="Table et chaises avec un remplissage uni">
              <a:extLst>
                <a:ext uri="{FF2B5EF4-FFF2-40B4-BE49-F238E27FC236}">
                  <a16:creationId xmlns:a16="http://schemas.microsoft.com/office/drawing/2014/main" id="{9BA6C6F5-8E94-4702-9A49-AD050F5F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7" name="Organigramme : Données 196">
              <a:extLst>
                <a:ext uri="{FF2B5EF4-FFF2-40B4-BE49-F238E27FC236}">
                  <a16:creationId xmlns:a16="http://schemas.microsoft.com/office/drawing/2014/main" id="{485A5588-E714-4766-80EC-025D6BD1BA5F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0" name="Graphique 39" descr="Chaise de bureau avec un remplissage uni">
            <a:extLst>
              <a:ext uri="{FF2B5EF4-FFF2-40B4-BE49-F238E27FC236}">
                <a16:creationId xmlns:a16="http://schemas.microsoft.com/office/drawing/2014/main" id="{22D53AB2-D539-4E8A-94C6-7FA97E02D2B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4967469"/>
            <a:ext cx="201767" cy="271554"/>
          </a:xfrm>
          <a:prstGeom prst="rect">
            <a:avLst/>
          </a:prstGeom>
        </p:spPr>
      </p:pic>
      <p:pic>
        <p:nvPicPr>
          <p:cNvPr id="43" name="Graphique 42" descr="Enseignant avec un remplissage uni">
            <a:extLst>
              <a:ext uri="{FF2B5EF4-FFF2-40B4-BE49-F238E27FC236}">
                <a16:creationId xmlns:a16="http://schemas.microsoft.com/office/drawing/2014/main" id="{9DE26D16-1790-4E94-8457-5B6A39A82B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72151" y="6023538"/>
            <a:ext cx="682654" cy="682654"/>
          </a:xfrm>
          <a:prstGeom prst="rect">
            <a:avLst/>
          </a:prstGeom>
        </p:spPr>
      </p:pic>
      <p:pic>
        <p:nvPicPr>
          <p:cNvPr id="201" name="Graphique 200" descr="Chaise de bureau avec un remplissage uni">
            <a:extLst>
              <a:ext uri="{FF2B5EF4-FFF2-40B4-BE49-F238E27FC236}">
                <a16:creationId xmlns:a16="http://schemas.microsoft.com/office/drawing/2014/main" id="{DD849153-2E5D-4C88-A724-2471EFD7D93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4967469"/>
            <a:ext cx="201767" cy="271554"/>
          </a:xfrm>
          <a:prstGeom prst="rect">
            <a:avLst/>
          </a:prstGeom>
        </p:spPr>
      </p:pic>
      <p:pic>
        <p:nvPicPr>
          <p:cNvPr id="203" name="Graphique 202" descr="Chaise de bureau avec un remplissage uni">
            <a:extLst>
              <a:ext uri="{FF2B5EF4-FFF2-40B4-BE49-F238E27FC236}">
                <a16:creationId xmlns:a16="http://schemas.microsoft.com/office/drawing/2014/main" id="{6329C8A4-CB20-4FED-AF21-4F5355FFD41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4967469"/>
            <a:ext cx="201767" cy="271554"/>
          </a:xfrm>
          <a:prstGeom prst="rect">
            <a:avLst/>
          </a:prstGeom>
        </p:spPr>
      </p:pic>
      <p:pic>
        <p:nvPicPr>
          <p:cNvPr id="204" name="Graphique 203" descr="Chaise de bureau avec un remplissage uni">
            <a:extLst>
              <a:ext uri="{FF2B5EF4-FFF2-40B4-BE49-F238E27FC236}">
                <a16:creationId xmlns:a16="http://schemas.microsoft.com/office/drawing/2014/main" id="{13D9104B-E9EB-4A01-AE2F-B7EAC0AD210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4967469"/>
            <a:ext cx="201767" cy="271554"/>
          </a:xfrm>
          <a:prstGeom prst="rect">
            <a:avLst/>
          </a:prstGeom>
        </p:spPr>
      </p:pic>
      <p:pic>
        <p:nvPicPr>
          <p:cNvPr id="205" name="Graphique 204" descr="Chaise de bureau avec un remplissage uni">
            <a:extLst>
              <a:ext uri="{FF2B5EF4-FFF2-40B4-BE49-F238E27FC236}">
                <a16:creationId xmlns:a16="http://schemas.microsoft.com/office/drawing/2014/main" id="{BE1DE688-6AE8-4374-BC77-0578318E409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4967469"/>
            <a:ext cx="201767" cy="271554"/>
          </a:xfrm>
          <a:prstGeom prst="rect">
            <a:avLst/>
          </a:prstGeom>
        </p:spPr>
      </p:pic>
      <p:pic>
        <p:nvPicPr>
          <p:cNvPr id="206" name="Graphique 205" descr="Chaise de bureau avec un remplissage uni">
            <a:extLst>
              <a:ext uri="{FF2B5EF4-FFF2-40B4-BE49-F238E27FC236}">
                <a16:creationId xmlns:a16="http://schemas.microsoft.com/office/drawing/2014/main" id="{C8572DEC-E6F9-4CDC-96E7-89CCAF9A95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5282536"/>
            <a:ext cx="201767" cy="271554"/>
          </a:xfrm>
          <a:prstGeom prst="rect">
            <a:avLst/>
          </a:prstGeom>
        </p:spPr>
      </p:pic>
      <p:pic>
        <p:nvPicPr>
          <p:cNvPr id="207" name="Graphique 206" descr="Chaise de bureau avec un remplissage uni">
            <a:extLst>
              <a:ext uri="{FF2B5EF4-FFF2-40B4-BE49-F238E27FC236}">
                <a16:creationId xmlns:a16="http://schemas.microsoft.com/office/drawing/2014/main" id="{A92F8A61-2651-4996-843C-C327AC2BBDE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5282536"/>
            <a:ext cx="201767" cy="271554"/>
          </a:xfrm>
          <a:prstGeom prst="rect">
            <a:avLst/>
          </a:prstGeom>
        </p:spPr>
      </p:pic>
      <p:pic>
        <p:nvPicPr>
          <p:cNvPr id="209" name="Graphique 208" descr="Chaise de bureau avec un remplissage uni">
            <a:extLst>
              <a:ext uri="{FF2B5EF4-FFF2-40B4-BE49-F238E27FC236}">
                <a16:creationId xmlns:a16="http://schemas.microsoft.com/office/drawing/2014/main" id="{A0CEFE6A-3A0A-4422-A9AA-A57C8C5D9E0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5282536"/>
            <a:ext cx="201767" cy="271554"/>
          </a:xfrm>
          <a:prstGeom prst="rect">
            <a:avLst/>
          </a:prstGeom>
        </p:spPr>
      </p:pic>
      <p:pic>
        <p:nvPicPr>
          <p:cNvPr id="210" name="Graphique 209" descr="Chaise de bureau avec un remplissage uni">
            <a:extLst>
              <a:ext uri="{FF2B5EF4-FFF2-40B4-BE49-F238E27FC236}">
                <a16:creationId xmlns:a16="http://schemas.microsoft.com/office/drawing/2014/main" id="{47F3AA4A-264A-4B27-886E-A31CCF0DAB4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5282536"/>
            <a:ext cx="201767" cy="271554"/>
          </a:xfrm>
          <a:prstGeom prst="rect">
            <a:avLst/>
          </a:prstGeom>
        </p:spPr>
      </p:pic>
      <p:pic>
        <p:nvPicPr>
          <p:cNvPr id="211" name="Graphique 210" descr="Chaise de bureau avec un remplissage uni">
            <a:extLst>
              <a:ext uri="{FF2B5EF4-FFF2-40B4-BE49-F238E27FC236}">
                <a16:creationId xmlns:a16="http://schemas.microsoft.com/office/drawing/2014/main" id="{CFE475A7-1014-43CC-94E5-A63A788BB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5282536"/>
            <a:ext cx="201767" cy="271554"/>
          </a:xfrm>
          <a:prstGeom prst="rect">
            <a:avLst/>
          </a:prstGeom>
        </p:spPr>
      </p:pic>
      <p:pic>
        <p:nvPicPr>
          <p:cNvPr id="212" name="Graphique 211" descr="Chaise de bureau avec un remplissage uni">
            <a:extLst>
              <a:ext uri="{FF2B5EF4-FFF2-40B4-BE49-F238E27FC236}">
                <a16:creationId xmlns:a16="http://schemas.microsoft.com/office/drawing/2014/main" id="{8D3E0C48-579C-4B58-9632-8C78D7566C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4967469"/>
            <a:ext cx="201767" cy="271554"/>
          </a:xfrm>
          <a:prstGeom prst="rect">
            <a:avLst/>
          </a:prstGeom>
        </p:spPr>
      </p:pic>
      <p:pic>
        <p:nvPicPr>
          <p:cNvPr id="214" name="Graphique 213" descr="Chaise de bureau avec un remplissage uni">
            <a:extLst>
              <a:ext uri="{FF2B5EF4-FFF2-40B4-BE49-F238E27FC236}">
                <a16:creationId xmlns:a16="http://schemas.microsoft.com/office/drawing/2014/main" id="{F76B70ED-2EDB-48FC-9ADE-C08A6965D35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4967469"/>
            <a:ext cx="201767" cy="271554"/>
          </a:xfrm>
          <a:prstGeom prst="rect">
            <a:avLst/>
          </a:prstGeom>
        </p:spPr>
      </p:pic>
      <p:pic>
        <p:nvPicPr>
          <p:cNvPr id="215" name="Graphique 214" descr="Chaise de bureau avec un remplissage uni">
            <a:extLst>
              <a:ext uri="{FF2B5EF4-FFF2-40B4-BE49-F238E27FC236}">
                <a16:creationId xmlns:a16="http://schemas.microsoft.com/office/drawing/2014/main" id="{4C8321AF-83CF-4A39-BF23-B54100793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4967469"/>
            <a:ext cx="201767" cy="271554"/>
          </a:xfrm>
          <a:prstGeom prst="rect">
            <a:avLst/>
          </a:prstGeom>
        </p:spPr>
      </p:pic>
      <p:pic>
        <p:nvPicPr>
          <p:cNvPr id="216" name="Graphique 215" descr="Chaise de bureau avec un remplissage uni">
            <a:extLst>
              <a:ext uri="{FF2B5EF4-FFF2-40B4-BE49-F238E27FC236}">
                <a16:creationId xmlns:a16="http://schemas.microsoft.com/office/drawing/2014/main" id="{A9B73EB6-C4F2-4D8B-85E3-DA0612ABFFC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4967469"/>
            <a:ext cx="201767" cy="271554"/>
          </a:xfrm>
          <a:prstGeom prst="rect">
            <a:avLst/>
          </a:prstGeom>
        </p:spPr>
      </p:pic>
      <p:pic>
        <p:nvPicPr>
          <p:cNvPr id="217" name="Graphique 216" descr="Chaise de bureau avec un remplissage uni">
            <a:extLst>
              <a:ext uri="{FF2B5EF4-FFF2-40B4-BE49-F238E27FC236}">
                <a16:creationId xmlns:a16="http://schemas.microsoft.com/office/drawing/2014/main" id="{AF0FADC4-2E57-47E4-B3E9-3857F050BB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4967469"/>
            <a:ext cx="201767" cy="271554"/>
          </a:xfrm>
          <a:prstGeom prst="rect">
            <a:avLst/>
          </a:prstGeom>
        </p:spPr>
      </p:pic>
      <p:pic>
        <p:nvPicPr>
          <p:cNvPr id="218" name="Graphique 217" descr="Chaise de bureau avec un remplissage uni">
            <a:extLst>
              <a:ext uri="{FF2B5EF4-FFF2-40B4-BE49-F238E27FC236}">
                <a16:creationId xmlns:a16="http://schemas.microsoft.com/office/drawing/2014/main" id="{CB50CFD9-136E-4DD4-88C1-825B489365C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5282536"/>
            <a:ext cx="201767" cy="271554"/>
          </a:xfrm>
          <a:prstGeom prst="rect">
            <a:avLst/>
          </a:prstGeom>
        </p:spPr>
      </p:pic>
      <p:pic>
        <p:nvPicPr>
          <p:cNvPr id="220" name="Graphique 219" descr="Chaise de bureau avec un remplissage uni">
            <a:extLst>
              <a:ext uri="{FF2B5EF4-FFF2-40B4-BE49-F238E27FC236}">
                <a16:creationId xmlns:a16="http://schemas.microsoft.com/office/drawing/2014/main" id="{EEE1AA01-15F4-428C-9236-BC60E5285F1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5282536"/>
            <a:ext cx="201767" cy="271554"/>
          </a:xfrm>
          <a:prstGeom prst="rect">
            <a:avLst/>
          </a:prstGeom>
        </p:spPr>
      </p:pic>
      <p:pic>
        <p:nvPicPr>
          <p:cNvPr id="221" name="Graphique 220" descr="Chaise de bureau avec un remplissage uni">
            <a:extLst>
              <a:ext uri="{FF2B5EF4-FFF2-40B4-BE49-F238E27FC236}">
                <a16:creationId xmlns:a16="http://schemas.microsoft.com/office/drawing/2014/main" id="{8F321A0E-1A8F-4F59-8B0F-283614375DE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5282536"/>
            <a:ext cx="201767" cy="271554"/>
          </a:xfrm>
          <a:prstGeom prst="rect">
            <a:avLst/>
          </a:prstGeom>
        </p:spPr>
      </p:pic>
      <p:pic>
        <p:nvPicPr>
          <p:cNvPr id="222" name="Graphique 221" descr="Chaise de bureau avec un remplissage uni">
            <a:extLst>
              <a:ext uri="{FF2B5EF4-FFF2-40B4-BE49-F238E27FC236}">
                <a16:creationId xmlns:a16="http://schemas.microsoft.com/office/drawing/2014/main" id="{39D1DBA1-6084-4DAB-8AB5-C13E60AF868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5282536"/>
            <a:ext cx="201767" cy="271554"/>
          </a:xfrm>
          <a:prstGeom prst="rect">
            <a:avLst/>
          </a:prstGeom>
        </p:spPr>
      </p:pic>
      <p:pic>
        <p:nvPicPr>
          <p:cNvPr id="223" name="Graphique 222" descr="Chaise de bureau avec un remplissage uni">
            <a:extLst>
              <a:ext uri="{FF2B5EF4-FFF2-40B4-BE49-F238E27FC236}">
                <a16:creationId xmlns:a16="http://schemas.microsoft.com/office/drawing/2014/main" id="{F547134D-CCCB-47CA-9F8C-701CDC1E269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5282536"/>
            <a:ext cx="201767" cy="271554"/>
          </a:xfrm>
          <a:prstGeom prst="rect">
            <a:avLst/>
          </a:prstGeom>
        </p:spPr>
      </p:pic>
      <p:pic>
        <p:nvPicPr>
          <p:cNvPr id="229" name="Graphique 228" descr="Chaise de bureau avec un remplissage uni">
            <a:extLst>
              <a:ext uri="{FF2B5EF4-FFF2-40B4-BE49-F238E27FC236}">
                <a16:creationId xmlns:a16="http://schemas.microsoft.com/office/drawing/2014/main" id="{7ACE51E1-ECB9-4DA6-9B51-C63C36340FD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4962529"/>
            <a:ext cx="201767" cy="271554"/>
          </a:xfrm>
          <a:prstGeom prst="rect">
            <a:avLst/>
          </a:prstGeom>
        </p:spPr>
      </p:pic>
      <p:pic>
        <p:nvPicPr>
          <p:cNvPr id="230" name="Graphique 229" descr="Chaise de bureau avec un remplissage uni">
            <a:extLst>
              <a:ext uri="{FF2B5EF4-FFF2-40B4-BE49-F238E27FC236}">
                <a16:creationId xmlns:a16="http://schemas.microsoft.com/office/drawing/2014/main" id="{A4DF8D58-8BBB-4507-B7F2-FE874D445FD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4962529"/>
            <a:ext cx="201767" cy="271554"/>
          </a:xfrm>
          <a:prstGeom prst="rect">
            <a:avLst/>
          </a:prstGeom>
        </p:spPr>
      </p:pic>
      <p:pic>
        <p:nvPicPr>
          <p:cNvPr id="231" name="Graphique 230" descr="Chaise de bureau avec un remplissage uni">
            <a:extLst>
              <a:ext uri="{FF2B5EF4-FFF2-40B4-BE49-F238E27FC236}">
                <a16:creationId xmlns:a16="http://schemas.microsoft.com/office/drawing/2014/main" id="{0C7392E0-E66B-4089-98F3-03C8DDF437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4962529"/>
            <a:ext cx="201767" cy="271554"/>
          </a:xfrm>
          <a:prstGeom prst="rect">
            <a:avLst/>
          </a:prstGeom>
        </p:spPr>
      </p:pic>
      <p:pic>
        <p:nvPicPr>
          <p:cNvPr id="232" name="Graphique 231" descr="Chaise de bureau avec un remplissage uni">
            <a:extLst>
              <a:ext uri="{FF2B5EF4-FFF2-40B4-BE49-F238E27FC236}">
                <a16:creationId xmlns:a16="http://schemas.microsoft.com/office/drawing/2014/main" id="{1B425881-412F-4710-B3A4-6CC2F01CE3F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4962529"/>
            <a:ext cx="201767" cy="271554"/>
          </a:xfrm>
          <a:prstGeom prst="rect">
            <a:avLst/>
          </a:prstGeom>
        </p:spPr>
      </p:pic>
      <p:pic>
        <p:nvPicPr>
          <p:cNvPr id="234" name="Graphique 233" descr="Chaise de bureau avec un remplissage uni">
            <a:extLst>
              <a:ext uri="{FF2B5EF4-FFF2-40B4-BE49-F238E27FC236}">
                <a16:creationId xmlns:a16="http://schemas.microsoft.com/office/drawing/2014/main" id="{08BFE986-CE10-493E-B78F-E6201F7B212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5277596"/>
            <a:ext cx="201767" cy="271554"/>
          </a:xfrm>
          <a:prstGeom prst="rect">
            <a:avLst/>
          </a:prstGeom>
        </p:spPr>
      </p:pic>
      <p:pic>
        <p:nvPicPr>
          <p:cNvPr id="235" name="Graphique 234" descr="Chaise de bureau avec un remplissage uni">
            <a:extLst>
              <a:ext uri="{FF2B5EF4-FFF2-40B4-BE49-F238E27FC236}">
                <a16:creationId xmlns:a16="http://schemas.microsoft.com/office/drawing/2014/main" id="{5C82BD9E-5C7F-4AF0-9649-13F35E87FBB8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5277596"/>
            <a:ext cx="201767" cy="271554"/>
          </a:xfrm>
          <a:prstGeom prst="rect">
            <a:avLst/>
          </a:prstGeom>
        </p:spPr>
      </p:pic>
      <p:pic>
        <p:nvPicPr>
          <p:cNvPr id="236" name="Graphique 235" descr="Chaise de bureau avec un remplissage uni">
            <a:extLst>
              <a:ext uri="{FF2B5EF4-FFF2-40B4-BE49-F238E27FC236}">
                <a16:creationId xmlns:a16="http://schemas.microsoft.com/office/drawing/2014/main" id="{1A62179C-7501-49DF-995E-84CD3491397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5277596"/>
            <a:ext cx="201767" cy="271554"/>
          </a:xfrm>
          <a:prstGeom prst="rect">
            <a:avLst/>
          </a:prstGeom>
        </p:spPr>
      </p:pic>
      <p:pic>
        <p:nvPicPr>
          <p:cNvPr id="237" name="Graphique 236" descr="Chaise de bureau avec un remplissage uni">
            <a:extLst>
              <a:ext uri="{FF2B5EF4-FFF2-40B4-BE49-F238E27FC236}">
                <a16:creationId xmlns:a16="http://schemas.microsoft.com/office/drawing/2014/main" id="{B6AA8D39-DBF9-444A-AF2A-6EF3B9802A2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5277596"/>
            <a:ext cx="201767" cy="271554"/>
          </a:xfrm>
          <a:prstGeom prst="rect">
            <a:avLst/>
          </a:prstGeom>
        </p:spPr>
      </p:pic>
      <p:pic>
        <p:nvPicPr>
          <p:cNvPr id="239" name="Graphique 238" descr="Chaise de bureau avec un remplissage uni">
            <a:extLst>
              <a:ext uri="{FF2B5EF4-FFF2-40B4-BE49-F238E27FC236}">
                <a16:creationId xmlns:a16="http://schemas.microsoft.com/office/drawing/2014/main" id="{C9E21B97-BD82-461C-BD04-C6B7F31F3AA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4968408"/>
            <a:ext cx="201767" cy="271554"/>
          </a:xfrm>
          <a:prstGeom prst="rect">
            <a:avLst/>
          </a:prstGeom>
        </p:spPr>
      </p:pic>
      <p:pic>
        <p:nvPicPr>
          <p:cNvPr id="240" name="Graphique 239" descr="Chaise de bureau avec un remplissage uni">
            <a:extLst>
              <a:ext uri="{FF2B5EF4-FFF2-40B4-BE49-F238E27FC236}">
                <a16:creationId xmlns:a16="http://schemas.microsoft.com/office/drawing/2014/main" id="{91985AB7-AE84-43CC-A08A-42D51947730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4968408"/>
            <a:ext cx="201767" cy="271554"/>
          </a:xfrm>
          <a:prstGeom prst="rect">
            <a:avLst/>
          </a:prstGeom>
        </p:spPr>
      </p:pic>
      <p:pic>
        <p:nvPicPr>
          <p:cNvPr id="241" name="Graphique 240" descr="Chaise de bureau avec un remplissage uni">
            <a:extLst>
              <a:ext uri="{FF2B5EF4-FFF2-40B4-BE49-F238E27FC236}">
                <a16:creationId xmlns:a16="http://schemas.microsoft.com/office/drawing/2014/main" id="{CF0A90C8-FBD2-4570-A7F7-46E7DB02733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5283475"/>
            <a:ext cx="201767" cy="271554"/>
          </a:xfrm>
          <a:prstGeom prst="rect">
            <a:avLst/>
          </a:prstGeom>
        </p:spPr>
      </p:pic>
      <p:pic>
        <p:nvPicPr>
          <p:cNvPr id="242" name="Graphique 241" descr="Chaise de bureau avec un remplissage uni">
            <a:extLst>
              <a:ext uri="{FF2B5EF4-FFF2-40B4-BE49-F238E27FC236}">
                <a16:creationId xmlns:a16="http://schemas.microsoft.com/office/drawing/2014/main" id="{0510042C-8537-426B-9FFB-2FBECA03034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5283475"/>
            <a:ext cx="201767" cy="271554"/>
          </a:xfrm>
          <a:prstGeom prst="rect">
            <a:avLst/>
          </a:prstGeom>
        </p:spPr>
      </p:pic>
      <p:pic>
        <p:nvPicPr>
          <p:cNvPr id="243" name="Graphique 242" descr="Chaise de bureau avec un remplissage uni">
            <a:extLst>
              <a:ext uri="{FF2B5EF4-FFF2-40B4-BE49-F238E27FC236}">
                <a16:creationId xmlns:a16="http://schemas.microsoft.com/office/drawing/2014/main" id="{DBCC7195-AA57-4666-B1F7-3A456AD6A0A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14619" y="5574314"/>
            <a:ext cx="201767" cy="271554"/>
          </a:xfrm>
          <a:prstGeom prst="rect">
            <a:avLst/>
          </a:prstGeom>
        </p:spPr>
      </p:pic>
      <p:pic>
        <p:nvPicPr>
          <p:cNvPr id="244" name="Graphique 243" descr="Chaise de bureau avec un remplissage uni">
            <a:extLst>
              <a:ext uri="{FF2B5EF4-FFF2-40B4-BE49-F238E27FC236}">
                <a16:creationId xmlns:a16="http://schemas.microsoft.com/office/drawing/2014/main" id="{4DCAE6BE-AB2D-4258-8193-BDC2958FF52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6386" y="5574314"/>
            <a:ext cx="201767" cy="271554"/>
          </a:xfrm>
          <a:prstGeom prst="rect">
            <a:avLst/>
          </a:prstGeom>
        </p:spPr>
      </p:pic>
      <p:pic>
        <p:nvPicPr>
          <p:cNvPr id="245" name="Graphique 244" descr="Chaise de bureau avec un remplissage uni">
            <a:extLst>
              <a:ext uri="{FF2B5EF4-FFF2-40B4-BE49-F238E27FC236}">
                <a16:creationId xmlns:a16="http://schemas.microsoft.com/office/drawing/2014/main" id="{9097F60C-FEF4-4F88-A750-78492EFE2BA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13747" y="5574314"/>
            <a:ext cx="201767" cy="271554"/>
          </a:xfrm>
          <a:prstGeom prst="rect">
            <a:avLst/>
          </a:prstGeom>
        </p:spPr>
      </p:pic>
      <p:pic>
        <p:nvPicPr>
          <p:cNvPr id="246" name="Graphique 245" descr="Chaise de bureau avec un remplissage uni">
            <a:extLst>
              <a:ext uri="{FF2B5EF4-FFF2-40B4-BE49-F238E27FC236}">
                <a16:creationId xmlns:a16="http://schemas.microsoft.com/office/drawing/2014/main" id="{16C4CED8-1E18-43C3-852A-943E6BDEF80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15514" y="5574314"/>
            <a:ext cx="201767" cy="271554"/>
          </a:xfrm>
          <a:prstGeom prst="rect">
            <a:avLst/>
          </a:prstGeom>
        </p:spPr>
      </p:pic>
      <p:pic>
        <p:nvPicPr>
          <p:cNvPr id="247" name="Graphique 246" descr="Chaise de bureau avec un remplissage uni">
            <a:extLst>
              <a:ext uri="{FF2B5EF4-FFF2-40B4-BE49-F238E27FC236}">
                <a16:creationId xmlns:a16="http://schemas.microsoft.com/office/drawing/2014/main" id="{39F495F2-669F-42AA-A545-97949647569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11108" y="5574314"/>
            <a:ext cx="201767" cy="271554"/>
          </a:xfrm>
          <a:prstGeom prst="rect">
            <a:avLst/>
          </a:prstGeom>
        </p:spPr>
      </p:pic>
      <p:pic>
        <p:nvPicPr>
          <p:cNvPr id="248" name="Graphique 247" descr="Chaise de bureau avec un remplissage uni">
            <a:extLst>
              <a:ext uri="{FF2B5EF4-FFF2-40B4-BE49-F238E27FC236}">
                <a16:creationId xmlns:a16="http://schemas.microsoft.com/office/drawing/2014/main" id="{ECAB11A9-29E0-4120-A1CE-5E29E85FA3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8673" y="5574314"/>
            <a:ext cx="201767" cy="271554"/>
          </a:xfrm>
          <a:prstGeom prst="rect">
            <a:avLst/>
          </a:prstGeom>
        </p:spPr>
      </p:pic>
      <p:pic>
        <p:nvPicPr>
          <p:cNvPr id="249" name="Graphique 248" descr="Chaise de bureau avec un remplissage uni">
            <a:extLst>
              <a:ext uri="{FF2B5EF4-FFF2-40B4-BE49-F238E27FC236}">
                <a16:creationId xmlns:a16="http://schemas.microsoft.com/office/drawing/2014/main" id="{C61D35F8-E1A6-49BE-826E-2C5229629C2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6034" y="5574314"/>
            <a:ext cx="201767" cy="271554"/>
          </a:xfrm>
          <a:prstGeom prst="rect">
            <a:avLst/>
          </a:prstGeom>
        </p:spPr>
      </p:pic>
      <p:pic>
        <p:nvPicPr>
          <p:cNvPr id="250" name="Graphique 249" descr="Chaise de bureau avec un remplissage uni">
            <a:extLst>
              <a:ext uri="{FF2B5EF4-FFF2-40B4-BE49-F238E27FC236}">
                <a16:creationId xmlns:a16="http://schemas.microsoft.com/office/drawing/2014/main" id="{872B9B21-B4C3-4731-AC06-56BA03B6126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7801" y="5574314"/>
            <a:ext cx="201767" cy="271554"/>
          </a:xfrm>
          <a:prstGeom prst="rect">
            <a:avLst/>
          </a:prstGeom>
        </p:spPr>
      </p:pic>
      <p:pic>
        <p:nvPicPr>
          <p:cNvPr id="251" name="Graphique 250" descr="Chaise de bureau avec un remplissage uni">
            <a:extLst>
              <a:ext uri="{FF2B5EF4-FFF2-40B4-BE49-F238E27FC236}">
                <a16:creationId xmlns:a16="http://schemas.microsoft.com/office/drawing/2014/main" id="{BA63AE22-D40D-45EB-81B5-F32FCE7284A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9568" y="5574314"/>
            <a:ext cx="201767" cy="271554"/>
          </a:xfrm>
          <a:prstGeom prst="rect">
            <a:avLst/>
          </a:prstGeom>
        </p:spPr>
      </p:pic>
      <p:pic>
        <p:nvPicPr>
          <p:cNvPr id="252" name="Graphique 251" descr="Chaise de bureau avec un remplissage uni">
            <a:extLst>
              <a:ext uri="{FF2B5EF4-FFF2-40B4-BE49-F238E27FC236}">
                <a16:creationId xmlns:a16="http://schemas.microsoft.com/office/drawing/2014/main" id="{E56BB56C-E769-4F37-841C-4001C19FFB1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25162" y="5574314"/>
            <a:ext cx="201767" cy="271554"/>
          </a:xfrm>
          <a:prstGeom prst="rect">
            <a:avLst/>
          </a:prstGeom>
        </p:spPr>
      </p:pic>
      <p:pic>
        <p:nvPicPr>
          <p:cNvPr id="253" name="Graphique 252" descr="Chaise de bureau avec un remplissage uni">
            <a:extLst>
              <a:ext uri="{FF2B5EF4-FFF2-40B4-BE49-F238E27FC236}">
                <a16:creationId xmlns:a16="http://schemas.microsoft.com/office/drawing/2014/main" id="{34D33B70-666A-4648-9E7F-7F5E2A2A2E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22732" y="5569374"/>
            <a:ext cx="201767" cy="271554"/>
          </a:xfrm>
          <a:prstGeom prst="rect">
            <a:avLst/>
          </a:prstGeom>
        </p:spPr>
      </p:pic>
      <p:pic>
        <p:nvPicPr>
          <p:cNvPr id="254" name="Graphique 253" descr="Chaise de bureau avec un remplissage uni">
            <a:extLst>
              <a:ext uri="{FF2B5EF4-FFF2-40B4-BE49-F238E27FC236}">
                <a16:creationId xmlns:a16="http://schemas.microsoft.com/office/drawing/2014/main" id="{68DAFC51-407D-4E93-9FF0-513819FA202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24499" y="5569374"/>
            <a:ext cx="201767" cy="271554"/>
          </a:xfrm>
          <a:prstGeom prst="rect">
            <a:avLst/>
          </a:prstGeom>
        </p:spPr>
      </p:pic>
      <p:pic>
        <p:nvPicPr>
          <p:cNvPr id="255" name="Graphique 254" descr="Chaise de bureau avec un remplissage uni">
            <a:extLst>
              <a:ext uri="{FF2B5EF4-FFF2-40B4-BE49-F238E27FC236}">
                <a16:creationId xmlns:a16="http://schemas.microsoft.com/office/drawing/2014/main" id="{17E30746-F02D-4FFF-890E-25D85C55B50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6266" y="5569374"/>
            <a:ext cx="201767" cy="271554"/>
          </a:xfrm>
          <a:prstGeom prst="rect">
            <a:avLst/>
          </a:prstGeom>
        </p:spPr>
      </p:pic>
      <p:pic>
        <p:nvPicPr>
          <p:cNvPr id="256" name="Graphique 255" descr="Chaise de bureau avec un remplissage uni">
            <a:extLst>
              <a:ext uri="{FF2B5EF4-FFF2-40B4-BE49-F238E27FC236}">
                <a16:creationId xmlns:a16="http://schemas.microsoft.com/office/drawing/2014/main" id="{DFDE2CBB-E270-4959-8085-784385CC138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21860" y="5569374"/>
            <a:ext cx="201767" cy="271554"/>
          </a:xfrm>
          <a:prstGeom prst="rect">
            <a:avLst/>
          </a:prstGeom>
        </p:spPr>
      </p:pic>
      <p:pic>
        <p:nvPicPr>
          <p:cNvPr id="257" name="Graphique 256" descr="Chaise de bureau avec un remplissage uni">
            <a:extLst>
              <a:ext uri="{FF2B5EF4-FFF2-40B4-BE49-F238E27FC236}">
                <a16:creationId xmlns:a16="http://schemas.microsoft.com/office/drawing/2014/main" id="{7F22AC63-DEFB-4DAA-A7A2-63773EB9027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201736" y="5575253"/>
            <a:ext cx="201767" cy="271554"/>
          </a:xfrm>
          <a:prstGeom prst="rect">
            <a:avLst/>
          </a:prstGeom>
        </p:spPr>
      </p:pic>
      <p:pic>
        <p:nvPicPr>
          <p:cNvPr id="258" name="Graphique 257" descr="Chaise de bureau avec un remplissage uni">
            <a:extLst>
              <a:ext uri="{FF2B5EF4-FFF2-40B4-BE49-F238E27FC236}">
                <a16:creationId xmlns:a16="http://schemas.microsoft.com/office/drawing/2014/main" id="{A88841DA-15E7-4D58-974D-DBCF492B159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403503" y="5575253"/>
            <a:ext cx="201767" cy="271554"/>
          </a:xfrm>
          <a:prstGeom prst="rect">
            <a:avLst/>
          </a:prstGeom>
        </p:spPr>
      </p:pic>
      <p:pic>
        <p:nvPicPr>
          <p:cNvPr id="259" name="Graphique 258" descr="Aide avec un remplissage uni">
            <a:extLst>
              <a:ext uri="{FF2B5EF4-FFF2-40B4-BE49-F238E27FC236}">
                <a16:creationId xmlns:a16="http://schemas.microsoft.com/office/drawing/2014/main" id="{CB62CD5F-E7B0-4E19-BD45-35651799068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45579" y="697610"/>
            <a:ext cx="914400" cy="914400"/>
          </a:xfrm>
          <a:prstGeom prst="rect">
            <a:avLst/>
          </a:prstGeom>
        </p:spPr>
      </p:pic>
      <p:grpSp>
        <p:nvGrpSpPr>
          <p:cNvPr id="261" name="Groupe 260">
            <a:extLst>
              <a:ext uri="{FF2B5EF4-FFF2-40B4-BE49-F238E27FC236}">
                <a16:creationId xmlns:a16="http://schemas.microsoft.com/office/drawing/2014/main" id="{6EB10C30-3237-466B-B19C-BC430A7C0A49}"/>
              </a:ext>
            </a:extLst>
          </p:cNvPr>
          <p:cNvGrpSpPr/>
          <p:nvPr/>
        </p:nvGrpSpPr>
        <p:grpSpPr>
          <a:xfrm>
            <a:off x="2765333" y="278879"/>
            <a:ext cx="976111" cy="689789"/>
            <a:chOff x="10418956" y="841417"/>
            <a:chExt cx="1472754" cy="1040752"/>
          </a:xfrm>
        </p:grpSpPr>
        <p:grpSp>
          <p:nvGrpSpPr>
            <p:cNvPr id="262" name="Groupe 261">
              <a:extLst>
                <a:ext uri="{FF2B5EF4-FFF2-40B4-BE49-F238E27FC236}">
                  <a16:creationId xmlns:a16="http://schemas.microsoft.com/office/drawing/2014/main" id="{ADDD10D6-02B0-48FC-8DEF-04AD6F8B6835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69" name="Graphique 268" descr="Carte à jouer avec un remplissage uni">
                <a:extLst>
                  <a:ext uri="{FF2B5EF4-FFF2-40B4-BE49-F238E27FC236}">
                    <a16:creationId xmlns:a16="http://schemas.microsoft.com/office/drawing/2014/main" id="{3E6C8DE1-1567-4A8B-83FF-B0B505ABC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72FD2AEF-DC59-4ED5-95E2-E5B02BD77B32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DEB13252-AAE7-48DC-BBD9-8D0FC0DAFDC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67" name="Graphique 266" descr="Carte à jouer avec un remplissage uni">
                <a:extLst>
                  <a:ext uri="{FF2B5EF4-FFF2-40B4-BE49-F238E27FC236}">
                    <a16:creationId xmlns:a16="http://schemas.microsoft.com/office/drawing/2014/main" id="{9840E170-DBDA-446C-9D27-16374B2ED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2B575047-C00C-41CD-8767-ABF9CF5EC409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4" name="Groupe 263">
              <a:extLst>
                <a:ext uri="{FF2B5EF4-FFF2-40B4-BE49-F238E27FC236}">
                  <a16:creationId xmlns:a16="http://schemas.microsoft.com/office/drawing/2014/main" id="{7C9D5584-F1B3-44D2-81DF-951B1ACF69DE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265" name="Graphique 264" descr="Carte à jouer avec un remplissage uni">
                <a:extLst>
                  <a:ext uri="{FF2B5EF4-FFF2-40B4-BE49-F238E27FC236}">
                    <a16:creationId xmlns:a16="http://schemas.microsoft.com/office/drawing/2014/main" id="{132EF2D1-545D-44ED-BA74-2CD8FAF566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17935EC-D49E-4861-B8BB-6D3701BDA4F3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271" name="Groupe 270">
            <a:extLst>
              <a:ext uri="{FF2B5EF4-FFF2-40B4-BE49-F238E27FC236}">
                <a16:creationId xmlns:a16="http://schemas.microsoft.com/office/drawing/2014/main" id="{1F2472F3-1A19-40CB-BA51-64911D8A3741}"/>
              </a:ext>
            </a:extLst>
          </p:cNvPr>
          <p:cNvGrpSpPr/>
          <p:nvPr/>
        </p:nvGrpSpPr>
        <p:grpSpPr>
          <a:xfrm>
            <a:off x="296730" y="1095248"/>
            <a:ext cx="716083" cy="970336"/>
            <a:chOff x="4460125" y="4780518"/>
            <a:chExt cx="716083" cy="970336"/>
          </a:xfrm>
        </p:grpSpPr>
        <p:pic>
          <p:nvPicPr>
            <p:cNvPr id="272" name="Graphique 271" descr="Table et chaises avec un remplissage uni">
              <a:extLst>
                <a:ext uri="{FF2B5EF4-FFF2-40B4-BE49-F238E27FC236}">
                  <a16:creationId xmlns:a16="http://schemas.microsoft.com/office/drawing/2014/main" id="{7E62EC1F-19A4-464D-82F7-B2C00625B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273" name="Graphique 272" descr="Table et chaises avec un remplissage uni">
              <a:extLst>
                <a:ext uri="{FF2B5EF4-FFF2-40B4-BE49-F238E27FC236}">
                  <a16:creationId xmlns:a16="http://schemas.microsoft.com/office/drawing/2014/main" id="{BE34EDDA-BBFB-45CC-8C03-97E1C87A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274" name="Organigramme : Données 273">
              <a:extLst>
                <a:ext uri="{FF2B5EF4-FFF2-40B4-BE49-F238E27FC236}">
                  <a16:creationId xmlns:a16="http://schemas.microsoft.com/office/drawing/2014/main" id="{E8644861-32E6-441B-91AC-3C1C4665CB93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75" name="Graphique 274" descr="Dé avec un remplissage uni">
            <a:extLst>
              <a:ext uri="{FF2B5EF4-FFF2-40B4-BE49-F238E27FC236}">
                <a16:creationId xmlns:a16="http://schemas.microsoft.com/office/drawing/2014/main" id="{9938F30E-9B89-405E-ACEA-3CF8DB8FE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6345" y="1197837"/>
            <a:ext cx="914400" cy="914400"/>
          </a:xfrm>
          <a:prstGeom prst="rect">
            <a:avLst/>
          </a:prstGeom>
        </p:spPr>
      </p:pic>
      <p:pic>
        <p:nvPicPr>
          <p:cNvPr id="47" name="Graphique 46" descr="Sablier 30% avec un remplissage uni">
            <a:extLst>
              <a:ext uri="{FF2B5EF4-FFF2-40B4-BE49-F238E27FC236}">
                <a16:creationId xmlns:a16="http://schemas.microsoft.com/office/drawing/2014/main" id="{C44D2DBD-AE8D-4262-AD76-0C9A0ED0F6C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66754" y="2532916"/>
            <a:ext cx="914400" cy="914400"/>
          </a:xfrm>
          <a:prstGeom prst="rect">
            <a:avLst/>
          </a:prstGeom>
        </p:spPr>
      </p:pic>
      <p:pic>
        <p:nvPicPr>
          <p:cNvPr id="278" name="Graphique 277" descr="Papier avec un remplissage uni">
            <a:extLst>
              <a:ext uri="{FF2B5EF4-FFF2-40B4-BE49-F238E27FC236}">
                <a16:creationId xmlns:a16="http://schemas.microsoft.com/office/drawing/2014/main" id="{222A5C2C-C471-4A2E-9ACB-2430F068F35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21" y="274977"/>
            <a:ext cx="596347" cy="596347"/>
          </a:xfrm>
          <a:prstGeom prst="rect">
            <a:avLst/>
          </a:prstGeom>
        </p:spPr>
      </p:pic>
      <p:pic>
        <p:nvPicPr>
          <p:cNvPr id="50" name="Graphique 49" descr="Bière avec un remplissage uni">
            <a:extLst>
              <a:ext uri="{FF2B5EF4-FFF2-40B4-BE49-F238E27FC236}">
                <a16:creationId xmlns:a16="http://schemas.microsoft.com/office/drawing/2014/main" id="{469002BF-670C-425F-9790-148F3390616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21863" y="3086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80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7" name="Graphique 296" descr="Personne confuse avec un remplissage uni">
            <a:extLst>
              <a:ext uri="{FF2B5EF4-FFF2-40B4-BE49-F238E27FC236}">
                <a16:creationId xmlns:a16="http://schemas.microsoft.com/office/drawing/2014/main" id="{0FD71C60-CB78-4609-8627-658999F5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4345" y="540675"/>
            <a:ext cx="510440" cy="510440"/>
          </a:xfrm>
          <a:prstGeom prst="rect">
            <a:avLst/>
          </a:prstGeom>
        </p:spPr>
      </p:pic>
      <p:pic>
        <p:nvPicPr>
          <p:cNvPr id="298" name="Graphique 297" descr="Personne confuse avec un remplissage uni">
            <a:extLst>
              <a:ext uri="{FF2B5EF4-FFF2-40B4-BE49-F238E27FC236}">
                <a16:creationId xmlns:a16="http://schemas.microsoft.com/office/drawing/2014/main" id="{F345C119-D2F2-416F-954C-E19D0A39D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711" y="447014"/>
            <a:ext cx="510440" cy="510440"/>
          </a:xfrm>
          <a:prstGeom prst="rect">
            <a:avLst/>
          </a:prstGeom>
        </p:spPr>
      </p:pic>
      <p:pic>
        <p:nvPicPr>
          <p:cNvPr id="299" name="Graphique 298" descr="Personne confuse avec un remplissage uni">
            <a:extLst>
              <a:ext uri="{FF2B5EF4-FFF2-40B4-BE49-F238E27FC236}">
                <a16:creationId xmlns:a16="http://schemas.microsoft.com/office/drawing/2014/main" id="{5338AB66-E72B-4599-982E-DF8A6BF95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266" y="399091"/>
            <a:ext cx="510440" cy="510440"/>
          </a:xfrm>
          <a:prstGeom prst="rect">
            <a:avLst/>
          </a:prstGeom>
        </p:spPr>
      </p:pic>
      <p:pic>
        <p:nvPicPr>
          <p:cNvPr id="300" name="Graphique 299" descr="Personne confuse avec un remplissage uni">
            <a:extLst>
              <a:ext uri="{FF2B5EF4-FFF2-40B4-BE49-F238E27FC236}">
                <a16:creationId xmlns:a16="http://schemas.microsoft.com/office/drawing/2014/main" id="{1B8DCC2F-3996-4AEC-A88D-5C5416964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499" y="447014"/>
            <a:ext cx="510440" cy="510440"/>
          </a:xfrm>
          <a:prstGeom prst="rect">
            <a:avLst/>
          </a:prstGeom>
        </p:spPr>
      </p:pic>
      <p:pic>
        <p:nvPicPr>
          <p:cNvPr id="301" name="Graphique 300" descr="Personne confuse avec un remplissage uni">
            <a:extLst>
              <a:ext uri="{FF2B5EF4-FFF2-40B4-BE49-F238E27FC236}">
                <a16:creationId xmlns:a16="http://schemas.microsoft.com/office/drawing/2014/main" id="{40653DFC-590D-4CB4-8188-E29CC0D08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0880" y="550189"/>
            <a:ext cx="510440" cy="510440"/>
          </a:xfrm>
          <a:prstGeom prst="rect">
            <a:avLst/>
          </a:prstGeom>
        </p:spPr>
      </p:pic>
      <p:pic>
        <p:nvPicPr>
          <p:cNvPr id="302" name="Graphique 301" descr="Personne confuse avec un remplissage uni">
            <a:extLst>
              <a:ext uri="{FF2B5EF4-FFF2-40B4-BE49-F238E27FC236}">
                <a16:creationId xmlns:a16="http://schemas.microsoft.com/office/drawing/2014/main" id="{BC13EE93-07B3-4F59-BDF2-1BA36FDD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432" y="663495"/>
            <a:ext cx="510440" cy="510440"/>
          </a:xfrm>
          <a:prstGeom prst="rect">
            <a:avLst/>
          </a:prstGeom>
        </p:spPr>
      </p:pic>
      <p:pic>
        <p:nvPicPr>
          <p:cNvPr id="303" name="Graphique 302" descr="Personne confuse avec un remplissage uni">
            <a:extLst>
              <a:ext uri="{FF2B5EF4-FFF2-40B4-BE49-F238E27FC236}">
                <a16:creationId xmlns:a16="http://schemas.microsoft.com/office/drawing/2014/main" id="{403FD68F-C9E5-4C8C-96A9-DAC1BD101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718" y="1586129"/>
            <a:ext cx="510440" cy="510440"/>
          </a:xfrm>
          <a:prstGeom prst="rect">
            <a:avLst/>
          </a:prstGeom>
        </p:spPr>
      </p:pic>
      <p:pic>
        <p:nvPicPr>
          <p:cNvPr id="304" name="Graphique 303" descr="Personne confuse avec un remplissage uni">
            <a:extLst>
              <a:ext uri="{FF2B5EF4-FFF2-40B4-BE49-F238E27FC236}">
                <a16:creationId xmlns:a16="http://schemas.microsoft.com/office/drawing/2014/main" id="{68063C16-7B76-407F-BB9A-6D2624D98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8684" y="1533402"/>
            <a:ext cx="510440" cy="510440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C5097AD-DB51-45CF-B4C4-3A03F7B57F4B}"/>
              </a:ext>
            </a:extLst>
          </p:cNvPr>
          <p:cNvGrpSpPr/>
          <p:nvPr/>
        </p:nvGrpSpPr>
        <p:grpSpPr>
          <a:xfrm>
            <a:off x="376871" y="339993"/>
            <a:ext cx="755244" cy="807482"/>
            <a:chOff x="11358379" y="3657959"/>
            <a:chExt cx="317118" cy="33905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EAA364B-12E6-418E-9940-BE986CF5C2CA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C1BBDCA-626C-4FB7-B83D-01E5DC69AD1B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0A810A6-5766-4451-91D5-5584EDA087FD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749A01-033D-4710-ABE6-25970AA4AE6D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7CE87CC-D779-4036-8C45-72B734AAD97D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6A3EA67-5AAE-453A-B54B-E024CF0D9F5F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0" name="Groupe 199">
            <a:extLst>
              <a:ext uri="{FF2B5EF4-FFF2-40B4-BE49-F238E27FC236}">
                <a16:creationId xmlns:a16="http://schemas.microsoft.com/office/drawing/2014/main" id="{8BD413A1-C867-4F22-BBC6-06850E62A3F1}"/>
              </a:ext>
            </a:extLst>
          </p:cNvPr>
          <p:cNvGrpSpPr/>
          <p:nvPr/>
        </p:nvGrpSpPr>
        <p:grpSpPr>
          <a:xfrm>
            <a:off x="969054" y="357296"/>
            <a:ext cx="755244" cy="807482"/>
            <a:chOff x="11358379" y="3657959"/>
            <a:chExt cx="317118" cy="339052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10C064F-59AF-4A16-A0A0-792BEE9A57B8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CCF9FEA-3A93-4239-952E-B20F533C1148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8F73233-CF14-4007-951F-BEF5830E6F14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CB7302D6-E28E-4AA3-8290-FE7803AD7A8A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D7F38C7-3CE3-4AC3-B3F1-10765B748A73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BE42764-2651-4D31-9F35-8A18FAA366BE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26" name="Graphique 225" descr="Crayon avec un remplissage uni">
            <a:extLst>
              <a:ext uri="{FF2B5EF4-FFF2-40B4-BE49-F238E27FC236}">
                <a16:creationId xmlns:a16="http://schemas.microsoft.com/office/drawing/2014/main" id="{EFBB60E8-D28A-4C50-915E-9E246430B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4297" y="1394659"/>
            <a:ext cx="610189" cy="610189"/>
          </a:xfrm>
          <a:prstGeom prst="rect">
            <a:avLst/>
          </a:prstGeom>
        </p:spPr>
      </p:pic>
      <p:pic>
        <p:nvPicPr>
          <p:cNvPr id="4" name="Graphique 3" descr="Papier avec un remplissage uni">
            <a:extLst>
              <a:ext uri="{FF2B5EF4-FFF2-40B4-BE49-F238E27FC236}">
                <a16:creationId xmlns:a16="http://schemas.microsoft.com/office/drawing/2014/main" id="{CD9B5DA6-EA2D-493A-9DA5-E893F0BC3E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2060" y="263535"/>
            <a:ext cx="914400" cy="914400"/>
          </a:xfrm>
          <a:prstGeom prst="rect">
            <a:avLst/>
          </a:prstGeom>
        </p:spPr>
      </p:pic>
      <p:pic>
        <p:nvPicPr>
          <p:cNvPr id="227" name="Graphique 226" descr="Papier avec un remplissage uni">
            <a:extLst>
              <a:ext uri="{FF2B5EF4-FFF2-40B4-BE49-F238E27FC236}">
                <a16:creationId xmlns:a16="http://schemas.microsoft.com/office/drawing/2014/main" id="{AB3C4487-CFBA-4BB2-A371-F77AD8D63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1314" y="631150"/>
            <a:ext cx="914400" cy="914400"/>
          </a:xfrm>
          <a:prstGeom prst="rect">
            <a:avLst/>
          </a:prstGeom>
        </p:spPr>
      </p:pic>
      <p:pic>
        <p:nvPicPr>
          <p:cNvPr id="228" name="Graphique 227" descr="Papier avec un remplissage uni">
            <a:extLst>
              <a:ext uri="{FF2B5EF4-FFF2-40B4-BE49-F238E27FC236}">
                <a16:creationId xmlns:a16="http://schemas.microsoft.com/office/drawing/2014/main" id="{868A37A6-4335-41B8-AA46-B69A22E79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807" y="1147475"/>
            <a:ext cx="914400" cy="914400"/>
          </a:xfrm>
          <a:prstGeom prst="rect">
            <a:avLst/>
          </a:prstGeom>
        </p:spPr>
      </p:pic>
      <p:pic>
        <p:nvPicPr>
          <p:cNvPr id="233" name="Graphique 232" descr="Crayon avec un remplissage uni">
            <a:extLst>
              <a:ext uri="{FF2B5EF4-FFF2-40B4-BE49-F238E27FC236}">
                <a16:creationId xmlns:a16="http://schemas.microsoft.com/office/drawing/2014/main" id="{7514C007-21ED-43A1-8FFA-A829256BE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3863" y="1381181"/>
            <a:ext cx="610189" cy="610189"/>
          </a:xfrm>
          <a:prstGeom prst="rect">
            <a:avLst/>
          </a:prstGeom>
        </p:spPr>
      </p:pic>
      <p:pic>
        <p:nvPicPr>
          <p:cNvPr id="238" name="Graphique 237" descr="Crayon avec un remplissage uni">
            <a:extLst>
              <a:ext uri="{FF2B5EF4-FFF2-40B4-BE49-F238E27FC236}">
                <a16:creationId xmlns:a16="http://schemas.microsoft.com/office/drawing/2014/main" id="{8454C0B9-9727-4295-9081-C63998510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443" y="1387920"/>
            <a:ext cx="610189" cy="610189"/>
          </a:xfrm>
          <a:prstGeom prst="rect">
            <a:avLst/>
          </a:prstGeom>
        </p:spPr>
      </p:pic>
      <p:pic>
        <p:nvPicPr>
          <p:cNvPr id="259" name="Graphique 258" descr="Crayon avec un remplissage uni">
            <a:extLst>
              <a:ext uri="{FF2B5EF4-FFF2-40B4-BE49-F238E27FC236}">
                <a16:creationId xmlns:a16="http://schemas.microsoft.com/office/drawing/2014/main" id="{3099E7BA-82DA-4C9C-BE10-F47C544C0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872" y="1363209"/>
            <a:ext cx="610189" cy="610189"/>
          </a:xfrm>
          <a:prstGeom prst="rect">
            <a:avLst/>
          </a:prstGeom>
        </p:spPr>
      </p:pic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4882EB8-8078-483D-AC16-9EA33259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23641"/>
              </p:ext>
            </p:extLst>
          </p:nvPr>
        </p:nvGraphicFramePr>
        <p:xfrm>
          <a:off x="4468625" y="497790"/>
          <a:ext cx="1341524" cy="1219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0762">
                  <a:extLst>
                    <a:ext uri="{9D8B030D-6E8A-4147-A177-3AD203B41FA5}">
                      <a16:colId xmlns:a16="http://schemas.microsoft.com/office/drawing/2014/main" val="1296351465"/>
                    </a:ext>
                  </a:extLst>
                </a:gridCol>
                <a:gridCol w="670762">
                  <a:extLst>
                    <a:ext uri="{9D8B030D-6E8A-4147-A177-3AD203B41FA5}">
                      <a16:colId xmlns:a16="http://schemas.microsoft.com/office/drawing/2014/main" val="1924185423"/>
                    </a:ext>
                  </a:extLst>
                </a:gridCol>
              </a:tblGrid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3311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74029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8930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92502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989175"/>
                  </a:ext>
                </a:extLst>
              </a:tr>
            </a:tbl>
          </a:graphicData>
        </a:graphic>
      </p:graphicFrame>
      <p:sp>
        <p:nvSpPr>
          <p:cNvPr id="260" name="Rectangle 259">
            <a:extLst>
              <a:ext uri="{FF2B5EF4-FFF2-40B4-BE49-F238E27FC236}">
                <a16:creationId xmlns:a16="http://schemas.microsoft.com/office/drawing/2014/main" id="{1B5B17A1-3647-46A9-B1D2-10307EF5E6F8}"/>
              </a:ext>
            </a:extLst>
          </p:cNvPr>
          <p:cNvSpPr/>
          <p:nvPr/>
        </p:nvSpPr>
        <p:spPr>
          <a:xfrm>
            <a:off x="6298076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274CA4D-EF67-4E8A-8A3E-5C2DFD09BD87}"/>
              </a:ext>
            </a:extLst>
          </p:cNvPr>
          <p:cNvSpPr/>
          <p:nvPr/>
        </p:nvSpPr>
        <p:spPr>
          <a:xfrm>
            <a:off x="6298076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D8D30A1-6303-4A90-ABA3-4D5A2D73C0A6}"/>
              </a:ext>
            </a:extLst>
          </p:cNvPr>
          <p:cNvSpPr/>
          <p:nvPr/>
        </p:nvSpPr>
        <p:spPr>
          <a:xfrm>
            <a:off x="6298075" y="108570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5D244F7-340F-40D6-8940-3A9D91CEA832}"/>
              </a:ext>
            </a:extLst>
          </p:cNvPr>
          <p:cNvSpPr/>
          <p:nvPr/>
        </p:nvSpPr>
        <p:spPr>
          <a:xfrm>
            <a:off x="629807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92C62F7-EDF6-4D53-8C9B-63A8D6392B36}"/>
              </a:ext>
            </a:extLst>
          </p:cNvPr>
          <p:cNvSpPr/>
          <p:nvPr/>
        </p:nvSpPr>
        <p:spPr>
          <a:xfrm>
            <a:off x="6298074" y="1598214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C78E506-F137-48E5-84BD-7EC308DB3AD5}"/>
              </a:ext>
            </a:extLst>
          </p:cNvPr>
          <p:cNvSpPr/>
          <p:nvPr/>
        </p:nvSpPr>
        <p:spPr>
          <a:xfrm>
            <a:off x="6733843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64775C1-B473-495A-93E8-4383F5AE1559}"/>
              </a:ext>
            </a:extLst>
          </p:cNvPr>
          <p:cNvSpPr/>
          <p:nvPr/>
        </p:nvSpPr>
        <p:spPr>
          <a:xfrm>
            <a:off x="6733843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2739BF-F524-4829-B7BC-FBE417F0EB4C}"/>
              </a:ext>
            </a:extLst>
          </p:cNvPr>
          <p:cNvSpPr/>
          <p:nvPr/>
        </p:nvSpPr>
        <p:spPr>
          <a:xfrm>
            <a:off x="7169610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BDF6B3B-6769-4DFF-9661-1565F37F693D}"/>
              </a:ext>
            </a:extLst>
          </p:cNvPr>
          <p:cNvSpPr/>
          <p:nvPr/>
        </p:nvSpPr>
        <p:spPr>
          <a:xfrm>
            <a:off x="7605378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E83F617-B012-4CA7-9E8E-83729A15F19F}"/>
              </a:ext>
            </a:extLst>
          </p:cNvPr>
          <p:cNvSpPr/>
          <p:nvPr/>
        </p:nvSpPr>
        <p:spPr>
          <a:xfrm>
            <a:off x="7605378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4BACF2C-E6F9-4D6C-9658-1D2D7E99F90A}"/>
              </a:ext>
            </a:extLst>
          </p:cNvPr>
          <p:cNvSpPr/>
          <p:nvPr/>
        </p:nvSpPr>
        <p:spPr>
          <a:xfrm>
            <a:off x="7605378" y="108431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B26DCEE-BB04-4B87-8132-AA78FDD0662F}"/>
              </a:ext>
            </a:extLst>
          </p:cNvPr>
          <p:cNvSpPr/>
          <p:nvPr/>
        </p:nvSpPr>
        <p:spPr>
          <a:xfrm>
            <a:off x="760863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FFB305-35A4-44DC-A4B1-48586DFF8843}"/>
              </a:ext>
            </a:extLst>
          </p:cNvPr>
          <p:cNvCxnSpPr/>
          <p:nvPr/>
        </p:nvCxnSpPr>
        <p:spPr>
          <a:xfrm>
            <a:off x="6629400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271">
            <a:extLst>
              <a:ext uri="{FF2B5EF4-FFF2-40B4-BE49-F238E27FC236}">
                <a16:creationId xmlns:a16="http://schemas.microsoft.com/office/drawing/2014/main" id="{879F8F55-AB86-4CDA-9CBE-79C7F8E38458}"/>
              </a:ext>
            </a:extLst>
          </p:cNvPr>
          <p:cNvCxnSpPr/>
          <p:nvPr/>
        </p:nvCxnSpPr>
        <p:spPr>
          <a:xfrm>
            <a:off x="7072312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eur droit 272">
            <a:extLst>
              <a:ext uri="{FF2B5EF4-FFF2-40B4-BE49-F238E27FC236}">
                <a16:creationId xmlns:a16="http://schemas.microsoft.com/office/drawing/2014/main" id="{CEACF8E6-CEBA-41F4-AFB5-71A9EEBE381C}"/>
              </a:ext>
            </a:extLst>
          </p:cNvPr>
          <p:cNvCxnSpPr/>
          <p:nvPr/>
        </p:nvCxnSpPr>
        <p:spPr>
          <a:xfrm>
            <a:off x="7500937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273">
            <a:extLst>
              <a:ext uri="{FF2B5EF4-FFF2-40B4-BE49-F238E27FC236}">
                <a16:creationId xmlns:a16="http://schemas.microsoft.com/office/drawing/2014/main" id="{03395114-63D8-4D75-8848-74C38DF16380}"/>
              </a:ext>
            </a:extLst>
          </p:cNvPr>
          <p:cNvCxnSpPr>
            <a:cxnSpLocks/>
          </p:cNvCxnSpPr>
          <p:nvPr/>
        </p:nvCxnSpPr>
        <p:spPr>
          <a:xfrm>
            <a:off x="6262688" y="537875"/>
            <a:ext cx="172648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ZoneTexte 274">
            <a:extLst>
              <a:ext uri="{FF2B5EF4-FFF2-40B4-BE49-F238E27FC236}">
                <a16:creationId xmlns:a16="http://schemas.microsoft.com/office/drawing/2014/main" id="{FDCC8C6D-A479-4F8F-927A-7A4E61B93C04}"/>
              </a:ext>
            </a:extLst>
          </p:cNvPr>
          <p:cNvSpPr txBox="1"/>
          <p:nvPr/>
        </p:nvSpPr>
        <p:spPr>
          <a:xfrm>
            <a:off x="6257306" y="211469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DA61B652-7176-4950-B1A8-BEDBA209DBA5}"/>
              </a:ext>
            </a:extLst>
          </p:cNvPr>
          <p:cNvSpPr txBox="1"/>
          <p:nvPr/>
        </p:nvSpPr>
        <p:spPr>
          <a:xfrm>
            <a:off x="6691485" y="205035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828DD640-F2A2-45E7-88C7-A6A384FBE67E}"/>
              </a:ext>
            </a:extLst>
          </p:cNvPr>
          <p:cNvSpPr txBox="1"/>
          <p:nvPr/>
        </p:nvSpPr>
        <p:spPr>
          <a:xfrm>
            <a:off x="7111403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45B0E73F-0099-4DE6-A7F7-5D88698C4DB2}"/>
              </a:ext>
            </a:extLst>
          </p:cNvPr>
          <p:cNvSpPr txBox="1"/>
          <p:nvPr/>
        </p:nvSpPr>
        <p:spPr>
          <a:xfrm>
            <a:off x="7551691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pic>
        <p:nvPicPr>
          <p:cNvPr id="279" name="Graphique 278" descr="Sphères de Harvey 100% avec un remplissage uni">
            <a:extLst>
              <a:ext uri="{FF2B5EF4-FFF2-40B4-BE49-F238E27FC236}">
                <a16:creationId xmlns:a16="http://schemas.microsoft.com/office/drawing/2014/main" id="{9C8EF067-52CB-4AB2-8794-31E99756447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896" t="8148" r="9376" b="4997"/>
          <a:stretch/>
        </p:blipFill>
        <p:spPr>
          <a:xfrm rot="16200000">
            <a:off x="9654420" y="-469082"/>
            <a:ext cx="999293" cy="3378928"/>
          </a:xfrm>
          <a:prstGeom prst="rect">
            <a:avLst/>
          </a:prstGeom>
        </p:spPr>
      </p:pic>
      <p:pic>
        <p:nvPicPr>
          <p:cNvPr id="280" name="Graphique 279" descr="Sphères de Harvey 100% avec un remplissage uni">
            <a:extLst>
              <a:ext uri="{FF2B5EF4-FFF2-40B4-BE49-F238E27FC236}">
                <a16:creationId xmlns:a16="http://schemas.microsoft.com/office/drawing/2014/main" id="{DD9DBDF3-CF2E-4417-8B78-6F158F2F050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8584539" y="1079735"/>
            <a:ext cx="149838" cy="506649"/>
          </a:xfrm>
          <a:prstGeom prst="rect">
            <a:avLst/>
          </a:prstGeom>
        </p:spPr>
      </p:pic>
      <p:pic>
        <p:nvPicPr>
          <p:cNvPr id="281" name="Graphique 280" descr="Sphères de Harvey 100% avec un remplissage uni">
            <a:extLst>
              <a:ext uri="{FF2B5EF4-FFF2-40B4-BE49-F238E27FC236}">
                <a16:creationId xmlns:a16="http://schemas.microsoft.com/office/drawing/2014/main" id="{ED021DEC-73E6-4F4E-9A08-275ECE1AB4A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9032693" y="1398447"/>
            <a:ext cx="149838" cy="506649"/>
          </a:xfrm>
          <a:prstGeom prst="rect">
            <a:avLst/>
          </a:prstGeom>
        </p:spPr>
      </p:pic>
      <p:pic>
        <p:nvPicPr>
          <p:cNvPr id="282" name="Graphique 281" descr="Sphères de Harvey 100% avec un remplissage uni">
            <a:extLst>
              <a:ext uri="{FF2B5EF4-FFF2-40B4-BE49-F238E27FC236}">
                <a16:creationId xmlns:a16="http://schemas.microsoft.com/office/drawing/2014/main" id="{8BB4886D-13A8-411E-A916-A1EDF82F18F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0047332" y="1573950"/>
            <a:ext cx="149838" cy="506649"/>
          </a:xfrm>
          <a:prstGeom prst="rect">
            <a:avLst/>
          </a:prstGeom>
        </p:spPr>
      </p:pic>
      <p:pic>
        <p:nvPicPr>
          <p:cNvPr id="283" name="Graphique 282" descr="Sphères de Harvey 100% avec un remplissage uni">
            <a:extLst>
              <a:ext uri="{FF2B5EF4-FFF2-40B4-BE49-F238E27FC236}">
                <a16:creationId xmlns:a16="http://schemas.microsoft.com/office/drawing/2014/main" id="{D9C9B122-F1EF-4DFC-974D-F7286511837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063050" y="1466749"/>
            <a:ext cx="149838" cy="506649"/>
          </a:xfrm>
          <a:prstGeom prst="rect">
            <a:avLst/>
          </a:prstGeom>
        </p:spPr>
      </p:pic>
      <p:pic>
        <p:nvPicPr>
          <p:cNvPr id="284" name="Graphique 283" descr="Sphères de Harvey 100% avec un remplissage uni">
            <a:extLst>
              <a:ext uri="{FF2B5EF4-FFF2-40B4-BE49-F238E27FC236}">
                <a16:creationId xmlns:a16="http://schemas.microsoft.com/office/drawing/2014/main" id="{D1FB2F88-AE35-49F4-8D68-AE4DBE10CA7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415601" y="1087348"/>
            <a:ext cx="149838" cy="506649"/>
          </a:xfrm>
          <a:prstGeom prst="rect">
            <a:avLst/>
          </a:prstGeom>
        </p:spPr>
      </p:pic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8F41AA5-9CE3-4799-9600-181235C8D0AF}"/>
              </a:ext>
            </a:extLst>
          </p:cNvPr>
          <p:cNvSpPr/>
          <p:nvPr/>
        </p:nvSpPr>
        <p:spPr>
          <a:xfrm flipV="1">
            <a:off x="8658416" y="1069616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5" name="Organigramme : Opération manuelle 284">
            <a:extLst>
              <a:ext uri="{FF2B5EF4-FFF2-40B4-BE49-F238E27FC236}">
                <a16:creationId xmlns:a16="http://schemas.microsoft.com/office/drawing/2014/main" id="{5BD71F5D-5410-4121-A0ED-36EB45A8D00A}"/>
              </a:ext>
            </a:extLst>
          </p:cNvPr>
          <p:cNvSpPr/>
          <p:nvPr/>
        </p:nvSpPr>
        <p:spPr>
          <a:xfrm flipV="1">
            <a:off x="8748920" y="1196300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" name="Organigramme : Opération manuelle 285">
            <a:extLst>
              <a:ext uri="{FF2B5EF4-FFF2-40B4-BE49-F238E27FC236}">
                <a16:creationId xmlns:a16="http://schemas.microsoft.com/office/drawing/2014/main" id="{2548BAFC-8489-431D-A7CB-C54E5BA3A5F6}"/>
              </a:ext>
            </a:extLst>
          </p:cNvPr>
          <p:cNvSpPr/>
          <p:nvPr/>
        </p:nvSpPr>
        <p:spPr>
          <a:xfrm flipV="1">
            <a:off x="8965961" y="978124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7" name="Organigramme : Opération manuelle 286">
            <a:extLst>
              <a:ext uri="{FF2B5EF4-FFF2-40B4-BE49-F238E27FC236}">
                <a16:creationId xmlns:a16="http://schemas.microsoft.com/office/drawing/2014/main" id="{4E61AA61-D374-469F-9DD5-B5176CF68F17}"/>
              </a:ext>
            </a:extLst>
          </p:cNvPr>
          <p:cNvSpPr/>
          <p:nvPr/>
        </p:nvSpPr>
        <p:spPr>
          <a:xfrm flipV="1">
            <a:off x="9656473" y="1478298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8" name="Organigramme : Opération manuelle 287">
            <a:extLst>
              <a:ext uri="{FF2B5EF4-FFF2-40B4-BE49-F238E27FC236}">
                <a16:creationId xmlns:a16="http://schemas.microsoft.com/office/drawing/2014/main" id="{8ED08C1F-7815-4028-A775-D7F8091CF432}"/>
              </a:ext>
            </a:extLst>
          </p:cNvPr>
          <p:cNvSpPr/>
          <p:nvPr/>
        </p:nvSpPr>
        <p:spPr>
          <a:xfrm flipV="1">
            <a:off x="9987925" y="1147475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Organigramme : Opération manuelle 288">
            <a:extLst>
              <a:ext uri="{FF2B5EF4-FFF2-40B4-BE49-F238E27FC236}">
                <a16:creationId xmlns:a16="http://schemas.microsoft.com/office/drawing/2014/main" id="{A8AD5BA7-927B-459C-A585-197040BD590B}"/>
              </a:ext>
            </a:extLst>
          </p:cNvPr>
          <p:cNvSpPr/>
          <p:nvPr/>
        </p:nvSpPr>
        <p:spPr>
          <a:xfrm flipV="1">
            <a:off x="11272803" y="1028417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0" name="Organigramme : Opération manuelle 289">
            <a:extLst>
              <a:ext uri="{FF2B5EF4-FFF2-40B4-BE49-F238E27FC236}">
                <a16:creationId xmlns:a16="http://schemas.microsoft.com/office/drawing/2014/main" id="{D4CAEA75-9B25-4F3A-947F-59182B9823A7}"/>
              </a:ext>
            </a:extLst>
          </p:cNvPr>
          <p:cNvSpPr/>
          <p:nvPr/>
        </p:nvSpPr>
        <p:spPr>
          <a:xfrm flipV="1">
            <a:off x="11016833" y="1028417"/>
            <a:ext cx="297411" cy="203957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" name="Organigramme : Opération manuelle 290">
            <a:extLst>
              <a:ext uri="{FF2B5EF4-FFF2-40B4-BE49-F238E27FC236}">
                <a16:creationId xmlns:a16="http://schemas.microsoft.com/office/drawing/2014/main" id="{DC27115A-DBCB-42D8-846C-FF78A56F5C1D}"/>
              </a:ext>
            </a:extLst>
          </p:cNvPr>
          <p:cNvSpPr/>
          <p:nvPr/>
        </p:nvSpPr>
        <p:spPr>
          <a:xfrm flipV="1">
            <a:off x="11332523" y="1151239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2" name="Organigramme : Opération manuelle 291">
            <a:extLst>
              <a:ext uri="{FF2B5EF4-FFF2-40B4-BE49-F238E27FC236}">
                <a16:creationId xmlns:a16="http://schemas.microsoft.com/office/drawing/2014/main" id="{014B1304-EB86-415C-98BC-96F809FF2FE6}"/>
              </a:ext>
            </a:extLst>
          </p:cNvPr>
          <p:cNvSpPr/>
          <p:nvPr/>
        </p:nvSpPr>
        <p:spPr>
          <a:xfrm flipV="1">
            <a:off x="11332523" y="124687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3" name="Organigramme : Opération manuelle 292">
            <a:extLst>
              <a:ext uri="{FF2B5EF4-FFF2-40B4-BE49-F238E27FC236}">
                <a16:creationId xmlns:a16="http://schemas.microsoft.com/office/drawing/2014/main" id="{087356F8-2A3A-4023-87C8-B5FB185A6215}"/>
              </a:ext>
            </a:extLst>
          </p:cNvPr>
          <p:cNvSpPr/>
          <p:nvPr/>
        </p:nvSpPr>
        <p:spPr>
          <a:xfrm flipV="1">
            <a:off x="10277350" y="808741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4" name="Organigramme : Opération manuelle 293">
            <a:extLst>
              <a:ext uri="{FF2B5EF4-FFF2-40B4-BE49-F238E27FC236}">
                <a16:creationId xmlns:a16="http://schemas.microsoft.com/office/drawing/2014/main" id="{122DC5BD-DC7D-41F0-9FA4-0D4CA5BB1FAE}"/>
              </a:ext>
            </a:extLst>
          </p:cNvPr>
          <p:cNvSpPr/>
          <p:nvPr/>
        </p:nvSpPr>
        <p:spPr>
          <a:xfrm flipV="1">
            <a:off x="1005203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5" name="Organigramme : Opération manuelle 294">
            <a:extLst>
              <a:ext uri="{FF2B5EF4-FFF2-40B4-BE49-F238E27FC236}">
                <a16:creationId xmlns:a16="http://schemas.microsoft.com/office/drawing/2014/main" id="{657311FC-2B1F-469E-BA30-DC54BC08B0E7}"/>
              </a:ext>
            </a:extLst>
          </p:cNvPr>
          <p:cNvSpPr/>
          <p:nvPr/>
        </p:nvSpPr>
        <p:spPr>
          <a:xfrm flipV="1">
            <a:off x="982210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6" name="Organigramme : Opération manuelle 295">
            <a:extLst>
              <a:ext uri="{FF2B5EF4-FFF2-40B4-BE49-F238E27FC236}">
                <a16:creationId xmlns:a16="http://schemas.microsoft.com/office/drawing/2014/main" id="{89AC1C09-5601-4051-A54E-0B3514E929D0}"/>
              </a:ext>
            </a:extLst>
          </p:cNvPr>
          <p:cNvSpPr/>
          <p:nvPr/>
        </p:nvSpPr>
        <p:spPr>
          <a:xfrm flipV="1">
            <a:off x="9570922" y="79769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5" name="Graphique 304" descr="Présentation avec multimédia avec un remplissage uni">
            <a:extLst>
              <a:ext uri="{FF2B5EF4-FFF2-40B4-BE49-F238E27FC236}">
                <a16:creationId xmlns:a16="http://schemas.microsoft.com/office/drawing/2014/main" id="{A75B1E32-3B2B-4446-AFA0-E1A5AEE502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004" y="2386005"/>
            <a:ext cx="1219626" cy="1219626"/>
          </a:xfrm>
          <a:prstGeom prst="rect">
            <a:avLst/>
          </a:prstGeom>
        </p:spPr>
      </p:pic>
      <p:pic>
        <p:nvPicPr>
          <p:cNvPr id="21" name="Graphique 20" descr="Recherche de dossiers avec un remplissage uni">
            <a:extLst>
              <a:ext uri="{FF2B5EF4-FFF2-40B4-BE49-F238E27FC236}">
                <a16:creationId xmlns:a16="http://schemas.microsoft.com/office/drawing/2014/main" id="{F53DFBF4-3BED-48DC-ABFF-583EFE2E03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94197" y="2486615"/>
            <a:ext cx="914400" cy="914400"/>
          </a:xfrm>
          <a:prstGeom prst="rect">
            <a:avLst/>
          </a:prstGeom>
        </p:spPr>
      </p:pic>
      <p:pic>
        <p:nvPicPr>
          <p:cNvPr id="26" name="Graphique 25" descr="Trombone avec un remplissage uni">
            <a:extLst>
              <a:ext uri="{FF2B5EF4-FFF2-40B4-BE49-F238E27FC236}">
                <a16:creationId xmlns:a16="http://schemas.microsoft.com/office/drawing/2014/main" id="{94E5B110-CA40-4E30-A348-4CA973AC3E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32052" y="3428999"/>
            <a:ext cx="914400" cy="914400"/>
          </a:xfrm>
          <a:prstGeom prst="rect">
            <a:avLst/>
          </a:prstGeom>
        </p:spPr>
      </p:pic>
      <p:pic>
        <p:nvPicPr>
          <p:cNvPr id="29" name="Graphique 28" descr="Document avec un remplissage uni">
            <a:extLst>
              <a:ext uri="{FF2B5EF4-FFF2-40B4-BE49-F238E27FC236}">
                <a16:creationId xmlns:a16="http://schemas.microsoft.com/office/drawing/2014/main" id="{3F184079-DBAC-4F79-9F3A-0BFAFB68C8F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02049" y="2500517"/>
            <a:ext cx="914400" cy="914400"/>
          </a:xfrm>
          <a:prstGeom prst="rect">
            <a:avLst/>
          </a:prstGeom>
        </p:spPr>
      </p:pic>
      <p:pic>
        <p:nvPicPr>
          <p:cNvPr id="33" name="Graphique 32" descr="Liste avec un remplissage uni">
            <a:extLst>
              <a:ext uri="{FF2B5EF4-FFF2-40B4-BE49-F238E27FC236}">
                <a16:creationId xmlns:a16="http://schemas.microsoft.com/office/drawing/2014/main" id="{590411AB-76D1-4E5C-9C03-3D9CB87AFB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14935" y="3428999"/>
            <a:ext cx="914400" cy="914400"/>
          </a:xfrm>
          <a:prstGeom prst="rect">
            <a:avLst/>
          </a:prstGeom>
        </p:spPr>
      </p:pic>
      <p:pic>
        <p:nvPicPr>
          <p:cNvPr id="35" name="Graphique 34" descr="Vlog avec un remplissage uni">
            <a:extLst>
              <a:ext uri="{FF2B5EF4-FFF2-40B4-BE49-F238E27FC236}">
                <a16:creationId xmlns:a16="http://schemas.microsoft.com/office/drawing/2014/main" id="{A65339DB-1C45-4B1F-B4D9-AB89EB7FA6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43" y="3428999"/>
            <a:ext cx="914400" cy="914400"/>
          </a:xfrm>
          <a:prstGeom prst="rect">
            <a:avLst/>
          </a:prstGeom>
        </p:spPr>
      </p:pic>
      <p:pic>
        <p:nvPicPr>
          <p:cNvPr id="41" name="Graphique 40" descr="Smartphone avec un remplissage uni">
            <a:extLst>
              <a:ext uri="{FF2B5EF4-FFF2-40B4-BE49-F238E27FC236}">
                <a16:creationId xmlns:a16="http://schemas.microsoft.com/office/drawing/2014/main" id="{55B01C5C-BEEB-4B88-9726-FFBACE986E3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18092" y="2538618"/>
            <a:ext cx="914400" cy="914400"/>
          </a:xfrm>
          <a:prstGeom prst="rect">
            <a:avLst/>
          </a:prstGeom>
        </p:spPr>
      </p:pic>
      <p:pic>
        <p:nvPicPr>
          <p:cNvPr id="44" name="Graphique 43" descr="Ouverture avec un remplissage uni">
            <a:extLst>
              <a:ext uri="{FF2B5EF4-FFF2-40B4-BE49-F238E27FC236}">
                <a16:creationId xmlns:a16="http://schemas.microsoft.com/office/drawing/2014/main" id="{A1725AD5-08E2-4DF8-B903-2A9AE95A91F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44651" y="3488244"/>
            <a:ext cx="914400" cy="914400"/>
          </a:xfrm>
          <a:prstGeom prst="rect">
            <a:avLst/>
          </a:prstGeom>
        </p:spPr>
      </p:pic>
      <p:pic>
        <p:nvPicPr>
          <p:cNvPr id="46" name="Graphique 45" descr="Caméra vidéo avec un remplissage uni">
            <a:extLst>
              <a:ext uri="{FF2B5EF4-FFF2-40B4-BE49-F238E27FC236}">
                <a16:creationId xmlns:a16="http://schemas.microsoft.com/office/drawing/2014/main" id="{6019E96A-12EC-4A75-8FAA-6981DCC96ED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613143" y="2470650"/>
            <a:ext cx="914400" cy="914400"/>
          </a:xfrm>
          <a:prstGeom prst="rect">
            <a:avLst/>
          </a:prstGeom>
        </p:spPr>
      </p:pic>
      <p:pic>
        <p:nvPicPr>
          <p:cNvPr id="48" name="Graphique 47" descr="Appareil photo avec un remplissage uni">
            <a:extLst>
              <a:ext uri="{FF2B5EF4-FFF2-40B4-BE49-F238E27FC236}">
                <a16:creationId xmlns:a16="http://schemas.microsoft.com/office/drawing/2014/main" id="{4E76C913-7B47-48D6-B0B4-8CCC4D481E4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58181" y="3453018"/>
            <a:ext cx="914400" cy="914400"/>
          </a:xfrm>
          <a:prstGeom prst="rect">
            <a:avLst/>
          </a:prstGeom>
        </p:spPr>
      </p:pic>
      <p:pic>
        <p:nvPicPr>
          <p:cNvPr id="51" name="Graphique 50" descr="Webcam avec un remplissage uni">
            <a:extLst>
              <a:ext uri="{FF2B5EF4-FFF2-40B4-BE49-F238E27FC236}">
                <a16:creationId xmlns:a16="http://schemas.microsoft.com/office/drawing/2014/main" id="{1DADE4A9-3011-4701-9B7A-90F960787FB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47711" y="2430547"/>
            <a:ext cx="914400" cy="914400"/>
          </a:xfrm>
          <a:prstGeom prst="rect">
            <a:avLst/>
          </a:prstGeom>
        </p:spPr>
      </p:pic>
      <p:pic>
        <p:nvPicPr>
          <p:cNvPr id="53" name="Graphique 52" descr="Micro de radio avec un remplissage uni">
            <a:extLst>
              <a:ext uri="{FF2B5EF4-FFF2-40B4-BE49-F238E27FC236}">
                <a16:creationId xmlns:a16="http://schemas.microsoft.com/office/drawing/2014/main" id="{736E38B1-D0A8-4763-97A0-AC5B7A02B30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837330" y="3453018"/>
            <a:ext cx="914400" cy="914400"/>
          </a:xfrm>
          <a:prstGeom prst="rect">
            <a:avLst/>
          </a:prstGeom>
        </p:spPr>
      </p:pic>
      <p:pic>
        <p:nvPicPr>
          <p:cNvPr id="57" name="Graphique 56" descr="Bâtiment avec un remplissage uni">
            <a:extLst>
              <a:ext uri="{FF2B5EF4-FFF2-40B4-BE49-F238E27FC236}">
                <a16:creationId xmlns:a16="http://schemas.microsoft.com/office/drawing/2014/main" id="{14F937A7-073C-40A4-8962-55DC9EBA599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7044" y="2524974"/>
            <a:ext cx="914400" cy="914400"/>
          </a:xfrm>
          <a:prstGeom prst="rect">
            <a:avLst/>
          </a:prstGeom>
        </p:spPr>
      </p:pic>
      <p:pic>
        <p:nvPicPr>
          <p:cNvPr id="59" name="Graphique 58" descr="Travail à domicile avec un remplissage uni">
            <a:extLst>
              <a:ext uri="{FF2B5EF4-FFF2-40B4-BE49-F238E27FC236}">
                <a16:creationId xmlns:a16="http://schemas.microsoft.com/office/drawing/2014/main" id="{87B02570-2E62-44C8-AB9D-8470EC58340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39970" y="2465373"/>
            <a:ext cx="914400" cy="914400"/>
          </a:xfrm>
          <a:prstGeom prst="rect">
            <a:avLst/>
          </a:prstGeom>
        </p:spPr>
      </p:pic>
      <p:pic>
        <p:nvPicPr>
          <p:cNvPr id="61" name="Graphique 60" descr="Train avec un remplissage uni">
            <a:extLst>
              <a:ext uri="{FF2B5EF4-FFF2-40B4-BE49-F238E27FC236}">
                <a16:creationId xmlns:a16="http://schemas.microsoft.com/office/drawing/2014/main" id="{908F2988-DCD3-4A20-ADDA-8C06D903965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777303" y="3428999"/>
            <a:ext cx="914400" cy="914400"/>
          </a:xfrm>
          <a:prstGeom prst="rect">
            <a:avLst/>
          </a:prstGeom>
        </p:spPr>
      </p:pic>
      <p:pic>
        <p:nvPicPr>
          <p:cNvPr id="63" name="Graphique 62" descr="Scène de montagnes avec un remplissage uni">
            <a:extLst>
              <a:ext uri="{FF2B5EF4-FFF2-40B4-BE49-F238E27FC236}">
                <a16:creationId xmlns:a16="http://schemas.microsoft.com/office/drawing/2014/main" id="{9B317F06-4A98-4675-AC0A-ADE1B3F5661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466766" y="2556331"/>
            <a:ext cx="914400" cy="914400"/>
          </a:xfrm>
          <a:prstGeom prst="rect">
            <a:avLst/>
          </a:prstGeom>
        </p:spPr>
      </p:pic>
      <p:pic>
        <p:nvPicPr>
          <p:cNvPr id="513" name="Graphique 512" descr="Montagnes russes en montée avec un remplissage uni">
            <a:extLst>
              <a:ext uri="{FF2B5EF4-FFF2-40B4-BE49-F238E27FC236}">
                <a16:creationId xmlns:a16="http://schemas.microsoft.com/office/drawing/2014/main" id="{02AE8B6D-F22E-431E-BACF-6DEBB117335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23904" y="3488244"/>
            <a:ext cx="914400" cy="914400"/>
          </a:xfrm>
          <a:prstGeom prst="rect">
            <a:avLst/>
          </a:prstGeom>
        </p:spPr>
      </p:pic>
      <p:pic>
        <p:nvPicPr>
          <p:cNvPr id="515" name="Graphique 514" descr="Repère avec un remplissage uni">
            <a:extLst>
              <a:ext uri="{FF2B5EF4-FFF2-40B4-BE49-F238E27FC236}">
                <a16:creationId xmlns:a16="http://schemas.microsoft.com/office/drawing/2014/main" id="{3A3DD416-2994-4F85-B48F-31A51EAADDF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875323" y="3397009"/>
            <a:ext cx="914400" cy="914400"/>
          </a:xfrm>
          <a:prstGeom prst="rect">
            <a:avLst/>
          </a:prstGeom>
        </p:spPr>
      </p:pic>
      <p:pic>
        <p:nvPicPr>
          <p:cNvPr id="6" name="Graphique 5" descr="Réunion en ligne avec un remplissage uni">
            <a:extLst>
              <a:ext uri="{FF2B5EF4-FFF2-40B4-BE49-F238E27FC236}">
                <a16:creationId xmlns:a16="http://schemas.microsoft.com/office/drawing/2014/main" id="{E6688D36-58E8-4A63-A0E8-9DE08FF4154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82347" y="4696664"/>
            <a:ext cx="1956944" cy="19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7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Univers narratif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04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Intelligence artificielle avec un remplissage uni">
            <a:extLst>
              <a:ext uri="{FF2B5EF4-FFF2-40B4-BE49-F238E27FC236}">
                <a16:creationId xmlns:a16="http://schemas.microsoft.com/office/drawing/2014/main" id="{775A093B-B332-49FB-865F-79EF0EDC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510" y="263639"/>
            <a:ext cx="914400" cy="914400"/>
          </a:xfrm>
          <a:prstGeom prst="rect">
            <a:avLst/>
          </a:prstGeom>
        </p:spPr>
      </p:pic>
      <p:pic>
        <p:nvPicPr>
          <p:cNvPr id="7" name="Graphique 6" descr="Robot avec un remplissage uni">
            <a:extLst>
              <a:ext uri="{FF2B5EF4-FFF2-40B4-BE49-F238E27FC236}">
                <a16:creationId xmlns:a16="http://schemas.microsoft.com/office/drawing/2014/main" id="{68619E51-7759-4E0D-9434-9D9D4C5D6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1203" y="1246088"/>
            <a:ext cx="914400" cy="914400"/>
          </a:xfrm>
          <a:prstGeom prst="rect">
            <a:avLst/>
          </a:prstGeom>
        </p:spPr>
      </p:pic>
      <p:pic>
        <p:nvPicPr>
          <p:cNvPr id="10" name="Graphique 9" descr="Paysage spatial avec un remplissage uni">
            <a:extLst>
              <a:ext uri="{FF2B5EF4-FFF2-40B4-BE49-F238E27FC236}">
                <a16:creationId xmlns:a16="http://schemas.microsoft.com/office/drawing/2014/main" id="{FCE93532-F2B1-4E9F-B7A8-ED4EC61BC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9435" y="1198804"/>
            <a:ext cx="914400" cy="914400"/>
          </a:xfrm>
          <a:prstGeom prst="rect">
            <a:avLst/>
          </a:prstGeom>
        </p:spPr>
      </p:pic>
      <p:pic>
        <p:nvPicPr>
          <p:cNvPr id="15" name="Graphique 14" descr="Une astronaute avec un remplissage uni">
            <a:extLst>
              <a:ext uri="{FF2B5EF4-FFF2-40B4-BE49-F238E27FC236}">
                <a16:creationId xmlns:a16="http://schemas.microsoft.com/office/drawing/2014/main" id="{74C1B941-849A-4CD9-9705-9A1708BC47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3891" y="263639"/>
            <a:ext cx="914400" cy="914400"/>
          </a:xfrm>
          <a:prstGeom prst="rect">
            <a:avLst/>
          </a:prstGeom>
        </p:spPr>
      </p:pic>
      <p:pic>
        <p:nvPicPr>
          <p:cNvPr id="19" name="Graphique 18" descr="Satellite avec un remplissage uni">
            <a:extLst>
              <a:ext uri="{FF2B5EF4-FFF2-40B4-BE49-F238E27FC236}">
                <a16:creationId xmlns:a16="http://schemas.microsoft.com/office/drawing/2014/main" id="{18C07FD6-E825-44CB-9420-533477FF2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6091" y="216354"/>
            <a:ext cx="914400" cy="914400"/>
          </a:xfrm>
          <a:prstGeom prst="rect">
            <a:avLst/>
          </a:prstGeom>
        </p:spPr>
      </p:pic>
      <p:pic>
        <p:nvPicPr>
          <p:cNvPr id="21" name="Graphique 20" descr="Bâtiment amérindien avec un remplissage uni">
            <a:extLst>
              <a:ext uri="{FF2B5EF4-FFF2-40B4-BE49-F238E27FC236}">
                <a16:creationId xmlns:a16="http://schemas.microsoft.com/office/drawing/2014/main" id="{DF7993D8-70A1-4C8E-B088-688584E969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02636" y="2424877"/>
            <a:ext cx="914400" cy="914400"/>
          </a:xfrm>
          <a:prstGeom prst="rect">
            <a:avLst/>
          </a:prstGeom>
        </p:spPr>
      </p:pic>
      <p:pic>
        <p:nvPicPr>
          <p:cNvPr id="26" name="Graphique 25" descr="Cathédrale russe avec un remplissage uni">
            <a:extLst>
              <a:ext uri="{FF2B5EF4-FFF2-40B4-BE49-F238E27FC236}">
                <a16:creationId xmlns:a16="http://schemas.microsoft.com/office/drawing/2014/main" id="{FC8DBE30-0496-4BEA-BFB3-35CAB5FFAA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0270" y="3189510"/>
            <a:ext cx="914400" cy="914400"/>
          </a:xfrm>
          <a:prstGeom prst="rect">
            <a:avLst/>
          </a:prstGeom>
        </p:spPr>
      </p:pic>
      <p:pic>
        <p:nvPicPr>
          <p:cNvPr id="36" name="Graphique 35" descr="Cathédrale avec un remplissage uni">
            <a:extLst>
              <a:ext uri="{FF2B5EF4-FFF2-40B4-BE49-F238E27FC236}">
                <a16:creationId xmlns:a16="http://schemas.microsoft.com/office/drawing/2014/main" id="{5BE30FCF-B410-4377-BBEB-4C1C0037C2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85923" y="3332077"/>
            <a:ext cx="914400" cy="914400"/>
          </a:xfrm>
          <a:prstGeom prst="rect">
            <a:avLst/>
          </a:prstGeom>
        </p:spPr>
      </p:pic>
      <p:pic>
        <p:nvPicPr>
          <p:cNvPr id="39" name="Graphique 38" descr="Stade avec un remplissage uni">
            <a:extLst>
              <a:ext uri="{FF2B5EF4-FFF2-40B4-BE49-F238E27FC236}">
                <a16:creationId xmlns:a16="http://schemas.microsoft.com/office/drawing/2014/main" id="{5CCAED8F-C7F1-4EBB-B38E-7E29920419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41216" y="3440936"/>
            <a:ext cx="914400" cy="914400"/>
          </a:xfrm>
          <a:prstGeom prst="rect">
            <a:avLst/>
          </a:prstGeom>
        </p:spPr>
      </p:pic>
      <p:pic>
        <p:nvPicPr>
          <p:cNvPr id="41" name="Graphique 40" descr="Moulin à vent avec un remplissage uni">
            <a:extLst>
              <a:ext uri="{FF2B5EF4-FFF2-40B4-BE49-F238E27FC236}">
                <a16:creationId xmlns:a16="http://schemas.microsoft.com/office/drawing/2014/main" id="{2D86ACD4-8E02-47A2-81D0-2C3A2186A4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5804" y="3478081"/>
            <a:ext cx="914400" cy="914400"/>
          </a:xfrm>
          <a:prstGeom prst="rect">
            <a:avLst/>
          </a:prstGeom>
        </p:spPr>
      </p:pic>
      <p:pic>
        <p:nvPicPr>
          <p:cNvPr id="48" name="Graphique 47" descr="Temple asiatique avec un remplissage uni">
            <a:extLst>
              <a:ext uri="{FF2B5EF4-FFF2-40B4-BE49-F238E27FC236}">
                <a16:creationId xmlns:a16="http://schemas.microsoft.com/office/drawing/2014/main" id="{EE23CEBC-212E-4890-94A6-56D07577E2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84407" y="2484168"/>
            <a:ext cx="914400" cy="914400"/>
          </a:xfrm>
          <a:prstGeom prst="rect">
            <a:avLst/>
          </a:prstGeom>
        </p:spPr>
      </p:pic>
      <p:pic>
        <p:nvPicPr>
          <p:cNvPr id="60" name="Graphique 59" descr="Pyramide avec un remplissage uni">
            <a:extLst>
              <a:ext uri="{FF2B5EF4-FFF2-40B4-BE49-F238E27FC236}">
                <a16:creationId xmlns:a16="http://schemas.microsoft.com/office/drawing/2014/main" id="{F1C539E0-8A3B-490F-8E32-EFF883B486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4794" y="2364226"/>
            <a:ext cx="914400" cy="914400"/>
          </a:xfrm>
          <a:prstGeom prst="rect">
            <a:avLst/>
          </a:prstGeom>
        </p:spPr>
      </p:pic>
      <p:pic>
        <p:nvPicPr>
          <p:cNvPr id="63" name="Graphique 62" descr="Homme détective avec un remplissage uni">
            <a:extLst>
              <a:ext uri="{FF2B5EF4-FFF2-40B4-BE49-F238E27FC236}">
                <a16:creationId xmlns:a16="http://schemas.microsoft.com/office/drawing/2014/main" id="{FC470527-7307-4AA1-9DBB-A1816D56E2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1705" y="852067"/>
            <a:ext cx="1137144" cy="1137144"/>
          </a:xfrm>
          <a:prstGeom prst="rect">
            <a:avLst/>
          </a:prstGeom>
        </p:spPr>
      </p:pic>
      <p:pic>
        <p:nvPicPr>
          <p:cNvPr id="513" name="Graphique 512" descr="Héroïne avec un remplissage uni">
            <a:extLst>
              <a:ext uri="{FF2B5EF4-FFF2-40B4-BE49-F238E27FC236}">
                <a16:creationId xmlns:a16="http://schemas.microsoft.com/office/drawing/2014/main" id="{16AA25CA-B0CC-45FD-9ADB-5E94E34898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70672" y="349737"/>
            <a:ext cx="1353551" cy="1353551"/>
          </a:xfrm>
          <a:prstGeom prst="rect">
            <a:avLst/>
          </a:prstGeom>
        </p:spPr>
      </p:pic>
      <p:pic>
        <p:nvPicPr>
          <p:cNvPr id="515" name="Graphique 514" descr="Employé de bureau avec un remplissage uni">
            <a:extLst>
              <a:ext uri="{FF2B5EF4-FFF2-40B4-BE49-F238E27FC236}">
                <a16:creationId xmlns:a16="http://schemas.microsoft.com/office/drawing/2014/main" id="{B876034A-502C-4959-B8F8-758716EED6F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27610" y="2484168"/>
            <a:ext cx="914400" cy="914400"/>
          </a:xfrm>
          <a:prstGeom prst="rect">
            <a:avLst/>
          </a:prstGeom>
        </p:spPr>
      </p:pic>
      <p:pic>
        <p:nvPicPr>
          <p:cNvPr id="517" name="Graphique 516" descr="Conférencier avec un remplissage uni">
            <a:extLst>
              <a:ext uri="{FF2B5EF4-FFF2-40B4-BE49-F238E27FC236}">
                <a16:creationId xmlns:a16="http://schemas.microsoft.com/office/drawing/2014/main" id="{02B31001-9EAB-47F1-9D72-CEDB622343A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650624" y="3425869"/>
            <a:ext cx="914400" cy="914400"/>
          </a:xfrm>
          <a:prstGeom prst="rect">
            <a:avLst/>
          </a:prstGeom>
        </p:spPr>
      </p:pic>
      <p:pic>
        <p:nvPicPr>
          <p:cNvPr id="519" name="Graphique 518" descr="Couronne d'utilisateur féminine avec un remplissage uni">
            <a:extLst>
              <a:ext uri="{FF2B5EF4-FFF2-40B4-BE49-F238E27FC236}">
                <a16:creationId xmlns:a16="http://schemas.microsoft.com/office/drawing/2014/main" id="{2B93BC5C-6497-45DE-927C-0457812B4E2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272249" y="2565137"/>
            <a:ext cx="914400" cy="914400"/>
          </a:xfrm>
          <a:prstGeom prst="rect">
            <a:avLst/>
          </a:prstGeom>
        </p:spPr>
      </p:pic>
      <p:pic>
        <p:nvPicPr>
          <p:cNvPr id="521" name="Graphique 520" descr="Couronne d'utilisateur masculine avec un remplissage uni">
            <a:extLst>
              <a:ext uri="{FF2B5EF4-FFF2-40B4-BE49-F238E27FC236}">
                <a16:creationId xmlns:a16="http://schemas.microsoft.com/office/drawing/2014/main" id="{B6A6C6A4-AA7D-4DCD-8DEC-E25DCFDD53D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924163" y="2565137"/>
            <a:ext cx="914400" cy="914400"/>
          </a:xfrm>
          <a:prstGeom prst="rect">
            <a:avLst/>
          </a:prstGeom>
        </p:spPr>
      </p:pic>
      <p:pic>
        <p:nvPicPr>
          <p:cNvPr id="523" name="Graphique 522" descr="Quille de bowling avec un remplissage uni">
            <a:extLst>
              <a:ext uri="{FF2B5EF4-FFF2-40B4-BE49-F238E27FC236}">
                <a16:creationId xmlns:a16="http://schemas.microsoft.com/office/drawing/2014/main" id="{5D83AA02-3A9C-4013-B5F6-72907155A63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65855" y="2480856"/>
            <a:ext cx="914400" cy="914400"/>
          </a:xfrm>
          <a:prstGeom prst="rect">
            <a:avLst/>
          </a:prstGeom>
        </p:spPr>
      </p:pic>
      <p:pic>
        <p:nvPicPr>
          <p:cNvPr id="525" name="Graphique 524" descr="Raquette et balle de tennis avec un remplissage uni">
            <a:extLst>
              <a:ext uri="{FF2B5EF4-FFF2-40B4-BE49-F238E27FC236}">
                <a16:creationId xmlns:a16="http://schemas.microsoft.com/office/drawing/2014/main" id="{F4914485-678F-4D6E-943F-CB4F606BB6C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02406" y="3440936"/>
            <a:ext cx="914400" cy="914400"/>
          </a:xfrm>
          <a:prstGeom prst="rect">
            <a:avLst/>
          </a:prstGeom>
        </p:spPr>
      </p:pic>
      <p:pic>
        <p:nvPicPr>
          <p:cNvPr id="527" name="Graphique 526" descr="Panier de basketball avec un remplissage uni">
            <a:extLst>
              <a:ext uri="{FF2B5EF4-FFF2-40B4-BE49-F238E27FC236}">
                <a16:creationId xmlns:a16="http://schemas.microsoft.com/office/drawing/2014/main" id="{995C3900-1E6A-451D-8B54-901A7D31A75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1288" y="3474999"/>
            <a:ext cx="914400" cy="914400"/>
          </a:xfrm>
          <a:prstGeom prst="rect">
            <a:avLst/>
          </a:prstGeom>
        </p:spPr>
      </p:pic>
      <p:pic>
        <p:nvPicPr>
          <p:cNvPr id="529" name="Graphique 528" descr="Balles de sport avec un remplissage uni">
            <a:extLst>
              <a:ext uri="{FF2B5EF4-FFF2-40B4-BE49-F238E27FC236}">
                <a16:creationId xmlns:a16="http://schemas.microsoft.com/office/drawing/2014/main" id="{66593489-79BF-4EF5-8554-2C8778DF46D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896226" y="3425869"/>
            <a:ext cx="914400" cy="914400"/>
          </a:xfrm>
          <a:prstGeom prst="rect">
            <a:avLst/>
          </a:prstGeom>
        </p:spPr>
      </p:pic>
      <p:pic>
        <p:nvPicPr>
          <p:cNvPr id="531" name="Graphique 530" descr="Trophée avec un remplissage uni">
            <a:extLst>
              <a:ext uri="{FF2B5EF4-FFF2-40B4-BE49-F238E27FC236}">
                <a16:creationId xmlns:a16="http://schemas.microsoft.com/office/drawing/2014/main" id="{1C056A6C-1A42-43E5-9C03-7E677658CFB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9690247" y="2442906"/>
            <a:ext cx="914400" cy="914400"/>
          </a:xfrm>
          <a:prstGeom prst="rect">
            <a:avLst/>
          </a:prstGeom>
        </p:spPr>
      </p:pic>
      <p:pic>
        <p:nvPicPr>
          <p:cNvPr id="535" name="Graphique 534" descr="Ballon de football avec un remplissage uni">
            <a:extLst>
              <a:ext uri="{FF2B5EF4-FFF2-40B4-BE49-F238E27FC236}">
                <a16:creationId xmlns:a16="http://schemas.microsoft.com/office/drawing/2014/main" id="{686D3154-7C15-43E2-B41F-B53611342AD0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 rot="16200000">
            <a:off x="11715267" y="3037725"/>
            <a:ext cx="312381" cy="312381"/>
          </a:xfrm>
          <a:prstGeom prst="rect">
            <a:avLst/>
          </a:prstGeom>
        </p:spPr>
      </p:pic>
      <p:pic>
        <p:nvPicPr>
          <p:cNvPr id="537" name="Graphique 536" descr="Football avec un remplissage uni">
            <a:extLst>
              <a:ext uri="{FF2B5EF4-FFF2-40B4-BE49-F238E27FC236}">
                <a16:creationId xmlns:a16="http://schemas.microsoft.com/office/drawing/2014/main" id="{69069212-68A2-4F5D-853C-4D5D8A57FDE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 r="17277"/>
          <a:stretch/>
        </p:blipFill>
        <p:spPr>
          <a:xfrm>
            <a:off x="11014639" y="2417677"/>
            <a:ext cx="756416" cy="914400"/>
          </a:xfrm>
          <a:prstGeom prst="rect">
            <a:avLst/>
          </a:prstGeom>
        </p:spPr>
      </p:pic>
      <p:pic>
        <p:nvPicPr>
          <p:cNvPr id="539" name="Graphique 538" descr="Coq avec un remplissage uni">
            <a:extLst>
              <a:ext uri="{FF2B5EF4-FFF2-40B4-BE49-F238E27FC236}">
                <a16:creationId xmlns:a16="http://schemas.microsoft.com/office/drawing/2014/main" id="{56BA11FE-DC9E-40A9-B11E-BEEB4CDB3C4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637214" y="5752949"/>
            <a:ext cx="914400" cy="914400"/>
          </a:xfrm>
          <a:prstGeom prst="rect">
            <a:avLst/>
          </a:prstGeom>
        </p:spPr>
      </p:pic>
      <p:pic>
        <p:nvPicPr>
          <p:cNvPr id="541" name="Graphique 540" descr="Cultures avec un remplissage uni">
            <a:extLst>
              <a:ext uri="{FF2B5EF4-FFF2-40B4-BE49-F238E27FC236}">
                <a16:creationId xmlns:a16="http://schemas.microsoft.com/office/drawing/2014/main" id="{D194CDED-C23E-479E-B978-F3FFB788A7E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14247" y="5675909"/>
            <a:ext cx="914400" cy="914400"/>
          </a:xfrm>
          <a:prstGeom prst="rect">
            <a:avLst/>
          </a:prstGeom>
        </p:spPr>
      </p:pic>
      <p:pic>
        <p:nvPicPr>
          <p:cNvPr id="543" name="Graphique 542" descr="Scène de colline avec un remplissage uni">
            <a:extLst>
              <a:ext uri="{FF2B5EF4-FFF2-40B4-BE49-F238E27FC236}">
                <a16:creationId xmlns:a16="http://schemas.microsoft.com/office/drawing/2014/main" id="{F17909A8-1083-49DD-96E4-D1EBF5E29BD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960182" y="5690916"/>
            <a:ext cx="914400" cy="914400"/>
          </a:xfrm>
          <a:prstGeom prst="rect">
            <a:avLst/>
          </a:prstGeom>
        </p:spPr>
      </p:pic>
      <p:pic>
        <p:nvPicPr>
          <p:cNvPr id="545" name="Graphique 544" descr="Scène d’autoroute avec un remplissage uni">
            <a:extLst>
              <a:ext uri="{FF2B5EF4-FFF2-40B4-BE49-F238E27FC236}">
                <a16:creationId xmlns:a16="http://schemas.microsoft.com/office/drawing/2014/main" id="{F6F07DC5-BBF1-4824-9F2B-C9C33EDDA17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14247" y="4734638"/>
            <a:ext cx="914400" cy="914400"/>
          </a:xfrm>
          <a:prstGeom prst="rect">
            <a:avLst/>
          </a:prstGeom>
        </p:spPr>
      </p:pic>
      <p:pic>
        <p:nvPicPr>
          <p:cNvPr id="547" name="Graphique 546" descr="Route avec un remplissage uni">
            <a:extLst>
              <a:ext uri="{FF2B5EF4-FFF2-40B4-BE49-F238E27FC236}">
                <a16:creationId xmlns:a16="http://schemas.microsoft.com/office/drawing/2014/main" id="{4E6D7933-A53D-4E9D-8F1C-3BEBF3958E9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600500" y="4769683"/>
            <a:ext cx="914400" cy="914400"/>
          </a:xfrm>
          <a:prstGeom prst="rect">
            <a:avLst/>
          </a:prstGeom>
        </p:spPr>
      </p:pic>
      <p:pic>
        <p:nvPicPr>
          <p:cNvPr id="549" name="Graphique 548" descr="Scène tropicale avec un remplissage uni">
            <a:extLst>
              <a:ext uri="{FF2B5EF4-FFF2-40B4-BE49-F238E27FC236}">
                <a16:creationId xmlns:a16="http://schemas.microsoft.com/office/drawing/2014/main" id="{FBC04E0C-1A92-4BA8-9277-413C91D1E6B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960182" y="4769683"/>
            <a:ext cx="914400" cy="914400"/>
          </a:xfrm>
          <a:prstGeom prst="rect">
            <a:avLst/>
          </a:prstGeom>
        </p:spPr>
      </p:pic>
      <p:pic>
        <p:nvPicPr>
          <p:cNvPr id="551" name="Graphique 550" descr="Barrière de construction avec un remplissage uni">
            <a:extLst>
              <a:ext uri="{FF2B5EF4-FFF2-40B4-BE49-F238E27FC236}">
                <a16:creationId xmlns:a16="http://schemas.microsoft.com/office/drawing/2014/main" id="{69C991BF-727C-43E7-91D9-17D02298CC7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509847" y="4722632"/>
            <a:ext cx="914400" cy="914400"/>
          </a:xfrm>
          <a:prstGeom prst="rect">
            <a:avLst/>
          </a:prstGeom>
        </p:spPr>
      </p:pic>
      <p:pic>
        <p:nvPicPr>
          <p:cNvPr id="553" name="Graphique 552" descr="Cigogne avec un remplissage uni">
            <a:extLst>
              <a:ext uri="{FF2B5EF4-FFF2-40B4-BE49-F238E27FC236}">
                <a16:creationId xmlns:a16="http://schemas.microsoft.com/office/drawing/2014/main" id="{F458583C-1766-49AD-919A-FB0D60F5B13F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501669" y="5716374"/>
            <a:ext cx="914400" cy="914400"/>
          </a:xfrm>
          <a:prstGeom prst="rect">
            <a:avLst/>
          </a:prstGeom>
        </p:spPr>
      </p:pic>
      <p:pic>
        <p:nvPicPr>
          <p:cNvPr id="555" name="Graphique 554" descr="Marteau piqueur avec un remplissage uni">
            <a:extLst>
              <a:ext uri="{FF2B5EF4-FFF2-40B4-BE49-F238E27FC236}">
                <a16:creationId xmlns:a16="http://schemas.microsoft.com/office/drawing/2014/main" id="{79D15EE3-98DE-4538-A27B-4B20FF4D3A78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638800" y="5191838"/>
            <a:ext cx="914400" cy="914400"/>
          </a:xfrm>
          <a:prstGeom prst="rect">
            <a:avLst/>
          </a:prstGeom>
        </p:spPr>
      </p:pic>
      <p:pic>
        <p:nvPicPr>
          <p:cNvPr id="557" name="Graphique 556" descr="Toque de chef avec un remplissage uni">
            <a:extLst>
              <a:ext uri="{FF2B5EF4-FFF2-40B4-BE49-F238E27FC236}">
                <a16:creationId xmlns:a16="http://schemas.microsoft.com/office/drawing/2014/main" id="{8722288B-FA4D-452E-8E53-9857B0612A41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439612" y="4776516"/>
            <a:ext cx="914400" cy="914400"/>
          </a:xfrm>
          <a:prstGeom prst="rect">
            <a:avLst/>
          </a:prstGeom>
        </p:spPr>
      </p:pic>
      <p:pic>
        <p:nvPicPr>
          <p:cNvPr id="559" name="Graphique 558" descr="Train avec un remplissage uni">
            <a:extLst>
              <a:ext uri="{FF2B5EF4-FFF2-40B4-BE49-F238E27FC236}">
                <a16:creationId xmlns:a16="http://schemas.microsoft.com/office/drawing/2014/main" id="{A844C70A-5ADA-403A-93B3-29A3E58E234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767753" y="5675909"/>
            <a:ext cx="914400" cy="914400"/>
          </a:xfrm>
          <a:prstGeom prst="rect">
            <a:avLst/>
          </a:prstGeom>
        </p:spPr>
      </p:pic>
      <p:pic>
        <p:nvPicPr>
          <p:cNvPr id="561" name="Graphique 560" descr="Bus avec un remplissage uni">
            <a:extLst>
              <a:ext uri="{FF2B5EF4-FFF2-40B4-BE49-F238E27FC236}">
                <a16:creationId xmlns:a16="http://schemas.microsoft.com/office/drawing/2014/main" id="{07F85894-536D-43C4-9C17-3B772CFFECB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775931" y="4679011"/>
            <a:ext cx="914400" cy="914400"/>
          </a:xfrm>
          <a:prstGeom prst="rect">
            <a:avLst/>
          </a:prstGeom>
        </p:spPr>
      </p:pic>
      <p:pic>
        <p:nvPicPr>
          <p:cNvPr id="563" name="Graphique 562" descr="Assiette couverte avec un remplissage uni">
            <a:extLst>
              <a:ext uri="{FF2B5EF4-FFF2-40B4-BE49-F238E27FC236}">
                <a16:creationId xmlns:a16="http://schemas.microsoft.com/office/drawing/2014/main" id="{3AA0E6EF-11A9-4952-BA5A-C0879ADA1142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602406" y="5593863"/>
            <a:ext cx="914400" cy="914400"/>
          </a:xfrm>
          <a:prstGeom prst="rect">
            <a:avLst/>
          </a:prstGeom>
        </p:spPr>
      </p:pic>
      <p:pic>
        <p:nvPicPr>
          <p:cNvPr id="565" name="Graphique 564" descr="Noix de coco avec un remplissage uni">
            <a:extLst>
              <a:ext uri="{FF2B5EF4-FFF2-40B4-BE49-F238E27FC236}">
                <a16:creationId xmlns:a16="http://schemas.microsoft.com/office/drawing/2014/main" id="{1088C897-3C96-4922-BCA6-B2BAFAADA519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0739025" y="4800298"/>
            <a:ext cx="914400" cy="914400"/>
          </a:xfrm>
          <a:prstGeom prst="rect">
            <a:avLst/>
          </a:prstGeom>
        </p:spPr>
      </p:pic>
      <p:pic>
        <p:nvPicPr>
          <p:cNvPr id="567" name="Graphique 566" descr="Création de récits avec un remplissage uni">
            <a:extLst>
              <a:ext uri="{FF2B5EF4-FFF2-40B4-BE49-F238E27FC236}">
                <a16:creationId xmlns:a16="http://schemas.microsoft.com/office/drawing/2014/main" id="{97379F11-B0F8-4813-A914-47D4356AF803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242232" y="302205"/>
            <a:ext cx="1687006" cy="168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0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cène de château avec un remplissage uni">
            <a:extLst>
              <a:ext uri="{FF2B5EF4-FFF2-40B4-BE49-F238E27FC236}">
                <a16:creationId xmlns:a16="http://schemas.microsoft.com/office/drawing/2014/main" id="{F66ACC85-896A-4FC0-8AB2-4CDA40A1F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206" y="1158969"/>
            <a:ext cx="914400" cy="914400"/>
          </a:xfrm>
          <a:prstGeom prst="rect">
            <a:avLst/>
          </a:prstGeom>
        </p:spPr>
      </p:pic>
      <p:pic>
        <p:nvPicPr>
          <p:cNvPr id="7" name="Graphique 6" descr="Pyramide avec un remplissage uni">
            <a:extLst>
              <a:ext uri="{FF2B5EF4-FFF2-40B4-BE49-F238E27FC236}">
                <a16:creationId xmlns:a16="http://schemas.microsoft.com/office/drawing/2014/main" id="{429C601E-8587-4D93-B5D4-46C2B2A73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011" y="1158969"/>
            <a:ext cx="914400" cy="914400"/>
          </a:xfrm>
          <a:prstGeom prst="rect">
            <a:avLst/>
          </a:prstGeom>
        </p:spPr>
      </p:pic>
      <p:pic>
        <p:nvPicPr>
          <p:cNvPr id="9" name="Graphique 8" descr="Temple grec avec un remplissage uni">
            <a:extLst>
              <a:ext uri="{FF2B5EF4-FFF2-40B4-BE49-F238E27FC236}">
                <a16:creationId xmlns:a16="http://schemas.microsoft.com/office/drawing/2014/main" id="{10EA5CBD-0334-4F54-B259-8CFAABFF7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8535" y="244569"/>
            <a:ext cx="914400" cy="914400"/>
          </a:xfrm>
          <a:prstGeom prst="rect">
            <a:avLst/>
          </a:prstGeom>
        </p:spPr>
      </p:pic>
      <p:pic>
        <p:nvPicPr>
          <p:cNvPr id="11" name="Graphique 10" descr="Peinture rupestre avec un remplissage uni">
            <a:extLst>
              <a:ext uri="{FF2B5EF4-FFF2-40B4-BE49-F238E27FC236}">
                <a16:creationId xmlns:a16="http://schemas.microsoft.com/office/drawing/2014/main" id="{5AD0E240-1BB4-4D4D-B0AF-BC837DDD70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880" y="244569"/>
            <a:ext cx="914400" cy="914400"/>
          </a:xfrm>
          <a:prstGeom prst="rect">
            <a:avLst/>
          </a:prstGeom>
        </p:spPr>
      </p:pic>
      <p:pic>
        <p:nvPicPr>
          <p:cNvPr id="13" name="Graphique 12" descr="Usine avec un remplissage uni">
            <a:extLst>
              <a:ext uri="{FF2B5EF4-FFF2-40B4-BE49-F238E27FC236}">
                <a16:creationId xmlns:a16="http://schemas.microsoft.com/office/drawing/2014/main" id="{CEA73846-D4ED-4ADA-BDD8-B353C435C3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1190" y="155453"/>
            <a:ext cx="914400" cy="914400"/>
          </a:xfrm>
          <a:prstGeom prst="rect">
            <a:avLst/>
          </a:prstGeom>
        </p:spPr>
      </p:pic>
      <p:pic>
        <p:nvPicPr>
          <p:cNvPr id="15" name="Graphique 14" descr="Tongs avec un remplissage uni">
            <a:extLst>
              <a:ext uri="{FF2B5EF4-FFF2-40B4-BE49-F238E27FC236}">
                <a16:creationId xmlns:a16="http://schemas.microsoft.com/office/drawing/2014/main" id="{2481C753-021F-4557-AC4F-DC0C05F5BD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6217" y="1152528"/>
            <a:ext cx="914400" cy="914400"/>
          </a:xfrm>
          <a:prstGeom prst="rect">
            <a:avLst/>
          </a:prstGeom>
        </p:spPr>
      </p:pic>
      <p:pic>
        <p:nvPicPr>
          <p:cNvPr id="17" name="Graphique 16" descr="Citrouille d’Halloween avec un remplissage uni">
            <a:extLst>
              <a:ext uri="{FF2B5EF4-FFF2-40B4-BE49-F238E27FC236}">
                <a16:creationId xmlns:a16="http://schemas.microsoft.com/office/drawing/2014/main" id="{574AD880-F48C-44C5-8186-1724808B84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51360" y="1144528"/>
            <a:ext cx="914400" cy="914400"/>
          </a:xfrm>
          <a:prstGeom prst="rect">
            <a:avLst/>
          </a:prstGeom>
        </p:spPr>
      </p:pic>
      <p:pic>
        <p:nvPicPr>
          <p:cNvPr id="19" name="Graphique 18" descr="Arbre de Noël avec un remplissage uni">
            <a:extLst>
              <a:ext uri="{FF2B5EF4-FFF2-40B4-BE49-F238E27FC236}">
                <a16:creationId xmlns:a16="http://schemas.microsoft.com/office/drawing/2014/main" id="{66A85AB4-4DC8-4728-8889-B1EB805AD1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6503" y="1144528"/>
            <a:ext cx="914400" cy="914400"/>
          </a:xfrm>
          <a:prstGeom prst="rect">
            <a:avLst/>
          </a:prstGeom>
        </p:spPr>
      </p:pic>
      <p:pic>
        <p:nvPicPr>
          <p:cNvPr id="21" name="Graphique 20" descr="Calendrier journalier avec un remplissage uni">
            <a:extLst>
              <a:ext uri="{FF2B5EF4-FFF2-40B4-BE49-F238E27FC236}">
                <a16:creationId xmlns:a16="http://schemas.microsoft.com/office/drawing/2014/main" id="{C3DDBF5D-DC7D-4284-8CB4-1B3148FB16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14566" y="183009"/>
            <a:ext cx="914400" cy="914400"/>
          </a:xfrm>
          <a:prstGeom prst="rect">
            <a:avLst/>
          </a:prstGeom>
        </p:spPr>
      </p:pic>
      <p:pic>
        <p:nvPicPr>
          <p:cNvPr id="23" name="Graphique 22" descr="Production avec un remplissage uni">
            <a:extLst>
              <a:ext uri="{FF2B5EF4-FFF2-40B4-BE49-F238E27FC236}">
                <a16:creationId xmlns:a16="http://schemas.microsoft.com/office/drawing/2014/main" id="{AF344D50-8121-4CEB-8B2A-7EDDA5992F8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17780" y="1174786"/>
            <a:ext cx="914400" cy="914400"/>
          </a:xfrm>
          <a:prstGeom prst="rect">
            <a:avLst/>
          </a:prstGeom>
        </p:spPr>
      </p:pic>
      <p:pic>
        <p:nvPicPr>
          <p:cNvPr id="26" name="Graphique 25" descr="Loup avec un remplissage uni">
            <a:extLst>
              <a:ext uri="{FF2B5EF4-FFF2-40B4-BE49-F238E27FC236}">
                <a16:creationId xmlns:a16="http://schemas.microsoft.com/office/drawing/2014/main" id="{FAA7699C-9468-4278-8CE3-2A1A299322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1114" y="262257"/>
            <a:ext cx="914400" cy="914400"/>
          </a:xfrm>
          <a:prstGeom prst="rect">
            <a:avLst/>
          </a:prstGeom>
        </p:spPr>
      </p:pic>
      <p:pic>
        <p:nvPicPr>
          <p:cNvPr id="28" name="Graphique 27" descr="Chauve-souris avec un remplissage uni">
            <a:extLst>
              <a:ext uri="{FF2B5EF4-FFF2-40B4-BE49-F238E27FC236}">
                <a16:creationId xmlns:a16="http://schemas.microsoft.com/office/drawing/2014/main" id="{F7EE7664-5F3E-4223-AF68-6D7E243E05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19789" y="1144528"/>
            <a:ext cx="914400" cy="914400"/>
          </a:xfrm>
          <a:prstGeom prst="rect">
            <a:avLst/>
          </a:prstGeom>
        </p:spPr>
      </p:pic>
      <p:pic>
        <p:nvPicPr>
          <p:cNvPr id="37" name="Graphique 36" descr="Dragon avec un remplissage uni">
            <a:extLst>
              <a:ext uri="{FF2B5EF4-FFF2-40B4-BE49-F238E27FC236}">
                <a16:creationId xmlns:a16="http://schemas.microsoft.com/office/drawing/2014/main" id="{73C207FC-E470-4C36-AE61-27E81E1D184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9885" y="3343274"/>
            <a:ext cx="914400" cy="914400"/>
          </a:xfrm>
          <a:prstGeom prst="rect">
            <a:avLst/>
          </a:prstGeom>
        </p:spPr>
      </p:pic>
      <p:pic>
        <p:nvPicPr>
          <p:cNvPr id="30" name="Graphique 29" descr="Excalibur avec un remplissage uni">
            <a:extLst>
              <a:ext uri="{FF2B5EF4-FFF2-40B4-BE49-F238E27FC236}">
                <a16:creationId xmlns:a16="http://schemas.microsoft.com/office/drawing/2014/main" id="{DDF8B6CB-FA49-4B58-B7DB-29C48CED343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49038" y="3290879"/>
            <a:ext cx="914400" cy="914400"/>
          </a:xfrm>
          <a:prstGeom prst="rect">
            <a:avLst/>
          </a:prstGeom>
        </p:spPr>
      </p:pic>
      <p:pic>
        <p:nvPicPr>
          <p:cNvPr id="32" name="Graphique 31" descr="Tour médiévale avec un remplissage uni">
            <a:extLst>
              <a:ext uri="{FF2B5EF4-FFF2-40B4-BE49-F238E27FC236}">
                <a16:creationId xmlns:a16="http://schemas.microsoft.com/office/drawing/2014/main" id="{2C8F8164-9011-4525-88A7-7EAB61C305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46212" y="2567629"/>
            <a:ext cx="914400" cy="914400"/>
          </a:xfrm>
          <a:prstGeom prst="rect">
            <a:avLst/>
          </a:prstGeom>
        </p:spPr>
      </p:pic>
      <p:pic>
        <p:nvPicPr>
          <p:cNvPr id="34" name="Graphique 33" descr="Chapeau de magicien avec un remplissage uni">
            <a:extLst>
              <a:ext uri="{FF2B5EF4-FFF2-40B4-BE49-F238E27FC236}">
                <a16:creationId xmlns:a16="http://schemas.microsoft.com/office/drawing/2014/main" id="{687EF9E0-E76B-4F5E-8277-2380F0D4D33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74874" y="260386"/>
            <a:ext cx="914400" cy="914400"/>
          </a:xfrm>
          <a:prstGeom prst="rect">
            <a:avLst/>
          </a:prstGeom>
        </p:spPr>
      </p:pic>
      <p:pic>
        <p:nvPicPr>
          <p:cNvPr id="36" name="Graphique 35" descr="Bâtiment avec un remplissage uni">
            <a:extLst>
              <a:ext uri="{FF2B5EF4-FFF2-40B4-BE49-F238E27FC236}">
                <a16:creationId xmlns:a16="http://schemas.microsoft.com/office/drawing/2014/main" id="{60BF2D78-08EF-403B-BBCF-58070A80649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674" y="2644588"/>
            <a:ext cx="1613086" cy="16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63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Version simplifiée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972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29327-2381-442F-9225-CE5E22F6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simplifiée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1BDC9-C027-471F-B269-6587FD84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9800" cy="4351338"/>
          </a:xfrm>
        </p:spPr>
        <p:txBody>
          <a:bodyPr/>
          <a:lstStyle/>
          <a:p>
            <a:r>
              <a:rPr lang="fr-FR" dirty="0"/>
              <a:t>Plus lisible à des niveaux de zoom faible</a:t>
            </a:r>
          </a:p>
          <a:p>
            <a:r>
              <a:rPr lang="fr-FR" dirty="0"/>
              <a:t>Moins de détails sur les combinaisons</a:t>
            </a:r>
          </a:p>
          <a:p>
            <a:r>
              <a:rPr lang="fr-FR" dirty="0"/>
              <a:t>Constitue le « recto » des cartes (les cartes V1 constituant le verso)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5680B8-9C53-4345-89FC-C4D0C7657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64" y="602343"/>
            <a:ext cx="4041236" cy="565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25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Objectifs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fr-FR" dirty="0"/>
              <a:t>L’extension « Objectifs » a pour but de pouvoir qualifier plus facilement les objectifs d’un atelier en donnant des cas courants d’objectifs, qu’il faudra bien sûr adapter au contexte</a:t>
            </a:r>
          </a:p>
          <a:p>
            <a:endParaRPr lang="fr-FR" dirty="0"/>
          </a:p>
          <a:p>
            <a:r>
              <a:rPr lang="fr-FR" dirty="0"/>
              <a:t>L’extension objectifs se décline en plusieurs aspects</a:t>
            </a:r>
          </a:p>
          <a:p>
            <a:pPr lvl="1"/>
            <a:r>
              <a:rPr lang="fr-FR" dirty="0"/>
              <a:t>Le </a:t>
            </a:r>
            <a:r>
              <a:rPr lang="fr-FR" b="1" dirty="0">
                <a:solidFill>
                  <a:srgbClr val="FDD6FF"/>
                </a:solidFill>
              </a:rPr>
              <a:t>Deck « Ressenti cible » </a:t>
            </a:r>
            <a:r>
              <a:rPr lang="fr-FR" dirty="0"/>
              <a:t>qui concerne ce qu’on souhaite déclencher comme sentiments chez les participants</a:t>
            </a:r>
          </a:p>
          <a:p>
            <a:pPr lvl="1"/>
            <a:r>
              <a:rPr lang="fr-FR" dirty="0"/>
              <a:t>Le</a:t>
            </a:r>
            <a:r>
              <a:rPr lang="fr-FR" dirty="0">
                <a:highlight>
                  <a:srgbClr val="000000"/>
                </a:highlight>
              </a:rPr>
              <a:t> </a:t>
            </a:r>
            <a:r>
              <a:rPr lang="fr-FR" b="1" dirty="0">
                <a:solidFill>
                  <a:schemeClr val="bg1"/>
                </a:solidFill>
                <a:highlight>
                  <a:srgbClr val="000000"/>
                </a:highlight>
              </a:rPr>
              <a:t>Deck « Résultat opérationnel » </a:t>
            </a:r>
            <a:r>
              <a:rPr lang="fr-FR" dirty="0"/>
              <a:t>qui concerne ce qu’on souhaite atteindre d’un point de vue opérationnel (livrables, règles, processus, …)</a:t>
            </a:r>
          </a:p>
          <a:p>
            <a:pPr lvl="1"/>
            <a:r>
              <a:rPr lang="fr-FR" dirty="0"/>
              <a:t>Le plateau complémentaire « Objectifs » qui qualifie l’avant, le pendant et l’après atelier</a:t>
            </a:r>
          </a:p>
        </p:txBody>
      </p:sp>
    </p:spTree>
    <p:extLst>
      <p:ext uri="{BB962C8B-B14F-4D97-AF65-F5344CB8AC3E}">
        <p14:creationId xmlns:p14="http://schemas.microsoft.com/office/powerpoint/2010/main" val="2257384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Plateau « objectifs »</a:t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24926" y="2428466"/>
            <a:ext cx="2899955" cy="3538934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587465" y="1921022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094850"/>
            <a:ext cx="658014" cy="6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56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Plateau « objectifs »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17880" y="2428467"/>
            <a:ext cx="2899955" cy="3797210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815283" y="1928654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698" y="365125"/>
            <a:ext cx="1217194" cy="117423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9C352F83-DC2F-4753-9B09-DA293A177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5" y="2950525"/>
            <a:ext cx="804636" cy="1125612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8BC4E-7305-4E6F-A7E0-AD8306BEE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77" y="2934748"/>
            <a:ext cx="804636" cy="1125611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C673396-EAC5-45D8-BBB8-5AD344EFC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586" y="5056013"/>
            <a:ext cx="1061408" cy="1484811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9221C1-A493-4106-8F6E-FEC05F912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857" y="5056012"/>
            <a:ext cx="1061408" cy="148481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54C5AF3-2BAA-4616-8745-C42B73E402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45" y="5056011"/>
            <a:ext cx="1061409" cy="148481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D960D1A-302D-4082-A58E-2EEA575069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602" y="2852554"/>
            <a:ext cx="1043352" cy="1459553"/>
          </a:xfrm>
          <a:prstGeom prst="rect">
            <a:avLst/>
          </a:prstGeom>
        </p:spPr>
      </p:pic>
      <p:pic>
        <p:nvPicPr>
          <p:cNvPr id="27" name="Image 2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346F055-EDAD-4A99-852F-48EF36ACB0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06" y="5056011"/>
            <a:ext cx="1061408" cy="1484811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05DBD6-F1E6-40E6-9FB3-AC53F9B50B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366" y="2850373"/>
            <a:ext cx="1060231" cy="1483165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F282615-DDBD-45B7-94D0-E878ACE48A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148" y="2934748"/>
            <a:ext cx="804636" cy="1125611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49A495E-D600-43FE-A9A1-A052602228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81" y="5056011"/>
            <a:ext cx="1061407" cy="1484811"/>
          </a:xfrm>
          <a:prstGeom prst="rect">
            <a:avLst/>
          </a:prstGeom>
        </p:spPr>
      </p:pic>
      <p:pic>
        <p:nvPicPr>
          <p:cNvPr id="35" name="Image 3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0826D2-5F28-431B-9CAE-54A4C23AAF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694" y="2893694"/>
            <a:ext cx="1061409" cy="1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7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Résultat cible»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atteignent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213751-570A-4B75-AD23-F42DE17C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8" y="404883"/>
            <a:ext cx="4323541" cy="60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84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Ressenti cible »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191C9AB-4E81-406F-AC39-B99507873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657" y="391967"/>
            <a:ext cx="4342006" cy="6074065"/>
          </a:xfr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6"/>
            <a:ext cx="5970394" cy="335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ressentent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</p:spTree>
    <p:extLst>
      <p:ext uri="{BB962C8B-B14F-4D97-AF65-F5344CB8AC3E}">
        <p14:creationId xmlns:p14="http://schemas.microsoft.com/office/powerpoint/2010/main" val="734514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Ressenti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11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Rose des vents avec un remplissage uni">
            <a:extLst>
              <a:ext uri="{FF2B5EF4-FFF2-40B4-BE49-F238E27FC236}">
                <a16:creationId xmlns:a16="http://schemas.microsoft.com/office/drawing/2014/main" id="{5C57AEAC-627D-4777-B3E6-E2FE660B0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387" y="278430"/>
            <a:ext cx="1772696" cy="1772696"/>
          </a:xfrm>
          <a:prstGeom prst="rect">
            <a:avLst/>
          </a:prstGeom>
        </p:spPr>
      </p:pic>
      <p:pic>
        <p:nvPicPr>
          <p:cNvPr id="6" name="Graphique 5" descr="Cadeau avec un remplissage uni">
            <a:extLst>
              <a:ext uri="{FF2B5EF4-FFF2-40B4-BE49-F238E27FC236}">
                <a16:creationId xmlns:a16="http://schemas.microsoft.com/office/drawing/2014/main" id="{476BCE63-6F63-4326-89F7-A4B686DFA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2213" y="278430"/>
            <a:ext cx="1607574" cy="1607574"/>
          </a:xfrm>
          <a:prstGeom prst="rect">
            <a:avLst/>
          </a:prstGeom>
        </p:spPr>
      </p:pic>
      <p:pic>
        <p:nvPicPr>
          <p:cNvPr id="10" name="Graphique 9" descr="Réussite du groupe avec un remplissage uni">
            <a:extLst>
              <a:ext uri="{FF2B5EF4-FFF2-40B4-BE49-F238E27FC236}">
                <a16:creationId xmlns:a16="http://schemas.microsoft.com/office/drawing/2014/main" id="{39F7DC01-28A9-49A3-996B-703DB6A94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9249" y="198096"/>
            <a:ext cx="1933364" cy="1933364"/>
          </a:xfrm>
          <a:prstGeom prst="rect">
            <a:avLst/>
          </a:prstGeom>
        </p:spPr>
      </p:pic>
      <p:pic>
        <p:nvPicPr>
          <p:cNvPr id="18" name="Graphique 17" descr="Méditation avec un remplissage uni">
            <a:extLst>
              <a:ext uri="{FF2B5EF4-FFF2-40B4-BE49-F238E27FC236}">
                <a16:creationId xmlns:a16="http://schemas.microsoft.com/office/drawing/2014/main" id="{107274A8-6F87-4173-960E-C531AAFB36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9387" y="2639961"/>
            <a:ext cx="1578078" cy="1578078"/>
          </a:xfrm>
          <a:prstGeom prst="rect">
            <a:avLst/>
          </a:prstGeom>
        </p:spPr>
      </p:pic>
      <p:pic>
        <p:nvPicPr>
          <p:cNvPr id="27" name="Graphique 26" descr="Confiserie avec un remplissage uni">
            <a:extLst>
              <a:ext uri="{FF2B5EF4-FFF2-40B4-BE49-F238E27FC236}">
                <a16:creationId xmlns:a16="http://schemas.microsoft.com/office/drawing/2014/main" id="{6E5C4F74-121C-4CA5-8125-D9D5B48592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4357" y="2592609"/>
            <a:ext cx="1625430" cy="1625430"/>
          </a:xfrm>
          <a:prstGeom prst="rect">
            <a:avLst/>
          </a:prstGeom>
        </p:spPr>
      </p:pic>
      <p:pic>
        <p:nvPicPr>
          <p:cNvPr id="31" name="Graphique 30" descr="Hamac avec un remplissage uni">
            <a:extLst>
              <a:ext uri="{FF2B5EF4-FFF2-40B4-BE49-F238E27FC236}">
                <a16:creationId xmlns:a16="http://schemas.microsoft.com/office/drawing/2014/main" id="{825EC7A6-B8AC-4BF2-85EC-60A4ECCE38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305" y="2592609"/>
            <a:ext cx="1509251" cy="1509251"/>
          </a:xfrm>
          <a:prstGeom prst="rect">
            <a:avLst/>
          </a:prstGeom>
        </p:spPr>
      </p:pic>
      <p:pic>
        <p:nvPicPr>
          <p:cNvPr id="35" name="Graphique 34" descr="Aspiration avec un remplissage uni">
            <a:extLst>
              <a:ext uri="{FF2B5EF4-FFF2-40B4-BE49-F238E27FC236}">
                <a16:creationId xmlns:a16="http://schemas.microsoft.com/office/drawing/2014/main" id="{0DF540E1-F7D3-447B-8BEA-31868F4860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2574" y="4814679"/>
            <a:ext cx="1764891" cy="1764891"/>
          </a:xfrm>
          <a:prstGeom prst="rect">
            <a:avLst/>
          </a:prstGeom>
        </p:spPr>
      </p:pic>
      <p:pic>
        <p:nvPicPr>
          <p:cNvPr id="39" name="Graphique 38" descr="Aspiration avec un remplissage uni">
            <a:extLst>
              <a:ext uri="{FF2B5EF4-FFF2-40B4-BE49-F238E27FC236}">
                <a16:creationId xmlns:a16="http://schemas.microsoft.com/office/drawing/2014/main" id="{B9F2FD04-DB02-483E-916E-69080FC394B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355" y="4852455"/>
            <a:ext cx="1727115" cy="1727115"/>
          </a:xfrm>
          <a:prstGeom prst="rect">
            <a:avLst/>
          </a:prstGeom>
        </p:spPr>
      </p:pic>
      <p:pic>
        <p:nvPicPr>
          <p:cNvPr id="41" name="Graphique 40" descr="Conférencier avec un remplissage uni">
            <a:extLst>
              <a:ext uri="{FF2B5EF4-FFF2-40B4-BE49-F238E27FC236}">
                <a16:creationId xmlns:a16="http://schemas.microsoft.com/office/drawing/2014/main" id="{B5F854E0-BE4B-4F55-BC48-C2B283B395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49064" y="4814679"/>
            <a:ext cx="184354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8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Main ouverte avec une plante avec un remplissage uni">
            <a:extLst>
              <a:ext uri="{FF2B5EF4-FFF2-40B4-BE49-F238E27FC236}">
                <a16:creationId xmlns:a16="http://schemas.microsoft.com/office/drawing/2014/main" id="{FAE66EE1-ECE9-44D0-8AE5-4262227A5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640" y="198759"/>
            <a:ext cx="1932038" cy="1932038"/>
          </a:xfrm>
          <a:prstGeom prst="rect">
            <a:avLst/>
          </a:prstGeom>
        </p:spPr>
      </p:pic>
      <p:pic>
        <p:nvPicPr>
          <p:cNvPr id="7" name="Graphique 6" descr="Colombe avec un remplissage uni">
            <a:extLst>
              <a:ext uri="{FF2B5EF4-FFF2-40B4-BE49-F238E27FC236}">
                <a16:creationId xmlns:a16="http://schemas.microsoft.com/office/drawing/2014/main" id="{E06AD8BC-125A-4B10-B47C-14648FEAA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6286" y="121783"/>
            <a:ext cx="1572028" cy="1572028"/>
          </a:xfrm>
          <a:prstGeom prst="rect">
            <a:avLst/>
          </a:prstGeom>
        </p:spPr>
      </p:pic>
      <p:pic>
        <p:nvPicPr>
          <p:cNvPr id="9" name="Graphique 8" descr="Globe terrestre : Europe et Afrique avec un remplissage uni">
            <a:extLst>
              <a:ext uri="{FF2B5EF4-FFF2-40B4-BE49-F238E27FC236}">
                <a16:creationId xmlns:a16="http://schemas.microsoft.com/office/drawing/2014/main" id="{0DE63146-8FCA-4D92-AE90-052B9D1156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2310" y="370823"/>
            <a:ext cx="1587910" cy="1587910"/>
          </a:xfrm>
          <a:prstGeom prst="rect">
            <a:avLst/>
          </a:prstGeom>
        </p:spPr>
      </p:pic>
      <p:pic>
        <p:nvPicPr>
          <p:cNvPr id="12" name="Graphique 11" descr="Création de récits avec un remplissage uni">
            <a:extLst>
              <a:ext uri="{FF2B5EF4-FFF2-40B4-BE49-F238E27FC236}">
                <a16:creationId xmlns:a16="http://schemas.microsoft.com/office/drawing/2014/main" id="{AFFAEE81-5167-4981-99A2-855386C80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1549" y="2526889"/>
            <a:ext cx="1804219" cy="1804219"/>
          </a:xfrm>
          <a:prstGeom prst="rect">
            <a:avLst/>
          </a:prstGeom>
        </p:spPr>
      </p:pic>
      <p:pic>
        <p:nvPicPr>
          <p:cNvPr id="16" name="Graphique 15" descr="Jauge avec un remplissage uni">
            <a:extLst>
              <a:ext uri="{FF2B5EF4-FFF2-40B4-BE49-F238E27FC236}">
                <a16:creationId xmlns:a16="http://schemas.microsoft.com/office/drawing/2014/main" id="{1C1B58A3-0EC3-4D68-97AE-1E8C8A6D4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1600" y="2578793"/>
            <a:ext cx="1700414" cy="1700414"/>
          </a:xfrm>
          <a:prstGeom prst="rect">
            <a:avLst/>
          </a:prstGeom>
        </p:spPr>
      </p:pic>
      <p:pic>
        <p:nvPicPr>
          <p:cNvPr id="19" name="Graphique 18" descr="Escargot avec un remplissage uni">
            <a:extLst>
              <a:ext uri="{FF2B5EF4-FFF2-40B4-BE49-F238E27FC236}">
                <a16:creationId xmlns:a16="http://schemas.microsoft.com/office/drawing/2014/main" id="{31A5B9EC-37F6-4867-8312-A5CE6F90F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194" y="2586568"/>
            <a:ext cx="1798141" cy="1798141"/>
          </a:xfrm>
          <a:prstGeom prst="rect">
            <a:avLst/>
          </a:prstGeom>
        </p:spPr>
      </p:pic>
      <p:pic>
        <p:nvPicPr>
          <p:cNvPr id="21" name="Graphique 20" descr="Mégaphone avec un remplissage uni">
            <a:extLst>
              <a:ext uri="{FF2B5EF4-FFF2-40B4-BE49-F238E27FC236}">
                <a16:creationId xmlns:a16="http://schemas.microsoft.com/office/drawing/2014/main" id="{8FDF11B3-8A3D-4050-80C5-51E83B774B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1549" y="4802151"/>
            <a:ext cx="1804219" cy="1804219"/>
          </a:xfrm>
          <a:prstGeom prst="rect">
            <a:avLst/>
          </a:prstGeom>
        </p:spPr>
      </p:pic>
      <p:pic>
        <p:nvPicPr>
          <p:cNvPr id="23" name="Graphique 22" descr="Maison rénovée (avec étincelles) avec un remplissage uni">
            <a:extLst>
              <a:ext uri="{FF2B5EF4-FFF2-40B4-BE49-F238E27FC236}">
                <a16:creationId xmlns:a16="http://schemas.microsoft.com/office/drawing/2014/main" id="{51619010-F882-4CBD-BD48-017757BD71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1044" y="4855512"/>
            <a:ext cx="1729911" cy="1729911"/>
          </a:xfrm>
          <a:prstGeom prst="rect">
            <a:avLst/>
          </a:prstGeom>
        </p:spPr>
      </p:pic>
      <p:pic>
        <p:nvPicPr>
          <p:cNvPr id="26" name="Graphique 25" descr="Médaille avec un remplissage uni">
            <a:extLst>
              <a:ext uri="{FF2B5EF4-FFF2-40B4-BE49-F238E27FC236}">
                <a16:creationId xmlns:a16="http://schemas.microsoft.com/office/drawing/2014/main" id="{006B18FB-B4E2-4998-A619-920292960D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7195" y="4794152"/>
            <a:ext cx="1693025" cy="16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4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4A0939-3B53-4E9B-B94F-EB243319909E}"/>
              </a:ext>
            </a:extLst>
          </p:cNvPr>
          <p:cNvSpPr/>
          <p:nvPr/>
        </p:nvSpPr>
        <p:spPr>
          <a:xfrm>
            <a:off x="776749" y="816077"/>
            <a:ext cx="2831689" cy="373626"/>
          </a:xfrm>
          <a:prstGeom prst="rect">
            <a:avLst/>
          </a:prstGeom>
          <a:solidFill>
            <a:srgbClr val="FDD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B9B37-2C37-4466-9E8A-0B18B1813085}"/>
              </a:ext>
            </a:extLst>
          </p:cNvPr>
          <p:cNvSpPr/>
          <p:nvPr/>
        </p:nvSpPr>
        <p:spPr>
          <a:xfrm>
            <a:off x="699385" y="771487"/>
            <a:ext cx="2977879" cy="47721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34C0FB-E043-4AD9-934C-1BD3B0244D5D}"/>
              </a:ext>
            </a:extLst>
          </p:cNvPr>
          <p:cNvSpPr txBox="1"/>
          <p:nvPr/>
        </p:nvSpPr>
        <p:spPr>
          <a:xfrm>
            <a:off x="2251587" y="1367935"/>
            <a:ext cx="1592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000" b="1" dirty="0">
                <a:solidFill>
                  <a:srgbClr val="FDD6FF"/>
                </a:solidFill>
              </a:rPr>
              <a:t>100%</a:t>
            </a:r>
          </a:p>
        </p:txBody>
      </p:sp>
      <p:pic>
        <p:nvPicPr>
          <p:cNvPr id="5" name="Graphique 4" descr="Train avec un remplissage uni">
            <a:extLst>
              <a:ext uri="{FF2B5EF4-FFF2-40B4-BE49-F238E27FC236}">
                <a16:creationId xmlns:a16="http://schemas.microsoft.com/office/drawing/2014/main" id="{4F02D437-08CD-4BD3-BD28-16BB4B94B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677" y="317098"/>
            <a:ext cx="1720645" cy="1720645"/>
          </a:xfrm>
          <a:prstGeom prst="rect">
            <a:avLst/>
          </a:prstGeom>
        </p:spPr>
      </p:pic>
      <p:pic>
        <p:nvPicPr>
          <p:cNvPr id="7" name="Graphique 6" descr="Visage en colère avec remplissage uni avec un remplissage uni">
            <a:extLst>
              <a:ext uri="{FF2B5EF4-FFF2-40B4-BE49-F238E27FC236}">
                <a16:creationId xmlns:a16="http://schemas.microsoft.com/office/drawing/2014/main" id="{2BA6926B-6C0C-4E6A-8C93-804FF24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3097" y="752161"/>
            <a:ext cx="1231548" cy="1231548"/>
          </a:xfrm>
          <a:prstGeom prst="rect">
            <a:avLst/>
          </a:prstGeom>
        </p:spPr>
      </p:pic>
      <p:pic>
        <p:nvPicPr>
          <p:cNvPr id="9" name="Graphique 8" descr="Poing serré avec un remplissage uni">
            <a:extLst>
              <a:ext uri="{FF2B5EF4-FFF2-40B4-BE49-F238E27FC236}">
                <a16:creationId xmlns:a16="http://schemas.microsoft.com/office/drawing/2014/main" id="{9428158E-D4D6-448D-A99B-C9100D8D9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8319" y="294961"/>
            <a:ext cx="1231548" cy="1231548"/>
          </a:xfrm>
          <a:prstGeom prst="rect">
            <a:avLst/>
          </a:prstGeom>
        </p:spPr>
      </p:pic>
      <p:pic>
        <p:nvPicPr>
          <p:cNvPr id="11" name="Graphique 10" descr="Visage souriant à remplissage solide avec un remplissage uni">
            <a:extLst>
              <a:ext uri="{FF2B5EF4-FFF2-40B4-BE49-F238E27FC236}">
                <a16:creationId xmlns:a16="http://schemas.microsoft.com/office/drawing/2014/main" id="{DBC00D37-7E4A-40DD-AF28-C81ABA960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408" y="2857476"/>
            <a:ext cx="1381432" cy="1381432"/>
          </a:xfrm>
          <a:prstGeom prst="rect">
            <a:avLst/>
          </a:prstGeom>
        </p:spPr>
      </p:pic>
      <p:pic>
        <p:nvPicPr>
          <p:cNvPr id="14" name="Graphique 13" descr="Geste de paix avec un remplissage uni">
            <a:extLst>
              <a:ext uri="{FF2B5EF4-FFF2-40B4-BE49-F238E27FC236}">
                <a16:creationId xmlns:a16="http://schemas.microsoft.com/office/drawing/2014/main" id="{9A82CCAE-15F0-47B3-8335-12D50FB7A5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85" y="2489392"/>
            <a:ext cx="1381432" cy="1381432"/>
          </a:xfrm>
          <a:prstGeom prst="rect">
            <a:avLst/>
          </a:prstGeom>
        </p:spPr>
      </p:pic>
      <p:pic>
        <p:nvPicPr>
          <p:cNvPr id="16" name="Graphique 15" descr="Visage au large sourire avec remplissage solide avec un remplissage uni">
            <a:extLst>
              <a:ext uri="{FF2B5EF4-FFF2-40B4-BE49-F238E27FC236}">
                <a16:creationId xmlns:a16="http://schemas.microsoft.com/office/drawing/2014/main" id="{3500CF7B-1554-42F6-8053-FB0244F416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4492" y="2617204"/>
            <a:ext cx="914400" cy="914400"/>
          </a:xfrm>
          <a:prstGeom prst="rect">
            <a:avLst/>
          </a:prstGeom>
        </p:spPr>
      </p:pic>
      <p:pic>
        <p:nvPicPr>
          <p:cNvPr id="18" name="Graphique 17" descr="Visage surpris à remplissage uni avec un remplissage uni">
            <a:extLst>
              <a:ext uri="{FF2B5EF4-FFF2-40B4-BE49-F238E27FC236}">
                <a16:creationId xmlns:a16="http://schemas.microsoft.com/office/drawing/2014/main" id="{025A6110-274F-43AA-B8FD-34325B6C4F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2447" y="2413706"/>
            <a:ext cx="914400" cy="914400"/>
          </a:xfrm>
          <a:prstGeom prst="rect">
            <a:avLst/>
          </a:prstGeom>
        </p:spPr>
      </p:pic>
      <p:pic>
        <p:nvPicPr>
          <p:cNvPr id="20" name="Graphique 19" descr="Visage plaidant avec remplissage uni avec un remplissage uni">
            <a:extLst>
              <a:ext uri="{FF2B5EF4-FFF2-40B4-BE49-F238E27FC236}">
                <a16:creationId xmlns:a16="http://schemas.microsoft.com/office/drawing/2014/main" id="{AF5B807A-B816-4059-A209-1007727233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49850" y="3355807"/>
            <a:ext cx="914400" cy="914400"/>
          </a:xfrm>
          <a:prstGeom prst="rect">
            <a:avLst/>
          </a:prstGeom>
        </p:spPr>
      </p:pic>
      <p:pic>
        <p:nvPicPr>
          <p:cNvPr id="22" name="Graphique 21" descr="Visage étourdi avec remplissage uni avec un remplissage uni">
            <a:extLst>
              <a:ext uri="{FF2B5EF4-FFF2-40B4-BE49-F238E27FC236}">
                <a16:creationId xmlns:a16="http://schemas.microsoft.com/office/drawing/2014/main" id="{E210EB13-A3FC-4A86-BDF7-584816BA2C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09352" y="3560041"/>
            <a:ext cx="914400" cy="914400"/>
          </a:xfrm>
          <a:prstGeom prst="rect">
            <a:avLst/>
          </a:prstGeom>
        </p:spPr>
      </p:pic>
      <p:pic>
        <p:nvPicPr>
          <p:cNvPr id="25" name="Graphique 24" descr="Visage tirant la langue à remplissage solide avec un remplissage uni">
            <a:extLst>
              <a:ext uri="{FF2B5EF4-FFF2-40B4-BE49-F238E27FC236}">
                <a16:creationId xmlns:a16="http://schemas.microsoft.com/office/drawing/2014/main" id="{EC3A9EB4-8C67-41EE-BD68-BD0F18BA04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68854" y="3553957"/>
            <a:ext cx="914400" cy="914400"/>
          </a:xfrm>
          <a:prstGeom prst="rect">
            <a:avLst/>
          </a:prstGeom>
        </p:spPr>
      </p:pic>
      <p:pic>
        <p:nvPicPr>
          <p:cNvPr id="27" name="Graphique 26" descr="Visage inquiet à remplissage uni avec un remplissage uni">
            <a:extLst>
              <a:ext uri="{FF2B5EF4-FFF2-40B4-BE49-F238E27FC236}">
                <a16:creationId xmlns:a16="http://schemas.microsoft.com/office/drawing/2014/main" id="{2EAB998F-5264-42BF-A57D-8804C73379A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19883" y="3374250"/>
            <a:ext cx="914400" cy="914400"/>
          </a:xfrm>
          <a:prstGeom prst="rect">
            <a:avLst/>
          </a:prstGeom>
        </p:spPr>
      </p:pic>
      <p:pic>
        <p:nvPicPr>
          <p:cNvPr id="29" name="Graphique 28" descr="Visage en colère avec remplissage uni avec un remplissage uni">
            <a:extLst>
              <a:ext uri="{FF2B5EF4-FFF2-40B4-BE49-F238E27FC236}">
                <a16:creationId xmlns:a16="http://schemas.microsoft.com/office/drawing/2014/main" id="{3897A159-1F52-46D2-A667-469512FC0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8356" y="2633792"/>
            <a:ext cx="914400" cy="914400"/>
          </a:xfrm>
          <a:prstGeom prst="rect">
            <a:avLst/>
          </a:prstGeom>
        </p:spPr>
      </p:pic>
      <p:pic>
        <p:nvPicPr>
          <p:cNvPr id="31" name="Graphique 30" descr="Visage baveux avec remplissage uni avec un remplissage uni">
            <a:extLst>
              <a:ext uri="{FF2B5EF4-FFF2-40B4-BE49-F238E27FC236}">
                <a16:creationId xmlns:a16="http://schemas.microsoft.com/office/drawing/2014/main" id="{9214A276-A6C5-49DF-B635-294FD5FD75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70402" y="2419790"/>
            <a:ext cx="914400" cy="914400"/>
          </a:xfrm>
          <a:prstGeom prst="rect">
            <a:avLst/>
          </a:prstGeom>
        </p:spPr>
      </p:pic>
      <p:pic>
        <p:nvPicPr>
          <p:cNvPr id="33" name="Graphique 32" descr="Bouclier avec un remplissage uni">
            <a:extLst>
              <a:ext uri="{FF2B5EF4-FFF2-40B4-BE49-F238E27FC236}">
                <a16:creationId xmlns:a16="http://schemas.microsoft.com/office/drawing/2014/main" id="{17280BF6-69C7-4EA7-966A-FB172B0A41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9617" y="2543564"/>
            <a:ext cx="1695344" cy="1695344"/>
          </a:xfrm>
          <a:prstGeom prst="rect">
            <a:avLst/>
          </a:prstGeom>
        </p:spPr>
      </p:pic>
      <p:pic>
        <p:nvPicPr>
          <p:cNvPr id="35" name="Graphique 34" descr="Menottes avec un remplissage uni">
            <a:extLst>
              <a:ext uri="{FF2B5EF4-FFF2-40B4-BE49-F238E27FC236}">
                <a16:creationId xmlns:a16="http://schemas.microsoft.com/office/drawing/2014/main" id="{57A9FE79-986A-492E-A47C-D84D45A674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9063" y="4654089"/>
            <a:ext cx="914400" cy="914400"/>
          </a:xfrm>
          <a:prstGeom prst="rect">
            <a:avLst/>
          </a:prstGeom>
        </p:spPr>
      </p:pic>
      <p:pic>
        <p:nvPicPr>
          <p:cNvPr id="37" name="Graphique 36" descr="Évasion de prison avec un remplissage uni">
            <a:extLst>
              <a:ext uri="{FF2B5EF4-FFF2-40B4-BE49-F238E27FC236}">
                <a16:creationId xmlns:a16="http://schemas.microsoft.com/office/drawing/2014/main" id="{0CCC0CE6-041E-4BA6-B503-F4E550DF8C0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18614" y="4943465"/>
            <a:ext cx="1689824" cy="168982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E9C0216-E2A7-40F4-824C-A95FBA45F6DE}"/>
              </a:ext>
            </a:extLst>
          </p:cNvPr>
          <p:cNvSpPr/>
          <p:nvPr/>
        </p:nvSpPr>
        <p:spPr>
          <a:xfrm>
            <a:off x="873239" y="5281637"/>
            <a:ext cx="396928" cy="327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27AD39-1D18-4074-9324-E4A571E8024F}"/>
              </a:ext>
            </a:extLst>
          </p:cNvPr>
          <p:cNvSpPr/>
          <p:nvPr/>
        </p:nvSpPr>
        <p:spPr>
          <a:xfrm>
            <a:off x="1411733" y="5281637"/>
            <a:ext cx="226142" cy="18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Graphique 39" descr="Balance de la justice avec un remplissage uni">
            <a:extLst>
              <a:ext uri="{FF2B5EF4-FFF2-40B4-BE49-F238E27FC236}">
                <a16:creationId xmlns:a16="http://schemas.microsoft.com/office/drawing/2014/main" id="{388BFE6F-F5A7-473E-AE09-79CCC7BBE7F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82420" y="4867000"/>
            <a:ext cx="1673902" cy="1673902"/>
          </a:xfrm>
          <a:prstGeom prst="rect">
            <a:avLst/>
          </a:prstGeom>
        </p:spPr>
      </p:pic>
      <p:pic>
        <p:nvPicPr>
          <p:cNvPr id="42" name="Graphique 41" descr="Pièces d’échiquier avec un remplissage uni">
            <a:extLst>
              <a:ext uri="{FF2B5EF4-FFF2-40B4-BE49-F238E27FC236}">
                <a16:creationId xmlns:a16="http://schemas.microsoft.com/office/drawing/2014/main" id="{AE6E8392-35BA-468B-B150-033BB6E8288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19617" y="4850095"/>
            <a:ext cx="1749010" cy="17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0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Résultat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02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que 9" descr="Retouches et couture avec un remplissage uni">
            <a:extLst>
              <a:ext uri="{FF2B5EF4-FFF2-40B4-BE49-F238E27FC236}">
                <a16:creationId xmlns:a16="http://schemas.microsoft.com/office/drawing/2014/main" id="{BD0076A7-8890-413B-8915-694AE0B17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21" y="1197856"/>
            <a:ext cx="679660" cy="679660"/>
          </a:xfrm>
          <a:prstGeom prst="rect">
            <a:avLst/>
          </a:prstGeom>
        </p:spPr>
      </p:pic>
      <p:pic>
        <p:nvPicPr>
          <p:cNvPr id="15" name="Graphique 14" descr="Retouches et couture avec un remplissage uni">
            <a:extLst>
              <a:ext uri="{FF2B5EF4-FFF2-40B4-BE49-F238E27FC236}">
                <a16:creationId xmlns:a16="http://schemas.microsoft.com/office/drawing/2014/main" id="{7DAE8704-08FD-448B-B8D6-9E1DE1D91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345" y="197600"/>
            <a:ext cx="758036" cy="758036"/>
          </a:xfrm>
          <a:prstGeom prst="rect">
            <a:avLst/>
          </a:prstGeom>
        </p:spPr>
      </p:pic>
      <p:pic>
        <p:nvPicPr>
          <p:cNvPr id="19" name="Graphique 18" descr="Pomme avec un remplissage uni">
            <a:extLst>
              <a:ext uri="{FF2B5EF4-FFF2-40B4-BE49-F238E27FC236}">
                <a16:creationId xmlns:a16="http://schemas.microsoft.com/office/drawing/2014/main" id="{83405BC6-944E-454F-AF37-32B3A34BE8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4500" y="293394"/>
            <a:ext cx="566449" cy="566449"/>
          </a:xfrm>
          <a:prstGeom prst="rect">
            <a:avLst/>
          </a:prstGeom>
        </p:spPr>
      </p:pic>
      <p:pic>
        <p:nvPicPr>
          <p:cNvPr id="23" name="Graphique 22" descr="Temple asiatique avec un remplissage uni">
            <a:extLst>
              <a:ext uri="{FF2B5EF4-FFF2-40B4-BE49-F238E27FC236}">
                <a16:creationId xmlns:a16="http://schemas.microsoft.com/office/drawing/2014/main" id="{C11C1B3F-C1BA-4678-9BC1-0B9AE9454C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4500" y="1151366"/>
            <a:ext cx="679660" cy="679660"/>
          </a:xfrm>
          <a:prstGeom prst="rect">
            <a:avLst/>
          </a:prstGeom>
        </p:spPr>
      </p:pic>
      <p:sp>
        <p:nvSpPr>
          <p:cNvPr id="26" name="Bulle narrative : rectangle à coins arrondis 25">
            <a:extLst>
              <a:ext uri="{FF2B5EF4-FFF2-40B4-BE49-F238E27FC236}">
                <a16:creationId xmlns:a16="http://schemas.microsoft.com/office/drawing/2014/main" id="{122E6877-E3EE-4512-B3B6-8D5198800C23}"/>
              </a:ext>
            </a:extLst>
          </p:cNvPr>
          <p:cNvSpPr/>
          <p:nvPr/>
        </p:nvSpPr>
        <p:spPr>
          <a:xfrm>
            <a:off x="338867" y="23711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Bulle narrative : rectangle à coins arrondis 44">
            <a:extLst>
              <a:ext uri="{FF2B5EF4-FFF2-40B4-BE49-F238E27FC236}">
                <a16:creationId xmlns:a16="http://schemas.microsoft.com/office/drawing/2014/main" id="{3C3AEE87-E94F-4D9A-90EB-E0A4749236D2}"/>
              </a:ext>
            </a:extLst>
          </p:cNvPr>
          <p:cNvSpPr/>
          <p:nvPr/>
        </p:nvSpPr>
        <p:spPr>
          <a:xfrm>
            <a:off x="338867" y="115834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Bulle narrative : rectangle à coins arrondis 47">
            <a:extLst>
              <a:ext uri="{FF2B5EF4-FFF2-40B4-BE49-F238E27FC236}">
                <a16:creationId xmlns:a16="http://schemas.microsoft.com/office/drawing/2014/main" id="{4DD9FDD2-F281-4121-84A2-CDDDFBA9B7E7}"/>
              </a:ext>
            </a:extLst>
          </p:cNvPr>
          <p:cNvSpPr/>
          <p:nvPr/>
        </p:nvSpPr>
        <p:spPr>
          <a:xfrm>
            <a:off x="2672764" y="230136"/>
            <a:ext cx="1158993" cy="679010"/>
          </a:xfrm>
          <a:prstGeom prst="wedgeRoundRectCallout">
            <a:avLst>
              <a:gd name="adj1" fmla="val 58287"/>
              <a:gd name="adj2" fmla="val 71884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Bulle narrative : rectangle à coins arrondis 48">
            <a:extLst>
              <a:ext uri="{FF2B5EF4-FFF2-40B4-BE49-F238E27FC236}">
                <a16:creationId xmlns:a16="http://schemas.microsoft.com/office/drawing/2014/main" id="{6CF98ADE-D9AF-43F1-BA1C-4D5264AB3AFC}"/>
              </a:ext>
            </a:extLst>
          </p:cNvPr>
          <p:cNvSpPr/>
          <p:nvPr/>
        </p:nvSpPr>
        <p:spPr>
          <a:xfrm>
            <a:off x="2672764" y="1151366"/>
            <a:ext cx="1158993" cy="679010"/>
          </a:xfrm>
          <a:prstGeom prst="wedgeRoundRectCallout">
            <a:avLst>
              <a:gd name="adj1" fmla="val 52276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Graphique 29" descr="Toque d'étudiant avec un remplissage uni">
            <a:extLst>
              <a:ext uri="{FF2B5EF4-FFF2-40B4-BE49-F238E27FC236}">
                <a16:creationId xmlns:a16="http://schemas.microsoft.com/office/drawing/2014/main" id="{126ABD11-AEF0-4CBC-B996-58BCBBE8EC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2722" y="979631"/>
            <a:ext cx="1116109" cy="1116109"/>
          </a:xfrm>
          <a:prstGeom prst="rect">
            <a:avLst/>
          </a:prstGeom>
        </p:spPr>
      </p:pic>
      <p:pic>
        <p:nvPicPr>
          <p:cNvPr id="34" name="Graphique 33" descr="Journal avec un remplissage uni">
            <a:extLst>
              <a:ext uri="{FF2B5EF4-FFF2-40B4-BE49-F238E27FC236}">
                <a16:creationId xmlns:a16="http://schemas.microsoft.com/office/drawing/2014/main" id="{3BBD94F8-D658-4951-A16B-F12EA32362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7589" y="293394"/>
            <a:ext cx="1627735" cy="1627735"/>
          </a:xfrm>
          <a:prstGeom prst="rect">
            <a:avLst/>
          </a:prstGeom>
        </p:spPr>
      </p:pic>
      <p:pic>
        <p:nvPicPr>
          <p:cNvPr id="43" name="Graphique 42" descr="Insecte sous une loupe avec un remplissage uni">
            <a:extLst>
              <a:ext uri="{FF2B5EF4-FFF2-40B4-BE49-F238E27FC236}">
                <a16:creationId xmlns:a16="http://schemas.microsoft.com/office/drawing/2014/main" id="{60C73F74-66CC-45B8-96DF-96B9920F00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09336" y="464933"/>
            <a:ext cx="1456196" cy="1456196"/>
          </a:xfrm>
          <a:prstGeom prst="rect">
            <a:avLst/>
          </a:prstGeom>
        </p:spPr>
      </p:pic>
      <p:pic>
        <p:nvPicPr>
          <p:cNvPr id="50" name="Graphique 49" descr="Huître avec perles avec un remplissage uni">
            <a:extLst>
              <a:ext uri="{FF2B5EF4-FFF2-40B4-BE49-F238E27FC236}">
                <a16:creationId xmlns:a16="http://schemas.microsoft.com/office/drawing/2014/main" id="{65EDBE29-B81A-448D-86CF-58F40B595F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81445" y="458810"/>
            <a:ext cx="1456196" cy="1456196"/>
          </a:xfrm>
          <a:prstGeom prst="rect">
            <a:avLst/>
          </a:prstGeom>
        </p:spPr>
      </p:pic>
      <p:pic>
        <p:nvPicPr>
          <p:cNvPr id="54" name="Graphique 53" descr="Plan avec un remplissage uni">
            <a:extLst>
              <a:ext uri="{FF2B5EF4-FFF2-40B4-BE49-F238E27FC236}">
                <a16:creationId xmlns:a16="http://schemas.microsoft.com/office/drawing/2014/main" id="{952A70F5-F258-4A69-8341-C73B7CEE62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6604" y="2699603"/>
            <a:ext cx="1458792" cy="1458792"/>
          </a:xfrm>
          <a:prstGeom prst="rect">
            <a:avLst/>
          </a:prstGeom>
        </p:spPr>
      </p:pic>
      <p:pic>
        <p:nvPicPr>
          <p:cNvPr id="56" name="Graphique 55" descr="Travail avec un remplissage uni">
            <a:extLst>
              <a:ext uri="{FF2B5EF4-FFF2-40B4-BE49-F238E27FC236}">
                <a16:creationId xmlns:a16="http://schemas.microsoft.com/office/drawing/2014/main" id="{FF26046D-ECA1-4E2F-9C92-30426DCAE20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33221" y="2593359"/>
            <a:ext cx="1671279" cy="1671279"/>
          </a:xfrm>
          <a:prstGeom prst="rect">
            <a:avLst/>
          </a:prstGeom>
        </p:spPr>
      </p:pic>
      <p:pic>
        <p:nvPicPr>
          <p:cNvPr id="65" name="Graphique 64" descr="Travail avec un remplissage uni">
            <a:extLst>
              <a:ext uri="{FF2B5EF4-FFF2-40B4-BE49-F238E27FC236}">
                <a16:creationId xmlns:a16="http://schemas.microsoft.com/office/drawing/2014/main" id="{F2A5061A-5830-440D-9A40-47EE7C6BDAC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17598" y="3617752"/>
            <a:ext cx="777333" cy="7773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00B8782-20CA-45B5-B537-99BE79406208}"/>
              </a:ext>
            </a:extLst>
          </p:cNvPr>
          <p:cNvSpPr/>
          <p:nvPr/>
        </p:nvSpPr>
        <p:spPr>
          <a:xfrm>
            <a:off x="8786060" y="2603714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190639-F1A1-4026-A0D8-D6B43FD790AC}"/>
              </a:ext>
            </a:extLst>
          </p:cNvPr>
          <p:cNvSpPr/>
          <p:nvPr/>
        </p:nvSpPr>
        <p:spPr>
          <a:xfrm>
            <a:off x="9788402" y="2590798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3F4271-0138-4266-BF7B-BBBD06684BFC}"/>
              </a:ext>
            </a:extLst>
          </p:cNvPr>
          <p:cNvSpPr/>
          <p:nvPr/>
        </p:nvSpPr>
        <p:spPr>
          <a:xfrm>
            <a:off x="10790744" y="259079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èche : haut 57">
            <a:extLst>
              <a:ext uri="{FF2B5EF4-FFF2-40B4-BE49-F238E27FC236}">
                <a16:creationId xmlns:a16="http://schemas.microsoft.com/office/drawing/2014/main" id="{19516553-DAAD-4215-9314-83BAE7381A32}"/>
              </a:ext>
            </a:extLst>
          </p:cNvPr>
          <p:cNvSpPr/>
          <p:nvPr/>
        </p:nvSpPr>
        <p:spPr>
          <a:xfrm>
            <a:off x="9962010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lèche : haut 69">
            <a:extLst>
              <a:ext uri="{FF2B5EF4-FFF2-40B4-BE49-F238E27FC236}">
                <a16:creationId xmlns:a16="http://schemas.microsoft.com/office/drawing/2014/main" id="{6F651F76-48AD-44C8-A74B-BAEDC779EACD}"/>
              </a:ext>
            </a:extLst>
          </p:cNvPr>
          <p:cNvSpPr/>
          <p:nvPr/>
        </p:nvSpPr>
        <p:spPr>
          <a:xfrm rot="2688084">
            <a:off x="10602041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Flèche : haut 70">
            <a:extLst>
              <a:ext uri="{FF2B5EF4-FFF2-40B4-BE49-F238E27FC236}">
                <a16:creationId xmlns:a16="http://schemas.microsoft.com/office/drawing/2014/main" id="{993C30F3-45E2-4917-BD7A-10DC93FED727}"/>
              </a:ext>
            </a:extLst>
          </p:cNvPr>
          <p:cNvSpPr/>
          <p:nvPr/>
        </p:nvSpPr>
        <p:spPr>
          <a:xfrm rot="18960716">
            <a:off x="9413905" y="338147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200F52-4AAA-460B-8B88-8EA469CD5DD6}"/>
              </a:ext>
            </a:extLst>
          </p:cNvPr>
          <p:cNvSpPr/>
          <p:nvPr/>
        </p:nvSpPr>
        <p:spPr>
          <a:xfrm>
            <a:off x="668032" y="505343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0E17CD0-D3E2-4760-9FC0-457F7B83C711}"/>
              </a:ext>
            </a:extLst>
          </p:cNvPr>
          <p:cNvSpPr/>
          <p:nvPr/>
        </p:nvSpPr>
        <p:spPr>
          <a:xfrm>
            <a:off x="1670374" y="5040521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Flèche : haut 74">
            <a:extLst>
              <a:ext uri="{FF2B5EF4-FFF2-40B4-BE49-F238E27FC236}">
                <a16:creationId xmlns:a16="http://schemas.microsoft.com/office/drawing/2014/main" id="{967500DC-4237-4FF6-AC2A-D3D5BD42D7D6}"/>
              </a:ext>
            </a:extLst>
          </p:cNvPr>
          <p:cNvSpPr/>
          <p:nvPr/>
        </p:nvSpPr>
        <p:spPr>
          <a:xfrm>
            <a:off x="1843982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Flèche : haut 75">
            <a:extLst>
              <a:ext uri="{FF2B5EF4-FFF2-40B4-BE49-F238E27FC236}">
                <a16:creationId xmlns:a16="http://schemas.microsoft.com/office/drawing/2014/main" id="{9FB6FC8D-3CA2-4D7D-91AC-0AEE753D116E}"/>
              </a:ext>
            </a:extLst>
          </p:cNvPr>
          <p:cNvSpPr/>
          <p:nvPr/>
        </p:nvSpPr>
        <p:spPr>
          <a:xfrm rot="2688084">
            <a:off x="2484013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lèche : haut 76">
            <a:extLst>
              <a:ext uri="{FF2B5EF4-FFF2-40B4-BE49-F238E27FC236}">
                <a16:creationId xmlns:a16="http://schemas.microsoft.com/office/drawing/2014/main" id="{4851A184-ED74-4BF6-B79C-E9A6A94CF8B7}"/>
              </a:ext>
            </a:extLst>
          </p:cNvPr>
          <p:cNvSpPr/>
          <p:nvPr/>
        </p:nvSpPr>
        <p:spPr>
          <a:xfrm rot="18960716">
            <a:off x="1295877" y="583119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62" name="Graphique 61" descr="Signe pouce en haut avec un remplissage uni">
            <a:extLst>
              <a:ext uri="{FF2B5EF4-FFF2-40B4-BE49-F238E27FC236}">
                <a16:creationId xmlns:a16="http://schemas.microsoft.com/office/drawing/2014/main" id="{D816F593-09F8-418F-AB09-EA3A2C3D5B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16293" y="4778784"/>
            <a:ext cx="1572109" cy="1572109"/>
          </a:xfrm>
          <a:prstGeom prst="rect">
            <a:avLst/>
          </a:prstGeom>
        </p:spPr>
      </p:pic>
      <p:pic>
        <p:nvPicPr>
          <p:cNvPr id="512" name="Graphique 511" descr="Pouce en bas avec un remplissage uni">
            <a:extLst>
              <a:ext uri="{FF2B5EF4-FFF2-40B4-BE49-F238E27FC236}">
                <a16:creationId xmlns:a16="http://schemas.microsoft.com/office/drawing/2014/main" id="{08562E97-C1F7-4294-9163-D5D007A6DA6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0377285" y="4974218"/>
            <a:ext cx="1572109" cy="1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2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40" name="Graphique 39" descr="Coche avec un remplissage uni">
            <a:extLst>
              <a:ext uri="{FF2B5EF4-FFF2-40B4-BE49-F238E27FC236}">
                <a16:creationId xmlns:a16="http://schemas.microsoft.com/office/drawing/2014/main" id="{E7A6236D-05CB-4387-9D1A-087AF671E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4471" y="5543143"/>
            <a:ext cx="1107267" cy="1107267"/>
          </a:xfrm>
          <a:prstGeom prst="rect">
            <a:avLst/>
          </a:prstGeom>
        </p:spPr>
      </p:pic>
      <p:pic>
        <p:nvPicPr>
          <p:cNvPr id="41" name="Graphique 40" descr="Signe pouce en haut avec un remplissage uni">
            <a:extLst>
              <a:ext uri="{FF2B5EF4-FFF2-40B4-BE49-F238E27FC236}">
                <a16:creationId xmlns:a16="http://schemas.microsoft.com/office/drawing/2014/main" id="{2D2428CD-C09A-46B3-90EC-8C4B5170E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748" y="418012"/>
            <a:ext cx="1108333" cy="1108333"/>
          </a:xfrm>
          <a:prstGeom prst="rect">
            <a:avLst/>
          </a:prstGeom>
        </p:spPr>
      </p:pic>
      <p:pic>
        <p:nvPicPr>
          <p:cNvPr id="42" name="Graphique 41" descr="Pouce en bas avec un remplissage uni">
            <a:extLst>
              <a:ext uri="{FF2B5EF4-FFF2-40B4-BE49-F238E27FC236}">
                <a16:creationId xmlns:a16="http://schemas.microsoft.com/office/drawing/2014/main" id="{73ABDC6E-5294-4BA1-B4A5-260CE562EA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69430" y="550264"/>
            <a:ext cx="1108333" cy="1108333"/>
          </a:xfrm>
          <a:prstGeom prst="rect">
            <a:avLst/>
          </a:prstGeom>
        </p:spPr>
      </p:pic>
      <p:pic>
        <p:nvPicPr>
          <p:cNvPr id="3" name="Graphique 2" descr="Aide avec un remplissage uni">
            <a:extLst>
              <a:ext uri="{FF2B5EF4-FFF2-40B4-BE49-F238E27FC236}">
                <a16:creationId xmlns:a16="http://schemas.microsoft.com/office/drawing/2014/main" id="{7CFA5EF1-D06C-4A56-A08F-F6AECBEA60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4160" y="111679"/>
            <a:ext cx="1264207" cy="1264207"/>
          </a:xfrm>
          <a:prstGeom prst="rect">
            <a:avLst/>
          </a:prstGeom>
        </p:spPr>
      </p:pic>
      <p:pic>
        <p:nvPicPr>
          <p:cNvPr id="46" name="Graphique 45" descr="Poignée de main avec un remplissage uni">
            <a:extLst>
              <a:ext uri="{FF2B5EF4-FFF2-40B4-BE49-F238E27FC236}">
                <a16:creationId xmlns:a16="http://schemas.microsoft.com/office/drawing/2014/main" id="{C90EAD73-6D16-45B7-BAD1-D480646418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60"/>
          <a:stretch/>
        </p:blipFill>
        <p:spPr>
          <a:xfrm>
            <a:off x="9248470" y="832898"/>
            <a:ext cx="1715589" cy="1374875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1A8B564-AC91-446D-BC69-3B2AC428253B}"/>
              </a:ext>
            </a:extLst>
          </p:cNvPr>
          <p:cNvSpPr/>
          <p:nvPr/>
        </p:nvSpPr>
        <p:spPr>
          <a:xfrm>
            <a:off x="1794188" y="843952"/>
            <a:ext cx="748239" cy="74022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que 5" descr="Réunion avec un remplissage uni">
            <a:extLst>
              <a:ext uri="{FF2B5EF4-FFF2-40B4-BE49-F238E27FC236}">
                <a16:creationId xmlns:a16="http://schemas.microsoft.com/office/drawing/2014/main" id="{345F289A-1DE4-4FD7-9243-347C7774BF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831" y="550264"/>
            <a:ext cx="1220876" cy="1220876"/>
          </a:xfrm>
          <a:prstGeom prst="rect">
            <a:avLst/>
          </a:prstGeom>
        </p:spPr>
      </p:pic>
      <p:pic>
        <p:nvPicPr>
          <p:cNvPr id="51" name="Graphique 50" descr="Aide avec un remplissage uni">
            <a:extLst>
              <a:ext uri="{FF2B5EF4-FFF2-40B4-BE49-F238E27FC236}">
                <a16:creationId xmlns:a16="http://schemas.microsoft.com/office/drawing/2014/main" id="{20C60D68-3543-4241-BF03-33139FFFB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6094" y="564768"/>
            <a:ext cx="1264207" cy="12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77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CC13D5-0B5C-4102-A08A-BCF781092F75}"/>
              </a:ext>
            </a:extLst>
          </p:cNvPr>
          <p:cNvSpPr/>
          <p:nvPr/>
        </p:nvSpPr>
        <p:spPr>
          <a:xfrm>
            <a:off x="1591996" y="532272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haut 41">
            <a:extLst>
              <a:ext uri="{FF2B5EF4-FFF2-40B4-BE49-F238E27FC236}">
                <a16:creationId xmlns:a16="http://schemas.microsoft.com/office/drawing/2014/main" id="{804971CE-2F63-4E9B-B049-464646A1A278}"/>
              </a:ext>
            </a:extLst>
          </p:cNvPr>
          <p:cNvSpPr/>
          <p:nvPr/>
        </p:nvSpPr>
        <p:spPr>
          <a:xfrm>
            <a:off x="1739479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lèche : haut 43">
            <a:extLst>
              <a:ext uri="{FF2B5EF4-FFF2-40B4-BE49-F238E27FC236}">
                <a16:creationId xmlns:a16="http://schemas.microsoft.com/office/drawing/2014/main" id="{9352EF01-2541-4201-8825-0FF6D41D0FE7}"/>
              </a:ext>
            </a:extLst>
          </p:cNvPr>
          <p:cNvSpPr/>
          <p:nvPr/>
        </p:nvSpPr>
        <p:spPr>
          <a:xfrm rot="2688084">
            <a:off x="2379510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èche : haut 45">
            <a:extLst>
              <a:ext uri="{FF2B5EF4-FFF2-40B4-BE49-F238E27FC236}">
                <a16:creationId xmlns:a16="http://schemas.microsoft.com/office/drawing/2014/main" id="{C6349D84-821A-4711-BFF7-23F6F9315457}"/>
              </a:ext>
            </a:extLst>
          </p:cNvPr>
          <p:cNvSpPr/>
          <p:nvPr/>
        </p:nvSpPr>
        <p:spPr>
          <a:xfrm rot="18960716">
            <a:off x="1191374" y="1363700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Graphique 2" descr="Marteau d'officiel avec un remplissage uni">
            <a:extLst>
              <a:ext uri="{FF2B5EF4-FFF2-40B4-BE49-F238E27FC236}">
                <a16:creationId xmlns:a16="http://schemas.microsoft.com/office/drawing/2014/main" id="{C70AF2F8-A8B0-411F-8948-7B50CC52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821" y="925289"/>
            <a:ext cx="914400" cy="914400"/>
          </a:xfrm>
          <a:prstGeom prst="rect">
            <a:avLst/>
          </a:prstGeom>
        </p:spPr>
      </p:pic>
      <p:pic>
        <p:nvPicPr>
          <p:cNvPr id="5" name="Graphique 4" descr="Presse-papiers vérifié avec un remplissage uni">
            <a:extLst>
              <a:ext uri="{FF2B5EF4-FFF2-40B4-BE49-F238E27FC236}">
                <a16:creationId xmlns:a16="http://schemas.microsoft.com/office/drawing/2014/main" id="{DA7B19D8-7EB4-4E8A-9DC2-B2FC7308D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889" y="166449"/>
            <a:ext cx="1804222" cy="1804222"/>
          </a:xfrm>
          <a:prstGeom prst="rect">
            <a:avLst/>
          </a:prstGeom>
        </p:spPr>
      </p:pic>
      <p:pic>
        <p:nvPicPr>
          <p:cNvPr id="53" name="Graphique 52" descr="Presse-papiers vérifié avec un remplissage uni">
            <a:extLst>
              <a:ext uri="{FF2B5EF4-FFF2-40B4-BE49-F238E27FC236}">
                <a16:creationId xmlns:a16="http://schemas.microsoft.com/office/drawing/2014/main" id="{89D6B6BF-1C9B-4668-BCCB-CB1339315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2223" y="199113"/>
            <a:ext cx="1804222" cy="1804222"/>
          </a:xfrm>
          <a:prstGeom prst="rect">
            <a:avLst/>
          </a:prstGeom>
        </p:spPr>
      </p:pic>
      <p:pic>
        <p:nvPicPr>
          <p:cNvPr id="7" name="Graphique 6" descr="Liste avec un remplissage uni">
            <a:extLst>
              <a:ext uri="{FF2B5EF4-FFF2-40B4-BE49-F238E27FC236}">
                <a16:creationId xmlns:a16="http://schemas.microsoft.com/office/drawing/2014/main" id="{5714457E-ED64-4148-A754-B76173869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566" y="420296"/>
            <a:ext cx="1488964" cy="1488964"/>
          </a:xfrm>
          <a:prstGeom prst="rect">
            <a:avLst/>
          </a:prstGeom>
        </p:spPr>
      </p:pic>
      <p:sp>
        <p:nvSpPr>
          <p:cNvPr id="55" name="Flèche : haut 54">
            <a:extLst>
              <a:ext uri="{FF2B5EF4-FFF2-40B4-BE49-F238E27FC236}">
                <a16:creationId xmlns:a16="http://schemas.microsoft.com/office/drawing/2014/main" id="{4E71A5D1-6855-4790-B858-45E2B445AC4D}"/>
              </a:ext>
            </a:extLst>
          </p:cNvPr>
          <p:cNvSpPr/>
          <p:nvPr/>
        </p:nvSpPr>
        <p:spPr>
          <a:xfrm rot="5400000">
            <a:off x="9786738" y="974284"/>
            <a:ext cx="362001" cy="349371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Graphique 58" descr="Document avec un remplissage uni">
            <a:extLst>
              <a:ext uri="{FF2B5EF4-FFF2-40B4-BE49-F238E27FC236}">
                <a16:creationId xmlns:a16="http://schemas.microsoft.com/office/drawing/2014/main" id="{2821FE99-7990-4A0E-A5CA-9B51EF0E62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5814" y="3258703"/>
            <a:ext cx="1107267" cy="1107267"/>
          </a:xfrm>
          <a:prstGeom prst="rect">
            <a:avLst/>
          </a:prstGeom>
        </p:spPr>
      </p:pic>
      <p:pic>
        <p:nvPicPr>
          <p:cNvPr id="63" name="Graphique 62" descr="Crayon avec un remplissage uni">
            <a:extLst>
              <a:ext uri="{FF2B5EF4-FFF2-40B4-BE49-F238E27FC236}">
                <a16:creationId xmlns:a16="http://schemas.microsoft.com/office/drawing/2014/main" id="{D48679AE-C63E-4808-9D94-8CAD6BEE2D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8272" y="2593997"/>
            <a:ext cx="914400" cy="914400"/>
          </a:xfrm>
          <a:prstGeom prst="rect">
            <a:avLst/>
          </a:prstGeom>
        </p:spPr>
      </p:pic>
      <p:pic>
        <p:nvPicPr>
          <p:cNvPr id="64" name="Graphique 63" descr="Document avec un remplissage uni">
            <a:extLst>
              <a:ext uri="{FF2B5EF4-FFF2-40B4-BE49-F238E27FC236}">
                <a16:creationId xmlns:a16="http://schemas.microsoft.com/office/drawing/2014/main" id="{D8806C56-6B13-4258-8532-A7BA4415B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4618" y="3095349"/>
            <a:ext cx="1107267" cy="1107267"/>
          </a:xfrm>
          <a:prstGeom prst="rect">
            <a:avLst/>
          </a:prstGeom>
        </p:spPr>
      </p:pic>
      <p:pic>
        <p:nvPicPr>
          <p:cNvPr id="66" name="Graphique 65" descr="Programmeur avec un remplissage uni">
            <a:extLst>
              <a:ext uri="{FF2B5EF4-FFF2-40B4-BE49-F238E27FC236}">
                <a16:creationId xmlns:a16="http://schemas.microsoft.com/office/drawing/2014/main" id="{A2A42920-1061-4D6A-93FC-0FA9751BA4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2252" y="2593997"/>
            <a:ext cx="619279" cy="619279"/>
          </a:xfrm>
          <a:prstGeom prst="rect">
            <a:avLst/>
          </a:prstGeom>
        </p:spPr>
      </p:pic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4092A451-8099-4464-8B46-ECDEA541AF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8559" y="2581309"/>
            <a:ext cx="1107267" cy="1107267"/>
          </a:xfrm>
          <a:prstGeom prst="rect">
            <a:avLst/>
          </a:prstGeom>
        </p:spPr>
      </p:pic>
      <p:pic>
        <p:nvPicPr>
          <p:cNvPr id="74" name="Graphique 73" descr="Programmeur avec un remplissage uni">
            <a:extLst>
              <a:ext uri="{FF2B5EF4-FFF2-40B4-BE49-F238E27FC236}">
                <a16:creationId xmlns:a16="http://schemas.microsoft.com/office/drawing/2014/main" id="{96F6D398-FD65-4FF8-ABD3-8BE957C559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2612" y="3025446"/>
            <a:ext cx="619279" cy="619279"/>
          </a:xfrm>
          <a:prstGeom prst="rect">
            <a:avLst/>
          </a:prstGeom>
        </p:spPr>
      </p:pic>
      <p:pic>
        <p:nvPicPr>
          <p:cNvPr id="78" name="Graphique 77" descr="Programmeur avec un remplissage uni">
            <a:extLst>
              <a:ext uri="{FF2B5EF4-FFF2-40B4-BE49-F238E27FC236}">
                <a16:creationId xmlns:a16="http://schemas.microsoft.com/office/drawing/2014/main" id="{38A9979C-A01C-4C79-9A48-30AB813D1A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4582" y="3415616"/>
            <a:ext cx="619279" cy="619279"/>
          </a:xfrm>
          <a:prstGeom prst="rect">
            <a:avLst/>
          </a:prstGeom>
        </p:spPr>
      </p:pic>
      <p:pic>
        <p:nvPicPr>
          <p:cNvPr id="79" name="Graphique 78" descr="Programmeur avec un remplissage uni">
            <a:extLst>
              <a:ext uri="{FF2B5EF4-FFF2-40B4-BE49-F238E27FC236}">
                <a16:creationId xmlns:a16="http://schemas.microsoft.com/office/drawing/2014/main" id="{532C5F48-CA53-4942-89F9-34D16BB5D5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578" y="2715806"/>
            <a:ext cx="619279" cy="619279"/>
          </a:xfrm>
          <a:prstGeom prst="rect">
            <a:avLst/>
          </a:prstGeom>
        </p:spPr>
      </p:pic>
      <p:pic>
        <p:nvPicPr>
          <p:cNvPr id="80" name="Graphique 79" descr="Programmeur avec un remplissage uni">
            <a:extLst>
              <a:ext uri="{FF2B5EF4-FFF2-40B4-BE49-F238E27FC236}">
                <a16:creationId xmlns:a16="http://schemas.microsoft.com/office/drawing/2014/main" id="{7FC3CFC0-A901-4026-B531-C00E6FDBBD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938" y="3147255"/>
            <a:ext cx="619279" cy="619279"/>
          </a:xfrm>
          <a:prstGeom prst="rect">
            <a:avLst/>
          </a:prstGeom>
        </p:spPr>
      </p:pic>
      <p:pic>
        <p:nvPicPr>
          <p:cNvPr id="81" name="Graphique 80" descr="Programmeur avec un remplissage uni">
            <a:extLst>
              <a:ext uri="{FF2B5EF4-FFF2-40B4-BE49-F238E27FC236}">
                <a16:creationId xmlns:a16="http://schemas.microsoft.com/office/drawing/2014/main" id="{DB899D85-6856-4205-AEAF-B456849D9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7908" y="3537425"/>
            <a:ext cx="619279" cy="619279"/>
          </a:xfrm>
          <a:prstGeom prst="rect">
            <a:avLst/>
          </a:prstGeom>
        </p:spPr>
      </p:pic>
      <p:pic>
        <p:nvPicPr>
          <p:cNvPr id="12" name="Graphique 11" descr="Mégaphone avec un remplissage uni">
            <a:extLst>
              <a:ext uri="{FF2B5EF4-FFF2-40B4-BE49-F238E27FC236}">
                <a16:creationId xmlns:a16="http://schemas.microsoft.com/office/drawing/2014/main" id="{3144C8D9-46D4-40B6-A71B-DC546AB4BE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63349" y="2613111"/>
            <a:ext cx="1583030" cy="1583030"/>
          </a:xfrm>
          <a:prstGeom prst="rect">
            <a:avLst/>
          </a:prstGeom>
        </p:spPr>
      </p:pic>
      <p:pic>
        <p:nvPicPr>
          <p:cNvPr id="82" name="Graphique 81" descr="Coche avec un remplissage uni">
            <a:extLst>
              <a:ext uri="{FF2B5EF4-FFF2-40B4-BE49-F238E27FC236}">
                <a16:creationId xmlns:a16="http://schemas.microsoft.com/office/drawing/2014/main" id="{2437EED6-9E81-4C67-A674-5B9EB5B57C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46379" y="3306835"/>
            <a:ext cx="1107267" cy="1107267"/>
          </a:xfrm>
          <a:prstGeom prst="rect">
            <a:avLst/>
          </a:prstGeom>
        </p:spPr>
      </p:pic>
      <p:pic>
        <p:nvPicPr>
          <p:cNvPr id="83" name="Graphique 82" descr="Mégaphone avec un remplissage uni">
            <a:extLst>
              <a:ext uri="{FF2B5EF4-FFF2-40B4-BE49-F238E27FC236}">
                <a16:creationId xmlns:a16="http://schemas.microsoft.com/office/drawing/2014/main" id="{4073C83A-DB78-4B1E-B58E-4A556E212A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18" y="4901705"/>
            <a:ext cx="1583030" cy="1583030"/>
          </a:xfrm>
          <a:prstGeom prst="rect">
            <a:avLst/>
          </a:prstGeom>
        </p:spPr>
      </p:pic>
      <p:pic>
        <p:nvPicPr>
          <p:cNvPr id="14" name="Graphique 13" descr="Informations avec un remplissage uni">
            <a:extLst>
              <a:ext uri="{FF2B5EF4-FFF2-40B4-BE49-F238E27FC236}">
                <a16:creationId xmlns:a16="http://schemas.microsoft.com/office/drawing/2014/main" id="{61F693AA-7B1C-4813-B85E-89DB63DE20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6357" y="5939245"/>
            <a:ext cx="395254" cy="395254"/>
          </a:xfrm>
          <a:prstGeom prst="rect">
            <a:avLst/>
          </a:prstGeom>
        </p:spPr>
      </p:pic>
      <p:pic>
        <p:nvPicPr>
          <p:cNvPr id="84" name="Graphique 83" descr="Informations avec un remplissage uni">
            <a:extLst>
              <a:ext uri="{FF2B5EF4-FFF2-40B4-BE49-F238E27FC236}">
                <a16:creationId xmlns:a16="http://schemas.microsoft.com/office/drawing/2014/main" id="{896367A4-7981-4AE2-87FF-60948C4B812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1947" y="6209211"/>
            <a:ext cx="395254" cy="395254"/>
          </a:xfrm>
          <a:prstGeom prst="rect">
            <a:avLst/>
          </a:prstGeom>
        </p:spPr>
      </p:pic>
      <p:pic>
        <p:nvPicPr>
          <p:cNvPr id="85" name="Graphique 84" descr="Informations avec un remplissage uni">
            <a:extLst>
              <a:ext uri="{FF2B5EF4-FFF2-40B4-BE49-F238E27FC236}">
                <a16:creationId xmlns:a16="http://schemas.microsoft.com/office/drawing/2014/main" id="{B2472ECB-867E-4037-A8EB-2E96490A96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76168" y="6209211"/>
            <a:ext cx="395254" cy="395254"/>
          </a:xfrm>
          <a:prstGeom prst="rect">
            <a:avLst/>
          </a:prstGeom>
        </p:spPr>
      </p:pic>
      <p:pic>
        <p:nvPicPr>
          <p:cNvPr id="86" name="Graphique 85" descr="Informations avec un remplissage uni">
            <a:extLst>
              <a:ext uri="{FF2B5EF4-FFF2-40B4-BE49-F238E27FC236}">
                <a16:creationId xmlns:a16="http://schemas.microsoft.com/office/drawing/2014/main" id="{3D9EE19B-1E02-45C4-B2D8-374245672C9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0326" y="5982787"/>
            <a:ext cx="395254" cy="395254"/>
          </a:xfrm>
          <a:prstGeom prst="rect">
            <a:avLst/>
          </a:prstGeom>
        </p:spPr>
      </p:pic>
      <p:pic>
        <p:nvPicPr>
          <p:cNvPr id="87" name="Graphique 86" descr="Informations avec un remplissage uni">
            <a:extLst>
              <a:ext uri="{FF2B5EF4-FFF2-40B4-BE49-F238E27FC236}">
                <a16:creationId xmlns:a16="http://schemas.microsoft.com/office/drawing/2014/main" id="{B8BB9733-80C9-435A-9E01-D5CB227617D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412" y="5947840"/>
            <a:ext cx="395254" cy="395254"/>
          </a:xfrm>
          <a:prstGeom prst="rect">
            <a:avLst/>
          </a:prstGeom>
        </p:spPr>
      </p:pic>
      <p:pic>
        <p:nvPicPr>
          <p:cNvPr id="88" name="Graphique 87" descr="Informations avec un remplissage uni">
            <a:extLst>
              <a:ext uri="{FF2B5EF4-FFF2-40B4-BE49-F238E27FC236}">
                <a16:creationId xmlns:a16="http://schemas.microsoft.com/office/drawing/2014/main" id="{EDC94174-DDD6-4530-869A-5838C22FFA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88002" y="6217806"/>
            <a:ext cx="395254" cy="395254"/>
          </a:xfrm>
          <a:prstGeom prst="rect">
            <a:avLst/>
          </a:prstGeom>
        </p:spPr>
      </p:pic>
      <p:pic>
        <p:nvPicPr>
          <p:cNvPr id="89" name="Graphique 88" descr="Informations avec un remplissage uni">
            <a:extLst>
              <a:ext uri="{FF2B5EF4-FFF2-40B4-BE49-F238E27FC236}">
                <a16:creationId xmlns:a16="http://schemas.microsoft.com/office/drawing/2014/main" id="{673A5AFD-180D-4E75-A162-84504546E5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2223" y="6217806"/>
            <a:ext cx="395254" cy="395254"/>
          </a:xfrm>
          <a:prstGeom prst="rect">
            <a:avLst/>
          </a:prstGeom>
        </p:spPr>
      </p:pic>
      <p:pic>
        <p:nvPicPr>
          <p:cNvPr id="90" name="Graphique 89" descr="Informations avec un remplissage uni">
            <a:extLst>
              <a:ext uri="{FF2B5EF4-FFF2-40B4-BE49-F238E27FC236}">
                <a16:creationId xmlns:a16="http://schemas.microsoft.com/office/drawing/2014/main" id="{553B8661-8036-4863-B881-57405EDDAC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94334" y="5939245"/>
            <a:ext cx="395254" cy="395254"/>
          </a:xfrm>
          <a:prstGeom prst="rect">
            <a:avLst/>
          </a:prstGeom>
        </p:spPr>
      </p:pic>
      <p:pic>
        <p:nvPicPr>
          <p:cNvPr id="91" name="Graphique 90" descr="Coche avec un remplissage uni">
            <a:extLst>
              <a:ext uri="{FF2B5EF4-FFF2-40B4-BE49-F238E27FC236}">
                <a16:creationId xmlns:a16="http://schemas.microsoft.com/office/drawing/2014/main" id="{205431F7-FE4F-4292-B4E4-5D20CAFEE0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62666" y="4742862"/>
            <a:ext cx="1107267" cy="1107267"/>
          </a:xfrm>
          <a:prstGeom prst="rect">
            <a:avLst/>
          </a:prstGeom>
        </p:spPr>
      </p:pic>
      <p:sp>
        <p:nvSpPr>
          <p:cNvPr id="92" name="Flèche : haut 91">
            <a:extLst>
              <a:ext uri="{FF2B5EF4-FFF2-40B4-BE49-F238E27FC236}">
                <a16:creationId xmlns:a16="http://schemas.microsoft.com/office/drawing/2014/main" id="{4A5706E0-A2E5-4B31-9C48-530AB68453B7}"/>
              </a:ext>
            </a:extLst>
          </p:cNvPr>
          <p:cNvSpPr/>
          <p:nvPr/>
        </p:nvSpPr>
        <p:spPr>
          <a:xfrm rot="2082621">
            <a:off x="5459042" y="592519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Flèche : haut 92">
            <a:extLst>
              <a:ext uri="{FF2B5EF4-FFF2-40B4-BE49-F238E27FC236}">
                <a16:creationId xmlns:a16="http://schemas.microsoft.com/office/drawing/2014/main" id="{831335DD-4AC6-4D16-ADC9-8D103B073CFC}"/>
              </a:ext>
            </a:extLst>
          </p:cNvPr>
          <p:cNvSpPr/>
          <p:nvPr/>
        </p:nvSpPr>
        <p:spPr>
          <a:xfrm rot="19836691">
            <a:off x="6208622" y="5934326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Flèche : haut 93">
            <a:extLst>
              <a:ext uri="{FF2B5EF4-FFF2-40B4-BE49-F238E27FC236}">
                <a16:creationId xmlns:a16="http://schemas.microsoft.com/office/drawing/2014/main" id="{9288F73C-76F9-4974-B9ED-13F42364C6E3}"/>
              </a:ext>
            </a:extLst>
          </p:cNvPr>
          <p:cNvSpPr/>
          <p:nvPr/>
        </p:nvSpPr>
        <p:spPr>
          <a:xfrm rot="18195122">
            <a:off x="6969761" y="578788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Flèche : haut 94">
            <a:extLst>
              <a:ext uri="{FF2B5EF4-FFF2-40B4-BE49-F238E27FC236}">
                <a16:creationId xmlns:a16="http://schemas.microsoft.com/office/drawing/2014/main" id="{A2D7183C-D639-489C-AF94-90888AB161BF}"/>
              </a:ext>
            </a:extLst>
          </p:cNvPr>
          <p:cNvSpPr/>
          <p:nvPr/>
        </p:nvSpPr>
        <p:spPr>
          <a:xfrm rot="2687742">
            <a:off x="4790435" y="57443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6" name="Graphique 95" descr="Informations avec un remplissage uni">
            <a:extLst>
              <a:ext uri="{FF2B5EF4-FFF2-40B4-BE49-F238E27FC236}">
                <a16:creationId xmlns:a16="http://schemas.microsoft.com/office/drawing/2014/main" id="{33207EA3-A717-4C71-8DF6-921811FDE3E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69574" y="4892896"/>
            <a:ext cx="941358" cy="941358"/>
          </a:xfrm>
          <a:prstGeom prst="rect">
            <a:avLst/>
          </a:prstGeom>
        </p:spPr>
      </p:pic>
      <p:sp>
        <p:nvSpPr>
          <p:cNvPr id="97" name="Flèche : haut 96">
            <a:extLst>
              <a:ext uri="{FF2B5EF4-FFF2-40B4-BE49-F238E27FC236}">
                <a16:creationId xmlns:a16="http://schemas.microsoft.com/office/drawing/2014/main" id="{89408FAE-EFB2-4FA3-B228-AAA9C3437A57}"/>
              </a:ext>
            </a:extLst>
          </p:cNvPr>
          <p:cNvSpPr/>
          <p:nvPr/>
        </p:nvSpPr>
        <p:spPr>
          <a:xfrm rot="2082621">
            <a:off x="9335095" y="594191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Flèche : haut 97">
            <a:extLst>
              <a:ext uri="{FF2B5EF4-FFF2-40B4-BE49-F238E27FC236}">
                <a16:creationId xmlns:a16="http://schemas.microsoft.com/office/drawing/2014/main" id="{229DD5BC-0F37-4E4D-A9A3-F60976D6A35C}"/>
              </a:ext>
            </a:extLst>
          </p:cNvPr>
          <p:cNvSpPr/>
          <p:nvPr/>
        </p:nvSpPr>
        <p:spPr>
          <a:xfrm rot="19836691">
            <a:off x="10084675" y="59510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Flèche : haut 98">
            <a:extLst>
              <a:ext uri="{FF2B5EF4-FFF2-40B4-BE49-F238E27FC236}">
                <a16:creationId xmlns:a16="http://schemas.microsoft.com/office/drawing/2014/main" id="{F9943021-51C5-424E-8922-C1A31A1B0FFB}"/>
              </a:ext>
            </a:extLst>
          </p:cNvPr>
          <p:cNvSpPr/>
          <p:nvPr/>
        </p:nvSpPr>
        <p:spPr>
          <a:xfrm rot="18195122">
            <a:off x="10845814" y="580460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Flèche : haut 99">
            <a:extLst>
              <a:ext uri="{FF2B5EF4-FFF2-40B4-BE49-F238E27FC236}">
                <a16:creationId xmlns:a16="http://schemas.microsoft.com/office/drawing/2014/main" id="{633C2538-5F5D-46D6-A58A-793BE4628343}"/>
              </a:ext>
            </a:extLst>
          </p:cNvPr>
          <p:cNvSpPr/>
          <p:nvPr/>
        </p:nvSpPr>
        <p:spPr>
          <a:xfrm rot="2687742">
            <a:off x="8666488" y="576106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Graphique 100" descr="Informations avec un remplissage uni">
            <a:extLst>
              <a:ext uri="{FF2B5EF4-FFF2-40B4-BE49-F238E27FC236}">
                <a16:creationId xmlns:a16="http://schemas.microsoft.com/office/drawing/2014/main" id="{4BEF1086-E5AB-4795-96E8-756C8E6CF90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45627" y="4909615"/>
            <a:ext cx="941358" cy="94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002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4046</TotalTime>
  <Words>1333</Words>
  <Application>Microsoft Office PowerPoint</Application>
  <PresentationFormat>Grand écran</PresentationFormat>
  <Paragraphs>277</Paragraphs>
  <Slides>48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Rockwell</vt:lpstr>
      <vt:lpstr>Thème Office</vt:lpstr>
      <vt:lpstr>Présentation PowerPoint</vt:lpstr>
      <vt:lpstr>Pitch</vt:lpstr>
      <vt:lpstr>Comment utiliser les #OSG Workshop Design Cards ? </vt:lpstr>
      <vt:lpstr>Cartes</vt:lpstr>
      <vt:lpstr>Extension V2</vt:lpstr>
      <vt:lpstr>Contenu de chaque carte (VERSO)</vt:lpstr>
      <vt:lpstr>Exemple de plateau de conception #OSG Workshop Design Cards</vt:lpstr>
      <vt:lpstr>Présentation PowerPoint</vt:lpstr>
      <vt:lpstr>Historique des modifications et licences</vt:lpstr>
      <vt:lpstr>Idées d’extension</vt:lpstr>
      <vt:lpstr>Matériel de jeu Cartes</vt:lpstr>
      <vt:lpstr>Sources Eléments graphiques</vt:lpstr>
      <vt:lpstr>Usages</vt:lpstr>
      <vt:lpstr>Présentation PowerPoint</vt:lpstr>
      <vt:lpstr>Composition des groupes</vt:lpstr>
      <vt:lpstr>Présentation PowerPoint</vt:lpstr>
      <vt:lpstr>Présentation PowerPoint</vt:lpstr>
      <vt:lpstr>Modèle visuel</vt:lpstr>
      <vt:lpstr>Présentation PowerPoint</vt:lpstr>
      <vt:lpstr>Présentation PowerPoint</vt:lpstr>
      <vt:lpstr>Configuration</vt:lpstr>
      <vt:lpstr>Présentation PowerPoint</vt:lpstr>
      <vt:lpstr>Présentation PowerPoint</vt:lpstr>
      <vt:lpstr>Type d’activité</vt:lpstr>
      <vt:lpstr>Présentation PowerPoint</vt:lpstr>
      <vt:lpstr>Présentation PowerPoint</vt:lpstr>
      <vt:lpstr>Outils support</vt:lpstr>
      <vt:lpstr>Présentation PowerPoint</vt:lpstr>
      <vt:lpstr>Présentation PowerPoint</vt:lpstr>
      <vt:lpstr>Univers narratif</vt:lpstr>
      <vt:lpstr>Présentation PowerPoint</vt:lpstr>
      <vt:lpstr>Présentation PowerPoint</vt:lpstr>
      <vt:lpstr>Extension : Version simplifiée</vt:lpstr>
      <vt:lpstr>Version simplifiée</vt:lpstr>
      <vt:lpstr>Extension : Objectifs</vt:lpstr>
      <vt:lpstr>But de l’extension</vt:lpstr>
      <vt:lpstr>Plateau « objectifs » </vt:lpstr>
      <vt:lpstr>Plateau « objectifs » Exemple d’usage</vt:lpstr>
      <vt:lpstr>Deck « Résultat cible»</vt:lpstr>
      <vt:lpstr>Deck « Ressenti cible »</vt:lpstr>
      <vt:lpstr>Ressenti cible</vt:lpstr>
      <vt:lpstr>Présentation PowerPoint</vt:lpstr>
      <vt:lpstr>Présentation PowerPoint</vt:lpstr>
      <vt:lpstr>Présentation PowerPoint</vt:lpstr>
      <vt:lpstr>Résultat cible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227</cp:revision>
  <dcterms:created xsi:type="dcterms:W3CDTF">2021-02-02T23:16:24Z</dcterms:created>
  <dcterms:modified xsi:type="dcterms:W3CDTF">2022-03-03T13:12:42Z</dcterms:modified>
</cp:coreProperties>
</file>