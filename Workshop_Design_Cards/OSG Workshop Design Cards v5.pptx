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56" r:id="rId2"/>
    <p:sldId id="362" r:id="rId3"/>
    <p:sldId id="402" r:id="rId4"/>
    <p:sldId id="401" r:id="rId5"/>
    <p:sldId id="431" r:id="rId6"/>
    <p:sldId id="445" r:id="rId7"/>
    <p:sldId id="453" r:id="rId8"/>
    <p:sldId id="399" r:id="rId9"/>
    <p:sldId id="400" r:id="rId10"/>
    <p:sldId id="363" r:id="rId11"/>
    <p:sldId id="366" r:id="rId12"/>
    <p:sldId id="419" r:id="rId13"/>
    <p:sldId id="388" r:id="rId14"/>
    <p:sldId id="406" r:id="rId15"/>
    <p:sldId id="386" r:id="rId16"/>
    <p:sldId id="387" r:id="rId17"/>
    <p:sldId id="384" r:id="rId18"/>
    <p:sldId id="385" r:id="rId19"/>
    <p:sldId id="393" r:id="rId20"/>
    <p:sldId id="382" r:id="rId21"/>
    <p:sldId id="383" r:id="rId22"/>
    <p:sldId id="394" r:id="rId23"/>
    <p:sldId id="378" r:id="rId24"/>
    <p:sldId id="381" r:id="rId25"/>
    <p:sldId id="395" r:id="rId26"/>
    <p:sldId id="380" r:id="rId27"/>
    <p:sldId id="379" r:id="rId28"/>
    <p:sldId id="396" r:id="rId29"/>
    <p:sldId id="371" r:id="rId30"/>
    <p:sldId id="370" r:id="rId31"/>
    <p:sldId id="397" r:id="rId32"/>
    <p:sldId id="374" r:id="rId33"/>
    <p:sldId id="376" r:id="rId34"/>
    <p:sldId id="398" r:id="rId35"/>
    <p:sldId id="435" r:id="rId36"/>
    <p:sldId id="436" r:id="rId37"/>
    <p:sldId id="424" r:id="rId38"/>
    <p:sldId id="425" r:id="rId39"/>
    <p:sldId id="426" r:id="rId40"/>
    <p:sldId id="432" r:id="rId41"/>
    <p:sldId id="434" r:id="rId42"/>
    <p:sldId id="433" r:id="rId43"/>
    <p:sldId id="420" r:id="rId44"/>
    <p:sldId id="421" r:id="rId45"/>
    <p:sldId id="422" r:id="rId46"/>
    <p:sldId id="423" r:id="rId47"/>
    <p:sldId id="427" r:id="rId48"/>
    <p:sldId id="428" r:id="rId49"/>
    <p:sldId id="430" r:id="rId50"/>
    <p:sldId id="429" r:id="rId51"/>
    <p:sldId id="437" r:id="rId52"/>
    <p:sldId id="444" r:id="rId53"/>
    <p:sldId id="442" r:id="rId54"/>
    <p:sldId id="443" r:id="rId55"/>
    <p:sldId id="438" r:id="rId56"/>
    <p:sldId id="440" r:id="rId57"/>
    <p:sldId id="439" r:id="rId58"/>
    <p:sldId id="441" r:id="rId59"/>
    <p:sldId id="446" r:id="rId60"/>
    <p:sldId id="447" r:id="rId61"/>
    <p:sldId id="450" r:id="rId62"/>
    <p:sldId id="451" r:id="rId63"/>
    <p:sldId id="448" r:id="rId64"/>
    <p:sldId id="449" r:id="rId65"/>
    <p:sldId id="454" r:id="rId66"/>
    <p:sldId id="456" r:id="rId67"/>
    <p:sldId id="457" r:id="rId68"/>
    <p:sldId id="458" r:id="rId69"/>
    <p:sldId id="459" r:id="rId70"/>
    <p:sldId id="461" r:id="rId71"/>
    <p:sldId id="462" r:id="rId7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559C6887-B152-4762-AA42-14F245DD8981}">
          <p14:sldIdLst>
            <p14:sldId id="256"/>
            <p14:sldId id="362"/>
            <p14:sldId id="402"/>
            <p14:sldId id="401"/>
            <p14:sldId id="431"/>
            <p14:sldId id="445"/>
            <p14:sldId id="453"/>
            <p14:sldId id="399"/>
            <p14:sldId id="400"/>
            <p14:sldId id="363"/>
            <p14:sldId id="366"/>
            <p14:sldId id="419"/>
          </p14:sldIdLst>
        </p14:section>
        <p14:section name="Sources pour matériel de jeu" id="{CD6A7CBB-A71D-4016-A7F6-293A397AFEDB}">
          <p14:sldIdLst>
            <p14:sldId id="388"/>
            <p14:sldId id="406"/>
            <p14:sldId id="386"/>
            <p14:sldId id="387"/>
            <p14:sldId id="384"/>
            <p14:sldId id="385"/>
            <p14:sldId id="393"/>
            <p14:sldId id="382"/>
            <p14:sldId id="383"/>
            <p14:sldId id="394"/>
            <p14:sldId id="378"/>
            <p14:sldId id="381"/>
            <p14:sldId id="395"/>
            <p14:sldId id="380"/>
            <p14:sldId id="379"/>
            <p14:sldId id="396"/>
            <p14:sldId id="371"/>
            <p14:sldId id="370"/>
            <p14:sldId id="397"/>
            <p14:sldId id="374"/>
            <p14:sldId id="376"/>
            <p14:sldId id="398"/>
            <p14:sldId id="435"/>
            <p14:sldId id="436"/>
          </p14:sldIdLst>
        </p14:section>
        <p14:section name="Extension : Objectifs" id="{101C9619-C2E3-472C-8F45-0DC673E197D0}">
          <p14:sldIdLst>
            <p14:sldId id="424"/>
            <p14:sldId id="425"/>
            <p14:sldId id="426"/>
            <p14:sldId id="432"/>
            <p14:sldId id="434"/>
            <p14:sldId id="433"/>
            <p14:sldId id="420"/>
            <p14:sldId id="421"/>
            <p14:sldId id="422"/>
            <p14:sldId id="423"/>
            <p14:sldId id="427"/>
            <p14:sldId id="428"/>
            <p14:sldId id="430"/>
            <p14:sldId id="429"/>
          </p14:sldIdLst>
        </p14:section>
        <p14:section name="Extension : Rôles" id="{9B2B0B1F-0230-4668-B6D4-2E53FE650285}">
          <p14:sldIdLst>
            <p14:sldId id="437"/>
            <p14:sldId id="444"/>
            <p14:sldId id="442"/>
            <p14:sldId id="443"/>
            <p14:sldId id="438"/>
            <p14:sldId id="440"/>
            <p14:sldId id="439"/>
            <p14:sldId id="441"/>
          </p14:sldIdLst>
        </p14:section>
        <p14:section name="Extension  : Invités" id="{49F7591A-A355-4AF0-AFE4-05F618E5AC1A}">
          <p14:sldIdLst>
            <p14:sldId id="446"/>
            <p14:sldId id="447"/>
            <p14:sldId id="450"/>
            <p14:sldId id="451"/>
            <p14:sldId id="448"/>
            <p14:sldId id="449"/>
          </p14:sldIdLst>
        </p14:section>
        <p14:section name="Extension : Etat des invités" id="{A1C4650A-29C5-49B3-B067-B30171D446DB}">
          <p14:sldIdLst>
            <p14:sldId id="454"/>
            <p14:sldId id="456"/>
            <p14:sldId id="457"/>
            <p14:sldId id="458"/>
            <p14:sldId id="459"/>
            <p14:sldId id="461"/>
            <p14:sldId id="4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0683AA"/>
    <a:srgbClr val="695467"/>
    <a:srgbClr val="F16E80"/>
    <a:srgbClr val="FDD6FF"/>
    <a:srgbClr val="ABD6E7"/>
    <a:srgbClr val="F1CE2C"/>
    <a:srgbClr val="93D277"/>
    <a:srgbClr val="AD29FF"/>
    <a:srgbClr val="FFA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CE12E9-AE14-428A-B3F6-834C8FAF2901}" v="83" dt="2022-09-06T13:42:04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4" autoAdjust="0"/>
    <p:restoredTop sz="96357" autoAdjust="0"/>
  </p:normalViewPr>
  <p:slideViewPr>
    <p:cSldViewPr snapToGrid="0">
      <p:cViewPr>
        <p:scale>
          <a:sx n="66" d="100"/>
          <a:sy n="66" d="100"/>
        </p:scale>
        <p:origin x="1464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5FCE12E9-AE14-428A-B3F6-834C8FAF2901}"/>
    <pc:docChg chg="undo custSel addSld delSld modSld sldOrd addSection modSection">
      <pc:chgData name="Alexandre Quach" userId="7bb690c8a6e028e4" providerId="LiveId" clId="{5FCE12E9-AE14-428A-B3F6-834C8FAF2901}" dt="2022-09-06T13:41:49.878" v="4198" actId="1076"/>
      <pc:docMkLst>
        <pc:docMk/>
      </pc:docMkLst>
      <pc:sldChg chg="add">
        <pc:chgData name="Alexandre Quach" userId="7bb690c8a6e028e4" providerId="LiveId" clId="{5FCE12E9-AE14-428A-B3F6-834C8FAF2901}" dt="2022-09-06T09:37:52.055" v="0" actId="47"/>
        <pc:sldMkLst>
          <pc:docMk/>
          <pc:sldMk cId="1198202063" sldId="445"/>
        </pc:sldMkLst>
      </pc:sldChg>
      <pc:sldChg chg="addSp delSp modSp new mod modClrScheme chgLayout">
        <pc:chgData name="Alexandre Quach" userId="7bb690c8a6e028e4" providerId="LiveId" clId="{5FCE12E9-AE14-428A-B3F6-834C8FAF2901}" dt="2022-09-06T13:41:49.878" v="4198" actId="1076"/>
        <pc:sldMkLst>
          <pc:docMk/>
          <pc:sldMk cId="3353749000" sldId="454"/>
        </pc:sldMkLst>
        <pc:spChg chg="add del mod ord">
          <ac:chgData name="Alexandre Quach" userId="7bb690c8a6e028e4" providerId="LiveId" clId="{5FCE12E9-AE14-428A-B3F6-834C8FAF2901}" dt="2022-09-06T09:42:33.602" v="13" actId="700"/>
          <ac:spMkLst>
            <pc:docMk/>
            <pc:sldMk cId="3353749000" sldId="454"/>
            <ac:spMk id="2" creationId="{E89435F7-1FF5-FCBF-5612-4D7EC62A9019}"/>
          </ac:spMkLst>
        </pc:spChg>
        <pc:spChg chg="add del mod ord">
          <ac:chgData name="Alexandre Quach" userId="7bb690c8a6e028e4" providerId="LiveId" clId="{5FCE12E9-AE14-428A-B3F6-834C8FAF2901}" dt="2022-09-06T09:42:33.602" v="13" actId="700"/>
          <ac:spMkLst>
            <pc:docMk/>
            <pc:sldMk cId="3353749000" sldId="454"/>
            <ac:spMk id="3" creationId="{6635ACC0-60B0-29AA-8629-62F6E979684C}"/>
          </ac:spMkLst>
        </pc:spChg>
        <pc:spChg chg="add mod ord">
          <ac:chgData name="Alexandre Quach" userId="7bb690c8a6e028e4" providerId="LiveId" clId="{5FCE12E9-AE14-428A-B3F6-834C8FAF2901}" dt="2022-09-06T10:32:06.492" v="1647" actId="20577"/>
          <ac:spMkLst>
            <pc:docMk/>
            <pc:sldMk cId="3353749000" sldId="454"/>
            <ac:spMk id="4" creationId="{1AB26479-9F2E-8B05-3ECE-9CB441764030}"/>
          </ac:spMkLst>
        </pc:spChg>
        <pc:spChg chg="add mod ord">
          <ac:chgData name="Alexandre Quach" userId="7bb690c8a6e028e4" providerId="LiveId" clId="{5FCE12E9-AE14-428A-B3F6-834C8FAF2901}" dt="2022-09-06T13:40:12.045" v="4185" actId="27636"/>
          <ac:spMkLst>
            <pc:docMk/>
            <pc:sldMk cId="3353749000" sldId="454"/>
            <ac:spMk id="5" creationId="{0BDA46FD-BDBE-0087-7E29-D9244C83A991}"/>
          </ac:spMkLst>
        </pc:spChg>
        <pc:spChg chg="add mod">
          <ac:chgData name="Alexandre Quach" userId="7bb690c8a6e028e4" providerId="LiveId" clId="{5FCE12E9-AE14-428A-B3F6-834C8FAF2901}" dt="2022-09-06T13:41:49.878" v="4198" actId="1076"/>
          <ac:spMkLst>
            <pc:docMk/>
            <pc:sldMk cId="3353749000" sldId="454"/>
            <ac:spMk id="15" creationId="{A519BADB-B50A-0E96-9043-B1C62B8FA811}"/>
          </ac:spMkLst>
        </pc:spChg>
        <pc:picChg chg="add del mod">
          <ac:chgData name="Alexandre Quach" userId="7bb690c8a6e028e4" providerId="LiveId" clId="{5FCE12E9-AE14-428A-B3F6-834C8FAF2901}" dt="2022-09-06T13:38:29.292" v="4167" actId="478"/>
          <ac:picMkLst>
            <pc:docMk/>
            <pc:sldMk cId="3353749000" sldId="454"/>
            <ac:picMk id="6" creationId="{F06A56AA-319A-EBD7-D05A-F6CE79583E9F}"/>
          </ac:picMkLst>
        </pc:picChg>
        <pc:picChg chg="add mod">
          <ac:chgData name="Alexandre Quach" userId="7bb690c8a6e028e4" providerId="LiveId" clId="{5FCE12E9-AE14-428A-B3F6-834C8FAF2901}" dt="2022-09-06T13:41:49.878" v="4198" actId="1076"/>
          <ac:picMkLst>
            <pc:docMk/>
            <pc:sldMk cId="3353749000" sldId="454"/>
            <ac:picMk id="8" creationId="{CB424DA8-50E7-DA8B-DE8F-5D5A5A4CD666}"/>
          </ac:picMkLst>
        </pc:picChg>
        <pc:picChg chg="add mod">
          <ac:chgData name="Alexandre Quach" userId="7bb690c8a6e028e4" providerId="LiveId" clId="{5FCE12E9-AE14-428A-B3F6-834C8FAF2901}" dt="2022-09-06T13:41:49.878" v="4198" actId="1076"/>
          <ac:picMkLst>
            <pc:docMk/>
            <pc:sldMk cId="3353749000" sldId="454"/>
            <ac:picMk id="10" creationId="{78F54689-DD50-BE52-0119-D8DF6D5E3304}"/>
          </ac:picMkLst>
        </pc:picChg>
        <pc:picChg chg="add del mod">
          <ac:chgData name="Alexandre Quach" userId="7bb690c8a6e028e4" providerId="LiveId" clId="{5FCE12E9-AE14-428A-B3F6-834C8FAF2901}" dt="2022-09-06T13:39:05.131" v="4183" actId="478"/>
          <ac:picMkLst>
            <pc:docMk/>
            <pc:sldMk cId="3353749000" sldId="454"/>
            <ac:picMk id="12" creationId="{12C745E0-E565-3824-2B15-74D48F1D64B1}"/>
          </ac:picMkLst>
        </pc:picChg>
        <pc:picChg chg="add mod">
          <ac:chgData name="Alexandre Quach" userId="7bb690c8a6e028e4" providerId="LiveId" clId="{5FCE12E9-AE14-428A-B3F6-834C8FAF2901}" dt="2022-09-06T13:41:49.878" v="4198" actId="1076"/>
          <ac:picMkLst>
            <pc:docMk/>
            <pc:sldMk cId="3353749000" sldId="454"/>
            <ac:picMk id="14" creationId="{5B0A75BD-DEC2-6E34-E814-DA0B573FBF78}"/>
          </ac:picMkLst>
        </pc:picChg>
        <pc:picChg chg="add mod">
          <ac:chgData name="Alexandre Quach" userId="7bb690c8a6e028e4" providerId="LiveId" clId="{5FCE12E9-AE14-428A-B3F6-834C8FAF2901}" dt="2022-09-06T13:41:49.878" v="4198" actId="1076"/>
          <ac:picMkLst>
            <pc:docMk/>
            <pc:sldMk cId="3353749000" sldId="454"/>
            <ac:picMk id="17" creationId="{04663C5D-60AD-0921-84D7-CC249188C67E}"/>
          </ac:picMkLst>
        </pc:picChg>
      </pc:sldChg>
      <pc:sldChg chg="addSp modSp add del mod">
        <pc:chgData name="Alexandre Quach" userId="7bb690c8a6e028e4" providerId="LiveId" clId="{5FCE12E9-AE14-428A-B3F6-834C8FAF2901}" dt="2022-09-06T13:35:16.152" v="4087" actId="47"/>
        <pc:sldMkLst>
          <pc:docMk/>
          <pc:sldMk cId="826100187" sldId="455"/>
        </pc:sldMkLst>
        <pc:spChg chg="mod">
          <ac:chgData name="Alexandre Quach" userId="7bb690c8a6e028e4" providerId="LiveId" clId="{5FCE12E9-AE14-428A-B3F6-834C8FAF2901}" dt="2022-09-06T10:32:02.340" v="1638" actId="20577"/>
          <ac:spMkLst>
            <pc:docMk/>
            <pc:sldMk cId="826100187" sldId="455"/>
            <ac:spMk id="4" creationId="{1AB26479-9F2E-8B05-3ECE-9CB441764030}"/>
          </ac:spMkLst>
        </pc:spChg>
        <pc:spChg chg="mod">
          <ac:chgData name="Alexandre Quach" userId="7bb690c8a6e028e4" providerId="LiveId" clId="{5FCE12E9-AE14-428A-B3F6-834C8FAF2901}" dt="2022-09-06T10:31:27.834" v="1610" actId="27636"/>
          <ac:spMkLst>
            <pc:docMk/>
            <pc:sldMk cId="826100187" sldId="455"/>
            <ac:spMk id="5" creationId="{0BDA46FD-BDBE-0087-7E29-D9244C83A991}"/>
          </ac:spMkLst>
        </pc:spChg>
        <pc:picChg chg="add mod">
          <ac:chgData name="Alexandre Quach" userId="7bb690c8a6e028e4" providerId="LiveId" clId="{5FCE12E9-AE14-428A-B3F6-834C8FAF2901}" dt="2022-09-06T10:31:56.692" v="1619" actId="1076"/>
          <ac:picMkLst>
            <pc:docMk/>
            <pc:sldMk cId="826100187" sldId="455"/>
            <ac:picMk id="3" creationId="{48EB4E5B-73FF-EC4E-46E4-1BAE9EAD4661}"/>
          </ac:picMkLst>
        </pc:picChg>
      </pc:sldChg>
      <pc:sldChg chg="addSp modSp add mod">
        <pc:chgData name="Alexandre Quach" userId="7bb690c8a6e028e4" providerId="LiveId" clId="{5FCE12E9-AE14-428A-B3F6-834C8FAF2901}" dt="2022-09-06T13:38:08.179" v="4162" actId="1076"/>
        <pc:sldMkLst>
          <pc:docMk/>
          <pc:sldMk cId="90539707" sldId="456"/>
        </pc:sldMkLst>
        <pc:spChg chg="mod">
          <ac:chgData name="Alexandre Quach" userId="7bb690c8a6e028e4" providerId="LiveId" clId="{5FCE12E9-AE14-428A-B3F6-834C8FAF2901}" dt="2022-09-06T10:47:27.671" v="2976" actId="27636"/>
          <ac:spMkLst>
            <pc:docMk/>
            <pc:sldMk cId="90539707" sldId="456"/>
            <ac:spMk id="5" creationId="{0BDA46FD-BDBE-0087-7E29-D9244C83A991}"/>
          </ac:spMkLst>
        </pc:spChg>
        <pc:picChg chg="mod">
          <ac:chgData name="Alexandre Quach" userId="7bb690c8a6e028e4" providerId="LiveId" clId="{5FCE12E9-AE14-428A-B3F6-834C8FAF2901}" dt="2022-09-06T10:33:01.806" v="1653" actId="207"/>
          <ac:picMkLst>
            <pc:docMk/>
            <pc:sldMk cId="90539707" sldId="456"/>
            <ac:picMk id="3" creationId="{48EB4E5B-73FF-EC4E-46E4-1BAE9EAD4661}"/>
          </ac:picMkLst>
        </pc:picChg>
        <pc:picChg chg="add mod">
          <ac:chgData name="Alexandre Quach" userId="7bb690c8a6e028e4" providerId="LiveId" clId="{5FCE12E9-AE14-428A-B3F6-834C8FAF2901}" dt="2022-09-06T10:33:06.332" v="1654" actId="207"/>
          <ac:picMkLst>
            <pc:docMk/>
            <pc:sldMk cId="90539707" sldId="456"/>
            <ac:picMk id="6" creationId="{603CEBDC-70AB-B135-546E-D5E08A7BE392}"/>
          </ac:picMkLst>
        </pc:picChg>
        <pc:picChg chg="add mod">
          <ac:chgData name="Alexandre Quach" userId="7bb690c8a6e028e4" providerId="LiveId" clId="{5FCE12E9-AE14-428A-B3F6-834C8FAF2901}" dt="2022-09-06T10:33:23.443" v="1658" actId="1076"/>
          <ac:picMkLst>
            <pc:docMk/>
            <pc:sldMk cId="90539707" sldId="456"/>
            <ac:picMk id="8" creationId="{8FC0169E-BC10-9F4B-EF07-DC3C6A7A0B19}"/>
          </ac:picMkLst>
        </pc:picChg>
        <pc:picChg chg="add mod">
          <ac:chgData name="Alexandre Quach" userId="7bb690c8a6e028e4" providerId="LiveId" clId="{5FCE12E9-AE14-428A-B3F6-834C8FAF2901}" dt="2022-09-06T13:38:08.179" v="4162" actId="1076"/>
          <ac:picMkLst>
            <pc:docMk/>
            <pc:sldMk cId="90539707" sldId="456"/>
            <ac:picMk id="10" creationId="{FFF05F43-54FB-7A5E-BA0E-529285AA8312}"/>
          </ac:picMkLst>
        </pc:picChg>
        <pc:picChg chg="add mod">
          <ac:chgData name="Alexandre Quach" userId="7bb690c8a6e028e4" providerId="LiveId" clId="{5FCE12E9-AE14-428A-B3F6-834C8FAF2901}" dt="2022-09-06T13:38:08.179" v="4162" actId="1076"/>
          <ac:picMkLst>
            <pc:docMk/>
            <pc:sldMk cId="90539707" sldId="456"/>
            <ac:picMk id="12" creationId="{B4ED6408-B7CC-80B9-0825-D77D48723F4A}"/>
          </ac:picMkLst>
        </pc:picChg>
        <pc:picChg chg="add mod">
          <ac:chgData name="Alexandre Quach" userId="7bb690c8a6e028e4" providerId="LiveId" clId="{5FCE12E9-AE14-428A-B3F6-834C8FAF2901}" dt="2022-09-06T13:38:08.179" v="4162" actId="1076"/>
          <ac:picMkLst>
            <pc:docMk/>
            <pc:sldMk cId="90539707" sldId="456"/>
            <ac:picMk id="14" creationId="{B58B3E12-961D-3A4E-9E7A-59601A74EF29}"/>
          </ac:picMkLst>
        </pc:picChg>
      </pc:sldChg>
      <pc:sldChg chg="addSp delSp modSp add mod">
        <pc:chgData name="Alexandre Quach" userId="7bb690c8a6e028e4" providerId="LiveId" clId="{5FCE12E9-AE14-428A-B3F6-834C8FAF2901}" dt="2022-09-06T13:37:05.612" v="4140" actId="1076"/>
        <pc:sldMkLst>
          <pc:docMk/>
          <pc:sldMk cId="3665642467" sldId="457"/>
        </pc:sldMkLst>
        <pc:spChg chg="mod">
          <ac:chgData name="Alexandre Quach" userId="7bb690c8a6e028e4" providerId="LiveId" clId="{5FCE12E9-AE14-428A-B3F6-834C8FAF2901}" dt="2022-09-06T10:33:52.094" v="1666" actId="20577"/>
          <ac:spMkLst>
            <pc:docMk/>
            <pc:sldMk cId="3665642467" sldId="457"/>
            <ac:spMk id="4" creationId="{1AB26479-9F2E-8B05-3ECE-9CB441764030}"/>
          </ac:spMkLst>
        </pc:spChg>
        <pc:spChg chg="mod">
          <ac:chgData name="Alexandre Quach" userId="7bb690c8a6e028e4" providerId="LiveId" clId="{5FCE12E9-AE14-428A-B3F6-834C8FAF2901}" dt="2022-09-06T10:44:38.425" v="2838" actId="27636"/>
          <ac:spMkLst>
            <pc:docMk/>
            <pc:sldMk cId="3665642467" sldId="457"/>
            <ac:spMk id="5" creationId="{0BDA46FD-BDBE-0087-7E29-D9244C83A991}"/>
          </ac:spMkLst>
        </pc:spChg>
        <pc:grpChg chg="add mod">
          <ac:chgData name="Alexandre Quach" userId="7bb690c8a6e028e4" providerId="LiveId" clId="{5FCE12E9-AE14-428A-B3F6-834C8FAF2901}" dt="2022-09-06T13:37:05.612" v="4140" actId="1076"/>
          <ac:grpSpMkLst>
            <pc:docMk/>
            <pc:sldMk cId="3665642467" sldId="457"/>
            <ac:grpSpMk id="18" creationId="{F944A4AE-1D41-85D2-8232-E66B7965E1DF}"/>
          </ac:grpSpMkLst>
        </pc:grpChg>
        <pc:graphicFrameChg chg="add mod modGraphic">
          <ac:chgData name="Alexandre Quach" userId="7bb690c8a6e028e4" providerId="LiveId" clId="{5FCE12E9-AE14-428A-B3F6-834C8FAF2901}" dt="2022-09-06T10:44:41.260" v="2839" actId="1076"/>
          <ac:graphicFrameMkLst>
            <pc:docMk/>
            <pc:sldMk cId="3665642467" sldId="457"/>
            <ac:graphicFrameMk id="2" creationId="{466ACDDC-6251-588F-7C39-7AB7B10A185E}"/>
          </ac:graphicFrameMkLst>
        </pc:graphicFrameChg>
        <pc:picChg chg="del">
          <ac:chgData name="Alexandre Quach" userId="7bb690c8a6e028e4" providerId="LiveId" clId="{5FCE12E9-AE14-428A-B3F6-834C8FAF2901}" dt="2022-09-06T10:33:56.611" v="1668" actId="478"/>
          <ac:picMkLst>
            <pc:docMk/>
            <pc:sldMk cId="3665642467" sldId="457"/>
            <ac:picMk id="3" creationId="{48EB4E5B-73FF-EC4E-46E4-1BAE9EAD4661}"/>
          </ac:picMkLst>
        </pc:picChg>
        <pc:picChg chg="del">
          <ac:chgData name="Alexandre Quach" userId="7bb690c8a6e028e4" providerId="LiveId" clId="{5FCE12E9-AE14-428A-B3F6-834C8FAF2901}" dt="2022-09-06T10:33:56.045" v="1667" actId="478"/>
          <ac:picMkLst>
            <pc:docMk/>
            <pc:sldMk cId="3665642467" sldId="457"/>
            <ac:picMk id="6" creationId="{603CEBDC-70AB-B135-546E-D5E08A7BE392}"/>
          </ac:picMkLst>
        </pc:picChg>
        <pc:picChg chg="del">
          <ac:chgData name="Alexandre Quach" userId="7bb690c8a6e028e4" providerId="LiveId" clId="{5FCE12E9-AE14-428A-B3F6-834C8FAF2901}" dt="2022-09-06T10:33:56.045" v="1667" actId="478"/>
          <ac:picMkLst>
            <pc:docMk/>
            <pc:sldMk cId="3665642467" sldId="457"/>
            <ac:picMk id="8" creationId="{8FC0169E-BC10-9F4B-EF07-DC3C6A7A0B19}"/>
          </ac:picMkLst>
        </pc:picChg>
        <pc:picChg chg="add mod">
          <ac:chgData name="Alexandre Quach" userId="7bb690c8a6e028e4" providerId="LiveId" clId="{5FCE12E9-AE14-428A-B3F6-834C8FAF2901}" dt="2022-09-06T13:37:02.150" v="4138" actId="164"/>
          <ac:picMkLst>
            <pc:docMk/>
            <pc:sldMk cId="3665642467" sldId="457"/>
            <ac:picMk id="9" creationId="{DC85414C-FC2C-B40E-EEDF-D248E082CBA6}"/>
          </ac:picMkLst>
        </pc:picChg>
        <pc:picChg chg="add mod">
          <ac:chgData name="Alexandre Quach" userId="7bb690c8a6e028e4" providerId="LiveId" clId="{5FCE12E9-AE14-428A-B3F6-834C8FAF2901}" dt="2022-09-06T13:37:02.150" v="4138" actId="164"/>
          <ac:picMkLst>
            <pc:docMk/>
            <pc:sldMk cId="3665642467" sldId="457"/>
            <ac:picMk id="11" creationId="{B5B9A1F1-DDDD-B7B0-AB14-1CFA59FA822C}"/>
          </ac:picMkLst>
        </pc:picChg>
        <pc:picChg chg="add mod">
          <ac:chgData name="Alexandre Quach" userId="7bb690c8a6e028e4" providerId="LiveId" clId="{5FCE12E9-AE14-428A-B3F6-834C8FAF2901}" dt="2022-09-06T13:37:02.150" v="4138" actId="164"/>
          <ac:picMkLst>
            <pc:docMk/>
            <pc:sldMk cId="3665642467" sldId="457"/>
            <ac:picMk id="13" creationId="{509798BC-9286-BA96-BEF8-377420F40DA1}"/>
          </ac:picMkLst>
        </pc:picChg>
        <pc:picChg chg="add mod">
          <ac:chgData name="Alexandre Quach" userId="7bb690c8a6e028e4" providerId="LiveId" clId="{5FCE12E9-AE14-428A-B3F6-834C8FAF2901}" dt="2022-09-06T13:37:02.150" v="4138" actId="164"/>
          <ac:picMkLst>
            <pc:docMk/>
            <pc:sldMk cId="3665642467" sldId="457"/>
            <ac:picMk id="15" creationId="{54DC2AB8-BF7D-8829-0175-8DE548A77C10}"/>
          </ac:picMkLst>
        </pc:picChg>
        <pc:picChg chg="add mod">
          <ac:chgData name="Alexandre Quach" userId="7bb690c8a6e028e4" providerId="LiveId" clId="{5FCE12E9-AE14-428A-B3F6-834C8FAF2901}" dt="2022-09-06T13:37:02.150" v="4138" actId="164"/>
          <ac:picMkLst>
            <pc:docMk/>
            <pc:sldMk cId="3665642467" sldId="457"/>
            <ac:picMk id="17" creationId="{DF43C313-768E-5F0F-3E65-475A13A55D8A}"/>
          </ac:picMkLst>
        </pc:picChg>
      </pc:sldChg>
      <pc:sldChg chg="addSp delSp modSp add mod">
        <pc:chgData name="Alexandre Quach" userId="7bb690c8a6e028e4" providerId="LiveId" clId="{5FCE12E9-AE14-428A-B3F6-834C8FAF2901}" dt="2022-09-06T13:36:04.252" v="4113" actId="1076"/>
        <pc:sldMkLst>
          <pc:docMk/>
          <pc:sldMk cId="1663755096" sldId="458"/>
        </pc:sldMkLst>
        <pc:spChg chg="mod">
          <ac:chgData name="Alexandre Quach" userId="7bb690c8a6e028e4" providerId="LiveId" clId="{5FCE12E9-AE14-428A-B3F6-834C8FAF2901}" dt="2022-09-06T13:35:32.786" v="4109" actId="14100"/>
          <ac:spMkLst>
            <pc:docMk/>
            <pc:sldMk cId="1663755096" sldId="458"/>
            <ac:spMk id="4" creationId="{1AB26479-9F2E-8B05-3ECE-9CB441764030}"/>
          </ac:spMkLst>
        </pc:spChg>
        <pc:spChg chg="mod">
          <ac:chgData name="Alexandre Quach" userId="7bb690c8a6e028e4" providerId="LiveId" clId="{5FCE12E9-AE14-428A-B3F6-834C8FAF2901}" dt="2022-09-06T11:57:03.135" v="3708" actId="20577"/>
          <ac:spMkLst>
            <pc:docMk/>
            <pc:sldMk cId="1663755096" sldId="458"/>
            <ac:spMk id="5" creationId="{0BDA46FD-BDBE-0087-7E29-D9244C83A991}"/>
          </ac:spMkLst>
        </pc:spChg>
        <pc:graphicFrameChg chg="del">
          <ac:chgData name="Alexandre Quach" userId="7bb690c8a6e028e4" providerId="LiveId" clId="{5FCE12E9-AE14-428A-B3F6-834C8FAF2901}" dt="2022-09-06T10:47:36.429" v="2984" actId="478"/>
          <ac:graphicFrameMkLst>
            <pc:docMk/>
            <pc:sldMk cId="1663755096" sldId="458"/>
            <ac:graphicFrameMk id="2" creationId="{466ACDDC-6251-588F-7C39-7AB7B10A185E}"/>
          </ac:graphicFrameMkLst>
        </pc:graphicFrameChg>
        <pc:picChg chg="add mod">
          <ac:chgData name="Alexandre Quach" userId="7bb690c8a6e028e4" providerId="LiveId" clId="{5FCE12E9-AE14-428A-B3F6-834C8FAF2901}" dt="2022-09-06T13:36:04.252" v="4113" actId="1076"/>
          <ac:picMkLst>
            <pc:docMk/>
            <pc:sldMk cId="1663755096" sldId="458"/>
            <ac:picMk id="6" creationId="{F3FD3E3B-5CC4-84D2-11DC-2D53F5C5D6EE}"/>
          </ac:picMkLst>
        </pc:picChg>
      </pc:sldChg>
      <pc:sldChg chg="addSp delSp modSp add mod ord setBg">
        <pc:chgData name="Alexandre Quach" userId="7bb690c8a6e028e4" providerId="LiveId" clId="{5FCE12E9-AE14-428A-B3F6-834C8FAF2901}" dt="2022-09-06T13:19:43.804" v="4056" actId="1076"/>
        <pc:sldMkLst>
          <pc:docMk/>
          <pc:sldMk cId="4216268938" sldId="459"/>
        </pc:sldMkLst>
        <pc:spChg chg="add mod topLvl">
          <ac:chgData name="Alexandre Quach" userId="7bb690c8a6e028e4" providerId="LiveId" clId="{5FCE12E9-AE14-428A-B3F6-834C8FAF2901}" dt="2022-09-06T13:04:04.009" v="3916" actId="6549"/>
          <ac:spMkLst>
            <pc:docMk/>
            <pc:sldMk cId="4216268938" sldId="459"/>
            <ac:spMk id="9" creationId="{E8888C5F-86F6-AE85-E5EF-292BCC53B6A7}"/>
          </ac:spMkLst>
        </pc:spChg>
        <pc:spChg chg="add mod topLvl">
          <ac:chgData name="Alexandre Quach" userId="7bb690c8a6e028e4" providerId="LiveId" clId="{5FCE12E9-AE14-428A-B3F6-834C8FAF2901}" dt="2022-09-06T13:04:07.065" v="3919" actId="6549"/>
          <ac:spMkLst>
            <pc:docMk/>
            <pc:sldMk cId="4216268938" sldId="459"/>
            <ac:spMk id="10" creationId="{45CA936B-C306-2560-8CD8-140D8674762A}"/>
          </ac:spMkLst>
        </pc:spChg>
        <pc:spChg chg="mod topLvl">
          <ac:chgData name="Alexandre Quach" userId="7bb690c8a6e028e4" providerId="LiveId" clId="{5FCE12E9-AE14-428A-B3F6-834C8FAF2901}" dt="2022-09-06T13:04:04.849" v="3917" actId="6549"/>
          <ac:spMkLst>
            <pc:docMk/>
            <pc:sldMk cId="4216268938" sldId="459"/>
            <ac:spMk id="14" creationId="{1E78BA1A-4663-C941-67DB-75D7AA3E77D2}"/>
          </ac:spMkLst>
        </pc:spChg>
        <pc:spChg chg="mod topLvl">
          <ac:chgData name="Alexandre Quach" userId="7bb690c8a6e028e4" providerId="LiveId" clId="{5FCE12E9-AE14-428A-B3F6-834C8FAF2901}" dt="2022-09-06T13:04:08.399" v="3920" actId="6549"/>
          <ac:spMkLst>
            <pc:docMk/>
            <pc:sldMk cId="4216268938" sldId="459"/>
            <ac:spMk id="15" creationId="{DA13AAFD-8CA1-826E-3247-6CF248E4FAEE}"/>
          </ac:spMkLst>
        </pc:spChg>
        <pc:spChg chg="mod topLvl">
          <ac:chgData name="Alexandre Quach" userId="7bb690c8a6e028e4" providerId="LiveId" clId="{5FCE12E9-AE14-428A-B3F6-834C8FAF2901}" dt="2022-09-06T13:04:05.930" v="3918" actId="6549"/>
          <ac:spMkLst>
            <pc:docMk/>
            <pc:sldMk cId="4216268938" sldId="459"/>
            <ac:spMk id="17" creationId="{34A5F220-0370-67E5-8505-D4C103CE9EDF}"/>
          </ac:spMkLst>
        </pc:spChg>
        <pc:spChg chg="mod topLvl">
          <ac:chgData name="Alexandre Quach" userId="7bb690c8a6e028e4" providerId="LiveId" clId="{5FCE12E9-AE14-428A-B3F6-834C8FAF2901}" dt="2022-09-06T12:59:13.542" v="3890" actId="403"/>
          <ac:spMkLst>
            <pc:docMk/>
            <pc:sldMk cId="4216268938" sldId="459"/>
            <ac:spMk id="18" creationId="{36D0ADE8-3BCC-52D3-E236-CA7AAE4EBBBA}"/>
          </ac:spMkLst>
        </pc:spChg>
        <pc:spChg chg="del">
          <ac:chgData name="Alexandre Quach" userId="7bb690c8a6e028e4" providerId="LiveId" clId="{5FCE12E9-AE14-428A-B3F6-834C8FAF2901}" dt="2022-09-06T12:47:36.955" v="3724" actId="478"/>
          <ac:spMkLst>
            <pc:docMk/>
            <pc:sldMk cId="4216268938" sldId="459"/>
            <ac:spMk id="24" creationId="{07F9E843-026D-4763-B280-AC401F14E71A}"/>
          </ac:spMkLst>
        </pc:spChg>
        <pc:spChg chg="del">
          <ac:chgData name="Alexandre Quach" userId="7bb690c8a6e028e4" providerId="LiveId" clId="{5FCE12E9-AE14-428A-B3F6-834C8FAF2901}" dt="2022-09-06T12:47:36.955" v="3724" actId="478"/>
          <ac:spMkLst>
            <pc:docMk/>
            <pc:sldMk cId="4216268938" sldId="459"/>
            <ac:spMk id="572" creationId="{4FCCD219-0527-4679-A6FC-8F610F586D29}"/>
          </ac:spMkLst>
        </pc:spChg>
        <pc:spChg chg="del">
          <ac:chgData name="Alexandre Quach" userId="7bb690c8a6e028e4" providerId="LiveId" clId="{5FCE12E9-AE14-428A-B3F6-834C8FAF2901}" dt="2022-09-06T12:47:36.955" v="3724" actId="478"/>
          <ac:spMkLst>
            <pc:docMk/>
            <pc:sldMk cId="4216268938" sldId="459"/>
            <ac:spMk id="586" creationId="{337B05F1-F694-4F27-82FE-AD8732B81652}"/>
          </ac:spMkLst>
        </pc:spChg>
        <pc:spChg chg="del">
          <ac:chgData name="Alexandre Quach" userId="7bb690c8a6e028e4" providerId="LiveId" clId="{5FCE12E9-AE14-428A-B3F6-834C8FAF2901}" dt="2022-09-06T12:48:09.683" v="3744" actId="478"/>
          <ac:spMkLst>
            <pc:docMk/>
            <pc:sldMk cId="4216268938" sldId="459"/>
            <ac:spMk id="587" creationId="{48E0FC11-0B99-42DB-8D68-17D83EFEF261}"/>
          </ac:spMkLst>
        </pc:spChg>
        <pc:spChg chg="del">
          <ac:chgData name="Alexandre Quach" userId="7bb690c8a6e028e4" providerId="LiveId" clId="{5FCE12E9-AE14-428A-B3F6-834C8FAF2901}" dt="2022-09-06T12:48:09.683" v="3744" actId="478"/>
          <ac:spMkLst>
            <pc:docMk/>
            <pc:sldMk cId="4216268938" sldId="459"/>
            <ac:spMk id="588" creationId="{0669E02C-4B34-4F03-8FCE-0923E0AECE17}"/>
          </ac:spMkLst>
        </pc:spChg>
        <pc:spChg chg="del">
          <ac:chgData name="Alexandre Quach" userId="7bb690c8a6e028e4" providerId="LiveId" clId="{5FCE12E9-AE14-428A-B3F6-834C8FAF2901}" dt="2022-09-06T12:48:09.683" v="3744" actId="478"/>
          <ac:spMkLst>
            <pc:docMk/>
            <pc:sldMk cId="4216268938" sldId="459"/>
            <ac:spMk id="589" creationId="{61A1C38F-52BB-44C7-A142-4195DDCAFF7B}"/>
          </ac:spMkLst>
        </pc:spChg>
        <pc:spChg chg="del">
          <ac:chgData name="Alexandre Quach" userId="7bb690c8a6e028e4" providerId="LiveId" clId="{5FCE12E9-AE14-428A-B3F6-834C8FAF2901}" dt="2022-09-06T12:47:29.344" v="3721" actId="21"/>
          <ac:spMkLst>
            <pc:docMk/>
            <pc:sldMk cId="4216268938" sldId="459"/>
            <ac:spMk id="590" creationId="{5E48E4EA-E1ED-47B8-88DF-F0231300E8D9}"/>
          </ac:spMkLst>
        </pc:spChg>
        <pc:spChg chg="del">
          <ac:chgData name="Alexandre Quach" userId="7bb690c8a6e028e4" providerId="LiveId" clId="{5FCE12E9-AE14-428A-B3F6-834C8FAF2901}" dt="2022-09-06T12:47:36.955" v="3724" actId="478"/>
          <ac:spMkLst>
            <pc:docMk/>
            <pc:sldMk cId="4216268938" sldId="459"/>
            <ac:spMk id="615" creationId="{548B3765-1CAA-4744-8E07-829067766B04}"/>
          </ac:spMkLst>
        </pc:spChg>
        <pc:spChg chg="del">
          <ac:chgData name="Alexandre Quach" userId="7bb690c8a6e028e4" providerId="LiveId" clId="{5FCE12E9-AE14-428A-B3F6-834C8FAF2901}" dt="2022-09-06T12:47:36.955" v="3724" actId="478"/>
          <ac:spMkLst>
            <pc:docMk/>
            <pc:sldMk cId="4216268938" sldId="459"/>
            <ac:spMk id="617" creationId="{EF4C818E-3C93-4BE4-9E3F-05E245B1F121}"/>
          </ac:spMkLst>
        </pc:spChg>
        <pc:grpChg chg="add del mod">
          <ac:chgData name="Alexandre Quach" userId="7bb690c8a6e028e4" providerId="LiveId" clId="{5FCE12E9-AE14-428A-B3F6-834C8FAF2901}" dt="2022-09-06T12:48:51.955" v="3757" actId="165"/>
          <ac:grpSpMkLst>
            <pc:docMk/>
            <pc:sldMk cId="4216268938" sldId="459"/>
            <ac:grpSpMk id="12" creationId="{3230D034-FC19-C73C-0A95-69C3C119C591}"/>
          </ac:grpSpMkLst>
        </pc:grpChg>
        <pc:grpChg chg="add del mod">
          <ac:chgData name="Alexandre Quach" userId="7bb690c8a6e028e4" providerId="LiveId" clId="{5FCE12E9-AE14-428A-B3F6-834C8FAF2901}" dt="2022-09-06T12:48:51.955" v="3757" actId="165"/>
          <ac:grpSpMkLst>
            <pc:docMk/>
            <pc:sldMk cId="4216268938" sldId="459"/>
            <ac:grpSpMk id="13" creationId="{18DEF84A-4E02-5669-3222-31F0CC2823E4}"/>
          </ac:grpSpMkLst>
        </pc:grpChg>
        <pc:grpChg chg="add del mod">
          <ac:chgData name="Alexandre Quach" userId="7bb690c8a6e028e4" providerId="LiveId" clId="{5FCE12E9-AE14-428A-B3F6-834C8FAF2901}" dt="2022-09-06T12:48:51.955" v="3757" actId="165"/>
          <ac:grpSpMkLst>
            <pc:docMk/>
            <pc:sldMk cId="4216268938" sldId="459"/>
            <ac:grpSpMk id="16" creationId="{DDB41E0B-7A3E-8383-C8C1-91F3ADD0F9C1}"/>
          </ac:grpSpMkLst>
        </pc:grpChg>
        <pc:grpChg chg="del">
          <ac:chgData name="Alexandre Quach" userId="7bb690c8a6e028e4" providerId="LiveId" clId="{5FCE12E9-AE14-428A-B3F6-834C8FAF2901}" dt="2022-09-06T12:47:16.268" v="3712" actId="478"/>
          <ac:grpSpMkLst>
            <pc:docMk/>
            <pc:sldMk cId="4216268938" sldId="459"/>
            <ac:grpSpMk id="28" creationId="{34404D83-F1CE-43C3-CC1B-1DBD48634E75}"/>
          </ac:grpSpMkLst>
        </pc:grpChg>
        <pc:grpChg chg="del">
          <ac:chgData name="Alexandre Quach" userId="7bb690c8a6e028e4" providerId="LiveId" clId="{5FCE12E9-AE14-428A-B3F6-834C8FAF2901}" dt="2022-09-06T12:47:23.004" v="3716" actId="478"/>
          <ac:grpSpMkLst>
            <pc:docMk/>
            <pc:sldMk cId="4216268938" sldId="459"/>
            <ac:grpSpMk id="57" creationId="{5646C3CD-5149-6DA2-793A-99059917046C}"/>
          </ac:grpSpMkLst>
        </pc:grpChg>
        <pc:grpChg chg="del">
          <ac:chgData name="Alexandre Quach" userId="7bb690c8a6e028e4" providerId="LiveId" clId="{5FCE12E9-AE14-428A-B3F6-834C8FAF2901}" dt="2022-09-06T12:47:19.761" v="3714" actId="478"/>
          <ac:grpSpMkLst>
            <pc:docMk/>
            <pc:sldMk cId="4216268938" sldId="459"/>
            <ac:grpSpMk id="522" creationId="{F6CE103D-3BE9-0B26-27C3-2A6CE2EF10EE}"/>
          </ac:grpSpMkLst>
        </pc:grpChg>
        <pc:grpChg chg="del">
          <ac:chgData name="Alexandre Quach" userId="7bb690c8a6e028e4" providerId="LiveId" clId="{5FCE12E9-AE14-428A-B3F6-834C8FAF2901}" dt="2022-09-06T12:47:23.004" v="3716" actId="478"/>
          <ac:grpSpMkLst>
            <pc:docMk/>
            <pc:sldMk cId="4216268938" sldId="459"/>
            <ac:grpSpMk id="554" creationId="{58F92173-6368-F97B-280F-988F07BE2D49}"/>
          </ac:grpSpMkLst>
        </pc:grpChg>
        <pc:grpChg chg="del">
          <ac:chgData name="Alexandre Quach" userId="7bb690c8a6e028e4" providerId="LiveId" clId="{5FCE12E9-AE14-428A-B3F6-834C8FAF2901}" dt="2022-09-06T12:47:24.231" v="3717" actId="478"/>
          <ac:grpSpMkLst>
            <pc:docMk/>
            <pc:sldMk cId="4216268938" sldId="459"/>
            <ac:grpSpMk id="564" creationId="{32EA93FC-FA44-3ABB-CB31-47ECDD9D4832}"/>
          </ac:grpSpMkLst>
        </pc:grpChg>
        <pc:picChg chg="add del mod">
          <ac:chgData name="Alexandre Quach" userId="7bb690c8a6e028e4" providerId="LiveId" clId="{5FCE12E9-AE14-428A-B3F6-834C8FAF2901}" dt="2022-09-06T12:48:06.614" v="3743" actId="478"/>
          <ac:picMkLst>
            <pc:docMk/>
            <pc:sldMk cId="4216268938" sldId="459"/>
            <ac:picMk id="8" creationId="{A2ED6D67-A4E5-733B-E86B-3F2074319238}"/>
          </ac:picMkLst>
        </pc:picChg>
        <pc:picChg chg="add mod modCrop">
          <ac:chgData name="Alexandre Quach" userId="7bb690c8a6e028e4" providerId="LiveId" clId="{5FCE12E9-AE14-428A-B3F6-834C8FAF2901}" dt="2022-09-06T12:52:00.664" v="3805" actId="732"/>
          <ac:picMkLst>
            <pc:docMk/>
            <pc:sldMk cId="4216268938" sldId="459"/>
            <ac:picMk id="19" creationId="{AC3C5C82-E466-A50B-7982-3C2DD55AF6CA}"/>
          </ac:picMkLst>
        </pc:picChg>
        <pc:picChg chg="add del mod">
          <ac:chgData name="Alexandre Quach" userId="7bb690c8a6e028e4" providerId="LiveId" clId="{5FCE12E9-AE14-428A-B3F6-834C8FAF2901}" dt="2022-09-06T12:49:57.400" v="3767" actId="21"/>
          <ac:picMkLst>
            <pc:docMk/>
            <pc:sldMk cId="4216268938" sldId="459"/>
            <ac:picMk id="20" creationId="{97C01F21-B115-253E-FBB0-8EF796DBD5D6}"/>
          </ac:picMkLst>
        </pc:picChg>
        <pc:picChg chg="add del mod">
          <ac:chgData name="Alexandre Quach" userId="7bb690c8a6e028e4" providerId="LiveId" clId="{5FCE12E9-AE14-428A-B3F6-834C8FAF2901}" dt="2022-09-06T12:49:57.400" v="3767" actId="21"/>
          <ac:picMkLst>
            <pc:docMk/>
            <pc:sldMk cId="4216268938" sldId="459"/>
            <ac:picMk id="21" creationId="{0110A452-6A6F-EDA9-E9D1-8356273E1316}"/>
          </ac:picMkLst>
        </pc:picChg>
        <pc:picChg chg="add del mod modCrop">
          <ac:chgData name="Alexandre Quach" userId="7bb690c8a6e028e4" providerId="LiveId" clId="{5FCE12E9-AE14-428A-B3F6-834C8FAF2901}" dt="2022-09-06T12:52:52.903" v="3810" actId="21"/>
          <ac:picMkLst>
            <pc:docMk/>
            <pc:sldMk cId="4216268938" sldId="459"/>
            <ac:picMk id="22" creationId="{BC3950F2-44A5-25D0-8465-34A555AA4785}"/>
          </ac:picMkLst>
        </pc:picChg>
        <pc:picChg chg="add del mod">
          <ac:chgData name="Alexandre Quach" userId="7bb690c8a6e028e4" providerId="LiveId" clId="{5FCE12E9-AE14-428A-B3F6-834C8FAF2901}" dt="2022-09-06T12:52:52.903" v="3810" actId="21"/>
          <ac:picMkLst>
            <pc:docMk/>
            <pc:sldMk cId="4216268938" sldId="459"/>
            <ac:picMk id="23" creationId="{C0FE5DEA-6F43-0329-D1A6-F181FE7EDA05}"/>
          </ac:picMkLst>
        </pc:picChg>
        <pc:picChg chg="add mod">
          <ac:chgData name="Alexandre Quach" userId="7bb690c8a6e028e4" providerId="LiveId" clId="{5FCE12E9-AE14-428A-B3F6-834C8FAF2901}" dt="2022-09-06T12:50:44.860" v="3780" actId="571"/>
          <ac:picMkLst>
            <pc:docMk/>
            <pc:sldMk cId="4216268938" sldId="459"/>
            <ac:picMk id="25" creationId="{C8658C7A-8F75-F3C9-8C54-6293B71D908C}"/>
          </ac:picMkLst>
        </pc:picChg>
        <pc:picChg chg="add mod">
          <ac:chgData name="Alexandre Quach" userId="7bb690c8a6e028e4" providerId="LiveId" clId="{5FCE12E9-AE14-428A-B3F6-834C8FAF2901}" dt="2022-09-06T12:50:44.570" v="3779" actId="571"/>
          <ac:picMkLst>
            <pc:docMk/>
            <pc:sldMk cId="4216268938" sldId="459"/>
            <ac:picMk id="26" creationId="{BECF0338-63C6-1AE4-F3FC-448BDE1DAF5F}"/>
          </ac:picMkLst>
        </pc:picChg>
        <pc:picChg chg="add del mod">
          <ac:chgData name="Alexandre Quach" userId="7bb690c8a6e028e4" providerId="LiveId" clId="{5FCE12E9-AE14-428A-B3F6-834C8FAF2901}" dt="2022-09-06T13:19:11.779" v="4038" actId="478"/>
          <ac:picMkLst>
            <pc:docMk/>
            <pc:sldMk cId="4216268938" sldId="459"/>
            <ac:picMk id="29" creationId="{3BDDFCDB-D15B-4834-52E3-A496C4947FB6}"/>
          </ac:picMkLst>
        </pc:picChg>
        <pc:picChg chg="add del mod">
          <ac:chgData name="Alexandre Quach" userId="7bb690c8a6e028e4" providerId="LiveId" clId="{5FCE12E9-AE14-428A-B3F6-834C8FAF2901}" dt="2022-09-06T13:19:12.171" v="4039" actId="478"/>
          <ac:picMkLst>
            <pc:docMk/>
            <pc:sldMk cId="4216268938" sldId="459"/>
            <ac:picMk id="30" creationId="{4BFA48B3-F549-D817-01D9-D10B6C9AEA34}"/>
          </ac:picMkLst>
        </pc:picChg>
        <pc:picChg chg="add mod">
          <ac:chgData name="Alexandre Quach" userId="7bb690c8a6e028e4" providerId="LiveId" clId="{5FCE12E9-AE14-428A-B3F6-834C8FAF2901}" dt="2022-09-06T13:19:32.491" v="4050" actId="1076"/>
          <ac:picMkLst>
            <pc:docMk/>
            <pc:sldMk cId="4216268938" sldId="459"/>
            <ac:picMk id="31" creationId="{52EDAB64-485E-048B-BCCE-5FEDB654466C}"/>
          </ac:picMkLst>
        </pc:picChg>
        <pc:picChg chg="add mod">
          <ac:chgData name="Alexandre Quach" userId="7bb690c8a6e028e4" providerId="LiveId" clId="{5FCE12E9-AE14-428A-B3F6-834C8FAF2901}" dt="2022-09-06T12:51:47.555" v="3802" actId="207"/>
          <ac:picMkLst>
            <pc:docMk/>
            <pc:sldMk cId="4216268938" sldId="459"/>
            <ac:picMk id="32" creationId="{40F8D726-FE23-4ED0-F22F-90D5364D7C4E}"/>
          </ac:picMkLst>
        </pc:picChg>
        <pc:picChg chg="add mod modCrop">
          <ac:chgData name="Alexandre Quach" userId="7bb690c8a6e028e4" providerId="LiveId" clId="{5FCE12E9-AE14-428A-B3F6-834C8FAF2901}" dt="2022-09-06T12:52:21.705" v="3809" actId="1076"/>
          <ac:picMkLst>
            <pc:docMk/>
            <pc:sldMk cId="4216268938" sldId="459"/>
            <ac:picMk id="33" creationId="{79B7FF5F-368E-6AB7-BA34-C1450E31DA00}"/>
          </ac:picMkLst>
        </pc:picChg>
        <pc:picChg chg="add mod">
          <ac:chgData name="Alexandre Quach" userId="7bb690c8a6e028e4" providerId="LiveId" clId="{5FCE12E9-AE14-428A-B3F6-834C8FAF2901}" dt="2022-09-06T12:57:23.982" v="3868" actId="571"/>
          <ac:picMkLst>
            <pc:docMk/>
            <pc:sldMk cId="4216268938" sldId="459"/>
            <ac:picMk id="34" creationId="{251D1E12-087B-FB29-24FA-0C9233F50EE9}"/>
          </ac:picMkLst>
        </pc:picChg>
        <pc:picChg chg="add mod">
          <ac:chgData name="Alexandre Quach" userId="7bb690c8a6e028e4" providerId="LiveId" clId="{5FCE12E9-AE14-428A-B3F6-834C8FAF2901}" dt="2022-09-06T12:57:23.982" v="3868" actId="571"/>
          <ac:picMkLst>
            <pc:docMk/>
            <pc:sldMk cId="4216268938" sldId="459"/>
            <ac:picMk id="35" creationId="{E527039F-3CDC-C9C4-F4AE-90D7A27A5B80}"/>
          </ac:picMkLst>
        </pc:picChg>
        <pc:picChg chg="add del mod">
          <ac:chgData name="Alexandre Quach" userId="7bb690c8a6e028e4" providerId="LiveId" clId="{5FCE12E9-AE14-428A-B3F6-834C8FAF2901}" dt="2022-09-06T13:19:35.091" v="4051" actId="478"/>
          <ac:picMkLst>
            <pc:docMk/>
            <pc:sldMk cId="4216268938" sldId="459"/>
            <ac:picMk id="36" creationId="{85C59D13-4275-4AE0-F525-982F1D15C330}"/>
          </ac:picMkLst>
        </pc:picChg>
        <pc:picChg chg="add del mod">
          <ac:chgData name="Alexandre Quach" userId="7bb690c8a6e028e4" providerId="LiveId" clId="{5FCE12E9-AE14-428A-B3F6-834C8FAF2901}" dt="2022-09-06T13:19:19.252" v="4047" actId="478"/>
          <ac:picMkLst>
            <pc:docMk/>
            <pc:sldMk cId="4216268938" sldId="459"/>
            <ac:picMk id="37" creationId="{785F76C8-4954-5F8F-6D51-EB679E8930A2}"/>
          </ac:picMkLst>
        </pc:picChg>
        <pc:picChg chg="add del mod">
          <ac:chgData name="Alexandre Quach" userId="7bb690c8a6e028e4" providerId="LiveId" clId="{5FCE12E9-AE14-428A-B3F6-834C8FAF2901}" dt="2022-09-06T13:19:20.069" v="4048" actId="478"/>
          <ac:picMkLst>
            <pc:docMk/>
            <pc:sldMk cId="4216268938" sldId="459"/>
            <ac:picMk id="38" creationId="{14B307AD-6887-FF18-E60A-060F72DF5166}"/>
          </ac:picMkLst>
        </pc:picChg>
        <pc:picChg chg="add mod">
          <ac:chgData name="Alexandre Quach" userId="7bb690c8a6e028e4" providerId="LiveId" clId="{5FCE12E9-AE14-428A-B3F6-834C8FAF2901}" dt="2022-09-06T12:57:23.982" v="3868" actId="571"/>
          <ac:picMkLst>
            <pc:docMk/>
            <pc:sldMk cId="4216268938" sldId="459"/>
            <ac:picMk id="39" creationId="{902C2067-4273-1A0E-34FF-87DA51E89D45}"/>
          </ac:picMkLst>
        </pc:picChg>
        <pc:picChg chg="add mod">
          <ac:chgData name="Alexandre Quach" userId="7bb690c8a6e028e4" providerId="LiveId" clId="{5FCE12E9-AE14-428A-B3F6-834C8FAF2901}" dt="2022-09-06T12:58:11.973" v="3869" actId="571"/>
          <ac:picMkLst>
            <pc:docMk/>
            <pc:sldMk cId="4216268938" sldId="459"/>
            <ac:picMk id="40" creationId="{1E5FF2DB-57CB-6DEA-7203-14BF6B386BC7}"/>
          </ac:picMkLst>
        </pc:picChg>
        <pc:picChg chg="add del mod">
          <ac:chgData name="Alexandre Quach" userId="7bb690c8a6e028e4" providerId="LiveId" clId="{5FCE12E9-AE14-428A-B3F6-834C8FAF2901}" dt="2022-09-06T13:19:13.381" v="4040" actId="478"/>
          <ac:picMkLst>
            <pc:docMk/>
            <pc:sldMk cId="4216268938" sldId="459"/>
            <ac:picMk id="41" creationId="{68C48F3E-3D77-D25D-8643-F09D591100F4}"/>
          </ac:picMkLst>
        </pc:picChg>
        <pc:picChg chg="add del mod">
          <ac:chgData name="Alexandre Quach" userId="7bb690c8a6e028e4" providerId="LiveId" clId="{5FCE12E9-AE14-428A-B3F6-834C8FAF2901}" dt="2022-09-06T13:19:13.935" v="4041" actId="478"/>
          <ac:picMkLst>
            <pc:docMk/>
            <pc:sldMk cId="4216268938" sldId="459"/>
            <ac:picMk id="42" creationId="{F9EF254E-35A8-7348-26FA-866348379A16}"/>
          </ac:picMkLst>
        </pc:picChg>
        <pc:picChg chg="add mod">
          <ac:chgData name="Alexandre Quach" userId="7bb690c8a6e028e4" providerId="LiveId" clId="{5FCE12E9-AE14-428A-B3F6-834C8FAF2901}" dt="2022-09-06T12:58:11.973" v="3869" actId="571"/>
          <ac:picMkLst>
            <pc:docMk/>
            <pc:sldMk cId="4216268938" sldId="459"/>
            <ac:picMk id="43" creationId="{923075CA-D480-FB73-0C8B-F14BAF84EDA0}"/>
          </ac:picMkLst>
        </pc:picChg>
        <pc:picChg chg="add del mod">
          <ac:chgData name="Alexandre Quach" userId="7bb690c8a6e028e4" providerId="LiveId" clId="{5FCE12E9-AE14-428A-B3F6-834C8FAF2901}" dt="2022-09-06T13:19:14.771" v="4042" actId="478"/>
          <ac:picMkLst>
            <pc:docMk/>
            <pc:sldMk cId="4216268938" sldId="459"/>
            <ac:picMk id="44" creationId="{2A829CCA-A84E-8FE6-B3A4-9EF05ED7BB4F}"/>
          </ac:picMkLst>
        </pc:picChg>
        <pc:picChg chg="add mod">
          <ac:chgData name="Alexandre Quach" userId="7bb690c8a6e028e4" providerId="LiveId" clId="{5FCE12E9-AE14-428A-B3F6-834C8FAF2901}" dt="2022-09-06T12:58:11.973" v="3869" actId="571"/>
          <ac:picMkLst>
            <pc:docMk/>
            <pc:sldMk cId="4216268938" sldId="459"/>
            <ac:picMk id="45" creationId="{3BDF26DB-09FB-388B-0019-317952ED1E17}"/>
          </ac:picMkLst>
        </pc:picChg>
        <pc:picChg chg="add mod">
          <ac:chgData name="Alexandre Quach" userId="7bb690c8a6e028e4" providerId="LiveId" clId="{5FCE12E9-AE14-428A-B3F6-834C8FAF2901}" dt="2022-09-06T12:58:11.973" v="3869" actId="571"/>
          <ac:picMkLst>
            <pc:docMk/>
            <pc:sldMk cId="4216268938" sldId="459"/>
            <ac:picMk id="46" creationId="{55C1AD47-4993-E8B0-A584-BFD17BB57B87}"/>
          </ac:picMkLst>
        </pc:picChg>
        <pc:picChg chg="add mod">
          <ac:chgData name="Alexandre Quach" userId="7bb690c8a6e028e4" providerId="LiveId" clId="{5FCE12E9-AE14-428A-B3F6-834C8FAF2901}" dt="2022-09-06T13:19:41.667" v="4055" actId="1076"/>
          <ac:picMkLst>
            <pc:docMk/>
            <pc:sldMk cId="4216268938" sldId="459"/>
            <ac:picMk id="47" creationId="{20C830E8-313B-4291-CBF1-4D77E75807D8}"/>
          </ac:picMkLst>
        </pc:picChg>
        <pc:picChg chg="add mod">
          <ac:chgData name="Alexandre Quach" userId="7bb690c8a6e028e4" providerId="LiveId" clId="{5FCE12E9-AE14-428A-B3F6-834C8FAF2901}" dt="2022-09-06T13:19:38.932" v="4054" actId="1076"/>
          <ac:picMkLst>
            <pc:docMk/>
            <pc:sldMk cId="4216268938" sldId="459"/>
            <ac:picMk id="48" creationId="{13316D94-1045-789D-72FA-F7D86889EE07}"/>
          </ac:picMkLst>
        </pc:picChg>
        <pc:picChg chg="add del mod">
          <ac:chgData name="Alexandre Quach" userId="7bb690c8a6e028e4" providerId="LiveId" clId="{5FCE12E9-AE14-428A-B3F6-834C8FAF2901}" dt="2022-09-06T13:19:36.507" v="4052" actId="478"/>
          <ac:picMkLst>
            <pc:docMk/>
            <pc:sldMk cId="4216268938" sldId="459"/>
            <ac:picMk id="49" creationId="{6E8183B2-4ACA-5E15-62C7-3342634DFA04}"/>
          </ac:picMkLst>
        </pc:picChg>
        <pc:picChg chg="add del mod">
          <ac:chgData name="Alexandre Quach" userId="7bb690c8a6e028e4" providerId="LiveId" clId="{5FCE12E9-AE14-428A-B3F6-834C8FAF2901}" dt="2022-09-06T13:19:36.988" v="4053" actId="478"/>
          <ac:picMkLst>
            <pc:docMk/>
            <pc:sldMk cId="4216268938" sldId="459"/>
            <ac:picMk id="50" creationId="{6F8E2954-5248-8A02-460B-A198CB3803C7}"/>
          </ac:picMkLst>
        </pc:picChg>
        <pc:picChg chg="add mod">
          <ac:chgData name="Alexandre Quach" userId="7bb690c8a6e028e4" providerId="LiveId" clId="{5FCE12E9-AE14-428A-B3F6-834C8FAF2901}" dt="2022-09-06T12:58:11.973" v="3869" actId="571"/>
          <ac:picMkLst>
            <pc:docMk/>
            <pc:sldMk cId="4216268938" sldId="459"/>
            <ac:picMk id="51" creationId="{9C9F1828-C948-3343-F7DE-356B1BAA25BE}"/>
          </ac:picMkLst>
        </pc:picChg>
        <pc:picChg chg="add mod">
          <ac:chgData name="Alexandre Quach" userId="7bb690c8a6e028e4" providerId="LiveId" clId="{5FCE12E9-AE14-428A-B3F6-834C8FAF2901}" dt="2022-09-06T12:58:31.475" v="3874" actId="1076"/>
          <ac:picMkLst>
            <pc:docMk/>
            <pc:sldMk cId="4216268938" sldId="459"/>
            <ac:picMk id="52" creationId="{4789353B-CCE6-F98A-3349-90F7BAA37986}"/>
          </ac:picMkLst>
        </pc:picChg>
        <pc:picChg chg="add del mod">
          <ac:chgData name="Alexandre Quach" userId="7bb690c8a6e028e4" providerId="LiveId" clId="{5FCE12E9-AE14-428A-B3F6-834C8FAF2901}" dt="2022-09-06T13:19:17.486" v="4045" actId="478"/>
          <ac:picMkLst>
            <pc:docMk/>
            <pc:sldMk cId="4216268938" sldId="459"/>
            <ac:picMk id="53" creationId="{2B3D223D-FFC8-0BEC-7217-91A5D0638776}"/>
          </ac:picMkLst>
        </pc:picChg>
        <pc:picChg chg="add del mod">
          <ac:chgData name="Alexandre Quach" userId="7bb690c8a6e028e4" providerId="LiveId" clId="{5FCE12E9-AE14-428A-B3F6-834C8FAF2901}" dt="2022-09-06T13:19:18.043" v="4046" actId="478"/>
          <ac:picMkLst>
            <pc:docMk/>
            <pc:sldMk cId="4216268938" sldId="459"/>
            <ac:picMk id="54" creationId="{ED4C9722-B0DC-D807-F2EB-2FAF758BC2F2}"/>
          </ac:picMkLst>
        </pc:picChg>
        <pc:picChg chg="add del mod">
          <ac:chgData name="Alexandre Quach" userId="7bb690c8a6e028e4" providerId="LiveId" clId="{5FCE12E9-AE14-428A-B3F6-834C8FAF2901}" dt="2022-09-06T13:19:16.652" v="4044" actId="478"/>
          <ac:picMkLst>
            <pc:docMk/>
            <pc:sldMk cId="4216268938" sldId="459"/>
            <ac:picMk id="55" creationId="{EC8E2F7A-C15C-1821-5E6E-EB48C9F8FD0A}"/>
          </ac:picMkLst>
        </pc:picChg>
        <pc:picChg chg="del">
          <ac:chgData name="Alexandre Quach" userId="7bb690c8a6e028e4" providerId="LiveId" clId="{5FCE12E9-AE14-428A-B3F6-834C8FAF2901}" dt="2022-09-06T12:47:20.484" v="3715" actId="478"/>
          <ac:picMkLst>
            <pc:docMk/>
            <pc:sldMk cId="4216268938" sldId="459"/>
            <ac:picMk id="513" creationId="{D5992FCE-A0EE-7078-440E-7EA1CD725DFA}"/>
          </ac:picMkLst>
        </pc:picChg>
        <pc:picChg chg="del">
          <ac:chgData name="Alexandre Quach" userId="7bb690c8a6e028e4" providerId="LiveId" clId="{5FCE12E9-AE14-428A-B3F6-834C8FAF2901}" dt="2022-09-06T12:47:19.761" v="3714" actId="478"/>
          <ac:picMkLst>
            <pc:docMk/>
            <pc:sldMk cId="4216268938" sldId="459"/>
            <ac:picMk id="514" creationId="{1362BFD8-DDDB-DB13-0DFE-80D63BB1A550}"/>
          </ac:picMkLst>
        </pc:picChg>
        <pc:picChg chg="del">
          <ac:chgData name="Alexandre Quach" userId="7bb690c8a6e028e4" providerId="LiveId" clId="{5FCE12E9-AE14-428A-B3F6-834C8FAF2901}" dt="2022-09-06T12:47:19.761" v="3714" actId="478"/>
          <ac:picMkLst>
            <pc:docMk/>
            <pc:sldMk cId="4216268938" sldId="459"/>
            <ac:picMk id="515" creationId="{14E69EAF-3B4C-5AB1-6E9A-F4F728C3BC3E}"/>
          </ac:picMkLst>
        </pc:picChg>
        <pc:picChg chg="del">
          <ac:chgData name="Alexandre Quach" userId="7bb690c8a6e028e4" providerId="LiveId" clId="{5FCE12E9-AE14-428A-B3F6-834C8FAF2901}" dt="2022-09-06T12:47:19.761" v="3714" actId="478"/>
          <ac:picMkLst>
            <pc:docMk/>
            <pc:sldMk cId="4216268938" sldId="459"/>
            <ac:picMk id="516" creationId="{50345274-54BE-B7C8-037B-971378244F7D}"/>
          </ac:picMkLst>
        </pc:picChg>
        <pc:picChg chg="del">
          <ac:chgData name="Alexandre Quach" userId="7bb690c8a6e028e4" providerId="LiveId" clId="{5FCE12E9-AE14-428A-B3F6-834C8FAF2901}" dt="2022-09-06T12:47:19.761" v="3714" actId="478"/>
          <ac:picMkLst>
            <pc:docMk/>
            <pc:sldMk cId="4216268938" sldId="459"/>
            <ac:picMk id="517" creationId="{0A04B82B-20E0-9F1A-BDA7-83D5AF0090BD}"/>
          </ac:picMkLst>
        </pc:picChg>
        <pc:picChg chg="del">
          <ac:chgData name="Alexandre Quach" userId="7bb690c8a6e028e4" providerId="LiveId" clId="{5FCE12E9-AE14-428A-B3F6-834C8FAF2901}" dt="2022-09-06T12:47:19.761" v="3714" actId="478"/>
          <ac:picMkLst>
            <pc:docMk/>
            <pc:sldMk cId="4216268938" sldId="459"/>
            <ac:picMk id="518" creationId="{8878D1BF-0498-41AE-8A0A-76F90331D6D0}"/>
          </ac:picMkLst>
        </pc:picChg>
        <pc:picChg chg="del">
          <ac:chgData name="Alexandre Quach" userId="7bb690c8a6e028e4" providerId="LiveId" clId="{5FCE12E9-AE14-428A-B3F6-834C8FAF2901}" dt="2022-09-06T12:47:16.938" v="3713" actId="478"/>
          <ac:picMkLst>
            <pc:docMk/>
            <pc:sldMk cId="4216268938" sldId="459"/>
            <ac:picMk id="519" creationId="{EFC0A378-1735-0817-A3C8-841005343557}"/>
          </ac:picMkLst>
        </pc:picChg>
        <pc:picChg chg="del">
          <ac:chgData name="Alexandre Quach" userId="7bb690c8a6e028e4" providerId="LiveId" clId="{5FCE12E9-AE14-428A-B3F6-834C8FAF2901}" dt="2022-09-06T12:47:19.761" v="3714" actId="478"/>
          <ac:picMkLst>
            <pc:docMk/>
            <pc:sldMk cId="4216268938" sldId="459"/>
            <ac:picMk id="520" creationId="{3AFA8B09-812B-3F00-80F2-E5627538F349}"/>
          </ac:picMkLst>
        </pc:picChg>
        <pc:picChg chg="del">
          <ac:chgData name="Alexandre Quach" userId="7bb690c8a6e028e4" providerId="LiveId" clId="{5FCE12E9-AE14-428A-B3F6-834C8FAF2901}" dt="2022-09-06T12:47:19.761" v="3714" actId="478"/>
          <ac:picMkLst>
            <pc:docMk/>
            <pc:sldMk cId="4216268938" sldId="459"/>
            <ac:picMk id="521" creationId="{C57E3ECE-A380-864A-3B65-A997040390C4}"/>
          </ac:picMkLst>
        </pc:picChg>
        <pc:picChg chg="add del mod">
          <ac:chgData name="Alexandre Quach" userId="7bb690c8a6e028e4" providerId="LiveId" clId="{5FCE12E9-AE14-428A-B3F6-834C8FAF2901}" dt="2022-09-06T13:19:16.282" v="4043" actId="478"/>
          <ac:picMkLst>
            <pc:docMk/>
            <pc:sldMk cId="4216268938" sldId="459"/>
            <ac:picMk id="525" creationId="{0EEA8AF5-C317-7132-AC25-36E8ACE916C3}"/>
          </ac:picMkLst>
        </pc:picChg>
        <pc:picChg chg="add mod">
          <ac:chgData name="Alexandre Quach" userId="7bb690c8a6e028e4" providerId="LiveId" clId="{5FCE12E9-AE14-428A-B3F6-834C8FAF2901}" dt="2022-09-06T12:58:31.475" v="3874" actId="1076"/>
          <ac:picMkLst>
            <pc:docMk/>
            <pc:sldMk cId="4216268938" sldId="459"/>
            <ac:picMk id="526" creationId="{E68D7AD9-6DC8-DAA0-64D1-90E7A4061789}"/>
          </ac:picMkLst>
        </pc:picChg>
        <pc:picChg chg="add del mod">
          <ac:chgData name="Alexandre Quach" userId="7bb690c8a6e028e4" providerId="LiveId" clId="{5FCE12E9-AE14-428A-B3F6-834C8FAF2901}" dt="2022-09-06T12:58:25.819" v="3871" actId="478"/>
          <ac:picMkLst>
            <pc:docMk/>
            <pc:sldMk cId="4216268938" sldId="459"/>
            <ac:picMk id="527" creationId="{0253DB76-F5E7-360C-74A9-54BC3C8140D2}"/>
          </ac:picMkLst>
        </pc:picChg>
        <pc:picChg chg="add del mod">
          <ac:chgData name="Alexandre Quach" userId="7bb690c8a6e028e4" providerId="LiveId" clId="{5FCE12E9-AE14-428A-B3F6-834C8FAF2901}" dt="2022-09-06T12:58:25.819" v="3871" actId="478"/>
          <ac:picMkLst>
            <pc:docMk/>
            <pc:sldMk cId="4216268938" sldId="459"/>
            <ac:picMk id="528" creationId="{5BFB34EB-E246-5905-3AC6-302356C76557}"/>
          </ac:picMkLst>
        </pc:picChg>
        <pc:picChg chg="add del mod">
          <ac:chgData name="Alexandre Quach" userId="7bb690c8a6e028e4" providerId="LiveId" clId="{5FCE12E9-AE14-428A-B3F6-834C8FAF2901}" dt="2022-09-06T12:58:25.819" v="3871" actId="478"/>
          <ac:picMkLst>
            <pc:docMk/>
            <pc:sldMk cId="4216268938" sldId="459"/>
            <ac:picMk id="529" creationId="{E4542E87-197F-2C86-C173-C94E5D87C876}"/>
          </ac:picMkLst>
        </pc:picChg>
        <pc:picChg chg="add del mod">
          <ac:chgData name="Alexandre Quach" userId="7bb690c8a6e028e4" providerId="LiveId" clId="{5FCE12E9-AE14-428A-B3F6-834C8FAF2901}" dt="2022-09-06T12:58:25.819" v="3871" actId="478"/>
          <ac:picMkLst>
            <pc:docMk/>
            <pc:sldMk cId="4216268938" sldId="459"/>
            <ac:picMk id="530" creationId="{B57F5CF7-8DC4-2411-F70D-150B6A2065B5}"/>
          </ac:picMkLst>
        </pc:picChg>
        <pc:picChg chg="add del mod">
          <ac:chgData name="Alexandre Quach" userId="7bb690c8a6e028e4" providerId="LiveId" clId="{5FCE12E9-AE14-428A-B3F6-834C8FAF2901}" dt="2022-09-06T12:58:25.819" v="3871" actId="478"/>
          <ac:picMkLst>
            <pc:docMk/>
            <pc:sldMk cId="4216268938" sldId="459"/>
            <ac:picMk id="531" creationId="{1764876D-0AD9-C78B-D3A8-C392AE3304D6}"/>
          </ac:picMkLst>
        </pc:picChg>
        <pc:picChg chg="add del mod">
          <ac:chgData name="Alexandre Quach" userId="7bb690c8a6e028e4" providerId="LiveId" clId="{5FCE12E9-AE14-428A-B3F6-834C8FAF2901}" dt="2022-09-06T12:58:25.819" v="3871" actId="478"/>
          <ac:picMkLst>
            <pc:docMk/>
            <pc:sldMk cId="4216268938" sldId="459"/>
            <ac:picMk id="532" creationId="{24EF85FB-EBE5-D551-BE5D-421FB5BD01A5}"/>
          </ac:picMkLst>
        </pc:picChg>
        <pc:picChg chg="add mod">
          <ac:chgData name="Alexandre Quach" userId="7bb690c8a6e028e4" providerId="LiveId" clId="{5FCE12E9-AE14-428A-B3F6-834C8FAF2901}" dt="2022-09-06T12:58:29.682" v="3873" actId="571"/>
          <ac:picMkLst>
            <pc:docMk/>
            <pc:sldMk cId="4216268938" sldId="459"/>
            <ac:picMk id="533" creationId="{A1B26AEF-E536-27A0-1112-2D30571A4296}"/>
          </ac:picMkLst>
        </pc:picChg>
        <pc:picChg chg="add mod">
          <ac:chgData name="Alexandre Quach" userId="7bb690c8a6e028e4" providerId="LiveId" clId="{5FCE12E9-AE14-428A-B3F6-834C8FAF2901}" dt="2022-09-06T12:58:29.682" v="3873" actId="571"/>
          <ac:picMkLst>
            <pc:docMk/>
            <pc:sldMk cId="4216268938" sldId="459"/>
            <ac:picMk id="534" creationId="{1A24A3BE-592A-9DF5-9080-D21284B84360}"/>
          </ac:picMkLst>
        </pc:picChg>
        <pc:picChg chg="add mod">
          <ac:chgData name="Alexandre Quach" userId="7bb690c8a6e028e4" providerId="LiveId" clId="{5FCE12E9-AE14-428A-B3F6-834C8FAF2901}" dt="2022-09-06T12:58:29.682" v="3873" actId="571"/>
          <ac:picMkLst>
            <pc:docMk/>
            <pc:sldMk cId="4216268938" sldId="459"/>
            <ac:picMk id="535" creationId="{943142DD-C50F-FB55-8549-D6D946197B4B}"/>
          </ac:picMkLst>
        </pc:picChg>
        <pc:picChg chg="add mod">
          <ac:chgData name="Alexandre Quach" userId="7bb690c8a6e028e4" providerId="LiveId" clId="{5FCE12E9-AE14-428A-B3F6-834C8FAF2901}" dt="2022-09-06T12:58:29.682" v="3873" actId="571"/>
          <ac:picMkLst>
            <pc:docMk/>
            <pc:sldMk cId="4216268938" sldId="459"/>
            <ac:picMk id="536" creationId="{4896CA92-49BF-2AB6-D964-731DB4AE7338}"/>
          </ac:picMkLst>
        </pc:picChg>
        <pc:picChg chg="add mod">
          <ac:chgData name="Alexandre Quach" userId="7bb690c8a6e028e4" providerId="LiveId" clId="{5FCE12E9-AE14-428A-B3F6-834C8FAF2901}" dt="2022-09-06T12:58:29.682" v="3873" actId="571"/>
          <ac:picMkLst>
            <pc:docMk/>
            <pc:sldMk cId="4216268938" sldId="459"/>
            <ac:picMk id="537" creationId="{0D0CFAAD-37DC-62C9-698E-A59750C8912D}"/>
          </ac:picMkLst>
        </pc:picChg>
        <pc:picChg chg="add mod">
          <ac:chgData name="Alexandre Quach" userId="7bb690c8a6e028e4" providerId="LiveId" clId="{5FCE12E9-AE14-428A-B3F6-834C8FAF2901}" dt="2022-09-06T12:58:29.682" v="3873" actId="571"/>
          <ac:picMkLst>
            <pc:docMk/>
            <pc:sldMk cId="4216268938" sldId="459"/>
            <ac:picMk id="538" creationId="{34F796F9-FBC7-D9A8-5246-D904123E6E88}"/>
          </ac:picMkLst>
        </pc:picChg>
        <pc:picChg chg="add mod">
          <ac:chgData name="Alexandre Quach" userId="7bb690c8a6e028e4" providerId="LiveId" clId="{5FCE12E9-AE14-428A-B3F6-834C8FAF2901}" dt="2022-09-06T13:05:06.588" v="3933" actId="1076"/>
          <ac:picMkLst>
            <pc:docMk/>
            <pc:sldMk cId="4216268938" sldId="459"/>
            <ac:picMk id="540" creationId="{3EE085F5-5913-B98C-AAE3-D0935FF7AE4D}"/>
          </ac:picMkLst>
        </pc:picChg>
        <pc:picChg chg="add mod">
          <ac:chgData name="Alexandre Quach" userId="7bb690c8a6e028e4" providerId="LiveId" clId="{5FCE12E9-AE14-428A-B3F6-834C8FAF2901}" dt="2022-09-06T13:05:18.427" v="3935" actId="1076"/>
          <ac:picMkLst>
            <pc:docMk/>
            <pc:sldMk cId="4216268938" sldId="459"/>
            <ac:picMk id="542" creationId="{093655E6-1E98-9C09-5F8A-E193F8824C7F}"/>
          </ac:picMkLst>
        </pc:picChg>
        <pc:picChg chg="add del mod">
          <ac:chgData name="Alexandre Quach" userId="7bb690c8a6e028e4" providerId="LiveId" clId="{5FCE12E9-AE14-428A-B3F6-834C8FAF2901}" dt="2022-09-06T13:04:12.683" v="3924" actId="478"/>
          <ac:picMkLst>
            <pc:docMk/>
            <pc:sldMk cId="4216268938" sldId="459"/>
            <ac:picMk id="544" creationId="{3D0C8716-151D-D085-9ED2-4D230618C14B}"/>
          </ac:picMkLst>
        </pc:picChg>
        <pc:picChg chg="add del mod">
          <ac:chgData name="Alexandre Quach" userId="7bb690c8a6e028e4" providerId="LiveId" clId="{5FCE12E9-AE14-428A-B3F6-834C8FAF2901}" dt="2022-09-06T13:06:03.709" v="3943" actId="21"/>
          <ac:picMkLst>
            <pc:docMk/>
            <pc:sldMk cId="4216268938" sldId="459"/>
            <ac:picMk id="546" creationId="{E464127E-0D8F-2936-7754-E6B3B213E471}"/>
          </ac:picMkLst>
        </pc:picChg>
        <pc:picChg chg="del">
          <ac:chgData name="Alexandre Quach" userId="7bb690c8a6e028e4" providerId="LiveId" clId="{5FCE12E9-AE14-428A-B3F6-834C8FAF2901}" dt="2022-09-06T12:47:23.004" v="3716" actId="478"/>
          <ac:picMkLst>
            <pc:docMk/>
            <pc:sldMk cId="4216268938" sldId="459"/>
            <ac:picMk id="555" creationId="{68BEE16F-21EE-AFE4-099E-D90012ED693E}"/>
          </ac:picMkLst>
        </pc:picChg>
        <pc:picChg chg="del">
          <ac:chgData name="Alexandre Quach" userId="7bb690c8a6e028e4" providerId="LiveId" clId="{5FCE12E9-AE14-428A-B3F6-834C8FAF2901}" dt="2022-09-06T12:47:23.004" v="3716" actId="478"/>
          <ac:picMkLst>
            <pc:docMk/>
            <pc:sldMk cId="4216268938" sldId="459"/>
            <ac:picMk id="565" creationId="{7BCA9FB5-813C-510A-C392-44535A812777}"/>
          </ac:picMkLst>
        </pc:picChg>
        <pc:picChg chg="add mod">
          <ac:chgData name="Alexandre Quach" userId="7bb690c8a6e028e4" providerId="LiveId" clId="{5FCE12E9-AE14-428A-B3F6-834C8FAF2901}" dt="2022-09-06T13:06:20.612" v="3947" actId="1076"/>
          <ac:picMkLst>
            <pc:docMk/>
            <pc:sldMk cId="4216268938" sldId="459"/>
            <ac:picMk id="566" creationId="{3C404741-47DF-FFB2-2843-FADB6E09A77A}"/>
          </ac:picMkLst>
        </pc:picChg>
        <pc:picChg chg="add mod">
          <ac:chgData name="Alexandre Quach" userId="7bb690c8a6e028e4" providerId="LiveId" clId="{5FCE12E9-AE14-428A-B3F6-834C8FAF2901}" dt="2022-09-06T13:05:32.762" v="3937" actId="1076"/>
          <ac:picMkLst>
            <pc:docMk/>
            <pc:sldMk cId="4216268938" sldId="459"/>
            <ac:picMk id="568" creationId="{08DAB685-139E-3261-70CD-05C004AA3677}"/>
          </ac:picMkLst>
        </pc:picChg>
        <pc:picChg chg="add mod">
          <ac:chgData name="Alexandre Quach" userId="7bb690c8a6e028e4" providerId="LiveId" clId="{5FCE12E9-AE14-428A-B3F6-834C8FAF2901}" dt="2022-09-06T13:06:59.603" v="3955" actId="207"/>
          <ac:picMkLst>
            <pc:docMk/>
            <pc:sldMk cId="4216268938" sldId="459"/>
            <ac:picMk id="570" creationId="{69E66BD3-3FC9-9EE4-3976-0EE7CC89B6B2}"/>
          </ac:picMkLst>
        </pc:picChg>
        <pc:picChg chg="add mod">
          <ac:chgData name="Alexandre Quach" userId="7bb690c8a6e028e4" providerId="LiveId" clId="{5FCE12E9-AE14-428A-B3F6-834C8FAF2901}" dt="2022-09-06T13:07:46.723" v="3966" actId="1076"/>
          <ac:picMkLst>
            <pc:docMk/>
            <pc:sldMk cId="4216268938" sldId="459"/>
            <ac:picMk id="571" creationId="{1A7143DF-11A4-500D-7C69-64758E8FC889}"/>
          </ac:picMkLst>
        </pc:picChg>
        <pc:picChg chg="add mod">
          <ac:chgData name="Alexandre Quach" userId="7bb690c8a6e028e4" providerId="LiveId" clId="{5FCE12E9-AE14-428A-B3F6-834C8FAF2901}" dt="2022-09-06T13:07:46.723" v="3966" actId="1076"/>
          <ac:picMkLst>
            <pc:docMk/>
            <pc:sldMk cId="4216268938" sldId="459"/>
            <ac:picMk id="573" creationId="{810D794D-0BD4-85C0-7877-12C7FFFC0425}"/>
          </ac:picMkLst>
        </pc:picChg>
        <pc:picChg chg="add mod">
          <ac:chgData name="Alexandre Quach" userId="7bb690c8a6e028e4" providerId="LiveId" clId="{5FCE12E9-AE14-428A-B3F6-834C8FAF2901}" dt="2022-09-06T13:19:43.804" v="4056" actId="1076"/>
          <ac:picMkLst>
            <pc:docMk/>
            <pc:sldMk cId="4216268938" sldId="459"/>
            <ac:picMk id="574" creationId="{E1349F68-8A28-D559-0644-431EAE16039B}"/>
          </ac:picMkLst>
        </pc:picChg>
        <pc:picChg chg="add mod">
          <ac:chgData name="Alexandre Quach" userId="7bb690c8a6e028e4" providerId="LiveId" clId="{5FCE12E9-AE14-428A-B3F6-834C8FAF2901}" dt="2022-09-06T13:07:46.723" v="3966" actId="1076"/>
          <ac:picMkLst>
            <pc:docMk/>
            <pc:sldMk cId="4216268938" sldId="459"/>
            <ac:picMk id="575" creationId="{73110963-E1C5-0D83-5A7A-AD2C8C63C66F}"/>
          </ac:picMkLst>
        </pc:picChg>
        <pc:picChg chg="add mod">
          <ac:chgData name="Alexandre Quach" userId="7bb690c8a6e028e4" providerId="LiveId" clId="{5FCE12E9-AE14-428A-B3F6-834C8FAF2901}" dt="2022-09-06T13:07:46.723" v="3966" actId="1076"/>
          <ac:picMkLst>
            <pc:docMk/>
            <pc:sldMk cId="4216268938" sldId="459"/>
            <ac:picMk id="576" creationId="{650C6CBB-7157-3954-9FAD-4DB0BC05C077}"/>
          </ac:picMkLst>
        </pc:picChg>
        <pc:picChg chg="add mod">
          <ac:chgData name="Alexandre Quach" userId="7bb690c8a6e028e4" providerId="LiveId" clId="{5FCE12E9-AE14-428A-B3F6-834C8FAF2901}" dt="2022-09-06T13:07:46.723" v="3966" actId="1076"/>
          <ac:picMkLst>
            <pc:docMk/>
            <pc:sldMk cId="4216268938" sldId="459"/>
            <ac:picMk id="577" creationId="{570080DB-643F-9B23-8654-CDFE30F1565D}"/>
          </ac:picMkLst>
        </pc:picChg>
      </pc:sldChg>
      <pc:sldChg chg="add del setBg">
        <pc:chgData name="Alexandre Quach" userId="7bb690c8a6e028e4" providerId="LiveId" clId="{5FCE12E9-AE14-428A-B3F6-834C8FAF2901}" dt="2022-09-06T12:49:16.519" v="3761" actId="47"/>
        <pc:sldMkLst>
          <pc:docMk/>
          <pc:sldMk cId="167031340" sldId="460"/>
        </pc:sldMkLst>
      </pc:sldChg>
      <pc:sldChg chg="addSp delSp modSp add mod">
        <pc:chgData name="Alexandre Quach" userId="7bb690c8a6e028e4" providerId="LiveId" clId="{5FCE12E9-AE14-428A-B3F6-834C8FAF2901}" dt="2022-09-06T13:20:10.227" v="4070" actId="478"/>
        <pc:sldMkLst>
          <pc:docMk/>
          <pc:sldMk cId="685966682" sldId="461"/>
        </pc:sldMkLst>
        <pc:spChg chg="mod">
          <ac:chgData name="Alexandre Quach" userId="7bb690c8a6e028e4" providerId="LiveId" clId="{5FCE12E9-AE14-428A-B3F6-834C8FAF2901}" dt="2022-09-06T13:07:27.225" v="3957" actId="20577"/>
          <ac:spMkLst>
            <pc:docMk/>
            <pc:sldMk cId="685966682" sldId="461"/>
            <ac:spMk id="9" creationId="{E8888C5F-86F6-AE85-E5EF-292BCC53B6A7}"/>
          </ac:spMkLst>
        </pc:spChg>
        <pc:spChg chg="mod">
          <ac:chgData name="Alexandre Quach" userId="7bb690c8a6e028e4" providerId="LiveId" clId="{5FCE12E9-AE14-428A-B3F6-834C8FAF2901}" dt="2022-09-06T13:07:31.649" v="3960" actId="20577"/>
          <ac:spMkLst>
            <pc:docMk/>
            <pc:sldMk cId="685966682" sldId="461"/>
            <ac:spMk id="10" creationId="{45CA936B-C306-2560-8CD8-140D8674762A}"/>
          </ac:spMkLst>
        </pc:spChg>
        <pc:spChg chg="mod">
          <ac:chgData name="Alexandre Quach" userId="7bb690c8a6e028e4" providerId="LiveId" clId="{5FCE12E9-AE14-428A-B3F6-834C8FAF2901}" dt="2022-09-06T13:07:28.529" v="3958" actId="20577"/>
          <ac:spMkLst>
            <pc:docMk/>
            <pc:sldMk cId="685966682" sldId="461"/>
            <ac:spMk id="14" creationId="{1E78BA1A-4663-C941-67DB-75D7AA3E77D2}"/>
          </ac:spMkLst>
        </pc:spChg>
        <pc:spChg chg="mod">
          <ac:chgData name="Alexandre Quach" userId="7bb690c8a6e028e4" providerId="LiveId" clId="{5FCE12E9-AE14-428A-B3F6-834C8FAF2901}" dt="2022-09-06T13:07:37.394" v="3964" actId="20577"/>
          <ac:spMkLst>
            <pc:docMk/>
            <pc:sldMk cId="685966682" sldId="461"/>
            <ac:spMk id="15" creationId="{DA13AAFD-8CA1-826E-3247-6CF248E4FAEE}"/>
          </ac:spMkLst>
        </pc:spChg>
        <pc:spChg chg="mod">
          <ac:chgData name="Alexandre Quach" userId="7bb690c8a6e028e4" providerId="LiveId" clId="{5FCE12E9-AE14-428A-B3F6-834C8FAF2901}" dt="2022-09-06T13:07:29.879" v="3959" actId="20577"/>
          <ac:spMkLst>
            <pc:docMk/>
            <pc:sldMk cId="685966682" sldId="461"/>
            <ac:spMk id="17" creationId="{34A5F220-0370-67E5-8505-D4C103CE9EDF}"/>
          </ac:spMkLst>
        </pc:spChg>
        <pc:spChg chg="mod">
          <ac:chgData name="Alexandre Quach" userId="7bb690c8a6e028e4" providerId="LiveId" clId="{5FCE12E9-AE14-428A-B3F6-834C8FAF2901}" dt="2022-09-06T13:00:33.677" v="3906" actId="207"/>
          <ac:spMkLst>
            <pc:docMk/>
            <pc:sldMk cId="685966682" sldId="461"/>
            <ac:spMk id="18" creationId="{36D0ADE8-3BCC-52D3-E236-CA7AAE4EBBBA}"/>
          </ac:spMkLst>
        </pc:spChg>
        <pc:picChg chg="add del mod">
          <ac:chgData name="Alexandre Quach" userId="7bb690c8a6e028e4" providerId="LiveId" clId="{5FCE12E9-AE14-428A-B3F6-834C8FAF2901}" dt="2022-09-06T12:50:00.996" v="3769"/>
          <ac:picMkLst>
            <pc:docMk/>
            <pc:sldMk cId="685966682" sldId="461"/>
            <ac:picMk id="2" creationId="{35CCAEC8-AA17-753B-E592-8414882F2000}"/>
          </ac:picMkLst>
        </pc:picChg>
        <pc:picChg chg="add del mod">
          <ac:chgData name="Alexandre Quach" userId="7bb690c8a6e028e4" providerId="LiveId" clId="{5FCE12E9-AE14-428A-B3F6-834C8FAF2901}" dt="2022-09-06T12:50:00.996" v="3769"/>
          <ac:picMkLst>
            <pc:docMk/>
            <pc:sldMk cId="685966682" sldId="461"/>
            <ac:picMk id="3" creationId="{38097EF9-D109-4DC5-BCE6-7282F5C65C76}"/>
          </ac:picMkLst>
        </pc:picChg>
        <pc:picChg chg="add mod modCrop">
          <ac:chgData name="Alexandre Quach" userId="7bb690c8a6e028e4" providerId="LiveId" clId="{5FCE12E9-AE14-428A-B3F6-834C8FAF2901}" dt="2022-09-06T12:54:51.307" v="3840" actId="732"/>
          <ac:picMkLst>
            <pc:docMk/>
            <pc:sldMk cId="685966682" sldId="461"/>
            <ac:picMk id="4" creationId="{5214F711-1EEF-3851-07B8-BDB99429FBE5}"/>
          </ac:picMkLst>
        </pc:picChg>
        <pc:picChg chg="add del mod modCrop">
          <ac:chgData name="Alexandre Quach" userId="7bb690c8a6e028e4" providerId="LiveId" clId="{5FCE12E9-AE14-428A-B3F6-834C8FAF2901}" dt="2022-09-06T12:55:24.002" v="3846" actId="21"/>
          <ac:picMkLst>
            <pc:docMk/>
            <pc:sldMk cId="685966682" sldId="461"/>
            <ac:picMk id="5" creationId="{2C68C4FF-E0C4-6E5C-C1BF-57249C779F0F}"/>
          </ac:picMkLst>
        </pc:picChg>
        <pc:picChg chg="add del mod">
          <ac:chgData name="Alexandre Quach" userId="7bb690c8a6e028e4" providerId="LiveId" clId="{5FCE12E9-AE14-428A-B3F6-834C8FAF2901}" dt="2022-09-06T13:20:00.347" v="4057" actId="478"/>
          <ac:picMkLst>
            <pc:docMk/>
            <pc:sldMk cId="685966682" sldId="461"/>
            <ac:picMk id="6" creationId="{C7F802F6-05F1-263E-7CD9-12FA591DC3AC}"/>
          </ac:picMkLst>
        </pc:picChg>
        <pc:picChg chg="add del mod">
          <ac:chgData name="Alexandre Quach" userId="7bb690c8a6e028e4" providerId="LiveId" clId="{5FCE12E9-AE14-428A-B3F6-834C8FAF2901}" dt="2022-09-06T13:20:00.755" v="4058" actId="478"/>
          <ac:picMkLst>
            <pc:docMk/>
            <pc:sldMk cId="685966682" sldId="461"/>
            <ac:picMk id="7" creationId="{43C4D534-BB85-1644-9D04-384475C2A25A}"/>
          </ac:picMkLst>
        </pc:picChg>
        <pc:picChg chg="add del mod">
          <ac:chgData name="Alexandre Quach" userId="7bb690c8a6e028e4" providerId="LiveId" clId="{5FCE12E9-AE14-428A-B3F6-834C8FAF2901}" dt="2022-09-06T12:54:02.987" v="3827" actId="478"/>
          <ac:picMkLst>
            <pc:docMk/>
            <pc:sldMk cId="685966682" sldId="461"/>
            <ac:picMk id="8" creationId="{D4CFB178-5AE6-3D4E-886F-CEF48707AA6D}"/>
          </ac:picMkLst>
        </pc:picChg>
        <pc:picChg chg="add del mod">
          <ac:chgData name="Alexandre Quach" userId="7bb690c8a6e028e4" providerId="LiveId" clId="{5FCE12E9-AE14-428A-B3F6-834C8FAF2901}" dt="2022-09-06T12:54:10.266" v="3830" actId="478"/>
          <ac:picMkLst>
            <pc:docMk/>
            <pc:sldMk cId="685966682" sldId="461"/>
            <ac:picMk id="11" creationId="{C2A504C0-523A-2BDC-8328-74D5870FE58A}"/>
          </ac:picMkLst>
        </pc:picChg>
        <pc:picChg chg="add mod modCrop">
          <ac:chgData name="Alexandre Quach" userId="7bb690c8a6e028e4" providerId="LiveId" clId="{5FCE12E9-AE14-428A-B3F6-834C8FAF2901}" dt="2022-09-06T12:55:15.049" v="3845" actId="207"/>
          <ac:picMkLst>
            <pc:docMk/>
            <pc:sldMk cId="685966682" sldId="461"/>
            <ac:picMk id="13" creationId="{6818D068-3D25-6CCC-401C-43A3BC214E52}"/>
          </ac:picMkLst>
        </pc:picChg>
        <pc:picChg chg="add mod">
          <ac:chgData name="Alexandre Quach" userId="7bb690c8a6e028e4" providerId="LiveId" clId="{5FCE12E9-AE14-428A-B3F6-834C8FAF2901}" dt="2022-09-06T12:55:15.049" v="3845" actId="207"/>
          <ac:picMkLst>
            <pc:docMk/>
            <pc:sldMk cId="685966682" sldId="461"/>
            <ac:picMk id="16" creationId="{1330E0AB-59E0-B707-9C4B-0FDE75EB1579}"/>
          </ac:picMkLst>
        </pc:picChg>
        <pc:picChg chg="add mod modCrop">
          <ac:chgData name="Alexandre Quach" userId="7bb690c8a6e028e4" providerId="LiveId" clId="{5FCE12E9-AE14-428A-B3F6-834C8FAF2901}" dt="2022-09-06T12:55:15.049" v="3845" actId="207"/>
          <ac:picMkLst>
            <pc:docMk/>
            <pc:sldMk cId="685966682" sldId="461"/>
            <ac:picMk id="19" creationId="{90BE77EC-F32C-B7C8-CB22-8378DC37386B}"/>
          </ac:picMkLst>
        </pc:picChg>
        <pc:picChg chg="add mod">
          <ac:chgData name="Alexandre Quach" userId="7bb690c8a6e028e4" providerId="LiveId" clId="{5FCE12E9-AE14-428A-B3F6-834C8FAF2901}" dt="2022-09-06T12:59:44.987" v="3898" actId="1076"/>
          <ac:picMkLst>
            <pc:docMk/>
            <pc:sldMk cId="685966682" sldId="461"/>
            <ac:picMk id="20" creationId="{38772736-2CB5-72B9-A31C-5251A975D6E9}"/>
          </ac:picMkLst>
        </pc:picChg>
        <pc:picChg chg="add del mod">
          <ac:chgData name="Alexandre Quach" userId="7bb690c8a6e028e4" providerId="LiveId" clId="{5FCE12E9-AE14-428A-B3F6-834C8FAF2901}" dt="2022-09-06T13:20:02.844" v="4060" actId="478"/>
          <ac:picMkLst>
            <pc:docMk/>
            <pc:sldMk cId="685966682" sldId="461"/>
            <ac:picMk id="21" creationId="{998B2253-F34F-017F-31A0-EC08F258355F}"/>
          </ac:picMkLst>
        </pc:picChg>
        <pc:picChg chg="add del mod">
          <ac:chgData name="Alexandre Quach" userId="7bb690c8a6e028e4" providerId="LiveId" clId="{5FCE12E9-AE14-428A-B3F6-834C8FAF2901}" dt="2022-09-06T13:20:03.572" v="4061" actId="478"/>
          <ac:picMkLst>
            <pc:docMk/>
            <pc:sldMk cId="685966682" sldId="461"/>
            <ac:picMk id="22" creationId="{3305EDCD-913A-A0FE-073E-6C434425E6B3}"/>
          </ac:picMkLst>
        </pc:picChg>
        <pc:picChg chg="add mod">
          <ac:chgData name="Alexandre Quach" userId="7bb690c8a6e028e4" providerId="LiveId" clId="{5FCE12E9-AE14-428A-B3F6-834C8FAF2901}" dt="2022-09-06T12:59:44.987" v="3898" actId="1076"/>
          <ac:picMkLst>
            <pc:docMk/>
            <pc:sldMk cId="685966682" sldId="461"/>
            <ac:picMk id="23" creationId="{1600F0B4-86FC-1A1F-919C-A4BF354D2E3F}"/>
          </ac:picMkLst>
        </pc:picChg>
        <pc:picChg chg="add del mod">
          <ac:chgData name="Alexandre Quach" userId="7bb690c8a6e028e4" providerId="LiveId" clId="{5FCE12E9-AE14-428A-B3F6-834C8FAF2901}" dt="2022-09-06T13:20:02.307" v="4059" actId="478"/>
          <ac:picMkLst>
            <pc:docMk/>
            <pc:sldMk cId="685966682" sldId="461"/>
            <ac:picMk id="24" creationId="{4BCBBD3D-8783-46B2-78A0-77E2E0E0A9A7}"/>
          </ac:picMkLst>
        </pc:picChg>
        <pc:picChg chg="add mod">
          <ac:chgData name="Alexandre Quach" userId="7bb690c8a6e028e4" providerId="LiveId" clId="{5FCE12E9-AE14-428A-B3F6-834C8FAF2901}" dt="2022-09-06T12:59:44.987" v="3898" actId="1076"/>
          <ac:picMkLst>
            <pc:docMk/>
            <pc:sldMk cId="685966682" sldId="461"/>
            <ac:picMk id="25" creationId="{06317F9D-21D6-6215-B228-F3592ACD8B00}"/>
          </ac:picMkLst>
        </pc:picChg>
        <pc:picChg chg="add mod">
          <ac:chgData name="Alexandre Quach" userId="7bb690c8a6e028e4" providerId="LiveId" clId="{5FCE12E9-AE14-428A-B3F6-834C8FAF2901}" dt="2022-09-06T12:59:52.890" v="3900" actId="1076"/>
          <ac:picMkLst>
            <pc:docMk/>
            <pc:sldMk cId="685966682" sldId="461"/>
            <ac:picMk id="26" creationId="{B137074E-03CA-8EA7-23F4-7E90D4AC8183}"/>
          </ac:picMkLst>
        </pc:picChg>
        <pc:picChg chg="add del mod">
          <ac:chgData name="Alexandre Quach" userId="7bb690c8a6e028e4" providerId="LiveId" clId="{5FCE12E9-AE14-428A-B3F6-834C8FAF2901}" dt="2022-09-06T13:20:06.052" v="4064" actId="478"/>
          <ac:picMkLst>
            <pc:docMk/>
            <pc:sldMk cId="685966682" sldId="461"/>
            <ac:picMk id="27" creationId="{3CA405DA-2094-3F87-FC82-CCD29B391012}"/>
          </ac:picMkLst>
        </pc:picChg>
        <pc:picChg chg="add del mod">
          <ac:chgData name="Alexandre Quach" userId="7bb690c8a6e028e4" providerId="LiveId" clId="{5FCE12E9-AE14-428A-B3F6-834C8FAF2901}" dt="2022-09-06T13:20:06.586" v="4065" actId="478"/>
          <ac:picMkLst>
            <pc:docMk/>
            <pc:sldMk cId="685966682" sldId="461"/>
            <ac:picMk id="28" creationId="{D1BEFDCF-1E8F-97B5-2186-F226AA96DA31}"/>
          </ac:picMkLst>
        </pc:picChg>
        <pc:picChg chg="add del mod">
          <ac:chgData name="Alexandre Quach" userId="7bb690c8a6e028e4" providerId="LiveId" clId="{5FCE12E9-AE14-428A-B3F6-834C8FAF2901}" dt="2022-09-06T13:20:05.284" v="4063" actId="478"/>
          <ac:picMkLst>
            <pc:docMk/>
            <pc:sldMk cId="685966682" sldId="461"/>
            <ac:picMk id="29" creationId="{9D300699-3426-52BB-E4A0-4E75290152A1}"/>
          </ac:picMkLst>
        </pc:picChg>
        <pc:picChg chg="add del mod">
          <ac:chgData name="Alexandre Quach" userId="7bb690c8a6e028e4" providerId="LiveId" clId="{5FCE12E9-AE14-428A-B3F6-834C8FAF2901}" dt="2022-09-06T13:20:04.955" v="4062" actId="478"/>
          <ac:picMkLst>
            <pc:docMk/>
            <pc:sldMk cId="685966682" sldId="461"/>
            <ac:picMk id="30" creationId="{5B61C507-DD9B-F049-9595-A13C233D1436}"/>
          </ac:picMkLst>
        </pc:picChg>
        <pc:picChg chg="add mod">
          <ac:chgData name="Alexandre Quach" userId="7bb690c8a6e028e4" providerId="LiveId" clId="{5FCE12E9-AE14-428A-B3F6-834C8FAF2901}" dt="2022-09-06T12:59:52.890" v="3900" actId="1076"/>
          <ac:picMkLst>
            <pc:docMk/>
            <pc:sldMk cId="685966682" sldId="461"/>
            <ac:picMk id="31" creationId="{F9C16530-9901-2AF4-5273-6BE3209C7FBB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32" creationId="{4AE3E6BD-B9A2-E1AF-26B2-8F1369C14E5C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33" creationId="{2CFF6094-1E7F-12C8-8B3A-8D7379437301}"/>
          </ac:picMkLst>
        </pc:picChg>
        <pc:picChg chg="add del mod">
          <ac:chgData name="Alexandre Quach" userId="7bb690c8a6e028e4" providerId="LiveId" clId="{5FCE12E9-AE14-428A-B3F6-834C8FAF2901}" dt="2022-09-06T13:20:08.972" v="4068" actId="478"/>
          <ac:picMkLst>
            <pc:docMk/>
            <pc:sldMk cId="685966682" sldId="461"/>
            <ac:picMk id="34" creationId="{81AFA646-0F2B-F5EC-EA77-095FA67439D4}"/>
          </ac:picMkLst>
        </pc:picChg>
        <pc:picChg chg="add del mod">
          <ac:chgData name="Alexandre Quach" userId="7bb690c8a6e028e4" providerId="LiveId" clId="{5FCE12E9-AE14-428A-B3F6-834C8FAF2901}" dt="2022-09-06T13:20:07.644" v="4066" actId="478"/>
          <ac:picMkLst>
            <pc:docMk/>
            <pc:sldMk cId="685966682" sldId="461"/>
            <ac:picMk id="35" creationId="{E5C97555-A658-167D-0E06-137FA1A39212}"/>
          </ac:picMkLst>
        </pc:picChg>
        <pc:picChg chg="add del mod">
          <ac:chgData name="Alexandre Quach" userId="7bb690c8a6e028e4" providerId="LiveId" clId="{5FCE12E9-AE14-428A-B3F6-834C8FAF2901}" dt="2022-09-06T13:20:08.027" v="4067" actId="478"/>
          <ac:picMkLst>
            <pc:docMk/>
            <pc:sldMk cId="685966682" sldId="461"/>
            <ac:picMk id="36" creationId="{A1B39BD7-65E7-BEF4-6661-1DDA42C8FBC5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37" creationId="{71A6E410-D0A4-6800-A266-574D1518BDF6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38" creationId="{C0388E30-AC01-3010-5DCA-104F3CAD4B16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39" creationId="{17EBA697-0820-7BC8-935D-26CC3EDEB773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40" creationId="{D41470F9-BAD5-93AF-9B14-A5A23A7FA45E}"/>
          </ac:picMkLst>
        </pc:picChg>
        <pc:picChg chg="add del mod">
          <ac:chgData name="Alexandre Quach" userId="7bb690c8a6e028e4" providerId="LiveId" clId="{5FCE12E9-AE14-428A-B3F6-834C8FAF2901}" dt="2022-09-06T13:20:10.227" v="4070" actId="478"/>
          <ac:picMkLst>
            <pc:docMk/>
            <pc:sldMk cId="685966682" sldId="461"/>
            <ac:picMk id="41" creationId="{F6FC0E38-7296-76F9-4570-A57BBADB5A78}"/>
          </ac:picMkLst>
        </pc:picChg>
        <pc:picChg chg="add del mod">
          <ac:chgData name="Alexandre Quach" userId="7bb690c8a6e028e4" providerId="LiveId" clId="{5FCE12E9-AE14-428A-B3F6-834C8FAF2901}" dt="2022-09-06T13:20:09.651" v="4069" actId="478"/>
          <ac:picMkLst>
            <pc:docMk/>
            <pc:sldMk cId="685966682" sldId="461"/>
            <ac:picMk id="42" creationId="{E58F3518-E191-B524-2E4F-9C22DE1B9C85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43" creationId="{42AEFBD5-3253-F993-5B0B-B6B5546A3B2C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44" creationId="{B4F55005-C841-FD5A-A4AF-AE9FB5D5B87A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45" creationId="{565AC5A6-F8E1-B8F4-6B67-9CFC503A6214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46" creationId="{4E4C471D-E81E-4A40-4EC9-E1D250F5B6D6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47" creationId="{7D387BAB-69AD-B844-FCAB-C716107F9A0E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48" creationId="{9014DB24-41EB-381D-DF2D-F675C4EDEEAB}"/>
          </ac:picMkLst>
        </pc:picChg>
        <pc:picChg chg="add mod">
          <ac:chgData name="Alexandre Quach" userId="7bb690c8a6e028e4" providerId="LiveId" clId="{5FCE12E9-AE14-428A-B3F6-834C8FAF2901}" dt="2022-09-06T13:00:12.172" v="3902" actId="1076"/>
          <ac:picMkLst>
            <pc:docMk/>
            <pc:sldMk cId="685966682" sldId="461"/>
            <ac:picMk id="49" creationId="{E2A97849-44AB-6640-9EAD-1ADB87E42199}"/>
          </ac:picMkLst>
        </pc:picChg>
        <pc:picChg chg="add mod">
          <ac:chgData name="Alexandre Quach" userId="7bb690c8a6e028e4" providerId="LiveId" clId="{5FCE12E9-AE14-428A-B3F6-834C8FAF2901}" dt="2022-09-06T13:10:21.622" v="3982" actId="207"/>
          <ac:picMkLst>
            <pc:docMk/>
            <pc:sldMk cId="685966682" sldId="461"/>
            <ac:picMk id="50" creationId="{0EDE6E5B-C3D0-FCCE-BEF9-0181FE5CD1C2}"/>
          </ac:picMkLst>
        </pc:picChg>
        <pc:picChg chg="add mod">
          <ac:chgData name="Alexandre Quach" userId="7bb690c8a6e028e4" providerId="LiveId" clId="{5FCE12E9-AE14-428A-B3F6-834C8FAF2901}" dt="2022-09-06T13:13:32.493" v="4001" actId="207"/>
          <ac:picMkLst>
            <pc:docMk/>
            <pc:sldMk cId="685966682" sldId="461"/>
            <ac:picMk id="52" creationId="{A4D41152-036B-5C1F-78D8-53CD0EAC5F20}"/>
          </ac:picMkLst>
        </pc:picChg>
        <pc:picChg chg="add mod">
          <ac:chgData name="Alexandre Quach" userId="7bb690c8a6e028e4" providerId="LiveId" clId="{5FCE12E9-AE14-428A-B3F6-834C8FAF2901}" dt="2022-09-06T13:13:32.493" v="4001" actId="207"/>
          <ac:picMkLst>
            <pc:docMk/>
            <pc:sldMk cId="685966682" sldId="461"/>
            <ac:picMk id="54" creationId="{3CA35CDF-F8A6-27CC-735B-791935C8438F}"/>
          </ac:picMkLst>
        </pc:picChg>
        <pc:picChg chg="add del mod">
          <ac:chgData name="Alexandre Quach" userId="7bb690c8a6e028e4" providerId="LiveId" clId="{5FCE12E9-AE14-428A-B3F6-834C8FAF2901}" dt="2022-09-06T13:16:25.100" v="4018" actId="478"/>
          <ac:picMkLst>
            <pc:docMk/>
            <pc:sldMk cId="685966682" sldId="461"/>
            <ac:picMk id="55" creationId="{618107AD-E248-D5C8-8A22-105BD542B129}"/>
          </ac:picMkLst>
        </pc:picChg>
        <pc:picChg chg="add del mod">
          <ac:chgData name="Alexandre Quach" userId="7bb690c8a6e028e4" providerId="LiveId" clId="{5FCE12E9-AE14-428A-B3F6-834C8FAF2901}" dt="2022-09-06T13:16:25.890" v="4019" actId="478"/>
          <ac:picMkLst>
            <pc:docMk/>
            <pc:sldMk cId="685966682" sldId="461"/>
            <ac:picMk id="56" creationId="{3A490D34-33AD-4D5D-76E3-0B3EA7705182}"/>
          </ac:picMkLst>
        </pc:picChg>
        <pc:picChg chg="add del mod">
          <ac:chgData name="Alexandre Quach" userId="7bb690c8a6e028e4" providerId="LiveId" clId="{5FCE12E9-AE14-428A-B3F6-834C8FAF2901}" dt="2022-09-06T13:15:44.121" v="4009" actId="21"/>
          <ac:picMkLst>
            <pc:docMk/>
            <pc:sldMk cId="685966682" sldId="461"/>
            <ac:picMk id="58" creationId="{6C47A699-3BBE-A5B8-0626-3CFF8DB0EC93}"/>
          </ac:picMkLst>
        </pc:picChg>
        <pc:picChg chg="add del mod">
          <ac:chgData name="Alexandre Quach" userId="7bb690c8a6e028e4" providerId="LiveId" clId="{5FCE12E9-AE14-428A-B3F6-834C8FAF2901}" dt="2022-09-06T13:15:44.121" v="4009" actId="21"/>
          <ac:picMkLst>
            <pc:docMk/>
            <pc:sldMk cId="685966682" sldId="461"/>
            <ac:picMk id="60" creationId="{C2C06D3E-0973-4618-0D3C-31BC10720D9F}"/>
          </ac:picMkLst>
        </pc:picChg>
        <pc:picChg chg="add mod">
          <ac:chgData name="Alexandre Quach" userId="7bb690c8a6e028e4" providerId="LiveId" clId="{5FCE12E9-AE14-428A-B3F6-834C8FAF2901}" dt="2022-09-06T13:17:36.085" v="4030" actId="1076"/>
          <ac:picMkLst>
            <pc:docMk/>
            <pc:sldMk cId="685966682" sldId="461"/>
            <ac:picMk id="62" creationId="{AF012D8A-5705-24BD-5A79-96F6A3294881}"/>
          </ac:picMkLst>
        </pc:picChg>
        <pc:picChg chg="add mod">
          <ac:chgData name="Alexandre Quach" userId="7bb690c8a6e028e4" providerId="LiveId" clId="{5FCE12E9-AE14-428A-B3F6-834C8FAF2901}" dt="2022-09-06T13:17:38.059" v="4031" actId="1076"/>
          <ac:picMkLst>
            <pc:docMk/>
            <pc:sldMk cId="685966682" sldId="461"/>
            <ac:picMk id="64" creationId="{DE3EF72D-15ED-77A7-66E2-55DAAD3A36FA}"/>
          </ac:picMkLst>
        </pc:picChg>
      </pc:sldChg>
      <pc:sldChg chg="addSp delSp modSp add mod">
        <pc:chgData name="Alexandre Quach" userId="7bb690c8a6e028e4" providerId="LiveId" clId="{5FCE12E9-AE14-428A-B3F6-834C8FAF2901}" dt="2022-09-06T13:20:42.127" v="4086" actId="478"/>
        <pc:sldMkLst>
          <pc:docMk/>
          <pc:sldMk cId="2570942991" sldId="462"/>
        </pc:sldMkLst>
        <pc:picChg chg="add mod modCrop">
          <ac:chgData name="Alexandre Quach" userId="7bb690c8a6e028e4" providerId="LiveId" clId="{5FCE12E9-AE14-428A-B3F6-834C8FAF2901}" dt="2022-09-06T12:56:13.035" v="3865" actId="732"/>
          <ac:picMkLst>
            <pc:docMk/>
            <pc:sldMk cId="2570942991" sldId="462"/>
            <ac:picMk id="2" creationId="{EBBC1D07-1BAA-D075-EBFE-CA0BC5688259}"/>
          </ac:picMkLst>
        </pc:picChg>
        <pc:picChg chg="add mod">
          <ac:chgData name="Alexandre Quach" userId="7bb690c8a6e028e4" providerId="LiveId" clId="{5FCE12E9-AE14-428A-B3F6-834C8FAF2901}" dt="2022-09-06T12:55:56.542" v="3861" actId="207"/>
          <ac:picMkLst>
            <pc:docMk/>
            <pc:sldMk cId="2570942991" sldId="462"/>
            <ac:picMk id="3" creationId="{23CC559F-068C-8BEB-F427-5D2FCB076D83}"/>
          </ac:picMkLst>
        </pc:picChg>
        <pc:picChg chg="add mod">
          <ac:chgData name="Alexandre Quach" userId="7bb690c8a6e028e4" providerId="LiveId" clId="{5FCE12E9-AE14-428A-B3F6-834C8FAF2901}" dt="2022-09-06T12:55:56.542" v="3861" actId="207"/>
          <ac:picMkLst>
            <pc:docMk/>
            <pc:sldMk cId="2570942991" sldId="462"/>
            <ac:picMk id="4" creationId="{DE03DEF0-7E36-25EB-DEBB-8C88B5CFD74C}"/>
          </ac:picMkLst>
        </pc:picChg>
        <pc:picChg chg="add del mod">
          <ac:chgData name="Alexandre Quach" userId="7bb690c8a6e028e4" providerId="LiveId" clId="{5FCE12E9-AE14-428A-B3F6-834C8FAF2901}" dt="2022-09-06T13:20:23.243" v="4071" actId="478"/>
          <ac:picMkLst>
            <pc:docMk/>
            <pc:sldMk cId="2570942991" sldId="462"/>
            <ac:picMk id="5" creationId="{EDA7F2B1-FECD-620C-1891-F282CBF37759}"/>
          </ac:picMkLst>
        </pc:picChg>
        <pc:picChg chg="add del mod">
          <ac:chgData name="Alexandre Quach" userId="7bb690c8a6e028e4" providerId="LiveId" clId="{5FCE12E9-AE14-428A-B3F6-834C8FAF2901}" dt="2022-09-06T13:20:24.017" v="4072" actId="478"/>
          <ac:picMkLst>
            <pc:docMk/>
            <pc:sldMk cId="2570942991" sldId="462"/>
            <ac:picMk id="6" creationId="{3DC7221B-98C0-EC01-E6B5-3261B08B540D}"/>
          </ac:picMkLst>
        </pc:picChg>
        <pc:picChg chg="add mod modCrop">
          <ac:chgData name="Alexandre Quach" userId="7bb690c8a6e028e4" providerId="LiveId" clId="{5FCE12E9-AE14-428A-B3F6-834C8FAF2901}" dt="2022-09-06T12:56:21.065" v="3867" actId="1076"/>
          <ac:picMkLst>
            <pc:docMk/>
            <pc:sldMk cId="2570942991" sldId="462"/>
            <ac:picMk id="7" creationId="{B2DA2FC7-2735-C202-D48F-26572709C2FC}"/>
          </ac:picMkLst>
        </pc:picChg>
        <pc:picChg chg="add mod">
          <ac:chgData name="Alexandre Quach" userId="7bb690c8a6e028e4" providerId="LiveId" clId="{5FCE12E9-AE14-428A-B3F6-834C8FAF2901}" dt="2022-09-06T13:05:48.307" v="3939" actId="1076"/>
          <ac:picMkLst>
            <pc:docMk/>
            <pc:sldMk cId="2570942991" sldId="462"/>
            <ac:picMk id="8" creationId="{B8FC9806-EFFE-CD0C-101A-482D6CB8791C}"/>
          </ac:picMkLst>
        </pc:picChg>
        <pc:picChg chg="add mod">
          <ac:chgData name="Alexandre Quach" userId="7bb690c8a6e028e4" providerId="LiveId" clId="{5FCE12E9-AE14-428A-B3F6-834C8FAF2901}" dt="2022-09-06T13:05:48.307" v="3939" actId="1076"/>
          <ac:picMkLst>
            <pc:docMk/>
            <pc:sldMk cId="2570942991" sldId="462"/>
            <ac:picMk id="11" creationId="{C39A2957-328F-FB94-2AB5-6382FCC7550C}"/>
          </ac:picMkLst>
        </pc:picChg>
        <pc:picChg chg="add del mod">
          <ac:chgData name="Alexandre Quach" userId="7bb690c8a6e028e4" providerId="LiveId" clId="{5FCE12E9-AE14-428A-B3F6-834C8FAF2901}" dt="2022-09-06T13:20:25.213" v="4073" actId="478"/>
          <ac:picMkLst>
            <pc:docMk/>
            <pc:sldMk cId="2570942991" sldId="462"/>
            <ac:picMk id="12" creationId="{0F7ACF69-466D-71A8-B4AE-A1DEDAC6FC6A}"/>
          </ac:picMkLst>
        </pc:picChg>
        <pc:picChg chg="add del mod">
          <ac:chgData name="Alexandre Quach" userId="7bb690c8a6e028e4" providerId="LiveId" clId="{5FCE12E9-AE14-428A-B3F6-834C8FAF2901}" dt="2022-09-06T13:20:25.788" v="4074" actId="478"/>
          <ac:picMkLst>
            <pc:docMk/>
            <pc:sldMk cId="2570942991" sldId="462"/>
            <ac:picMk id="13" creationId="{915E0FC9-8720-DBEB-25D6-610EFF01F4AB}"/>
          </ac:picMkLst>
        </pc:picChg>
        <pc:picChg chg="add del mod">
          <ac:chgData name="Alexandre Quach" userId="7bb690c8a6e028e4" providerId="LiveId" clId="{5FCE12E9-AE14-428A-B3F6-834C8FAF2901}" dt="2022-09-06T13:20:26.469" v="4075" actId="478"/>
          <ac:picMkLst>
            <pc:docMk/>
            <pc:sldMk cId="2570942991" sldId="462"/>
            <ac:picMk id="16" creationId="{14912295-B7A0-A9B2-97C7-AA863DD78860}"/>
          </ac:picMkLst>
        </pc:picChg>
        <pc:picChg chg="add mod">
          <ac:chgData name="Alexandre Quach" userId="7bb690c8a6e028e4" providerId="LiveId" clId="{5FCE12E9-AE14-428A-B3F6-834C8FAF2901}" dt="2022-09-06T13:05:48.307" v="3939" actId="1076"/>
          <ac:picMkLst>
            <pc:docMk/>
            <pc:sldMk cId="2570942991" sldId="462"/>
            <ac:picMk id="19" creationId="{16991351-48AE-DFDE-2F2F-175C99A0555C}"/>
          </ac:picMkLst>
        </pc:picChg>
        <pc:picChg chg="add mod">
          <ac:chgData name="Alexandre Quach" userId="7bb690c8a6e028e4" providerId="LiveId" clId="{5FCE12E9-AE14-428A-B3F6-834C8FAF2901}" dt="2022-09-06T13:05:51.869" v="3940" actId="571"/>
          <ac:picMkLst>
            <pc:docMk/>
            <pc:sldMk cId="2570942991" sldId="462"/>
            <ac:picMk id="20" creationId="{F80042CF-8B77-9631-EC34-6A5E4AB54205}"/>
          </ac:picMkLst>
        </pc:picChg>
        <pc:picChg chg="add del mod">
          <ac:chgData name="Alexandre Quach" userId="7bb690c8a6e028e4" providerId="LiveId" clId="{5FCE12E9-AE14-428A-B3F6-834C8FAF2901}" dt="2022-09-06T13:20:32.573" v="4076" actId="478"/>
          <ac:picMkLst>
            <pc:docMk/>
            <pc:sldMk cId="2570942991" sldId="462"/>
            <ac:picMk id="21" creationId="{4708DEF6-FE64-B7FA-5357-CD279256241F}"/>
          </ac:picMkLst>
        </pc:picChg>
        <pc:picChg chg="add del mod">
          <ac:chgData name="Alexandre Quach" userId="7bb690c8a6e028e4" providerId="LiveId" clId="{5FCE12E9-AE14-428A-B3F6-834C8FAF2901}" dt="2022-09-06T13:20:33.054" v="4077" actId="478"/>
          <ac:picMkLst>
            <pc:docMk/>
            <pc:sldMk cId="2570942991" sldId="462"/>
            <ac:picMk id="22" creationId="{F26F6ECA-7D32-CF30-9A7E-7DD03AA675CC}"/>
          </ac:picMkLst>
        </pc:picChg>
        <pc:picChg chg="add del mod">
          <ac:chgData name="Alexandre Quach" userId="7bb690c8a6e028e4" providerId="LiveId" clId="{5FCE12E9-AE14-428A-B3F6-834C8FAF2901}" dt="2022-09-06T13:20:33.828" v="4078" actId="478"/>
          <ac:picMkLst>
            <pc:docMk/>
            <pc:sldMk cId="2570942991" sldId="462"/>
            <ac:picMk id="23" creationId="{26F76F7A-BA96-5B98-EF42-0FEC93AEEB2B}"/>
          </ac:picMkLst>
        </pc:picChg>
        <pc:picChg chg="add del mod">
          <ac:chgData name="Alexandre Quach" userId="7bb690c8a6e028e4" providerId="LiveId" clId="{5FCE12E9-AE14-428A-B3F6-834C8FAF2901}" dt="2022-09-06T13:20:34.434" v="4079" actId="478"/>
          <ac:picMkLst>
            <pc:docMk/>
            <pc:sldMk cId="2570942991" sldId="462"/>
            <ac:picMk id="24" creationId="{D54247B4-87A9-9ABF-33E0-28BB3BA9123C}"/>
          </ac:picMkLst>
        </pc:picChg>
        <pc:picChg chg="add mod">
          <ac:chgData name="Alexandre Quach" userId="7bb690c8a6e028e4" providerId="LiveId" clId="{5FCE12E9-AE14-428A-B3F6-834C8FAF2901}" dt="2022-09-06T13:05:51.869" v="3940" actId="571"/>
          <ac:picMkLst>
            <pc:docMk/>
            <pc:sldMk cId="2570942991" sldId="462"/>
            <ac:picMk id="25" creationId="{DE2F3136-907F-6DF1-1129-F78BEE696E6A}"/>
          </ac:picMkLst>
        </pc:picChg>
        <pc:picChg chg="add mod">
          <ac:chgData name="Alexandre Quach" userId="7bb690c8a6e028e4" providerId="LiveId" clId="{5FCE12E9-AE14-428A-B3F6-834C8FAF2901}" dt="2022-09-06T13:05:57.903" v="3941" actId="571"/>
          <ac:picMkLst>
            <pc:docMk/>
            <pc:sldMk cId="2570942991" sldId="462"/>
            <ac:picMk id="26" creationId="{77C62CE6-8610-71E4-53F6-037AA6B393BA}"/>
          </ac:picMkLst>
        </pc:picChg>
        <pc:picChg chg="add del mod">
          <ac:chgData name="Alexandre Quach" userId="7bb690c8a6e028e4" providerId="LiveId" clId="{5FCE12E9-AE14-428A-B3F6-834C8FAF2901}" dt="2022-09-06T13:20:36.850" v="4081" actId="478"/>
          <ac:picMkLst>
            <pc:docMk/>
            <pc:sldMk cId="2570942991" sldId="462"/>
            <ac:picMk id="27" creationId="{CB02FA0A-37C5-7ED7-3722-236AE1789F26}"/>
          </ac:picMkLst>
        </pc:picChg>
        <pc:picChg chg="add del mod">
          <ac:chgData name="Alexandre Quach" userId="7bb690c8a6e028e4" providerId="LiveId" clId="{5FCE12E9-AE14-428A-B3F6-834C8FAF2901}" dt="2022-09-06T13:20:36.412" v="4080" actId="478"/>
          <ac:picMkLst>
            <pc:docMk/>
            <pc:sldMk cId="2570942991" sldId="462"/>
            <ac:picMk id="28" creationId="{F4465182-E603-3D8C-A606-3AFDE93EC151}"/>
          </ac:picMkLst>
        </pc:picChg>
        <pc:picChg chg="add mod">
          <ac:chgData name="Alexandre Quach" userId="7bb690c8a6e028e4" providerId="LiveId" clId="{5FCE12E9-AE14-428A-B3F6-834C8FAF2901}" dt="2022-09-06T13:05:57.903" v="3941" actId="571"/>
          <ac:picMkLst>
            <pc:docMk/>
            <pc:sldMk cId="2570942991" sldId="462"/>
            <ac:picMk id="29" creationId="{6EE0D1F6-6A48-EA55-6554-1DD3C6D2DF21}"/>
          </ac:picMkLst>
        </pc:picChg>
        <pc:picChg chg="add del mod">
          <ac:chgData name="Alexandre Quach" userId="7bb690c8a6e028e4" providerId="LiveId" clId="{5FCE12E9-AE14-428A-B3F6-834C8FAF2901}" dt="2022-09-06T13:20:40.787" v="4084" actId="478"/>
          <ac:picMkLst>
            <pc:docMk/>
            <pc:sldMk cId="2570942991" sldId="462"/>
            <ac:picMk id="30" creationId="{7F7A03C1-F357-6D35-00F0-78CD6A268F31}"/>
          </ac:picMkLst>
        </pc:picChg>
        <pc:picChg chg="add del mod">
          <ac:chgData name="Alexandre Quach" userId="7bb690c8a6e028e4" providerId="LiveId" clId="{5FCE12E9-AE14-428A-B3F6-834C8FAF2901}" dt="2022-09-06T13:20:39.566" v="4083" actId="478"/>
          <ac:picMkLst>
            <pc:docMk/>
            <pc:sldMk cId="2570942991" sldId="462"/>
            <ac:picMk id="31" creationId="{A16D913F-56D2-3E3F-67BD-0FEE4226218C}"/>
          </ac:picMkLst>
        </pc:picChg>
        <pc:picChg chg="add mod">
          <ac:chgData name="Alexandre Quach" userId="7bb690c8a6e028e4" providerId="LiveId" clId="{5FCE12E9-AE14-428A-B3F6-834C8FAF2901}" dt="2022-09-06T13:05:57.903" v="3941" actId="571"/>
          <ac:picMkLst>
            <pc:docMk/>
            <pc:sldMk cId="2570942991" sldId="462"/>
            <ac:picMk id="32" creationId="{E94C8615-C077-D6BE-3132-8B5F6AEC27B1}"/>
          </ac:picMkLst>
        </pc:picChg>
        <pc:picChg chg="add del mod">
          <ac:chgData name="Alexandre Quach" userId="7bb690c8a6e028e4" providerId="LiveId" clId="{5FCE12E9-AE14-428A-B3F6-834C8FAF2901}" dt="2022-09-06T13:20:42.127" v="4086" actId="478"/>
          <ac:picMkLst>
            <pc:docMk/>
            <pc:sldMk cId="2570942991" sldId="462"/>
            <ac:picMk id="33" creationId="{8E45CE22-DF4E-CE62-9266-FFA9416F5A83}"/>
          </ac:picMkLst>
        </pc:picChg>
        <pc:picChg chg="add del mod">
          <ac:chgData name="Alexandre Quach" userId="7bb690c8a6e028e4" providerId="LiveId" clId="{5FCE12E9-AE14-428A-B3F6-834C8FAF2901}" dt="2022-09-06T13:20:41.555" v="4085" actId="478"/>
          <ac:picMkLst>
            <pc:docMk/>
            <pc:sldMk cId="2570942991" sldId="462"/>
            <ac:picMk id="34" creationId="{7300811B-E890-2D02-B1B8-B7079ADC3598}"/>
          </ac:picMkLst>
        </pc:picChg>
        <pc:picChg chg="add mod">
          <ac:chgData name="Alexandre Quach" userId="7bb690c8a6e028e4" providerId="LiveId" clId="{5FCE12E9-AE14-428A-B3F6-834C8FAF2901}" dt="2022-09-06T13:05:57.903" v="3941" actId="571"/>
          <ac:picMkLst>
            <pc:docMk/>
            <pc:sldMk cId="2570942991" sldId="462"/>
            <ac:picMk id="35" creationId="{C7D33B3E-BF18-721B-8D0F-868DB20C27CD}"/>
          </ac:picMkLst>
        </pc:picChg>
        <pc:picChg chg="add mod">
          <ac:chgData name="Alexandre Quach" userId="7bb690c8a6e028e4" providerId="LiveId" clId="{5FCE12E9-AE14-428A-B3F6-834C8FAF2901}" dt="2022-09-06T13:05:57.903" v="3941" actId="571"/>
          <ac:picMkLst>
            <pc:docMk/>
            <pc:sldMk cId="2570942991" sldId="462"/>
            <ac:picMk id="36" creationId="{0F345950-047A-85F1-E816-9909076E60A3}"/>
          </ac:picMkLst>
        </pc:picChg>
        <pc:picChg chg="add mod">
          <ac:chgData name="Alexandre Quach" userId="7bb690c8a6e028e4" providerId="LiveId" clId="{5FCE12E9-AE14-428A-B3F6-834C8FAF2901}" dt="2022-09-06T13:05:57.903" v="3941" actId="571"/>
          <ac:picMkLst>
            <pc:docMk/>
            <pc:sldMk cId="2570942991" sldId="462"/>
            <ac:picMk id="37" creationId="{4013EE70-D4CA-1AE3-7D7C-A16EB138F2C3}"/>
          </ac:picMkLst>
        </pc:picChg>
        <pc:picChg chg="add del mod">
          <ac:chgData name="Alexandre Quach" userId="7bb690c8a6e028e4" providerId="LiveId" clId="{5FCE12E9-AE14-428A-B3F6-834C8FAF2901}" dt="2022-09-06T13:06:00.427" v="3942" actId="478"/>
          <ac:picMkLst>
            <pc:docMk/>
            <pc:sldMk cId="2570942991" sldId="462"/>
            <ac:picMk id="38" creationId="{FD62DC1B-A35A-4016-BE09-214127F2E530}"/>
          </ac:picMkLst>
        </pc:picChg>
        <pc:picChg chg="add del mod">
          <ac:chgData name="Alexandre Quach" userId="7bb690c8a6e028e4" providerId="LiveId" clId="{5FCE12E9-AE14-428A-B3F6-834C8FAF2901}" dt="2022-09-06T13:06:00.427" v="3942" actId="478"/>
          <ac:picMkLst>
            <pc:docMk/>
            <pc:sldMk cId="2570942991" sldId="462"/>
            <ac:picMk id="39" creationId="{6FB72BDC-61D6-E301-529A-E3B3B71E909E}"/>
          </ac:picMkLst>
        </pc:picChg>
        <pc:picChg chg="add del mod">
          <ac:chgData name="Alexandre Quach" userId="7bb690c8a6e028e4" providerId="LiveId" clId="{5FCE12E9-AE14-428A-B3F6-834C8FAF2901}" dt="2022-09-06T13:06:00.427" v="3942" actId="478"/>
          <ac:picMkLst>
            <pc:docMk/>
            <pc:sldMk cId="2570942991" sldId="462"/>
            <ac:picMk id="40" creationId="{BCE1DA39-6166-AB37-8A2F-58EC67749C6A}"/>
          </ac:picMkLst>
        </pc:picChg>
        <pc:picChg chg="add del mod">
          <ac:chgData name="Alexandre Quach" userId="7bb690c8a6e028e4" providerId="LiveId" clId="{5FCE12E9-AE14-428A-B3F6-834C8FAF2901}" dt="2022-09-06T13:06:00.427" v="3942" actId="478"/>
          <ac:picMkLst>
            <pc:docMk/>
            <pc:sldMk cId="2570942991" sldId="462"/>
            <ac:picMk id="41" creationId="{9E117922-6F60-62AC-FFD1-26A1A6A06FB1}"/>
          </ac:picMkLst>
        </pc:picChg>
        <pc:picChg chg="add del mod">
          <ac:chgData name="Alexandre Quach" userId="7bb690c8a6e028e4" providerId="LiveId" clId="{5FCE12E9-AE14-428A-B3F6-834C8FAF2901}" dt="2022-09-06T13:06:00.427" v="3942" actId="478"/>
          <ac:picMkLst>
            <pc:docMk/>
            <pc:sldMk cId="2570942991" sldId="462"/>
            <ac:picMk id="42" creationId="{8882A13E-5E57-28A3-BB61-CD8C4B533272}"/>
          </ac:picMkLst>
        </pc:picChg>
        <pc:picChg chg="add del mod">
          <ac:chgData name="Alexandre Quach" userId="7bb690c8a6e028e4" providerId="LiveId" clId="{5FCE12E9-AE14-428A-B3F6-834C8FAF2901}" dt="2022-09-06T13:06:00.427" v="3942" actId="478"/>
          <ac:picMkLst>
            <pc:docMk/>
            <pc:sldMk cId="2570942991" sldId="462"/>
            <ac:picMk id="43" creationId="{8FA58756-D58B-4993-CA22-048E05F4A3D5}"/>
          </ac:picMkLst>
        </pc:picChg>
        <pc:picChg chg="add del mod">
          <ac:chgData name="Alexandre Quach" userId="7bb690c8a6e028e4" providerId="LiveId" clId="{5FCE12E9-AE14-428A-B3F6-834C8FAF2901}" dt="2022-09-06T13:06:13.392" v="3946" actId="21"/>
          <ac:picMkLst>
            <pc:docMk/>
            <pc:sldMk cId="2570942991" sldId="462"/>
            <ac:picMk id="44" creationId="{79ADF90C-07C4-0214-A224-BF10910E7E34}"/>
          </ac:picMkLst>
        </pc:picChg>
        <pc:picChg chg="add del mod">
          <ac:chgData name="Alexandre Quach" userId="7bb690c8a6e028e4" providerId="LiveId" clId="{5FCE12E9-AE14-428A-B3F6-834C8FAF2901}" dt="2022-09-06T13:15:47.060" v="4010" actId="478"/>
          <ac:picMkLst>
            <pc:docMk/>
            <pc:sldMk cId="2570942991" sldId="462"/>
            <ac:picMk id="45" creationId="{3131416C-C38C-A5D6-A69C-A5041E7D467C}"/>
          </ac:picMkLst>
        </pc:picChg>
        <pc:picChg chg="add mod">
          <ac:chgData name="Alexandre Quach" userId="7bb690c8a6e028e4" providerId="LiveId" clId="{5FCE12E9-AE14-428A-B3F6-834C8FAF2901}" dt="2022-09-06T13:07:53.649" v="3967" actId="571"/>
          <ac:picMkLst>
            <pc:docMk/>
            <pc:sldMk cId="2570942991" sldId="462"/>
            <ac:picMk id="46" creationId="{77919F4D-0278-F43B-AAB8-268386F11E3C}"/>
          </ac:picMkLst>
        </pc:picChg>
        <pc:picChg chg="add mod">
          <ac:chgData name="Alexandre Quach" userId="7bb690c8a6e028e4" providerId="LiveId" clId="{5FCE12E9-AE14-428A-B3F6-834C8FAF2901}" dt="2022-09-06T13:07:53.649" v="3967" actId="571"/>
          <ac:picMkLst>
            <pc:docMk/>
            <pc:sldMk cId="2570942991" sldId="462"/>
            <ac:picMk id="47" creationId="{459FBEA7-49BC-C7DA-65D9-538B899CC99D}"/>
          </ac:picMkLst>
        </pc:picChg>
        <pc:picChg chg="add mod">
          <ac:chgData name="Alexandre Quach" userId="7bb690c8a6e028e4" providerId="LiveId" clId="{5FCE12E9-AE14-428A-B3F6-834C8FAF2901}" dt="2022-09-06T13:07:53.649" v="3967" actId="571"/>
          <ac:picMkLst>
            <pc:docMk/>
            <pc:sldMk cId="2570942991" sldId="462"/>
            <ac:picMk id="48" creationId="{697577DC-7DFC-8D8F-E2C5-055AADFF83A2}"/>
          </ac:picMkLst>
        </pc:picChg>
        <pc:picChg chg="add mod">
          <ac:chgData name="Alexandre Quach" userId="7bb690c8a6e028e4" providerId="LiveId" clId="{5FCE12E9-AE14-428A-B3F6-834C8FAF2901}" dt="2022-09-06T13:07:53.649" v="3967" actId="571"/>
          <ac:picMkLst>
            <pc:docMk/>
            <pc:sldMk cId="2570942991" sldId="462"/>
            <ac:picMk id="49" creationId="{2001DCAD-201D-92D0-11F7-D57B459E09E9}"/>
          </ac:picMkLst>
        </pc:picChg>
        <pc:picChg chg="add mod">
          <ac:chgData name="Alexandre Quach" userId="7bb690c8a6e028e4" providerId="LiveId" clId="{5FCE12E9-AE14-428A-B3F6-834C8FAF2901}" dt="2022-09-06T13:07:53.649" v="3967" actId="571"/>
          <ac:picMkLst>
            <pc:docMk/>
            <pc:sldMk cId="2570942991" sldId="462"/>
            <ac:picMk id="50" creationId="{EB328B40-53A1-6550-B5CB-35EB074A08F3}"/>
          </ac:picMkLst>
        </pc:picChg>
        <pc:picChg chg="add mod">
          <ac:chgData name="Alexandre Quach" userId="7bb690c8a6e028e4" providerId="LiveId" clId="{5FCE12E9-AE14-428A-B3F6-834C8FAF2901}" dt="2022-09-06T13:07:53.649" v="3967" actId="571"/>
          <ac:picMkLst>
            <pc:docMk/>
            <pc:sldMk cId="2570942991" sldId="462"/>
            <ac:picMk id="51" creationId="{CE79A193-D33C-9212-8E36-EC89EF1EAB83}"/>
          </ac:picMkLst>
        </pc:picChg>
        <pc:picChg chg="add mod">
          <ac:chgData name="Alexandre Quach" userId="7bb690c8a6e028e4" providerId="LiveId" clId="{5FCE12E9-AE14-428A-B3F6-834C8FAF2901}" dt="2022-09-06T13:08:05.261" v="3970" actId="207"/>
          <ac:picMkLst>
            <pc:docMk/>
            <pc:sldMk cId="2570942991" sldId="462"/>
            <ac:picMk id="52" creationId="{8AF46F9F-7C1C-1111-C268-CD0B63709991}"/>
          </ac:picMkLst>
        </pc:picChg>
        <pc:picChg chg="add del mod">
          <ac:chgData name="Alexandre Quach" userId="7bb690c8a6e028e4" providerId="LiveId" clId="{5FCE12E9-AE14-428A-B3F6-834C8FAF2901}" dt="2022-09-06T13:12:05.645" v="3989" actId="478"/>
          <ac:picMkLst>
            <pc:docMk/>
            <pc:sldMk cId="2570942991" sldId="462"/>
            <ac:picMk id="54" creationId="{A2C5E45B-D634-60C7-B972-1287E264215E}"/>
          </ac:picMkLst>
        </pc:picChg>
        <pc:picChg chg="add del mod">
          <ac:chgData name="Alexandre Quach" userId="7bb690c8a6e028e4" providerId="LiveId" clId="{5FCE12E9-AE14-428A-B3F6-834C8FAF2901}" dt="2022-09-06T13:15:48.146" v="4012" actId="478"/>
          <ac:picMkLst>
            <pc:docMk/>
            <pc:sldMk cId="2570942991" sldId="462"/>
            <ac:picMk id="56" creationId="{253E2D08-9E6B-37F9-94C0-BDE1C14986F4}"/>
          </ac:picMkLst>
        </pc:picChg>
        <pc:picChg chg="add del mod">
          <ac:chgData name="Alexandre Quach" userId="7bb690c8a6e028e4" providerId="LiveId" clId="{5FCE12E9-AE14-428A-B3F6-834C8FAF2901}" dt="2022-09-06T13:15:47.775" v="4011" actId="478"/>
          <ac:picMkLst>
            <pc:docMk/>
            <pc:sldMk cId="2570942991" sldId="462"/>
            <ac:picMk id="57" creationId="{83BA25D7-52CA-6D01-EF92-589EF0C5F8C0}"/>
          </ac:picMkLst>
        </pc:picChg>
        <pc:picChg chg="add del mod">
          <ac:chgData name="Alexandre Quach" userId="7bb690c8a6e028e4" providerId="LiveId" clId="{5FCE12E9-AE14-428A-B3F6-834C8FAF2901}" dt="2022-09-06T13:19:03.747" v="4037" actId="478"/>
          <ac:picMkLst>
            <pc:docMk/>
            <pc:sldMk cId="2570942991" sldId="462"/>
            <ac:picMk id="58" creationId="{D6BB50DF-E72C-4F5E-6AE5-3AB7AAEE5A79}"/>
          </ac:picMkLst>
        </pc:picChg>
        <pc:picChg chg="add del mod">
          <ac:chgData name="Alexandre Quach" userId="7bb690c8a6e028e4" providerId="LiveId" clId="{5FCE12E9-AE14-428A-B3F6-834C8FAF2901}" dt="2022-09-06T13:19:03.228" v="4036" actId="478"/>
          <ac:picMkLst>
            <pc:docMk/>
            <pc:sldMk cId="2570942991" sldId="462"/>
            <ac:picMk id="59" creationId="{CB4DB681-1DF4-DCB0-A843-6DA67B014FB4}"/>
          </ac:picMkLst>
        </pc:picChg>
        <pc:picChg chg="add mod">
          <ac:chgData name="Alexandre Quach" userId="7bb690c8a6e028e4" providerId="LiveId" clId="{5FCE12E9-AE14-428A-B3F6-834C8FAF2901}" dt="2022-09-06T13:16:05.410" v="4017" actId="1076"/>
          <ac:picMkLst>
            <pc:docMk/>
            <pc:sldMk cId="2570942991" sldId="462"/>
            <ac:picMk id="60" creationId="{91FDE9EC-B2D3-45EA-4A6B-3C01792BECD1}"/>
          </ac:picMkLst>
        </pc:picChg>
        <pc:picChg chg="add mod">
          <ac:chgData name="Alexandre Quach" userId="7bb690c8a6e028e4" providerId="LiveId" clId="{5FCE12E9-AE14-428A-B3F6-834C8FAF2901}" dt="2022-09-06T13:16:00.907" v="4016" actId="1076"/>
          <ac:picMkLst>
            <pc:docMk/>
            <pc:sldMk cId="2570942991" sldId="462"/>
            <ac:picMk id="61" creationId="{5BEE17AA-E9CA-2671-00F4-2DDE1C8E8F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DC682-A0FA-4050-8373-3D0B6B41B593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81247-AF34-4F93-ACB2-EAAC5B47D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15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42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638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443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711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917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961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9854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803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229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71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229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241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139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64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160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816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59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883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019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758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9310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1172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210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88858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70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0295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71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8298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85310-3C18-492D-A7A8-CC91C275C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D25BEB-22F5-4A93-BA87-2B343EB24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20E8B8-2550-49F0-BC3A-2E9212F4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2B22F5-7CE5-418E-BA73-7D740CD7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58BF29-CC9C-42AE-8CE7-BDEAD7D7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88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228A6-096C-4673-9079-F46A8D2E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845003-365C-485F-BF7C-4D3DB52CF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675FF8-2716-458A-87EC-1946B241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A611A9-68F4-4DA3-B125-40A38CA7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A5F1A-93D2-4E3F-A68E-9339C42C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38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F019E-C250-4721-A2DD-B0BC0B05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8356EF-D241-4C79-9805-7BBBA693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A3F2E1-6410-450F-A2F1-20A06E33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458F88-CC4C-44D1-8A3D-708CD81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8F6612-ED10-435C-9F69-798332FB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95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D998D-00F1-43B6-A0CC-3F259159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D72D67-0BE8-40AF-A5EB-8C9EC67AA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4C9918-64C1-4C20-8DC2-068DB8B1E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81EC0D-F0AB-4959-92E6-E708FD97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06FDF8-5496-4A36-8B6D-DAEB8545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32FEF2-9FF5-4D55-B5D5-65C4ED35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50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0A7C6-049A-4700-95E5-79A2884B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9723CF-0BEA-407F-B1FB-13CCEFE38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1E08F6-C285-46DA-9C04-A9964B357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6465F0-C6B8-466D-9229-5FE9A60A1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7C7CCEE-23DA-484E-B06E-8F59DEB43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ADD7D6-40D2-404E-9827-38A49F4D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E4C597-FE12-4177-B73A-2E0477E1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E31893-7592-4F7C-B754-E02850F8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73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60D01-16EA-42AC-A2F8-D4A8EBE8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CE87F8B-F0DD-4B62-8BB3-1B2A6690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8A5997-972B-4E19-B70C-167B6EE6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A7C1DE-0436-4509-8C57-39C1E2FD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59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8BF9B8-C33F-455E-9D2E-E9133AF0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A78FEB-C0D0-467D-94FE-A6F44C9B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0FEB0A-B50E-45FC-A24C-D14D5C95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3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73E685-751E-429E-8B10-DF14A672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45ACF-D6C9-42C2-B41A-DA9D0C212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8E6850-4938-476B-8DD5-2A355B8D9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705D50-6C65-4188-A94C-B764F1FF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5E966F-8E2C-48A7-A6B6-AC046E0C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931A66-2C00-462D-8DF2-AA240519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31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E27D2-0953-455D-BC92-219F2619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99E603D-DC5A-4E30-A56B-2FB234D5E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31F3DE-195F-4A79-8ECE-9CBDADF5F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8DD4A6-48C4-4B9C-9143-3A3BFA6D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C4B816-33FB-4FDE-9AF2-FD91B87F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5BADCF-7AC6-46F6-BAC8-F7C9840E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28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A756C-D9A0-4999-A8F0-2EBF8278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422066-4595-4332-9DCD-73EC2894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36B61B-E570-467C-9304-E4798B7A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A5D1A7-CDBF-4979-8E1C-84D5E8EF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948957-746B-40ED-8ABA-E0201B12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6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5C13EF-18EF-4672-A8FF-D5432E626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4C6866-383E-4101-8F39-0B78CFD92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1EC447-C55E-4FE3-AD43-3BEA82AA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AC999-7ADC-444F-843C-C059B4B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1E9F14-4E0C-4E96-8DD7-EAF9BD7E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39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5B21E6-212A-425C-89EA-040DE145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2EEFE4-89B8-4AF1-BA3D-A59A97C10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AD8632-AF3B-4F7C-A2DA-A4F0278E2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439E6-DD8C-4C85-9C7B-9357438C85CB}" type="datetimeFigureOut">
              <a:rPr lang="fr-FR" smtClean="0"/>
              <a:t>06/09/2022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719DEF-3A99-45A4-8595-267FAE0A2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1FB13C-4CB2-4D44-B791-DE40B8A97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D992-F161-4455-B186-2BFDF7EA60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07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18" Type="http://schemas.openxmlformats.org/officeDocument/2006/relationships/image" Target="../media/image2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22.jpeg"/><Relationship Id="rId17" Type="http://schemas.openxmlformats.org/officeDocument/2006/relationships/image" Target="../media/image27.jpeg"/><Relationship Id="rId2" Type="http://schemas.openxmlformats.org/officeDocument/2006/relationships/image" Target="../media/image12.jpeg"/><Relationship Id="rId16" Type="http://schemas.openxmlformats.org/officeDocument/2006/relationships/image" Target="../media/image26.jpeg"/><Relationship Id="rId20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5" Type="http://schemas.openxmlformats.org/officeDocument/2006/relationships/image" Target="../media/image25.jpeg"/><Relationship Id="rId10" Type="http://schemas.openxmlformats.org/officeDocument/2006/relationships/image" Target="../media/image20.jpeg"/><Relationship Id="rId19" Type="http://schemas.openxmlformats.org/officeDocument/2006/relationships/image" Target="../media/image29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Relationship Id="rId14" Type="http://schemas.openxmlformats.org/officeDocument/2006/relationships/image" Target="../media/image2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svg"/><Relationship Id="rId18" Type="http://schemas.openxmlformats.org/officeDocument/2006/relationships/image" Target="../media/image47.png"/><Relationship Id="rId3" Type="http://schemas.openxmlformats.org/officeDocument/2006/relationships/image" Target="../media/image32.svg"/><Relationship Id="rId21" Type="http://schemas.openxmlformats.org/officeDocument/2006/relationships/image" Target="../media/image50.svg"/><Relationship Id="rId7" Type="http://schemas.openxmlformats.org/officeDocument/2006/relationships/image" Target="../media/image36.svg"/><Relationship Id="rId12" Type="http://schemas.openxmlformats.org/officeDocument/2006/relationships/image" Target="../media/image41.png"/><Relationship Id="rId17" Type="http://schemas.openxmlformats.org/officeDocument/2006/relationships/image" Target="../media/image46.svg"/><Relationship Id="rId25" Type="http://schemas.openxmlformats.org/officeDocument/2006/relationships/image" Target="../media/image54.sv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24" Type="http://schemas.openxmlformats.org/officeDocument/2006/relationships/image" Target="../media/image53.png"/><Relationship Id="rId5" Type="http://schemas.openxmlformats.org/officeDocument/2006/relationships/image" Target="../media/image34.svg"/><Relationship Id="rId15" Type="http://schemas.openxmlformats.org/officeDocument/2006/relationships/image" Target="../media/image44.svg"/><Relationship Id="rId23" Type="http://schemas.openxmlformats.org/officeDocument/2006/relationships/image" Target="../media/image52.svg"/><Relationship Id="rId10" Type="http://schemas.openxmlformats.org/officeDocument/2006/relationships/image" Target="../media/image39.png"/><Relationship Id="rId19" Type="http://schemas.openxmlformats.org/officeDocument/2006/relationships/image" Target="../media/image48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13" Type="http://schemas.openxmlformats.org/officeDocument/2006/relationships/image" Target="../media/image76.png"/><Relationship Id="rId18" Type="http://schemas.openxmlformats.org/officeDocument/2006/relationships/image" Target="../media/image8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svg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sv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svg"/><Relationship Id="rId4" Type="http://schemas.openxmlformats.org/officeDocument/2006/relationships/image" Target="../media/image67.svg"/><Relationship Id="rId9" Type="http://schemas.openxmlformats.org/officeDocument/2006/relationships/image" Target="../media/image72.png"/><Relationship Id="rId14" Type="http://schemas.openxmlformats.org/officeDocument/2006/relationships/image" Target="../media/image77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97.svg"/><Relationship Id="rId26" Type="http://schemas.openxmlformats.org/officeDocument/2006/relationships/image" Target="../media/image105.svg"/><Relationship Id="rId21" Type="http://schemas.openxmlformats.org/officeDocument/2006/relationships/image" Target="../media/image100.png"/><Relationship Id="rId34" Type="http://schemas.openxmlformats.org/officeDocument/2006/relationships/image" Target="../media/image113.svg"/><Relationship Id="rId7" Type="http://schemas.openxmlformats.org/officeDocument/2006/relationships/image" Target="../media/image86.png"/><Relationship Id="rId12" Type="http://schemas.openxmlformats.org/officeDocument/2006/relationships/image" Target="../media/image91.sv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38" Type="http://schemas.openxmlformats.org/officeDocument/2006/relationships/image" Target="../media/image11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5.svg"/><Relationship Id="rId20" Type="http://schemas.openxmlformats.org/officeDocument/2006/relationships/image" Target="../media/image99.svg"/><Relationship Id="rId29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svg"/><Relationship Id="rId11" Type="http://schemas.openxmlformats.org/officeDocument/2006/relationships/image" Target="../media/image90.png"/><Relationship Id="rId24" Type="http://schemas.openxmlformats.org/officeDocument/2006/relationships/image" Target="../media/image103.svg"/><Relationship Id="rId32" Type="http://schemas.openxmlformats.org/officeDocument/2006/relationships/image" Target="../media/image111.svg"/><Relationship Id="rId37" Type="http://schemas.openxmlformats.org/officeDocument/2006/relationships/image" Target="../media/image116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svg"/><Relationship Id="rId36" Type="http://schemas.openxmlformats.org/officeDocument/2006/relationships/image" Target="../media/image115.svg"/><Relationship Id="rId10" Type="http://schemas.openxmlformats.org/officeDocument/2006/relationships/image" Target="../media/image89.sv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" Type="http://schemas.openxmlformats.org/officeDocument/2006/relationships/image" Target="../media/image83.svg"/><Relationship Id="rId9" Type="http://schemas.openxmlformats.org/officeDocument/2006/relationships/image" Target="../media/image88.png"/><Relationship Id="rId14" Type="http://schemas.openxmlformats.org/officeDocument/2006/relationships/image" Target="../media/image93.svg"/><Relationship Id="rId22" Type="http://schemas.openxmlformats.org/officeDocument/2006/relationships/image" Target="../media/image101.svg"/><Relationship Id="rId27" Type="http://schemas.openxmlformats.org/officeDocument/2006/relationships/image" Target="../media/image106.png"/><Relationship Id="rId30" Type="http://schemas.openxmlformats.org/officeDocument/2006/relationships/image" Target="../media/image109.svg"/><Relationship Id="rId35" Type="http://schemas.openxmlformats.org/officeDocument/2006/relationships/image" Target="../media/image114.png"/><Relationship Id="rId8" Type="http://schemas.openxmlformats.org/officeDocument/2006/relationships/image" Target="../media/image87.svg"/><Relationship Id="rId3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svg"/><Relationship Id="rId5" Type="http://schemas.openxmlformats.org/officeDocument/2006/relationships/image" Target="../media/image118.png"/><Relationship Id="rId4" Type="http://schemas.openxmlformats.org/officeDocument/2006/relationships/image" Target="../media/image85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svg"/><Relationship Id="rId13" Type="http://schemas.openxmlformats.org/officeDocument/2006/relationships/image" Target="../media/image130.png"/><Relationship Id="rId18" Type="http://schemas.openxmlformats.org/officeDocument/2006/relationships/image" Target="../media/image135.svg"/><Relationship Id="rId26" Type="http://schemas.openxmlformats.org/officeDocument/2006/relationships/image" Target="../media/image143.svg"/><Relationship Id="rId3" Type="http://schemas.openxmlformats.org/officeDocument/2006/relationships/image" Target="../media/image120.png"/><Relationship Id="rId21" Type="http://schemas.openxmlformats.org/officeDocument/2006/relationships/image" Target="../media/image138.png"/><Relationship Id="rId7" Type="http://schemas.openxmlformats.org/officeDocument/2006/relationships/image" Target="../media/image124.png"/><Relationship Id="rId12" Type="http://schemas.openxmlformats.org/officeDocument/2006/relationships/image" Target="../media/image129.svg"/><Relationship Id="rId17" Type="http://schemas.openxmlformats.org/officeDocument/2006/relationships/image" Target="../media/image134.png"/><Relationship Id="rId25" Type="http://schemas.openxmlformats.org/officeDocument/2006/relationships/image" Target="../media/image14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33.svg"/><Relationship Id="rId20" Type="http://schemas.openxmlformats.org/officeDocument/2006/relationships/image" Target="../media/image137.svg"/><Relationship Id="rId29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svg"/><Relationship Id="rId11" Type="http://schemas.openxmlformats.org/officeDocument/2006/relationships/image" Target="../media/image128.png"/><Relationship Id="rId24" Type="http://schemas.openxmlformats.org/officeDocument/2006/relationships/image" Target="../media/image141.svg"/><Relationship Id="rId5" Type="http://schemas.openxmlformats.org/officeDocument/2006/relationships/image" Target="../media/image122.pn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28" Type="http://schemas.openxmlformats.org/officeDocument/2006/relationships/image" Target="../media/image145.svg"/><Relationship Id="rId10" Type="http://schemas.openxmlformats.org/officeDocument/2006/relationships/image" Target="../media/image127.svg"/><Relationship Id="rId19" Type="http://schemas.openxmlformats.org/officeDocument/2006/relationships/image" Target="../media/image136.png"/><Relationship Id="rId4" Type="http://schemas.openxmlformats.org/officeDocument/2006/relationships/image" Target="../media/image121.svg"/><Relationship Id="rId9" Type="http://schemas.openxmlformats.org/officeDocument/2006/relationships/image" Target="../media/image126.png"/><Relationship Id="rId14" Type="http://schemas.openxmlformats.org/officeDocument/2006/relationships/image" Target="../media/image131.svg"/><Relationship Id="rId22" Type="http://schemas.openxmlformats.org/officeDocument/2006/relationships/image" Target="../media/image139.svg"/><Relationship Id="rId27" Type="http://schemas.openxmlformats.org/officeDocument/2006/relationships/image" Target="../media/image144.png"/><Relationship Id="rId30" Type="http://schemas.openxmlformats.org/officeDocument/2006/relationships/image" Target="../media/image14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5" Type="http://schemas.openxmlformats.org/officeDocument/2006/relationships/image" Target="../media/image150.svg"/><Relationship Id="rId4" Type="http://schemas.openxmlformats.org/officeDocument/2006/relationships/image" Target="../media/image149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svg"/><Relationship Id="rId5" Type="http://schemas.openxmlformats.org/officeDocument/2006/relationships/image" Target="../media/image155.png"/><Relationship Id="rId4" Type="http://schemas.openxmlformats.org/officeDocument/2006/relationships/image" Target="../media/image15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svg"/><Relationship Id="rId5" Type="http://schemas.openxmlformats.org/officeDocument/2006/relationships/image" Target="../media/image155.png"/><Relationship Id="rId4" Type="http://schemas.openxmlformats.org/officeDocument/2006/relationships/image" Target="../media/image154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9.png"/><Relationship Id="rId18" Type="http://schemas.openxmlformats.org/officeDocument/2006/relationships/image" Target="../media/image174.svg"/><Relationship Id="rId26" Type="http://schemas.openxmlformats.org/officeDocument/2006/relationships/image" Target="../media/image182.svg"/><Relationship Id="rId3" Type="http://schemas.openxmlformats.org/officeDocument/2006/relationships/image" Target="../media/image159.png"/><Relationship Id="rId21" Type="http://schemas.openxmlformats.org/officeDocument/2006/relationships/image" Target="../media/image177.png"/><Relationship Id="rId34" Type="http://schemas.openxmlformats.org/officeDocument/2006/relationships/image" Target="../media/image190.svg"/><Relationship Id="rId7" Type="http://schemas.openxmlformats.org/officeDocument/2006/relationships/image" Target="../media/image163.png"/><Relationship Id="rId12" Type="http://schemas.openxmlformats.org/officeDocument/2006/relationships/image" Target="../media/image168.svg"/><Relationship Id="rId17" Type="http://schemas.openxmlformats.org/officeDocument/2006/relationships/image" Target="../media/image173.png"/><Relationship Id="rId25" Type="http://schemas.openxmlformats.org/officeDocument/2006/relationships/image" Target="../media/image181.png"/><Relationship Id="rId33" Type="http://schemas.openxmlformats.org/officeDocument/2006/relationships/image" Target="../media/image18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72.svg"/><Relationship Id="rId20" Type="http://schemas.openxmlformats.org/officeDocument/2006/relationships/image" Target="../media/image176.svg"/><Relationship Id="rId29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svg"/><Relationship Id="rId11" Type="http://schemas.openxmlformats.org/officeDocument/2006/relationships/image" Target="../media/image167.png"/><Relationship Id="rId24" Type="http://schemas.openxmlformats.org/officeDocument/2006/relationships/image" Target="../media/image180.svg"/><Relationship Id="rId32" Type="http://schemas.openxmlformats.org/officeDocument/2006/relationships/image" Target="../media/image188.sv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23" Type="http://schemas.openxmlformats.org/officeDocument/2006/relationships/image" Target="../media/image179.png"/><Relationship Id="rId28" Type="http://schemas.openxmlformats.org/officeDocument/2006/relationships/image" Target="../media/image184.svg"/><Relationship Id="rId36" Type="http://schemas.openxmlformats.org/officeDocument/2006/relationships/image" Target="../media/image192.svg"/><Relationship Id="rId10" Type="http://schemas.openxmlformats.org/officeDocument/2006/relationships/image" Target="../media/image166.svg"/><Relationship Id="rId19" Type="http://schemas.openxmlformats.org/officeDocument/2006/relationships/image" Target="../media/image175.png"/><Relationship Id="rId31" Type="http://schemas.openxmlformats.org/officeDocument/2006/relationships/image" Target="../media/image187.png"/><Relationship Id="rId4" Type="http://schemas.openxmlformats.org/officeDocument/2006/relationships/image" Target="../media/image160.svg"/><Relationship Id="rId9" Type="http://schemas.openxmlformats.org/officeDocument/2006/relationships/image" Target="../media/image165.png"/><Relationship Id="rId14" Type="http://schemas.openxmlformats.org/officeDocument/2006/relationships/image" Target="../media/image170.svg"/><Relationship Id="rId22" Type="http://schemas.openxmlformats.org/officeDocument/2006/relationships/image" Target="../media/image178.svg"/><Relationship Id="rId27" Type="http://schemas.openxmlformats.org/officeDocument/2006/relationships/image" Target="../media/image183.png"/><Relationship Id="rId30" Type="http://schemas.openxmlformats.org/officeDocument/2006/relationships/image" Target="../media/image186.svg"/><Relationship Id="rId35" Type="http://schemas.openxmlformats.org/officeDocument/2006/relationships/image" Target="../media/image191.png"/><Relationship Id="rId8" Type="http://schemas.openxmlformats.org/officeDocument/2006/relationships/image" Target="../media/image164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svg"/><Relationship Id="rId13" Type="http://schemas.openxmlformats.org/officeDocument/2006/relationships/image" Target="../media/image203.pn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12" Type="http://schemas.openxmlformats.org/officeDocument/2006/relationships/image" Target="../media/image20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sv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0" Type="http://schemas.openxmlformats.org/officeDocument/2006/relationships/image" Target="../media/image200.svg"/><Relationship Id="rId4" Type="http://schemas.openxmlformats.org/officeDocument/2006/relationships/image" Target="../media/image194.svg"/><Relationship Id="rId9" Type="http://schemas.openxmlformats.org/officeDocument/2006/relationships/image" Target="../media/image199.png"/><Relationship Id="rId14" Type="http://schemas.openxmlformats.org/officeDocument/2006/relationships/image" Target="../media/image204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5.png"/><Relationship Id="rId18" Type="http://schemas.openxmlformats.org/officeDocument/2006/relationships/image" Target="../media/image220.svg"/><Relationship Id="rId26" Type="http://schemas.openxmlformats.org/officeDocument/2006/relationships/image" Target="../media/image228.svg"/><Relationship Id="rId21" Type="http://schemas.openxmlformats.org/officeDocument/2006/relationships/image" Target="../media/image223.png"/><Relationship Id="rId34" Type="http://schemas.openxmlformats.org/officeDocument/2006/relationships/image" Target="../media/image236.svg"/><Relationship Id="rId7" Type="http://schemas.openxmlformats.org/officeDocument/2006/relationships/image" Target="../media/image209.png"/><Relationship Id="rId12" Type="http://schemas.openxmlformats.org/officeDocument/2006/relationships/image" Target="../media/image214.svg"/><Relationship Id="rId17" Type="http://schemas.openxmlformats.org/officeDocument/2006/relationships/image" Target="../media/image219.png"/><Relationship Id="rId25" Type="http://schemas.openxmlformats.org/officeDocument/2006/relationships/image" Target="../media/image227.png"/><Relationship Id="rId33" Type="http://schemas.openxmlformats.org/officeDocument/2006/relationships/image" Target="../media/image235.png"/><Relationship Id="rId38" Type="http://schemas.openxmlformats.org/officeDocument/2006/relationships/image" Target="../media/image240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18.svg"/><Relationship Id="rId20" Type="http://schemas.openxmlformats.org/officeDocument/2006/relationships/image" Target="../media/image222.svg"/><Relationship Id="rId29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svg"/><Relationship Id="rId11" Type="http://schemas.openxmlformats.org/officeDocument/2006/relationships/image" Target="../media/image213.png"/><Relationship Id="rId24" Type="http://schemas.openxmlformats.org/officeDocument/2006/relationships/image" Target="../media/image226.svg"/><Relationship Id="rId32" Type="http://schemas.openxmlformats.org/officeDocument/2006/relationships/image" Target="../media/image234.svg"/><Relationship Id="rId37" Type="http://schemas.openxmlformats.org/officeDocument/2006/relationships/image" Target="../media/image239.png"/><Relationship Id="rId5" Type="http://schemas.openxmlformats.org/officeDocument/2006/relationships/image" Target="../media/image207.png"/><Relationship Id="rId15" Type="http://schemas.openxmlformats.org/officeDocument/2006/relationships/image" Target="../media/image217.png"/><Relationship Id="rId23" Type="http://schemas.openxmlformats.org/officeDocument/2006/relationships/image" Target="../media/image225.png"/><Relationship Id="rId28" Type="http://schemas.openxmlformats.org/officeDocument/2006/relationships/image" Target="../media/image230.svg"/><Relationship Id="rId36" Type="http://schemas.openxmlformats.org/officeDocument/2006/relationships/image" Target="../media/image238.svg"/><Relationship Id="rId10" Type="http://schemas.openxmlformats.org/officeDocument/2006/relationships/image" Target="../media/image212.svg"/><Relationship Id="rId19" Type="http://schemas.openxmlformats.org/officeDocument/2006/relationships/image" Target="../media/image221.png"/><Relationship Id="rId31" Type="http://schemas.openxmlformats.org/officeDocument/2006/relationships/image" Target="../media/image233.png"/><Relationship Id="rId4" Type="http://schemas.openxmlformats.org/officeDocument/2006/relationships/image" Target="../media/image206.svg"/><Relationship Id="rId9" Type="http://schemas.openxmlformats.org/officeDocument/2006/relationships/image" Target="../media/image211.png"/><Relationship Id="rId14" Type="http://schemas.openxmlformats.org/officeDocument/2006/relationships/image" Target="../media/image216.svg"/><Relationship Id="rId22" Type="http://schemas.openxmlformats.org/officeDocument/2006/relationships/image" Target="../media/image224.svg"/><Relationship Id="rId27" Type="http://schemas.openxmlformats.org/officeDocument/2006/relationships/image" Target="../media/image229.png"/><Relationship Id="rId30" Type="http://schemas.openxmlformats.org/officeDocument/2006/relationships/image" Target="../media/image232.svg"/><Relationship Id="rId35" Type="http://schemas.openxmlformats.org/officeDocument/2006/relationships/image" Target="../media/image237.png"/><Relationship Id="rId8" Type="http://schemas.openxmlformats.org/officeDocument/2006/relationships/image" Target="../media/image210.svg"/><Relationship Id="rId3" Type="http://schemas.openxmlformats.org/officeDocument/2006/relationships/image" Target="../media/image205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5.png"/><Relationship Id="rId18" Type="http://schemas.openxmlformats.org/officeDocument/2006/relationships/image" Target="../media/image250.svg"/><Relationship Id="rId26" Type="http://schemas.openxmlformats.org/officeDocument/2006/relationships/image" Target="../media/image258.svg"/><Relationship Id="rId39" Type="http://schemas.openxmlformats.org/officeDocument/2006/relationships/image" Target="../media/image271.png"/><Relationship Id="rId21" Type="http://schemas.openxmlformats.org/officeDocument/2006/relationships/image" Target="../media/image253.png"/><Relationship Id="rId34" Type="http://schemas.openxmlformats.org/officeDocument/2006/relationships/image" Target="../media/image266.svg"/><Relationship Id="rId42" Type="http://schemas.openxmlformats.org/officeDocument/2006/relationships/image" Target="../media/image274.svg"/><Relationship Id="rId47" Type="http://schemas.openxmlformats.org/officeDocument/2006/relationships/image" Target="../media/image279.png"/><Relationship Id="rId50" Type="http://schemas.openxmlformats.org/officeDocument/2006/relationships/image" Target="../media/image282.svg"/><Relationship Id="rId7" Type="http://schemas.openxmlformats.org/officeDocument/2006/relationships/image" Target="../media/image23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48.svg"/><Relationship Id="rId29" Type="http://schemas.openxmlformats.org/officeDocument/2006/relationships/image" Target="../media/image261.png"/><Relationship Id="rId11" Type="http://schemas.openxmlformats.org/officeDocument/2006/relationships/image" Target="../media/image205.png"/><Relationship Id="rId24" Type="http://schemas.openxmlformats.org/officeDocument/2006/relationships/image" Target="../media/image256.svg"/><Relationship Id="rId32" Type="http://schemas.openxmlformats.org/officeDocument/2006/relationships/image" Target="../media/image264.svg"/><Relationship Id="rId37" Type="http://schemas.openxmlformats.org/officeDocument/2006/relationships/image" Target="../media/image269.png"/><Relationship Id="rId40" Type="http://schemas.openxmlformats.org/officeDocument/2006/relationships/image" Target="../media/image272.svg"/><Relationship Id="rId45" Type="http://schemas.openxmlformats.org/officeDocument/2006/relationships/image" Target="../media/image277.png"/><Relationship Id="rId5" Type="http://schemas.openxmlformats.org/officeDocument/2006/relationships/image" Target="../media/image241.png"/><Relationship Id="rId15" Type="http://schemas.openxmlformats.org/officeDocument/2006/relationships/image" Target="../media/image247.png"/><Relationship Id="rId23" Type="http://schemas.openxmlformats.org/officeDocument/2006/relationships/image" Target="../media/image255.png"/><Relationship Id="rId28" Type="http://schemas.openxmlformats.org/officeDocument/2006/relationships/image" Target="../media/image260.svg"/><Relationship Id="rId36" Type="http://schemas.openxmlformats.org/officeDocument/2006/relationships/image" Target="../media/image268.svg"/><Relationship Id="rId49" Type="http://schemas.openxmlformats.org/officeDocument/2006/relationships/image" Target="../media/image281.png"/><Relationship Id="rId10" Type="http://schemas.openxmlformats.org/officeDocument/2006/relationships/image" Target="../media/image244.svg"/><Relationship Id="rId19" Type="http://schemas.openxmlformats.org/officeDocument/2006/relationships/image" Target="../media/image251.png"/><Relationship Id="rId31" Type="http://schemas.openxmlformats.org/officeDocument/2006/relationships/image" Target="../media/image263.png"/><Relationship Id="rId44" Type="http://schemas.openxmlformats.org/officeDocument/2006/relationships/image" Target="../media/image276.svg"/><Relationship Id="rId4" Type="http://schemas.openxmlformats.org/officeDocument/2006/relationships/image" Target="../media/image222.svg"/><Relationship Id="rId9" Type="http://schemas.openxmlformats.org/officeDocument/2006/relationships/image" Target="../media/image243.png"/><Relationship Id="rId14" Type="http://schemas.openxmlformats.org/officeDocument/2006/relationships/image" Target="../media/image246.svg"/><Relationship Id="rId22" Type="http://schemas.openxmlformats.org/officeDocument/2006/relationships/image" Target="../media/image254.svg"/><Relationship Id="rId27" Type="http://schemas.openxmlformats.org/officeDocument/2006/relationships/image" Target="../media/image259.png"/><Relationship Id="rId30" Type="http://schemas.openxmlformats.org/officeDocument/2006/relationships/image" Target="../media/image262.svg"/><Relationship Id="rId35" Type="http://schemas.openxmlformats.org/officeDocument/2006/relationships/image" Target="../media/image267.png"/><Relationship Id="rId43" Type="http://schemas.openxmlformats.org/officeDocument/2006/relationships/image" Target="../media/image275.png"/><Relationship Id="rId48" Type="http://schemas.openxmlformats.org/officeDocument/2006/relationships/image" Target="../media/image280.svg"/><Relationship Id="rId8" Type="http://schemas.openxmlformats.org/officeDocument/2006/relationships/image" Target="../media/image238.svg"/><Relationship Id="rId3" Type="http://schemas.openxmlformats.org/officeDocument/2006/relationships/image" Target="../media/image221.png"/><Relationship Id="rId12" Type="http://schemas.openxmlformats.org/officeDocument/2006/relationships/image" Target="../media/image206.svg"/><Relationship Id="rId17" Type="http://schemas.openxmlformats.org/officeDocument/2006/relationships/image" Target="../media/image249.png"/><Relationship Id="rId25" Type="http://schemas.openxmlformats.org/officeDocument/2006/relationships/image" Target="../media/image257.png"/><Relationship Id="rId33" Type="http://schemas.openxmlformats.org/officeDocument/2006/relationships/image" Target="../media/image265.png"/><Relationship Id="rId38" Type="http://schemas.openxmlformats.org/officeDocument/2006/relationships/image" Target="../media/image270.svg"/><Relationship Id="rId46" Type="http://schemas.openxmlformats.org/officeDocument/2006/relationships/image" Target="../media/image278.svg"/><Relationship Id="rId20" Type="http://schemas.openxmlformats.org/officeDocument/2006/relationships/image" Target="../media/image252.svg"/><Relationship Id="rId41" Type="http://schemas.openxmlformats.org/officeDocument/2006/relationships/image" Target="../media/image2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2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6.svg"/><Relationship Id="rId21" Type="http://schemas.openxmlformats.org/officeDocument/2006/relationships/image" Target="../media/image301.png"/><Relationship Id="rId42" Type="http://schemas.openxmlformats.org/officeDocument/2006/relationships/image" Target="../media/image322.svg"/><Relationship Id="rId47" Type="http://schemas.openxmlformats.org/officeDocument/2006/relationships/image" Target="../media/image327.png"/><Relationship Id="rId63" Type="http://schemas.openxmlformats.org/officeDocument/2006/relationships/image" Target="../media/image343.png"/><Relationship Id="rId68" Type="http://schemas.openxmlformats.org/officeDocument/2006/relationships/image" Target="../media/image348.svg"/><Relationship Id="rId16" Type="http://schemas.openxmlformats.org/officeDocument/2006/relationships/image" Target="../media/image296.svg"/><Relationship Id="rId11" Type="http://schemas.openxmlformats.org/officeDocument/2006/relationships/image" Target="../media/image291.png"/><Relationship Id="rId32" Type="http://schemas.openxmlformats.org/officeDocument/2006/relationships/image" Target="../media/image312.svg"/><Relationship Id="rId37" Type="http://schemas.openxmlformats.org/officeDocument/2006/relationships/image" Target="../media/image317.png"/><Relationship Id="rId53" Type="http://schemas.openxmlformats.org/officeDocument/2006/relationships/image" Target="../media/image333.png"/><Relationship Id="rId58" Type="http://schemas.openxmlformats.org/officeDocument/2006/relationships/image" Target="../media/image338.svg"/><Relationship Id="rId74" Type="http://schemas.openxmlformats.org/officeDocument/2006/relationships/image" Target="../media/image354.svg"/><Relationship Id="rId79" Type="http://schemas.openxmlformats.org/officeDocument/2006/relationships/image" Target="../media/image359.png"/><Relationship Id="rId5" Type="http://schemas.openxmlformats.org/officeDocument/2006/relationships/image" Target="../media/image285.png"/><Relationship Id="rId61" Type="http://schemas.openxmlformats.org/officeDocument/2006/relationships/image" Target="../media/image341.png"/><Relationship Id="rId82" Type="http://schemas.openxmlformats.org/officeDocument/2006/relationships/image" Target="../media/image362.svg"/><Relationship Id="rId19" Type="http://schemas.openxmlformats.org/officeDocument/2006/relationships/image" Target="../media/image299.png"/><Relationship Id="rId14" Type="http://schemas.openxmlformats.org/officeDocument/2006/relationships/image" Target="../media/image294.svg"/><Relationship Id="rId22" Type="http://schemas.openxmlformats.org/officeDocument/2006/relationships/image" Target="../media/image302.svg"/><Relationship Id="rId27" Type="http://schemas.openxmlformats.org/officeDocument/2006/relationships/image" Target="../media/image307.png"/><Relationship Id="rId30" Type="http://schemas.openxmlformats.org/officeDocument/2006/relationships/image" Target="../media/image310.svg"/><Relationship Id="rId35" Type="http://schemas.openxmlformats.org/officeDocument/2006/relationships/image" Target="../media/image315.png"/><Relationship Id="rId43" Type="http://schemas.openxmlformats.org/officeDocument/2006/relationships/image" Target="../media/image323.png"/><Relationship Id="rId48" Type="http://schemas.openxmlformats.org/officeDocument/2006/relationships/image" Target="../media/image328.svg"/><Relationship Id="rId56" Type="http://schemas.openxmlformats.org/officeDocument/2006/relationships/image" Target="../media/image336.svg"/><Relationship Id="rId64" Type="http://schemas.openxmlformats.org/officeDocument/2006/relationships/image" Target="../media/image344.svg"/><Relationship Id="rId69" Type="http://schemas.openxmlformats.org/officeDocument/2006/relationships/image" Target="../media/image349.png"/><Relationship Id="rId77" Type="http://schemas.openxmlformats.org/officeDocument/2006/relationships/image" Target="../media/image357.png"/><Relationship Id="rId8" Type="http://schemas.openxmlformats.org/officeDocument/2006/relationships/image" Target="../media/image288.svg"/><Relationship Id="rId51" Type="http://schemas.openxmlformats.org/officeDocument/2006/relationships/image" Target="../media/image331.png"/><Relationship Id="rId72" Type="http://schemas.openxmlformats.org/officeDocument/2006/relationships/image" Target="../media/image352.svg"/><Relationship Id="rId80" Type="http://schemas.openxmlformats.org/officeDocument/2006/relationships/image" Target="../media/image360.svg"/><Relationship Id="rId3" Type="http://schemas.openxmlformats.org/officeDocument/2006/relationships/image" Target="../media/image283.png"/><Relationship Id="rId12" Type="http://schemas.openxmlformats.org/officeDocument/2006/relationships/image" Target="../media/image292.svg"/><Relationship Id="rId17" Type="http://schemas.openxmlformats.org/officeDocument/2006/relationships/image" Target="../media/image297.png"/><Relationship Id="rId25" Type="http://schemas.openxmlformats.org/officeDocument/2006/relationships/image" Target="../media/image305.png"/><Relationship Id="rId33" Type="http://schemas.openxmlformats.org/officeDocument/2006/relationships/image" Target="../media/image313.png"/><Relationship Id="rId38" Type="http://schemas.openxmlformats.org/officeDocument/2006/relationships/image" Target="../media/image318.svg"/><Relationship Id="rId46" Type="http://schemas.openxmlformats.org/officeDocument/2006/relationships/image" Target="../media/image326.svg"/><Relationship Id="rId59" Type="http://schemas.openxmlformats.org/officeDocument/2006/relationships/image" Target="../media/image339.png"/><Relationship Id="rId67" Type="http://schemas.openxmlformats.org/officeDocument/2006/relationships/image" Target="../media/image347.png"/><Relationship Id="rId20" Type="http://schemas.openxmlformats.org/officeDocument/2006/relationships/image" Target="../media/image300.svg"/><Relationship Id="rId41" Type="http://schemas.openxmlformats.org/officeDocument/2006/relationships/image" Target="../media/image321.png"/><Relationship Id="rId54" Type="http://schemas.openxmlformats.org/officeDocument/2006/relationships/image" Target="../media/image334.svg"/><Relationship Id="rId62" Type="http://schemas.openxmlformats.org/officeDocument/2006/relationships/image" Target="../media/image342.svg"/><Relationship Id="rId70" Type="http://schemas.openxmlformats.org/officeDocument/2006/relationships/image" Target="../media/image350.svg"/><Relationship Id="rId75" Type="http://schemas.openxmlformats.org/officeDocument/2006/relationships/image" Target="../media/image3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6.svg"/><Relationship Id="rId15" Type="http://schemas.openxmlformats.org/officeDocument/2006/relationships/image" Target="../media/image295.png"/><Relationship Id="rId23" Type="http://schemas.openxmlformats.org/officeDocument/2006/relationships/image" Target="../media/image303.png"/><Relationship Id="rId28" Type="http://schemas.openxmlformats.org/officeDocument/2006/relationships/image" Target="../media/image308.svg"/><Relationship Id="rId36" Type="http://schemas.openxmlformats.org/officeDocument/2006/relationships/image" Target="../media/image316.svg"/><Relationship Id="rId49" Type="http://schemas.openxmlformats.org/officeDocument/2006/relationships/image" Target="../media/image329.png"/><Relationship Id="rId57" Type="http://schemas.openxmlformats.org/officeDocument/2006/relationships/image" Target="../media/image337.png"/><Relationship Id="rId10" Type="http://schemas.openxmlformats.org/officeDocument/2006/relationships/image" Target="../media/image290.svg"/><Relationship Id="rId31" Type="http://schemas.openxmlformats.org/officeDocument/2006/relationships/image" Target="../media/image311.png"/><Relationship Id="rId44" Type="http://schemas.openxmlformats.org/officeDocument/2006/relationships/image" Target="../media/image324.svg"/><Relationship Id="rId52" Type="http://schemas.openxmlformats.org/officeDocument/2006/relationships/image" Target="../media/image332.svg"/><Relationship Id="rId60" Type="http://schemas.openxmlformats.org/officeDocument/2006/relationships/image" Target="../media/image340.svg"/><Relationship Id="rId65" Type="http://schemas.openxmlformats.org/officeDocument/2006/relationships/image" Target="../media/image345.png"/><Relationship Id="rId73" Type="http://schemas.openxmlformats.org/officeDocument/2006/relationships/image" Target="../media/image353.png"/><Relationship Id="rId78" Type="http://schemas.openxmlformats.org/officeDocument/2006/relationships/image" Target="../media/image358.svg"/><Relationship Id="rId81" Type="http://schemas.openxmlformats.org/officeDocument/2006/relationships/image" Target="../media/image361.png"/><Relationship Id="rId4" Type="http://schemas.openxmlformats.org/officeDocument/2006/relationships/image" Target="../media/image284.svg"/><Relationship Id="rId9" Type="http://schemas.openxmlformats.org/officeDocument/2006/relationships/image" Target="../media/image289.png"/><Relationship Id="rId13" Type="http://schemas.openxmlformats.org/officeDocument/2006/relationships/image" Target="../media/image293.png"/><Relationship Id="rId18" Type="http://schemas.openxmlformats.org/officeDocument/2006/relationships/image" Target="../media/image298.svg"/><Relationship Id="rId39" Type="http://schemas.openxmlformats.org/officeDocument/2006/relationships/image" Target="../media/image319.png"/><Relationship Id="rId34" Type="http://schemas.openxmlformats.org/officeDocument/2006/relationships/image" Target="../media/image314.svg"/><Relationship Id="rId50" Type="http://schemas.openxmlformats.org/officeDocument/2006/relationships/image" Target="../media/image330.svg"/><Relationship Id="rId55" Type="http://schemas.openxmlformats.org/officeDocument/2006/relationships/image" Target="../media/image335.png"/><Relationship Id="rId76" Type="http://schemas.openxmlformats.org/officeDocument/2006/relationships/image" Target="../media/image356.svg"/><Relationship Id="rId7" Type="http://schemas.openxmlformats.org/officeDocument/2006/relationships/image" Target="../media/image287.png"/><Relationship Id="rId71" Type="http://schemas.openxmlformats.org/officeDocument/2006/relationships/image" Target="../media/image351.png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309.png"/><Relationship Id="rId24" Type="http://schemas.openxmlformats.org/officeDocument/2006/relationships/image" Target="../media/image304.svg"/><Relationship Id="rId40" Type="http://schemas.openxmlformats.org/officeDocument/2006/relationships/image" Target="../media/image320.svg"/><Relationship Id="rId45" Type="http://schemas.openxmlformats.org/officeDocument/2006/relationships/image" Target="../media/image325.png"/><Relationship Id="rId66" Type="http://schemas.openxmlformats.org/officeDocument/2006/relationships/image" Target="../media/image346.sv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1.png"/><Relationship Id="rId18" Type="http://schemas.openxmlformats.org/officeDocument/2006/relationships/image" Target="../media/image376.svg"/><Relationship Id="rId26" Type="http://schemas.openxmlformats.org/officeDocument/2006/relationships/image" Target="../media/image384.svg"/><Relationship Id="rId3" Type="http://schemas.openxmlformats.org/officeDocument/2006/relationships/image" Target="../media/image363.png"/><Relationship Id="rId21" Type="http://schemas.openxmlformats.org/officeDocument/2006/relationships/image" Target="../media/image379.png"/><Relationship Id="rId34" Type="http://schemas.openxmlformats.org/officeDocument/2006/relationships/image" Target="../media/image392.svg"/><Relationship Id="rId7" Type="http://schemas.openxmlformats.org/officeDocument/2006/relationships/image" Target="../media/image365.png"/><Relationship Id="rId12" Type="http://schemas.openxmlformats.org/officeDocument/2006/relationships/image" Target="../media/image370.svg"/><Relationship Id="rId17" Type="http://schemas.openxmlformats.org/officeDocument/2006/relationships/image" Target="../media/image375.png"/><Relationship Id="rId25" Type="http://schemas.openxmlformats.org/officeDocument/2006/relationships/image" Target="../media/image383.png"/><Relationship Id="rId33" Type="http://schemas.openxmlformats.org/officeDocument/2006/relationships/image" Target="../media/image39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74.svg"/><Relationship Id="rId20" Type="http://schemas.openxmlformats.org/officeDocument/2006/relationships/image" Target="../media/image378.svg"/><Relationship Id="rId29" Type="http://schemas.openxmlformats.org/officeDocument/2006/relationships/image" Target="../media/image3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6.svg"/><Relationship Id="rId11" Type="http://schemas.openxmlformats.org/officeDocument/2006/relationships/image" Target="../media/image369.png"/><Relationship Id="rId24" Type="http://schemas.openxmlformats.org/officeDocument/2006/relationships/image" Target="../media/image382.svg"/><Relationship Id="rId32" Type="http://schemas.openxmlformats.org/officeDocument/2006/relationships/image" Target="../media/image390.svg"/><Relationship Id="rId5" Type="http://schemas.openxmlformats.org/officeDocument/2006/relationships/image" Target="../media/image305.png"/><Relationship Id="rId15" Type="http://schemas.openxmlformats.org/officeDocument/2006/relationships/image" Target="../media/image373.png"/><Relationship Id="rId23" Type="http://schemas.openxmlformats.org/officeDocument/2006/relationships/image" Target="../media/image381.png"/><Relationship Id="rId28" Type="http://schemas.openxmlformats.org/officeDocument/2006/relationships/image" Target="../media/image386.svg"/><Relationship Id="rId36" Type="http://schemas.openxmlformats.org/officeDocument/2006/relationships/image" Target="../media/image394.svg"/><Relationship Id="rId10" Type="http://schemas.openxmlformats.org/officeDocument/2006/relationships/image" Target="../media/image368.svg"/><Relationship Id="rId19" Type="http://schemas.openxmlformats.org/officeDocument/2006/relationships/image" Target="../media/image377.png"/><Relationship Id="rId31" Type="http://schemas.openxmlformats.org/officeDocument/2006/relationships/image" Target="../media/image389.png"/><Relationship Id="rId4" Type="http://schemas.openxmlformats.org/officeDocument/2006/relationships/image" Target="../media/image364.svg"/><Relationship Id="rId9" Type="http://schemas.openxmlformats.org/officeDocument/2006/relationships/image" Target="../media/image367.png"/><Relationship Id="rId14" Type="http://schemas.openxmlformats.org/officeDocument/2006/relationships/image" Target="../media/image372.svg"/><Relationship Id="rId22" Type="http://schemas.openxmlformats.org/officeDocument/2006/relationships/image" Target="../media/image380.svg"/><Relationship Id="rId27" Type="http://schemas.openxmlformats.org/officeDocument/2006/relationships/image" Target="../media/image385.png"/><Relationship Id="rId30" Type="http://schemas.openxmlformats.org/officeDocument/2006/relationships/image" Target="../media/image388.svg"/><Relationship Id="rId35" Type="http://schemas.openxmlformats.org/officeDocument/2006/relationships/image" Target="../media/image393.png"/><Relationship Id="rId8" Type="http://schemas.openxmlformats.org/officeDocument/2006/relationships/image" Target="../media/image366.sv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jpeg"/><Relationship Id="rId13" Type="http://schemas.openxmlformats.org/officeDocument/2006/relationships/image" Target="../media/image408.jpeg"/><Relationship Id="rId3" Type="http://schemas.openxmlformats.org/officeDocument/2006/relationships/image" Target="../media/image398.jpeg"/><Relationship Id="rId7" Type="http://schemas.openxmlformats.org/officeDocument/2006/relationships/image" Target="../media/image402.jpeg"/><Relationship Id="rId12" Type="http://schemas.openxmlformats.org/officeDocument/2006/relationships/image" Target="../media/image407.jpeg"/><Relationship Id="rId2" Type="http://schemas.openxmlformats.org/officeDocument/2006/relationships/image" Target="../media/image3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1.jpeg"/><Relationship Id="rId11" Type="http://schemas.openxmlformats.org/officeDocument/2006/relationships/image" Target="../media/image406.jpeg"/><Relationship Id="rId5" Type="http://schemas.openxmlformats.org/officeDocument/2006/relationships/image" Target="../media/image400.jpeg"/><Relationship Id="rId10" Type="http://schemas.openxmlformats.org/officeDocument/2006/relationships/image" Target="../media/image405.jpeg"/><Relationship Id="rId4" Type="http://schemas.openxmlformats.org/officeDocument/2006/relationships/image" Target="../media/image399.jpeg"/><Relationship Id="rId9" Type="http://schemas.openxmlformats.org/officeDocument/2006/relationships/image" Target="../media/image404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9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6.svg"/><Relationship Id="rId13" Type="http://schemas.openxmlformats.org/officeDocument/2006/relationships/image" Target="../media/image421.png"/><Relationship Id="rId18" Type="http://schemas.openxmlformats.org/officeDocument/2006/relationships/image" Target="../media/image426.svg"/><Relationship Id="rId3" Type="http://schemas.openxmlformats.org/officeDocument/2006/relationships/image" Target="../media/image411.png"/><Relationship Id="rId7" Type="http://schemas.openxmlformats.org/officeDocument/2006/relationships/image" Target="../media/image415.png"/><Relationship Id="rId12" Type="http://schemas.openxmlformats.org/officeDocument/2006/relationships/image" Target="../media/image420.svg"/><Relationship Id="rId17" Type="http://schemas.openxmlformats.org/officeDocument/2006/relationships/image" Target="../media/image42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24.svg"/><Relationship Id="rId20" Type="http://schemas.openxmlformats.org/officeDocument/2006/relationships/image" Target="../media/image4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4.svg"/><Relationship Id="rId11" Type="http://schemas.openxmlformats.org/officeDocument/2006/relationships/image" Target="../media/image419.png"/><Relationship Id="rId5" Type="http://schemas.openxmlformats.org/officeDocument/2006/relationships/image" Target="../media/image413.png"/><Relationship Id="rId15" Type="http://schemas.openxmlformats.org/officeDocument/2006/relationships/image" Target="../media/image423.png"/><Relationship Id="rId10" Type="http://schemas.openxmlformats.org/officeDocument/2006/relationships/image" Target="../media/image418.svg"/><Relationship Id="rId19" Type="http://schemas.openxmlformats.org/officeDocument/2006/relationships/image" Target="../media/image427.png"/><Relationship Id="rId4" Type="http://schemas.openxmlformats.org/officeDocument/2006/relationships/image" Target="../media/image412.svg"/><Relationship Id="rId9" Type="http://schemas.openxmlformats.org/officeDocument/2006/relationships/image" Target="../media/image417.png"/><Relationship Id="rId14" Type="http://schemas.openxmlformats.org/officeDocument/2006/relationships/image" Target="../media/image422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svg"/><Relationship Id="rId13" Type="http://schemas.openxmlformats.org/officeDocument/2006/relationships/image" Target="../media/image439.png"/><Relationship Id="rId18" Type="http://schemas.openxmlformats.org/officeDocument/2006/relationships/image" Target="../media/image444.svg"/><Relationship Id="rId3" Type="http://schemas.openxmlformats.org/officeDocument/2006/relationships/image" Target="../media/image429.png"/><Relationship Id="rId7" Type="http://schemas.openxmlformats.org/officeDocument/2006/relationships/image" Target="../media/image433.png"/><Relationship Id="rId12" Type="http://schemas.openxmlformats.org/officeDocument/2006/relationships/image" Target="../media/image438.svg"/><Relationship Id="rId17" Type="http://schemas.openxmlformats.org/officeDocument/2006/relationships/image" Target="../media/image44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42.svg"/><Relationship Id="rId20" Type="http://schemas.openxmlformats.org/officeDocument/2006/relationships/image" Target="../media/image44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2.svg"/><Relationship Id="rId11" Type="http://schemas.openxmlformats.org/officeDocument/2006/relationships/image" Target="../media/image437.png"/><Relationship Id="rId5" Type="http://schemas.openxmlformats.org/officeDocument/2006/relationships/image" Target="../media/image431.png"/><Relationship Id="rId15" Type="http://schemas.openxmlformats.org/officeDocument/2006/relationships/image" Target="../media/image441.png"/><Relationship Id="rId10" Type="http://schemas.openxmlformats.org/officeDocument/2006/relationships/image" Target="../media/image436.svg"/><Relationship Id="rId19" Type="http://schemas.openxmlformats.org/officeDocument/2006/relationships/image" Target="../media/image445.png"/><Relationship Id="rId4" Type="http://schemas.openxmlformats.org/officeDocument/2006/relationships/image" Target="../media/image430.svg"/><Relationship Id="rId9" Type="http://schemas.openxmlformats.org/officeDocument/2006/relationships/image" Target="../media/image435.png"/><Relationship Id="rId14" Type="http://schemas.openxmlformats.org/officeDocument/2006/relationships/image" Target="../media/image440.sv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7.png"/><Relationship Id="rId18" Type="http://schemas.openxmlformats.org/officeDocument/2006/relationships/image" Target="../media/image462.svg"/><Relationship Id="rId26" Type="http://schemas.openxmlformats.org/officeDocument/2006/relationships/image" Target="../media/image470.svg"/><Relationship Id="rId3" Type="http://schemas.openxmlformats.org/officeDocument/2006/relationships/image" Target="../media/image447.png"/><Relationship Id="rId21" Type="http://schemas.openxmlformats.org/officeDocument/2006/relationships/image" Target="../media/image465.png"/><Relationship Id="rId34" Type="http://schemas.openxmlformats.org/officeDocument/2006/relationships/image" Target="../media/image478.svg"/><Relationship Id="rId7" Type="http://schemas.openxmlformats.org/officeDocument/2006/relationships/image" Target="../media/image451.png"/><Relationship Id="rId12" Type="http://schemas.openxmlformats.org/officeDocument/2006/relationships/image" Target="../media/image456.svg"/><Relationship Id="rId17" Type="http://schemas.openxmlformats.org/officeDocument/2006/relationships/image" Target="../media/image461.png"/><Relationship Id="rId25" Type="http://schemas.openxmlformats.org/officeDocument/2006/relationships/image" Target="../media/image469.png"/><Relationship Id="rId33" Type="http://schemas.openxmlformats.org/officeDocument/2006/relationships/image" Target="../media/image47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60.svg"/><Relationship Id="rId20" Type="http://schemas.openxmlformats.org/officeDocument/2006/relationships/image" Target="../media/image464.svg"/><Relationship Id="rId29" Type="http://schemas.openxmlformats.org/officeDocument/2006/relationships/image" Target="../media/image4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0.svg"/><Relationship Id="rId11" Type="http://schemas.openxmlformats.org/officeDocument/2006/relationships/image" Target="../media/image455.png"/><Relationship Id="rId24" Type="http://schemas.openxmlformats.org/officeDocument/2006/relationships/image" Target="../media/image468.svg"/><Relationship Id="rId32" Type="http://schemas.openxmlformats.org/officeDocument/2006/relationships/image" Target="../media/image476.svg"/><Relationship Id="rId5" Type="http://schemas.openxmlformats.org/officeDocument/2006/relationships/image" Target="../media/image449.png"/><Relationship Id="rId15" Type="http://schemas.openxmlformats.org/officeDocument/2006/relationships/image" Target="../media/image459.png"/><Relationship Id="rId23" Type="http://schemas.openxmlformats.org/officeDocument/2006/relationships/image" Target="../media/image467.png"/><Relationship Id="rId28" Type="http://schemas.openxmlformats.org/officeDocument/2006/relationships/image" Target="../media/image472.svg"/><Relationship Id="rId36" Type="http://schemas.openxmlformats.org/officeDocument/2006/relationships/image" Target="../media/image480.svg"/><Relationship Id="rId10" Type="http://schemas.openxmlformats.org/officeDocument/2006/relationships/image" Target="../media/image454.svg"/><Relationship Id="rId19" Type="http://schemas.openxmlformats.org/officeDocument/2006/relationships/image" Target="../media/image463.png"/><Relationship Id="rId31" Type="http://schemas.openxmlformats.org/officeDocument/2006/relationships/image" Target="../media/image475.png"/><Relationship Id="rId4" Type="http://schemas.openxmlformats.org/officeDocument/2006/relationships/image" Target="../media/image448.svg"/><Relationship Id="rId9" Type="http://schemas.openxmlformats.org/officeDocument/2006/relationships/image" Target="../media/image453.png"/><Relationship Id="rId14" Type="http://schemas.openxmlformats.org/officeDocument/2006/relationships/image" Target="../media/image458.svg"/><Relationship Id="rId22" Type="http://schemas.openxmlformats.org/officeDocument/2006/relationships/image" Target="../media/image466.svg"/><Relationship Id="rId27" Type="http://schemas.openxmlformats.org/officeDocument/2006/relationships/image" Target="../media/image471.png"/><Relationship Id="rId30" Type="http://schemas.openxmlformats.org/officeDocument/2006/relationships/image" Target="../media/image474.svg"/><Relationship Id="rId35" Type="http://schemas.openxmlformats.org/officeDocument/2006/relationships/image" Target="../media/image479.png"/><Relationship Id="rId8" Type="http://schemas.openxmlformats.org/officeDocument/2006/relationships/image" Target="../media/image452.sv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svg"/><Relationship Id="rId13" Type="http://schemas.openxmlformats.org/officeDocument/2006/relationships/image" Target="../media/image491.png"/><Relationship Id="rId18" Type="http://schemas.openxmlformats.org/officeDocument/2006/relationships/image" Target="../media/image496.svg"/><Relationship Id="rId26" Type="http://schemas.openxmlformats.org/officeDocument/2006/relationships/image" Target="../media/image504.svg"/><Relationship Id="rId3" Type="http://schemas.openxmlformats.org/officeDocument/2006/relationships/image" Target="../media/image481.png"/><Relationship Id="rId21" Type="http://schemas.openxmlformats.org/officeDocument/2006/relationships/image" Target="../media/image499.png"/><Relationship Id="rId7" Type="http://schemas.openxmlformats.org/officeDocument/2006/relationships/image" Target="../media/image485.png"/><Relationship Id="rId12" Type="http://schemas.openxmlformats.org/officeDocument/2006/relationships/image" Target="../media/image490.svg"/><Relationship Id="rId17" Type="http://schemas.openxmlformats.org/officeDocument/2006/relationships/image" Target="../media/image495.png"/><Relationship Id="rId25" Type="http://schemas.openxmlformats.org/officeDocument/2006/relationships/image" Target="../media/image50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94.svg"/><Relationship Id="rId20" Type="http://schemas.openxmlformats.org/officeDocument/2006/relationships/image" Target="../media/image49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4.svg"/><Relationship Id="rId11" Type="http://schemas.openxmlformats.org/officeDocument/2006/relationships/image" Target="../media/image489.png"/><Relationship Id="rId24" Type="http://schemas.openxmlformats.org/officeDocument/2006/relationships/image" Target="../media/image502.svg"/><Relationship Id="rId5" Type="http://schemas.openxmlformats.org/officeDocument/2006/relationships/image" Target="../media/image483.png"/><Relationship Id="rId15" Type="http://schemas.openxmlformats.org/officeDocument/2006/relationships/image" Target="../media/image493.png"/><Relationship Id="rId23" Type="http://schemas.openxmlformats.org/officeDocument/2006/relationships/image" Target="../media/image501.png"/><Relationship Id="rId28" Type="http://schemas.openxmlformats.org/officeDocument/2006/relationships/image" Target="../media/image506.svg"/><Relationship Id="rId10" Type="http://schemas.openxmlformats.org/officeDocument/2006/relationships/image" Target="../media/image488.svg"/><Relationship Id="rId19" Type="http://schemas.openxmlformats.org/officeDocument/2006/relationships/image" Target="../media/image497.png"/><Relationship Id="rId4" Type="http://schemas.openxmlformats.org/officeDocument/2006/relationships/image" Target="../media/image482.svg"/><Relationship Id="rId9" Type="http://schemas.openxmlformats.org/officeDocument/2006/relationships/image" Target="../media/image487.png"/><Relationship Id="rId14" Type="http://schemas.openxmlformats.org/officeDocument/2006/relationships/image" Target="../media/image492.svg"/><Relationship Id="rId22" Type="http://schemas.openxmlformats.org/officeDocument/2006/relationships/image" Target="../media/image500.svg"/><Relationship Id="rId27" Type="http://schemas.openxmlformats.org/officeDocument/2006/relationships/image" Target="../media/image50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4.svg"/><Relationship Id="rId13" Type="http://schemas.openxmlformats.org/officeDocument/2006/relationships/image" Target="../media/image511.png"/><Relationship Id="rId3" Type="http://schemas.openxmlformats.org/officeDocument/2006/relationships/image" Target="../media/image501.png"/><Relationship Id="rId7" Type="http://schemas.openxmlformats.org/officeDocument/2006/relationships/image" Target="../media/image503.png"/><Relationship Id="rId12" Type="http://schemas.openxmlformats.org/officeDocument/2006/relationships/image" Target="../media/image51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8.svg"/><Relationship Id="rId11" Type="http://schemas.openxmlformats.org/officeDocument/2006/relationships/image" Target="../media/image509.png"/><Relationship Id="rId5" Type="http://schemas.openxmlformats.org/officeDocument/2006/relationships/image" Target="../media/image507.png"/><Relationship Id="rId10" Type="http://schemas.openxmlformats.org/officeDocument/2006/relationships/image" Target="../media/image506.svg"/><Relationship Id="rId4" Type="http://schemas.openxmlformats.org/officeDocument/2006/relationships/image" Target="../media/image502.svg"/><Relationship Id="rId9" Type="http://schemas.openxmlformats.org/officeDocument/2006/relationships/image" Target="../media/image505.png"/><Relationship Id="rId14" Type="http://schemas.openxmlformats.org/officeDocument/2006/relationships/image" Target="../media/image512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8.svg"/><Relationship Id="rId13" Type="http://schemas.openxmlformats.org/officeDocument/2006/relationships/image" Target="../media/image523.png"/><Relationship Id="rId18" Type="http://schemas.openxmlformats.org/officeDocument/2006/relationships/image" Target="../media/image526.svg"/><Relationship Id="rId3" Type="http://schemas.openxmlformats.org/officeDocument/2006/relationships/image" Target="../media/image513.png"/><Relationship Id="rId7" Type="http://schemas.openxmlformats.org/officeDocument/2006/relationships/image" Target="../media/image517.png"/><Relationship Id="rId12" Type="http://schemas.openxmlformats.org/officeDocument/2006/relationships/image" Target="../media/image522.svg"/><Relationship Id="rId17" Type="http://schemas.openxmlformats.org/officeDocument/2006/relationships/image" Target="../media/image525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08.svg"/><Relationship Id="rId20" Type="http://schemas.openxmlformats.org/officeDocument/2006/relationships/image" Target="../media/image5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6.svg"/><Relationship Id="rId11" Type="http://schemas.openxmlformats.org/officeDocument/2006/relationships/image" Target="../media/image521.png"/><Relationship Id="rId5" Type="http://schemas.openxmlformats.org/officeDocument/2006/relationships/image" Target="../media/image515.png"/><Relationship Id="rId15" Type="http://schemas.openxmlformats.org/officeDocument/2006/relationships/image" Target="../media/image507.png"/><Relationship Id="rId10" Type="http://schemas.openxmlformats.org/officeDocument/2006/relationships/image" Target="../media/image520.svg"/><Relationship Id="rId19" Type="http://schemas.openxmlformats.org/officeDocument/2006/relationships/image" Target="../media/image527.png"/><Relationship Id="rId4" Type="http://schemas.openxmlformats.org/officeDocument/2006/relationships/image" Target="../media/image514.svg"/><Relationship Id="rId9" Type="http://schemas.openxmlformats.org/officeDocument/2006/relationships/image" Target="../media/image519.png"/><Relationship Id="rId14" Type="http://schemas.openxmlformats.org/officeDocument/2006/relationships/image" Target="../media/image524.sv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29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30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9.png"/><Relationship Id="rId18" Type="http://schemas.openxmlformats.org/officeDocument/2006/relationships/image" Target="../media/image544.svg"/><Relationship Id="rId26" Type="http://schemas.openxmlformats.org/officeDocument/2006/relationships/image" Target="../media/image552.svg"/><Relationship Id="rId39" Type="http://schemas.openxmlformats.org/officeDocument/2006/relationships/image" Target="../media/image563.png"/><Relationship Id="rId21" Type="http://schemas.openxmlformats.org/officeDocument/2006/relationships/image" Target="../media/image547.png"/><Relationship Id="rId34" Type="http://schemas.openxmlformats.org/officeDocument/2006/relationships/image" Target="../media/image522.svg"/><Relationship Id="rId42" Type="http://schemas.openxmlformats.org/officeDocument/2006/relationships/image" Target="../media/image566.svg"/><Relationship Id="rId47" Type="http://schemas.openxmlformats.org/officeDocument/2006/relationships/image" Target="../media/image569.png"/><Relationship Id="rId50" Type="http://schemas.openxmlformats.org/officeDocument/2006/relationships/image" Target="../media/image572.svg"/><Relationship Id="rId55" Type="http://schemas.openxmlformats.org/officeDocument/2006/relationships/image" Target="../media/image577.png"/><Relationship Id="rId7" Type="http://schemas.openxmlformats.org/officeDocument/2006/relationships/image" Target="../media/image53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542.svg"/><Relationship Id="rId29" Type="http://schemas.openxmlformats.org/officeDocument/2006/relationships/image" Target="../media/image555.png"/><Relationship Id="rId11" Type="http://schemas.openxmlformats.org/officeDocument/2006/relationships/image" Target="../media/image41.png"/><Relationship Id="rId24" Type="http://schemas.openxmlformats.org/officeDocument/2006/relationships/image" Target="../media/image550.svg"/><Relationship Id="rId32" Type="http://schemas.openxmlformats.org/officeDocument/2006/relationships/image" Target="../media/image558.svg"/><Relationship Id="rId37" Type="http://schemas.openxmlformats.org/officeDocument/2006/relationships/image" Target="../media/image561.png"/><Relationship Id="rId40" Type="http://schemas.openxmlformats.org/officeDocument/2006/relationships/image" Target="../media/image564.svg"/><Relationship Id="rId45" Type="http://schemas.openxmlformats.org/officeDocument/2006/relationships/image" Target="../media/image497.png"/><Relationship Id="rId53" Type="http://schemas.openxmlformats.org/officeDocument/2006/relationships/image" Target="../media/image575.png"/><Relationship Id="rId58" Type="http://schemas.openxmlformats.org/officeDocument/2006/relationships/image" Target="../media/image580.svg"/><Relationship Id="rId5" Type="http://schemas.openxmlformats.org/officeDocument/2006/relationships/image" Target="../media/image533.png"/><Relationship Id="rId19" Type="http://schemas.openxmlformats.org/officeDocument/2006/relationships/image" Target="../media/image545.png"/><Relationship Id="rId4" Type="http://schemas.openxmlformats.org/officeDocument/2006/relationships/image" Target="../media/image532.svg"/><Relationship Id="rId9" Type="http://schemas.openxmlformats.org/officeDocument/2006/relationships/image" Target="../media/image537.png"/><Relationship Id="rId14" Type="http://schemas.openxmlformats.org/officeDocument/2006/relationships/image" Target="../media/image540.svg"/><Relationship Id="rId22" Type="http://schemas.openxmlformats.org/officeDocument/2006/relationships/image" Target="../media/image548.svg"/><Relationship Id="rId27" Type="http://schemas.openxmlformats.org/officeDocument/2006/relationships/image" Target="../media/image553.png"/><Relationship Id="rId30" Type="http://schemas.openxmlformats.org/officeDocument/2006/relationships/image" Target="../media/image556.svg"/><Relationship Id="rId35" Type="http://schemas.openxmlformats.org/officeDocument/2006/relationships/image" Target="../media/image559.png"/><Relationship Id="rId43" Type="http://schemas.openxmlformats.org/officeDocument/2006/relationships/image" Target="../media/image567.png"/><Relationship Id="rId48" Type="http://schemas.openxmlformats.org/officeDocument/2006/relationships/image" Target="../media/image570.svg"/><Relationship Id="rId56" Type="http://schemas.openxmlformats.org/officeDocument/2006/relationships/image" Target="../media/image578.svg"/><Relationship Id="rId8" Type="http://schemas.openxmlformats.org/officeDocument/2006/relationships/image" Target="../media/image536.svg"/><Relationship Id="rId51" Type="http://schemas.openxmlformats.org/officeDocument/2006/relationships/image" Target="../media/image573.png"/><Relationship Id="rId3" Type="http://schemas.openxmlformats.org/officeDocument/2006/relationships/image" Target="../media/image531.png"/><Relationship Id="rId12" Type="http://schemas.openxmlformats.org/officeDocument/2006/relationships/image" Target="../media/image42.svg"/><Relationship Id="rId17" Type="http://schemas.openxmlformats.org/officeDocument/2006/relationships/image" Target="../media/image543.png"/><Relationship Id="rId25" Type="http://schemas.openxmlformats.org/officeDocument/2006/relationships/image" Target="../media/image551.png"/><Relationship Id="rId33" Type="http://schemas.openxmlformats.org/officeDocument/2006/relationships/image" Target="../media/image521.png"/><Relationship Id="rId38" Type="http://schemas.openxmlformats.org/officeDocument/2006/relationships/image" Target="../media/image562.svg"/><Relationship Id="rId46" Type="http://schemas.openxmlformats.org/officeDocument/2006/relationships/image" Target="../media/image498.svg"/><Relationship Id="rId20" Type="http://schemas.openxmlformats.org/officeDocument/2006/relationships/image" Target="../media/image546.svg"/><Relationship Id="rId41" Type="http://schemas.openxmlformats.org/officeDocument/2006/relationships/image" Target="../media/image565.png"/><Relationship Id="rId54" Type="http://schemas.openxmlformats.org/officeDocument/2006/relationships/image" Target="../media/image57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4.svg"/><Relationship Id="rId15" Type="http://schemas.openxmlformats.org/officeDocument/2006/relationships/image" Target="../media/image541.png"/><Relationship Id="rId23" Type="http://schemas.openxmlformats.org/officeDocument/2006/relationships/image" Target="../media/image549.png"/><Relationship Id="rId28" Type="http://schemas.openxmlformats.org/officeDocument/2006/relationships/image" Target="../media/image554.svg"/><Relationship Id="rId36" Type="http://schemas.openxmlformats.org/officeDocument/2006/relationships/image" Target="../media/image560.svg"/><Relationship Id="rId49" Type="http://schemas.openxmlformats.org/officeDocument/2006/relationships/image" Target="../media/image571.png"/><Relationship Id="rId57" Type="http://schemas.openxmlformats.org/officeDocument/2006/relationships/image" Target="../media/image579.png"/><Relationship Id="rId10" Type="http://schemas.openxmlformats.org/officeDocument/2006/relationships/image" Target="../media/image538.svg"/><Relationship Id="rId31" Type="http://schemas.openxmlformats.org/officeDocument/2006/relationships/image" Target="../media/image557.png"/><Relationship Id="rId44" Type="http://schemas.openxmlformats.org/officeDocument/2006/relationships/image" Target="../media/image568.svg"/><Relationship Id="rId52" Type="http://schemas.openxmlformats.org/officeDocument/2006/relationships/image" Target="../media/image574.sv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7.png"/><Relationship Id="rId18" Type="http://schemas.openxmlformats.org/officeDocument/2006/relationships/image" Target="../media/image560.svg"/><Relationship Id="rId26" Type="http://schemas.openxmlformats.org/officeDocument/2006/relationships/image" Target="../media/image568.svg"/><Relationship Id="rId39" Type="http://schemas.openxmlformats.org/officeDocument/2006/relationships/image" Target="../media/image591.png"/><Relationship Id="rId21" Type="http://schemas.openxmlformats.org/officeDocument/2006/relationships/image" Target="../media/image563.png"/><Relationship Id="rId34" Type="http://schemas.openxmlformats.org/officeDocument/2006/relationships/image" Target="../media/image586.svg"/><Relationship Id="rId42" Type="http://schemas.openxmlformats.org/officeDocument/2006/relationships/image" Target="../media/image594.svg"/><Relationship Id="rId47" Type="http://schemas.openxmlformats.org/officeDocument/2006/relationships/image" Target="../media/image599.png"/><Relationship Id="rId7" Type="http://schemas.openxmlformats.org/officeDocument/2006/relationships/image" Target="../media/image56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522.svg"/><Relationship Id="rId29" Type="http://schemas.openxmlformats.org/officeDocument/2006/relationships/image" Target="../media/image5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2.svg"/><Relationship Id="rId11" Type="http://schemas.openxmlformats.org/officeDocument/2006/relationships/image" Target="../media/image583.png"/><Relationship Id="rId24" Type="http://schemas.openxmlformats.org/officeDocument/2006/relationships/image" Target="../media/image566.svg"/><Relationship Id="rId32" Type="http://schemas.openxmlformats.org/officeDocument/2006/relationships/image" Target="../media/image574.svg"/><Relationship Id="rId37" Type="http://schemas.openxmlformats.org/officeDocument/2006/relationships/image" Target="../media/image589.png"/><Relationship Id="rId40" Type="http://schemas.openxmlformats.org/officeDocument/2006/relationships/image" Target="../media/image592.svg"/><Relationship Id="rId45" Type="http://schemas.openxmlformats.org/officeDocument/2006/relationships/image" Target="../media/image597.png"/><Relationship Id="rId5" Type="http://schemas.openxmlformats.org/officeDocument/2006/relationships/image" Target="../media/image541.png"/><Relationship Id="rId15" Type="http://schemas.openxmlformats.org/officeDocument/2006/relationships/image" Target="../media/image521.png"/><Relationship Id="rId23" Type="http://schemas.openxmlformats.org/officeDocument/2006/relationships/image" Target="../media/image565.png"/><Relationship Id="rId28" Type="http://schemas.openxmlformats.org/officeDocument/2006/relationships/image" Target="../media/image498.svg"/><Relationship Id="rId36" Type="http://schemas.openxmlformats.org/officeDocument/2006/relationships/image" Target="../media/image588.svg"/><Relationship Id="rId10" Type="http://schemas.openxmlformats.org/officeDocument/2006/relationships/image" Target="../media/image582.svg"/><Relationship Id="rId19" Type="http://schemas.openxmlformats.org/officeDocument/2006/relationships/image" Target="../media/image561.png"/><Relationship Id="rId31" Type="http://schemas.openxmlformats.org/officeDocument/2006/relationships/image" Target="../media/image573.png"/><Relationship Id="rId44" Type="http://schemas.openxmlformats.org/officeDocument/2006/relationships/image" Target="../media/image596.svg"/><Relationship Id="rId4" Type="http://schemas.openxmlformats.org/officeDocument/2006/relationships/image" Target="../media/image540.svg"/><Relationship Id="rId9" Type="http://schemas.openxmlformats.org/officeDocument/2006/relationships/image" Target="../media/image581.png"/><Relationship Id="rId14" Type="http://schemas.openxmlformats.org/officeDocument/2006/relationships/image" Target="../media/image558.svg"/><Relationship Id="rId22" Type="http://schemas.openxmlformats.org/officeDocument/2006/relationships/image" Target="../media/image564.svg"/><Relationship Id="rId27" Type="http://schemas.openxmlformats.org/officeDocument/2006/relationships/image" Target="../media/image497.png"/><Relationship Id="rId30" Type="http://schemas.openxmlformats.org/officeDocument/2006/relationships/image" Target="../media/image572.svg"/><Relationship Id="rId35" Type="http://schemas.openxmlformats.org/officeDocument/2006/relationships/image" Target="../media/image587.png"/><Relationship Id="rId43" Type="http://schemas.openxmlformats.org/officeDocument/2006/relationships/image" Target="../media/image595.png"/><Relationship Id="rId48" Type="http://schemas.openxmlformats.org/officeDocument/2006/relationships/image" Target="../media/image600.svg"/><Relationship Id="rId8" Type="http://schemas.openxmlformats.org/officeDocument/2006/relationships/image" Target="../media/image570.svg"/><Relationship Id="rId3" Type="http://schemas.openxmlformats.org/officeDocument/2006/relationships/image" Target="../media/image539.png"/><Relationship Id="rId12" Type="http://schemas.openxmlformats.org/officeDocument/2006/relationships/image" Target="../media/image584.svg"/><Relationship Id="rId17" Type="http://schemas.openxmlformats.org/officeDocument/2006/relationships/image" Target="../media/image559.png"/><Relationship Id="rId25" Type="http://schemas.openxmlformats.org/officeDocument/2006/relationships/image" Target="../media/image567.png"/><Relationship Id="rId33" Type="http://schemas.openxmlformats.org/officeDocument/2006/relationships/image" Target="../media/image585.png"/><Relationship Id="rId38" Type="http://schemas.openxmlformats.org/officeDocument/2006/relationships/image" Target="../media/image590.svg"/><Relationship Id="rId46" Type="http://schemas.openxmlformats.org/officeDocument/2006/relationships/image" Target="../media/image598.svg"/><Relationship Id="rId20" Type="http://schemas.openxmlformats.org/officeDocument/2006/relationships/image" Target="../media/image562.svg"/><Relationship Id="rId41" Type="http://schemas.openxmlformats.org/officeDocument/2006/relationships/image" Target="../media/image59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2.jpeg"/><Relationship Id="rId2" Type="http://schemas.openxmlformats.org/officeDocument/2006/relationships/image" Target="../media/image60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3.jpe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jpeg"/><Relationship Id="rId3" Type="http://schemas.openxmlformats.org/officeDocument/2006/relationships/image" Target="../media/image605.jpeg"/><Relationship Id="rId7" Type="http://schemas.openxmlformats.org/officeDocument/2006/relationships/image" Target="../media/image609.jpeg"/><Relationship Id="rId12" Type="http://schemas.openxmlformats.org/officeDocument/2006/relationships/image" Target="../media/image614.jpeg"/><Relationship Id="rId2" Type="http://schemas.openxmlformats.org/officeDocument/2006/relationships/image" Target="../media/image60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8.jpeg"/><Relationship Id="rId11" Type="http://schemas.openxmlformats.org/officeDocument/2006/relationships/image" Target="../media/image613.jpeg"/><Relationship Id="rId5" Type="http://schemas.openxmlformats.org/officeDocument/2006/relationships/image" Target="../media/image607.jpeg"/><Relationship Id="rId10" Type="http://schemas.openxmlformats.org/officeDocument/2006/relationships/image" Target="../media/image612.jpeg"/><Relationship Id="rId4" Type="http://schemas.openxmlformats.org/officeDocument/2006/relationships/image" Target="../media/image606.jpeg"/><Relationship Id="rId9" Type="http://schemas.openxmlformats.org/officeDocument/2006/relationships/image" Target="../media/image611.jpeg"/></Relationships>
</file>

<file path=ppt/slides/_rels/slide6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5.png"/><Relationship Id="rId18" Type="http://schemas.openxmlformats.org/officeDocument/2006/relationships/image" Target="../media/image630.svg"/><Relationship Id="rId26" Type="http://schemas.openxmlformats.org/officeDocument/2006/relationships/image" Target="../media/image638.svg"/><Relationship Id="rId39" Type="http://schemas.openxmlformats.org/officeDocument/2006/relationships/image" Target="../media/image651.png"/><Relationship Id="rId21" Type="http://schemas.openxmlformats.org/officeDocument/2006/relationships/image" Target="../media/image633.png"/><Relationship Id="rId34" Type="http://schemas.openxmlformats.org/officeDocument/2006/relationships/image" Target="../media/image646.svg"/><Relationship Id="rId42" Type="http://schemas.openxmlformats.org/officeDocument/2006/relationships/image" Target="../media/image654.svg"/><Relationship Id="rId7" Type="http://schemas.openxmlformats.org/officeDocument/2006/relationships/image" Target="../media/image619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628.svg"/><Relationship Id="rId20" Type="http://schemas.openxmlformats.org/officeDocument/2006/relationships/image" Target="../media/image632.svg"/><Relationship Id="rId29" Type="http://schemas.openxmlformats.org/officeDocument/2006/relationships/image" Target="../media/image641.png"/><Relationship Id="rId41" Type="http://schemas.openxmlformats.org/officeDocument/2006/relationships/image" Target="../media/image6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8.svg"/><Relationship Id="rId11" Type="http://schemas.openxmlformats.org/officeDocument/2006/relationships/image" Target="../media/image623.png"/><Relationship Id="rId24" Type="http://schemas.openxmlformats.org/officeDocument/2006/relationships/image" Target="../media/image636.svg"/><Relationship Id="rId32" Type="http://schemas.openxmlformats.org/officeDocument/2006/relationships/image" Target="../media/image644.svg"/><Relationship Id="rId37" Type="http://schemas.openxmlformats.org/officeDocument/2006/relationships/image" Target="../media/image649.png"/><Relationship Id="rId40" Type="http://schemas.openxmlformats.org/officeDocument/2006/relationships/image" Target="../media/image652.svg"/><Relationship Id="rId5" Type="http://schemas.openxmlformats.org/officeDocument/2006/relationships/image" Target="../media/image617.png"/><Relationship Id="rId15" Type="http://schemas.openxmlformats.org/officeDocument/2006/relationships/image" Target="../media/image627.png"/><Relationship Id="rId23" Type="http://schemas.openxmlformats.org/officeDocument/2006/relationships/image" Target="../media/image635.png"/><Relationship Id="rId28" Type="http://schemas.openxmlformats.org/officeDocument/2006/relationships/image" Target="../media/image640.svg"/><Relationship Id="rId36" Type="http://schemas.openxmlformats.org/officeDocument/2006/relationships/image" Target="../media/image648.svg"/><Relationship Id="rId10" Type="http://schemas.openxmlformats.org/officeDocument/2006/relationships/image" Target="../media/image622.svg"/><Relationship Id="rId19" Type="http://schemas.openxmlformats.org/officeDocument/2006/relationships/image" Target="../media/image631.png"/><Relationship Id="rId31" Type="http://schemas.openxmlformats.org/officeDocument/2006/relationships/image" Target="../media/image643.png"/><Relationship Id="rId4" Type="http://schemas.openxmlformats.org/officeDocument/2006/relationships/image" Target="../media/image616.svg"/><Relationship Id="rId9" Type="http://schemas.openxmlformats.org/officeDocument/2006/relationships/image" Target="../media/image621.png"/><Relationship Id="rId14" Type="http://schemas.openxmlformats.org/officeDocument/2006/relationships/image" Target="../media/image626.svg"/><Relationship Id="rId22" Type="http://schemas.openxmlformats.org/officeDocument/2006/relationships/image" Target="../media/image634.svg"/><Relationship Id="rId27" Type="http://schemas.openxmlformats.org/officeDocument/2006/relationships/image" Target="../media/image639.png"/><Relationship Id="rId30" Type="http://schemas.openxmlformats.org/officeDocument/2006/relationships/image" Target="../media/image642.svg"/><Relationship Id="rId35" Type="http://schemas.openxmlformats.org/officeDocument/2006/relationships/image" Target="../media/image647.png"/><Relationship Id="rId8" Type="http://schemas.openxmlformats.org/officeDocument/2006/relationships/image" Target="../media/image620.svg"/><Relationship Id="rId3" Type="http://schemas.openxmlformats.org/officeDocument/2006/relationships/image" Target="../media/image615.png"/><Relationship Id="rId12" Type="http://schemas.openxmlformats.org/officeDocument/2006/relationships/image" Target="../media/image624.svg"/><Relationship Id="rId17" Type="http://schemas.openxmlformats.org/officeDocument/2006/relationships/image" Target="../media/image629.png"/><Relationship Id="rId25" Type="http://schemas.openxmlformats.org/officeDocument/2006/relationships/image" Target="../media/image637.png"/><Relationship Id="rId33" Type="http://schemas.openxmlformats.org/officeDocument/2006/relationships/image" Target="../media/image645.png"/><Relationship Id="rId38" Type="http://schemas.openxmlformats.org/officeDocument/2006/relationships/image" Target="../media/image650.sv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9.svg"/><Relationship Id="rId13" Type="http://schemas.openxmlformats.org/officeDocument/2006/relationships/image" Target="../media/image660.png"/><Relationship Id="rId3" Type="http://schemas.openxmlformats.org/officeDocument/2006/relationships/image" Target="../media/image655.png"/><Relationship Id="rId7" Type="http://schemas.openxmlformats.org/officeDocument/2006/relationships/image" Target="../media/image637.png"/><Relationship Id="rId12" Type="http://schemas.openxmlformats.org/officeDocument/2006/relationships/image" Target="../media/image634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66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8.svg"/><Relationship Id="rId11" Type="http://schemas.openxmlformats.org/officeDocument/2006/relationships/image" Target="../media/image633.png"/><Relationship Id="rId5" Type="http://schemas.openxmlformats.org/officeDocument/2006/relationships/image" Target="../media/image657.png"/><Relationship Id="rId15" Type="http://schemas.openxmlformats.org/officeDocument/2006/relationships/image" Target="../media/image662.png"/><Relationship Id="rId10" Type="http://schemas.openxmlformats.org/officeDocument/2006/relationships/image" Target="../media/image636.svg"/><Relationship Id="rId4" Type="http://schemas.openxmlformats.org/officeDocument/2006/relationships/image" Target="../media/image656.svg"/><Relationship Id="rId9" Type="http://schemas.openxmlformats.org/officeDocument/2006/relationships/image" Target="../media/image635.png"/><Relationship Id="rId14" Type="http://schemas.openxmlformats.org/officeDocument/2006/relationships/image" Target="../media/image661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5.jpeg"/><Relationship Id="rId2" Type="http://schemas.openxmlformats.org/officeDocument/2006/relationships/image" Target="../media/image66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7.jpeg"/><Relationship Id="rId4" Type="http://schemas.openxmlformats.org/officeDocument/2006/relationships/image" Target="../media/image666.jpe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4.jpeg"/><Relationship Id="rId3" Type="http://schemas.openxmlformats.org/officeDocument/2006/relationships/image" Target="../media/image669.svg"/><Relationship Id="rId7" Type="http://schemas.openxmlformats.org/officeDocument/2006/relationships/image" Target="../media/image673.svg"/><Relationship Id="rId2" Type="http://schemas.openxmlformats.org/officeDocument/2006/relationships/image" Target="../media/image6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2.png"/><Relationship Id="rId5" Type="http://schemas.openxmlformats.org/officeDocument/2006/relationships/image" Target="../media/image671.svg"/><Relationship Id="rId10" Type="http://schemas.openxmlformats.org/officeDocument/2006/relationships/image" Target="../media/image676.jpeg"/><Relationship Id="rId4" Type="http://schemas.openxmlformats.org/officeDocument/2006/relationships/image" Target="../media/image670.png"/><Relationship Id="rId9" Type="http://schemas.openxmlformats.org/officeDocument/2006/relationships/image" Target="../media/image675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8.jpeg"/><Relationship Id="rId2" Type="http://schemas.openxmlformats.org/officeDocument/2006/relationships/image" Target="../media/image67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1.jpeg"/><Relationship Id="rId5" Type="http://schemas.openxmlformats.org/officeDocument/2006/relationships/image" Target="../media/image680.jpeg"/><Relationship Id="rId4" Type="http://schemas.openxmlformats.org/officeDocument/2006/relationships/image" Target="../media/image679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6.png"/><Relationship Id="rId13" Type="http://schemas.openxmlformats.org/officeDocument/2006/relationships/image" Target="../media/image691.svg"/><Relationship Id="rId3" Type="http://schemas.openxmlformats.org/officeDocument/2006/relationships/image" Target="../media/image668.png"/><Relationship Id="rId7" Type="http://schemas.openxmlformats.org/officeDocument/2006/relationships/image" Target="../media/image685.svg"/><Relationship Id="rId12" Type="http://schemas.openxmlformats.org/officeDocument/2006/relationships/image" Target="../media/image690.png"/><Relationship Id="rId17" Type="http://schemas.openxmlformats.org/officeDocument/2006/relationships/image" Target="../media/image695.sv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6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4.svg"/><Relationship Id="rId11" Type="http://schemas.openxmlformats.org/officeDocument/2006/relationships/image" Target="../media/image689.svg"/><Relationship Id="rId5" Type="http://schemas.openxmlformats.org/officeDocument/2006/relationships/image" Target="../media/image683.png"/><Relationship Id="rId15" Type="http://schemas.openxmlformats.org/officeDocument/2006/relationships/image" Target="../media/image693.svg"/><Relationship Id="rId10" Type="http://schemas.openxmlformats.org/officeDocument/2006/relationships/image" Target="../media/image688.png"/><Relationship Id="rId4" Type="http://schemas.openxmlformats.org/officeDocument/2006/relationships/image" Target="../media/image669.svg"/><Relationship Id="rId9" Type="http://schemas.openxmlformats.org/officeDocument/2006/relationships/image" Target="../media/image687.svg"/><Relationship Id="rId14" Type="http://schemas.openxmlformats.org/officeDocument/2006/relationships/image" Target="../media/image69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9.svg"/><Relationship Id="rId13" Type="http://schemas.openxmlformats.org/officeDocument/2006/relationships/image" Target="../media/image704.png"/><Relationship Id="rId3" Type="http://schemas.openxmlformats.org/officeDocument/2006/relationships/image" Target="../media/image670.png"/><Relationship Id="rId7" Type="http://schemas.openxmlformats.org/officeDocument/2006/relationships/image" Target="../media/image698.png"/><Relationship Id="rId12" Type="http://schemas.openxmlformats.org/officeDocument/2006/relationships/image" Target="../media/image703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70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7.svg"/><Relationship Id="rId11" Type="http://schemas.openxmlformats.org/officeDocument/2006/relationships/image" Target="../media/image702.png"/><Relationship Id="rId5" Type="http://schemas.openxmlformats.org/officeDocument/2006/relationships/image" Target="../media/image696.png"/><Relationship Id="rId15" Type="http://schemas.openxmlformats.org/officeDocument/2006/relationships/image" Target="../media/image706.png"/><Relationship Id="rId10" Type="http://schemas.openxmlformats.org/officeDocument/2006/relationships/image" Target="../media/image701.svg"/><Relationship Id="rId4" Type="http://schemas.openxmlformats.org/officeDocument/2006/relationships/image" Target="../media/image671.svg"/><Relationship Id="rId9" Type="http://schemas.openxmlformats.org/officeDocument/2006/relationships/image" Target="../media/image700.png"/><Relationship Id="rId14" Type="http://schemas.openxmlformats.org/officeDocument/2006/relationships/image" Target="../media/image705.sv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1.svg"/><Relationship Id="rId13" Type="http://schemas.openxmlformats.org/officeDocument/2006/relationships/image" Target="../media/image716.png"/><Relationship Id="rId3" Type="http://schemas.openxmlformats.org/officeDocument/2006/relationships/image" Target="../media/image672.png"/><Relationship Id="rId7" Type="http://schemas.openxmlformats.org/officeDocument/2006/relationships/image" Target="../media/image710.png"/><Relationship Id="rId12" Type="http://schemas.openxmlformats.org/officeDocument/2006/relationships/image" Target="../media/image715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7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9.svg"/><Relationship Id="rId11" Type="http://schemas.openxmlformats.org/officeDocument/2006/relationships/image" Target="../media/image714.png"/><Relationship Id="rId5" Type="http://schemas.openxmlformats.org/officeDocument/2006/relationships/image" Target="../media/image708.png"/><Relationship Id="rId15" Type="http://schemas.openxmlformats.org/officeDocument/2006/relationships/image" Target="../media/image718.png"/><Relationship Id="rId10" Type="http://schemas.openxmlformats.org/officeDocument/2006/relationships/image" Target="../media/image713.svg"/><Relationship Id="rId4" Type="http://schemas.openxmlformats.org/officeDocument/2006/relationships/image" Target="../media/image673.svg"/><Relationship Id="rId9" Type="http://schemas.openxmlformats.org/officeDocument/2006/relationships/image" Target="../media/image712.png"/><Relationship Id="rId14" Type="http://schemas.openxmlformats.org/officeDocument/2006/relationships/image" Target="../media/image7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36" name="Image 35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DA0EF64C-2F24-43C4-BA48-DC2DE5036D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2981" y="6233384"/>
            <a:ext cx="789196" cy="286130"/>
          </a:xfrm>
          <a:prstGeom prst="rect">
            <a:avLst/>
          </a:prstGeom>
        </p:spPr>
      </p:pic>
      <p:sp>
        <p:nvSpPr>
          <p:cNvPr id="26" name="Titre 1">
            <a:extLst>
              <a:ext uri="{FF2B5EF4-FFF2-40B4-BE49-F238E27FC236}">
                <a16:creationId xmlns:a16="http://schemas.microsoft.com/office/drawing/2014/main" id="{4E720B81-7367-463A-BEA5-5080DC093B9C}"/>
              </a:ext>
            </a:extLst>
          </p:cNvPr>
          <p:cNvSpPr txBox="1">
            <a:spLocks/>
          </p:cNvSpPr>
          <p:nvPr/>
        </p:nvSpPr>
        <p:spPr>
          <a:xfrm>
            <a:off x="108733" y="1156838"/>
            <a:ext cx="5440734" cy="398694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000" b="1" dirty="0">
                <a:solidFill>
                  <a:schemeClr val="accent2"/>
                </a:solidFill>
              </a:rPr>
              <a:t>#</a:t>
            </a:r>
            <a:r>
              <a:rPr lang="fr-FR" sz="9000" b="1" dirty="0">
                <a:solidFill>
                  <a:schemeClr val="accent1"/>
                </a:solidFill>
              </a:rPr>
              <a:t>OSG</a:t>
            </a:r>
          </a:p>
          <a:p>
            <a:r>
              <a:rPr lang="fr-FR" sz="9000" i="1" dirty="0">
                <a:solidFill>
                  <a:srgbClr val="000000"/>
                </a:solidFill>
              </a:rPr>
              <a:t>Workshop </a:t>
            </a:r>
            <a:r>
              <a:rPr lang="fr-FR" sz="9000" i="1" dirty="0">
                <a:solidFill>
                  <a:srgbClr val="ED7D31"/>
                </a:solidFill>
              </a:rPr>
              <a:t>Design </a:t>
            </a:r>
            <a:r>
              <a:rPr lang="fr-FR" sz="9000" i="1" dirty="0">
                <a:solidFill>
                  <a:srgbClr val="0099CC"/>
                </a:solidFill>
              </a:rPr>
              <a:t>Cards</a:t>
            </a:r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5B66D6E6-5510-4B07-9B69-533934CD1816}"/>
              </a:ext>
            </a:extLst>
          </p:cNvPr>
          <p:cNvSpPr txBox="1">
            <a:spLocks/>
          </p:cNvSpPr>
          <p:nvPr/>
        </p:nvSpPr>
        <p:spPr>
          <a:xfrm>
            <a:off x="4275838" y="4843363"/>
            <a:ext cx="6362185" cy="7579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b="1" i="1" dirty="0">
                <a:solidFill>
                  <a:srgbClr val="0099CC"/>
                </a:solidFill>
              </a:rPr>
              <a:t>CONCEVEZ</a:t>
            </a:r>
            <a:r>
              <a:rPr lang="fr-FR" i="1" dirty="0">
                <a:solidFill>
                  <a:srgbClr val="000000"/>
                </a:solidFill>
              </a:rPr>
              <a:t> des </a:t>
            </a:r>
            <a:r>
              <a:rPr lang="fr-FR" b="1" i="1" dirty="0">
                <a:solidFill>
                  <a:srgbClr val="ED7D31"/>
                </a:solidFill>
              </a:rPr>
              <a:t>ATELIERS </a:t>
            </a:r>
            <a:r>
              <a:rPr lang="fr-FR" i="1" dirty="0"/>
              <a:t>d’intelligence collective par petits éléments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1F23357-E5C0-4EEA-A76F-1777A0943FD8}"/>
              </a:ext>
            </a:extLst>
          </p:cNvPr>
          <p:cNvGrpSpPr/>
          <p:nvPr/>
        </p:nvGrpSpPr>
        <p:grpSpPr>
          <a:xfrm rot="664616">
            <a:off x="6396100" y="499924"/>
            <a:ext cx="4198786" cy="4213689"/>
            <a:chOff x="6396100" y="499924"/>
            <a:chExt cx="4198786" cy="4213689"/>
          </a:xfrm>
        </p:grpSpPr>
        <p:pic>
          <p:nvPicPr>
            <p:cNvPr id="9" name="Image 8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C35F363-4EEF-498B-82DB-9670F982B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" name="Image 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B07E3C2-39F9-476E-A7E9-F9BC543E1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5" name="Image 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0507F53F-4111-4D3B-8AEB-E08F26ACC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7" name="Image 6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BA77B840-74A5-48A8-A5D4-E39E67673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963CF6A9-3863-4168-B7BF-14084336E01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3025" y="5399625"/>
            <a:ext cx="1152995" cy="11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0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92"/>
    </mc:Choice>
    <mc:Fallback xmlns="">
      <p:transition spd="slow" advTm="143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1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3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DF50BCF-F490-42C3-84D7-68B191DD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Pitch</a:t>
            </a:r>
          </a:p>
        </p:txBody>
      </p:sp>
      <p:sp>
        <p:nvSpPr>
          <p:cNvPr id="21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C9DE5E-1522-41A0-A178-5BAB610C8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503" y="2158351"/>
            <a:ext cx="4977578" cy="42424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« Je dois créer un atelier, mais je ne sais pas par quel bout commencer ! Et les ateliers tout prêts ne correspondent jamais vraiment à mon besoin»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êtes formateurs, animateurs de groupes de travail, facilitateurs, coachs, managers, et responsables de faire travailler en intelligence collective ? 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ne souhaitez plus réutiliser des ateliers tout prêts, qui ne correspondent jamais vraiment à votre besoin, et souhaitez apprendre comment VOUS-MÊME en créer un ?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Vous avez une idée des participants, des contraintes horaires, une intention de résultat, mais vous ne savez pas comment convertir tout cela en déroulement CONCRET !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Par quel bout s’y prendre ? Quels sont les usages courants ? Où trouver des exemples qui vous correspondent ? 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Conçues après des années à créer des ateliers d’intelligence collective, à les animer, à les modifier, les Workshops Design Cards sont des cartes qui vous aident à cadrer chaque partie de votre atelier, à identifier quel ingrédient s’utilise dans quel but, et à CONSTRUIRE votre atelier d’intelligence collective !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Disposez vos éléments un par un sur une ligne de temps selon vos objectifs, ajustez les détails, et hop, un atelier tout prêt à être exécuté !</a:t>
            </a:r>
          </a:p>
          <a:p>
            <a:pPr marL="0" indent="0">
              <a:buNone/>
            </a:pPr>
            <a:endParaRPr lang="fr-FR" sz="11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cs typeface="Calibri"/>
              </a:rPr>
              <a:t>Usage recommandé avec des outils de mur virtuel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F89DA25F-E029-4E4C-8B85-4FA68E7B0219}"/>
              </a:ext>
            </a:extLst>
          </p:cNvPr>
          <p:cNvGrpSpPr/>
          <p:nvPr/>
        </p:nvGrpSpPr>
        <p:grpSpPr>
          <a:xfrm rot="664616">
            <a:off x="499513" y="1708873"/>
            <a:ext cx="3828305" cy="3841893"/>
            <a:chOff x="6396100" y="499924"/>
            <a:chExt cx="4198786" cy="4213689"/>
          </a:xfrm>
        </p:grpSpPr>
        <p:pic>
          <p:nvPicPr>
            <p:cNvPr id="8" name="Image 7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D3A4B78-5310-4396-B674-8DA9BD533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9" name="Image 8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8841270C-5EDE-4D88-BE46-ADED1420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10" name="Image 9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FA6A9A6-6F85-48E6-B554-596FFD821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11" name="Image 10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355605F5-66EE-48E3-B819-DD593B3F1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447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33"/>
    </mc:Choice>
    <mc:Fallback xmlns="">
      <p:transition spd="slow" advTm="6803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6444"/>
          </a:xfrm>
        </p:spPr>
        <p:txBody>
          <a:bodyPr>
            <a:normAutofit fontScale="90000"/>
          </a:bodyPr>
          <a:lstStyle/>
          <a:p>
            <a:r>
              <a:rPr lang="fr-FR" sz="3200" dirty="0"/>
              <a:t>Comment utiliser les #OSG Workshop Design Cards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24ABC4-3623-4F62-9A08-83C94319B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06" y="5944150"/>
            <a:ext cx="2574841" cy="67288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1. Avoir clarifié vos objectifs en amont, tracez une ligne représentant la ligne de temps de votre atelier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929D6401-AD07-4C9E-84A1-267C8D0E975B}"/>
              </a:ext>
            </a:extLst>
          </p:cNvPr>
          <p:cNvSpPr/>
          <p:nvPr/>
        </p:nvSpPr>
        <p:spPr>
          <a:xfrm>
            <a:off x="426927" y="1989480"/>
            <a:ext cx="11607800" cy="36461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2C751BBF-67D2-458E-9329-79E6807DCA50}"/>
              </a:ext>
            </a:extLst>
          </p:cNvPr>
          <p:cNvSpPr txBox="1">
            <a:spLocks/>
          </p:cNvSpPr>
          <p:nvPr/>
        </p:nvSpPr>
        <p:spPr>
          <a:xfrm>
            <a:off x="6272539" y="5919274"/>
            <a:ext cx="2860631" cy="672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3. Sur les différentes étapes, disposez les cartes qui vous semblent les plus cohérentes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1124C65A-2B68-402E-972F-571F1F4FB532}"/>
              </a:ext>
            </a:extLst>
          </p:cNvPr>
          <p:cNvSpPr txBox="1">
            <a:spLocks/>
          </p:cNvSpPr>
          <p:nvPr/>
        </p:nvSpPr>
        <p:spPr>
          <a:xfrm>
            <a:off x="9715500" y="5931550"/>
            <a:ext cx="2319227" cy="648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4. Ajoutez des cartes selon les combinaisons, ajustez les durées, les titres… Faites des essais et complétez avec des commentaires</a:t>
            </a:r>
          </a:p>
        </p:txBody>
      </p:sp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B132B9A-C473-4CF3-9363-F2002AE0B4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2573" y="1585146"/>
            <a:ext cx="855302" cy="1196487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BC3BD4A8-F097-4361-B6CB-6D598CCF0E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0794" y="1585146"/>
            <a:ext cx="855302" cy="1196487"/>
          </a:xfrm>
          <a:prstGeom prst="rect">
            <a:avLst/>
          </a:prstGeom>
        </p:spPr>
      </p:pic>
      <p:pic>
        <p:nvPicPr>
          <p:cNvPr id="16" name="Image 15" descr="Une image contenant texte&#10;&#10;Description générée automatiquement">
            <a:extLst>
              <a:ext uri="{FF2B5EF4-FFF2-40B4-BE49-F238E27FC236}">
                <a16:creationId xmlns:a16="http://schemas.microsoft.com/office/drawing/2014/main" id="{34660952-B6B4-4FD4-A484-D9FC5E7FB7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6116" y="1594128"/>
            <a:ext cx="855302" cy="1196487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651DA9E-BC95-40E1-84C0-3866E1EECE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8582" y="1585146"/>
            <a:ext cx="855302" cy="1196487"/>
          </a:xfrm>
          <a:prstGeom prst="rect">
            <a:avLst/>
          </a:prstGeom>
        </p:spPr>
      </p:pic>
      <p:pic>
        <p:nvPicPr>
          <p:cNvPr id="18" name="Image 17" descr="Une image contenant texte&#10;&#10;Description générée automatiquement">
            <a:extLst>
              <a:ext uri="{FF2B5EF4-FFF2-40B4-BE49-F238E27FC236}">
                <a16:creationId xmlns:a16="http://schemas.microsoft.com/office/drawing/2014/main" id="{4DCA67FB-2F05-4F02-9325-3CCCE4CE05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47598" y="1585146"/>
            <a:ext cx="855302" cy="1196487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AB48DD50-98E0-4D3A-A776-BFA17B7A0DA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3904" y="2816996"/>
            <a:ext cx="848996" cy="1187667"/>
          </a:xfrm>
          <a:prstGeom prst="rect">
            <a:avLst/>
          </a:prstGeom>
        </p:spPr>
      </p:pic>
      <p:pic>
        <p:nvPicPr>
          <p:cNvPr id="20" name="Image 19" descr="Une image contenant texte&#10;&#10;Description générée automatiquement">
            <a:extLst>
              <a:ext uri="{FF2B5EF4-FFF2-40B4-BE49-F238E27FC236}">
                <a16:creationId xmlns:a16="http://schemas.microsoft.com/office/drawing/2014/main" id="{E4FD91B5-BD01-4DE4-BF69-DB0FAF58E7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7100" y="2816996"/>
            <a:ext cx="848996" cy="1187667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90378EE0-7A74-4400-B052-211A8F3829C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6116" y="2825978"/>
            <a:ext cx="848996" cy="1187667"/>
          </a:xfrm>
          <a:prstGeom prst="rect">
            <a:avLst/>
          </a:prstGeom>
        </p:spPr>
      </p:pic>
      <p:pic>
        <p:nvPicPr>
          <p:cNvPr id="22" name="Image 21" descr="Une image contenant texte&#10;&#10;Description générée automatiquement">
            <a:extLst>
              <a:ext uri="{FF2B5EF4-FFF2-40B4-BE49-F238E27FC236}">
                <a16:creationId xmlns:a16="http://schemas.microsoft.com/office/drawing/2014/main" id="{ACF25D75-FEF3-4A3C-B48F-0A66E65677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8582" y="2816996"/>
            <a:ext cx="855302" cy="1196488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A9EC342-D826-4F40-96D8-461E56D0807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951" y="1585146"/>
            <a:ext cx="861722" cy="1205469"/>
          </a:xfrm>
          <a:prstGeom prst="rect">
            <a:avLst/>
          </a:prstGeom>
        </p:spPr>
      </p:pic>
      <p:pic>
        <p:nvPicPr>
          <p:cNvPr id="24" name="Image 23" descr="Une image contenant texte&#10;&#10;Description générée automatiquement">
            <a:extLst>
              <a:ext uri="{FF2B5EF4-FFF2-40B4-BE49-F238E27FC236}">
                <a16:creationId xmlns:a16="http://schemas.microsoft.com/office/drawing/2014/main" id="{2E71686B-9B22-434F-BC23-68864EA645D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6370" y="2816996"/>
            <a:ext cx="861722" cy="1205469"/>
          </a:xfrm>
          <a:prstGeom prst="rect">
            <a:avLst/>
          </a:prstGeom>
        </p:spPr>
      </p:pic>
      <p:pic>
        <p:nvPicPr>
          <p:cNvPr id="25" name="Image 24" descr="Une image contenant texte&#10;&#10;Description générée automatiquement">
            <a:extLst>
              <a:ext uri="{FF2B5EF4-FFF2-40B4-BE49-F238E27FC236}">
                <a16:creationId xmlns:a16="http://schemas.microsoft.com/office/drawing/2014/main" id="{016DD945-D3F2-4F80-9597-030B9AF28FC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2995" y="2825978"/>
            <a:ext cx="848996" cy="118766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5EF369BF-DBFB-400F-A5E0-2FFA4924059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8879" y="2816996"/>
            <a:ext cx="848996" cy="1187666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D2756B2-CB9C-4412-8C15-65B8C51FFF3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3904" y="4041561"/>
            <a:ext cx="848996" cy="1187666"/>
          </a:xfrm>
          <a:prstGeom prst="rect">
            <a:avLst/>
          </a:prstGeom>
        </p:spPr>
      </p:pic>
      <p:pic>
        <p:nvPicPr>
          <p:cNvPr id="28" name="Image 27" descr="Une image contenant table&#10;&#10;Description générée automatiquement">
            <a:extLst>
              <a:ext uri="{FF2B5EF4-FFF2-40B4-BE49-F238E27FC236}">
                <a16:creationId xmlns:a16="http://schemas.microsoft.com/office/drawing/2014/main" id="{BC547616-3B5E-44D6-AD09-D3920E704ED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6116" y="4050543"/>
            <a:ext cx="855302" cy="1196488"/>
          </a:xfrm>
          <a:prstGeom prst="rect">
            <a:avLst/>
          </a:prstGeom>
        </p:spPr>
      </p:pic>
      <p:pic>
        <p:nvPicPr>
          <p:cNvPr id="29" name="Image 28" descr="Une image contenant texte&#10;&#10;Description générée automatiquement">
            <a:extLst>
              <a:ext uri="{FF2B5EF4-FFF2-40B4-BE49-F238E27FC236}">
                <a16:creationId xmlns:a16="http://schemas.microsoft.com/office/drawing/2014/main" id="{F8A8056A-80C1-47BB-B445-9B32228FEDF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0269" y="1594128"/>
            <a:ext cx="861722" cy="1205469"/>
          </a:xfrm>
          <a:prstGeom prst="rect">
            <a:avLst/>
          </a:prstGeom>
        </p:spPr>
      </p:pic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EBFEA078-9E46-419C-A0AB-AEA1B96B0C93}"/>
              </a:ext>
            </a:extLst>
          </p:cNvPr>
          <p:cNvSpPr/>
          <p:nvPr/>
        </p:nvSpPr>
        <p:spPr>
          <a:xfrm>
            <a:off x="157273" y="6009631"/>
            <a:ext cx="577345" cy="24608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FD8A3AE3-2F9B-4BA0-BB25-D76A8CC2BA50}"/>
              </a:ext>
            </a:extLst>
          </p:cNvPr>
          <p:cNvGrpSpPr/>
          <p:nvPr/>
        </p:nvGrpSpPr>
        <p:grpSpPr>
          <a:xfrm rot="664616">
            <a:off x="5859408" y="5792483"/>
            <a:ext cx="750539" cy="753203"/>
            <a:chOff x="6396100" y="499924"/>
            <a:chExt cx="4198786" cy="4213689"/>
          </a:xfrm>
        </p:grpSpPr>
        <p:pic>
          <p:nvPicPr>
            <p:cNvPr id="32" name="Image 31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5DEA66B-4CA1-47DB-AB48-0A5D89218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525760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3" name="Image 3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E27604C9-9582-4938-A727-CD12265B9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34" name="Image 33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A213B1FD-03F6-4162-82F9-FA262BBB7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674424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35" name="Image 3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35B07B10-754F-416D-B3CF-30B1F7D8E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36" name="Image 35" descr="Une image contenant texte&#10;&#10;Description générée automatiquement">
            <a:extLst>
              <a:ext uri="{FF2B5EF4-FFF2-40B4-BE49-F238E27FC236}">
                <a16:creationId xmlns:a16="http://schemas.microsoft.com/office/drawing/2014/main" id="{B913440A-B9D4-4DF7-95EE-1566A32C7ACE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2161" y="4041561"/>
            <a:ext cx="861723" cy="120547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3127EE7-7FA4-4B9D-BD9F-FC5913BBFEAD}"/>
              </a:ext>
            </a:extLst>
          </p:cNvPr>
          <p:cNvSpPr/>
          <p:nvPr/>
        </p:nvSpPr>
        <p:spPr>
          <a:xfrm>
            <a:off x="2236468" y="8320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Intro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5’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C1F55D-D09C-4A0C-B622-C150DF7C8906}"/>
              </a:ext>
            </a:extLst>
          </p:cNvPr>
          <p:cNvSpPr/>
          <p:nvPr/>
        </p:nvSpPr>
        <p:spPr>
          <a:xfrm>
            <a:off x="3740012" y="832052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Brainstorming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15’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F7362EC-7545-44AA-A622-75BB6CB4332C}"/>
              </a:ext>
            </a:extLst>
          </p:cNvPr>
          <p:cNvSpPr/>
          <p:nvPr/>
        </p:nvSpPr>
        <p:spPr>
          <a:xfrm>
            <a:off x="5702064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Fusion sélection</a:t>
            </a:r>
          </a:p>
          <a:p>
            <a:pPr algn="ctr"/>
            <a:r>
              <a:rPr lang="fr-FR" sz="1050" dirty="0">
                <a:solidFill>
                  <a:schemeClr val="tx1"/>
                </a:solidFill>
              </a:rPr>
              <a:t>10’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EE8A0C-AFC3-405E-95F6-B1BC383A6211}"/>
              </a:ext>
            </a:extLst>
          </p:cNvPr>
          <p:cNvSpPr/>
          <p:nvPr/>
        </p:nvSpPr>
        <p:spPr>
          <a:xfrm>
            <a:off x="7914740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Détail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10’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E7FB10-40D0-4303-A2AB-FD925CAD7FF6}"/>
              </a:ext>
            </a:extLst>
          </p:cNvPr>
          <p:cNvSpPr/>
          <p:nvPr/>
        </p:nvSpPr>
        <p:spPr>
          <a:xfrm>
            <a:off x="9310105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Plan d’action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15’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5FA883-A7C5-4597-B2F2-66A4327DEC35}"/>
              </a:ext>
            </a:extLst>
          </p:cNvPr>
          <p:cNvSpPr/>
          <p:nvPr/>
        </p:nvSpPr>
        <p:spPr>
          <a:xfrm>
            <a:off x="10680621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Clôture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5’</a:t>
            </a:r>
          </a:p>
        </p:txBody>
      </p:sp>
      <p:sp>
        <p:nvSpPr>
          <p:cNvPr id="43" name="Espace réservé du contenu 2">
            <a:extLst>
              <a:ext uri="{FF2B5EF4-FFF2-40B4-BE49-F238E27FC236}">
                <a16:creationId xmlns:a16="http://schemas.microsoft.com/office/drawing/2014/main" id="{6639BD4F-19FC-48CF-ADFE-249C8B8E4B89}"/>
              </a:ext>
            </a:extLst>
          </p:cNvPr>
          <p:cNvSpPr txBox="1">
            <a:spLocks/>
          </p:cNvSpPr>
          <p:nvPr/>
        </p:nvSpPr>
        <p:spPr>
          <a:xfrm>
            <a:off x="4095272" y="5919273"/>
            <a:ext cx="1353942" cy="67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000000"/>
                </a:solidFill>
                <a:cs typeface="Calibri"/>
              </a:rPr>
              <a:t>2. Posez vos grandes étapes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FC2440-ED34-47E7-B0FF-CC63A634F4EF}"/>
              </a:ext>
            </a:extLst>
          </p:cNvPr>
          <p:cNvSpPr/>
          <p:nvPr/>
        </p:nvSpPr>
        <p:spPr>
          <a:xfrm>
            <a:off x="3576647" y="5855154"/>
            <a:ext cx="586296" cy="54715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78AB33-00BA-4F03-BF80-2B3073FC0FAE}"/>
              </a:ext>
            </a:extLst>
          </p:cNvPr>
          <p:cNvSpPr/>
          <p:nvPr/>
        </p:nvSpPr>
        <p:spPr>
          <a:xfrm>
            <a:off x="2507529" y="406627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FB175A-117B-4166-BA3A-BF9F5819C1C6}"/>
              </a:ext>
            </a:extLst>
          </p:cNvPr>
          <p:cNvSpPr/>
          <p:nvPr/>
        </p:nvSpPr>
        <p:spPr>
          <a:xfrm>
            <a:off x="3869466" y="530235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0F979C-5C4D-4CF2-8082-6EBC2C45EF99}"/>
              </a:ext>
            </a:extLst>
          </p:cNvPr>
          <p:cNvSpPr/>
          <p:nvPr/>
        </p:nvSpPr>
        <p:spPr>
          <a:xfrm>
            <a:off x="5641718" y="411068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866FA5-37C2-404D-8743-EA3C1E03F375}"/>
              </a:ext>
            </a:extLst>
          </p:cNvPr>
          <p:cNvSpPr/>
          <p:nvPr/>
        </p:nvSpPr>
        <p:spPr>
          <a:xfrm>
            <a:off x="7938818" y="530392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C9EB2C3-9CB2-44EE-A845-405CE79A4E64}"/>
              </a:ext>
            </a:extLst>
          </p:cNvPr>
          <p:cNvSpPr/>
          <p:nvPr/>
        </p:nvSpPr>
        <p:spPr>
          <a:xfrm>
            <a:off x="9333291" y="5326787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3ADA18-F752-4A2C-993C-D143F3D0BAF2}"/>
              </a:ext>
            </a:extLst>
          </p:cNvPr>
          <p:cNvSpPr/>
          <p:nvPr/>
        </p:nvSpPr>
        <p:spPr>
          <a:xfrm>
            <a:off x="10680621" y="4076312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>
                <a:solidFill>
                  <a:schemeClr val="bg1"/>
                </a:solidFill>
              </a:rPr>
              <a:t>Commentaires supplémentaires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76E50A0-861C-44BE-A9A9-4B1070452EC2}"/>
              </a:ext>
            </a:extLst>
          </p:cNvPr>
          <p:cNvSpPr/>
          <p:nvPr/>
        </p:nvSpPr>
        <p:spPr>
          <a:xfrm>
            <a:off x="9404041" y="5965243"/>
            <a:ext cx="384393" cy="4651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49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AE863-25C0-410D-92E3-BA0E457B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Cartes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A8BD55B3-2D49-4DF7-ABB3-9D80FB98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9" y="1975471"/>
            <a:ext cx="3279407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600" dirty="0">
                <a:solidFill>
                  <a:srgbClr val="000000"/>
                </a:solidFill>
                <a:cs typeface="Calibri"/>
              </a:rPr>
              <a:t>Les cartes sont divisées en 6 catégories décrivant les règles d’ateliers.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dirty="0">
                <a:solidFill>
                  <a:srgbClr val="000000"/>
                </a:solidFill>
                <a:cs typeface="Calibri"/>
              </a:rPr>
              <a:t>Chaque famille vous aide à décrire l’atelier que vous souhaitez créer ou des aspects particuliers de ces ateliers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DFAB9945-F1A8-4C21-BD27-B9D166E5077A}"/>
              </a:ext>
            </a:extLst>
          </p:cNvPr>
          <p:cNvGrpSpPr/>
          <p:nvPr/>
        </p:nvGrpSpPr>
        <p:grpSpPr>
          <a:xfrm>
            <a:off x="9239794" y="799011"/>
            <a:ext cx="1854926" cy="2629989"/>
            <a:chOff x="9239794" y="799011"/>
            <a:chExt cx="1854926" cy="26299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50FF2D-771C-4935-8749-24F3218C4FDA}"/>
                </a:ext>
              </a:extLst>
            </p:cNvPr>
            <p:cNvSpPr/>
            <p:nvPr/>
          </p:nvSpPr>
          <p:spPr>
            <a:xfrm>
              <a:off x="9239794" y="799011"/>
              <a:ext cx="1854926" cy="2629989"/>
            </a:xfrm>
            <a:prstGeom prst="rect">
              <a:avLst/>
            </a:prstGeom>
            <a:solidFill>
              <a:srgbClr val="93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Modèle visuel</a:t>
              </a:r>
            </a:p>
            <a:p>
              <a:pPr algn="ctr"/>
              <a:endParaRPr lang="fr-FR" dirty="0"/>
            </a:p>
          </p:txBody>
        </p: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10E860BF-0100-4468-A595-B392B7899B85}"/>
                </a:ext>
              </a:extLst>
            </p:cNvPr>
            <p:cNvGrpSpPr/>
            <p:nvPr/>
          </p:nvGrpSpPr>
          <p:grpSpPr>
            <a:xfrm>
              <a:off x="9522037" y="1800718"/>
              <a:ext cx="1290440" cy="626574"/>
              <a:chOff x="284241" y="407098"/>
              <a:chExt cx="3661166" cy="1777681"/>
            </a:xfrm>
            <a:solidFill>
              <a:schemeClr val="bg1"/>
            </a:solidFill>
          </p:grpSpPr>
          <p:pic>
            <p:nvPicPr>
              <p:cNvPr id="21" name="Graphique 20" descr="Œil avec un remplissage uni">
                <a:extLst>
                  <a:ext uri="{FF2B5EF4-FFF2-40B4-BE49-F238E27FC236}">
                    <a16:creationId xmlns:a16="http://schemas.microsoft.com/office/drawing/2014/main" id="{7D4B03F8-AB06-4A95-BC0D-0075707B5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4241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2" name="Graphique 21" descr="Œil avec un remplissage uni">
                <a:extLst>
                  <a:ext uri="{FF2B5EF4-FFF2-40B4-BE49-F238E27FC236}">
                    <a16:creationId xmlns:a16="http://schemas.microsoft.com/office/drawing/2014/main" id="{605D2A92-8A16-4F2A-96D3-2F48FD7F1D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33582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3" name="Graphique 22" descr="Œil avec un remplissage uni">
                <a:extLst>
                  <a:ext uri="{FF2B5EF4-FFF2-40B4-BE49-F238E27FC236}">
                    <a16:creationId xmlns:a16="http://schemas.microsoft.com/office/drawing/2014/main" id="{561F8E9B-94B4-4774-B0B3-FCAD6CEB5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66046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4" name="Graphique 23" descr="Œil avec un remplissage uni">
                <a:extLst>
                  <a:ext uri="{FF2B5EF4-FFF2-40B4-BE49-F238E27FC236}">
                    <a16:creationId xmlns:a16="http://schemas.microsoft.com/office/drawing/2014/main" id="{D029FA5D-209C-4155-A4E0-22D560F267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415387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5" name="Graphique 24" descr="Œil avec un remplissage uni">
                <a:extLst>
                  <a:ext uri="{FF2B5EF4-FFF2-40B4-BE49-F238E27FC236}">
                    <a16:creationId xmlns:a16="http://schemas.microsoft.com/office/drawing/2014/main" id="{F06F7062-04B7-4D4F-BD49-50832EA40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74458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6" name="Graphique 25" descr="Œil avec un remplissage uni">
                <a:extLst>
                  <a:ext uri="{FF2B5EF4-FFF2-40B4-BE49-F238E27FC236}">
                    <a16:creationId xmlns:a16="http://schemas.microsoft.com/office/drawing/2014/main" id="{B3C405B8-A6F5-4F7F-A761-0465E7BF9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23799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7" name="Graphique 26" descr="Aide avec un remplissage uni">
                <a:extLst>
                  <a:ext uri="{FF2B5EF4-FFF2-40B4-BE49-F238E27FC236}">
                    <a16:creationId xmlns:a16="http://schemas.microsoft.com/office/drawing/2014/main" id="{0BA3F910-A332-4A46-8026-9338B2BAA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629018" y="63406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8" name="Flèche : droite 27">
                <a:extLst>
                  <a:ext uri="{FF2B5EF4-FFF2-40B4-BE49-F238E27FC236}">
                    <a16:creationId xmlns:a16="http://schemas.microsoft.com/office/drawing/2014/main" id="{36AE2526-AE6E-42D3-ABAB-EFE73CC508F9}"/>
                  </a:ext>
                </a:extLst>
              </p:cNvPr>
              <p:cNvSpPr/>
              <p:nvPr/>
            </p:nvSpPr>
            <p:spPr>
              <a:xfrm rot="8771669">
                <a:off x="2528589" y="692427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Flèche : droite 28">
                <a:extLst>
                  <a:ext uri="{FF2B5EF4-FFF2-40B4-BE49-F238E27FC236}">
                    <a16:creationId xmlns:a16="http://schemas.microsoft.com/office/drawing/2014/main" id="{B5C6064E-FFDD-4DC9-A198-A14409D7CF51}"/>
                  </a:ext>
                </a:extLst>
              </p:cNvPr>
              <p:cNvSpPr/>
              <p:nvPr/>
            </p:nvSpPr>
            <p:spPr>
              <a:xfrm rot="16200000">
                <a:off x="1901366" y="1492768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Flèche : droite 29">
                <a:extLst>
                  <a:ext uri="{FF2B5EF4-FFF2-40B4-BE49-F238E27FC236}">
                    <a16:creationId xmlns:a16="http://schemas.microsoft.com/office/drawing/2014/main" id="{D0732466-7FE2-40BD-A9A9-79025552FBB7}"/>
                  </a:ext>
                </a:extLst>
              </p:cNvPr>
              <p:cNvSpPr/>
              <p:nvPr/>
            </p:nvSpPr>
            <p:spPr>
              <a:xfrm rot="2098502">
                <a:off x="1285224" y="647591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E6514BD8-8902-4EE9-A07A-9E2FAB7F7DA8}"/>
              </a:ext>
            </a:extLst>
          </p:cNvPr>
          <p:cNvGrpSpPr/>
          <p:nvPr/>
        </p:nvGrpSpPr>
        <p:grpSpPr>
          <a:xfrm>
            <a:off x="7263864" y="799011"/>
            <a:ext cx="1854926" cy="2629989"/>
            <a:chOff x="7271657" y="799012"/>
            <a:chExt cx="1854926" cy="262998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FAFB25-998C-4D57-A97A-AA977A1ECF89}"/>
                </a:ext>
              </a:extLst>
            </p:cNvPr>
            <p:cNvSpPr/>
            <p:nvPr/>
          </p:nvSpPr>
          <p:spPr>
            <a:xfrm>
              <a:off x="7271657" y="799012"/>
              <a:ext cx="1854926" cy="2629989"/>
            </a:xfrm>
            <a:prstGeom prst="rect">
              <a:avLst/>
            </a:prstGeom>
            <a:solidFill>
              <a:srgbClr val="F16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Configuration</a:t>
              </a:r>
            </a:p>
            <a:p>
              <a:pPr algn="ctr"/>
              <a:endParaRPr lang="fr-FR" dirty="0"/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BD02B8DA-6C72-4F8F-9145-AB9E2D45FCFF}"/>
                </a:ext>
              </a:extLst>
            </p:cNvPr>
            <p:cNvGrpSpPr/>
            <p:nvPr/>
          </p:nvGrpSpPr>
          <p:grpSpPr>
            <a:xfrm>
              <a:off x="7490192" y="1786482"/>
              <a:ext cx="1444839" cy="566441"/>
              <a:chOff x="300929" y="626311"/>
              <a:chExt cx="3334766" cy="1307376"/>
            </a:xfrm>
            <a:solidFill>
              <a:schemeClr val="bg1"/>
            </a:solidFill>
          </p:grpSpPr>
          <p:pic>
            <p:nvPicPr>
              <p:cNvPr id="32" name="Graphique 31" descr="Héros avec un remplissage uni">
                <a:extLst>
                  <a:ext uri="{FF2B5EF4-FFF2-40B4-BE49-F238E27FC236}">
                    <a16:creationId xmlns:a16="http://schemas.microsoft.com/office/drawing/2014/main" id="{5645E40C-DB8D-43C5-9AF8-FB0D3AF6E5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328319" y="626311"/>
                <a:ext cx="1307376" cy="1307376"/>
              </a:xfrm>
              <a:prstGeom prst="rect">
                <a:avLst/>
              </a:prstGeom>
            </p:spPr>
          </p:pic>
          <p:pic>
            <p:nvPicPr>
              <p:cNvPr id="33" name="Graphique 32" descr="Personne confuse avec un remplissage uni">
                <a:extLst>
                  <a:ext uri="{FF2B5EF4-FFF2-40B4-BE49-F238E27FC236}">
                    <a16:creationId xmlns:a16="http://schemas.microsoft.com/office/drawing/2014/main" id="{B645FDBF-EA56-42E7-89BD-77BEFC045E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0929" y="660773"/>
                <a:ext cx="1238451" cy="1238451"/>
              </a:xfrm>
              <a:prstGeom prst="rect">
                <a:avLst/>
              </a:prstGeom>
            </p:spPr>
          </p:pic>
          <p:pic>
            <p:nvPicPr>
              <p:cNvPr id="34" name="Graphique 33" descr="Aide avec un remplissage uni">
                <a:extLst>
                  <a:ext uri="{FF2B5EF4-FFF2-40B4-BE49-F238E27FC236}">
                    <a16:creationId xmlns:a16="http://schemas.microsoft.com/office/drawing/2014/main" id="{21853BA5-031F-4765-9959-12775E0A3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30032" y="680525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E0373AF8-6466-4E56-A2B6-19C6C9B60BA5}"/>
              </a:ext>
            </a:extLst>
          </p:cNvPr>
          <p:cNvGrpSpPr/>
          <p:nvPr/>
        </p:nvGrpSpPr>
        <p:grpSpPr>
          <a:xfrm>
            <a:off x="9239794" y="3533541"/>
            <a:ext cx="1854926" cy="2629989"/>
            <a:chOff x="5303520" y="799013"/>
            <a:chExt cx="1854926" cy="26299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DEF7F6-E415-40E0-9380-6451D1B1E597}"/>
                </a:ext>
              </a:extLst>
            </p:cNvPr>
            <p:cNvSpPr/>
            <p:nvPr/>
          </p:nvSpPr>
          <p:spPr>
            <a:xfrm>
              <a:off x="5303520" y="799013"/>
              <a:ext cx="1854926" cy="2629989"/>
            </a:xfrm>
            <a:prstGeom prst="rect">
              <a:avLst/>
            </a:prstGeom>
            <a:solidFill>
              <a:srgbClr val="FFAA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dirty="0"/>
                <a:t>Type d’activités</a:t>
              </a:r>
            </a:p>
            <a:p>
              <a:pPr algn="ctr"/>
              <a:endParaRPr lang="fr-FR" dirty="0"/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E712B889-8068-426A-AD42-917DEFBC85B8}"/>
                </a:ext>
              </a:extLst>
            </p:cNvPr>
            <p:cNvGrpSpPr/>
            <p:nvPr/>
          </p:nvGrpSpPr>
          <p:grpSpPr>
            <a:xfrm>
              <a:off x="5503946" y="1683762"/>
              <a:ext cx="1467684" cy="771880"/>
              <a:chOff x="377658" y="300868"/>
              <a:chExt cx="3371310" cy="1773029"/>
            </a:xfrm>
            <a:solidFill>
              <a:schemeClr val="bg1"/>
            </a:solidFill>
          </p:grpSpPr>
          <p:pic>
            <p:nvPicPr>
              <p:cNvPr id="35" name="Graphique 34" descr="Bulle de pensée avec un remplissage uni">
                <a:extLst>
                  <a:ext uri="{FF2B5EF4-FFF2-40B4-BE49-F238E27FC236}">
                    <a16:creationId xmlns:a16="http://schemas.microsoft.com/office/drawing/2014/main" id="{9EB26610-C96D-4801-B3CF-3C219CC2F9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989655" y="318667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6" name="Graphique 35" descr="Aide avec un remplissage uni">
                <a:extLst>
                  <a:ext uri="{FF2B5EF4-FFF2-40B4-BE49-F238E27FC236}">
                    <a16:creationId xmlns:a16="http://schemas.microsoft.com/office/drawing/2014/main" id="{7953C303-6764-4818-AD3A-40ECBBB4BC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588934" y="7531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7" name="Graphique 36" descr="Lumières allumées avec un remplissage uni">
                <a:extLst>
                  <a:ext uri="{FF2B5EF4-FFF2-40B4-BE49-F238E27FC236}">
                    <a16:creationId xmlns:a16="http://schemas.microsoft.com/office/drawing/2014/main" id="{D62075FF-8EDD-45B9-9B39-38F42440D9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77658" y="300868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8" name="Graphique 37" descr="Document avec un remplissage uni">
                <a:extLst>
                  <a:ext uri="{FF2B5EF4-FFF2-40B4-BE49-F238E27FC236}">
                    <a16:creationId xmlns:a16="http://schemas.microsoft.com/office/drawing/2014/main" id="{6E7D0C6E-CED4-478A-9D1A-862D3CC92F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2969389" y="1479464"/>
                <a:ext cx="594433" cy="594433"/>
              </a:xfrm>
              <a:prstGeom prst="rect">
                <a:avLst/>
              </a:prstGeom>
            </p:spPr>
          </p:pic>
          <p:grpSp>
            <p:nvGrpSpPr>
              <p:cNvPr id="39" name="Groupe 38">
                <a:extLst>
                  <a:ext uri="{FF2B5EF4-FFF2-40B4-BE49-F238E27FC236}">
                    <a16:creationId xmlns:a16="http://schemas.microsoft.com/office/drawing/2014/main" id="{584F696E-B057-48F0-BD5D-84115B930566}"/>
                  </a:ext>
                </a:extLst>
              </p:cNvPr>
              <p:cNvGrpSpPr/>
              <p:nvPr/>
            </p:nvGrpSpPr>
            <p:grpSpPr>
              <a:xfrm>
                <a:off x="593644" y="1378068"/>
                <a:ext cx="445506" cy="619997"/>
                <a:chOff x="928941" y="1083787"/>
                <a:chExt cx="764213" cy="1063531"/>
              </a:xfrm>
              <a:grpFill/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222EF983-1768-4FDF-A2C7-CFF3DA087787}"/>
                    </a:ext>
                  </a:extLst>
                </p:cNvPr>
                <p:cNvSpPr/>
                <p:nvPr/>
              </p:nvSpPr>
              <p:spPr>
                <a:xfrm>
                  <a:off x="1367902" y="1258707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54BF9EB-8303-4603-99E1-D512CBBCBFFA}"/>
                    </a:ext>
                  </a:extLst>
                </p:cNvPr>
                <p:cNvSpPr/>
                <p:nvPr/>
              </p:nvSpPr>
              <p:spPr>
                <a:xfrm>
                  <a:off x="1366680" y="1585858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EE8C622-0241-45E9-9FB5-43B5609A0100}"/>
                    </a:ext>
                  </a:extLst>
                </p:cNvPr>
                <p:cNvSpPr/>
                <p:nvPr/>
              </p:nvSpPr>
              <p:spPr>
                <a:xfrm>
                  <a:off x="1069550" y="1134646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6914FD4-E07D-45F1-8FCC-72719852A044}"/>
                    </a:ext>
                  </a:extLst>
                </p:cNvPr>
                <p:cNvSpPr/>
                <p:nvPr/>
              </p:nvSpPr>
              <p:spPr>
                <a:xfrm>
                  <a:off x="1045262" y="1490814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A5F1195D-73F7-4071-99AD-BC6DD0D6CB0D}"/>
                    </a:ext>
                  </a:extLst>
                </p:cNvPr>
                <p:cNvSpPr/>
                <p:nvPr/>
              </p:nvSpPr>
              <p:spPr>
                <a:xfrm>
                  <a:off x="1105408" y="1845060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5" name="Forme libre : forme 44">
                  <a:extLst>
                    <a:ext uri="{FF2B5EF4-FFF2-40B4-BE49-F238E27FC236}">
                      <a16:creationId xmlns:a16="http://schemas.microsoft.com/office/drawing/2014/main" id="{38816BBB-7C6B-498C-AEE3-4DF50DF00157}"/>
                    </a:ext>
                  </a:extLst>
                </p:cNvPr>
                <p:cNvSpPr/>
                <p:nvPr/>
              </p:nvSpPr>
              <p:spPr>
                <a:xfrm>
                  <a:off x="928941" y="1083787"/>
                  <a:ext cx="764213" cy="1063531"/>
                </a:xfrm>
                <a:custGeom>
                  <a:avLst/>
                  <a:gdLst>
                    <a:gd name="connsiteX0" fmla="*/ 981075 w 1143000"/>
                    <a:gd name="connsiteY0" fmla="*/ 0 h 1590675"/>
                    <a:gd name="connsiteX1" fmla="*/ 781050 w 1143000"/>
                    <a:gd name="connsiteY1" fmla="*/ 19050 h 1590675"/>
                    <a:gd name="connsiteX2" fmla="*/ 571500 w 1143000"/>
                    <a:gd name="connsiteY2" fmla="*/ 47625 h 1590675"/>
                    <a:gd name="connsiteX3" fmla="*/ 400050 w 1143000"/>
                    <a:gd name="connsiteY3" fmla="*/ 66675 h 1590675"/>
                    <a:gd name="connsiteX4" fmla="*/ 104775 w 1143000"/>
                    <a:gd name="connsiteY4" fmla="*/ 228600 h 1590675"/>
                    <a:gd name="connsiteX5" fmla="*/ 19050 w 1143000"/>
                    <a:gd name="connsiteY5" fmla="*/ 381000 h 1590675"/>
                    <a:gd name="connsiteX6" fmla="*/ 0 w 1143000"/>
                    <a:gd name="connsiteY6" fmla="*/ 533400 h 1590675"/>
                    <a:gd name="connsiteX7" fmla="*/ 19050 w 1143000"/>
                    <a:gd name="connsiteY7" fmla="*/ 857250 h 1590675"/>
                    <a:gd name="connsiteX8" fmla="*/ 76200 w 1143000"/>
                    <a:gd name="connsiteY8" fmla="*/ 1038225 h 1590675"/>
                    <a:gd name="connsiteX9" fmla="*/ 238125 w 1143000"/>
                    <a:gd name="connsiteY9" fmla="*/ 1362075 h 1590675"/>
                    <a:gd name="connsiteX10" fmla="*/ 304800 w 1143000"/>
                    <a:gd name="connsiteY10" fmla="*/ 1438275 h 1590675"/>
                    <a:gd name="connsiteX11" fmla="*/ 371475 w 1143000"/>
                    <a:gd name="connsiteY11" fmla="*/ 1495425 h 1590675"/>
                    <a:gd name="connsiteX12" fmla="*/ 552450 w 1143000"/>
                    <a:gd name="connsiteY12" fmla="*/ 1590675 h 1590675"/>
                    <a:gd name="connsiteX13" fmla="*/ 876300 w 1143000"/>
                    <a:gd name="connsiteY13" fmla="*/ 1533525 h 1590675"/>
                    <a:gd name="connsiteX14" fmla="*/ 952500 w 1143000"/>
                    <a:gd name="connsiteY14" fmla="*/ 1466850 h 1590675"/>
                    <a:gd name="connsiteX15" fmla="*/ 1104900 w 1143000"/>
                    <a:gd name="connsiteY15" fmla="*/ 1257300 h 1590675"/>
                    <a:gd name="connsiteX16" fmla="*/ 1143000 w 1143000"/>
                    <a:gd name="connsiteY16" fmla="*/ 1143000 h 1590675"/>
                    <a:gd name="connsiteX17" fmla="*/ 1133475 w 1143000"/>
                    <a:gd name="connsiteY17" fmla="*/ 838200 h 1590675"/>
                    <a:gd name="connsiteX18" fmla="*/ 1095375 w 1143000"/>
                    <a:gd name="connsiteY18" fmla="*/ 609600 h 1590675"/>
                    <a:gd name="connsiteX19" fmla="*/ 1047750 w 1143000"/>
                    <a:gd name="connsiteY19" fmla="*/ 466725 h 1590675"/>
                    <a:gd name="connsiteX20" fmla="*/ 1019175 w 1143000"/>
                    <a:gd name="connsiteY20" fmla="*/ 361950 h 1590675"/>
                    <a:gd name="connsiteX21" fmla="*/ 962025 w 1143000"/>
                    <a:gd name="connsiteY21" fmla="*/ 219075 h 1590675"/>
                    <a:gd name="connsiteX22" fmla="*/ 923925 w 1143000"/>
                    <a:gd name="connsiteY22" fmla="*/ 152400 h 1590675"/>
                    <a:gd name="connsiteX23" fmla="*/ 866775 w 1143000"/>
                    <a:gd name="connsiteY23" fmla="*/ 95250 h 1590675"/>
                    <a:gd name="connsiteX24" fmla="*/ 809625 w 1143000"/>
                    <a:gd name="connsiteY24" fmla="*/ 66675 h 1590675"/>
                    <a:gd name="connsiteX25" fmla="*/ 781050 w 1143000"/>
                    <a:gd name="connsiteY25" fmla="*/ 47625 h 1590675"/>
                    <a:gd name="connsiteX26" fmla="*/ 685800 w 1143000"/>
                    <a:gd name="connsiteY26" fmla="*/ 19050 h 1590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43000" h="1590675">
                      <a:moveTo>
                        <a:pt x="981075" y="0"/>
                      </a:moveTo>
                      <a:cubicBezTo>
                        <a:pt x="914400" y="6350"/>
                        <a:pt x="847578" y="11314"/>
                        <a:pt x="781050" y="19050"/>
                      </a:cubicBezTo>
                      <a:cubicBezTo>
                        <a:pt x="711025" y="27192"/>
                        <a:pt x="641452" y="38881"/>
                        <a:pt x="571500" y="47625"/>
                      </a:cubicBezTo>
                      <a:cubicBezTo>
                        <a:pt x="514442" y="54757"/>
                        <a:pt x="457200" y="60325"/>
                        <a:pt x="400050" y="66675"/>
                      </a:cubicBezTo>
                      <a:cubicBezTo>
                        <a:pt x="271292" y="114112"/>
                        <a:pt x="192280" y="120261"/>
                        <a:pt x="104775" y="228600"/>
                      </a:cubicBezTo>
                      <a:cubicBezTo>
                        <a:pt x="68152" y="273942"/>
                        <a:pt x="47625" y="330200"/>
                        <a:pt x="19050" y="381000"/>
                      </a:cubicBezTo>
                      <a:cubicBezTo>
                        <a:pt x="12700" y="431800"/>
                        <a:pt x="0" y="482205"/>
                        <a:pt x="0" y="533400"/>
                      </a:cubicBezTo>
                      <a:cubicBezTo>
                        <a:pt x="0" y="641537"/>
                        <a:pt x="2910" y="750325"/>
                        <a:pt x="19050" y="857250"/>
                      </a:cubicBezTo>
                      <a:cubicBezTo>
                        <a:pt x="28492" y="919803"/>
                        <a:pt x="53679" y="979108"/>
                        <a:pt x="76200" y="1038225"/>
                      </a:cubicBezTo>
                      <a:cubicBezTo>
                        <a:pt x="123734" y="1163001"/>
                        <a:pt x="162087" y="1258880"/>
                        <a:pt x="238125" y="1362075"/>
                      </a:cubicBezTo>
                      <a:cubicBezTo>
                        <a:pt x="258146" y="1389246"/>
                        <a:pt x="280935" y="1414410"/>
                        <a:pt x="304800" y="1438275"/>
                      </a:cubicBezTo>
                      <a:cubicBezTo>
                        <a:pt x="325498" y="1458973"/>
                        <a:pt x="347655" y="1478411"/>
                        <a:pt x="371475" y="1495425"/>
                      </a:cubicBezTo>
                      <a:cubicBezTo>
                        <a:pt x="498031" y="1585822"/>
                        <a:pt x="459262" y="1572037"/>
                        <a:pt x="552450" y="1590675"/>
                      </a:cubicBezTo>
                      <a:cubicBezTo>
                        <a:pt x="660400" y="1571625"/>
                        <a:pt x="771583" y="1565937"/>
                        <a:pt x="876300" y="1533525"/>
                      </a:cubicBezTo>
                      <a:cubicBezTo>
                        <a:pt x="908542" y="1523545"/>
                        <a:pt x="928635" y="1490715"/>
                        <a:pt x="952500" y="1466850"/>
                      </a:cubicBezTo>
                      <a:cubicBezTo>
                        <a:pt x="1023109" y="1396241"/>
                        <a:pt x="1062781" y="1349197"/>
                        <a:pt x="1104900" y="1257300"/>
                      </a:cubicBezTo>
                      <a:cubicBezTo>
                        <a:pt x="1121633" y="1220791"/>
                        <a:pt x="1130300" y="1181100"/>
                        <a:pt x="1143000" y="1143000"/>
                      </a:cubicBezTo>
                      <a:cubicBezTo>
                        <a:pt x="1139825" y="1041400"/>
                        <a:pt x="1140237" y="939624"/>
                        <a:pt x="1133475" y="838200"/>
                      </a:cubicBezTo>
                      <a:cubicBezTo>
                        <a:pt x="1132377" y="821731"/>
                        <a:pt x="1102047" y="634384"/>
                        <a:pt x="1095375" y="609600"/>
                      </a:cubicBezTo>
                      <a:cubicBezTo>
                        <a:pt x="1082324" y="561125"/>
                        <a:pt x="1062513" y="514706"/>
                        <a:pt x="1047750" y="466725"/>
                      </a:cubicBezTo>
                      <a:cubicBezTo>
                        <a:pt x="1037104" y="432125"/>
                        <a:pt x="1029577" y="396624"/>
                        <a:pt x="1019175" y="361950"/>
                      </a:cubicBezTo>
                      <a:cubicBezTo>
                        <a:pt x="997592" y="290008"/>
                        <a:pt x="994364" y="279132"/>
                        <a:pt x="962025" y="219075"/>
                      </a:cubicBezTo>
                      <a:cubicBezTo>
                        <a:pt x="949889" y="196537"/>
                        <a:pt x="939532" y="172689"/>
                        <a:pt x="923925" y="152400"/>
                      </a:cubicBezTo>
                      <a:cubicBezTo>
                        <a:pt x="907499" y="131046"/>
                        <a:pt x="890872" y="107298"/>
                        <a:pt x="866775" y="95250"/>
                      </a:cubicBezTo>
                      <a:cubicBezTo>
                        <a:pt x="847725" y="85725"/>
                        <a:pt x="828243" y="77018"/>
                        <a:pt x="809625" y="66675"/>
                      </a:cubicBezTo>
                      <a:cubicBezTo>
                        <a:pt x="799618" y="61116"/>
                        <a:pt x="791808" y="51537"/>
                        <a:pt x="781050" y="47625"/>
                      </a:cubicBezTo>
                      <a:cubicBezTo>
                        <a:pt x="628723" y="-7767"/>
                        <a:pt x="747043" y="49671"/>
                        <a:pt x="685800" y="19050"/>
                      </a:cubicBezTo>
                    </a:path>
                  </a:pathLst>
                </a:custGeom>
                <a:grpFill/>
                <a:ln w="38100"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7DFB24C6-63E4-4293-8021-3214186FC388}"/>
              </a:ext>
            </a:extLst>
          </p:cNvPr>
          <p:cNvGrpSpPr/>
          <p:nvPr/>
        </p:nvGrpSpPr>
        <p:grpSpPr>
          <a:xfrm>
            <a:off x="5287935" y="799011"/>
            <a:ext cx="1854926" cy="2629989"/>
            <a:chOff x="7271657" y="3524795"/>
            <a:chExt cx="1854926" cy="262998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34868F-345D-457D-9430-6BC0C74B4BB3}"/>
                </a:ext>
              </a:extLst>
            </p:cNvPr>
            <p:cNvSpPr/>
            <p:nvPr/>
          </p:nvSpPr>
          <p:spPr>
            <a:xfrm>
              <a:off x="7271657" y="3524795"/>
              <a:ext cx="1854926" cy="2629989"/>
            </a:xfrm>
            <a:prstGeom prst="rect">
              <a:avLst/>
            </a:prstGeom>
            <a:solidFill>
              <a:srgbClr val="F1CE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Outils et espaces</a:t>
              </a:r>
            </a:p>
            <a:p>
              <a:pPr algn="ctr"/>
              <a:endParaRPr lang="fr-FR" dirty="0"/>
            </a:p>
          </p:txBody>
        </p: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AB88E66D-24B8-476C-BC9E-9BE9037BC07D}"/>
                </a:ext>
              </a:extLst>
            </p:cNvPr>
            <p:cNvGrpSpPr/>
            <p:nvPr/>
          </p:nvGrpSpPr>
          <p:grpSpPr>
            <a:xfrm>
              <a:off x="7374617" y="4147475"/>
              <a:ext cx="1662699" cy="884423"/>
              <a:chOff x="296730" y="274977"/>
              <a:chExt cx="3454015" cy="1837260"/>
            </a:xfrm>
            <a:solidFill>
              <a:schemeClr val="bg1"/>
            </a:solidFill>
          </p:grpSpPr>
          <p:pic>
            <p:nvPicPr>
              <p:cNvPr id="47" name="Graphique 46" descr="Aide avec un remplissage uni">
                <a:extLst>
                  <a:ext uri="{FF2B5EF4-FFF2-40B4-BE49-F238E27FC236}">
                    <a16:creationId xmlns:a16="http://schemas.microsoft.com/office/drawing/2014/main" id="{88DE3F85-93D9-4112-9849-655DF6623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545579" y="697610"/>
                <a:ext cx="914400" cy="914400"/>
              </a:xfrm>
              <a:prstGeom prst="rect">
                <a:avLst/>
              </a:prstGeom>
            </p:spPr>
          </p:pic>
          <p:grpSp>
            <p:nvGrpSpPr>
              <p:cNvPr id="48" name="Groupe 47">
                <a:extLst>
                  <a:ext uri="{FF2B5EF4-FFF2-40B4-BE49-F238E27FC236}">
                    <a16:creationId xmlns:a16="http://schemas.microsoft.com/office/drawing/2014/main" id="{CD76A474-6881-4BA2-8549-6B38E700D856}"/>
                  </a:ext>
                </a:extLst>
              </p:cNvPr>
              <p:cNvGrpSpPr/>
              <p:nvPr/>
            </p:nvGrpSpPr>
            <p:grpSpPr>
              <a:xfrm>
                <a:off x="2765333" y="278879"/>
                <a:ext cx="976111" cy="689789"/>
                <a:chOff x="10418956" y="841417"/>
                <a:chExt cx="1472754" cy="1040752"/>
              </a:xfrm>
              <a:grpFill/>
            </p:grpSpPr>
            <p:grpSp>
              <p:nvGrpSpPr>
                <p:cNvPr id="49" name="Groupe 48">
                  <a:extLst>
                    <a:ext uri="{FF2B5EF4-FFF2-40B4-BE49-F238E27FC236}">
                      <a16:creationId xmlns:a16="http://schemas.microsoft.com/office/drawing/2014/main" id="{920182A8-B686-43F6-8B70-EAC8FE2C67F8}"/>
                    </a:ext>
                  </a:extLst>
                </p:cNvPr>
                <p:cNvGrpSpPr/>
                <p:nvPr/>
              </p:nvGrpSpPr>
              <p:grpSpPr>
                <a:xfrm rot="19766643">
                  <a:off x="10418956" y="967769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6" name="Graphique 55" descr="Carte à jouer avec un remplissage uni">
                    <a:extLst>
                      <a:ext uri="{FF2B5EF4-FFF2-40B4-BE49-F238E27FC236}">
                        <a16:creationId xmlns:a16="http://schemas.microsoft.com/office/drawing/2014/main" id="{B4764E6D-D4CD-4017-A779-82E74C3F90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E4CB37D4-7102-45DB-826C-AEA9AD934DB1}"/>
                      </a:ext>
                    </a:extLst>
                  </p:cNvPr>
                  <p:cNvSpPr/>
                  <p:nvPr/>
                </p:nvSpPr>
                <p:spPr>
                  <a:xfrm>
                    <a:off x="8748713" y="719138"/>
                    <a:ext cx="342900" cy="55721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0" name="Groupe 49">
                  <a:extLst>
                    <a:ext uri="{FF2B5EF4-FFF2-40B4-BE49-F238E27FC236}">
                      <a16:creationId xmlns:a16="http://schemas.microsoft.com/office/drawing/2014/main" id="{4C5691F3-F590-420B-94D2-378FCD23E009}"/>
                    </a:ext>
                  </a:extLst>
                </p:cNvPr>
                <p:cNvGrpSpPr/>
                <p:nvPr/>
              </p:nvGrpSpPr>
              <p:grpSpPr>
                <a:xfrm>
                  <a:off x="10717267" y="841417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4" name="Graphique 53" descr="Carte à jouer avec un remplissage uni">
                    <a:extLst>
                      <a:ext uri="{FF2B5EF4-FFF2-40B4-BE49-F238E27FC236}">
                        <a16:creationId xmlns:a16="http://schemas.microsoft.com/office/drawing/2014/main" id="{65DF0899-BEB6-4C60-8F09-92C73FBB18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57779743-D558-43C6-B8A2-644C3DC16040}"/>
                      </a:ext>
                    </a:extLst>
                  </p:cNvPr>
                  <p:cNvSpPr/>
                  <p:nvPr/>
                </p:nvSpPr>
                <p:spPr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1" name="Groupe 50">
                  <a:extLst>
                    <a:ext uri="{FF2B5EF4-FFF2-40B4-BE49-F238E27FC236}">
                      <a16:creationId xmlns:a16="http://schemas.microsoft.com/office/drawing/2014/main" id="{21A21AB6-E00B-4E96-9502-CBE63A60A1F8}"/>
                    </a:ext>
                  </a:extLst>
                </p:cNvPr>
                <p:cNvGrpSpPr/>
                <p:nvPr/>
              </p:nvGrpSpPr>
              <p:grpSpPr>
                <a:xfrm rot="1566252">
                  <a:off x="10977310" y="893806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2" name="Graphique 51" descr="Carte à jouer avec un remplissage uni">
                    <a:extLst>
                      <a:ext uri="{FF2B5EF4-FFF2-40B4-BE49-F238E27FC236}">
                        <a16:creationId xmlns:a16="http://schemas.microsoft.com/office/drawing/2014/main" id="{18F12044-0AFC-4E97-81A1-AC9AAACCE8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AA4EF72C-0153-403B-A53C-D1FCE074965C}"/>
                      </a:ext>
                    </a:extLst>
                  </p:cNvPr>
                  <p:cNvSpPr/>
                  <p:nvPr/>
                </p:nvSpPr>
                <p:spPr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8" name="Groupe 57">
                <a:extLst>
                  <a:ext uri="{FF2B5EF4-FFF2-40B4-BE49-F238E27FC236}">
                    <a16:creationId xmlns:a16="http://schemas.microsoft.com/office/drawing/2014/main" id="{9AF92ED0-A544-4B33-85FC-42BAAC6C660C}"/>
                  </a:ext>
                </a:extLst>
              </p:cNvPr>
              <p:cNvGrpSpPr/>
              <p:nvPr/>
            </p:nvGrpSpPr>
            <p:grpSpPr>
              <a:xfrm>
                <a:off x="296730" y="1095248"/>
                <a:ext cx="716083" cy="970336"/>
                <a:chOff x="4460125" y="4780518"/>
                <a:chExt cx="716083" cy="970336"/>
              </a:xfrm>
              <a:grpFill/>
            </p:grpSpPr>
            <p:pic>
              <p:nvPicPr>
                <p:cNvPr id="59" name="Graphique 58" descr="Table et chaises avec un remplissage uni">
                  <a:extLst>
                    <a:ext uri="{FF2B5EF4-FFF2-40B4-BE49-F238E27FC236}">
                      <a16:creationId xmlns:a16="http://schemas.microsoft.com/office/drawing/2014/main" id="{36179B33-9DA1-4B47-933E-E0ADF7CF28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1770" y="4780518"/>
                  <a:ext cx="634438" cy="634438"/>
                </a:xfrm>
                <a:prstGeom prst="rect">
                  <a:avLst/>
                </a:prstGeom>
              </p:spPr>
            </p:pic>
            <p:pic>
              <p:nvPicPr>
                <p:cNvPr id="60" name="Graphique 59" descr="Table et chaises avec un remplissage uni">
                  <a:extLst>
                    <a:ext uri="{FF2B5EF4-FFF2-40B4-BE49-F238E27FC236}">
                      <a16:creationId xmlns:a16="http://schemas.microsoft.com/office/drawing/2014/main" id="{4F963A26-45F4-4A80-B913-5BE4E22AB3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60125" y="5116416"/>
                  <a:ext cx="634438" cy="634438"/>
                </a:xfrm>
                <a:prstGeom prst="rect">
                  <a:avLst/>
                </a:prstGeom>
              </p:spPr>
            </p:pic>
            <p:sp>
              <p:nvSpPr>
                <p:cNvPr id="61" name="Organigramme : Données 60">
                  <a:extLst>
                    <a:ext uri="{FF2B5EF4-FFF2-40B4-BE49-F238E27FC236}">
                      <a16:creationId xmlns:a16="http://schemas.microsoft.com/office/drawing/2014/main" id="{CBDD92F7-D0E9-4CF4-B212-4046B89E59A3}"/>
                    </a:ext>
                  </a:extLst>
                </p:cNvPr>
                <p:cNvSpPr/>
                <p:nvPr/>
              </p:nvSpPr>
              <p:spPr>
                <a:xfrm>
                  <a:off x="4640613" y="5039076"/>
                  <a:ext cx="372169" cy="342598"/>
                </a:xfrm>
                <a:prstGeom prst="flowChartInputOutput">
                  <a:avLst/>
                </a:prstGeom>
                <a:grpFill/>
                <a:ln>
                  <a:solidFill>
                    <a:srgbClr val="F1CE2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62" name="Graphique 61" descr="Dé avec un remplissage uni">
                <a:extLst>
                  <a:ext uri="{FF2B5EF4-FFF2-40B4-BE49-F238E27FC236}">
                    <a16:creationId xmlns:a16="http://schemas.microsoft.com/office/drawing/2014/main" id="{C9D3A66D-8B5A-4AEC-9D13-58A04803D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2836345" y="11978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3" name="Graphique 62" descr="Papier avec un remplissage uni">
                <a:extLst>
                  <a:ext uri="{FF2B5EF4-FFF2-40B4-BE49-F238E27FC236}">
                    <a16:creationId xmlns:a16="http://schemas.microsoft.com/office/drawing/2014/main" id="{A22AD0D1-F7C1-48D5-97CB-EB8566438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334821" y="274977"/>
                <a:ext cx="596347" cy="596347"/>
              </a:xfrm>
              <a:prstGeom prst="rect">
                <a:avLst/>
              </a:prstGeom>
            </p:spPr>
          </p:pic>
        </p:grp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A998085F-D743-40D4-A5C5-5252EAF117F6}"/>
              </a:ext>
            </a:extLst>
          </p:cNvPr>
          <p:cNvGrpSpPr/>
          <p:nvPr/>
        </p:nvGrpSpPr>
        <p:grpSpPr>
          <a:xfrm>
            <a:off x="5298602" y="3533541"/>
            <a:ext cx="1854926" cy="2629989"/>
            <a:chOff x="9239794" y="3524794"/>
            <a:chExt cx="1854926" cy="26299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3E9F63-1B92-4D59-BDF2-AB6F91A501A5}"/>
                </a:ext>
              </a:extLst>
            </p:cNvPr>
            <p:cNvSpPr/>
            <p:nvPr/>
          </p:nvSpPr>
          <p:spPr>
            <a:xfrm>
              <a:off x="9239794" y="3524794"/>
              <a:ext cx="1854926" cy="2629989"/>
            </a:xfrm>
            <a:prstGeom prst="rect">
              <a:avLst/>
            </a:prstGeom>
            <a:solidFill>
              <a:srgbClr val="AD2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  <a:p>
              <a:pPr algn="ctr"/>
              <a:r>
                <a:rPr lang="fr-FR" dirty="0"/>
                <a:t>Univers narratif</a:t>
              </a:r>
            </a:p>
            <a:p>
              <a:pPr algn="ctr"/>
              <a:endParaRPr lang="fr-FR" dirty="0"/>
            </a:p>
          </p:txBody>
        </p:sp>
        <p:pic>
          <p:nvPicPr>
            <p:cNvPr id="65" name="Graphique 64" descr="Création de récits avec un remplissage uni">
              <a:extLst>
                <a:ext uri="{FF2B5EF4-FFF2-40B4-BE49-F238E27FC236}">
                  <a16:creationId xmlns:a16="http://schemas.microsoft.com/office/drawing/2014/main" id="{F4E52C3A-EF5B-467C-9BAB-4AC5A36D1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670167" y="4006154"/>
              <a:ext cx="1068011" cy="1068011"/>
            </a:xfrm>
            <a:prstGeom prst="rect">
              <a:avLst/>
            </a:prstGeom>
          </p:spPr>
        </p:pic>
      </p:grp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48D8453D-84C8-4212-A614-2F9250C301A3}"/>
              </a:ext>
            </a:extLst>
          </p:cNvPr>
          <p:cNvGrpSpPr/>
          <p:nvPr/>
        </p:nvGrpSpPr>
        <p:grpSpPr>
          <a:xfrm>
            <a:off x="7269198" y="3533541"/>
            <a:ext cx="1854926" cy="2629989"/>
            <a:chOff x="5303520" y="3524796"/>
            <a:chExt cx="1854926" cy="262998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BACEF4-DC8A-4292-BE70-984A03724E39}"/>
                </a:ext>
              </a:extLst>
            </p:cNvPr>
            <p:cNvSpPr/>
            <p:nvPr/>
          </p:nvSpPr>
          <p:spPr>
            <a:xfrm>
              <a:off x="5303520" y="3524796"/>
              <a:ext cx="1854926" cy="2629989"/>
            </a:xfrm>
            <a:prstGeom prst="rect">
              <a:avLst/>
            </a:prstGeom>
            <a:solidFill>
              <a:srgbClr val="ABD6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Composition de groupes</a:t>
              </a:r>
            </a:p>
            <a:p>
              <a:pPr algn="ctr"/>
              <a:endParaRPr lang="fr-FR" dirty="0">
                <a:solidFill>
                  <a:schemeClr val="bg1"/>
                </a:solidFill>
              </a:endParaRPr>
            </a:p>
          </p:txBody>
        </p:sp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3DCEE6E9-0247-4FC0-964F-9C9486669054}"/>
                </a:ext>
              </a:extLst>
            </p:cNvPr>
            <p:cNvGrpSpPr/>
            <p:nvPr/>
          </p:nvGrpSpPr>
          <p:grpSpPr>
            <a:xfrm>
              <a:off x="5439388" y="4137665"/>
              <a:ext cx="1524797" cy="806891"/>
              <a:chOff x="161688" y="127669"/>
              <a:chExt cx="3850792" cy="2037759"/>
            </a:xfrm>
            <a:solidFill>
              <a:schemeClr val="bg1"/>
            </a:solidFill>
          </p:grpSpPr>
          <p:pic>
            <p:nvPicPr>
              <p:cNvPr id="67" name="Graphique 66" descr="Personne confuse avec un remplissage uni">
                <a:extLst>
                  <a:ext uri="{FF2B5EF4-FFF2-40B4-BE49-F238E27FC236}">
                    <a16:creationId xmlns:a16="http://schemas.microsoft.com/office/drawing/2014/main" id="{39F0E6C5-1E4F-45C3-BABB-D0B1C39BC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5732" y="1563325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8" name="Graphique 67" descr="Personne confuse avec un remplissage uni">
                <a:extLst>
                  <a:ext uri="{FF2B5EF4-FFF2-40B4-BE49-F238E27FC236}">
                    <a16:creationId xmlns:a16="http://schemas.microsoft.com/office/drawing/2014/main" id="{FF6A51D6-6579-4D49-8B55-F5EBB5372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58064" y="1380404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9" name="Graphique 68" descr="Personne confuse avec un remplissage uni">
                <a:extLst>
                  <a:ext uri="{FF2B5EF4-FFF2-40B4-BE49-F238E27FC236}">
                    <a16:creationId xmlns:a16="http://schemas.microsoft.com/office/drawing/2014/main" id="{46AC789F-DE0A-4C0B-8C2B-8E843A053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319060" y="154156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0" name="Graphique 69" descr="Personne confuse avec un remplissage uni">
                <a:extLst>
                  <a:ext uri="{FF2B5EF4-FFF2-40B4-BE49-F238E27FC236}">
                    <a16:creationId xmlns:a16="http://schemas.microsoft.com/office/drawing/2014/main" id="{57395175-BAF3-402D-81BD-131CA9A63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10826" y="129230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1" name="Graphique 70" descr="Personne confuse avec un remplissage uni">
                <a:extLst>
                  <a:ext uri="{FF2B5EF4-FFF2-40B4-BE49-F238E27FC236}">
                    <a16:creationId xmlns:a16="http://schemas.microsoft.com/office/drawing/2014/main" id="{2BADD59C-AC79-422F-BE5A-FC570B30F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10377" y="300848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2" name="Graphique 71" descr="Personne confuse avec un remplissage uni">
                <a:extLst>
                  <a:ext uri="{FF2B5EF4-FFF2-40B4-BE49-F238E27FC236}">
                    <a16:creationId xmlns:a16="http://schemas.microsoft.com/office/drawing/2014/main" id="{C1E0B0DE-C011-4724-9510-7DF0CD773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30022" y="12766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3" name="Graphique 72" descr="Personne confuse avec un remplissage uni">
                <a:extLst>
                  <a:ext uri="{FF2B5EF4-FFF2-40B4-BE49-F238E27FC236}">
                    <a16:creationId xmlns:a16="http://schemas.microsoft.com/office/drawing/2014/main" id="{F4C9DB8E-D9D9-4E41-A365-077B3CD7B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131777" y="5789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4" name="Graphique 73" descr="Personne confuse avec un remplissage uni">
                <a:extLst>
                  <a:ext uri="{FF2B5EF4-FFF2-40B4-BE49-F238E27FC236}">
                    <a16:creationId xmlns:a16="http://schemas.microsoft.com/office/drawing/2014/main" id="{C7B7E666-454D-4305-B6CC-3582180CD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28214" y="2561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5" name="Graphique 74" descr="Personne confuse avec un remplissage uni">
                <a:extLst>
                  <a:ext uri="{FF2B5EF4-FFF2-40B4-BE49-F238E27FC236}">
                    <a16:creationId xmlns:a16="http://schemas.microsoft.com/office/drawing/2014/main" id="{F15D093D-753B-4269-953A-0F4FD2B3A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76230" y="152443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6" name="Graphique 75" descr="Personne confuse avec un remplissage uni">
                <a:extLst>
                  <a:ext uri="{FF2B5EF4-FFF2-40B4-BE49-F238E27FC236}">
                    <a16:creationId xmlns:a16="http://schemas.microsoft.com/office/drawing/2014/main" id="{00F87B78-6A51-4ECE-BEAA-25022A6F1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23961" y="517722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7" name="Graphique 76" descr="Personne confuse avec un remplissage uni">
                <a:extLst>
                  <a:ext uri="{FF2B5EF4-FFF2-40B4-BE49-F238E27FC236}">
                    <a16:creationId xmlns:a16="http://schemas.microsoft.com/office/drawing/2014/main" id="{E74820BF-5799-4ED0-A327-CE5EE5937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61688" y="153715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8" name="Graphique 77" descr="Personne confuse avec un remplissage uni">
                <a:extLst>
                  <a:ext uri="{FF2B5EF4-FFF2-40B4-BE49-F238E27FC236}">
                    <a16:creationId xmlns:a16="http://schemas.microsoft.com/office/drawing/2014/main" id="{760F3465-87B8-4257-84FE-97FD7F353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803628" y="1563325"/>
                <a:ext cx="602103" cy="602103"/>
              </a:xfrm>
              <a:prstGeom prst="rect">
                <a:avLst/>
              </a:prstGeom>
            </p:spPr>
          </p:pic>
          <p:sp>
            <p:nvSpPr>
              <p:cNvPr id="79" name="Flèche : droite 78">
                <a:extLst>
                  <a:ext uri="{FF2B5EF4-FFF2-40B4-BE49-F238E27FC236}">
                    <a16:creationId xmlns:a16="http://schemas.microsoft.com/office/drawing/2014/main" id="{CC3F0E3D-F0FA-40B2-BB1D-CCDC70B7A849}"/>
                  </a:ext>
                </a:extLst>
              </p:cNvPr>
              <p:cNvSpPr/>
              <p:nvPr/>
            </p:nvSpPr>
            <p:spPr>
              <a:xfrm rot="19461843">
                <a:off x="2535926" y="605555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0" name="Flèche : droite 79">
                <a:extLst>
                  <a:ext uri="{FF2B5EF4-FFF2-40B4-BE49-F238E27FC236}">
                    <a16:creationId xmlns:a16="http://schemas.microsoft.com/office/drawing/2014/main" id="{DF5282D1-3010-497C-96B4-AD49BE703398}"/>
                  </a:ext>
                </a:extLst>
              </p:cNvPr>
              <p:cNvSpPr/>
              <p:nvPr/>
            </p:nvSpPr>
            <p:spPr>
              <a:xfrm rot="2418519">
                <a:off x="2497437" y="1332105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Flèche : droite 80">
                <a:extLst>
                  <a:ext uri="{FF2B5EF4-FFF2-40B4-BE49-F238E27FC236}">
                    <a16:creationId xmlns:a16="http://schemas.microsoft.com/office/drawing/2014/main" id="{0ECE1591-A50F-45D0-862C-47D9F9E1C04B}"/>
                  </a:ext>
                </a:extLst>
              </p:cNvPr>
              <p:cNvSpPr/>
              <p:nvPr/>
            </p:nvSpPr>
            <p:spPr>
              <a:xfrm rot="8175033">
                <a:off x="1520771" y="1318229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2" name="Flèche : droite 81">
                <a:extLst>
                  <a:ext uri="{FF2B5EF4-FFF2-40B4-BE49-F238E27FC236}">
                    <a16:creationId xmlns:a16="http://schemas.microsoft.com/office/drawing/2014/main" id="{C485D339-E67C-4214-BA61-A5F44CB1A31A}"/>
                  </a:ext>
                </a:extLst>
              </p:cNvPr>
              <p:cNvSpPr/>
              <p:nvPr/>
            </p:nvSpPr>
            <p:spPr>
              <a:xfrm rot="13045094">
                <a:off x="1541316" y="616659"/>
                <a:ext cx="308234" cy="323982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83" name="Graphique 82" descr="Aide avec un remplissage uni">
                <a:extLst>
                  <a:ext uri="{FF2B5EF4-FFF2-40B4-BE49-F238E27FC236}">
                    <a16:creationId xmlns:a16="http://schemas.microsoft.com/office/drawing/2014/main" id="{4D8C9936-D388-4C7B-B14C-9B4CB9045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716071" y="671591"/>
                <a:ext cx="914400" cy="9144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0989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6867B-C360-4AA1-95CA-2D5EDE7D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A77069-4396-4D05-AF9C-539555D2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7971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L’extension V2 ajoute 2 catégories de cartes et 1 plateau, permettant de qualifier les objectifs de l’atelier, les conditions pré-requises et les objectifs post-atelier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187B4820-2AEC-485E-BA3D-6F6E0D96EC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7145" y="609599"/>
            <a:ext cx="1442188" cy="2017487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388F44E1-9D48-4EAD-A3F7-B91F8BC40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9261" y="2687751"/>
            <a:ext cx="1877955" cy="2627085"/>
          </a:xfrm>
          <a:prstGeom prst="rect">
            <a:avLst/>
          </a:prstGeom>
        </p:spPr>
      </p:pic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E3D580AA-4C02-4EEC-A3BD-6E28E973D3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8402" y="609599"/>
            <a:ext cx="1442188" cy="2017487"/>
          </a:xfrm>
          <a:prstGeom prst="rect">
            <a:avLst/>
          </a:prstGeom>
        </p:spPr>
      </p:pic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E24FFE69-2E62-4B7D-AB25-C7DD888EBA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8194" y="2687417"/>
            <a:ext cx="1877955" cy="262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1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6867B-C360-4AA1-95CA-2D5EDE7D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A77069-4396-4D05-AF9C-539555D2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7971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L’extension V3 ajoute 1 catégorie de carte (rôle) divisée en 2 decks : </a:t>
            </a:r>
          </a:p>
          <a:p>
            <a:pPr marL="0" indent="0">
              <a:buNone/>
            </a:pPr>
            <a:r>
              <a:rPr lang="fr-FR" dirty="0"/>
              <a:t>Des cartes rôles pour événements dirigés et des cartes rôles pour événements à circulation libre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71B7B1EA-4B1E-9FEC-942C-B17C7C5393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0161" y="285930"/>
            <a:ext cx="2505670" cy="3505200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C6009BD9-345C-7B81-F437-4E1EDAA004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5297" y="1825625"/>
            <a:ext cx="250567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0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025"/>
            <a:ext cx="3073400" cy="4351338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r>
              <a:rPr lang="fr-FR" dirty="0"/>
              <a:t>L’extension « Invités » a pour but de faire poser les différents types d’invités pour l’événement conçu, jusqu’aux personnes non invitées à l’événement. </a:t>
            </a:r>
          </a:p>
          <a:p>
            <a:endParaRPr lang="fr-FR" dirty="0"/>
          </a:p>
          <a:p>
            <a:r>
              <a:rPr lang="fr-FR" dirty="0"/>
              <a:t>Les cartes invitées sont rangées suivant différentes distances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A5DE60E7-910F-78A3-FD80-8D2A64A1FC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408" y="196057"/>
            <a:ext cx="2578298" cy="3606800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4BBFC706-A4B1-88D7-2791-13C664048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4709" y="196057"/>
            <a:ext cx="2578298" cy="3606800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5D81A192-D743-78E0-50CA-C73FEA58C4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3858" y="3055143"/>
            <a:ext cx="2578298" cy="3606800"/>
          </a:xfrm>
          <a:prstGeom prst="rect">
            <a:avLst/>
          </a:prstGeom>
        </p:spPr>
      </p:pic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3F36B868-4740-75AE-1ADD-FF3BF68316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9860" y="2886075"/>
            <a:ext cx="2578298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0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Contenu de chaque carte</a:t>
            </a:r>
            <a:br>
              <a:rPr lang="fr-FR" dirty="0"/>
            </a:br>
            <a:r>
              <a:rPr lang="fr-FR" dirty="0"/>
              <a:t>(VERSO)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260FB3CC-DE0A-4E77-B587-CBDB9F1FA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724" y="855405"/>
            <a:ext cx="3883262" cy="5432323"/>
          </a:xfrm>
          <a:prstGeom prst="rect">
            <a:avLst/>
          </a:prstGeom>
        </p:spPr>
      </p:pic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0CDB11D6-7B69-4C54-8554-CBF043901562}"/>
              </a:ext>
            </a:extLst>
          </p:cNvPr>
          <p:cNvSpPr/>
          <p:nvPr/>
        </p:nvSpPr>
        <p:spPr>
          <a:xfrm>
            <a:off x="3946532" y="3648892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9C44A526-2065-4F7F-8DF9-9369368565E0}"/>
              </a:ext>
            </a:extLst>
          </p:cNvPr>
          <p:cNvSpPr/>
          <p:nvPr/>
        </p:nvSpPr>
        <p:spPr>
          <a:xfrm rot="1763804">
            <a:off x="3922128" y="1829247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gauche 7">
            <a:extLst>
              <a:ext uri="{FF2B5EF4-FFF2-40B4-BE49-F238E27FC236}">
                <a16:creationId xmlns:a16="http://schemas.microsoft.com/office/drawing/2014/main" id="{D39137C5-F65A-445C-ACE2-2AF835154AAC}"/>
              </a:ext>
            </a:extLst>
          </p:cNvPr>
          <p:cNvSpPr/>
          <p:nvPr/>
        </p:nvSpPr>
        <p:spPr>
          <a:xfrm>
            <a:off x="3953534" y="4828403"/>
            <a:ext cx="2612571" cy="55734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41772A9-D4F9-46AE-98EC-4F29C996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6559" y="2107921"/>
            <a:ext cx="3279407" cy="4275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FR" sz="1600" b="1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Titre de la carte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résumer son contenu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endParaRPr lang="fr-FR" sz="1600" b="1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Description détaillée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apprendre cet ingrédient, ses avantages, inconvénients, usages</a:t>
            </a:r>
          </a:p>
          <a:p>
            <a:pPr marL="0" indent="0">
              <a:buNone/>
            </a:pPr>
            <a:endParaRPr lang="fr-FR" sz="1600" dirty="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</a:pPr>
            <a:r>
              <a:rPr lang="fr-FR" sz="1600" b="1" dirty="0">
                <a:solidFill>
                  <a:srgbClr val="000000"/>
                </a:solidFill>
                <a:cs typeface="Calibri"/>
              </a:rPr>
              <a:t>Suggestions de combinaisons :</a:t>
            </a:r>
            <a:r>
              <a:rPr lang="fr-FR" sz="1600" dirty="0">
                <a:solidFill>
                  <a:srgbClr val="000000"/>
                </a:solidFill>
                <a:cs typeface="Calibri"/>
              </a:rPr>
              <a:t> pour avoir une idée de quelles cartes vont bien avec cette carte, afin de composer votre atelier plus facilement</a:t>
            </a:r>
          </a:p>
        </p:txBody>
      </p:sp>
    </p:spTree>
    <p:extLst>
      <p:ext uri="{BB962C8B-B14F-4D97-AF65-F5344CB8AC3E}">
        <p14:creationId xmlns:p14="http://schemas.microsoft.com/office/powerpoint/2010/main" val="2825908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E9FE0-FD14-45F0-A0D7-C351FA99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7750"/>
          </a:xfrm>
        </p:spPr>
        <p:txBody>
          <a:bodyPr>
            <a:normAutofit fontScale="90000"/>
          </a:bodyPr>
          <a:lstStyle/>
          <a:p>
            <a:r>
              <a:rPr lang="fr-FR" dirty="0"/>
              <a:t>Exemple de plateau de conception</a:t>
            </a:r>
            <a:br>
              <a:rPr lang="fr-FR" dirty="0"/>
            </a:br>
            <a:r>
              <a:rPr lang="fr-FR" dirty="0"/>
              <a:t>#OSG Workshop Design Cards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62CDEAF4-25F2-4F90-B68B-A58B737B6371}"/>
              </a:ext>
            </a:extLst>
          </p:cNvPr>
          <p:cNvSpPr/>
          <p:nvPr/>
        </p:nvSpPr>
        <p:spPr>
          <a:xfrm>
            <a:off x="446043" y="3123725"/>
            <a:ext cx="11607800" cy="36461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2DDF6-CF22-4027-9942-1A4A09BEE088}"/>
              </a:ext>
            </a:extLst>
          </p:cNvPr>
          <p:cNvSpPr/>
          <p:nvPr/>
        </p:nvSpPr>
        <p:spPr>
          <a:xfrm>
            <a:off x="1329622" y="1987389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1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8E007-4B9F-4837-8AD8-6C030CC43C6A}"/>
              </a:ext>
            </a:extLst>
          </p:cNvPr>
          <p:cNvSpPr/>
          <p:nvPr/>
        </p:nvSpPr>
        <p:spPr>
          <a:xfrm>
            <a:off x="3131878" y="1986907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2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EA57E-ABC2-4786-BFDA-712C31D226E5}"/>
              </a:ext>
            </a:extLst>
          </p:cNvPr>
          <p:cNvSpPr/>
          <p:nvPr/>
        </p:nvSpPr>
        <p:spPr>
          <a:xfrm>
            <a:off x="5188541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3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D3E2D-347F-4267-9D27-134B6C07163B}"/>
              </a:ext>
            </a:extLst>
          </p:cNvPr>
          <p:cNvSpPr/>
          <p:nvPr/>
        </p:nvSpPr>
        <p:spPr>
          <a:xfrm>
            <a:off x="6949016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4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066B7-E2D2-434C-8153-0143599C9485}"/>
              </a:ext>
            </a:extLst>
          </p:cNvPr>
          <p:cNvSpPr/>
          <p:nvPr/>
        </p:nvSpPr>
        <p:spPr>
          <a:xfrm>
            <a:off x="8816561" y="1975908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5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B4DBD6-651E-4D56-8E04-EB57BB53E0C6}"/>
              </a:ext>
            </a:extLst>
          </p:cNvPr>
          <p:cNvSpPr/>
          <p:nvPr/>
        </p:nvSpPr>
        <p:spPr>
          <a:xfrm>
            <a:off x="10443750" y="1968144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Nommer l’étape 6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Durée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1FBA5B-7DC3-421B-952A-CB7FD9FDF7E6}"/>
              </a:ext>
            </a:extLst>
          </p:cNvPr>
          <p:cNvSpPr/>
          <p:nvPr/>
        </p:nvSpPr>
        <p:spPr>
          <a:xfrm>
            <a:off x="173741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018B61-4C1C-4674-BDB6-1EC71F5323A2}"/>
              </a:ext>
            </a:extLst>
          </p:cNvPr>
          <p:cNvSpPr/>
          <p:nvPr/>
        </p:nvSpPr>
        <p:spPr>
          <a:xfrm>
            <a:off x="96526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ACCFEE-EB6B-4302-ABD4-3533E97845E8}"/>
              </a:ext>
            </a:extLst>
          </p:cNvPr>
          <p:cNvSpPr/>
          <p:nvPr/>
        </p:nvSpPr>
        <p:spPr>
          <a:xfrm>
            <a:off x="173741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035379-A3A3-4629-8BD3-3A0E92EA32F7}"/>
              </a:ext>
            </a:extLst>
          </p:cNvPr>
          <p:cNvSpPr/>
          <p:nvPr/>
        </p:nvSpPr>
        <p:spPr>
          <a:xfrm>
            <a:off x="967344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F406EE7-AA48-4739-AFA7-D2002A78E728}"/>
              </a:ext>
            </a:extLst>
          </p:cNvPr>
          <p:cNvSpPr/>
          <p:nvPr/>
        </p:nvSpPr>
        <p:spPr>
          <a:xfrm>
            <a:off x="173533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3EF79CB-6941-4C92-B31A-8E5FC1D75AA3}"/>
              </a:ext>
            </a:extLst>
          </p:cNvPr>
          <p:cNvSpPr/>
          <p:nvPr/>
        </p:nvSpPr>
        <p:spPr>
          <a:xfrm>
            <a:off x="96526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4F66D19-1BDE-4653-B00A-946B08A1D5A3}"/>
              </a:ext>
            </a:extLst>
          </p:cNvPr>
          <p:cNvSpPr/>
          <p:nvPr/>
        </p:nvSpPr>
        <p:spPr>
          <a:xfrm>
            <a:off x="362717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CF957DD-334D-4A08-9062-319406921EB2}"/>
              </a:ext>
            </a:extLst>
          </p:cNvPr>
          <p:cNvSpPr/>
          <p:nvPr/>
        </p:nvSpPr>
        <p:spPr>
          <a:xfrm>
            <a:off x="285502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EE39F77-9B57-443A-9695-DA66298C0BC9}"/>
              </a:ext>
            </a:extLst>
          </p:cNvPr>
          <p:cNvSpPr/>
          <p:nvPr/>
        </p:nvSpPr>
        <p:spPr>
          <a:xfrm>
            <a:off x="362717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12C3DB9-F800-4559-9757-338C2DA5CC6A}"/>
              </a:ext>
            </a:extLst>
          </p:cNvPr>
          <p:cNvSpPr/>
          <p:nvPr/>
        </p:nvSpPr>
        <p:spPr>
          <a:xfrm>
            <a:off x="2857104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6201ABF-3269-4574-A1A7-A843DAF1AC58}"/>
              </a:ext>
            </a:extLst>
          </p:cNvPr>
          <p:cNvSpPr/>
          <p:nvPr/>
        </p:nvSpPr>
        <p:spPr>
          <a:xfrm>
            <a:off x="362509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9B5AD54-7592-4AB7-9309-636B49428FAB}"/>
              </a:ext>
            </a:extLst>
          </p:cNvPr>
          <p:cNvSpPr/>
          <p:nvPr/>
        </p:nvSpPr>
        <p:spPr>
          <a:xfrm>
            <a:off x="285502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CF65E5F-35E7-46F8-BE1F-A89BB8357A58}"/>
              </a:ext>
            </a:extLst>
          </p:cNvPr>
          <p:cNvSpPr/>
          <p:nvPr/>
        </p:nvSpPr>
        <p:spPr>
          <a:xfrm>
            <a:off x="557076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1DA1A02-BC93-4887-9F91-8F778E816814}"/>
              </a:ext>
            </a:extLst>
          </p:cNvPr>
          <p:cNvSpPr/>
          <p:nvPr/>
        </p:nvSpPr>
        <p:spPr>
          <a:xfrm>
            <a:off x="479860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34BC434-E1C7-491F-87AE-2F862376AFB6}"/>
              </a:ext>
            </a:extLst>
          </p:cNvPr>
          <p:cNvSpPr/>
          <p:nvPr/>
        </p:nvSpPr>
        <p:spPr>
          <a:xfrm>
            <a:off x="557076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815601B-AAD7-4DC6-A9EF-425E40116AA1}"/>
              </a:ext>
            </a:extLst>
          </p:cNvPr>
          <p:cNvSpPr/>
          <p:nvPr/>
        </p:nvSpPr>
        <p:spPr>
          <a:xfrm>
            <a:off x="480069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356CC02-C85B-4D4F-B5FA-1B645E078DDF}"/>
              </a:ext>
            </a:extLst>
          </p:cNvPr>
          <p:cNvSpPr/>
          <p:nvPr/>
        </p:nvSpPr>
        <p:spPr>
          <a:xfrm>
            <a:off x="556868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F750803-6937-4200-ADEB-0F757F622361}"/>
              </a:ext>
            </a:extLst>
          </p:cNvPr>
          <p:cNvSpPr/>
          <p:nvPr/>
        </p:nvSpPr>
        <p:spPr>
          <a:xfrm>
            <a:off x="479860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9BD8E9F-5E73-4D42-933B-9D5F905FA034}"/>
              </a:ext>
            </a:extLst>
          </p:cNvPr>
          <p:cNvSpPr/>
          <p:nvPr/>
        </p:nvSpPr>
        <p:spPr>
          <a:xfrm>
            <a:off x="7425692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2F8CF-C49C-470C-A8DA-E99C2EA160E6}"/>
              </a:ext>
            </a:extLst>
          </p:cNvPr>
          <p:cNvSpPr/>
          <p:nvPr/>
        </p:nvSpPr>
        <p:spPr>
          <a:xfrm>
            <a:off x="6653535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5ADA2EF-2CFD-4204-9A48-94546F6F0E1F}"/>
              </a:ext>
            </a:extLst>
          </p:cNvPr>
          <p:cNvSpPr/>
          <p:nvPr/>
        </p:nvSpPr>
        <p:spPr>
          <a:xfrm>
            <a:off x="7425692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E48DC1C-F051-4734-8A91-5BD43829FCA0}"/>
              </a:ext>
            </a:extLst>
          </p:cNvPr>
          <p:cNvSpPr/>
          <p:nvPr/>
        </p:nvSpPr>
        <p:spPr>
          <a:xfrm>
            <a:off x="6655619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E3D78EC-352B-4BC0-B20C-88DFEE66CF0A}"/>
              </a:ext>
            </a:extLst>
          </p:cNvPr>
          <p:cNvSpPr/>
          <p:nvPr/>
        </p:nvSpPr>
        <p:spPr>
          <a:xfrm>
            <a:off x="7423608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802C627-AB0C-4390-AFE3-6F2BDB5ADAD1}"/>
              </a:ext>
            </a:extLst>
          </p:cNvPr>
          <p:cNvSpPr/>
          <p:nvPr/>
        </p:nvSpPr>
        <p:spPr>
          <a:xfrm>
            <a:off x="6653535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DA4A055-D88A-4064-AA7E-6F420512AC76}"/>
              </a:ext>
            </a:extLst>
          </p:cNvPr>
          <p:cNvSpPr/>
          <p:nvPr/>
        </p:nvSpPr>
        <p:spPr>
          <a:xfrm>
            <a:off x="922435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477BD93-7AB5-4491-9AFE-8C4E1B365C5B}"/>
              </a:ext>
            </a:extLst>
          </p:cNvPr>
          <p:cNvSpPr/>
          <p:nvPr/>
        </p:nvSpPr>
        <p:spPr>
          <a:xfrm>
            <a:off x="845219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D120596-8592-48BF-86E2-E730C5C04D3E}"/>
              </a:ext>
            </a:extLst>
          </p:cNvPr>
          <p:cNvSpPr/>
          <p:nvPr/>
        </p:nvSpPr>
        <p:spPr>
          <a:xfrm>
            <a:off x="922435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3C35506-2247-4E7B-9EBC-02A574347CDC}"/>
              </a:ext>
            </a:extLst>
          </p:cNvPr>
          <p:cNvSpPr/>
          <p:nvPr/>
        </p:nvSpPr>
        <p:spPr>
          <a:xfrm>
            <a:off x="845428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018EA07-F571-4418-A6A6-FB759F0E5C65}"/>
              </a:ext>
            </a:extLst>
          </p:cNvPr>
          <p:cNvSpPr/>
          <p:nvPr/>
        </p:nvSpPr>
        <p:spPr>
          <a:xfrm>
            <a:off x="922227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030B467-53CA-4EEC-B58E-E53D99B80181}"/>
              </a:ext>
            </a:extLst>
          </p:cNvPr>
          <p:cNvSpPr/>
          <p:nvPr/>
        </p:nvSpPr>
        <p:spPr>
          <a:xfrm>
            <a:off x="845219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303A607-10B5-4E36-B151-EB6145C6CAD6}"/>
              </a:ext>
            </a:extLst>
          </p:cNvPr>
          <p:cNvSpPr/>
          <p:nvPr/>
        </p:nvSpPr>
        <p:spPr>
          <a:xfrm>
            <a:off x="10944821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7DAAC7A-813F-4ED3-931A-6E63318DA4D3}"/>
              </a:ext>
            </a:extLst>
          </p:cNvPr>
          <p:cNvSpPr/>
          <p:nvPr/>
        </p:nvSpPr>
        <p:spPr>
          <a:xfrm>
            <a:off x="10172664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330BB5D-0E8A-40D2-A7E6-3491918A7A81}"/>
              </a:ext>
            </a:extLst>
          </p:cNvPr>
          <p:cNvSpPr/>
          <p:nvPr/>
        </p:nvSpPr>
        <p:spPr>
          <a:xfrm>
            <a:off x="10944821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4F406F9-5D6A-4220-99CF-99C0B0FA2081}"/>
              </a:ext>
            </a:extLst>
          </p:cNvPr>
          <p:cNvSpPr/>
          <p:nvPr/>
        </p:nvSpPr>
        <p:spPr>
          <a:xfrm>
            <a:off x="10174748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1E16541-E7E9-4F78-9449-5B800F020C6A}"/>
              </a:ext>
            </a:extLst>
          </p:cNvPr>
          <p:cNvSpPr/>
          <p:nvPr/>
        </p:nvSpPr>
        <p:spPr>
          <a:xfrm>
            <a:off x="10942737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030CFF9-E125-44D4-B2FF-829CD4A53D75}"/>
              </a:ext>
            </a:extLst>
          </p:cNvPr>
          <p:cNvSpPr/>
          <p:nvPr/>
        </p:nvSpPr>
        <p:spPr>
          <a:xfrm>
            <a:off x="10172664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Placez une carte ici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7493620-6853-422D-9D68-24558B1B5DAD}"/>
              </a:ext>
            </a:extLst>
          </p:cNvPr>
          <p:cNvSpPr/>
          <p:nvPr/>
        </p:nvSpPr>
        <p:spPr>
          <a:xfrm>
            <a:off x="135203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BECF7D2-B7AD-41A4-A308-FB5EDB96A1DB}"/>
              </a:ext>
            </a:extLst>
          </p:cNvPr>
          <p:cNvSpPr/>
          <p:nvPr/>
        </p:nvSpPr>
        <p:spPr>
          <a:xfrm>
            <a:off x="324179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236168D-9A02-4B3F-BE15-796D463DA6DB}"/>
              </a:ext>
            </a:extLst>
          </p:cNvPr>
          <p:cNvSpPr/>
          <p:nvPr/>
        </p:nvSpPr>
        <p:spPr>
          <a:xfrm>
            <a:off x="5188541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2E025C9-265F-4AF4-A12F-7B7EA35E768A}"/>
              </a:ext>
            </a:extLst>
          </p:cNvPr>
          <p:cNvSpPr/>
          <p:nvPr/>
        </p:nvSpPr>
        <p:spPr>
          <a:xfrm>
            <a:off x="7056702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0545709-4C3B-4674-A789-9727F469BC32}"/>
              </a:ext>
            </a:extLst>
          </p:cNvPr>
          <p:cNvSpPr/>
          <p:nvPr/>
        </p:nvSpPr>
        <p:spPr>
          <a:xfrm>
            <a:off x="8838974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2AA3A51-016A-4EE2-A361-4A7DB6F21713}"/>
              </a:ext>
            </a:extLst>
          </p:cNvPr>
          <p:cNvSpPr/>
          <p:nvPr/>
        </p:nvSpPr>
        <p:spPr>
          <a:xfrm>
            <a:off x="10559439" y="6092127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Commentaires supplémentaires</a:t>
            </a:r>
          </a:p>
        </p:txBody>
      </p:sp>
    </p:spTree>
    <p:extLst>
      <p:ext uri="{BB962C8B-B14F-4D97-AF65-F5344CB8AC3E}">
        <p14:creationId xmlns:p14="http://schemas.microsoft.com/office/powerpoint/2010/main" val="6953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A20B0C-5EE5-4018-88F9-7B59C52F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235" y="341282"/>
            <a:ext cx="2832018" cy="823912"/>
          </a:xfrm>
          <a:solidFill>
            <a:srgbClr val="0683AA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pédagogiques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BE7A0-CEA8-49C7-B1F5-66B64629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235" y="1165194"/>
            <a:ext cx="2832018" cy="2350363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Apprendre à créer un atelier d’intelligence collective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Apprendre ce qui définit un atelier d’intelligence collective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9D5684-6FEC-4A8D-8A46-2DC2690BD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50035" y="341282"/>
            <a:ext cx="2845965" cy="823912"/>
          </a:xfrm>
          <a:solidFill>
            <a:srgbClr val="ED7D31"/>
          </a:solidFill>
        </p:spPr>
        <p:txBody>
          <a:bodyPr anchor="ctr">
            <a:normAutofit/>
          </a:bodyPr>
          <a:lstStyle/>
          <a:p>
            <a:r>
              <a:rPr lang="fr-FR" sz="2000" dirty="0"/>
              <a:t>Objectifs opérationnels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095321-BAD2-4D1A-B0BD-058E76C10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50035" y="1165194"/>
            <a:ext cx="2845965" cy="235036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/>
              <a:t>Obtenir en quelques minutes un atelier d’intelligence collective qui correspond à un besoin</a:t>
            </a:r>
          </a:p>
          <a:p>
            <a:pPr marL="0" indent="0">
              <a:buNone/>
            </a:pPr>
            <a:endParaRPr lang="fr-FR" sz="1200" dirty="0"/>
          </a:p>
          <a:p>
            <a:pPr marL="0" indent="0">
              <a:buNone/>
            </a:pPr>
            <a:r>
              <a:rPr lang="fr-FR" sz="1200" dirty="0"/>
              <a:t>Prérequis : Vous avez déjà en tête l’objectif de l’atelier que vous souhaitez créer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627597CC-54B5-4CC6-98C2-B0FCFCCBB5FC}"/>
              </a:ext>
            </a:extLst>
          </p:cNvPr>
          <p:cNvSpPr txBox="1">
            <a:spLocks/>
          </p:cNvSpPr>
          <p:nvPr/>
        </p:nvSpPr>
        <p:spPr>
          <a:xfrm>
            <a:off x="6182782" y="341282"/>
            <a:ext cx="2832018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Public idéal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E860C364-CB07-4157-B3FC-72ADE7FC8BE0}"/>
              </a:ext>
            </a:extLst>
          </p:cNvPr>
          <p:cNvSpPr txBox="1">
            <a:spLocks/>
          </p:cNvSpPr>
          <p:nvPr/>
        </p:nvSpPr>
        <p:spPr>
          <a:xfrm>
            <a:off x="6182782" y="1165194"/>
            <a:ext cx="2832018" cy="23503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Responsables de communauté</a:t>
            </a:r>
          </a:p>
          <a:p>
            <a:pPr marL="0" indent="0">
              <a:buNone/>
            </a:pPr>
            <a:r>
              <a:rPr lang="fr-FR" sz="1200" dirty="0"/>
              <a:t>Responsables d’ateliers de travail</a:t>
            </a:r>
          </a:p>
          <a:p>
            <a:pPr marL="0" indent="0">
              <a:buNone/>
            </a:pPr>
            <a:r>
              <a:rPr lang="fr-FR" sz="1200" dirty="0"/>
              <a:t>Formateurs débutants</a:t>
            </a:r>
          </a:p>
          <a:p>
            <a:pPr marL="0" indent="0">
              <a:buNone/>
            </a:pPr>
            <a:r>
              <a:rPr lang="fr-FR" sz="1200" dirty="0"/>
              <a:t>Coachs Agiles débutants</a:t>
            </a:r>
          </a:p>
          <a:p>
            <a:pPr marL="0" indent="0">
              <a:buNone/>
            </a:pPr>
            <a:r>
              <a:rPr lang="fr-FR" sz="1200" dirty="0"/>
              <a:t>SCRUM Master débutants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0DD88472-455B-4EB6-9408-03600B961185}"/>
              </a:ext>
            </a:extLst>
          </p:cNvPr>
          <p:cNvSpPr txBox="1">
            <a:spLocks/>
          </p:cNvSpPr>
          <p:nvPr/>
        </p:nvSpPr>
        <p:spPr>
          <a:xfrm>
            <a:off x="9101582" y="341282"/>
            <a:ext cx="2832018" cy="823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Problèmes et défis adressés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2DC21F5-C271-429F-B995-155ADD05F5EE}"/>
              </a:ext>
            </a:extLst>
          </p:cNvPr>
          <p:cNvSpPr txBox="1">
            <a:spLocks/>
          </p:cNvSpPr>
          <p:nvPr/>
        </p:nvSpPr>
        <p:spPr>
          <a:xfrm>
            <a:off x="9101582" y="1165194"/>
            <a:ext cx="2832018" cy="2350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Globalement vous savez comment se passe un atelier d’intelligence collective</a:t>
            </a:r>
          </a:p>
          <a:p>
            <a:pPr marL="0" indent="0">
              <a:buNone/>
            </a:pPr>
            <a:r>
              <a:rPr lang="fr-FR" sz="1200" dirty="0"/>
              <a:t>Vous souhaiteriez ne plus vous arrêter à réutiliser des ateliers tout prêts, qui semblent populaires mais jamais vraiment adaptés à votre besoin.</a:t>
            </a:r>
          </a:p>
          <a:p>
            <a:pPr marL="0" indent="0">
              <a:buNone/>
            </a:pPr>
            <a:r>
              <a:rPr lang="fr-FR" sz="1200" dirty="0"/>
              <a:t>Vous souhaitez créer un atelier d’intelligence collective de toutes pièces et maîtriser ce sujet à l’avenir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4583658D-96D2-4428-8C04-12BABFB02F15}"/>
              </a:ext>
            </a:extLst>
          </p:cNvPr>
          <p:cNvSpPr txBox="1">
            <a:spLocks/>
          </p:cNvSpPr>
          <p:nvPr/>
        </p:nvSpPr>
        <p:spPr>
          <a:xfrm>
            <a:off x="541537" y="3661531"/>
            <a:ext cx="3753555" cy="823912"/>
          </a:xfrm>
          <a:prstGeom prst="rect">
            <a:avLst/>
          </a:prstGeom>
          <a:solidFill>
            <a:srgbClr val="0683AA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Sujets non couverts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35C97B3F-F2BF-4533-B31C-BBC0A63139D1}"/>
              </a:ext>
            </a:extLst>
          </p:cNvPr>
          <p:cNvSpPr txBox="1">
            <a:spLocks/>
          </p:cNvSpPr>
          <p:nvPr/>
        </p:nvSpPr>
        <p:spPr>
          <a:xfrm>
            <a:off x="541537" y="4485443"/>
            <a:ext cx="3753555" cy="21639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Animation de l’atelier d’intelligence collective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EF86EE06-D8B2-422B-8FD5-44E3A9C9053E}"/>
              </a:ext>
            </a:extLst>
          </p:cNvPr>
          <p:cNvSpPr txBox="1">
            <a:spLocks/>
          </p:cNvSpPr>
          <p:nvPr/>
        </p:nvSpPr>
        <p:spPr>
          <a:xfrm>
            <a:off x="4381874" y="3661531"/>
            <a:ext cx="3865481" cy="823912"/>
          </a:xfrm>
          <a:prstGeom prst="rect">
            <a:avLst/>
          </a:prstGeom>
          <a:solidFill>
            <a:srgbClr val="ED7D3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Avec quoi compléter ?</a:t>
            </a:r>
            <a:endParaRPr lang="fr-FR" sz="2000" dirty="0"/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0C6E07FB-30F1-47EB-B01D-66E07C71C10D}"/>
              </a:ext>
            </a:extLst>
          </p:cNvPr>
          <p:cNvSpPr txBox="1">
            <a:spLocks/>
          </p:cNvSpPr>
          <p:nvPr/>
        </p:nvSpPr>
        <p:spPr>
          <a:xfrm>
            <a:off x="4381874" y="4485443"/>
            <a:ext cx="3865481" cy="2163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200" dirty="0"/>
              <a:t>Outils conseillant sur la facilitation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B423CEF8-9171-4369-90C5-9648B987B047}"/>
              </a:ext>
            </a:extLst>
          </p:cNvPr>
          <p:cNvSpPr txBox="1">
            <a:spLocks/>
          </p:cNvSpPr>
          <p:nvPr/>
        </p:nvSpPr>
        <p:spPr>
          <a:xfrm>
            <a:off x="8334137" y="3661531"/>
            <a:ext cx="3440612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Ce qu’on suppose des utilisateurs au-delà de la session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54358775-AA17-4797-AFBA-7CA6F9428214}"/>
              </a:ext>
            </a:extLst>
          </p:cNvPr>
          <p:cNvSpPr txBox="1">
            <a:spLocks/>
          </p:cNvSpPr>
          <p:nvPr/>
        </p:nvSpPr>
        <p:spPr>
          <a:xfrm>
            <a:off x="8334137" y="4485443"/>
            <a:ext cx="3440612" cy="2163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Vous avez l’envie d’apprendre l’intelligence collective et comment l’animer dans des ateliers de travail. Vous êtes sur un chemin de maîtrise pas à pas, et souhaitez passer au concret en termes de création. </a:t>
            </a:r>
          </a:p>
          <a:p>
            <a:pPr marL="0" indent="0">
              <a:buNone/>
            </a:pPr>
            <a:r>
              <a:rPr lang="fr-FR" sz="1200" dirty="0"/>
              <a:t>Vous savez agir et raisonner par étapes pour dérouler progressivement votre atelier d’intelligence collective.</a:t>
            </a:r>
          </a:p>
        </p:txBody>
      </p:sp>
    </p:spTree>
    <p:extLst>
      <p:ext uri="{BB962C8B-B14F-4D97-AF65-F5344CB8AC3E}">
        <p14:creationId xmlns:p14="http://schemas.microsoft.com/office/powerpoint/2010/main" val="119057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94"/>
    </mc:Choice>
    <mc:Fallback xmlns="">
      <p:transition spd="slow" advTm="6089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 des modifications et licences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08BEB17-09DF-461E-9CA2-AC3AEFDC5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889675"/>
              </p:ext>
            </p:extLst>
          </p:nvPr>
        </p:nvGraphicFramePr>
        <p:xfrm>
          <a:off x="478172" y="1532010"/>
          <a:ext cx="11409028" cy="375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257">
                  <a:extLst>
                    <a:ext uri="{9D8B030D-6E8A-4147-A177-3AD203B41FA5}">
                      <a16:colId xmlns:a16="http://schemas.microsoft.com/office/drawing/2014/main" val="3807656759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648948851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285982558"/>
                    </a:ext>
                  </a:extLst>
                </a:gridCol>
                <a:gridCol w="2852257">
                  <a:extLst>
                    <a:ext uri="{9D8B030D-6E8A-4147-A177-3AD203B41FA5}">
                      <a16:colId xmlns:a16="http://schemas.microsoft.com/office/drawing/2014/main" val="1267208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Version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Contributeurs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Licence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Commentaires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113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Version de lancement</a:t>
                      </a:r>
                    </a:p>
                    <a:p>
                      <a:r>
                        <a:rPr lang="fr-FR" sz="1200" dirty="0"/>
                        <a:t>Cartes créées avec </a:t>
                      </a:r>
                      <a:r>
                        <a:rPr lang="fr-FR" sz="1200" dirty="0" err="1"/>
                        <a:t>Card</a:t>
                      </a:r>
                      <a:r>
                        <a:rPr lang="fr-FR" sz="1200" dirty="0"/>
                        <a:t> Creator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0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Version simplifiée</a:t>
                      </a:r>
                    </a:p>
                    <a:p>
                      <a:r>
                        <a:rPr lang="fr-FR" sz="1200" dirty="0"/>
                        <a:t>Pas d’information sur les combinaisons mais cartes plus lisibles</a:t>
                      </a:r>
                    </a:p>
                    <a:p>
                      <a:r>
                        <a:rPr lang="fr-FR" sz="1200" dirty="0"/>
                        <a:t>Les cartes simplifiées de la 2 peuvent servir de « RECTO » tandis que le version (1.0, version avec détails) peuvent servir de verso.</a:t>
                      </a:r>
                    </a:p>
                    <a:p>
                      <a:endParaRPr lang="fr-FR" sz="1200" dirty="0"/>
                    </a:p>
                    <a:p>
                      <a:r>
                        <a:rPr lang="fr-FR" sz="1200" dirty="0"/>
                        <a:t>Ajout d’une catégorie « Ressenti cible »</a:t>
                      </a:r>
                    </a:p>
                    <a:p>
                      <a:r>
                        <a:rPr lang="fr-FR" sz="1200" dirty="0"/>
                        <a:t>Seul le RECTO de cette nouvelle catégorie a été créé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4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Alexandre QUACH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CC-BY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Ajout des cartes de type « rôles » pour identifier les rôles clés dans l’atelier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5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3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25294-60E0-4E12-B866-F2E1DAC2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Idées d’extension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BAB3F98-C63B-48D0-8570-B0551B0B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Catégorie : Cartes d’Icebreaker</a:t>
            </a:r>
          </a:p>
          <a:p>
            <a:r>
              <a:rPr lang="fr-FR" dirty="0"/>
              <a:t>Catégorie : Cartes d’ouvertures</a:t>
            </a:r>
          </a:p>
          <a:p>
            <a:r>
              <a:rPr lang="fr-FR" dirty="0"/>
              <a:t>Catégorie : Cartes de fermetures</a:t>
            </a:r>
          </a:p>
          <a:p>
            <a:r>
              <a:rPr lang="fr-FR" dirty="0"/>
              <a:t>Catégorie : Cartes d’objectifs d’atelier (+ suggestions de combinaisons associées)</a:t>
            </a:r>
          </a:p>
          <a:p>
            <a:endParaRPr lang="fr-FR" dirty="0"/>
          </a:p>
          <a:p>
            <a:r>
              <a:rPr lang="fr-FR" dirty="0"/>
              <a:t>Calcul automatique de meilleures combinaisons</a:t>
            </a:r>
          </a:p>
        </p:txBody>
      </p:sp>
    </p:spTree>
    <p:extLst>
      <p:ext uri="{BB962C8B-B14F-4D97-AF65-F5344CB8AC3E}">
        <p14:creationId xmlns:p14="http://schemas.microsoft.com/office/powerpoint/2010/main" val="89173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80"/>
    </mc:Choice>
    <mc:Fallback xmlns="">
      <p:transition spd="slow" advTm="1968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294D6FA-F01F-4E63-9639-F28BFB1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fr-FR" sz="2000" dirty="0">
                <a:solidFill>
                  <a:srgbClr val="080808"/>
                </a:solidFill>
              </a:rPr>
              <a:t>Voir sur openseriousgames.org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168BA7F-CC1D-46EE-B996-E0E4970B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Matériel de jeu</a:t>
            </a:r>
            <a:br>
              <a:rPr lang="fr-FR" sz="3600" dirty="0">
                <a:solidFill>
                  <a:srgbClr val="080808"/>
                </a:solidFill>
              </a:rPr>
            </a:br>
            <a:r>
              <a:rPr lang="fr-FR" sz="3600" dirty="0">
                <a:solidFill>
                  <a:srgbClr val="080808"/>
                </a:solidFill>
              </a:rPr>
              <a:t>Cartes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2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294D6FA-F01F-4E63-9639-F28BFB18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168BA7F-CC1D-46EE-B996-E0E4970B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Sources Eléments graphiques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91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189306-04D9-4982-9EBE-938B344A1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02C4642-2AB4-49A1-89D9-3E5C01E99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1872577" y="1372793"/>
            <a:ext cx="6135300" cy="5537781"/>
          </a:xfrm>
          <a:custGeom>
            <a:avLst/>
            <a:gdLst>
              <a:gd name="connsiteX0" fmla="*/ 0 w 6135300"/>
              <a:gd name="connsiteY0" fmla="*/ 0 h 5537781"/>
              <a:gd name="connsiteX1" fmla="*/ 6135300 w 6135300"/>
              <a:gd name="connsiteY1" fmla="*/ 0 h 5537781"/>
              <a:gd name="connsiteX2" fmla="*/ 6135300 w 6135300"/>
              <a:gd name="connsiteY2" fmla="*/ 3548931 h 5537781"/>
              <a:gd name="connsiteX3" fmla="*/ 4146451 w 6135300"/>
              <a:gd name="connsiteY3" fmla="*/ 5537781 h 5537781"/>
              <a:gd name="connsiteX4" fmla="*/ 0 w 6135300"/>
              <a:gd name="connsiteY4" fmla="*/ 1391331 h 5537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5537781">
                <a:moveTo>
                  <a:pt x="0" y="0"/>
                </a:moveTo>
                <a:lnTo>
                  <a:pt x="6135300" y="0"/>
                </a:lnTo>
                <a:lnTo>
                  <a:pt x="6135300" y="3548931"/>
                </a:lnTo>
                <a:lnTo>
                  <a:pt x="4146451" y="5537781"/>
                </a:lnTo>
                <a:lnTo>
                  <a:pt x="0" y="1391331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EAAEF9-78E9-4B67-93B4-CD09F757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69931" y="-1536286"/>
            <a:ext cx="6135300" cy="6135298"/>
          </a:xfrm>
          <a:custGeom>
            <a:avLst/>
            <a:gdLst>
              <a:gd name="connsiteX0" fmla="*/ 0 w 6135300"/>
              <a:gd name="connsiteY0" fmla="*/ 3971712 h 6135298"/>
              <a:gd name="connsiteX1" fmla="*/ 3971712 w 6135300"/>
              <a:gd name="connsiteY1" fmla="*/ 0 h 6135298"/>
              <a:gd name="connsiteX2" fmla="*/ 6135300 w 6135300"/>
              <a:gd name="connsiteY2" fmla="*/ 0 h 6135298"/>
              <a:gd name="connsiteX3" fmla="*/ 6135300 w 6135300"/>
              <a:gd name="connsiteY3" fmla="*/ 6135298 h 6135298"/>
              <a:gd name="connsiteX4" fmla="*/ 0 w 6135300"/>
              <a:gd name="connsiteY4" fmla="*/ 6135298 h 6135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6135298">
                <a:moveTo>
                  <a:pt x="0" y="3971712"/>
                </a:moveTo>
                <a:lnTo>
                  <a:pt x="3971712" y="0"/>
                </a:lnTo>
                <a:lnTo>
                  <a:pt x="6135300" y="0"/>
                </a:lnTo>
                <a:lnTo>
                  <a:pt x="6135300" y="6135298"/>
                </a:lnTo>
                <a:lnTo>
                  <a:pt x="0" y="6135298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CE23D09-8BA3-4FEE-892D-ACE847DC0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050242" y="292975"/>
            <a:ext cx="5056735" cy="9206602"/>
          </a:xfrm>
          <a:custGeom>
            <a:avLst/>
            <a:gdLst>
              <a:gd name="connsiteX0" fmla="*/ 0 w 5053652"/>
              <a:gd name="connsiteY0" fmla="*/ 209273 h 9200989"/>
              <a:gd name="connsiteX1" fmla="*/ 209274 w 5053652"/>
              <a:gd name="connsiteY1" fmla="*/ 0 h 9200989"/>
              <a:gd name="connsiteX2" fmla="*/ 5053652 w 5053652"/>
              <a:gd name="connsiteY2" fmla="*/ 4844379 h 9200989"/>
              <a:gd name="connsiteX3" fmla="*/ 697042 w 5053652"/>
              <a:gd name="connsiteY3" fmla="*/ 9200989 h 9200989"/>
              <a:gd name="connsiteX4" fmla="*/ 0 w 5053652"/>
              <a:gd name="connsiteY4" fmla="*/ 9200989 h 9200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3652" h="9200989">
                <a:moveTo>
                  <a:pt x="0" y="209273"/>
                </a:moveTo>
                <a:lnTo>
                  <a:pt x="209274" y="0"/>
                </a:lnTo>
                <a:lnTo>
                  <a:pt x="5053652" y="4844379"/>
                </a:lnTo>
                <a:lnTo>
                  <a:pt x="697042" y="9200989"/>
                </a:lnTo>
                <a:lnTo>
                  <a:pt x="0" y="9200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BFBE7AA-40DE-4FE5-B385-5CA874501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6 w 5353835"/>
              <a:gd name="connsiteY0" fmla="*/ 5273742 h 5353835"/>
              <a:gd name="connsiteX1" fmla="*/ 4927602 w 5353835"/>
              <a:gd name="connsiteY1" fmla="*/ 5273742 h 5353835"/>
              <a:gd name="connsiteX2" fmla="*/ 4847509 w 5353835"/>
              <a:gd name="connsiteY2" fmla="*/ 5353835 h 5353835"/>
              <a:gd name="connsiteX3" fmla="*/ 770599 w 5353835"/>
              <a:gd name="connsiteY3" fmla="*/ 5353835 h 5353835"/>
              <a:gd name="connsiteX4" fmla="*/ 422575 w 5353835"/>
              <a:gd name="connsiteY4" fmla="*/ 80093 h 5353835"/>
              <a:gd name="connsiteX5" fmla="*/ 50266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47509 h 5353835"/>
              <a:gd name="connsiteX8" fmla="*/ 5273742 w 5353835"/>
              <a:gd name="connsiteY8" fmla="*/ 4927602 h 5353835"/>
              <a:gd name="connsiteX9" fmla="*/ 5273742 w 5353835"/>
              <a:gd name="connsiteY9" fmla="*/ 80093 h 5353835"/>
              <a:gd name="connsiteX10" fmla="*/ 0 w 5353835"/>
              <a:gd name="connsiteY10" fmla="*/ 502667 h 5353835"/>
              <a:gd name="connsiteX11" fmla="*/ 80093 w 5353835"/>
              <a:gd name="connsiteY11" fmla="*/ 422574 h 5353835"/>
              <a:gd name="connsiteX12" fmla="*/ 80093 w 5353835"/>
              <a:gd name="connsiteY12" fmla="*/ 4663329 h 5353835"/>
              <a:gd name="connsiteX13" fmla="*/ 0 w 5353835"/>
              <a:gd name="connsiteY13" fmla="*/ 4583236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6" y="5273742"/>
                </a:moveTo>
                <a:lnTo>
                  <a:pt x="4927602" y="5273742"/>
                </a:lnTo>
                <a:lnTo>
                  <a:pt x="4847509" y="5353835"/>
                </a:lnTo>
                <a:lnTo>
                  <a:pt x="770599" y="5353835"/>
                </a:lnTo>
                <a:close/>
                <a:moveTo>
                  <a:pt x="422575" y="80093"/>
                </a:moveTo>
                <a:lnTo>
                  <a:pt x="502668" y="0"/>
                </a:lnTo>
                <a:lnTo>
                  <a:pt x="5353835" y="0"/>
                </a:lnTo>
                <a:lnTo>
                  <a:pt x="5353835" y="4847509"/>
                </a:lnTo>
                <a:lnTo>
                  <a:pt x="5273742" y="4927602"/>
                </a:lnTo>
                <a:lnTo>
                  <a:pt x="5273742" y="80093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4663329"/>
                </a:lnTo>
                <a:lnTo>
                  <a:pt x="0" y="45832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70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080808"/>
                </a:solidFill>
              </a:rPr>
              <a:t>Usages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4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1ACE746-85D5-45EE-8944-61B542B39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026569" y="0"/>
            <a:ext cx="3216074" cy="1608038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00BB3E03-CC38-4FA6-9A99-701C62D05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6059" y="4738109"/>
            <a:ext cx="4239780" cy="2119891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02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747FC2EF-44AC-406F-AAD4-C278DF9BB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1874" y="337420"/>
            <a:ext cx="1685108" cy="1685108"/>
          </a:xfrm>
          <a:prstGeom prst="rect">
            <a:avLst/>
          </a:prstGeom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FA78A58A-1C15-4555-AFA8-E58C3488D59B}"/>
              </a:ext>
            </a:extLst>
          </p:cNvPr>
          <p:cNvGrpSpPr/>
          <p:nvPr/>
        </p:nvGrpSpPr>
        <p:grpSpPr>
          <a:xfrm>
            <a:off x="806765" y="888099"/>
            <a:ext cx="1472754" cy="1040752"/>
            <a:chOff x="10418956" y="841417"/>
            <a:chExt cx="1472754" cy="1040752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31799BB5-DAF0-4E80-9B1C-43B8C6140551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22" name="Graphique 21" descr="Carte à jouer avec un remplissage uni">
                <a:extLst>
                  <a:ext uri="{FF2B5EF4-FFF2-40B4-BE49-F238E27FC236}">
                    <a16:creationId xmlns:a16="http://schemas.microsoft.com/office/drawing/2014/main" id="{2FF8C8E4-1AD4-441E-A0A0-D2625EEF4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20A2B53-E6D7-47F3-B321-93E5DE4AC2EB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6132E662-9A71-4C5E-B91E-BAA6BFEBC981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20" name="Graphique 19" descr="Carte à jouer avec un remplissage uni">
                <a:extLst>
                  <a:ext uri="{FF2B5EF4-FFF2-40B4-BE49-F238E27FC236}">
                    <a16:creationId xmlns:a16="http://schemas.microsoft.com/office/drawing/2014/main" id="{3183254F-CBA1-4054-8F37-F997710BED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805763C-F4D1-44AD-B458-1F8B88AB199B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38A3748B-EBC9-4F6C-ACBB-6F010B3915D2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18" name="Graphique 17" descr="Carte à jouer avec un remplissage uni">
                <a:extLst>
                  <a:ext uri="{FF2B5EF4-FFF2-40B4-BE49-F238E27FC236}">
                    <a16:creationId xmlns:a16="http://schemas.microsoft.com/office/drawing/2014/main" id="{1AE5D8C4-1581-4A50-98AC-EE70DEDB3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276E3A6-211B-47B5-B973-9C75CF87F415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5" name="Graphique 4" descr="Tête avec engrenages avec un remplissage uni">
            <a:extLst>
              <a:ext uri="{FF2B5EF4-FFF2-40B4-BE49-F238E27FC236}">
                <a16:creationId xmlns:a16="http://schemas.microsoft.com/office/drawing/2014/main" id="{06F16025-C235-4AE6-97BF-500A9D14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7995" y="845509"/>
            <a:ext cx="914400" cy="914400"/>
          </a:xfrm>
          <a:prstGeom prst="rect">
            <a:avLst/>
          </a:prstGeom>
        </p:spPr>
      </p:pic>
      <p:pic>
        <p:nvPicPr>
          <p:cNvPr id="9" name="Graphique 8" descr="Toque d'étudiant avec un remplissage uni">
            <a:extLst>
              <a:ext uri="{FF2B5EF4-FFF2-40B4-BE49-F238E27FC236}">
                <a16:creationId xmlns:a16="http://schemas.microsoft.com/office/drawing/2014/main" id="{DAC12B91-D380-4D04-B2D1-4AFF16BD24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154039">
            <a:off x="4531969" y="336455"/>
            <a:ext cx="914400" cy="914400"/>
          </a:xfrm>
          <a:prstGeom prst="rect">
            <a:avLst/>
          </a:prstGeom>
        </p:spPr>
      </p:pic>
      <p:pic>
        <p:nvPicPr>
          <p:cNvPr id="11" name="Graphique 10" descr="Tableau décisionnel avec un remplissage uni">
            <a:extLst>
              <a:ext uri="{FF2B5EF4-FFF2-40B4-BE49-F238E27FC236}">
                <a16:creationId xmlns:a16="http://schemas.microsoft.com/office/drawing/2014/main" id="{6024DBC7-FF00-47F2-B1EB-837A1875EA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5939787" y="793655"/>
            <a:ext cx="914400" cy="914400"/>
          </a:xfrm>
          <a:prstGeom prst="rect">
            <a:avLst/>
          </a:prstGeom>
        </p:spPr>
      </p:pic>
      <p:pic>
        <p:nvPicPr>
          <p:cNvPr id="25" name="Graphique 24" descr="Éclair avec un remplissage uni">
            <a:extLst>
              <a:ext uri="{FF2B5EF4-FFF2-40B4-BE49-F238E27FC236}">
                <a16:creationId xmlns:a16="http://schemas.microsoft.com/office/drawing/2014/main" id="{1BB5C323-9FFA-4B65-ACC3-F7F65FEA23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9416476">
            <a:off x="9571239" y="785214"/>
            <a:ext cx="686049" cy="686049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5004B1C2-F4D8-4D8B-91F9-1BBC8B4FA8D4}"/>
              </a:ext>
            </a:extLst>
          </p:cNvPr>
          <p:cNvGrpSpPr/>
          <p:nvPr/>
        </p:nvGrpSpPr>
        <p:grpSpPr>
          <a:xfrm>
            <a:off x="8947085" y="286798"/>
            <a:ext cx="764654" cy="764548"/>
            <a:chOff x="8504832" y="178232"/>
            <a:chExt cx="923864" cy="923736"/>
          </a:xfrm>
        </p:grpSpPr>
        <p:pic>
          <p:nvPicPr>
            <p:cNvPr id="27" name="Graphique 26" descr="Cerveau côté droit avec un remplissage uni">
              <a:extLst>
                <a:ext uri="{FF2B5EF4-FFF2-40B4-BE49-F238E27FC236}">
                  <a16:creationId xmlns:a16="http://schemas.microsoft.com/office/drawing/2014/main" id="{6D32DE20-E2A0-4E18-8370-1FF4DD5033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l="47881"/>
            <a:stretch/>
          </p:blipFill>
          <p:spPr>
            <a:xfrm>
              <a:off x="8952124" y="178232"/>
              <a:ext cx="476572" cy="914400"/>
            </a:xfrm>
            <a:prstGeom prst="rect">
              <a:avLst/>
            </a:prstGeom>
          </p:spPr>
        </p:pic>
        <p:pic>
          <p:nvPicPr>
            <p:cNvPr id="29" name="Graphique 28" descr="Partie gauche du cerveau avec un remplissage uni">
              <a:extLst>
                <a:ext uri="{FF2B5EF4-FFF2-40B4-BE49-F238E27FC236}">
                  <a16:creationId xmlns:a16="http://schemas.microsoft.com/office/drawing/2014/main" id="{56E5F15F-67B4-4C52-96A6-E227C6F981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r="47882"/>
            <a:stretch/>
          </p:blipFill>
          <p:spPr>
            <a:xfrm>
              <a:off x="8504832" y="187568"/>
              <a:ext cx="476572" cy="914400"/>
            </a:xfrm>
            <a:prstGeom prst="rect">
              <a:avLst/>
            </a:prstGeom>
          </p:spPr>
        </p:pic>
      </p:grpSp>
      <p:pic>
        <p:nvPicPr>
          <p:cNvPr id="39" name="Graphique 38" descr="Tableau décisionnel avec un remplissage uni">
            <a:extLst>
              <a:ext uri="{FF2B5EF4-FFF2-40B4-BE49-F238E27FC236}">
                <a16:creationId xmlns:a16="http://schemas.microsoft.com/office/drawing/2014/main" id="{FD94062E-03C2-4CA5-B951-5D7E331EAF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0067016" y="11833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26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39DFCF-9247-4DE5-BB93-074BFAF0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42B652E-D499-4CDA-8F7A-60469EDBC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1632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4864676 w 4864676"/>
              <a:gd name="connsiteY1" fmla="*/ 0 h 4864676"/>
              <a:gd name="connsiteX2" fmla="*/ 4864676 w 4864676"/>
              <a:gd name="connsiteY2" fmla="*/ 4864676 h 4864676"/>
              <a:gd name="connsiteX3" fmla="*/ 1281101 w 4864676"/>
              <a:gd name="connsiteY3" fmla="*/ 4864676 h 4864676"/>
              <a:gd name="connsiteX4" fmla="*/ 0 w 4864676"/>
              <a:gd name="connsiteY4" fmla="*/ 3583575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4864676" y="0"/>
                </a:lnTo>
                <a:lnTo>
                  <a:pt x="4864676" y="4864676"/>
                </a:lnTo>
                <a:lnTo>
                  <a:pt x="1281101" y="4864676"/>
                </a:lnTo>
                <a:lnTo>
                  <a:pt x="0" y="358357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4A22B8-F5B6-47C2-B88E-DADAF3791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25693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3583574 w 4864676"/>
              <a:gd name="connsiteY1" fmla="*/ 0 h 4864676"/>
              <a:gd name="connsiteX2" fmla="*/ 4864676 w 4864676"/>
              <a:gd name="connsiteY2" fmla="*/ 1281103 h 4864676"/>
              <a:gd name="connsiteX3" fmla="*/ 4864676 w 4864676"/>
              <a:gd name="connsiteY3" fmla="*/ 4864676 h 4864676"/>
              <a:gd name="connsiteX4" fmla="*/ 0 w 4864676"/>
              <a:gd name="connsiteY4" fmla="*/ 4864676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3583574" y="0"/>
                </a:lnTo>
                <a:lnTo>
                  <a:pt x="4864676" y="1281103"/>
                </a:lnTo>
                <a:lnTo>
                  <a:pt x="4864676" y="4864676"/>
                </a:lnTo>
                <a:lnTo>
                  <a:pt x="0" y="4864676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987C18C-164D-4263-B486-4647A98E8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89020" y="1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7E98B39-04C6-408B-92FD-76862874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286" y="3571620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81C8C27-2457-421F-BDC4-7B4EA3C7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13C66-82C1-44AF-972B-8F5CCA41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71208" y="5287803"/>
            <a:ext cx="955808" cy="9558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DB36437-FE59-457E-91A7-396BBD3C9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Composition des groupes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4D3693-2EFE-4667-89D5-47E2D5920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42846" y="410171"/>
            <a:ext cx="1321281" cy="1321281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1FD796-9CD0-404D-8DF5-5274C0BCC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30319" y="1508609"/>
            <a:ext cx="700047" cy="70004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6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Bébé avec un remplissage uni">
            <a:extLst>
              <a:ext uri="{FF2B5EF4-FFF2-40B4-BE49-F238E27FC236}">
                <a16:creationId xmlns:a16="http://schemas.microsoft.com/office/drawing/2014/main" id="{E0FFBEC4-9F80-4D9C-8815-FBB83B3C4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069" y="1474405"/>
            <a:ext cx="507646" cy="507646"/>
          </a:xfrm>
          <a:prstGeom prst="rect">
            <a:avLst/>
          </a:prstGeom>
        </p:spPr>
      </p:pic>
      <p:pic>
        <p:nvPicPr>
          <p:cNvPr id="5" name="Graphique 4" descr="Personne confuse avec un remplissage uni">
            <a:extLst>
              <a:ext uri="{FF2B5EF4-FFF2-40B4-BE49-F238E27FC236}">
                <a16:creationId xmlns:a16="http://schemas.microsoft.com/office/drawing/2014/main" id="{644C62C4-66D0-49D3-99BE-EDCDE563C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8232" y="1358241"/>
            <a:ext cx="602103" cy="602103"/>
          </a:xfrm>
          <a:prstGeom prst="rect">
            <a:avLst/>
          </a:prstGeom>
        </p:spPr>
      </p:pic>
      <p:pic>
        <p:nvPicPr>
          <p:cNvPr id="7" name="Graphique 6" descr="Enfant avec ballon avec un remplissage uni">
            <a:extLst>
              <a:ext uri="{FF2B5EF4-FFF2-40B4-BE49-F238E27FC236}">
                <a16:creationId xmlns:a16="http://schemas.microsoft.com/office/drawing/2014/main" id="{345D4192-D9B6-46BE-8569-F1C46D4B9E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733" y="247304"/>
            <a:ext cx="711023" cy="711023"/>
          </a:xfrm>
          <a:prstGeom prst="rect">
            <a:avLst/>
          </a:prstGeom>
        </p:spPr>
      </p:pic>
      <p:pic>
        <p:nvPicPr>
          <p:cNvPr id="9" name="Graphique 8" descr="Héros avec un remplissage uni">
            <a:extLst>
              <a:ext uri="{FF2B5EF4-FFF2-40B4-BE49-F238E27FC236}">
                <a16:creationId xmlns:a16="http://schemas.microsoft.com/office/drawing/2014/main" id="{82E0C9E2-42AF-4344-8A48-18E111535E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0634" y="309345"/>
            <a:ext cx="556992" cy="556992"/>
          </a:xfrm>
          <a:prstGeom prst="rect">
            <a:avLst/>
          </a:prstGeom>
        </p:spPr>
      </p:pic>
      <p:pic>
        <p:nvPicPr>
          <p:cNvPr id="20" name="Graphique 19" descr="Bébé avec un remplissage uni">
            <a:extLst>
              <a:ext uri="{FF2B5EF4-FFF2-40B4-BE49-F238E27FC236}">
                <a16:creationId xmlns:a16="http://schemas.microsoft.com/office/drawing/2014/main" id="{2792778B-5D83-4419-989A-66BEF9A30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046" y="1474405"/>
            <a:ext cx="507646" cy="507646"/>
          </a:xfrm>
          <a:prstGeom prst="rect">
            <a:avLst/>
          </a:prstGeom>
        </p:spPr>
      </p:pic>
      <p:pic>
        <p:nvPicPr>
          <p:cNvPr id="21" name="Graphique 20" descr="Bébé avec un remplissage uni">
            <a:extLst>
              <a:ext uri="{FF2B5EF4-FFF2-40B4-BE49-F238E27FC236}">
                <a16:creationId xmlns:a16="http://schemas.microsoft.com/office/drawing/2014/main" id="{49D01FFA-68C7-47D5-B320-ABB71E6A1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022" y="1474405"/>
            <a:ext cx="507646" cy="507646"/>
          </a:xfrm>
          <a:prstGeom prst="rect">
            <a:avLst/>
          </a:prstGeom>
        </p:spPr>
      </p:pic>
      <p:pic>
        <p:nvPicPr>
          <p:cNvPr id="22" name="Graphique 21" descr="Enfant avec ballon avec un remplissage uni">
            <a:extLst>
              <a:ext uri="{FF2B5EF4-FFF2-40B4-BE49-F238E27FC236}">
                <a16:creationId xmlns:a16="http://schemas.microsoft.com/office/drawing/2014/main" id="{08346B1B-448D-41D3-BB40-C5BF00ED50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396" y="278750"/>
            <a:ext cx="711023" cy="711023"/>
          </a:xfrm>
          <a:prstGeom prst="rect">
            <a:avLst/>
          </a:prstGeom>
        </p:spPr>
      </p:pic>
      <p:pic>
        <p:nvPicPr>
          <p:cNvPr id="23" name="Graphique 22" descr="Enfant avec ballon avec un remplissage uni">
            <a:extLst>
              <a:ext uri="{FF2B5EF4-FFF2-40B4-BE49-F238E27FC236}">
                <a16:creationId xmlns:a16="http://schemas.microsoft.com/office/drawing/2014/main" id="{73B5E119-2DC8-4CE9-B73D-9DB09C9533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782" y="263027"/>
            <a:ext cx="711023" cy="711023"/>
          </a:xfrm>
          <a:prstGeom prst="rect">
            <a:avLst/>
          </a:prstGeom>
        </p:spPr>
      </p:pic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179574EF-97B0-49F7-AF8A-8ED90E34A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5133" y="1485238"/>
            <a:ext cx="602103" cy="602103"/>
          </a:xfrm>
          <a:prstGeom prst="rect">
            <a:avLst/>
          </a:prstGeom>
        </p:spPr>
      </p:pic>
      <p:pic>
        <p:nvPicPr>
          <p:cNvPr id="26" name="Graphique 25" descr="Personne confuse avec un remplissage uni">
            <a:extLst>
              <a:ext uri="{FF2B5EF4-FFF2-40B4-BE49-F238E27FC236}">
                <a16:creationId xmlns:a16="http://schemas.microsoft.com/office/drawing/2014/main" id="{B441057B-7232-40B1-BA49-D01FF36BCB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4109" y="1358241"/>
            <a:ext cx="602103" cy="602103"/>
          </a:xfrm>
          <a:prstGeom prst="rect">
            <a:avLst/>
          </a:prstGeom>
        </p:spPr>
      </p:pic>
      <p:pic>
        <p:nvPicPr>
          <p:cNvPr id="27" name="Graphique 26" descr="Héros avec un remplissage uni">
            <a:extLst>
              <a:ext uri="{FF2B5EF4-FFF2-40B4-BE49-F238E27FC236}">
                <a16:creationId xmlns:a16="http://schemas.microsoft.com/office/drawing/2014/main" id="{7DBB9475-B857-4F1A-B128-0D77AEB12F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3341" y="596673"/>
            <a:ext cx="556992" cy="556992"/>
          </a:xfrm>
          <a:prstGeom prst="rect">
            <a:avLst/>
          </a:prstGeom>
        </p:spPr>
      </p:pic>
      <p:pic>
        <p:nvPicPr>
          <p:cNvPr id="28" name="Graphique 27" descr="Héros avec un remplissage uni">
            <a:extLst>
              <a:ext uri="{FF2B5EF4-FFF2-40B4-BE49-F238E27FC236}">
                <a16:creationId xmlns:a16="http://schemas.microsoft.com/office/drawing/2014/main" id="{C5B2E2CC-EB13-49E5-8378-0FBB2F839C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5400" y="330056"/>
            <a:ext cx="556992" cy="556992"/>
          </a:xfrm>
          <a:prstGeom prst="rect">
            <a:avLst/>
          </a:prstGeom>
        </p:spPr>
      </p:pic>
      <p:pic>
        <p:nvPicPr>
          <p:cNvPr id="29" name="Graphique 28" descr="Héros avec un remplissage uni">
            <a:extLst>
              <a:ext uri="{FF2B5EF4-FFF2-40B4-BE49-F238E27FC236}">
                <a16:creationId xmlns:a16="http://schemas.microsoft.com/office/drawing/2014/main" id="{7AFCE0B2-2106-475D-B5BC-FB329C982A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0817" y="151593"/>
            <a:ext cx="556992" cy="556992"/>
          </a:xfrm>
          <a:prstGeom prst="rect">
            <a:avLst/>
          </a:prstGeom>
        </p:spPr>
      </p:pic>
      <p:pic>
        <p:nvPicPr>
          <p:cNvPr id="30" name="Graphique 29" descr="Bébé avec un remplissage uni">
            <a:extLst>
              <a:ext uri="{FF2B5EF4-FFF2-40B4-BE49-F238E27FC236}">
                <a16:creationId xmlns:a16="http://schemas.microsoft.com/office/drawing/2014/main" id="{1BF72DE5-6DAF-4D54-949D-53B583954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3693" y="138925"/>
            <a:ext cx="507646" cy="507646"/>
          </a:xfrm>
          <a:prstGeom prst="rect">
            <a:avLst/>
          </a:prstGeom>
        </p:spPr>
      </p:pic>
      <p:pic>
        <p:nvPicPr>
          <p:cNvPr id="31" name="Graphique 30" descr="Enfant avec ballon avec un remplissage uni">
            <a:extLst>
              <a:ext uri="{FF2B5EF4-FFF2-40B4-BE49-F238E27FC236}">
                <a16:creationId xmlns:a16="http://schemas.microsoft.com/office/drawing/2014/main" id="{E1BE9552-E58A-42AA-A04B-30547A3372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5577" y="338662"/>
            <a:ext cx="711023" cy="711023"/>
          </a:xfrm>
          <a:prstGeom prst="rect">
            <a:avLst/>
          </a:prstGeom>
        </p:spPr>
      </p:pic>
      <p:pic>
        <p:nvPicPr>
          <p:cNvPr id="32" name="Graphique 31" descr="Personne confuse avec un remplissage uni">
            <a:extLst>
              <a:ext uri="{FF2B5EF4-FFF2-40B4-BE49-F238E27FC236}">
                <a16:creationId xmlns:a16="http://schemas.microsoft.com/office/drawing/2014/main" id="{2026F365-6696-44F1-9535-42C49BAF9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0525" y="660770"/>
            <a:ext cx="602103" cy="602103"/>
          </a:xfrm>
          <a:prstGeom prst="rect">
            <a:avLst/>
          </a:prstGeom>
        </p:spPr>
      </p:pic>
      <p:pic>
        <p:nvPicPr>
          <p:cNvPr id="37" name="Graphique 36" descr="Héros avec un remplissage uni">
            <a:extLst>
              <a:ext uri="{FF2B5EF4-FFF2-40B4-BE49-F238E27FC236}">
                <a16:creationId xmlns:a16="http://schemas.microsoft.com/office/drawing/2014/main" id="{DD8A48DE-EF8E-40AB-BC52-51BAEF9BB2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5997" y="138925"/>
            <a:ext cx="556992" cy="556992"/>
          </a:xfrm>
          <a:prstGeom prst="rect">
            <a:avLst/>
          </a:prstGeom>
        </p:spPr>
      </p:pic>
      <p:pic>
        <p:nvPicPr>
          <p:cNvPr id="38" name="Graphique 37" descr="Bébé avec un remplissage uni">
            <a:extLst>
              <a:ext uri="{FF2B5EF4-FFF2-40B4-BE49-F238E27FC236}">
                <a16:creationId xmlns:a16="http://schemas.microsoft.com/office/drawing/2014/main" id="{269DFC5B-EC40-4036-81F7-8C1AD353E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5097" y="126615"/>
            <a:ext cx="507646" cy="507646"/>
          </a:xfrm>
          <a:prstGeom prst="rect">
            <a:avLst/>
          </a:prstGeom>
        </p:spPr>
      </p:pic>
      <p:pic>
        <p:nvPicPr>
          <p:cNvPr id="39" name="Graphique 38" descr="Enfant avec ballon avec un remplissage uni">
            <a:extLst>
              <a:ext uri="{FF2B5EF4-FFF2-40B4-BE49-F238E27FC236}">
                <a16:creationId xmlns:a16="http://schemas.microsoft.com/office/drawing/2014/main" id="{444E71C2-4C26-4ADD-B8AE-9EBE7C6812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06006" y="401663"/>
            <a:ext cx="711023" cy="711023"/>
          </a:xfrm>
          <a:prstGeom prst="rect">
            <a:avLst/>
          </a:prstGeom>
        </p:spPr>
      </p:pic>
      <p:pic>
        <p:nvPicPr>
          <p:cNvPr id="40" name="Graphique 39" descr="Personne confuse avec un remplissage uni">
            <a:extLst>
              <a:ext uri="{FF2B5EF4-FFF2-40B4-BE49-F238E27FC236}">
                <a16:creationId xmlns:a16="http://schemas.microsoft.com/office/drawing/2014/main" id="{63D92E0F-538B-4E78-99E9-585BA874F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5705" y="648102"/>
            <a:ext cx="602103" cy="602103"/>
          </a:xfrm>
          <a:prstGeom prst="rect">
            <a:avLst/>
          </a:prstGeom>
        </p:spPr>
      </p:pic>
      <p:pic>
        <p:nvPicPr>
          <p:cNvPr id="41" name="Graphique 40" descr="Héros avec un remplissage uni">
            <a:extLst>
              <a:ext uri="{FF2B5EF4-FFF2-40B4-BE49-F238E27FC236}">
                <a16:creationId xmlns:a16="http://schemas.microsoft.com/office/drawing/2014/main" id="{710AA6FF-9502-4597-84C7-75575E46F2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78128" y="1012295"/>
            <a:ext cx="556992" cy="556992"/>
          </a:xfrm>
          <a:prstGeom prst="rect">
            <a:avLst/>
          </a:prstGeom>
        </p:spPr>
      </p:pic>
      <p:pic>
        <p:nvPicPr>
          <p:cNvPr id="42" name="Graphique 41" descr="Bébé avec un remplissage uni">
            <a:extLst>
              <a:ext uri="{FF2B5EF4-FFF2-40B4-BE49-F238E27FC236}">
                <a16:creationId xmlns:a16="http://schemas.microsoft.com/office/drawing/2014/main" id="{C879D15E-45A9-4645-A05B-9EC66618C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1004" y="999627"/>
            <a:ext cx="507646" cy="507646"/>
          </a:xfrm>
          <a:prstGeom prst="rect">
            <a:avLst/>
          </a:prstGeom>
        </p:spPr>
      </p:pic>
      <p:pic>
        <p:nvPicPr>
          <p:cNvPr id="43" name="Graphique 42" descr="Enfant avec ballon avec un remplissage uni">
            <a:extLst>
              <a:ext uri="{FF2B5EF4-FFF2-40B4-BE49-F238E27FC236}">
                <a16:creationId xmlns:a16="http://schemas.microsoft.com/office/drawing/2014/main" id="{F73BFD5F-07D9-4CF2-A012-5C6193F450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2888" y="1199364"/>
            <a:ext cx="711023" cy="711023"/>
          </a:xfrm>
          <a:prstGeom prst="rect">
            <a:avLst/>
          </a:prstGeom>
        </p:spPr>
      </p:pic>
      <p:pic>
        <p:nvPicPr>
          <p:cNvPr id="44" name="Graphique 43" descr="Personne confuse avec un remplissage uni">
            <a:extLst>
              <a:ext uri="{FF2B5EF4-FFF2-40B4-BE49-F238E27FC236}">
                <a16:creationId xmlns:a16="http://schemas.microsoft.com/office/drawing/2014/main" id="{C1109A6C-4C9A-4279-B324-B11AE6C750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7836" y="1521472"/>
            <a:ext cx="602103" cy="602103"/>
          </a:xfrm>
          <a:prstGeom prst="rect">
            <a:avLst/>
          </a:prstGeom>
        </p:spPr>
      </p:pic>
      <p:pic>
        <p:nvPicPr>
          <p:cNvPr id="11" name="Graphique 10" descr="Dé avec un remplissage uni">
            <a:extLst>
              <a:ext uri="{FF2B5EF4-FFF2-40B4-BE49-F238E27FC236}">
                <a16:creationId xmlns:a16="http://schemas.microsoft.com/office/drawing/2014/main" id="{3F443C36-115E-4909-9E6D-0F41C41FEC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80081" y="3147434"/>
            <a:ext cx="625645" cy="625645"/>
          </a:xfrm>
          <a:prstGeom prst="rect">
            <a:avLst/>
          </a:prstGeom>
        </p:spPr>
      </p:pic>
      <p:pic>
        <p:nvPicPr>
          <p:cNvPr id="46" name="Graphique 45" descr="Personne confuse avec un remplissage uni">
            <a:extLst>
              <a:ext uri="{FF2B5EF4-FFF2-40B4-BE49-F238E27FC236}">
                <a16:creationId xmlns:a16="http://schemas.microsoft.com/office/drawing/2014/main" id="{58444E16-E129-4344-8002-9B3958E65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707" y="3830759"/>
            <a:ext cx="602103" cy="602103"/>
          </a:xfrm>
          <a:prstGeom prst="rect">
            <a:avLst/>
          </a:prstGeom>
        </p:spPr>
      </p:pic>
      <p:pic>
        <p:nvPicPr>
          <p:cNvPr id="47" name="Graphique 46" descr="Personne confuse avec un remplissage uni">
            <a:extLst>
              <a:ext uri="{FF2B5EF4-FFF2-40B4-BE49-F238E27FC236}">
                <a16:creationId xmlns:a16="http://schemas.microsoft.com/office/drawing/2014/main" id="{0B6C7102-8DDE-4E41-9566-0ED83EADF7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653" y="3657956"/>
            <a:ext cx="602103" cy="602103"/>
          </a:xfrm>
          <a:prstGeom prst="rect">
            <a:avLst/>
          </a:prstGeom>
        </p:spPr>
      </p:pic>
      <p:pic>
        <p:nvPicPr>
          <p:cNvPr id="48" name="Graphique 47" descr="Personne confuse avec un remplissage uni">
            <a:extLst>
              <a:ext uri="{FF2B5EF4-FFF2-40B4-BE49-F238E27FC236}">
                <a16:creationId xmlns:a16="http://schemas.microsoft.com/office/drawing/2014/main" id="{9C4BDBA9-1A8A-430A-BB8C-581F1A114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5431" y="3808995"/>
            <a:ext cx="602103" cy="602103"/>
          </a:xfrm>
          <a:prstGeom prst="rect">
            <a:avLst/>
          </a:prstGeom>
        </p:spPr>
      </p:pic>
      <p:pic>
        <p:nvPicPr>
          <p:cNvPr id="49" name="Graphique 48" descr="Personne confuse avec un remplissage uni">
            <a:extLst>
              <a:ext uri="{FF2B5EF4-FFF2-40B4-BE49-F238E27FC236}">
                <a16:creationId xmlns:a16="http://schemas.microsoft.com/office/drawing/2014/main" id="{7CC87CBA-CB2F-43F6-9153-F65A2D3809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7197" y="3559743"/>
            <a:ext cx="602103" cy="602103"/>
          </a:xfrm>
          <a:prstGeom prst="rect">
            <a:avLst/>
          </a:prstGeom>
        </p:spPr>
      </p:pic>
      <p:pic>
        <p:nvPicPr>
          <p:cNvPr id="50" name="Graphique 49" descr="Personne confuse avec un remplissage uni">
            <a:extLst>
              <a:ext uri="{FF2B5EF4-FFF2-40B4-BE49-F238E27FC236}">
                <a16:creationId xmlns:a16="http://schemas.microsoft.com/office/drawing/2014/main" id="{B43346AC-2F1E-40A9-A9B8-B4D8EFD8BB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6748" y="2568282"/>
            <a:ext cx="602103" cy="602103"/>
          </a:xfrm>
          <a:prstGeom prst="rect">
            <a:avLst/>
          </a:prstGeom>
        </p:spPr>
      </p:pic>
      <p:pic>
        <p:nvPicPr>
          <p:cNvPr id="51" name="Graphique 50" descr="Personne confuse avec un remplissage uni">
            <a:extLst>
              <a:ext uri="{FF2B5EF4-FFF2-40B4-BE49-F238E27FC236}">
                <a16:creationId xmlns:a16="http://schemas.microsoft.com/office/drawing/2014/main" id="{C7D56C65-493E-4C89-8364-EDF9253200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6393" y="2395103"/>
            <a:ext cx="602103" cy="602103"/>
          </a:xfrm>
          <a:prstGeom prst="rect">
            <a:avLst/>
          </a:prstGeom>
        </p:spPr>
      </p:pic>
      <p:pic>
        <p:nvPicPr>
          <p:cNvPr id="52" name="Graphique 51" descr="Personne confuse avec un remplissage uni">
            <a:extLst>
              <a:ext uri="{FF2B5EF4-FFF2-40B4-BE49-F238E27FC236}">
                <a16:creationId xmlns:a16="http://schemas.microsoft.com/office/drawing/2014/main" id="{30A538BF-1711-45DE-8914-A3A959209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8148" y="2846383"/>
            <a:ext cx="602103" cy="602103"/>
          </a:xfrm>
          <a:prstGeom prst="rect">
            <a:avLst/>
          </a:prstGeom>
        </p:spPr>
      </p:pic>
      <p:pic>
        <p:nvPicPr>
          <p:cNvPr id="53" name="Graphique 52" descr="Personne confuse avec un remplissage uni">
            <a:extLst>
              <a:ext uri="{FF2B5EF4-FFF2-40B4-BE49-F238E27FC236}">
                <a16:creationId xmlns:a16="http://schemas.microsoft.com/office/drawing/2014/main" id="{B49B6357-93D4-48C8-A311-BC6007E313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585" y="2523583"/>
            <a:ext cx="602103" cy="602103"/>
          </a:xfrm>
          <a:prstGeom prst="rect">
            <a:avLst/>
          </a:prstGeom>
        </p:spPr>
      </p:pic>
      <p:pic>
        <p:nvPicPr>
          <p:cNvPr id="54" name="Graphique 53" descr="Personne confuse avec un remplissage uni">
            <a:extLst>
              <a:ext uri="{FF2B5EF4-FFF2-40B4-BE49-F238E27FC236}">
                <a16:creationId xmlns:a16="http://schemas.microsoft.com/office/drawing/2014/main" id="{4DA5DE01-6DC5-42BF-82F0-BA552C42FB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601" y="2419877"/>
            <a:ext cx="602103" cy="602103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97BC7E02-83EC-42E1-BB27-0F934F74F8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332" y="2785156"/>
            <a:ext cx="602103" cy="602103"/>
          </a:xfrm>
          <a:prstGeom prst="rect">
            <a:avLst/>
          </a:prstGeom>
        </p:spPr>
      </p:pic>
      <p:pic>
        <p:nvPicPr>
          <p:cNvPr id="56" name="Graphique 55" descr="Personne confuse avec un remplissage uni">
            <a:extLst>
              <a:ext uri="{FF2B5EF4-FFF2-40B4-BE49-F238E27FC236}">
                <a16:creationId xmlns:a16="http://schemas.microsoft.com/office/drawing/2014/main" id="{EC97CF70-90C6-4CC7-A606-B3B4090AC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5038" y="3808995"/>
            <a:ext cx="602103" cy="602103"/>
          </a:xfrm>
          <a:prstGeom prst="rect">
            <a:avLst/>
          </a:prstGeom>
        </p:spPr>
      </p:pic>
      <p:pic>
        <p:nvPicPr>
          <p:cNvPr id="57" name="Graphique 56" descr="Personne confuse avec un remplissage uni">
            <a:extLst>
              <a:ext uri="{FF2B5EF4-FFF2-40B4-BE49-F238E27FC236}">
                <a16:creationId xmlns:a16="http://schemas.microsoft.com/office/drawing/2014/main" id="{6CD5A886-F6D0-4510-9FC4-99AAD85A5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9560" y="3841613"/>
            <a:ext cx="602103" cy="602103"/>
          </a:xfrm>
          <a:prstGeom prst="rect">
            <a:avLst/>
          </a:prstGeom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D0A7803D-5D96-409F-B833-BAC4BD05BF10}"/>
              </a:ext>
            </a:extLst>
          </p:cNvPr>
          <p:cNvSpPr/>
          <p:nvPr/>
        </p:nvSpPr>
        <p:spPr>
          <a:xfrm rot="19461843">
            <a:off x="2532297" y="287298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Flèche : droite 58">
            <a:extLst>
              <a:ext uri="{FF2B5EF4-FFF2-40B4-BE49-F238E27FC236}">
                <a16:creationId xmlns:a16="http://schemas.microsoft.com/office/drawing/2014/main" id="{C05D20D2-A35A-4AEC-B566-B50021B3878C}"/>
              </a:ext>
            </a:extLst>
          </p:cNvPr>
          <p:cNvSpPr/>
          <p:nvPr/>
        </p:nvSpPr>
        <p:spPr>
          <a:xfrm rot="2418519">
            <a:off x="2493808" y="359953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Flèche : droite 59">
            <a:extLst>
              <a:ext uri="{FF2B5EF4-FFF2-40B4-BE49-F238E27FC236}">
                <a16:creationId xmlns:a16="http://schemas.microsoft.com/office/drawing/2014/main" id="{762A30FA-7EAA-4CE0-91DB-1547946D727F}"/>
              </a:ext>
            </a:extLst>
          </p:cNvPr>
          <p:cNvSpPr/>
          <p:nvPr/>
        </p:nvSpPr>
        <p:spPr>
          <a:xfrm rot="8175033">
            <a:off x="1517142" y="3585663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Flèche : droite 60">
            <a:extLst>
              <a:ext uri="{FF2B5EF4-FFF2-40B4-BE49-F238E27FC236}">
                <a16:creationId xmlns:a16="http://schemas.microsoft.com/office/drawing/2014/main" id="{0D54EADA-94AF-4175-B290-2A45F696FF4C}"/>
              </a:ext>
            </a:extLst>
          </p:cNvPr>
          <p:cNvSpPr/>
          <p:nvPr/>
        </p:nvSpPr>
        <p:spPr>
          <a:xfrm rot="13045094">
            <a:off x="1537687" y="2884093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B5819F5B-5956-4DC0-B692-9BD0E30A5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9783" y="1281726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21C0AC9D-5BB0-4E3B-8955-A111541DF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9428" y="1108547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9305B191-83B5-427E-BFCC-5A85F9577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1183" y="1559827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4AEF614A-53CE-4E4E-A12D-7FDB7E896D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22596" y="1247221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076C5934-EC39-45C5-A431-1C119A9431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241" y="1074042"/>
            <a:ext cx="602103" cy="602103"/>
          </a:xfrm>
          <a:prstGeom prst="rect">
            <a:avLst/>
          </a:prstGeom>
        </p:spPr>
      </p:pic>
      <p:pic>
        <p:nvPicPr>
          <p:cNvPr id="67" name="Graphique 66" descr="Personne confuse avec un remplissage uni">
            <a:extLst>
              <a:ext uri="{FF2B5EF4-FFF2-40B4-BE49-F238E27FC236}">
                <a16:creationId xmlns:a16="http://schemas.microsoft.com/office/drawing/2014/main" id="{7A513D16-C901-40C9-9911-B499B7DC59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3996" y="1525322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DC54EC8B-E464-4C2A-AB07-D2A87FEE3B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7208" y="1247221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E14692B1-A625-4A78-B5E8-621A3EA47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36853" y="1074042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711F5F7C-C536-46BA-8A8D-2A9257752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8608" y="1525322"/>
            <a:ext cx="602103" cy="602103"/>
          </a:xfrm>
          <a:prstGeom prst="rect">
            <a:avLst/>
          </a:prstGeom>
        </p:spPr>
      </p:pic>
      <p:pic>
        <p:nvPicPr>
          <p:cNvPr id="15" name="Graphique 14" descr="Signet avec un remplissage uni">
            <a:extLst>
              <a:ext uri="{FF2B5EF4-FFF2-40B4-BE49-F238E27FC236}">
                <a16:creationId xmlns:a16="http://schemas.microsoft.com/office/drawing/2014/main" id="{1A94355F-BDF8-4E9D-9194-001AFF8FE3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8641384" y="263027"/>
            <a:ext cx="635472" cy="6354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18E0E44-850E-4523-A925-F32BCB0F5563}"/>
              </a:ext>
            </a:extLst>
          </p:cNvPr>
          <p:cNvSpPr/>
          <p:nvPr/>
        </p:nvSpPr>
        <p:spPr>
          <a:xfrm>
            <a:off x="8625634" y="463263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6" name="Graphique 75" descr="Signet avec un remplissage uni">
            <a:extLst>
              <a:ext uri="{FF2B5EF4-FFF2-40B4-BE49-F238E27FC236}">
                <a16:creationId xmlns:a16="http://schemas.microsoft.com/office/drawing/2014/main" id="{4C57CC13-7287-47CD-AA87-CF09485C378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9992387" y="242598"/>
            <a:ext cx="635472" cy="635472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CEC7A250-6379-4757-8013-B93464658C6E}"/>
              </a:ext>
            </a:extLst>
          </p:cNvPr>
          <p:cNvSpPr/>
          <p:nvPr/>
        </p:nvSpPr>
        <p:spPr>
          <a:xfrm>
            <a:off x="9976637" y="442834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8" name="Graphique 77" descr="Signet avec un remplissage uni">
            <a:extLst>
              <a:ext uri="{FF2B5EF4-FFF2-40B4-BE49-F238E27FC236}">
                <a16:creationId xmlns:a16="http://schemas.microsoft.com/office/drawing/2014/main" id="{E449C4AD-F051-418A-9F13-6D66749028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1387003" y="232530"/>
            <a:ext cx="635472" cy="635472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DCACE6D5-9F3F-4697-B778-6AB4AD4A4B47}"/>
              </a:ext>
            </a:extLst>
          </p:cNvPr>
          <p:cNvSpPr/>
          <p:nvPr/>
        </p:nvSpPr>
        <p:spPr>
          <a:xfrm>
            <a:off x="11371253" y="432766"/>
            <a:ext cx="45719" cy="844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5" name="Graphique 44" descr="Femme agricultrice avec un remplissage uni">
            <a:extLst>
              <a:ext uri="{FF2B5EF4-FFF2-40B4-BE49-F238E27FC236}">
                <a16:creationId xmlns:a16="http://schemas.microsoft.com/office/drawing/2014/main" id="{706916D0-B16B-41DE-9B38-B0B72A3B95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64610" y="3710117"/>
            <a:ext cx="690528" cy="690528"/>
          </a:xfrm>
          <a:prstGeom prst="rect">
            <a:avLst/>
          </a:prstGeom>
        </p:spPr>
      </p:pic>
      <p:pic>
        <p:nvPicPr>
          <p:cNvPr id="512" name="Graphique 511" descr="Homme agriculteur avec un remplissage uni">
            <a:extLst>
              <a:ext uri="{FF2B5EF4-FFF2-40B4-BE49-F238E27FC236}">
                <a16:creationId xmlns:a16="http://schemas.microsoft.com/office/drawing/2014/main" id="{823CC7C3-451C-43FB-BCED-B540F824CE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13778" y="3703383"/>
            <a:ext cx="690528" cy="690528"/>
          </a:xfrm>
          <a:prstGeom prst="rect">
            <a:avLst/>
          </a:prstGeom>
        </p:spPr>
      </p:pic>
      <p:pic>
        <p:nvPicPr>
          <p:cNvPr id="514" name="Graphique 513" descr="Un artiste masculin avec un remplissage uni">
            <a:extLst>
              <a:ext uri="{FF2B5EF4-FFF2-40B4-BE49-F238E27FC236}">
                <a16:creationId xmlns:a16="http://schemas.microsoft.com/office/drawing/2014/main" id="{8C55D2B6-BBFC-4E04-94F2-4F888B13BA7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95447" y="2456906"/>
            <a:ext cx="690528" cy="690528"/>
          </a:xfrm>
          <a:prstGeom prst="rect">
            <a:avLst/>
          </a:prstGeom>
        </p:spPr>
      </p:pic>
      <p:pic>
        <p:nvPicPr>
          <p:cNvPr id="516" name="Graphique 515" descr="Une artiste avec un remplissage uni">
            <a:extLst>
              <a:ext uri="{FF2B5EF4-FFF2-40B4-BE49-F238E27FC236}">
                <a16:creationId xmlns:a16="http://schemas.microsoft.com/office/drawing/2014/main" id="{7699EAD9-F7C7-47A0-8570-EDEE866AC42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730639" y="2478582"/>
            <a:ext cx="690528" cy="690528"/>
          </a:xfrm>
          <a:prstGeom prst="rect">
            <a:avLst/>
          </a:prstGeom>
        </p:spPr>
      </p:pic>
      <p:pic>
        <p:nvPicPr>
          <p:cNvPr id="518" name="Graphique 517" descr="Une astronaute avec un remplissage uni">
            <a:extLst>
              <a:ext uri="{FF2B5EF4-FFF2-40B4-BE49-F238E27FC236}">
                <a16:creationId xmlns:a16="http://schemas.microsoft.com/office/drawing/2014/main" id="{C4958026-6431-450E-8BA1-0026F28609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04034" y="2507540"/>
            <a:ext cx="690528" cy="690528"/>
          </a:xfrm>
          <a:prstGeom prst="rect">
            <a:avLst/>
          </a:prstGeom>
        </p:spPr>
      </p:pic>
      <p:pic>
        <p:nvPicPr>
          <p:cNvPr id="520" name="Graphique 519" descr="Femme ouvrière du bâtiment avec un remplissage uni">
            <a:extLst>
              <a:ext uri="{FF2B5EF4-FFF2-40B4-BE49-F238E27FC236}">
                <a16:creationId xmlns:a16="http://schemas.microsoft.com/office/drawing/2014/main" id="{B740F508-9EE9-45DA-A250-466B2CB9F83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86363" y="3724057"/>
            <a:ext cx="690528" cy="690528"/>
          </a:xfrm>
          <a:prstGeom prst="rect">
            <a:avLst/>
          </a:prstGeom>
        </p:spPr>
      </p:pic>
      <p:pic>
        <p:nvPicPr>
          <p:cNvPr id="522" name="Graphique 521" descr="Homme ouvrier du bâtiment avec un remplissage uni">
            <a:extLst>
              <a:ext uri="{FF2B5EF4-FFF2-40B4-BE49-F238E27FC236}">
                <a16:creationId xmlns:a16="http://schemas.microsoft.com/office/drawing/2014/main" id="{DCB1CE7B-14F5-40AD-AF3C-4B0235CD7D1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292909" y="3710117"/>
            <a:ext cx="690528" cy="690528"/>
          </a:xfrm>
          <a:prstGeom prst="rect">
            <a:avLst/>
          </a:prstGeom>
        </p:spPr>
      </p:pic>
      <p:pic>
        <p:nvPicPr>
          <p:cNvPr id="94" name="Graphique 93" descr="Une astronaute avec un remplissage uni">
            <a:extLst>
              <a:ext uri="{FF2B5EF4-FFF2-40B4-BE49-F238E27FC236}">
                <a16:creationId xmlns:a16="http://schemas.microsoft.com/office/drawing/2014/main" id="{EAC7F87B-48BE-4299-AE73-93BD4562C9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78676" y="2538148"/>
            <a:ext cx="690528" cy="690528"/>
          </a:xfrm>
          <a:prstGeom prst="rect">
            <a:avLst/>
          </a:prstGeom>
        </p:spPr>
      </p:pic>
      <p:grpSp>
        <p:nvGrpSpPr>
          <p:cNvPr id="524" name="Groupe 523">
            <a:extLst>
              <a:ext uri="{FF2B5EF4-FFF2-40B4-BE49-F238E27FC236}">
                <a16:creationId xmlns:a16="http://schemas.microsoft.com/office/drawing/2014/main" id="{9B079288-270D-4BAB-99F1-187FBFCECB65}"/>
              </a:ext>
            </a:extLst>
          </p:cNvPr>
          <p:cNvGrpSpPr/>
          <p:nvPr/>
        </p:nvGrpSpPr>
        <p:grpSpPr>
          <a:xfrm>
            <a:off x="5672173" y="3336012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03" name="Graphique 102" descr="Personne confuse avec un remplissage uni">
              <a:extLst>
                <a:ext uri="{FF2B5EF4-FFF2-40B4-BE49-F238E27FC236}">
                  <a16:creationId xmlns:a16="http://schemas.microsoft.com/office/drawing/2014/main" id="{60DB99B3-EA09-4FF7-B779-9045C2901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04" name="Graphique 103" descr="Personne confuse avec un remplissage uni">
              <a:extLst>
                <a:ext uri="{FF2B5EF4-FFF2-40B4-BE49-F238E27FC236}">
                  <a16:creationId xmlns:a16="http://schemas.microsoft.com/office/drawing/2014/main" id="{202ED0AE-894F-41EB-A121-39F29D39E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05" name="Graphique 104" descr="Personne confuse avec un remplissage uni">
              <a:extLst>
                <a:ext uri="{FF2B5EF4-FFF2-40B4-BE49-F238E27FC236}">
                  <a16:creationId xmlns:a16="http://schemas.microsoft.com/office/drawing/2014/main" id="{BA43AE12-9F5F-4129-B805-790727813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A6EA4F8F-171D-4767-A171-384BB3E27776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B33416F0-4C5E-4214-A7BA-3BD4FE908685}"/>
              </a:ext>
            </a:extLst>
          </p:cNvPr>
          <p:cNvGrpSpPr/>
          <p:nvPr/>
        </p:nvGrpSpPr>
        <p:grpSpPr>
          <a:xfrm>
            <a:off x="4258405" y="2463896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09" name="Graphique 108" descr="Personne confuse avec un remplissage uni">
              <a:extLst>
                <a:ext uri="{FF2B5EF4-FFF2-40B4-BE49-F238E27FC236}">
                  <a16:creationId xmlns:a16="http://schemas.microsoft.com/office/drawing/2014/main" id="{7835D998-0F30-48B8-B0DE-82577D5AC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10" name="Graphique 109" descr="Personne confuse avec un remplissage uni">
              <a:extLst>
                <a:ext uri="{FF2B5EF4-FFF2-40B4-BE49-F238E27FC236}">
                  <a16:creationId xmlns:a16="http://schemas.microsoft.com/office/drawing/2014/main" id="{065BF432-FEA2-41E3-99CF-58F6E8E55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11" name="Graphique 110" descr="Personne confuse avec un remplissage uni">
              <a:extLst>
                <a:ext uri="{FF2B5EF4-FFF2-40B4-BE49-F238E27FC236}">
                  <a16:creationId xmlns:a16="http://schemas.microsoft.com/office/drawing/2014/main" id="{6C594955-079C-436A-A85B-CEE73533E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EF65977C-87B3-427C-9996-44B8D2A42A42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4DF013C5-E0CA-4606-8A49-9C9ED2BE4845}"/>
              </a:ext>
            </a:extLst>
          </p:cNvPr>
          <p:cNvGrpSpPr/>
          <p:nvPr/>
        </p:nvGrpSpPr>
        <p:grpSpPr>
          <a:xfrm>
            <a:off x="7021091" y="2467920"/>
            <a:ext cx="946796" cy="959385"/>
            <a:chOff x="5486124" y="3164708"/>
            <a:chExt cx="1155148" cy="1170507"/>
          </a:xfrm>
          <a:solidFill>
            <a:schemeClr val="accent1">
              <a:lumMod val="40000"/>
              <a:lumOff val="60000"/>
            </a:schemeClr>
          </a:solidFill>
        </p:grpSpPr>
        <p:pic>
          <p:nvPicPr>
            <p:cNvPr id="114" name="Graphique 113" descr="Personne confuse avec un remplissage uni">
              <a:extLst>
                <a:ext uri="{FF2B5EF4-FFF2-40B4-BE49-F238E27FC236}">
                  <a16:creationId xmlns:a16="http://schemas.microsoft.com/office/drawing/2014/main" id="{F63B7D81-8CA8-48E8-8668-5674B70C2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9169" y="3164708"/>
              <a:ext cx="602103" cy="602103"/>
            </a:xfrm>
            <a:prstGeom prst="rect">
              <a:avLst/>
            </a:prstGeom>
          </p:spPr>
        </p:pic>
        <p:pic>
          <p:nvPicPr>
            <p:cNvPr id="115" name="Graphique 114" descr="Personne confuse avec un remplissage uni">
              <a:extLst>
                <a:ext uri="{FF2B5EF4-FFF2-40B4-BE49-F238E27FC236}">
                  <a16:creationId xmlns:a16="http://schemas.microsoft.com/office/drawing/2014/main" id="{6FEA3B6F-02E7-423E-A700-57FAAECC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6124" y="3164708"/>
              <a:ext cx="602103" cy="602103"/>
            </a:xfrm>
            <a:prstGeom prst="rect">
              <a:avLst/>
            </a:prstGeom>
          </p:spPr>
        </p:pic>
        <p:pic>
          <p:nvPicPr>
            <p:cNvPr id="116" name="Graphique 115" descr="Personne confuse avec un remplissage uni">
              <a:extLst>
                <a:ext uri="{FF2B5EF4-FFF2-40B4-BE49-F238E27FC236}">
                  <a16:creationId xmlns:a16="http://schemas.microsoft.com/office/drawing/2014/main" id="{1F4923B6-21F0-4B9D-B9F6-7EDB9332F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26083" y="3733112"/>
              <a:ext cx="602103" cy="602103"/>
            </a:xfrm>
            <a:prstGeom prst="rect">
              <a:avLst/>
            </a:prstGeom>
          </p:spPr>
        </p:pic>
        <p:sp>
          <p:nvSpPr>
            <p:cNvPr id="117" name="ZoneTexte 116">
              <a:extLst>
                <a:ext uri="{FF2B5EF4-FFF2-40B4-BE49-F238E27FC236}">
                  <a16:creationId xmlns:a16="http://schemas.microsoft.com/office/drawing/2014/main" id="{07A1F29B-6B50-4F8B-A8FB-8CAFA4A04676}"/>
                </a:ext>
              </a:extLst>
            </p:cNvPr>
            <p:cNvSpPr txBox="1"/>
            <p:nvPr/>
          </p:nvSpPr>
          <p:spPr>
            <a:xfrm>
              <a:off x="5787176" y="3447583"/>
              <a:ext cx="503985" cy="33795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</a:rPr>
                <a:t>???</a:t>
              </a:r>
            </a:p>
          </p:txBody>
        </p:sp>
      </p:grpSp>
      <p:pic>
        <p:nvPicPr>
          <p:cNvPr id="526" name="Graphique 525" descr="Homme avec canne avec un remplissage uni">
            <a:extLst>
              <a:ext uri="{FF2B5EF4-FFF2-40B4-BE49-F238E27FC236}">
                <a16:creationId xmlns:a16="http://schemas.microsoft.com/office/drawing/2014/main" id="{8DC5B56B-1205-445D-86D5-C3A5861D023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04464" y="4712924"/>
            <a:ext cx="914400" cy="914400"/>
          </a:xfrm>
          <a:prstGeom prst="rect">
            <a:avLst/>
          </a:prstGeom>
        </p:spPr>
      </p:pic>
      <p:pic>
        <p:nvPicPr>
          <p:cNvPr id="528" name="Graphique 527" descr="Femme enceinte avec un remplissage uni">
            <a:extLst>
              <a:ext uri="{FF2B5EF4-FFF2-40B4-BE49-F238E27FC236}">
                <a16:creationId xmlns:a16="http://schemas.microsoft.com/office/drawing/2014/main" id="{53F1038D-C7B0-41D4-ACAE-9FA747833C7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494013" y="5693220"/>
            <a:ext cx="914400" cy="914400"/>
          </a:xfrm>
          <a:prstGeom prst="rect">
            <a:avLst/>
          </a:prstGeom>
        </p:spPr>
      </p:pic>
      <p:pic>
        <p:nvPicPr>
          <p:cNvPr id="530" name="Graphique 529" descr="Homme avec bébé avec un remplissage uni">
            <a:extLst>
              <a:ext uri="{FF2B5EF4-FFF2-40B4-BE49-F238E27FC236}">
                <a16:creationId xmlns:a16="http://schemas.microsoft.com/office/drawing/2014/main" id="{E2E8E644-E766-43A6-A1D7-A79EE966A90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069631" y="4721246"/>
            <a:ext cx="914400" cy="914400"/>
          </a:xfrm>
          <a:prstGeom prst="rect">
            <a:avLst/>
          </a:prstGeom>
        </p:spPr>
      </p:pic>
      <p:pic>
        <p:nvPicPr>
          <p:cNvPr id="124" name="Graphique 123" descr="Homme avec bébé avec un remplissage uni">
            <a:extLst>
              <a:ext uri="{FF2B5EF4-FFF2-40B4-BE49-F238E27FC236}">
                <a16:creationId xmlns:a16="http://schemas.microsoft.com/office/drawing/2014/main" id="{D2D6F2D7-7E96-49E9-B10B-1FF07CCF750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656885" y="4721246"/>
            <a:ext cx="914400" cy="914400"/>
          </a:xfrm>
          <a:prstGeom prst="rect">
            <a:avLst/>
          </a:prstGeom>
        </p:spPr>
      </p:pic>
      <p:pic>
        <p:nvPicPr>
          <p:cNvPr id="125" name="Graphique 124" descr="Homme avec canne avec un remplissage uni">
            <a:extLst>
              <a:ext uri="{FF2B5EF4-FFF2-40B4-BE49-F238E27FC236}">
                <a16:creationId xmlns:a16="http://schemas.microsoft.com/office/drawing/2014/main" id="{A447B957-72DB-4F89-AD08-74992B375F9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5866" y="4702716"/>
            <a:ext cx="914400" cy="914400"/>
          </a:xfrm>
          <a:prstGeom prst="rect">
            <a:avLst/>
          </a:prstGeom>
        </p:spPr>
      </p:pic>
      <p:pic>
        <p:nvPicPr>
          <p:cNvPr id="126" name="Graphique 125" descr="Femme enceinte avec un remplissage uni">
            <a:extLst>
              <a:ext uri="{FF2B5EF4-FFF2-40B4-BE49-F238E27FC236}">
                <a16:creationId xmlns:a16="http://schemas.microsoft.com/office/drawing/2014/main" id="{CB4299F5-8390-4B7A-A230-43A4E8848D1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845463" y="5693220"/>
            <a:ext cx="914400" cy="914400"/>
          </a:xfrm>
          <a:prstGeom prst="rect">
            <a:avLst/>
          </a:prstGeom>
        </p:spPr>
      </p:pic>
      <p:pic>
        <p:nvPicPr>
          <p:cNvPr id="128" name="Graphique 127" descr="Personne confuse avec un remplissage uni">
            <a:extLst>
              <a:ext uri="{FF2B5EF4-FFF2-40B4-BE49-F238E27FC236}">
                <a16:creationId xmlns:a16="http://schemas.microsoft.com/office/drawing/2014/main" id="{8EB43BCE-D78F-470F-9575-12DEC6DE3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5997" y="6091767"/>
            <a:ext cx="602103" cy="602103"/>
          </a:xfrm>
          <a:prstGeom prst="rect">
            <a:avLst/>
          </a:prstGeom>
        </p:spPr>
      </p:pic>
      <p:pic>
        <p:nvPicPr>
          <p:cNvPr id="129" name="Graphique 128" descr="Personne confuse avec un remplissage uni">
            <a:extLst>
              <a:ext uri="{FF2B5EF4-FFF2-40B4-BE49-F238E27FC236}">
                <a16:creationId xmlns:a16="http://schemas.microsoft.com/office/drawing/2014/main" id="{EB0300A2-9DC4-4C7A-A5F4-AFB102572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8329" y="5908846"/>
            <a:ext cx="602103" cy="602103"/>
          </a:xfrm>
          <a:prstGeom prst="rect">
            <a:avLst/>
          </a:prstGeom>
        </p:spPr>
      </p:pic>
      <p:pic>
        <p:nvPicPr>
          <p:cNvPr id="130" name="Graphique 129" descr="Personne confuse avec un remplissage uni">
            <a:extLst>
              <a:ext uri="{FF2B5EF4-FFF2-40B4-BE49-F238E27FC236}">
                <a16:creationId xmlns:a16="http://schemas.microsoft.com/office/drawing/2014/main" id="{7B6E6DAA-B6B1-4C59-923C-E56137F853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9325" y="6070003"/>
            <a:ext cx="602103" cy="602103"/>
          </a:xfrm>
          <a:prstGeom prst="rect">
            <a:avLst/>
          </a:prstGeom>
        </p:spPr>
      </p:pic>
      <p:pic>
        <p:nvPicPr>
          <p:cNvPr id="131" name="Graphique 130" descr="Personne confuse avec un remplissage uni">
            <a:extLst>
              <a:ext uri="{FF2B5EF4-FFF2-40B4-BE49-F238E27FC236}">
                <a16:creationId xmlns:a16="http://schemas.microsoft.com/office/drawing/2014/main" id="{E0FBEDB1-C706-44F0-8A74-62D58DAF04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1091" y="5820751"/>
            <a:ext cx="602103" cy="602103"/>
          </a:xfrm>
          <a:prstGeom prst="rect">
            <a:avLst/>
          </a:prstGeom>
        </p:spPr>
      </p:pic>
      <p:pic>
        <p:nvPicPr>
          <p:cNvPr id="132" name="Graphique 131" descr="Personne confuse avec un remplissage uni">
            <a:extLst>
              <a:ext uri="{FF2B5EF4-FFF2-40B4-BE49-F238E27FC236}">
                <a16:creationId xmlns:a16="http://schemas.microsoft.com/office/drawing/2014/main" id="{EB4724EE-7095-4E09-8C61-D9AA9AF7B3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0642" y="4829290"/>
            <a:ext cx="602103" cy="602103"/>
          </a:xfrm>
          <a:prstGeom prst="rect">
            <a:avLst/>
          </a:prstGeom>
        </p:spPr>
      </p:pic>
      <p:pic>
        <p:nvPicPr>
          <p:cNvPr id="133" name="Graphique 132" descr="Personne confuse avec un remplissage uni">
            <a:extLst>
              <a:ext uri="{FF2B5EF4-FFF2-40B4-BE49-F238E27FC236}">
                <a16:creationId xmlns:a16="http://schemas.microsoft.com/office/drawing/2014/main" id="{DB8C2FED-925A-4564-94FF-DD768F4135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287" y="4656111"/>
            <a:ext cx="602103" cy="602103"/>
          </a:xfrm>
          <a:prstGeom prst="rect">
            <a:avLst/>
          </a:prstGeom>
        </p:spPr>
      </p:pic>
      <p:pic>
        <p:nvPicPr>
          <p:cNvPr id="134" name="Graphique 133" descr="Personne confuse avec un remplissage uni">
            <a:extLst>
              <a:ext uri="{FF2B5EF4-FFF2-40B4-BE49-F238E27FC236}">
                <a16:creationId xmlns:a16="http://schemas.microsoft.com/office/drawing/2014/main" id="{4C5706D2-0ED9-4569-A5A6-07E2EFF36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2042" y="5107391"/>
            <a:ext cx="602103" cy="602103"/>
          </a:xfrm>
          <a:prstGeom prst="rect">
            <a:avLst/>
          </a:prstGeom>
        </p:spPr>
      </p:pic>
      <p:pic>
        <p:nvPicPr>
          <p:cNvPr id="135" name="Graphique 134" descr="Personne confuse avec un remplissage uni">
            <a:extLst>
              <a:ext uri="{FF2B5EF4-FFF2-40B4-BE49-F238E27FC236}">
                <a16:creationId xmlns:a16="http://schemas.microsoft.com/office/drawing/2014/main" id="{23877851-7DFA-4F51-B19A-8C9FDC5E8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8479" y="4784591"/>
            <a:ext cx="602103" cy="602103"/>
          </a:xfrm>
          <a:prstGeom prst="rect">
            <a:avLst/>
          </a:prstGeom>
        </p:spPr>
      </p:pic>
      <p:pic>
        <p:nvPicPr>
          <p:cNvPr id="136" name="Graphique 135" descr="Personne confuse avec un remplissage uni">
            <a:extLst>
              <a:ext uri="{FF2B5EF4-FFF2-40B4-BE49-F238E27FC236}">
                <a16:creationId xmlns:a16="http://schemas.microsoft.com/office/drawing/2014/main" id="{41A01394-7279-406A-8DAC-AB25423D6A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6495" y="4680885"/>
            <a:ext cx="602103" cy="602103"/>
          </a:xfrm>
          <a:prstGeom prst="rect">
            <a:avLst/>
          </a:prstGeom>
        </p:spPr>
      </p:pic>
      <p:pic>
        <p:nvPicPr>
          <p:cNvPr id="137" name="Graphique 136" descr="Personne confuse avec un remplissage uni">
            <a:extLst>
              <a:ext uri="{FF2B5EF4-FFF2-40B4-BE49-F238E27FC236}">
                <a16:creationId xmlns:a16="http://schemas.microsoft.com/office/drawing/2014/main" id="{7DD6BB22-BF9C-4D1E-A9E6-6D1897B156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4226" y="5046164"/>
            <a:ext cx="602103" cy="602103"/>
          </a:xfrm>
          <a:prstGeom prst="rect">
            <a:avLst/>
          </a:prstGeom>
        </p:spPr>
      </p:pic>
      <p:pic>
        <p:nvPicPr>
          <p:cNvPr id="138" name="Graphique 137" descr="Personne confuse avec un remplissage uni">
            <a:extLst>
              <a:ext uri="{FF2B5EF4-FFF2-40B4-BE49-F238E27FC236}">
                <a16:creationId xmlns:a16="http://schemas.microsoft.com/office/drawing/2014/main" id="{E09BE7CA-6E55-460C-9666-4A69056160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953" y="6065601"/>
            <a:ext cx="602103" cy="602103"/>
          </a:xfrm>
          <a:prstGeom prst="rect">
            <a:avLst/>
          </a:prstGeom>
        </p:spPr>
      </p:pic>
      <p:pic>
        <p:nvPicPr>
          <p:cNvPr id="139" name="Graphique 138" descr="Personne confuse avec un remplissage uni">
            <a:extLst>
              <a:ext uri="{FF2B5EF4-FFF2-40B4-BE49-F238E27FC236}">
                <a16:creationId xmlns:a16="http://schemas.microsoft.com/office/drawing/2014/main" id="{0981CDD5-1900-4429-B3A3-7A7FD8D212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3893" y="6091767"/>
            <a:ext cx="602103" cy="602103"/>
          </a:xfrm>
          <a:prstGeom prst="rect">
            <a:avLst/>
          </a:prstGeom>
        </p:spPr>
      </p:pic>
      <p:sp>
        <p:nvSpPr>
          <p:cNvPr id="140" name="Flèche : droite 139">
            <a:extLst>
              <a:ext uri="{FF2B5EF4-FFF2-40B4-BE49-F238E27FC236}">
                <a16:creationId xmlns:a16="http://schemas.microsoft.com/office/drawing/2014/main" id="{AE911E04-5742-48B5-B43C-C71708E9F4EF}"/>
              </a:ext>
            </a:extLst>
          </p:cNvPr>
          <p:cNvSpPr/>
          <p:nvPr/>
        </p:nvSpPr>
        <p:spPr>
          <a:xfrm rot="19461843">
            <a:off x="6546191" y="5133997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Flèche : droite 140">
            <a:extLst>
              <a:ext uri="{FF2B5EF4-FFF2-40B4-BE49-F238E27FC236}">
                <a16:creationId xmlns:a16="http://schemas.microsoft.com/office/drawing/2014/main" id="{506353AE-7F5B-417D-9D04-E8CCC6CA1B04}"/>
              </a:ext>
            </a:extLst>
          </p:cNvPr>
          <p:cNvSpPr/>
          <p:nvPr/>
        </p:nvSpPr>
        <p:spPr>
          <a:xfrm rot="2418519">
            <a:off x="6507702" y="5860547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Flèche : droite 141">
            <a:extLst>
              <a:ext uri="{FF2B5EF4-FFF2-40B4-BE49-F238E27FC236}">
                <a16:creationId xmlns:a16="http://schemas.microsoft.com/office/drawing/2014/main" id="{29ED14D6-A4A6-4F91-942C-38C2F664D667}"/>
              </a:ext>
            </a:extLst>
          </p:cNvPr>
          <p:cNvSpPr/>
          <p:nvPr/>
        </p:nvSpPr>
        <p:spPr>
          <a:xfrm rot="8175033">
            <a:off x="5531036" y="5846671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Flèche : droite 142">
            <a:extLst>
              <a:ext uri="{FF2B5EF4-FFF2-40B4-BE49-F238E27FC236}">
                <a16:creationId xmlns:a16="http://schemas.microsoft.com/office/drawing/2014/main" id="{F1633B83-A8D7-4717-A140-4F396228E4CF}"/>
              </a:ext>
            </a:extLst>
          </p:cNvPr>
          <p:cNvSpPr/>
          <p:nvPr/>
        </p:nvSpPr>
        <p:spPr>
          <a:xfrm rot="13045094">
            <a:off x="5551581" y="5145101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32" name="Graphique 531" descr="Engrenages avec un remplissage uni">
            <a:extLst>
              <a:ext uri="{FF2B5EF4-FFF2-40B4-BE49-F238E27FC236}">
                <a16:creationId xmlns:a16="http://schemas.microsoft.com/office/drawing/2014/main" id="{A660E78A-BCAA-4823-9719-E5B68FB9AED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706638" y="5155253"/>
            <a:ext cx="914400" cy="914400"/>
          </a:xfrm>
          <a:prstGeom prst="rect">
            <a:avLst/>
          </a:prstGeom>
        </p:spPr>
      </p:pic>
      <p:grpSp>
        <p:nvGrpSpPr>
          <p:cNvPr id="535" name="Groupe 534">
            <a:extLst>
              <a:ext uri="{FF2B5EF4-FFF2-40B4-BE49-F238E27FC236}">
                <a16:creationId xmlns:a16="http://schemas.microsoft.com/office/drawing/2014/main" id="{0D749060-5013-4100-BC23-2DA9B8D902A4}"/>
              </a:ext>
            </a:extLst>
          </p:cNvPr>
          <p:cNvGrpSpPr/>
          <p:nvPr/>
        </p:nvGrpSpPr>
        <p:grpSpPr>
          <a:xfrm>
            <a:off x="8257732" y="4724972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51" name="Groupe 150">
              <a:extLst>
                <a:ext uri="{FF2B5EF4-FFF2-40B4-BE49-F238E27FC236}">
                  <a16:creationId xmlns:a16="http://schemas.microsoft.com/office/drawing/2014/main" id="{92F9AB76-9F11-4EC6-9520-25EA736D82EA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52" name="Graphique 151" descr="Personne confuse avec un remplissage uni">
                <a:extLst>
                  <a:ext uri="{FF2B5EF4-FFF2-40B4-BE49-F238E27FC236}">
                    <a16:creationId xmlns:a16="http://schemas.microsoft.com/office/drawing/2014/main" id="{336C8A70-CCCD-4DB9-B5FB-884805FB8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53" name="Graphique 152" descr="Personne confuse avec un remplissage uni">
                <a:extLst>
                  <a:ext uri="{FF2B5EF4-FFF2-40B4-BE49-F238E27FC236}">
                    <a16:creationId xmlns:a16="http://schemas.microsoft.com/office/drawing/2014/main" id="{0A8969EC-9F88-45AF-8437-65E4C57EE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54" name="Graphique 153" descr="Personne confuse avec un remplissage uni">
                <a:extLst>
                  <a:ext uri="{FF2B5EF4-FFF2-40B4-BE49-F238E27FC236}">
                    <a16:creationId xmlns:a16="http://schemas.microsoft.com/office/drawing/2014/main" id="{0F1B2803-9FD0-4E7E-BA19-7F48AA590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534" name="Graphique 533" descr="Cœur avec un remplissage uni">
              <a:extLst>
                <a:ext uri="{FF2B5EF4-FFF2-40B4-BE49-F238E27FC236}">
                  <a16:creationId xmlns:a16="http://schemas.microsoft.com/office/drawing/2014/main" id="{9E6AC8C1-325B-4861-9878-B0501F19E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  <p:grpSp>
        <p:nvGrpSpPr>
          <p:cNvPr id="164" name="Groupe 163">
            <a:extLst>
              <a:ext uri="{FF2B5EF4-FFF2-40B4-BE49-F238E27FC236}">
                <a16:creationId xmlns:a16="http://schemas.microsoft.com/office/drawing/2014/main" id="{77D57469-7F2E-499C-BD30-1BAB22155B5E}"/>
              </a:ext>
            </a:extLst>
          </p:cNvPr>
          <p:cNvGrpSpPr/>
          <p:nvPr/>
        </p:nvGrpSpPr>
        <p:grpSpPr>
          <a:xfrm>
            <a:off x="9606342" y="5627324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65" name="Groupe 164">
              <a:extLst>
                <a:ext uri="{FF2B5EF4-FFF2-40B4-BE49-F238E27FC236}">
                  <a16:creationId xmlns:a16="http://schemas.microsoft.com/office/drawing/2014/main" id="{C2D7498C-0626-4C92-BAD5-7B78C1D1A44A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67" name="Graphique 166" descr="Personne confuse avec un remplissage uni">
                <a:extLst>
                  <a:ext uri="{FF2B5EF4-FFF2-40B4-BE49-F238E27FC236}">
                    <a16:creationId xmlns:a16="http://schemas.microsoft.com/office/drawing/2014/main" id="{8627BA4E-2D5C-4EB3-A3D1-2B951DE31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68" name="Graphique 167" descr="Personne confuse avec un remplissage uni">
                <a:extLst>
                  <a:ext uri="{FF2B5EF4-FFF2-40B4-BE49-F238E27FC236}">
                    <a16:creationId xmlns:a16="http://schemas.microsoft.com/office/drawing/2014/main" id="{5F7A11EC-B30E-4ACB-8551-086E449AE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69" name="Graphique 168" descr="Personne confuse avec un remplissage uni">
                <a:extLst>
                  <a:ext uri="{FF2B5EF4-FFF2-40B4-BE49-F238E27FC236}">
                    <a16:creationId xmlns:a16="http://schemas.microsoft.com/office/drawing/2014/main" id="{3C2FC6E9-AEE6-4396-A7CA-1BC517436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166" name="Graphique 165" descr="Cœur avec un remplissage uni">
              <a:extLst>
                <a:ext uri="{FF2B5EF4-FFF2-40B4-BE49-F238E27FC236}">
                  <a16:creationId xmlns:a16="http://schemas.microsoft.com/office/drawing/2014/main" id="{2187C879-A238-4276-9591-E74B3CD81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BFEA3332-B50B-4E29-846D-1022FD5E2DC8}"/>
              </a:ext>
            </a:extLst>
          </p:cNvPr>
          <p:cNvGrpSpPr/>
          <p:nvPr/>
        </p:nvGrpSpPr>
        <p:grpSpPr>
          <a:xfrm>
            <a:off x="10943465" y="4732233"/>
            <a:ext cx="999845" cy="1006778"/>
            <a:chOff x="8170107" y="4802801"/>
            <a:chExt cx="999845" cy="1006778"/>
          </a:xfrm>
          <a:solidFill>
            <a:schemeClr val="accent1">
              <a:lumMod val="40000"/>
              <a:lumOff val="60000"/>
            </a:schemeClr>
          </a:solidFill>
        </p:grpSpPr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20BAEB55-9BE7-4FE2-A13C-E9175C41466D}"/>
                </a:ext>
              </a:extLst>
            </p:cNvPr>
            <p:cNvGrpSpPr/>
            <p:nvPr/>
          </p:nvGrpSpPr>
          <p:grpSpPr>
            <a:xfrm>
              <a:off x="8170107" y="4802801"/>
              <a:ext cx="999845" cy="1006778"/>
              <a:chOff x="5452779" y="3136787"/>
              <a:chExt cx="1219871" cy="1228329"/>
            </a:xfrm>
            <a:grpFill/>
          </p:grpSpPr>
          <p:pic>
            <p:nvPicPr>
              <p:cNvPr id="173" name="Graphique 172" descr="Personne confuse avec un remplissage uni">
                <a:extLst>
                  <a:ext uri="{FF2B5EF4-FFF2-40B4-BE49-F238E27FC236}">
                    <a16:creationId xmlns:a16="http://schemas.microsoft.com/office/drawing/2014/main" id="{4A154F94-2E17-496C-99FD-F7993C89C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0547" y="314924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174" name="Graphique 173" descr="Personne confuse avec un remplissage uni">
                <a:extLst>
                  <a:ext uri="{FF2B5EF4-FFF2-40B4-BE49-F238E27FC236}">
                    <a16:creationId xmlns:a16="http://schemas.microsoft.com/office/drawing/2014/main" id="{138708E4-AF7D-46A3-A4EF-5FC8374364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52779" y="3136787"/>
                <a:ext cx="602104" cy="602103"/>
              </a:xfrm>
              <a:prstGeom prst="rect">
                <a:avLst/>
              </a:prstGeom>
            </p:spPr>
          </p:pic>
          <p:pic>
            <p:nvPicPr>
              <p:cNvPr id="175" name="Graphique 174" descr="Personne confuse avec un remplissage uni">
                <a:extLst>
                  <a:ext uri="{FF2B5EF4-FFF2-40B4-BE49-F238E27FC236}">
                    <a16:creationId xmlns:a16="http://schemas.microsoft.com/office/drawing/2014/main" id="{BA72D0E4-8514-43F4-AFAD-185DF69087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38116" y="3763013"/>
                <a:ext cx="602103" cy="602103"/>
              </a:xfrm>
              <a:prstGeom prst="rect">
                <a:avLst/>
              </a:prstGeom>
            </p:spPr>
          </p:pic>
        </p:grpSp>
        <p:pic>
          <p:nvPicPr>
            <p:cNvPr id="172" name="Graphique 171" descr="Cœur avec un remplissage uni">
              <a:extLst>
                <a:ext uri="{FF2B5EF4-FFF2-40B4-BE49-F238E27FC236}">
                  <a16:creationId xmlns:a16="http://schemas.microsoft.com/office/drawing/2014/main" id="{8092E55C-0366-47DD-99B3-F322D2CD4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439627" y="4963408"/>
              <a:ext cx="414028" cy="414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9908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Graphique 149" descr="Personne confuse avec un remplissage uni">
            <a:extLst>
              <a:ext uri="{FF2B5EF4-FFF2-40B4-BE49-F238E27FC236}">
                <a16:creationId xmlns:a16="http://schemas.microsoft.com/office/drawing/2014/main" id="{46803F68-D81D-44A4-BCAB-E4A2411D2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32" y="1563325"/>
            <a:ext cx="602103" cy="602103"/>
          </a:xfrm>
          <a:prstGeom prst="rect">
            <a:avLst/>
          </a:prstGeom>
        </p:spPr>
      </p:pic>
      <p:pic>
        <p:nvPicPr>
          <p:cNvPr id="155" name="Graphique 154" descr="Personne confuse avec un remplissage uni">
            <a:extLst>
              <a:ext uri="{FF2B5EF4-FFF2-40B4-BE49-F238E27FC236}">
                <a16:creationId xmlns:a16="http://schemas.microsoft.com/office/drawing/2014/main" id="{9B5B4EB4-52D8-4846-82EE-D50FEA6E2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64" y="1380404"/>
            <a:ext cx="602103" cy="602103"/>
          </a:xfrm>
          <a:prstGeom prst="rect">
            <a:avLst/>
          </a:prstGeom>
        </p:spPr>
      </p:pic>
      <p:pic>
        <p:nvPicPr>
          <p:cNvPr id="156" name="Graphique 155" descr="Personne confuse avec un remplissage uni">
            <a:extLst>
              <a:ext uri="{FF2B5EF4-FFF2-40B4-BE49-F238E27FC236}">
                <a16:creationId xmlns:a16="http://schemas.microsoft.com/office/drawing/2014/main" id="{62AD8966-A09A-49D7-9901-F0FD1AD8B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060" y="1541561"/>
            <a:ext cx="602103" cy="602103"/>
          </a:xfrm>
          <a:prstGeom prst="rect">
            <a:avLst/>
          </a:prstGeom>
        </p:spPr>
      </p:pic>
      <p:pic>
        <p:nvPicPr>
          <p:cNvPr id="157" name="Graphique 156" descr="Personne confuse avec un remplissage uni">
            <a:extLst>
              <a:ext uri="{FF2B5EF4-FFF2-40B4-BE49-F238E27FC236}">
                <a16:creationId xmlns:a16="http://schemas.microsoft.com/office/drawing/2014/main" id="{29658D5E-5FEF-430E-8068-9F16DF7D3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0826" y="1292309"/>
            <a:ext cx="602103" cy="602103"/>
          </a:xfrm>
          <a:prstGeom prst="rect">
            <a:avLst/>
          </a:prstGeom>
        </p:spPr>
      </p:pic>
      <p:pic>
        <p:nvPicPr>
          <p:cNvPr id="158" name="Graphique 157" descr="Personne confuse avec un remplissage uni">
            <a:extLst>
              <a:ext uri="{FF2B5EF4-FFF2-40B4-BE49-F238E27FC236}">
                <a16:creationId xmlns:a16="http://schemas.microsoft.com/office/drawing/2014/main" id="{D47389CB-7EA9-475A-B87B-068E0CFEB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0377" y="300848"/>
            <a:ext cx="602103" cy="602103"/>
          </a:xfrm>
          <a:prstGeom prst="rect">
            <a:avLst/>
          </a:prstGeom>
        </p:spPr>
      </p:pic>
      <p:pic>
        <p:nvPicPr>
          <p:cNvPr id="159" name="Graphique 158" descr="Personne confuse avec un remplissage uni">
            <a:extLst>
              <a:ext uri="{FF2B5EF4-FFF2-40B4-BE49-F238E27FC236}">
                <a16:creationId xmlns:a16="http://schemas.microsoft.com/office/drawing/2014/main" id="{7F410600-69E4-48A4-A7F8-EC573813B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0022" y="127669"/>
            <a:ext cx="602103" cy="602103"/>
          </a:xfrm>
          <a:prstGeom prst="rect">
            <a:avLst/>
          </a:prstGeom>
        </p:spPr>
      </p:pic>
      <p:pic>
        <p:nvPicPr>
          <p:cNvPr id="160" name="Graphique 159" descr="Personne confuse avec un remplissage uni">
            <a:extLst>
              <a:ext uri="{FF2B5EF4-FFF2-40B4-BE49-F238E27FC236}">
                <a16:creationId xmlns:a16="http://schemas.microsoft.com/office/drawing/2014/main" id="{4E575077-7CD8-49A0-AFC3-E24C15080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1777" y="578949"/>
            <a:ext cx="602103" cy="602103"/>
          </a:xfrm>
          <a:prstGeom prst="rect">
            <a:avLst/>
          </a:prstGeom>
        </p:spPr>
      </p:pic>
      <p:pic>
        <p:nvPicPr>
          <p:cNvPr id="161" name="Graphique 160" descr="Personne confuse avec un remplissage uni">
            <a:extLst>
              <a:ext uri="{FF2B5EF4-FFF2-40B4-BE49-F238E27FC236}">
                <a16:creationId xmlns:a16="http://schemas.microsoft.com/office/drawing/2014/main" id="{282A0891-F4EF-4486-9E40-7E7A8C33A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214" y="256149"/>
            <a:ext cx="602103" cy="602103"/>
          </a:xfrm>
          <a:prstGeom prst="rect">
            <a:avLst/>
          </a:prstGeom>
        </p:spPr>
      </p:pic>
      <p:pic>
        <p:nvPicPr>
          <p:cNvPr id="162" name="Graphique 161" descr="Personne confuse avec un remplissage uni">
            <a:extLst>
              <a:ext uri="{FF2B5EF4-FFF2-40B4-BE49-F238E27FC236}">
                <a16:creationId xmlns:a16="http://schemas.microsoft.com/office/drawing/2014/main" id="{EC27CCF7-DD84-4931-B83F-57DBDCEC0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30" y="152443"/>
            <a:ext cx="602103" cy="602103"/>
          </a:xfrm>
          <a:prstGeom prst="rect">
            <a:avLst/>
          </a:prstGeom>
        </p:spPr>
      </p:pic>
      <p:pic>
        <p:nvPicPr>
          <p:cNvPr id="163" name="Graphique 162" descr="Personne confuse avec un remplissage uni">
            <a:extLst>
              <a:ext uri="{FF2B5EF4-FFF2-40B4-BE49-F238E27FC236}">
                <a16:creationId xmlns:a16="http://schemas.microsoft.com/office/drawing/2014/main" id="{E259C488-FEE1-42E3-90F9-76A58D1DE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961" y="517722"/>
            <a:ext cx="602103" cy="602103"/>
          </a:xfrm>
          <a:prstGeom prst="rect">
            <a:avLst/>
          </a:prstGeom>
        </p:spPr>
      </p:pic>
      <p:pic>
        <p:nvPicPr>
          <p:cNvPr id="176" name="Graphique 175" descr="Personne confuse avec un remplissage uni">
            <a:extLst>
              <a:ext uri="{FF2B5EF4-FFF2-40B4-BE49-F238E27FC236}">
                <a16:creationId xmlns:a16="http://schemas.microsoft.com/office/drawing/2014/main" id="{2AE18914-FFD0-48C5-943E-182218A24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688" y="1537159"/>
            <a:ext cx="602103" cy="602103"/>
          </a:xfrm>
          <a:prstGeom prst="rect">
            <a:avLst/>
          </a:prstGeom>
        </p:spPr>
      </p:pic>
      <p:pic>
        <p:nvPicPr>
          <p:cNvPr id="177" name="Graphique 176" descr="Personne confuse avec un remplissage uni">
            <a:extLst>
              <a:ext uri="{FF2B5EF4-FFF2-40B4-BE49-F238E27FC236}">
                <a16:creationId xmlns:a16="http://schemas.microsoft.com/office/drawing/2014/main" id="{150D395C-6F2E-4D69-81CF-819124B6B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3628" y="1563325"/>
            <a:ext cx="602103" cy="602103"/>
          </a:xfrm>
          <a:prstGeom prst="rect">
            <a:avLst/>
          </a:prstGeom>
        </p:spPr>
      </p:pic>
      <p:sp>
        <p:nvSpPr>
          <p:cNvPr id="178" name="Flèche : droite 177">
            <a:extLst>
              <a:ext uri="{FF2B5EF4-FFF2-40B4-BE49-F238E27FC236}">
                <a16:creationId xmlns:a16="http://schemas.microsoft.com/office/drawing/2014/main" id="{41B1B5A7-A4A7-4652-A145-6D155AA9B131}"/>
              </a:ext>
            </a:extLst>
          </p:cNvPr>
          <p:cNvSpPr/>
          <p:nvPr/>
        </p:nvSpPr>
        <p:spPr>
          <a:xfrm rot="19461843">
            <a:off x="2535926" y="605555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Flèche : droite 178">
            <a:extLst>
              <a:ext uri="{FF2B5EF4-FFF2-40B4-BE49-F238E27FC236}">
                <a16:creationId xmlns:a16="http://schemas.microsoft.com/office/drawing/2014/main" id="{262C4C3F-58ED-4359-98B1-7C58F59EC82D}"/>
              </a:ext>
            </a:extLst>
          </p:cNvPr>
          <p:cNvSpPr/>
          <p:nvPr/>
        </p:nvSpPr>
        <p:spPr>
          <a:xfrm rot="2418519">
            <a:off x="2497437" y="1332105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Flèche : droite 179">
            <a:extLst>
              <a:ext uri="{FF2B5EF4-FFF2-40B4-BE49-F238E27FC236}">
                <a16:creationId xmlns:a16="http://schemas.microsoft.com/office/drawing/2014/main" id="{348D0624-0C61-4F1E-9893-6356B88B08DB}"/>
              </a:ext>
            </a:extLst>
          </p:cNvPr>
          <p:cNvSpPr/>
          <p:nvPr/>
        </p:nvSpPr>
        <p:spPr>
          <a:xfrm rot="8175033">
            <a:off x="1520771" y="131822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Flèche : droite 180">
            <a:extLst>
              <a:ext uri="{FF2B5EF4-FFF2-40B4-BE49-F238E27FC236}">
                <a16:creationId xmlns:a16="http://schemas.microsoft.com/office/drawing/2014/main" id="{A6105572-DB32-456A-8106-3227A2DC3452}"/>
              </a:ext>
            </a:extLst>
          </p:cNvPr>
          <p:cNvSpPr/>
          <p:nvPr/>
        </p:nvSpPr>
        <p:spPr>
          <a:xfrm rot="13045094">
            <a:off x="1541316" y="616659"/>
            <a:ext cx="308234" cy="32398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que 3" descr="Aide avec un remplissage uni">
            <a:extLst>
              <a:ext uri="{FF2B5EF4-FFF2-40B4-BE49-F238E27FC236}">
                <a16:creationId xmlns:a16="http://schemas.microsoft.com/office/drawing/2014/main" id="{08CDBAFB-02C2-44B9-A941-6B9B4CA1B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6071" y="6715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56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27F030-58A9-44B8-ABF5-0372D2954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6328306-71F0-4C12-A2D9-7C857146B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81666" y="741294"/>
            <a:ext cx="5422335" cy="5422335"/>
          </a:xfrm>
          <a:custGeom>
            <a:avLst/>
            <a:gdLst>
              <a:gd name="connsiteX0" fmla="*/ 0 w 5422335"/>
              <a:gd name="connsiteY0" fmla="*/ 539819 h 5422335"/>
              <a:gd name="connsiteX1" fmla="*/ 539819 w 5422335"/>
              <a:gd name="connsiteY1" fmla="*/ 0 h 5422335"/>
              <a:gd name="connsiteX2" fmla="*/ 5422335 w 5422335"/>
              <a:gd name="connsiteY2" fmla="*/ 0 h 5422335"/>
              <a:gd name="connsiteX3" fmla="*/ 5422335 w 5422335"/>
              <a:gd name="connsiteY3" fmla="*/ 4816159 h 5422335"/>
              <a:gd name="connsiteX4" fmla="*/ 4816159 w 5422335"/>
              <a:gd name="connsiteY4" fmla="*/ 5422335 h 5422335"/>
              <a:gd name="connsiteX5" fmla="*/ 1331251 w 5422335"/>
              <a:gd name="connsiteY5" fmla="*/ 5422335 h 5422335"/>
              <a:gd name="connsiteX6" fmla="*/ 0 w 5422335"/>
              <a:gd name="connsiteY6" fmla="*/ 4091084 h 5422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22335" h="5422335">
                <a:moveTo>
                  <a:pt x="0" y="539819"/>
                </a:moveTo>
                <a:lnTo>
                  <a:pt x="539819" y="0"/>
                </a:lnTo>
                <a:lnTo>
                  <a:pt x="5422335" y="0"/>
                </a:lnTo>
                <a:lnTo>
                  <a:pt x="5422335" y="4816159"/>
                </a:lnTo>
                <a:lnTo>
                  <a:pt x="4816159" y="5422335"/>
                </a:lnTo>
                <a:lnTo>
                  <a:pt x="1331251" y="5422335"/>
                </a:lnTo>
                <a:lnTo>
                  <a:pt x="0" y="4091084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4AB010C-C307-4A53-9D97-39C6AAB2E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917505" y="-622183"/>
            <a:ext cx="1508163" cy="1508163"/>
          </a:xfrm>
          <a:custGeom>
            <a:avLst/>
            <a:gdLst>
              <a:gd name="connsiteX0" fmla="*/ 0 w 1508163"/>
              <a:gd name="connsiteY0" fmla="*/ 1321630 h 1508163"/>
              <a:gd name="connsiteX1" fmla="*/ 1321630 w 1508163"/>
              <a:gd name="connsiteY1" fmla="*/ 0 h 1508163"/>
              <a:gd name="connsiteX2" fmla="*/ 1508163 w 1508163"/>
              <a:gd name="connsiteY2" fmla="*/ 0 h 1508163"/>
              <a:gd name="connsiteX3" fmla="*/ 1508163 w 1508163"/>
              <a:gd name="connsiteY3" fmla="*/ 1508163 h 1508163"/>
              <a:gd name="connsiteX4" fmla="*/ 0 w 1508163"/>
              <a:gd name="connsiteY4" fmla="*/ 1508163 h 150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8163" h="1508163">
                <a:moveTo>
                  <a:pt x="0" y="1321630"/>
                </a:moveTo>
                <a:lnTo>
                  <a:pt x="1321630" y="0"/>
                </a:lnTo>
                <a:lnTo>
                  <a:pt x="1508163" y="0"/>
                </a:lnTo>
                <a:lnTo>
                  <a:pt x="1508163" y="1508163"/>
                </a:lnTo>
                <a:lnTo>
                  <a:pt x="0" y="1508163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52C512-4076-456E-AD89-50B031645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853041" y="342543"/>
            <a:ext cx="678106" cy="67810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C24C9E-C2F4-4FA4-947B-6CBAC7C3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550345" y="2526029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4B7750-FFCA-4912-AC2E-989EECC9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828903" y="2552919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2494659-52DF-4053-975B-36F06255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463972" y="5565676"/>
            <a:ext cx="1425687" cy="1425687"/>
          </a:xfrm>
          <a:custGeom>
            <a:avLst/>
            <a:gdLst>
              <a:gd name="connsiteX0" fmla="*/ 0 w 1425687"/>
              <a:gd name="connsiteY0" fmla="*/ 0 h 1425687"/>
              <a:gd name="connsiteX1" fmla="*/ 1425687 w 1425687"/>
              <a:gd name="connsiteY1" fmla="*/ 0 h 1425687"/>
              <a:gd name="connsiteX2" fmla="*/ 1425687 w 1425687"/>
              <a:gd name="connsiteY2" fmla="*/ 819509 h 1425687"/>
              <a:gd name="connsiteX3" fmla="*/ 819509 w 1425687"/>
              <a:gd name="connsiteY3" fmla="*/ 1425687 h 1425687"/>
              <a:gd name="connsiteX4" fmla="*/ 0 w 1425687"/>
              <a:gd name="connsiteY4" fmla="*/ 1425687 h 1425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687" h="1425687">
                <a:moveTo>
                  <a:pt x="0" y="0"/>
                </a:moveTo>
                <a:lnTo>
                  <a:pt x="1425687" y="0"/>
                </a:lnTo>
                <a:lnTo>
                  <a:pt x="1425687" y="819509"/>
                </a:lnTo>
                <a:lnTo>
                  <a:pt x="819509" y="1425687"/>
                </a:lnTo>
                <a:lnTo>
                  <a:pt x="0" y="1425687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E807326-229C-458C-BDA0-C72126216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CADE1D5-E79C-4CEF-BEFD-B66EFB394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Modèle visuel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54FC8EB5-1620-43B8-B816-8A91B6EA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3866" y="5708769"/>
            <a:ext cx="2313591" cy="1156796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D544515-9F93-4809-A102-B49C85F46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797" y="6332156"/>
            <a:ext cx="1066816" cy="533408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96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2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au 3">
            <a:extLst>
              <a:ext uri="{FF2B5EF4-FFF2-40B4-BE49-F238E27FC236}">
                <a16:creationId xmlns:a16="http://schemas.microsoft.com/office/drawing/2014/main" id="{446E523F-E7D0-4FA0-B5C0-4ADFAB62B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05452"/>
              </p:ext>
            </p:extLst>
          </p:nvPr>
        </p:nvGraphicFramePr>
        <p:xfrm>
          <a:off x="4403212" y="413893"/>
          <a:ext cx="3385576" cy="150177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677115">
                  <a:extLst>
                    <a:ext uri="{9D8B030D-6E8A-4147-A177-3AD203B41FA5}">
                      <a16:colId xmlns:a16="http://schemas.microsoft.com/office/drawing/2014/main" val="2659429322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4191968286"/>
                    </a:ext>
                  </a:extLst>
                </a:gridCol>
                <a:gridCol w="338558">
                  <a:extLst>
                    <a:ext uri="{9D8B030D-6E8A-4147-A177-3AD203B41FA5}">
                      <a16:colId xmlns:a16="http://schemas.microsoft.com/office/drawing/2014/main" val="61065989"/>
                    </a:ext>
                  </a:extLst>
                </a:gridCol>
                <a:gridCol w="338558">
                  <a:extLst>
                    <a:ext uri="{9D8B030D-6E8A-4147-A177-3AD203B41FA5}">
                      <a16:colId xmlns:a16="http://schemas.microsoft.com/office/drawing/2014/main" val="3143696377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291149706"/>
                    </a:ext>
                  </a:extLst>
                </a:gridCol>
                <a:gridCol w="677115">
                  <a:extLst>
                    <a:ext uri="{9D8B030D-6E8A-4147-A177-3AD203B41FA5}">
                      <a16:colId xmlns:a16="http://schemas.microsoft.com/office/drawing/2014/main" val="1846748765"/>
                    </a:ext>
                  </a:extLst>
                </a:gridCol>
              </a:tblGrid>
              <a:tr h="500590">
                <a:tc rowSpan="2">
                  <a:txBody>
                    <a:bodyPr/>
                    <a:lstStyle/>
                    <a:p>
                      <a:r>
                        <a:rPr lang="fr-FR" sz="1200" dirty="0"/>
                        <a:t>……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745824"/>
                  </a:ext>
                </a:extLst>
              </a:tr>
              <a:tr h="500590">
                <a:tc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71446"/>
                  </a:ext>
                </a:extLst>
              </a:tr>
              <a:tr h="50059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  <a:endParaRPr kumimoji="0" lang="fr-F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466100"/>
                  </a:ext>
                </a:extLst>
              </a:tr>
            </a:tbl>
          </a:graphicData>
        </a:graphic>
      </p:graphicFrame>
      <p:sp>
        <p:nvSpPr>
          <p:cNvPr id="4" name="Ellipse 3">
            <a:extLst>
              <a:ext uri="{FF2B5EF4-FFF2-40B4-BE49-F238E27FC236}">
                <a16:creationId xmlns:a16="http://schemas.microsoft.com/office/drawing/2014/main" id="{AC1F69E7-952F-4517-BA5A-D24979F2E91D}"/>
              </a:ext>
            </a:extLst>
          </p:cNvPr>
          <p:cNvSpPr/>
          <p:nvPr/>
        </p:nvSpPr>
        <p:spPr>
          <a:xfrm>
            <a:off x="8297109" y="34386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1" name="Ellipse 260">
            <a:extLst>
              <a:ext uri="{FF2B5EF4-FFF2-40B4-BE49-F238E27FC236}">
                <a16:creationId xmlns:a16="http://schemas.microsoft.com/office/drawing/2014/main" id="{D7ED3D83-673A-421C-98CA-9DB219338CE3}"/>
              </a:ext>
            </a:extLst>
          </p:cNvPr>
          <p:cNvSpPr/>
          <p:nvPr/>
        </p:nvSpPr>
        <p:spPr>
          <a:xfrm>
            <a:off x="9054193" y="34386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56300C57-C384-4FA0-9397-6BEA248133E4}"/>
              </a:ext>
            </a:extLst>
          </p:cNvPr>
          <p:cNvSpPr/>
          <p:nvPr/>
        </p:nvSpPr>
        <p:spPr>
          <a:xfrm>
            <a:off x="8679270" y="879720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Graphique 10" descr="Balance de la justice avec un remplissage uni">
            <a:extLst>
              <a:ext uri="{FF2B5EF4-FFF2-40B4-BE49-F238E27FC236}">
                <a16:creationId xmlns:a16="http://schemas.microsoft.com/office/drawing/2014/main" id="{094BDDA2-D568-4981-ADAE-F7F041076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3780" y="2590800"/>
            <a:ext cx="1676400" cy="1676400"/>
          </a:xfrm>
          <a:prstGeom prst="rect">
            <a:avLst/>
          </a:prstGeom>
        </p:spPr>
      </p:pic>
      <p:pic>
        <p:nvPicPr>
          <p:cNvPr id="21" name="Graphique 20" descr="Badge à suivre avec un remplissage uni">
            <a:extLst>
              <a:ext uri="{FF2B5EF4-FFF2-40B4-BE49-F238E27FC236}">
                <a16:creationId xmlns:a16="http://schemas.microsoft.com/office/drawing/2014/main" id="{AF6627B6-9AD3-4220-958C-203DD496F0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978" y="2386005"/>
            <a:ext cx="508790" cy="508790"/>
          </a:xfrm>
          <a:prstGeom prst="rect">
            <a:avLst/>
          </a:prstGeom>
        </p:spPr>
      </p:pic>
      <p:pic>
        <p:nvPicPr>
          <p:cNvPr id="512" name="Graphique 511" descr="Badge à ne plus suivre avec un remplissage uni">
            <a:extLst>
              <a:ext uri="{FF2B5EF4-FFF2-40B4-BE49-F238E27FC236}">
                <a16:creationId xmlns:a16="http://schemas.microsoft.com/office/drawing/2014/main" id="{18BC9651-BB50-4649-90C8-456ACA02E5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5334" y="2386005"/>
            <a:ext cx="508790" cy="508790"/>
          </a:xfrm>
          <a:prstGeom prst="rect">
            <a:avLst/>
          </a:prstGeom>
        </p:spPr>
      </p:pic>
      <p:pic>
        <p:nvPicPr>
          <p:cNvPr id="515" name="Graphique 514" descr="Venteux avec un remplissage uni">
            <a:extLst>
              <a:ext uri="{FF2B5EF4-FFF2-40B4-BE49-F238E27FC236}">
                <a16:creationId xmlns:a16="http://schemas.microsoft.com/office/drawing/2014/main" id="{6959F947-880A-439A-B991-44C69AC299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0791" y="2556578"/>
            <a:ext cx="914400" cy="914400"/>
          </a:xfrm>
          <a:prstGeom prst="rect">
            <a:avLst/>
          </a:prstGeom>
        </p:spPr>
      </p:pic>
      <p:pic>
        <p:nvPicPr>
          <p:cNvPr id="517" name="Graphique 516" descr="Voilier avec un remplissage uni">
            <a:extLst>
              <a:ext uri="{FF2B5EF4-FFF2-40B4-BE49-F238E27FC236}">
                <a16:creationId xmlns:a16="http://schemas.microsoft.com/office/drawing/2014/main" id="{0A7E6BC7-58D0-4018-9121-0A8B8BAA87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57489" y="2975707"/>
            <a:ext cx="914400" cy="914400"/>
          </a:xfrm>
          <a:prstGeom prst="rect">
            <a:avLst/>
          </a:prstGeom>
        </p:spPr>
      </p:pic>
      <p:pic>
        <p:nvPicPr>
          <p:cNvPr id="519" name="Graphique 518" descr="Lien avec un remplissage uni">
            <a:extLst>
              <a:ext uri="{FF2B5EF4-FFF2-40B4-BE49-F238E27FC236}">
                <a16:creationId xmlns:a16="http://schemas.microsoft.com/office/drawing/2014/main" id="{87A4F9FA-F160-46DA-8709-F0663ECE9D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3084410">
            <a:off x="9114052" y="3700725"/>
            <a:ext cx="331213" cy="331213"/>
          </a:xfrm>
          <a:prstGeom prst="rect">
            <a:avLst/>
          </a:prstGeom>
        </p:spPr>
      </p:pic>
      <p:pic>
        <p:nvPicPr>
          <p:cNvPr id="521" name="Graphique 520" descr="Ancrer avec un remplissage uni">
            <a:extLst>
              <a:ext uri="{FF2B5EF4-FFF2-40B4-BE49-F238E27FC236}">
                <a16:creationId xmlns:a16="http://schemas.microsoft.com/office/drawing/2014/main" id="{87D98DDF-D5D0-4FCE-B349-50B3C9DC9D1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72139" y="3920839"/>
            <a:ext cx="415043" cy="415043"/>
          </a:xfrm>
          <a:prstGeom prst="rect">
            <a:avLst/>
          </a:prstGeom>
        </p:spPr>
      </p:pic>
      <p:pic>
        <p:nvPicPr>
          <p:cNvPr id="523" name="Graphique 522" descr="Scène tropicale avec un remplissage uni">
            <a:extLst>
              <a:ext uri="{FF2B5EF4-FFF2-40B4-BE49-F238E27FC236}">
                <a16:creationId xmlns:a16="http://schemas.microsoft.com/office/drawing/2014/main" id="{1003E102-79FD-428C-82BE-4F73ADAD8B3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20257" y="2688575"/>
            <a:ext cx="914400" cy="914400"/>
          </a:xfrm>
          <a:prstGeom prst="rect">
            <a:avLst/>
          </a:prstGeom>
        </p:spPr>
      </p:pic>
      <p:pic>
        <p:nvPicPr>
          <p:cNvPr id="527" name="Graphique 526" descr="Iceberg avec un remplissage uni">
            <a:extLst>
              <a:ext uri="{FF2B5EF4-FFF2-40B4-BE49-F238E27FC236}">
                <a16:creationId xmlns:a16="http://schemas.microsoft.com/office/drawing/2014/main" id="{0EC35340-6151-4925-B5C4-6B70F514C067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29920"/>
          <a:stretch/>
        </p:blipFill>
        <p:spPr>
          <a:xfrm rot="10800000">
            <a:off x="10090253" y="3584100"/>
            <a:ext cx="570327" cy="399687"/>
          </a:xfrm>
          <a:prstGeom prst="rect">
            <a:avLst/>
          </a:prstGeom>
        </p:spPr>
      </p:pic>
      <p:pic>
        <p:nvPicPr>
          <p:cNvPr id="529" name="Graphique 528" descr="Tableau décisionnel avec un remplissage uni">
            <a:extLst>
              <a:ext uri="{FF2B5EF4-FFF2-40B4-BE49-F238E27FC236}">
                <a16:creationId xmlns:a16="http://schemas.microsoft.com/office/drawing/2014/main" id="{70CB8A3F-69FA-4AF5-80C8-DF086C54F9B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527791" y="5473298"/>
            <a:ext cx="914400" cy="914400"/>
          </a:xfrm>
          <a:prstGeom prst="rect">
            <a:avLst/>
          </a:prstGeom>
        </p:spPr>
      </p:pic>
      <p:pic>
        <p:nvPicPr>
          <p:cNvPr id="287" name="Graphique 286" descr="Tableau décisionnel avec un remplissage uni">
            <a:extLst>
              <a:ext uri="{FF2B5EF4-FFF2-40B4-BE49-F238E27FC236}">
                <a16:creationId xmlns:a16="http://schemas.microsoft.com/office/drawing/2014/main" id="{A52152EE-2884-47EF-A512-CD74A5672B5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1176719" y="5236020"/>
            <a:ext cx="914400" cy="914400"/>
          </a:xfrm>
          <a:prstGeom prst="rect">
            <a:avLst/>
          </a:prstGeom>
        </p:spPr>
      </p:pic>
      <p:sp>
        <p:nvSpPr>
          <p:cNvPr id="530" name="Rectangle 529">
            <a:extLst>
              <a:ext uri="{FF2B5EF4-FFF2-40B4-BE49-F238E27FC236}">
                <a16:creationId xmlns:a16="http://schemas.microsoft.com/office/drawing/2014/main" id="{C02D0BFF-01B4-4E12-9493-51852C4A64EE}"/>
              </a:ext>
            </a:extLst>
          </p:cNvPr>
          <p:cNvSpPr/>
          <p:nvPr/>
        </p:nvSpPr>
        <p:spPr>
          <a:xfrm>
            <a:off x="2510754" y="5332270"/>
            <a:ext cx="134123" cy="271594"/>
          </a:xfrm>
          <a:prstGeom prst="rect">
            <a:avLst/>
          </a:prstGeom>
          <a:solidFill>
            <a:srgbClr val="94D2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6FEB467C-153A-420C-AB7E-CEC9D1B15139}"/>
              </a:ext>
            </a:extLst>
          </p:cNvPr>
          <p:cNvSpPr/>
          <p:nvPr/>
        </p:nvSpPr>
        <p:spPr>
          <a:xfrm>
            <a:off x="3190676" y="5331465"/>
            <a:ext cx="134123" cy="271594"/>
          </a:xfrm>
          <a:prstGeom prst="rect">
            <a:avLst/>
          </a:prstGeom>
          <a:solidFill>
            <a:srgbClr val="94D2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32" name="Connecteur droit avec flèche 531">
            <a:extLst>
              <a:ext uri="{FF2B5EF4-FFF2-40B4-BE49-F238E27FC236}">
                <a16:creationId xmlns:a16="http://schemas.microsoft.com/office/drawing/2014/main" id="{C9414A4E-16DC-46A4-91A4-5CD9D92FC98E}"/>
              </a:ext>
            </a:extLst>
          </p:cNvPr>
          <p:cNvCxnSpPr>
            <a:cxnSpLocks/>
          </p:cNvCxnSpPr>
          <p:nvPr/>
        </p:nvCxnSpPr>
        <p:spPr>
          <a:xfrm>
            <a:off x="2061184" y="5473298"/>
            <a:ext cx="449570" cy="0"/>
          </a:xfrm>
          <a:prstGeom prst="straightConnector1">
            <a:avLst/>
          </a:prstGeom>
          <a:ln w="38100">
            <a:solidFill>
              <a:srgbClr val="94D27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necteur droit avec flèche 292">
            <a:extLst>
              <a:ext uri="{FF2B5EF4-FFF2-40B4-BE49-F238E27FC236}">
                <a16:creationId xmlns:a16="http://schemas.microsoft.com/office/drawing/2014/main" id="{68E7E20E-DA74-4CFE-B435-5F36F593B3C0}"/>
              </a:ext>
            </a:extLst>
          </p:cNvPr>
          <p:cNvCxnSpPr>
            <a:cxnSpLocks/>
          </p:cNvCxnSpPr>
          <p:nvPr/>
        </p:nvCxnSpPr>
        <p:spPr>
          <a:xfrm>
            <a:off x="2710788" y="5473298"/>
            <a:ext cx="449570" cy="0"/>
          </a:xfrm>
          <a:prstGeom prst="straightConnector1">
            <a:avLst/>
          </a:prstGeom>
          <a:ln w="38100">
            <a:solidFill>
              <a:srgbClr val="94D277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Connecteur droit avec flèche 534">
            <a:extLst>
              <a:ext uri="{FF2B5EF4-FFF2-40B4-BE49-F238E27FC236}">
                <a16:creationId xmlns:a16="http://schemas.microsoft.com/office/drawing/2014/main" id="{44F871B8-D8E4-4B0F-B338-796B09A45579}"/>
              </a:ext>
            </a:extLst>
          </p:cNvPr>
          <p:cNvCxnSpPr/>
          <p:nvPr/>
        </p:nvCxnSpPr>
        <p:spPr>
          <a:xfrm>
            <a:off x="6095429" y="4848670"/>
            <a:ext cx="0" cy="1689100"/>
          </a:xfrm>
          <a:prstGeom prst="straightConnector1">
            <a:avLst/>
          </a:prstGeom>
          <a:ln w="38100">
            <a:solidFill>
              <a:srgbClr val="94D277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eur droit avec flèche 295">
            <a:extLst>
              <a:ext uri="{FF2B5EF4-FFF2-40B4-BE49-F238E27FC236}">
                <a16:creationId xmlns:a16="http://schemas.microsoft.com/office/drawing/2014/main" id="{2C2612E9-CBED-4F77-945A-383390A3ED68}"/>
              </a:ext>
            </a:extLst>
          </p:cNvPr>
          <p:cNvCxnSpPr>
            <a:cxnSpLocks/>
          </p:cNvCxnSpPr>
          <p:nvPr/>
        </p:nvCxnSpPr>
        <p:spPr>
          <a:xfrm>
            <a:off x="4533900" y="5693220"/>
            <a:ext cx="3254888" cy="0"/>
          </a:xfrm>
          <a:prstGeom prst="straightConnector1">
            <a:avLst/>
          </a:prstGeom>
          <a:ln w="38100">
            <a:solidFill>
              <a:srgbClr val="94D277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9" name="Graphique 538" descr="Squelette de poisson mort contour">
            <a:extLst>
              <a:ext uri="{FF2B5EF4-FFF2-40B4-BE49-F238E27FC236}">
                <a16:creationId xmlns:a16="http://schemas.microsoft.com/office/drawing/2014/main" id="{F2C20EBB-A005-44DA-BEEC-F5D780ED5D1E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14924" t="26890" r="29681" b="23246"/>
          <a:stretch/>
        </p:blipFill>
        <p:spPr>
          <a:xfrm>
            <a:off x="9173498" y="4848670"/>
            <a:ext cx="1841783" cy="1657904"/>
          </a:xfrm>
          <a:prstGeom prst="rect">
            <a:avLst/>
          </a:prstGeom>
        </p:spPr>
      </p:pic>
      <p:pic>
        <p:nvPicPr>
          <p:cNvPr id="541" name="Graphique 540" descr="Cercles avec flèches avec un remplissage uni">
            <a:extLst>
              <a:ext uri="{FF2B5EF4-FFF2-40B4-BE49-F238E27FC236}">
                <a16:creationId xmlns:a16="http://schemas.microsoft.com/office/drawing/2014/main" id="{B1407BB5-D305-4883-9ECE-FDBCF8D8636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231830" y="2500754"/>
            <a:ext cx="1727197" cy="1727197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A82B74FC-550B-4AC9-AF7B-4B42DC0F73A5}"/>
              </a:ext>
            </a:extLst>
          </p:cNvPr>
          <p:cNvGrpSpPr/>
          <p:nvPr/>
        </p:nvGrpSpPr>
        <p:grpSpPr>
          <a:xfrm>
            <a:off x="284241" y="407098"/>
            <a:ext cx="3661166" cy="1777681"/>
            <a:chOff x="284241" y="407098"/>
            <a:chExt cx="3661166" cy="1777681"/>
          </a:xfrm>
        </p:grpSpPr>
        <p:pic>
          <p:nvPicPr>
            <p:cNvPr id="543" name="Graphique 542" descr="Œil avec un remplissage uni">
              <a:extLst>
                <a:ext uri="{FF2B5EF4-FFF2-40B4-BE49-F238E27FC236}">
                  <a16:creationId xmlns:a16="http://schemas.microsoft.com/office/drawing/2014/main" id="{736E8DF3-0570-4E1B-A370-7CD568F4D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84241" y="413893"/>
              <a:ext cx="530020" cy="530020"/>
            </a:xfrm>
            <a:prstGeom prst="rect">
              <a:avLst/>
            </a:prstGeom>
          </p:spPr>
        </p:pic>
        <p:pic>
          <p:nvPicPr>
            <p:cNvPr id="306" name="Graphique 305" descr="Œil avec un remplissage uni">
              <a:extLst>
                <a:ext uri="{FF2B5EF4-FFF2-40B4-BE49-F238E27FC236}">
                  <a16:creationId xmlns:a16="http://schemas.microsoft.com/office/drawing/2014/main" id="{0EE3F9D4-80D8-465B-BE61-2353E4F8B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33582" y="413893"/>
              <a:ext cx="530020" cy="530020"/>
            </a:xfrm>
            <a:prstGeom prst="rect">
              <a:avLst/>
            </a:prstGeom>
          </p:spPr>
        </p:pic>
        <p:pic>
          <p:nvPicPr>
            <p:cNvPr id="307" name="Graphique 306" descr="Œil avec un remplissage uni">
              <a:extLst>
                <a:ext uri="{FF2B5EF4-FFF2-40B4-BE49-F238E27FC236}">
                  <a16:creationId xmlns:a16="http://schemas.microsoft.com/office/drawing/2014/main" id="{8F09F637-74B8-4106-AB81-218E26994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966046" y="407098"/>
              <a:ext cx="530020" cy="530020"/>
            </a:xfrm>
            <a:prstGeom prst="rect">
              <a:avLst/>
            </a:prstGeom>
          </p:spPr>
        </p:pic>
        <p:pic>
          <p:nvPicPr>
            <p:cNvPr id="308" name="Graphique 307" descr="Œil avec un remplissage uni">
              <a:extLst>
                <a:ext uri="{FF2B5EF4-FFF2-40B4-BE49-F238E27FC236}">
                  <a16:creationId xmlns:a16="http://schemas.microsoft.com/office/drawing/2014/main" id="{93693794-B1E0-4DF0-8063-38B5C73FB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415387" y="407098"/>
              <a:ext cx="530020" cy="530020"/>
            </a:xfrm>
            <a:prstGeom prst="rect">
              <a:avLst/>
            </a:prstGeom>
          </p:spPr>
        </p:pic>
        <p:pic>
          <p:nvPicPr>
            <p:cNvPr id="309" name="Graphique 308" descr="Œil avec un remplissage uni">
              <a:extLst>
                <a:ext uri="{FF2B5EF4-FFF2-40B4-BE49-F238E27FC236}">
                  <a16:creationId xmlns:a16="http://schemas.microsoft.com/office/drawing/2014/main" id="{5ED1BFD1-DF1F-45CC-B70F-C1B778CC5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574458" y="1654759"/>
              <a:ext cx="530020" cy="530020"/>
            </a:xfrm>
            <a:prstGeom prst="rect">
              <a:avLst/>
            </a:prstGeom>
          </p:spPr>
        </p:pic>
        <p:pic>
          <p:nvPicPr>
            <p:cNvPr id="310" name="Graphique 309" descr="Œil avec un remplissage uni">
              <a:extLst>
                <a:ext uri="{FF2B5EF4-FFF2-40B4-BE49-F238E27FC236}">
                  <a16:creationId xmlns:a16="http://schemas.microsoft.com/office/drawing/2014/main" id="{FEA20B2F-1813-4F28-83DD-362995EED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023799" y="1654759"/>
              <a:ext cx="530020" cy="530020"/>
            </a:xfrm>
            <a:prstGeom prst="rect">
              <a:avLst/>
            </a:prstGeom>
          </p:spPr>
        </p:pic>
        <p:pic>
          <p:nvPicPr>
            <p:cNvPr id="311" name="Graphique 310" descr="Aide avec un remplissage uni">
              <a:extLst>
                <a:ext uri="{FF2B5EF4-FFF2-40B4-BE49-F238E27FC236}">
                  <a16:creationId xmlns:a16="http://schemas.microsoft.com/office/drawing/2014/main" id="{A8DBF97E-3CF8-4D2D-93FB-A89DCE33B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629018" y="634068"/>
              <a:ext cx="914400" cy="914400"/>
            </a:xfrm>
            <a:prstGeom prst="rect">
              <a:avLst/>
            </a:prstGeom>
          </p:spPr>
        </p:pic>
        <p:sp>
          <p:nvSpPr>
            <p:cNvPr id="312" name="Flèche : droite 311">
              <a:extLst>
                <a:ext uri="{FF2B5EF4-FFF2-40B4-BE49-F238E27FC236}">
                  <a16:creationId xmlns:a16="http://schemas.microsoft.com/office/drawing/2014/main" id="{59B6B104-7198-40E5-947E-AF7A713A3BFA}"/>
                </a:ext>
              </a:extLst>
            </p:cNvPr>
            <p:cNvSpPr/>
            <p:nvPr/>
          </p:nvSpPr>
          <p:spPr>
            <a:xfrm rot="8771669">
              <a:off x="2528589" y="692427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3" name="Flèche : droite 312">
              <a:extLst>
                <a:ext uri="{FF2B5EF4-FFF2-40B4-BE49-F238E27FC236}">
                  <a16:creationId xmlns:a16="http://schemas.microsoft.com/office/drawing/2014/main" id="{84D0FE70-FD7E-42AD-9A3C-8053B859EC60}"/>
                </a:ext>
              </a:extLst>
            </p:cNvPr>
            <p:cNvSpPr/>
            <p:nvPr/>
          </p:nvSpPr>
          <p:spPr>
            <a:xfrm rot="16200000">
              <a:off x="1901366" y="1492768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4" name="Flèche : droite 313">
              <a:extLst>
                <a:ext uri="{FF2B5EF4-FFF2-40B4-BE49-F238E27FC236}">
                  <a16:creationId xmlns:a16="http://schemas.microsoft.com/office/drawing/2014/main" id="{45021559-F4BB-4DD1-BFF7-43067B4016F1}"/>
                </a:ext>
              </a:extLst>
            </p:cNvPr>
            <p:cNvSpPr/>
            <p:nvPr/>
          </p:nvSpPr>
          <p:spPr>
            <a:xfrm rot="2098502">
              <a:off x="1285224" y="647591"/>
              <a:ext cx="308234" cy="323982"/>
            </a:xfrm>
            <a:prstGeom prst="rightArrow">
              <a:avLst/>
            </a:prstGeom>
            <a:solidFill>
              <a:srgbClr val="94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15" name="Ellipse 314">
            <a:extLst>
              <a:ext uri="{FF2B5EF4-FFF2-40B4-BE49-F238E27FC236}">
                <a16:creationId xmlns:a16="http://schemas.microsoft.com/office/drawing/2014/main" id="{F7B8711D-562B-434B-B361-2B4080B77E23}"/>
              </a:ext>
            </a:extLst>
          </p:cNvPr>
          <p:cNvSpPr/>
          <p:nvPr/>
        </p:nvSpPr>
        <p:spPr>
          <a:xfrm>
            <a:off x="10583282" y="583042"/>
            <a:ext cx="1061884" cy="1071716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7" name="Ellipse 316">
            <a:extLst>
              <a:ext uri="{FF2B5EF4-FFF2-40B4-BE49-F238E27FC236}">
                <a16:creationId xmlns:a16="http://schemas.microsoft.com/office/drawing/2014/main" id="{B9EFE1A6-ACC0-4B9C-8282-8B733584FFBB}"/>
              </a:ext>
            </a:extLst>
          </p:cNvPr>
          <p:cNvSpPr/>
          <p:nvPr/>
        </p:nvSpPr>
        <p:spPr>
          <a:xfrm>
            <a:off x="10869263" y="857985"/>
            <a:ext cx="517043" cy="521830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8" name="Ellipse 317">
            <a:extLst>
              <a:ext uri="{FF2B5EF4-FFF2-40B4-BE49-F238E27FC236}">
                <a16:creationId xmlns:a16="http://schemas.microsoft.com/office/drawing/2014/main" id="{15511F1F-5585-4586-9A6F-C089F04B847F}"/>
              </a:ext>
            </a:extLst>
          </p:cNvPr>
          <p:cNvSpPr/>
          <p:nvPr/>
        </p:nvSpPr>
        <p:spPr>
          <a:xfrm>
            <a:off x="10348163" y="332061"/>
            <a:ext cx="1559241" cy="1573677"/>
          </a:xfrm>
          <a:prstGeom prst="ellipse">
            <a:avLst/>
          </a:pr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CFB00DA-7B72-407F-95B8-34C2E54BCCC1}"/>
              </a:ext>
            </a:extLst>
          </p:cNvPr>
          <p:cNvSpPr/>
          <p:nvPr/>
        </p:nvSpPr>
        <p:spPr>
          <a:xfrm>
            <a:off x="284241" y="293633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C2E062C-8104-44DB-B5A3-F913490C3E8E}"/>
              </a:ext>
            </a:extLst>
          </p:cNvPr>
          <p:cNvSpPr/>
          <p:nvPr/>
        </p:nvSpPr>
        <p:spPr>
          <a:xfrm>
            <a:off x="752157" y="292262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88134EAA-BDFC-48F9-939F-01B8863617B4}"/>
              </a:ext>
            </a:extLst>
          </p:cNvPr>
          <p:cNvSpPr/>
          <p:nvPr/>
        </p:nvSpPr>
        <p:spPr>
          <a:xfrm>
            <a:off x="313465" y="342367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A2BF2826-229F-4928-8D8E-C47618309EBA}"/>
              </a:ext>
            </a:extLst>
          </p:cNvPr>
          <p:cNvSpPr/>
          <p:nvPr/>
        </p:nvSpPr>
        <p:spPr>
          <a:xfrm>
            <a:off x="3232412" y="286358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8FDC8F55-E171-432D-BAAE-711683B018FA}"/>
              </a:ext>
            </a:extLst>
          </p:cNvPr>
          <p:cNvSpPr/>
          <p:nvPr/>
        </p:nvSpPr>
        <p:spPr>
          <a:xfrm>
            <a:off x="4458392" y="6789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BAB937F4-878F-49C5-A952-744BD5AF1F0E}"/>
              </a:ext>
            </a:extLst>
          </p:cNvPr>
          <p:cNvSpPr/>
          <p:nvPr/>
        </p:nvSpPr>
        <p:spPr>
          <a:xfrm>
            <a:off x="4761896" y="6957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929088AD-FDD8-45B6-9A86-482B29AACA42}"/>
              </a:ext>
            </a:extLst>
          </p:cNvPr>
          <p:cNvSpPr/>
          <p:nvPr/>
        </p:nvSpPr>
        <p:spPr>
          <a:xfrm>
            <a:off x="4550487" y="103066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FEE910D-FFEB-40C5-9C6E-93E9822A29DA}"/>
              </a:ext>
            </a:extLst>
          </p:cNvPr>
          <p:cNvSpPr/>
          <p:nvPr/>
        </p:nvSpPr>
        <p:spPr>
          <a:xfrm>
            <a:off x="4870183" y="154025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97FB316-B14E-4439-B9F8-F91C73F84348}"/>
              </a:ext>
            </a:extLst>
          </p:cNvPr>
          <p:cNvSpPr/>
          <p:nvPr/>
        </p:nvSpPr>
        <p:spPr>
          <a:xfrm>
            <a:off x="6394363" y="15888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FBC8AC0-59D4-4E01-A061-0275B82FAF55}"/>
              </a:ext>
            </a:extLst>
          </p:cNvPr>
          <p:cNvSpPr/>
          <p:nvPr/>
        </p:nvSpPr>
        <p:spPr>
          <a:xfrm>
            <a:off x="5429621" y="107476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3566C809-EB68-4F9E-8326-E93038BE06A4}"/>
              </a:ext>
            </a:extLst>
          </p:cNvPr>
          <p:cNvSpPr/>
          <p:nvPr/>
        </p:nvSpPr>
        <p:spPr>
          <a:xfrm>
            <a:off x="5380919" y="59076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DC84358E-E2EE-4E46-8142-E6DE56463B0E}"/>
              </a:ext>
            </a:extLst>
          </p:cNvPr>
          <p:cNvSpPr/>
          <p:nvPr/>
        </p:nvSpPr>
        <p:spPr>
          <a:xfrm>
            <a:off x="5806473" y="6957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7A8B6B9F-0E7F-46BF-B95F-CB79AEB1ABDA}"/>
              </a:ext>
            </a:extLst>
          </p:cNvPr>
          <p:cNvSpPr/>
          <p:nvPr/>
        </p:nvSpPr>
        <p:spPr>
          <a:xfrm>
            <a:off x="6092454" y="69861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EDB62CEC-DE8E-4393-8690-38079E9E621D}"/>
              </a:ext>
            </a:extLst>
          </p:cNvPr>
          <p:cNvSpPr/>
          <p:nvPr/>
        </p:nvSpPr>
        <p:spPr>
          <a:xfrm>
            <a:off x="6762319" y="54800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6416496D-6A40-40E9-A50D-956B09B379AF}"/>
              </a:ext>
            </a:extLst>
          </p:cNvPr>
          <p:cNvSpPr/>
          <p:nvPr/>
        </p:nvSpPr>
        <p:spPr>
          <a:xfrm>
            <a:off x="7266530" y="73031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9D906EA8-783B-422D-8E81-9C27F305F147}"/>
              </a:ext>
            </a:extLst>
          </p:cNvPr>
          <p:cNvSpPr/>
          <p:nvPr/>
        </p:nvSpPr>
        <p:spPr>
          <a:xfrm>
            <a:off x="6840021" y="108146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71455D1-6E07-46BB-BC17-4B3A485BBD93}"/>
              </a:ext>
            </a:extLst>
          </p:cNvPr>
          <p:cNvSpPr/>
          <p:nvPr/>
        </p:nvSpPr>
        <p:spPr>
          <a:xfrm>
            <a:off x="8822107" y="106404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63285378-54B2-468D-A43D-027922EF1960}"/>
              </a:ext>
            </a:extLst>
          </p:cNvPr>
          <p:cNvSpPr/>
          <p:nvPr/>
        </p:nvSpPr>
        <p:spPr>
          <a:xfrm>
            <a:off x="9066246" y="62338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3491910-D661-469F-844C-5A256E273631}"/>
              </a:ext>
            </a:extLst>
          </p:cNvPr>
          <p:cNvSpPr/>
          <p:nvPr/>
        </p:nvSpPr>
        <p:spPr>
          <a:xfrm>
            <a:off x="9721902" y="66379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9A170FE9-A23A-4155-85A2-3DE29FEF465D}"/>
              </a:ext>
            </a:extLst>
          </p:cNvPr>
          <p:cNvSpPr/>
          <p:nvPr/>
        </p:nvSpPr>
        <p:spPr>
          <a:xfrm>
            <a:off x="9143948" y="95032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F955CBDC-8643-49B1-8084-8EA222C0602D}"/>
              </a:ext>
            </a:extLst>
          </p:cNvPr>
          <p:cNvSpPr/>
          <p:nvPr/>
        </p:nvSpPr>
        <p:spPr>
          <a:xfrm>
            <a:off x="9048811" y="154846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ECFE80E-5E97-4202-8014-0203B3E3D36A}"/>
              </a:ext>
            </a:extLst>
          </p:cNvPr>
          <p:cNvSpPr/>
          <p:nvPr/>
        </p:nvSpPr>
        <p:spPr>
          <a:xfrm>
            <a:off x="10997042" y="99479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4F9384D6-A0E5-4CD3-A661-3065B014942A}"/>
              </a:ext>
            </a:extLst>
          </p:cNvPr>
          <p:cNvSpPr/>
          <p:nvPr/>
        </p:nvSpPr>
        <p:spPr>
          <a:xfrm>
            <a:off x="10616132" y="119853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DDF7DC6D-8ADD-4E85-B5DD-66A711B0C1BB}"/>
              </a:ext>
            </a:extLst>
          </p:cNvPr>
          <p:cNvSpPr/>
          <p:nvPr/>
        </p:nvSpPr>
        <p:spPr>
          <a:xfrm>
            <a:off x="10861147" y="141614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D85D8BDD-0805-48FF-9E6C-B3CF07B2CBCD}"/>
              </a:ext>
            </a:extLst>
          </p:cNvPr>
          <p:cNvSpPr/>
          <p:nvPr/>
        </p:nvSpPr>
        <p:spPr>
          <a:xfrm>
            <a:off x="11142206" y="167340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1384FED2-252A-44E0-B692-560C5FB33682}"/>
              </a:ext>
            </a:extLst>
          </p:cNvPr>
          <p:cNvSpPr/>
          <p:nvPr/>
        </p:nvSpPr>
        <p:spPr>
          <a:xfrm>
            <a:off x="11451580" y="146471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B18FAA03-DF4B-4ECA-B773-F4E413300D4F}"/>
              </a:ext>
            </a:extLst>
          </p:cNvPr>
          <p:cNvSpPr/>
          <p:nvPr/>
        </p:nvSpPr>
        <p:spPr>
          <a:xfrm>
            <a:off x="5960780" y="240621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3BCCF9B1-06AF-4E07-BC30-9866175D2CE4}"/>
              </a:ext>
            </a:extLst>
          </p:cNvPr>
          <p:cNvSpPr/>
          <p:nvPr/>
        </p:nvSpPr>
        <p:spPr>
          <a:xfrm>
            <a:off x="5625019" y="242751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378428BF-ADE9-40A8-96E6-AFE734F04993}"/>
              </a:ext>
            </a:extLst>
          </p:cNvPr>
          <p:cNvSpPr/>
          <p:nvPr/>
        </p:nvSpPr>
        <p:spPr>
          <a:xfrm>
            <a:off x="6357731" y="252558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9537D36B-D855-407C-ADBF-2C6A1A8893C5}"/>
              </a:ext>
            </a:extLst>
          </p:cNvPr>
          <p:cNvSpPr/>
          <p:nvPr/>
        </p:nvSpPr>
        <p:spPr>
          <a:xfrm>
            <a:off x="6881804" y="342287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B4DA300A-C88A-4C17-A32C-DF779EBFCCC0}"/>
              </a:ext>
            </a:extLst>
          </p:cNvPr>
          <p:cNvSpPr/>
          <p:nvPr/>
        </p:nvSpPr>
        <p:spPr>
          <a:xfrm>
            <a:off x="6595868" y="380567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090A77A-96D1-4B5B-A255-B741BC34200C}"/>
              </a:ext>
            </a:extLst>
          </p:cNvPr>
          <p:cNvSpPr/>
          <p:nvPr/>
        </p:nvSpPr>
        <p:spPr>
          <a:xfrm>
            <a:off x="6942259" y="374222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9DC07346-5948-417C-A2A8-596426FB1622}"/>
              </a:ext>
            </a:extLst>
          </p:cNvPr>
          <p:cNvSpPr/>
          <p:nvPr/>
        </p:nvSpPr>
        <p:spPr>
          <a:xfrm>
            <a:off x="5267702" y="384051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1142A534-A3AB-4419-82DF-E423CBFD6CA7}"/>
              </a:ext>
            </a:extLst>
          </p:cNvPr>
          <p:cNvSpPr/>
          <p:nvPr/>
        </p:nvSpPr>
        <p:spPr>
          <a:xfrm>
            <a:off x="9377337" y="31278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276F8139-B02D-4E34-A1D6-C83C74203BCB}"/>
              </a:ext>
            </a:extLst>
          </p:cNvPr>
          <p:cNvSpPr/>
          <p:nvPr/>
        </p:nvSpPr>
        <p:spPr>
          <a:xfrm>
            <a:off x="9362297" y="283623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22199328-2AAA-4315-84A2-332E1664C564}"/>
              </a:ext>
            </a:extLst>
          </p:cNvPr>
          <p:cNvSpPr/>
          <p:nvPr/>
        </p:nvSpPr>
        <p:spPr>
          <a:xfrm>
            <a:off x="8250837" y="244211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662D32-C3EE-4482-B344-30534F7DDE99}"/>
              </a:ext>
            </a:extLst>
          </p:cNvPr>
          <p:cNvSpPr/>
          <p:nvPr/>
        </p:nvSpPr>
        <p:spPr>
          <a:xfrm>
            <a:off x="8879833" y="39646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F12262C2-FF56-4499-BD66-5C6C2C0EF017}"/>
              </a:ext>
            </a:extLst>
          </p:cNvPr>
          <p:cNvSpPr/>
          <p:nvPr/>
        </p:nvSpPr>
        <p:spPr>
          <a:xfrm>
            <a:off x="8583951" y="396462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10EF20-50B0-4A7A-B3E1-394AABE25256}"/>
              </a:ext>
            </a:extLst>
          </p:cNvPr>
          <p:cNvSpPr/>
          <p:nvPr/>
        </p:nvSpPr>
        <p:spPr>
          <a:xfrm>
            <a:off x="10146755" y="399293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C940E032-2CCF-4AC5-B52A-C1586E63392B}"/>
              </a:ext>
            </a:extLst>
          </p:cNvPr>
          <p:cNvSpPr/>
          <p:nvPr/>
        </p:nvSpPr>
        <p:spPr>
          <a:xfrm>
            <a:off x="10883167" y="289756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C588D512-1A53-4D3A-83A9-4D26E3514A60}"/>
              </a:ext>
            </a:extLst>
          </p:cNvPr>
          <p:cNvSpPr/>
          <p:nvPr/>
        </p:nvSpPr>
        <p:spPr>
          <a:xfrm>
            <a:off x="10983197" y="258074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99FD9A0A-C30A-461A-BDC4-4691DD0B8EC3}"/>
              </a:ext>
            </a:extLst>
          </p:cNvPr>
          <p:cNvSpPr/>
          <p:nvPr/>
        </p:nvSpPr>
        <p:spPr>
          <a:xfrm>
            <a:off x="10583282" y="484842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AB9A5EF-9029-4704-B0E9-D5F6F787DCD0}"/>
              </a:ext>
            </a:extLst>
          </p:cNvPr>
          <p:cNvSpPr/>
          <p:nvPr/>
        </p:nvSpPr>
        <p:spPr>
          <a:xfrm>
            <a:off x="10799282" y="508734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535A4CBA-B000-40D8-8367-AE02E541C020}"/>
              </a:ext>
            </a:extLst>
          </p:cNvPr>
          <p:cNvSpPr/>
          <p:nvPr/>
        </p:nvSpPr>
        <p:spPr>
          <a:xfrm>
            <a:off x="10838064" y="589305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09961778-8337-424D-9E85-64406BFBA2E7}"/>
              </a:ext>
            </a:extLst>
          </p:cNvPr>
          <p:cNvSpPr/>
          <p:nvPr/>
        </p:nvSpPr>
        <p:spPr>
          <a:xfrm>
            <a:off x="10639067" y="610956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0BED64F7-F584-4B98-A3BE-264AE0AB228C}"/>
              </a:ext>
            </a:extLst>
          </p:cNvPr>
          <p:cNvSpPr/>
          <p:nvPr/>
        </p:nvSpPr>
        <p:spPr>
          <a:xfrm>
            <a:off x="9661763" y="485698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D1659D00-F268-4486-B0E8-EE1D54DDC160}"/>
              </a:ext>
            </a:extLst>
          </p:cNvPr>
          <p:cNvSpPr/>
          <p:nvPr/>
        </p:nvSpPr>
        <p:spPr>
          <a:xfrm>
            <a:off x="9350780" y="492222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1F0EB7C5-FE4D-49B6-B617-18AF145BA9FE}"/>
              </a:ext>
            </a:extLst>
          </p:cNvPr>
          <p:cNvSpPr/>
          <p:nvPr/>
        </p:nvSpPr>
        <p:spPr>
          <a:xfrm>
            <a:off x="9818589" y="607009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20D8AE2-AC04-45CF-980D-7946195CD053}"/>
              </a:ext>
            </a:extLst>
          </p:cNvPr>
          <p:cNvSpPr/>
          <p:nvPr/>
        </p:nvSpPr>
        <p:spPr>
          <a:xfrm>
            <a:off x="6650799" y="495642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604C6C1A-7BD0-48BD-A390-60F88E47BD50}"/>
              </a:ext>
            </a:extLst>
          </p:cNvPr>
          <p:cNvSpPr/>
          <p:nvPr/>
        </p:nvSpPr>
        <p:spPr>
          <a:xfrm>
            <a:off x="6870860" y="520463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9FE7FDBF-DCE4-4B4E-B252-5E6A3BE5503A}"/>
              </a:ext>
            </a:extLst>
          </p:cNvPr>
          <p:cNvSpPr/>
          <p:nvPr/>
        </p:nvSpPr>
        <p:spPr>
          <a:xfrm>
            <a:off x="6553331" y="53165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72E98EF6-B835-4655-9EB9-16352F7492B6}"/>
              </a:ext>
            </a:extLst>
          </p:cNvPr>
          <p:cNvSpPr/>
          <p:nvPr/>
        </p:nvSpPr>
        <p:spPr>
          <a:xfrm>
            <a:off x="5429621" y="53165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A8B32D10-9102-4F68-909B-6B80976D7B66}"/>
              </a:ext>
            </a:extLst>
          </p:cNvPr>
          <p:cNvSpPr/>
          <p:nvPr/>
        </p:nvSpPr>
        <p:spPr>
          <a:xfrm>
            <a:off x="5145652" y="59913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4F44B13-48DF-41F2-A6AB-AF890CB8AE31}"/>
              </a:ext>
            </a:extLst>
          </p:cNvPr>
          <p:cNvSpPr/>
          <p:nvPr/>
        </p:nvSpPr>
        <p:spPr>
          <a:xfrm>
            <a:off x="6698159" y="601716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2ABEDAFC-AD3B-4EFE-89CC-D7B1E11911FF}"/>
              </a:ext>
            </a:extLst>
          </p:cNvPr>
          <p:cNvSpPr/>
          <p:nvPr/>
        </p:nvSpPr>
        <p:spPr>
          <a:xfrm>
            <a:off x="6297604" y="594076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0CF38B0A-75DC-407E-ABE2-F57F2BD1BC1B}"/>
              </a:ext>
            </a:extLst>
          </p:cNvPr>
          <p:cNvSpPr/>
          <p:nvPr/>
        </p:nvSpPr>
        <p:spPr>
          <a:xfrm>
            <a:off x="3202749" y="499477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62AC23BF-C2C0-4278-8C82-5EB1C01AF598}"/>
              </a:ext>
            </a:extLst>
          </p:cNvPr>
          <p:cNvSpPr/>
          <p:nvPr/>
        </p:nvSpPr>
        <p:spPr>
          <a:xfrm>
            <a:off x="3221402" y="466957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EE21B73D-41DC-473F-BDBB-E53C237A07BE}"/>
              </a:ext>
            </a:extLst>
          </p:cNvPr>
          <p:cNvSpPr/>
          <p:nvPr/>
        </p:nvSpPr>
        <p:spPr>
          <a:xfrm>
            <a:off x="2455043" y="494924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40C97352-D77C-4AE6-A06A-A37E2559014B}"/>
              </a:ext>
            </a:extLst>
          </p:cNvPr>
          <p:cNvSpPr/>
          <p:nvPr/>
        </p:nvSpPr>
        <p:spPr>
          <a:xfrm>
            <a:off x="2340613" y="467251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3EC7B294-7341-47CD-BE61-E06D667302D9}"/>
              </a:ext>
            </a:extLst>
          </p:cNvPr>
          <p:cNvSpPr/>
          <p:nvPr/>
        </p:nvSpPr>
        <p:spPr>
          <a:xfrm>
            <a:off x="1787271" y="5035792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B3FABD06-8829-419E-9B8C-826E2060297B}"/>
              </a:ext>
            </a:extLst>
          </p:cNvPr>
          <p:cNvSpPr/>
          <p:nvPr/>
        </p:nvSpPr>
        <p:spPr>
          <a:xfrm>
            <a:off x="1148952" y="523055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ED293B8-D539-413B-BF74-54D59049D16B}"/>
              </a:ext>
            </a:extLst>
          </p:cNvPr>
          <p:cNvSpPr/>
          <p:nvPr/>
        </p:nvSpPr>
        <p:spPr>
          <a:xfrm>
            <a:off x="442725" y="548032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1C11BBA4-CCD4-4408-88F4-F2CDF7C3A14F}"/>
              </a:ext>
            </a:extLst>
          </p:cNvPr>
          <p:cNvSpPr/>
          <p:nvPr/>
        </p:nvSpPr>
        <p:spPr>
          <a:xfrm>
            <a:off x="2147868" y="582854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631106F4-B36B-4F9D-BCFD-96A8E8FA7DE5}"/>
              </a:ext>
            </a:extLst>
          </p:cNvPr>
          <p:cNvSpPr/>
          <p:nvPr/>
        </p:nvSpPr>
        <p:spPr>
          <a:xfrm>
            <a:off x="1437257" y="618849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0415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2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Sphères de Harvey 100% avec un remplissage uni">
            <a:extLst>
              <a:ext uri="{FF2B5EF4-FFF2-40B4-BE49-F238E27FC236}">
                <a16:creationId xmlns:a16="http://schemas.microsoft.com/office/drawing/2014/main" id="{B6676138-3163-43D5-9B65-09A1A0021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75" t="9896" r="8854" b="9896"/>
          <a:stretch/>
        </p:blipFill>
        <p:spPr>
          <a:xfrm>
            <a:off x="1544397" y="951483"/>
            <a:ext cx="1082676" cy="426590"/>
          </a:xfrm>
          <a:prstGeom prst="rect">
            <a:avLst/>
          </a:prstGeom>
        </p:spPr>
      </p:pic>
      <p:pic>
        <p:nvPicPr>
          <p:cNvPr id="15" name="Graphique 14" descr="Sphères de Harvey 100% avec un remplissage uni">
            <a:extLst>
              <a:ext uri="{FF2B5EF4-FFF2-40B4-BE49-F238E27FC236}">
                <a16:creationId xmlns:a16="http://schemas.microsoft.com/office/drawing/2014/main" id="{3D64326A-8D85-443A-A7D8-199308C159B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27073" y="573606"/>
            <a:ext cx="631946" cy="248996"/>
          </a:xfrm>
          <a:prstGeom prst="rect">
            <a:avLst/>
          </a:prstGeom>
        </p:spPr>
      </p:pic>
      <p:pic>
        <p:nvPicPr>
          <p:cNvPr id="16" name="Graphique 15" descr="Sphères de Harvey 100% avec un remplissage uni">
            <a:extLst>
              <a:ext uri="{FF2B5EF4-FFF2-40B4-BE49-F238E27FC236}">
                <a16:creationId xmlns:a16="http://schemas.microsoft.com/office/drawing/2014/main" id="{9F7C0C2E-48DD-4861-991D-D8772B3F29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27073" y="1455458"/>
            <a:ext cx="631946" cy="248996"/>
          </a:xfrm>
          <a:prstGeom prst="rect">
            <a:avLst/>
          </a:prstGeom>
        </p:spPr>
      </p:pic>
      <p:pic>
        <p:nvPicPr>
          <p:cNvPr id="17" name="Graphique 16" descr="Sphères de Harvey 100% avec un remplissage uni">
            <a:extLst>
              <a:ext uri="{FF2B5EF4-FFF2-40B4-BE49-F238E27FC236}">
                <a16:creationId xmlns:a16="http://schemas.microsoft.com/office/drawing/2014/main" id="{2029B58E-A3A9-4BD1-A352-87680985D77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912451" y="1455458"/>
            <a:ext cx="631946" cy="248996"/>
          </a:xfrm>
          <a:prstGeom prst="rect">
            <a:avLst/>
          </a:prstGeom>
        </p:spPr>
      </p:pic>
      <p:pic>
        <p:nvPicPr>
          <p:cNvPr id="18" name="Graphique 17" descr="Sphères de Harvey 100% avec un remplissage uni">
            <a:extLst>
              <a:ext uri="{FF2B5EF4-FFF2-40B4-BE49-F238E27FC236}">
                <a16:creationId xmlns:a16="http://schemas.microsoft.com/office/drawing/2014/main" id="{950F078A-55C5-43AA-BF5F-CA4581E391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912451" y="580511"/>
            <a:ext cx="631946" cy="248996"/>
          </a:xfrm>
          <a:prstGeom prst="rect">
            <a:avLst/>
          </a:prstGeom>
        </p:spPr>
      </p:pic>
      <p:pic>
        <p:nvPicPr>
          <p:cNvPr id="19" name="Graphique 18" descr="Sphères de Harvey 100% avec un remplissage uni">
            <a:extLst>
              <a:ext uri="{FF2B5EF4-FFF2-40B4-BE49-F238E27FC236}">
                <a16:creationId xmlns:a16="http://schemas.microsoft.com/office/drawing/2014/main" id="{EF4E69ED-61B8-4955-93FA-A0533D4B92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5983" y="254919"/>
            <a:ext cx="319991" cy="126081"/>
          </a:xfrm>
          <a:prstGeom prst="rect">
            <a:avLst/>
          </a:prstGeom>
        </p:spPr>
      </p:pic>
      <p:pic>
        <p:nvPicPr>
          <p:cNvPr id="20" name="Graphique 19" descr="Sphères de Harvey 100% avec un remplissage uni">
            <a:extLst>
              <a:ext uri="{FF2B5EF4-FFF2-40B4-BE49-F238E27FC236}">
                <a16:creationId xmlns:a16="http://schemas.microsoft.com/office/drawing/2014/main" id="{B76BC279-43C5-48D6-BC98-57A3A73EBCE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5982" y="559232"/>
            <a:ext cx="319991" cy="126081"/>
          </a:xfrm>
          <a:prstGeom prst="rect">
            <a:avLst/>
          </a:prstGeom>
        </p:spPr>
      </p:pic>
      <p:pic>
        <p:nvPicPr>
          <p:cNvPr id="21" name="Graphique 20" descr="Sphères de Harvey 100% avec un remplissage uni">
            <a:extLst>
              <a:ext uri="{FF2B5EF4-FFF2-40B4-BE49-F238E27FC236}">
                <a16:creationId xmlns:a16="http://schemas.microsoft.com/office/drawing/2014/main" id="{3EEE7647-C630-414C-8694-328526CF29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265982" y="1516915"/>
            <a:ext cx="319991" cy="126081"/>
          </a:xfrm>
          <a:prstGeom prst="rect">
            <a:avLst/>
          </a:prstGeom>
        </p:spPr>
      </p:pic>
      <p:pic>
        <p:nvPicPr>
          <p:cNvPr id="22" name="Graphique 21" descr="Sphères de Harvey 100% avec un remplissage uni">
            <a:extLst>
              <a:ext uri="{FF2B5EF4-FFF2-40B4-BE49-F238E27FC236}">
                <a16:creationId xmlns:a16="http://schemas.microsoft.com/office/drawing/2014/main" id="{3F0D7A20-0369-4E35-892D-1A27950C28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3482371" y="1516914"/>
            <a:ext cx="319991" cy="126081"/>
          </a:xfrm>
          <a:prstGeom prst="rect">
            <a:avLst/>
          </a:prstGeom>
        </p:spPr>
      </p:pic>
      <p:pic>
        <p:nvPicPr>
          <p:cNvPr id="23" name="Graphique 22" descr="Sphères de Harvey 100% avec un remplissage uni">
            <a:extLst>
              <a:ext uri="{FF2B5EF4-FFF2-40B4-BE49-F238E27FC236}">
                <a16:creationId xmlns:a16="http://schemas.microsoft.com/office/drawing/2014/main" id="{A60542E3-23DC-4108-8CF7-57C1267CD8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3482371" y="1799302"/>
            <a:ext cx="319991" cy="126081"/>
          </a:xfrm>
          <a:prstGeom prst="rect">
            <a:avLst/>
          </a:prstGeom>
        </p:spPr>
      </p:pic>
      <p:pic>
        <p:nvPicPr>
          <p:cNvPr id="25" name="Graphique 24" descr="Sphères de Harvey 100% avec un remplissage uni">
            <a:extLst>
              <a:ext uri="{FF2B5EF4-FFF2-40B4-BE49-F238E27FC236}">
                <a16:creationId xmlns:a16="http://schemas.microsoft.com/office/drawing/2014/main" id="{A5FCE709-68B1-4602-9BA7-2902DB0C3A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75" t="9896" r="8854" b="9896"/>
          <a:stretch/>
        </p:blipFill>
        <p:spPr>
          <a:xfrm>
            <a:off x="3482370" y="641968"/>
            <a:ext cx="319991" cy="126081"/>
          </a:xfrm>
          <a:prstGeom prst="rect">
            <a:avLst/>
          </a:prstGeom>
        </p:spPr>
      </p:pic>
      <p:cxnSp>
        <p:nvCxnSpPr>
          <p:cNvPr id="8" name="Connecteur : en arc 7">
            <a:extLst>
              <a:ext uri="{FF2B5EF4-FFF2-40B4-BE49-F238E27FC236}">
                <a16:creationId xmlns:a16="http://schemas.microsoft.com/office/drawing/2014/main" id="{1AF11D08-156F-4DF6-B21F-A5D77C6F866D}"/>
              </a:ext>
            </a:extLst>
          </p:cNvPr>
          <p:cNvCxnSpPr>
            <a:stCxn id="4" idx="1"/>
            <a:endCxn id="18" idx="2"/>
          </p:cNvCxnSpPr>
          <p:nvPr/>
        </p:nvCxnSpPr>
        <p:spPr>
          <a:xfrm rot="10800000">
            <a:off x="1228425" y="829508"/>
            <a:ext cx="315973" cy="335271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A632B222-ED4F-4D79-A680-589D85576DC3}"/>
              </a:ext>
            </a:extLst>
          </p:cNvPr>
          <p:cNvCxnSpPr>
            <a:cxnSpLocks/>
            <a:stCxn id="4" idx="1"/>
            <a:endCxn id="17" idx="0"/>
          </p:cNvCxnSpPr>
          <p:nvPr/>
        </p:nvCxnSpPr>
        <p:spPr>
          <a:xfrm rot="10800000" flipV="1">
            <a:off x="1228425" y="1164778"/>
            <a:ext cx="315973" cy="290680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rc 32">
            <a:extLst>
              <a:ext uri="{FF2B5EF4-FFF2-40B4-BE49-F238E27FC236}">
                <a16:creationId xmlns:a16="http://schemas.microsoft.com/office/drawing/2014/main" id="{815F0ED8-0039-41D2-9D19-D92F3CD2264E}"/>
              </a:ext>
            </a:extLst>
          </p:cNvPr>
          <p:cNvCxnSpPr>
            <a:cxnSpLocks/>
            <a:stCxn id="4" idx="3"/>
            <a:endCxn id="16" idx="0"/>
          </p:cNvCxnSpPr>
          <p:nvPr/>
        </p:nvCxnSpPr>
        <p:spPr>
          <a:xfrm>
            <a:off x="2627073" y="1164778"/>
            <a:ext cx="315973" cy="290680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rc 35">
            <a:extLst>
              <a:ext uri="{FF2B5EF4-FFF2-40B4-BE49-F238E27FC236}">
                <a16:creationId xmlns:a16="http://schemas.microsoft.com/office/drawing/2014/main" id="{C7758DB1-6996-4091-B0B1-845481BB61D1}"/>
              </a:ext>
            </a:extLst>
          </p:cNvPr>
          <p:cNvCxnSpPr>
            <a:cxnSpLocks/>
            <a:stCxn id="4" idx="3"/>
            <a:endCxn id="15" idx="2"/>
          </p:cNvCxnSpPr>
          <p:nvPr/>
        </p:nvCxnSpPr>
        <p:spPr>
          <a:xfrm flipV="1">
            <a:off x="2627073" y="822602"/>
            <a:ext cx="315973" cy="342176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rc 38">
            <a:extLst>
              <a:ext uri="{FF2B5EF4-FFF2-40B4-BE49-F238E27FC236}">
                <a16:creationId xmlns:a16="http://schemas.microsoft.com/office/drawing/2014/main" id="{97DA4642-8150-4108-B9AD-A6956D9DB1AC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 flipV="1">
            <a:off x="3259019" y="1579955"/>
            <a:ext cx="223352" cy="1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 : en arc 41">
            <a:extLst>
              <a:ext uri="{FF2B5EF4-FFF2-40B4-BE49-F238E27FC236}">
                <a16:creationId xmlns:a16="http://schemas.microsoft.com/office/drawing/2014/main" id="{38BE4669-BD43-4537-9186-7C45185E95E6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3259019" y="1579956"/>
            <a:ext cx="223352" cy="282387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 : en arc 44">
            <a:extLst>
              <a:ext uri="{FF2B5EF4-FFF2-40B4-BE49-F238E27FC236}">
                <a16:creationId xmlns:a16="http://schemas.microsoft.com/office/drawing/2014/main" id="{92E94CC3-1139-4A1B-BBC5-B9FA0D858C30}"/>
              </a:ext>
            </a:extLst>
          </p:cNvPr>
          <p:cNvCxnSpPr>
            <a:cxnSpLocks/>
            <a:stCxn id="15" idx="3"/>
            <a:endCxn id="25" idx="1"/>
          </p:cNvCxnSpPr>
          <p:nvPr/>
        </p:nvCxnSpPr>
        <p:spPr>
          <a:xfrm>
            <a:off x="3259019" y="698104"/>
            <a:ext cx="223351" cy="6905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 : en arc 47">
            <a:extLst>
              <a:ext uri="{FF2B5EF4-FFF2-40B4-BE49-F238E27FC236}">
                <a16:creationId xmlns:a16="http://schemas.microsoft.com/office/drawing/2014/main" id="{3F5D7B20-F7B0-4878-AE59-E5CB75DE6240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rot="10800000">
            <a:off x="585975" y="317961"/>
            <a:ext cx="326477" cy="387049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 : en arc 50">
            <a:extLst>
              <a:ext uri="{FF2B5EF4-FFF2-40B4-BE49-F238E27FC236}">
                <a16:creationId xmlns:a16="http://schemas.microsoft.com/office/drawing/2014/main" id="{9F5B8A1D-D76D-4AF4-A3F5-5A49CB883F99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592461" y="600603"/>
            <a:ext cx="319991" cy="104406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 : en arc 53">
            <a:extLst>
              <a:ext uri="{FF2B5EF4-FFF2-40B4-BE49-F238E27FC236}">
                <a16:creationId xmlns:a16="http://schemas.microsoft.com/office/drawing/2014/main" id="{CEAE6C92-B479-47C7-8B15-4A2E983B0CE4}"/>
              </a:ext>
            </a:extLst>
          </p:cNvPr>
          <p:cNvCxnSpPr>
            <a:cxnSpLocks/>
            <a:stCxn id="17" idx="1"/>
            <a:endCxn id="21" idx="3"/>
          </p:cNvCxnSpPr>
          <p:nvPr/>
        </p:nvCxnSpPr>
        <p:spPr>
          <a:xfrm rot="10800000">
            <a:off x="585973" y="1579956"/>
            <a:ext cx="326478" cy="12700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que 46" descr="Pyramide avec niveaux avec un remplissage uni">
            <a:extLst>
              <a:ext uri="{FF2B5EF4-FFF2-40B4-BE49-F238E27FC236}">
                <a16:creationId xmlns:a16="http://schemas.microsoft.com/office/drawing/2014/main" id="{E6E691F4-E785-43EC-92DA-C76DDEBB48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5366" y="212454"/>
            <a:ext cx="1948526" cy="1948526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B2CF0CCC-7A03-4E40-9B23-CAB7BC440F5A}"/>
              </a:ext>
            </a:extLst>
          </p:cNvPr>
          <p:cNvSpPr/>
          <p:nvPr/>
        </p:nvSpPr>
        <p:spPr>
          <a:xfrm>
            <a:off x="8848201" y="138413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8EA410-C279-47A5-B3E2-74F4EFE515B0}"/>
              </a:ext>
            </a:extLst>
          </p:cNvPr>
          <p:cNvSpPr/>
          <p:nvPr/>
        </p:nvSpPr>
        <p:spPr>
          <a:xfrm>
            <a:off x="9276276" y="115853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A9E225-0645-4953-B99B-DE42FD961656}"/>
              </a:ext>
            </a:extLst>
          </p:cNvPr>
          <p:cNvSpPr/>
          <p:nvPr/>
        </p:nvSpPr>
        <p:spPr>
          <a:xfrm>
            <a:off x="8945415" y="800520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CF9AC1-0750-472F-8645-C4AAEB34EA5A}"/>
              </a:ext>
            </a:extLst>
          </p:cNvPr>
          <p:cNvSpPr/>
          <p:nvPr/>
        </p:nvSpPr>
        <p:spPr>
          <a:xfrm>
            <a:off x="9323813" y="40336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543913C-F58B-4E44-861D-CE25AE51F820}"/>
              </a:ext>
            </a:extLst>
          </p:cNvPr>
          <p:cNvSpPr/>
          <p:nvPr/>
        </p:nvSpPr>
        <p:spPr>
          <a:xfrm>
            <a:off x="9700531" y="65280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F87F62D-F306-49EF-9741-4532BEF7DBF6}"/>
              </a:ext>
            </a:extLst>
          </p:cNvPr>
          <p:cNvSpPr/>
          <p:nvPr/>
        </p:nvSpPr>
        <p:spPr>
          <a:xfrm>
            <a:off x="9795097" y="107906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AAA8372-7DB4-43EB-8230-6225F116E3B6}"/>
              </a:ext>
            </a:extLst>
          </p:cNvPr>
          <p:cNvSpPr/>
          <p:nvPr/>
        </p:nvSpPr>
        <p:spPr>
          <a:xfrm>
            <a:off x="9882668" y="164558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F2E9E2B-92D3-42E7-9797-2119E3AD8896}"/>
              </a:ext>
            </a:extLst>
          </p:cNvPr>
          <p:cNvSpPr/>
          <p:nvPr/>
        </p:nvSpPr>
        <p:spPr>
          <a:xfrm>
            <a:off x="10313918" y="158229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3DE5923-6749-4492-8DCC-E190E5B61CB7}"/>
              </a:ext>
            </a:extLst>
          </p:cNvPr>
          <p:cNvSpPr/>
          <p:nvPr/>
        </p:nvSpPr>
        <p:spPr>
          <a:xfrm>
            <a:off x="10191694" y="103181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339D696-7C31-41F2-8173-29F9D81CF123}"/>
              </a:ext>
            </a:extLst>
          </p:cNvPr>
          <p:cNvSpPr/>
          <p:nvPr/>
        </p:nvSpPr>
        <p:spPr>
          <a:xfrm>
            <a:off x="10178231" y="41752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DF292B1-2A78-40B7-8C9B-071755DF29F5}"/>
              </a:ext>
            </a:extLst>
          </p:cNvPr>
          <p:cNvSpPr/>
          <p:nvPr/>
        </p:nvSpPr>
        <p:spPr>
          <a:xfrm>
            <a:off x="10714499" y="289545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2A9780B-4F00-4DAA-9674-7855FBC39E7B}"/>
              </a:ext>
            </a:extLst>
          </p:cNvPr>
          <p:cNvSpPr/>
          <p:nvPr/>
        </p:nvSpPr>
        <p:spPr>
          <a:xfrm>
            <a:off x="10678172" y="822250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AA0892B-E881-402E-BBE6-60EDAC523EED}"/>
              </a:ext>
            </a:extLst>
          </p:cNvPr>
          <p:cNvSpPr/>
          <p:nvPr/>
        </p:nvSpPr>
        <p:spPr>
          <a:xfrm>
            <a:off x="10768130" y="135207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1FC728C-80E1-4765-BBC2-10AA7077372A}"/>
              </a:ext>
            </a:extLst>
          </p:cNvPr>
          <p:cNvSpPr/>
          <p:nvPr/>
        </p:nvSpPr>
        <p:spPr>
          <a:xfrm>
            <a:off x="379521" y="342899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214AD3-B8AC-4FB5-8FE8-381291388CF3}"/>
              </a:ext>
            </a:extLst>
          </p:cNvPr>
          <p:cNvSpPr/>
          <p:nvPr/>
        </p:nvSpPr>
        <p:spPr>
          <a:xfrm>
            <a:off x="792877" y="311574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5173E36-B1FB-40A9-96E7-99194AB81E61}"/>
              </a:ext>
            </a:extLst>
          </p:cNvPr>
          <p:cNvSpPr/>
          <p:nvPr/>
        </p:nvSpPr>
        <p:spPr>
          <a:xfrm>
            <a:off x="279916" y="286033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E8C9F66-2A9A-486A-93E3-BF375690189C}"/>
              </a:ext>
            </a:extLst>
          </p:cNvPr>
          <p:cNvSpPr/>
          <p:nvPr/>
        </p:nvSpPr>
        <p:spPr>
          <a:xfrm>
            <a:off x="734820" y="257002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B73A13E-E4CE-4777-8052-F23051D2AE32}"/>
              </a:ext>
            </a:extLst>
          </p:cNvPr>
          <p:cNvSpPr/>
          <p:nvPr/>
        </p:nvSpPr>
        <p:spPr>
          <a:xfrm>
            <a:off x="1625880" y="3784669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A517524-8E9A-427A-B313-CF041C50D499}"/>
              </a:ext>
            </a:extLst>
          </p:cNvPr>
          <p:cNvSpPr/>
          <p:nvPr/>
        </p:nvSpPr>
        <p:spPr>
          <a:xfrm>
            <a:off x="1666527" y="329913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20E21CE-22EB-40DD-8391-233F73EE8964}"/>
              </a:ext>
            </a:extLst>
          </p:cNvPr>
          <p:cNvSpPr/>
          <p:nvPr/>
        </p:nvSpPr>
        <p:spPr>
          <a:xfrm>
            <a:off x="2065620" y="3768092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F172B50-BD3B-4420-BCA8-59EBE4B68C6E}"/>
              </a:ext>
            </a:extLst>
          </p:cNvPr>
          <p:cNvSpPr/>
          <p:nvPr/>
        </p:nvSpPr>
        <p:spPr>
          <a:xfrm>
            <a:off x="2103871" y="324780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402DC33-26B8-427D-A8B5-961EB394E1E7}"/>
              </a:ext>
            </a:extLst>
          </p:cNvPr>
          <p:cNvSpPr/>
          <p:nvPr/>
        </p:nvSpPr>
        <p:spPr>
          <a:xfrm>
            <a:off x="3371160" y="2728596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7C3F400-DC4E-4E8F-95EF-867627116316}"/>
              </a:ext>
            </a:extLst>
          </p:cNvPr>
          <p:cNvSpPr/>
          <p:nvPr/>
        </p:nvSpPr>
        <p:spPr>
          <a:xfrm>
            <a:off x="3369333" y="3217901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01A9648-2DFD-444E-8697-E3C0340ED90E}"/>
              </a:ext>
            </a:extLst>
          </p:cNvPr>
          <p:cNvSpPr/>
          <p:nvPr/>
        </p:nvSpPr>
        <p:spPr>
          <a:xfrm>
            <a:off x="2924928" y="2543043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468D2E9-066C-495D-9E40-85981356F645}"/>
              </a:ext>
            </a:extLst>
          </p:cNvPr>
          <p:cNvSpPr/>
          <p:nvPr/>
        </p:nvSpPr>
        <p:spPr>
          <a:xfrm>
            <a:off x="2888601" y="3075748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BD0F792-2EBC-4201-BDF5-72941127FAF8}"/>
              </a:ext>
            </a:extLst>
          </p:cNvPr>
          <p:cNvSpPr/>
          <p:nvPr/>
        </p:nvSpPr>
        <p:spPr>
          <a:xfrm>
            <a:off x="2978559" y="3605577"/>
            <a:ext cx="411951" cy="418888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orme libre : forme 49">
            <a:extLst>
              <a:ext uri="{FF2B5EF4-FFF2-40B4-BE49-F238E27FC236}">
                <a16:creationId xmlns:a16="http://schemas.microsoft.com/office/drawing/2014/main" id="{F9AA4B7E-5C98-434A-BF5B-84D09A6A4924}"/>
              </a:ext>
            </a:extLst>
          </p:cNvPr>
          <p:cNvSpPr/>
          <p:nvPr/>
        </p:nvSpPr>
        <p:spPr>
          <a:xfrm>
            <a:off x="1504845" y="3066424"/>
            <a:ext cx="1143105" cy="1324601"/>
          </a:xfrm>
          <a:custGeom>
            <a:avLst/>
            <a:gdLst>
              <a:gd name="connsiteX0" fmla="*/ 105 w 1143105"/>
              <a:gd name="connsiteY0" fmla="*/ 886451 h 1324601"/>
              <a:gd name="connsiteX1" fmla="*/ 28680 w 1143105"/>
              <a:gd name="connsiteY1" fmla="*/ 838826 h 1324601"/>
              <a:gd name="connsiteX2" fmla="*/ 66780 w 1143105"/>
              <a:gd name="connsiteY2" fmla="*/ 781676 h 1324601"/>
              <a:gd name="connsiteX3" fmla="*/ 76305 w 1143105"/>
              <a:gd name="connsiteY3" fmla="*/ 715001 h 1324601"/>
              <a:gd name="connsiteX4" fmla="*/ 66780 w 1143105"/>
              <a:gd name="connsiteY4" fmla="*/ 505451 h 1324601"/>
              <a:gd name="connsiteX5" fmla="*/ 66780 w 1143105"/>
              <a:gd name="connsiteY5" fmla="*/ 200651 h 1324601"/>
              <a:gd name="connsiteX6" fmla="*/ 133455 w 1143105"/>
              <a:gd name="connsiteY6" fmla="*/ 124451 h 1324601"/>
              <a:gd name="connsiteX7" fmla="*/ 171555 w 1143105"/>
              <a:gd name="connsiteY7" fmla="*/ 86351 h 1324601"/>
              <a:gd name="connsiteX8" fmla="*/ 352530 w 1143105"/>
              <a:gd name="connsiteY8" fmla="*/ 19676 h 1324601"/>
              <a:gd name="connsiteX9" fmla="*/ 495405 w 1143105"/>
              <a:gd name="connsiteY9" fmla="*/ 626 h 1324601"/>
              <a:gd name="connsiteX10" fmla="*/ 962130 w 1143105"/>
              <a:gd name="connsiteY10" fmla="*/ 29201 h 1324601"/>
              <a:gd name="connsiteX11" fmla="*/ 1047855 w 1143105"/>
              <a:gd name="connsiteY11" fmla="*/ 67301 h 1324601"/>
              <a:gd name="connsiteX12" fmla="*/ 1095480 w 1143105"/>
              <a:gd name="connsiteY12" fmla="*/ 133976 h 1324601"/>
              <a:gd name="connsiteX13" fmla="*/ 1124055 w 1143105"/>
              <a:gd name="connsiteY13" fmla="*/ 181601 h 1324601"/>
              <a:gd name="connsiteX14" fmla="*/ 1133580 w 1143105"/>
              <a:gd name="connsiteY14" fmla="*/ 248276 h 1324601"/>
              <a:gd name="connsiteX15" fmla="*/ 1143105 w 1143105"/>
              <a:gd name="connsiteY15" fmla="*/ 305426 h 1324601"/>
              <a:gd name="connsiteX16" fmla="*/ 1133580 w 1143105"/>
              <a:gd name="connsiteY16" fmla="*/ 429251 h 1324601"/>
              <a:gd name="connsiteX17" fmla="*/ 1085955 w 1143105"/>
              <a:gd name="connsiteY17" fmla="*/ 553076 h 1324601"/>
              <a:gd name="connsiteX18" fmla="*/ 1066905 w 1143105"/>
              <a:gd name="connsiteY18" fmla="*/ 610226 h 1324601"/>
              <a:gd name="connsiteX19" fmla="*/ 1019280 w 1143105"/>
              <a:gd name="connsiteY19" fmla="*/ 734051 h 1324601"/>
              <a:gd name="connsiteX20" fmla="*/ 1038330 w 1143105"/>
              <a:gd name="connsiteY20" fmla="*/ 962651 h 1324601"/>
              <a:gd name="connsiteX21" fmla="*/ 1066905 w 1143105"/>
              <a:gd name="connsiteY21" fmla="*/ 1048376 h 1324601"/>
              <a:gd name="connsiteX22" fmla="*/ 1076430 w 1143105"/>
              <a:gd name="connsiteY22" fmla="*/ 1096001 h 1324601"/>
              <a:gd name="connsiteX23" fmla="*/ 1047855 w 1143105"/>
              <a:gd name="connsiteY23" fmla="*/ 1276976 h 1324601"/>
              <a:gd name="connsiteX24" fmla="*/ 1019280 w 1143105"/>
              <a:gd name="connsiteY24" fmla="*/ 1286501 h 1324601"/>
              <a:gd name="connsiteX25" fmla="*/ 981180 w 1143105"/>
              <a:gd name="connsiteY25" fmla="*/ 1296026 h 1324601"/>
              <a:gd name="connsiteX26" fmla="*/ 857355 w 1143105"/>
              <a:gd name="connsiteY26" fmla="*/ 1315076 h 1324601"/>
              <a:gd name="connsiteX27" fmla="*/ 714480 w 1143105"/>
              <a:gd name="connsiteY27" fmla="*/ 1324601 h 1324601"/>
              <a:gd name="connsiteX28" fmla="*/ 343005 w 1143105"/>
              <a:gd name="connsiteY28" fmla="*/ 1315076 h 1324601"/>
              <a:gd name="connsiteX29" fmla="*/ 285855 w 1143105"/>
              <a:gd name="connsiteY29" fmla="*/ 1276976 h 1324601"/>
              <a:gd name="connsiteX30" fmla="*/ 266805 w 1143105"/>
              <a:gd name="connsiteY30" fmla="*/ 1248401 h 1324601"/>
              <a:gd name="connsiteX31" fmla="*/ 209655 w 1143105"/>
              <a:gd name="connsiteY31" fmla="*/ 1172201 h 1324601"/>
              <a:gd name="connsiteX32" fmla="*/ 152505 w 1143105"/>
              <a:gd name="connsiteY32" fmla="*/ 1115051 h 1324601"/>
              <a:gd name="connsiteX33" fmla="*/ 85830 w 1143105"/>
              <a:gd name="connsiteY33" fmla="*/ 1029326 h 1324601"/>
              <a:gd name="connsiteX34" fmla="*/ 28680 w 1143105"/>
              <a:gd name="connsiteY34" fmla="*/ 953126 h 1324601"/>
              <a:gd name="connsiteX35" fmla="*/ 19155 w 1143105"/>
              <a:gd name="connsiteY35" fmla="*/ 924551 h 1324601"/>
              <a:gd name="connsiteX36" fmla="*/ 105 w 1143105"/>
              <a:gd name="connsiteY36" fmla="*/ 886451 h 132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3105" h="1324601">
                <a:moveTo>
                  <a:pt x="105" y="886451"/>
                </a:moveTo>
                <a:cubicBezTo>
                  <a:pt x="1692" y="872164"/>
                  <a:pt x="18741" y="854445"/>
                  <a:pt x="28680" y="838826"/>
                </a:cubicBezTo>
                <a:cubicBezTo>
                  <a:pt x="40972" y="819510"/>
                  <a:pt x="58561" y="803045"/>
                  <a:pt x="66780" y="781676"/>
                </a:cubicBezTo>
                <a:cubicBezTo>
                  <a:pt x="74839" y="760722"/>
                  <a:pt x="73130" y="737226"/>
                  <a:pt x="76305" y="715001"/>
                </a:cubicBezTo>
                <a:cubicBezTo>
                  <a:pt x="73130" y="645151"/>
                  <a:pt x="70769" y="575259"/>
                  <a:pt x="66780" y="505451"/>
                </a:cubicBezTo>
                <a:cubicBezTo>
                  <a:pt x="59769" y="382753"/>
                  <a:pt x="44650" y="333430"/>
                  <a:pt x="66780" y="200651"/>
                </a:cubicBezTo>
                <a:cubicBezTo>
                  <a:pt x="73961" y="157567"/>
                  <a:pt x="105894" y="148567"/>
                  <a:pt x="133455" y="124451"/>
                </a:cubicBezTo>
                <a:cubicBezTo>
                  <a:pt x="146972" y="112624"/>
                  <a:pt x="155901" y="95156"/>
                  <a:pt x="171555" y="86351"/>
                </a:cubicBezTo>
                <a:cubicBezTo>
                  <a:pt x="203395" y="68441"/>
                  <a:pt x="304295" y="28446"/>
                  <a:pt x="352530" y="19676"/>
                </a:cubicBezTo>
                <a:cubicBezTo>
                  <a:pt x="399801" y="11081"/>
                  <a:pt x="447780" y="6976"/>
                  <a:pt x="495405" y="626"/>
                </a:cubicBezTo>
                <a:cubicBezTo>
                  <a:pt x="738263" y="6697"/>
                  <a:pt x="790963" y="-16443"/>
                  <a:pt x="962130" y="29201"/>
                </a:cubicBezTo>
                <a:cubicBezTo>
                  <a:pt x="998777" y="38973"/>
                  <a:pt x="1020452" y="44465"/>
                  <a:pt x="1047855" y="67301"/>
                </a:cubicBezTo>
                <a:cubicBezTo>
                  <a:pt x="1084734" y="98033"/>
                  <a:pt x="1072236" y="92137"/>
                  <a:pt x="1095480" y="133976"/>
                </a:cubicBezTo>
                <a:cubicBezTo>
                  <a:pt x="1104471" y="150160"/>
                  <a:pt x="1114530" y="165726"/>
                  <a:pt x="1124055" y="181601"/>
                </a:cubicBezTo>
                <a:cubicBezTo>
                  <a:pt x="1127230" y="203826"/>
                  <a:pt x="1130166" y="226086"/>
                  <a:pt x="1133580" y="248276"/>
                </a:cubicBezTo>
                <a:cubicBezTo>
                  <a:pt x="1136517" y="267364"/>
                  <a:pt x="1143105" y="286113"/>
                  <a:pt x="1143105" y="305426"/>
                </a:cubicBezTo>
                <a:cubicBezTo>
                  <a:pt x="1143105" y="346823"/>
                  <a:pt x="1140036" y="388361"/>
                  <a:pt x="1133580" y="429251"/>
                </a:cubicBezTo>
                <a:cubicBezTo>
                  <a:pt x="1128555" y="461073"/>
                  <a:pt x="1096344" y="526065"/>
                  <a:pt x="1085955" y="553076"/>
                </a:cubicBezTo>
                <a:cubicBezTo>
                  <a:pt x="1078747" y="571818"/>
                  <a:pt x="1073847" y="591384"/>
                  <a:pt x="1066905" y="610226"/>
                </a:cubicBezTo>
                <a:cubicBezTo>
                  <a:pt x="1051617" y="651722"/>
                  <a:pt x="1019280" y="734051"/>
                  <a:pt x="1019280" y="734051"/>
                </a:cubicBezTo>
                <a:cubicBezTo>
                  <a:pt x="1025630" y="810251"/>
                  <a:pt x="1030184" y="886622"/>
                  <a:pt x="1038330" y="962651"/>
                </a:cubicBezTo>
                <a:cubicBezTo>
                  <a:pt x="1042392" y="1000562"/>
                  <a:pt x="1055545" y="1010508"/>
                  <a:pt x="1066905" y="1048376"/>
                </a:cubicBezTo>
                <a:cubicBezTo>
                  <a:pt x="1071557" y="1063883"/>
                  <a:pt x="1073255" y="1080126"/>
                  <a:pt x="1076430" y="1096001"/>
                </a:cubicBezTo>
                <a:cubicBezTo>
                  <a:pt x="1066905" y="1156326"/>
                  <a:pt x="1065404" y="1218479"/>
                  <a:pt x="1047855" y="1276976"/>
                </a:cubicBezTo>
                <a:cubicBezTo>
                  <a:pt x="1044970" y="1286593"/>
                  <a:pt x="1028934" y="1283743"/>
                  <a:pt x="1019280" y="1286501"/>
                </a:cubicBezTo>
                <a:cubicBezTo>
                  <a:pt x="1006693" y="1290097"/>
                  <a:pt x="994017" y="1293459"/>
                  <a:pt x="981180" y="1296026"/>
                </a:cubicBezTo>
                <a:cubicBezTo>
                  <a:pt x="961258" y="1300010"/>
                  <a:pt x="874129" y="1313551"/>
                  <a:pt x="857355" y="1315076"/>
                </a:cubicBezTo>
                <a:cubicBezTo>
                  <a:pt x="809820" y="1319397"/>
                  <a:pt x="762105" y="1321426"/>
                  <a:pt x="714480" y="1324601"/>
                </a:cubicBezTo>
                <a:cubicBezTo>
                  <a:pt x="590655" y="1321426"/>
                  <a:pt x="466730" y="1320968"/>
                  <a:pt x="343005" y="1315076"/>
                </a:cubicBezTo>
                <a:cubicBezTo>
                  <a:pt x="316519" y="1313815"/>
                  <a:pt x="301582" y="1295849"/>
                  <a:pt x="285855" y="1276976"/>
                </a:cubicBezTo>
                <a:cubicBezTo>
                  <a:pt x="278526" y="1268182"/>
                  <a:pt x="273538" y="1257659"/>
                  <a:pt x="266805" y="1248401"/>
                </a:cubicBezTo>
                <a:cubicBezTo>
                  <a:pt x="248131" y="1222724"/>
                  <a:pt x="232106" y="1194652"/>
                  <a:pt x="209655" y="1172201"/>
                </a:cubicBezTo>
                <a:cubicBezTo>
                  <a:pt x="190605" y="1153151"/>
                  <a:pt x="169045" y="1136317"/>
                  <a:pt x="152505" y="1115051"/>
                </a:cubicBezTo>
                <a:cubicBezTo>
                  <a:pt x="130280" y="1086476"/>
                  <a:pt x="105910" y="1059447"/>
                  <a:pt x="85830" y="1029326"/>
                </a:cubicBezTo>
                <a:cubicBezTo>
                  <a:pt x="55503" y="983835"/>
                  <a:pt x="73931" y="1009690"/>
                  <a:pt x="28680" y="953126"/>
                </a:cubicBezTo>
                <a:cubicBezTo>
                  <a:pt x="25505" y="943601"/>
                  <a:pt x="21590" y="934291"/>
                  <a:pt x="19155" y="924551"/>
                </a:cubicBezTo>
                <a:cubicBezTo>
                  <a:pt x="15228" y="908845"/>
                  <a:pt x="-1482" y="900738"/>
                  <a:pt x="105" y="886451"/>
                </a:cubicBezTo>
                <a:close/>
              </a:path>
            </a:pathLst>
          </a:custGeom>
          <a:noFill/>
          <a:ln w="28575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Forme libre : forme 51">
            <a:extLst>
              <a:ext uri="{FF2B5EF4-FFF2-40B4-BE49-F238E27FC236}">
                <a16:creationId xmlns:a16="http://schemas.microsoft.com/office/drawing/2014/main" id="{9DC598D6-D591-491B-9569-AFE09BDE6E0E}"/>
              </a:ext>
            </a:extLst>
          </p:cNvPr>
          <p:cNvSpPr/>
          <p:nvPr/>
        </p:nvSpPr>
        <p:spPr>
          <a:xfrm>
            <a:off x="257175" y="2428875"/>
            <a:ext cx="1133475" cy="1714500"/>
          </a:xfrm>
          <a:custGeom>
            <a:avLst/>
            <a:gdLst>
              <a:gd name="connsiteX0" fmla="*/ 123825 w 1133475"/>
              <a:gd name="connsiteY0" fmla="*/ 1524000 h 1714500"/>
              <a:gd name="connsiteX1" fmla="*/ 171450 w 1133475"/>
              <a:gd name="connsiteY1" fmla="*/ 1628775 h 1714500"/>
              <a:gd name="connsiteX2" fmla="*/ 247650 w 1133475"/>
              <a:gd name="connsiteY2" fmla="*/ 1676400 h 1714500"/>
              <a:gd name="connsiteX3" fmla="*/ 381000 w 1133475"/>
              <a:gd name="connsiteY3" fmla="*/ 1714500 h 1714500"/>
              <a:gd name="connsiteX4" fmla="*/ 457200 w 1133475"/>
              <a:gd name="connsiteY4" fmla="*/ 1704975 h 1714500"/>
              <a:gd name="connsiteX5" fmla="*/ 628650 w 1133475"/>
              <a:gd name="connsiteY5" fmla="*/ 1638300 h 1714500"/>
              <a:gd name="connsiteX6" fmla="*/ 781050 w 1133475"/>
              <a:gd name="connsiteY6" fmla="*/ 1552575 h 1714500"/>
              <a:gd name="connsiteX7" fmla="*/ 933450 w 1133475"/>
              <a:gd name="connsiteY7" fmla="*/ 1438275 h 1714500"/>
              <a:gd name="connsiteX8" fmla="*/ 1085850 w 1133475"/>
              <a:gd name="connsiteY8" fmla="*/ 1238250 h 1714500"/>
              <a:gd name="connsiteX9" fmla="*/ 1123950 w 1133475"/>
              <a:gd name="connsiteY9" fmla="*/ 1085850 h 1714500"/>
              <a:gd name="connsiteX10" fmla="*/ 1133475 w 1133475"/>
              <a:gd name="connsiteY10" fmla="*/ 1000125 h 1714500"/>
              <a:gd name="connsiteX11" fmla="*/ 1123950 w 1133475"/>
              <a:gd name="connsiteY11" fmla="*/ 514350 h 1714500"/>
              <a:gd name="connsiteX12" fmla="*/ 1104900 w 1133475"/>
              <a:gd name="connsiteY12" fmla="*/ 466725 h 1714500"/>
              <a:gd name="connsiteX13" fmla="*/ 1095375 w 1133475"/>
              <a:gd name="connsiteY13" fmla="*/ 400050 h 1714500"/>
              <a:gd name="connsiteX14" fmla="*/ 1038225 w 1133475"/>
              <a:gd name="connsiteY14" fmla="*/ 209550 h 1714500"/>
              <a:gd name="connsiteX15" fmla="*/ 1009650 w 1133475"/>
              <a:gd name="connsiteY15" fmla="*/ 123825 h 1714500"/>
              <a:gd name="connsiteX16" fmla="*/ 1000125 w 1133475"/>
              <a:gd name="connsiteY16" fmla="*/ 85725 h 1714500"/>
              <a:gd name="connsiteX17" fmla="*/ 962025 w 1133475"/>
              <a:gd name="connsiteY17" fmla="*/ 47625 h 1714500"/>
              <a:gd name="connsiteX18" fmla="*/ 933450 w 1133475"/>
              <a:gd name="connsiteY18" fmla="*/ 28575 h 1714500"/>
              <a:gd name="connsiteX19" fmla="*/ 781050 w 1133475"/>
              <a:gd name="connsiteY19" fmla="*/ 9525 h 1714500"/>
              <a:gd name="connsiteX20" fmla="*/ 695325 w 1133475"/>
              <a:gd name="connsiteY20" fmla="*/ 0 h 1714500"/>
              <a:gd name="connsiteX21" fmla="*/ 542925 w 1133475"/>
              <a:gd name="connsiteY21" fmla="*/ 9525 h 1714500"/>
              <a:gd name="connsiteX22" fmla="*/ 466725 w 1133475"/>
              <a:gd name="connsiteY22" fmla="*/ 28575 h 1714500"/>
              <a:gd name="connsiteX23" fmla="*/ 352425 w 1133475"/>
              <a:gd name="connsiteY23" fmla="*/ 66675 h 1714500"/>
              <a:gd name="connsiteX24" fmla="*/ 295275 w 1133475"/>
              <a:gd name="connsiteY24" fmla="*/ 104775 h 1714500"/>
              <a:gd name="connsiteX25" fmla="*/ 219075 w 1133475"/>
              <a:gd name="connsiteY25" fmla="*/ 161925 h 1714500"/>
              <a:gd name="connsiteX26" fmla="*/ 142875 w 1133475"/>
              <a:gd name="connsiteY26" fmla="*/ 247650 h 1714500"/>
              <a:gd name="connsiteX27" fmla="*/ 95250 w 1133475"/>
              <a:gd name="connsiteY27" fmla="*/ 323850 h 1714500"/>
              <a:gd name="connsiteX28" fmla="*/ 66675 w 1133475"/>
              <a:gd name="connsiteY28" fmla="*/ 361950 h 1714500"/>
              <a:gd name="connsiteX29" fmla="*/ 57150 w 1133475"/>
              <a:gd name="connsiteY29" fmla="*/ 400050 h 1714500"/>
              <a:gd name="connsiteX30" fmla="*/ 19050 w 1133475"/>
              <a:gd name="connsiteY30" fmla="*/ 485775 h 1714500"/>
              <a:gd name="connsiteX31" fmla="*/ 0 w 1133475"/>
              <a:gd name="connsiteY31" fmla="*/ 561975 h 1714500"/>
              <a:gd name="connsiteX32" fmla="*/ 19050 w 1133475"/>
              <a:gd name="connsiteY32" fmla="*/ 828675 h 1714500"/>
              <a:gd name="connsiteX33" fmla="*/ 47625 w 1133475"/>
              <a:gd name="connsiteY33" fmla="*/ 876300 h 1714500"/>
              <a:gd name="connsiteX34" fmla="*/ 85725 w 1133475"/>
              <a:gd name="connsiteY34" fmla="*/ 933450 h 1714500"/>
              <a:gd name="connsiteX35" fmla="*/ 133350 w 1133475"/>
              <a:gd name="connsiteY35" fmla="*/ 1009650 h 1714500"/>
              <a:gd name="connsiteX36" fmla="*/ 142875 w 1133475"/>
              <a:gd name="connsiteY36" fmla="*/ 1047750 h 1714500"/>
              <a:gd name="connsiteX37" fmla="*/ 180975 w 1133475"/>
              <a:gd name="connsiteY37" fmla="*/ 1143000 h 1714500"/>
              <a:gd name="connsiteX38" fmla="*/ 171450 w 1133475"/>
              <a:gd name="connsiteY38" fmla="*/ 1524000 h 1714500"/>
              <a:gd name="connsiteX39" fmla="*/ 123825 w 1133475"/>
              <a:gd name="connsiteY39" fmla="*/ 15240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33475" h="1714500">
                <a:moveTo>
                  <a:pt x="123825" y="1524000"/>
                </a:moveTo>
                <a:cubicBezTo>
                  <a:pt x="123825" y="1541462"/>
                  <a:pt x="147258" y="1599000"/>
                  <a:pt x="171450" y="1628775"/>
                </a:cubicBezTo>
                <a:cubicBezTo>
                  <a:pt x="190338" y="1652022"/>
                  <a:pt x="221221" y="1662305"/>
                  <a:pt x="247650" y="1676400"/>
                </a:cubicBezTo>
                <a:cubicBezTo>
                  <a:pt x="311536" y="1710472"/>
                  <a:pt x="312137" y="1704662"/>
                  <a:pt x="381000" y="1714500"/>
                </a:cubicBezTo>
                <a:cubicBezTo>
                  <a:pt x="406400" y="1711325"/>
                  <a:pt x="432283" y="1710838"/>
                  <a:pt x="457200" y="1704975"/>
                </a:cubicBezTo>
                <a:cubicBezTo>
                  <a:pt x="503906" y="1693985"/>
                  <a:pt x="586706" y="1660111"/>
                  <a:pt x="628650" y="1638300"/>
                </a:cubicBezTo>
                <a:cubicBezTo>
                  <a:pt x="680362" y="1611410"/>
                  <a:pt x="734422" y="1587546"/>
                  <a:pt x="781050" y="1552575"/>
                </a:cubicBezTo>
                <a:cubicBezTo>
                  <a:pt x="831850" y="1514475"/>
                  <a:pt x="892433" y="1486750"/>
                  <a:pt x="933450" y="1438275"/>
                </a:cubicBezTo>
                <a:cubicBezTo>
                  <a:pt x="1057573" y="1291584"/>
                  <a:pt x="1009569" y="1360300"/>
                  <a:pt x="1085850" y="1238250"/>
                </a:cubicBezTo>
                <a:cubicBezTo>
                  <a:pt x="1101540" y="1183333"/>
                  <a:pt x="1114324" y="1143604"/>
                  <a:pt x="1123950" y="1085850"/>
                </a:cubicBezTo>
                <a:cubicBezTo>
                  <a:pt x="1128677" y="1057490"/>
                  <a:pt x="1130300" y="1028700"/>
                  <a:pt x="1133475" y="1000125"/>
                </a:cubicBezTo>
                <a:cubicBezTo>
                  <a:pt x="1130300" y="838200"/>
                  <a:pt x="1132614" y="676074"/>
                  <a:pt x="1123950" y="514350"/>
                </a:cubicBezTo>
                <a:cubicBezTo>
                  <a:pt x="1123035" y="497277"/>
                  <a:pt x="1109047" y="483312"/>
                  <a:pt x="1104900" y="466725"/>
                </a:cubicBezTo>
                <a:cubicBezTo>
                  <a:pt x="1099455" y="444945"/>
                  <a:pt x="1100575" y="421890"/>
                  <a:pt x="1095375" y="400050"/>
                </a:cubicBezTo>
                <a:cubicBezTo>
                  <a:pt x="1012116" y="50362"/>
                  <a:pt x="1089113" y="396141"/>
                  <a:pt x="1038225" y="209550"/>
                </a:cubicBezTo>
                <a:cubicBezTo>
                  <a:pt x="989519" y="30961"/>
                  <a:pt x="1067862" y="279057"/>
                  <a:pt x="1009650" y="123825"/>
                </a:cubicBezTo>
                <a:cubicBezTo>
                  <a:pt x="1005053" y="111568"/>
                  <a:pt x="1007063" y="96826"/>
                  <a:pt x="1000125" y="85725"/>
                </a:cubicBezTo>
                <a:cubicBezTo>
                  <a:pt x="990606" y="70495"/>
                  <a:pt x="975662" y="59314"/>
                  <a:pt x="962025" y="47625"/>
                </a:cubicBezTo>
                <a:cubicBezTo>
                  <a:pt x="953333" y="40175"/>
                  <a:pt x="943972" y="33084"/>
                  <a:pt x="933450" y="28575"/>
                </a:cubicBezTo>
                <a:cubicBezTo>
                  <a:pt x="896983" y="12946"/>
                  <a:pt x="795303" y="10882"/>
                  <a:pt x="781050" y="9525"/>
                </a:cubicBezTo>
                <a:cubicBezTo>
                  <a:pt x="752429" y="6799"/>
                  <a:pt x="723900" y="3175"/>
                  <a:pt x="695325" y="0"/>
                </a:cubicBezTo>
                <a:cubicBezTo>
                  <a:pt x="644525" y="3175"/>
                  <a:pt x="593431" y="3212"/>
                  <a:pt x="542925" y="9525"/>
                </a:cubicBezTo>
                <a:cubicBezTo>
                  <a:pt x="516945" y="12772"/>
                  <a:pt x="492023" y="21829"/>
                  <a:pt x="466725" y="28575"/>
                </a:cubicBezTo>
                <a:cubicBezTo>
                  <a:pt x="438017" y="36230"/>
                  <a:pt x="381266" y="50944"/>
                  <a:pt x="352425" y="66675"/>
                </a:cubicBezTo>
                <a:cubicBezTo>
                  <a:pt x="332325" y="77638"/>
                  <a:pt x="313591" y="91038"/>
                  <a:pt x="295275" y="104775"/>
                </a:cubicBezTo>
                <a:cubicBezTo>
                  <a:pt x="269875" y="123825"/>
                  <a:pt x="238125" y="136525"/>
                  <a:pt x="219075" y="161925"/>
                </a:cubicBezTo>
                <a:cubicBezTo>
                  <a:pt x="152062" y="251276"/>
                  <a:pt x="237036" y="141719"/>
                  <a:pt x="142875" y="247650"/>
                </a:cubicBezTo>
                <a:cubicBezTo>
                  <a:pt x="97430" y="298775"/>
                  <a:pt x="128868" y="270061"/>
                  <a:pt x="95250" y="323850"/>
                </a:cubicBezTo>
                <a:cubicBezTo>
                  <a:pt x="86836" y="337312"/>
                  <a:pt x="76200" y="349250"/>
                  <a:pt x="66675" y="361950"/>
                </a:cubicBezTo>
                <a:cubicBezTo>
                  <a:pt x="63500" y="374650"/>
                  <a:pt x="61747" y="387793"/>
                  <a:pt x="57150" y="400050"/>
                </a:cubicBezTo>
                <a:cubicBezTo>
                  <a:pt x="25914" y="483346"/>
                  <a:pt x="48840" y="388959"/>
                  <a:pt x="19050" y="485775"/>
                </a:cubicBezTo>
                <a:cubicBezTo>
                  <a:pt x="11350" y="510799"/>
                  <a:pt x="6350" y="536575"/>
                  <a:pt x="0" y="561975"/>
                </a:cubicBezTo>
                <a:cubicBezTo>
                  <a:pt x="6350" y="650875"/>
                  <a:pt x="5698" y="740554"/>
                  <a:pt x="19050" y="828675"/>
                </a:cubicBezTo>
                <a:cubicBezTo>
                  <a:pt x="21823" y="846979"/>
                  <a:pt x="37686" y="860681"/>
                  <a:pt x="47625" y="876300"/>
                </a:cubicBezTo>
                <a:cubicBezTo>
                  <a:pt x="59917" y="895616"/>
                  <a:pt x="73945" y="913817"/>
                  <a:pt x="85725" y="933450"/>
                </a:cubicBezTo>
                <a:cubicBezTo>
                  <a:pt x="138024" y="1020615"/>
                  <a:pt x="67020" y="921209"/>
                  <a:pt x="133350" y="1009650"/>
                </a:cubicBezTo>
                <a:cubicBezTo>
                  <a:pt x="136525" y="1022350"/>
                  <a:pt x="138472" y="1035422"/>
                  <a:pt x="142875" y="1047750"/>
                </a:cubicBezTo>
                <a:cubicBezTo>
                  <a:pt x="154376" y="1079954"/>
                  <a:pt x="180975" y="1143000"/>
                  <a:pt x="180975" y="1143000"/>
                </a:cubicBezTo>
                <a:cubicBezTo>
                  <a:pt x="197381" y="1307062"/>
                  <a:pt x="200453" y="1284722"/>
                  <a:pt x="171450" y="1524000"/>
                </a:cubicBezTo>
                <a:cubicBezTo>
                  <a:pt x="170072" y="1535364"/>
                  <a:pt x="123825" y="1506538"/>
                  <a:pt x="123825" y="1524000"/>
                </a:cubicBezTo>
                <a:close/>
              </a:path>
            </a:pathLst>
          </a:custGeom>
          <a:noFill/>
          <a:ln w="28575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Forme libre : forme 52">
            <a:extLst>
              <a:ext uri="{FF2B5EF4-FFF2-40B4-BE49-F238E27FC236}">
                <a16:creationId xmlns:a16="http://schemas.microsoft.com/office/drawing/2014/main" id="{7339FC6F-CEE2-4372-9621-EF398F8D94E9}"/>
              </a:ext>
            </a:extLst>
          </p:cNvPr>
          <p:cNvSpPr/>
          <p:nvPr/>
        </p:nvSpPr>
        <p:spPr>
          <a:xfrm>
            <a:off x="2714625" y="2466975"/>
            <a:ext cx="1143000" cy="1590675"/>
          </a:xfrm>
          <a:custGeom>
            <a:avLst/>
            <a:gdLst>
              <a:gd name="connsiteX0" fmla="*/ 981075 w 1143000"/>
              <a:gd name="connsiteY0" fmla="*/ 0 h 1590675"/>
              <a:gd name="connsiteX1" fmla="*/ 781050 w 1143000"/>
              <a:gd name="connsiteY1" fmla="*/ 19050 h 1590675"/>
              <a:gd name="connsiteX2" fmla="*/ 571500 w 1143000"/>
              <a:gd name="connsiteY2" fmla="*/ 47625 h 1590675"/>
              <a:gd name="connsiteX3" fmla="*/ 400050 w 1143000"/>
              <a:gd name="connsiteY3" fmla="*/ 66675 h 1590675"/>
              <a:gd name="connsiteX4" fmla="*/ 104775 w 1143000"/>
              <a:gd name="connsiteY4" fmla="*/ 228600 h 1590675"/>
              <a:gd name="connsiteX5" fmla="*/ 19050 w 1143000"/>
              <a:gd name="connsiteY5" fmla="*/ 381000 h 1590675"/>
              <a:gd name="connsiteX6" fmla="*/ 0 w 1143000"/>
              <a:gd name="connsiteY6" fmla="*/ 533400 h 1590675"/>
              <a:gd name="connsiteX7" fmla="*/ 19050 w 1143000"/>
              <a:gd name="connsiteY7" fmla="*/ 857250 h 1590675"/>
              <a:gd name="connsiteX8" fmla="*/ 76200 w 1143000"/>
              <a:gd name="connsiteY8" fmla="*/ 1038225 h 1590675"/>
              <a:gd name="connsiteX9" fmla="*/ 238125 w 1143000"/>
              <a:gd name="connsiteY9" fmla="*/ 1362075 h 1590675"/>
              <a:gd name="connsiteX10" fmla="*/ 304800 w 1143000"/>
              <a:gd name="connsiteY10" fmla="*/ 1438275 h 1590675"/>
              <a:gd name="connsiteX11" fmla="*/ 371475 w 1143000"/>
              <a:gd name="connsiteY11" fmla="*/ 1495425 h 1590675"/>
              <a:gd name="connsiteX12" fmla="*/ 552450 w 1143000"/>
              <a:gd name="connsiteY12" fmla="*/ 1590675 h 1590675"/>
              <a:gd name="connsiteX13" fmla="*/ 876300 w 1143000"/>
              <a:gd name="connsiteY13" fmla="*/ 1533525 h 1590675"/>
              <a:gd name="connsiteX14" fmla="*/ 952500 w 1143000"/>
              <a:gd name="connsiteY14" fmla="*/ 1466850 h 1590675"/>
              <a:gd name="connsiteX15" fmla="*/ 1104900 w 1143000"/>
              <a:gd name="connsiteY15" fmla="*/ 1257300 h 1590675"/>
              <a:gd name="connsiteX16" fmla="*/ 1143000 w 1143000"/>
              <a:gd name="connsiteY16" fmla="*/ 1143000 h 1590675"/>
              <a:gd name="connsiteX17" fmla="*/ 1133475 w 1143000"/>
              <a:gd name="connsiteY17" fmla="*/ 838200 h 1590675"/>
              <a:gd name="connsiteX18" fmla="*/ 1095375 w 1143000"/>
              <a:gd name="connsiteY18" fmla="*/ 609600 h 1590675"/>
              <a:gd name="connsiteX19" fmla="*/ 1047750 w 1143000"/>
              <a:gd name="connsiteY19" fmla="*/ 466725 h 1590675"/>
              <a:gd name="connsiteX20" fmla="*/ 1019175 w 1143000"/>
              <a:gd name="connsiteY20" fmla="*/ 361950 h 1590675"/>
              <a:gd name="connsiteX21" fmla="*/ 962025 w 1143000"/>
              <a:gd name="connsiteY21" fmla="*/ 219075 h 1590675"/>
              <a:gd name="connsiteX22" fmla="*/ 923925 w 1143000"/>
              <a:gd name="connsiteY22" fmla="*/ 152400 h 1590675"/>
              <a:gd name="connsiteX23" fmla="*/ 866775 w 1143000"/>
              <a:gd name="connsiteY23" fmla="*/ 95250 h 1590675"/>
              <a:gd name="connsiteX24" fmla="*/ 809625 w 1143000"/>
              <a:gd name="connsiteY24" fmla="*/ 66675 h 1590675"/>
              <a:gd name="connsiteX25" fmla="*/ 781050 w 1143000"/>
              <a:gd name="connsiteY25" fmla="*/ 47625 h 1590675"/>
              <a:gd name="connsiteX26" fmla="*/ 685800 w 1143000"/>
              <a:gd name="connsiteY26" fmla="*/ 19050 h 1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3000" h="1590675">
                <a:moveTo>
                  <a:pt x="981075" y="0"/>
                </a:moveTo>
                <a:cubicBezTo>
                  <a:pt x="914400" y="6350"/>
                  <a:pt x="847578" y="11314"/>
                  <a:pt x="781050" y="19050"/>
                </a:cubicBezTo>
                <a:cubicBezTo>
                  <a:pt x="711025" y="27192"/>
                  <a:pt x="641452" y="38881"/>
                  <a:pt x="571500" y="47625"/>
                </a:cubicBezTo>
                <a:cubicBezTo>
                  <a:pt x="514442" y="54757"/>
                  <a:pt x="457200" y="60325"/>
                  <a:pt x="400050" y="66675"/>
                </a:cubicBezTo>
                <a:cubicBezTo>
                  <a:pt x="271292" y="114112"/>
                  <a:pt x="192280" y="120261"/>
                  <a:pt x="104775" y="228600"/>
                </a:cubicBezTo>
                <a:cubicBezTo>
                  <a:pt x="68152" y="273942"/>
                  <a:pt x="47625" y="330200"/>
                  <a:pt x="19050" y="381000"/>
                </a:cubicBezTo>
                <a:cubicBezTo>
                  <a:pt x="12700" y="431800"/>
                  <a:pt x="0" y="482205"/>
                  <a:pt x="0" y="533400"/>
                </a:cubicBezTo>
                <a:cubicBezTo>
                  <a:pt x="0" y="641537"/>
                  <a:pt x="2910" y="750325"/>
                  <a:pt x="19050" y="857250"/>
                </a:cubicBezTo>
                <a:cubicBezTo>
                  <a:pt x="28492" y="919803"/>
                  <a:pt x="53679" y="979108"/>
                  <a:pt x="76200" y="1038225"/>
                </a:cubicBezTo>
                <a:cubicBezTo>
                  <a:pt x="123734" y="1163001"/>
                  <a:pt x="162087" y="1258880"/>
                  <a:pt x="238125" y="1362075"/>
                </a:cubicBezTo>
                <a:cubicBezTo>
                  <a:pt x="258146" y="1389246"/>
                  <a:pt x="280935" y="1414410"/>
                  <a:pt x="304800" y="1438275"/>
                </a:cubicBezTo>
                <a:cubicBezTo>
                  <a:pt x="325498" y="1458973"/>
                  <a:pt x="347655" y="1478411"/>
                  <a:pt x="371475" y="1495425"/>
                </a:cubicBezTo>
                <a:cubicBezTo>
                  <a:pt x="498031" y="1585822"/>
                  <a:pt x="459262" y="1572037"/>
                  <a:pt x="552450" y="1590675"/>
                </a:cubicBezTo>
                <a:cubicBezTo>
                  <a:pt x="660400" y="1571625"/>
                  <a:pt x="771583" y="1565937"/>
                  <a:pt x="876300" y="1533525"/>
                </a:cubicBezTo>
                <a:cubicBezTo>
                  <a:pt x="908542" y="1523545"/>
                  <a:pt x="928635" y="1490715"/>
                  <a:pt x="952500" y="1466850"/>
                </a:cubicBezTo>
                <a:cubicBezTo>
                  <a:pt x="1023109" y="1396241"/>
                  <a:pt x="1062781" y="1349197"/>
                  <a:pt x="1104900" y="1257300"/>
                </a:cubicBezTo>
                <a:cubicBezTo>
                  <a:pt x="1121633" y="1220791"/>
                  <a:pt x="1130300" y="1181100"/>
                  <a:pt x="1143000" y="1143000"/>
                </a:cubicBezTo>
                <a:cubicBezTo>
                  <a:pt x="1139825" y="1041400"/>
                  <a:pt x="1140237" y="939624"/>
                  <a:pt x="1133475" y="838200"/>
                </a:cubicBezTo>
                <a:cubicBezTo>
                  <a:pt x="1132377" y="821731"/>
                  <a:pt x="1102047" y="634384"/>
                  <a:pt x="1095375" y="609600"/>
                </a:cubicBezTo>
                <a:cubicBezTo>
                  <a:pt x="1082324" y="561125"/>
                  <a:pt x="1062513" y="514706"/>
                  <a:pt x="1047750" y="466725"/>
                </a:cubicBezTo>
                <a:cubicBezTo>
                  <a:pt x="1037104" y="432125"/>
                  <a:pt x="1029577" y="396624"/>
                  <a:pt x="1019175" y="361950"/>
                </a:cubicBezTo>
                <a:cubicBezTo>
                  <a:pt x="997592" y="290008"/>
                  <a:pt x="994364" y="279132"/>
                  <a:pt x="962025" y="219075"/>
                </a:cubicBezTo>
                <a:cubicBezTo>
                  <a:pt x="949889" y="196537"/>
                  <a:pt x="939532" y="172689"/>
                  <a:pt x="923925" y="152400"/>
                </a:cubicBezTo>
                <a:cubicBezTo>
                  <a:pt x="907499" y="131046"/>
                  <a:pt x="890872" y="107298"/>
                  <a:pt x="866775" y="95250"/>
                </a:cubicBezTo>
                <a:cubicBezTo>
                  <a:pt x="847725" y="85725"/>
                  <a:pt x="828243" y="77018"/>
                  <a:pt x="809625" y="66675"/>
                </a:cubicBezTo>
                <a:cubicBezTo>
                  <a:pt x="799618" y="61116"/>
                  <a:pt x="791808" y="51537"/>
                  <a:pt x="781050" y="47625"/>
                </a:cubicBezTo>
                <a:cubicBezTo>
                  <a:pt x="628723" y="-7767"/>
                  <a:pt x="747043" y="49671"/>
                  <a:pt x="685800" y="19050"/>
                </a:cubicBezTo>
              </a:path>
            </a:pathLst>
          </a:custGeom>
          <a:noFill/>
          <a:ln w="38100"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E1D856F-D352-441D-9D6C-F9C296D939C7}"/>
              </a:ext>
            </a:extLst>
          </p:cNvPr>
          <p:cNvSpPr/>
          <p:nvPr/>
        </p:nvSpPr>
        <p:spPr>
          <a:xfrm>
            <a:off x="2568718" y="175010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1B25AD5-B497-4621-8A0F-98C17DD32F1D}"/>
              </a:ext>
            </a:extLst>
          </p:cNvPr>
          <p:cNvSpPr/>
          <p:nvPr/>
        </p:nvSpPr>
        <p:spPr>
          <a:xfrm>
            <a:off x="2864255" y="1750104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6C73FBA-D5A4-42E0-8743-085CD8F06ED6}"/>
              </a:ext>
            </a:extLst>
          </p:cNvPr>
          <p:cNvSpPr/>
          <p:nvPr/>
        </p:nvSpPr>
        <p:spPr>
          <a:xfrm>
            <a:off x="3054525" y="80817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AC2EA89-14BD-478A-8D6B-89386A9EF48E}"/>
              </a:ext>
            </a:extLst>
          </p:cNvPr>
          <p:cNvSpPr/>
          <p:nvPr/>
        </p:nvSpPr>
        <p:spPr>
          <a:xfrm>
            <a:off x="3530568" y="80025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EDA7965-5D3C-4668-A6C0-14754E9DDC99}"/>
              </a:ext>
            </a:extLst>
          </p:cNvPr>
          <p:cNvSpPr/>
          <p:nvPr/>
        </p:nvSpPr>
        <p:spPr>
          <a:xfrm>
            <a:off x="1592298" y="52504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078E522-4C83-4100-AC57-228B3D164C4A}"/>
              </a:ext>
            </a:extLst>
          </p:cNvPr>
          <p:cNvSpPr/>
          <p:nvPr/>
        </p:nvSpPr>
        <p:spPr>
          <a:xfrm>
            <a:off x="749060" y="22704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0F97538-980C-470D-8030-182998F63760}"/>
              </a:ext>
            </a:extLst>
          </p:cNvPr>
          <p:cNvSpPr/>
          <p:nvPr/>
        </p:nvSpPr>
        <p:spPr>
          <a:xfrm>
            <a:off x="425977" y="1198305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B3DE8FD-26B1-4361-B39B-5AF1AFAB8F07}"/>
              </a:ext>
            </a:extLst>
          </p:cNvPr>
          <p:cNvSpPr/>
          <p:nvPr/>
        </p:nvSpPr>
        <p:spPr>
          <a:xfrm>
            <a:off x="902671" y="175858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57EFDAA-53F1-4069-A29C-ACCEFACBA502}"/>
              </a:ext>
            </a:extLst>
          </p:cNvPr>
          <p:cNvSpPr/>
          <p:nvPr/>
        </p:nvSpPr>
        <p:spPr>
          <a:xfrm>
            <a:off x="5483576" y="1673629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40075CE-4ED6-4A5B-A73E-E00C62F76D41}"/>
              </a:ext>
            </a:extLst>
          </p:cNvPr>
          <p:cNvSpPr/>
          <p:nvPr/>
        </p:nvSpPr>
        <p:spPr>
          <a:xfrm>
            <a:off x="5934259" y="132172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33A445C-C47C-4C31-B1AE-E9BA3C84AC7A}"/>
              </a:ext>
            </a:extLst>
          </p:cNvPr>
          <p:cNvSpPr/>
          <p:nvPr/>
        </p:nvSpPr>
        <p:spPr>
          <a:xfrm>
            <a:off x="6195818" y="971198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5324962-9963-42F1-88F2-392FC20F30F4}"/>
              </a:ext>
            </a:extLst>
          </p:cNvPr>
          <p:cNvSpPr/>
          <p:nvPr/>
        </p:nvSpPr>
        <p:spPr>
          <a:xfrm>
            <a:off x="6178359" y="505107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F8050FF-31D1-47CF-BB84-673530F96381}"/>
              </a:ext>
            </a:extLst>
          </p:cNvPr>
          <p:cNvSpPr/>
          <p:nvPr/>
        </p:nvSpPr>
        <p:spPr>
          <a:xfrm>
            <a:off x="5155424" y="174495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76B91FE-A00A-4CD2-ADBF-B1DBD18353BC}"/>
              </a:ext>
            </a:extLst>
          </p:cNvPr>
          <p:cNvSpPr/>
          <p:nvPr/>
        </p:nvSpPr>
        <p:spPr>
          <a:xfrm>
            <a:off x="5851806" y="55204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E60C04A-BF83-40CD-A3E4-09887070BFFB}"/>
              </a:ext>
            </a:extLst>
          </p:cNvPr>
          <p:cNvSpPr/>
          <p:nvPr/>
        </p:nvSpPr>
        <p:spPr>
          <a:xfrm>
            <a:off x="5886565" y="929690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719D0FB-A7A9-4E77-93FD-544CA5337F8B}"/>
              </a:ext>
            </a:extLst>
          </p:cNvPr>
          <p:cNvSpPr/>
          <p:nvPr/>
        </p:nvSpPr>
        <p:spPr>
          <a:xfrm>
            <a:off x="6244628" y="133809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427DAE7-2A61-498E-8453-BC9E414EE3F8}"/>
              </a:ext>
            </a:extLst>
          </p:cNvPr>
          <p:cNvSpPr/>
          <p:nvPr/>
        </p:nvSpPr>
        <p:spPr>
          <a:xfrm>
            <a:off x="5757715" y="1730926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04EE60E-DD9D-4E40-B04D-F4679EB9BE62}"/>
              </a:ext>
            </a:extLst>
          </p:cNvPr>
          <p:cNvSpPr/>
          <p:nvPr/>
        </p:nvSpPr>
        <p:spPr>
          <a:xfrm>
            <a:off x="6056309" y="1741353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2B94757-449A-4BD0-AB8C-6EB9488737A7}"/>
              </a:ext>
            </a:extLst>
          </p:cNvPr>
          <p:cNvSpPr/>
          <p:nvPr/>
        </p:nvSpPr>
        <p:spPr>
          <a:xfrm>
            <a:off x="6409087" y="1758581"/>
            <a:ext cx="244100" cy="248210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0" name="Connecteur : en arc 109">
            <a:extLst>
              <a:ext uri="{FF2B5EF4-FFF2-40B4-BE49-F238E27FC236}">
                <a16:creationId xmlns:a16="http://schemas.microsoft.com/office/drawing/2014/main" id="{1C28F4A8-1177-444F-B412-4D7B0552A9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06256" y="1241022"/>
            <a:ext cx="1531539" cy="3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68FB75C0-17D0-4656-9391-CE9268F38691}"/>
              </a:ext>
            </a:extLst>
          </p:cNvPr>
          <p:cNvSpPr/>
          <p:nvPr/>
        </p:nvSpPr>
        <p:spPr>
          <a:xfrm>
            <a:off x="4682249" y="2543042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CA5B2F0-313B-40F9-B032-73A730C5AD1F}"/>
              </a:ext>
            </a:extLst>
          </p:cNvPr>
          <p:cNvSpPr/>
          <p:nvPr/>
        </p:nvSpPr>
        <p:spPr>
          <a:xfrm>
            <a:off x="4805773" y="3747171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8F177AC-8D45-48C1-910F-8ED85DE2D6F1}"/>
              </a:ext>
            </a:extLst>
          </p:cNvPr>
          <p:cNvSpPr/>
          <p:nvPr/>
        </p:nvSpPr>
        <p:spPr>
          <a:xfrm>
            <a:off x="6047269" y="3130519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6D0CEC7-B5D6-4CF2-BDED-8228002369D9}"/>
              </a:ext>
            </a:extLst>
          </p:cNvPr>
          <p:cNvSpPr/>
          <p:nvPr/>
        </p:nvSpPr>
        <p:spPr>
          <a:xfrm>
            <a:off x="6212065" y="2625988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7FF0E70-56D2-4059-8FA2-CABB1754CEA1}"/>
              </a:ext>
            </a:extLst>
          </p:cNvPr>
          <p:cNvSpPr/>
          <p:nvPr/>
        </p:nvSpPr>
        <p:spPr>
          <a:xfrm>
            <a:off x="7192567" y="3718025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E94FE53-6F6F-4A5B-BDED-5B8945B6F923}"/>
              </a:ext>
            </a:extLst>
          </p:cNvPr>
          <p:cNvSpPr/>
          <p:nvPr/>
        </p:nvSpPr>
        <p:spPr>
          <a:xfrm>
            <a:off x="7387562" y="2927169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2" name="Connecteur : en arc 111">
            <a:extLst>
              <a:ext uri="{FF2B5EF4-FFF2-40B4-BE49-F238E27FC236}">
                <a16:creationId xmlns:a16="http://schemas.microsoft.com/office/drawing/2014/main" id="{E6613E82-89A9-4B40-BC2D-BB5D20BFE5E6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5135366" y="3298091"/>
            <a:ext cx="911903" cy="616652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 : en arc 112">
            <a:extLst>
              <a:ext uri="{FF2B5EF4-FFF2-40B4-BE49-F238E27FC236}">
                <a16:creationId xmlns:a16="http://schemas.microsoft.com/office/drawing/2014/main" id="{1FE2B631-1083-489D-B391-69807A2E30EB}"/>
              </a:ext>
            </a:extLst>
          </p:cNvPr>
          <p:cNvCxnSpPr>
            <a:cxnSpLocks/>
            <a:stCxn id="85" idx="2"/>
            <a:endCxn id="109" idx="1"/>
          </p:cNvCxnSpPr>
          <p:nvPr/>
        </p:nvCxnSpPr>
        <p:spPr>
          <a:xfrm rot="16200000" flipH="1">
            <a:off x="5516100" y="2209130"/>
            <a:ext cx="1007412" cy="2345521"/>
          </a:xfrm>
          <a:prstGeom prst="curvedConnector2">
            <a:avLst/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0B4BA23D-F77E-4FCE-B21E-995C984DE6E8}"/>
              </a:ext>
            </a:extLst>
          </p:cNvPr>
          <p:cNvCxnSpPr>
            <a:cxnSpLocks/>
            <a:stCxn id="108" idx="3"/>
            <a:endCxn id="111" idx="1"/>
          </p:cNvCxnSpPr>
          <p:nvPr/>
        </p:nvCxnSpPr>
        <p:spPr>
          <a:xfrm>
            <a:off x="6541658" y="2793560"/>
            <a:ext cx="845904" cy="301181"/>
          </a:xfrm>
          <a:prstGeom prst="curvedConnector3">
            <a:avLst>
              <a:gd name="adj1" fmla="val 50000"/>
            </a:avLst>
          </a:prstGeom>
          <a:ln>
            <a:solidFill>
              <a:srgbClr val="94D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E901364-3693-4974-B0DB-6F903118DEAE}"/>
              </a:ext>
            </a:extLst>
          </p:cNvPr>
          <p:cNvSpPr/>
          <p:nvPr/>
        </p:nvSpPr>
        <p:spPr>
          <a:xfrm>
            <a:off x="5801072" y="2525195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B929100-53B9-4EC1-A9E5-D5AA49D9B026}"/>
              </a:ext>
            </a:extLst>
          </p:cNvPr>
          <p:cNvSpPr/>
          <p:nvPr/>
        </p:nvSpPr>
        <p:spPr>
          <a:xfrm>
            <a:off x="7606743" y="3807523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51E01BB-4D32-4259-AFC6-F4B3490B45F0}"/>
              </a:ext>
            </a:extLst>
          </p:cNvPr>
          <p:cNvSpPr/>
          <p:nvPr/>
        </p:nvSpPr>
        <p:spPr>
          <a:xfrm>
            <a:off x="4411026" y="3914742"/>
            <a:ext cx="329593" cy="335143"/>
          </a:xfrm>
          <a:prstGeom prst="rect">
            <a:avLst/>
          </a:prstGeom>
          <a:solidFill>
            <a:srgbClr val="94D277"/>
          </a:solidFill>
          <a:ln>
            <a:solidFill>
              <a:srgbClr val="94D2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164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886643-547B-492D-8E83-30656F734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9F1A7E4-819D-4D21-8E8B-32671A9F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7 w 5353835"/>
              <a:gd name="connsiteY0" fmla="*/ 5273742 h 5353835"/>
              <a:gd name="connsiteX1" fmla="*/ 4938299 w 5353835"/>
              <a:gd name="connsiteY1" fmla="*/ 5273742 h 5353835"/>
              <a:gd name="connsiteX2" fmla="*/ 4858206 w 5353835"/>
              <a:gd name="connsiteY2" fmla="*/ 5353835 h 5353835"/>
              <a:gd name="connsiteX3" fmla="*/ 770600 w 5353835"/>
              <a:gd name="connsiteY3" fmla="*/ 5353835 h 5353835"/>
              <a:gd name="connsiteX4" fmla="*/ 433255 w 5353835"/>
              <a:gd name="connsiteY4" fmla="*/ 80093 h 5353835"/>
              <a:gd name="connsiteX5" fmla="*/ 51334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58206 h 5353835"/>
              <a:gd name="connsiteX8" fmla="*/ 5273742 w 5353835"/>
              <a:gd name="connsiteY8" fmla="*/ 4938299 h 5353835"/>
              <a:gd name="connsiteX9" fmla="*/ 5273742 w 5353835"/>
              <a:gd name="connsiteY9" fmla="*/ 80093 h 5353835"/>
              <a:gd name="connsiteX10" fmla="*/ 0 w 5353835"/>
              <a:gd name="connsiteY10" fmla="*/ 513348 h 5353835"/>
              <a:gd name="connsiteX11" fmla="*/ 80093 w 5353835"/>
              <a:gd name="connsiteY11" fmla="*/ 433255 h 5353835"/>
              <a:gd name="connsiteX12" fmla="*/ 80093 w 5353835"/>
              <a:gd name="connsiteY12" fmla="*/ 4663328 h 5353835"/>
              <a:gd name="connsiteX13" fmla="*/ 0 w 5353835"/>
              <a:gd name="connsiteY13" fmla="*/ 4583235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7" y="5273742"/>
                </a:moveTo>
                <a:lnTo>
                  <a:pt x="4938299" y="5273742"/>
                </a:lnTo>
                <a:lnTo>
                  <a:pt x="4858206" y="5353835"/>
                </a:lnTo>
                <a:lnTo>
                  <a:pt x="770600" y="5353835"/>
                </a:lnTo>
                <a:close/>
                <a:moveTo>
                  <a:pt x="433255" y="80093"/>
                </a:moveTo>
                <a:lnTo>
                  <a:pt x="513348" y="0"/>
                </a:lnTo>
                <a:lnTo>
                  <a:pt x="5353835" y="0"/>
                </a:lnTo>
                <a:lnTo>
                  <a:pt x="5353835" y="4858206"/>
                </a:lnTo>
                <a:lnTo>
                  <a:pt x="5273742" y="4938299"/>
                </a:lnTo>
                <a:lnTo>
                  <a:pt x="5273742" y="80093"/>
                </a:lnTo>
                <a:close/>
                <a:moveTo>
                  <a:pt x="0" y="513348"/>
                </a:moveTo>
                <a:lnTo>
                  <a:pt x="80093" y="433255"/>
                </a:lnTo>
                <a:lnTo>
                  <a:pt x="80093" y="4663328"/>
                </a:lnTo>
                <a:lnTo>
                  <a:pt x="0" y="45832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70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Configuration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4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0CBA31-096E-4091-9E61-2D558A509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-2"/>
            <a:ext cx="1248189" cy="1248189"/>
            <a:chOff x="10943811" y="-2"/>
            <a:chExt cx="1248189" cy="1248189"/>
          </a:xfrm>
        </p:grpSpPr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CB64814D-A361-44E1-8D97-B83E41C8B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943811" y="-2"/>
              <a:ext cx="1248189" cy="124818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2A6879-032A-4946-9CCA-44D38BEDF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317937" y="246646"/>
              <a:ext cx="577231" cy="57723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CEF321-6D7A-4F12-9C40-45B5BCE6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778603" y="3517915"/>
            <a:ext cx="3385655" cy="3655570"/>
            <a:chOff x="-969545" y="3517915"/>
            <a:chExt cx="3385655" cy="365557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E5DFE27-9624-478D-A5DB-D1245FF45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1474116" y="4022486"/>
              <a:ext cx="3655570" cy="2646427"/>
            </a:xfrm>
            <a:custGeom>
              <a:avLst/>
              <a:gdLst>
                <a:gd name="connsiteX0" fmla="*/ 0 w 2736866"/>
                <a:gd name="connsiteY0" fmla="*/ 0 h 1981337"/>
                <a:gd name="connsiteX1" fmla="*/ 2736866 w 2736866"/>
                <a:gd name="connsiteY1" fmla="*/ 0 h 1981337"/>
                <a:gd name="connsiteX2" fmla="*/ 2736866 w 2736866"/>
                <a:gd name="connsiteY2" fmla="*/ 1225808 h 1981337"/>
                <a:gd name="connsiteX3" fmla="*/ 1981337 w 2736866"/>
                <a:gd name="connsiteY3" fmla="*/ 1981337 h 198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6866" h="1981337">
                  <a:moveTo>
                    <a:pt x="0" y="0"/>
                  </a:moveTo>
                  <a:lnTo>
                    <a:pt x="2736866" y="0"/>
                  </a:lnTo>
                  <a:lnTo>
                    <a:pt x="2736866" y="1225808"/>
                  </a:lnTo>
                  <a:lnTo>
                    <a:pt x="1981337" y="1981337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5BFF565-70E2-42D9-88A5-F588A72AE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616274" y="5778765"/>
              <a:ext cx="799836" cy="799836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6AB08D7-F0FB-4965-B730-8B874214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93049" y="367194"/>
            <a:ext cx="999162" cy="99916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8D9297-49FA-43ED-AC6B-E2F153B3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9187" y="946949"/>
            <a:ext cx="352820" cy="35282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12E931-C1A9-4A7E-A98D-CCA7DC6AC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423089" y="4846332"/>
            <a:ext cx="1333438" cy="13334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727061-1ADF-421E-B715-7D4DE0B2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85899" y="4866318"/>
            <a:ext cx="618664" cy="61866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35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6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phique 40" descr="Personne confuse avec un remplissage uni">
            <a:extLst>
              <a:ext uri="{FF2B5EF4-FFF2-40B4-BE49-F238E27FC236}">
                <a16:creationId xmlns:a16="http://schemas.microsoft.com/office/drawing/2014/main" id="{4E5EE771-6DC2-4877-B620-374F7C8E1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1664" y="155283"/>
            <a:ext cx="602103" cy="602103"/>
          </a:xfrm>
          <a:prstGeom prst="rect">
            <a:avLst/>
          </a:prstGeom>
        </p:spPr>
      </p:pic>
      <p:pic>
        <p:nvPicPr>
          <p:cNvPr id="45" name="Graphique 44" descr="Personne confuse avec un remplissage uni">
            <a:extLst>
              <a:ext uri="{FF2B5EF4-FFF2-40B4-BE49-F238E27FC236}">
                <a16:creationId xmlns:a16="http://schemas.microsoft.com/office/drawing/2014/main" id="{70A32C25-0E7A-45F9-AEAE-AF505178A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1365" y="1605005"/>
            <a:ext cx="602103" cy="602103"/>
          </a:xfrm>
          <a:prstGeom prst="rect">
            <a:avLst/>
          </a:prstGeom>
        </p:spPr>
      </p:pic>
      <p:pic>
        <p:nvPicPr>
          <p:cNvPr id="47" name="Graphique 46" descr="Personne confuse avec un remplissage uni">
            <a:extLst>
              <a:ext uri="{FF2B5EF4-FFF2-40B4-BE49-F238E27FC236}">
                <a16:creationId xmlns:a16="http://schemas.microsoft.com/office/drawing/2014/main" id="{715C750C-07FF-4143-8F16-4D0B3BBD8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7788" y="1597224"/>
            <a:ext cx="602103" cy="602103"/>
          </a:xfrm>
          <a:prstGeom prst="rect">
            <a:avLst/>
          </a:prstGeom>
        </p:spPr>
      </p:pic>
      <p:pic>
        <p:nvPicPr>
          <p:cNvPr id="51" name="Graphique 50" descr="Personne confuse avec un remplissage uni">
            <a:extLst>
              <a:ext uri="{FF2B5EF4-FFF2-40B4-BE49-F238E27FC236}">
                <a16:creationId xmlns:a16="http://schemas.microsoft.com/office/drawing/2014/main" id="{B8C52761-E7F6-4C81-9EAD-38C81C8C1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7888" y="155836"/>
            <a:ext cx="602103" cy="602103"/>
          </a:xfrm>
          <a:prstGeom prst="rect">
            <a:avLst/>
          </a:prstGeom>
        </p:spPr>
      </p:pic>
      <p:pic>
        <p:nvPicPr>
          <p:cNvPr id="54" name="Graphique 53" descr="Personne confuse avec un remplissage uni">
            <a:extLst>
              <a:ext uri="{FF2B5EF4-FFF2-40B4-BE49-F238E27FC236}">
                <a16:creationId xmlns:a16="http://schemas.microsoft.com/office/drawing/2014/main" id="{084CD82F-ACD8-4963-B99E-C652BDF59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4853" y="225679"/>
            <a:ext cx="602103" cy="602103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49449868-C92A-4024-A0EC-91B323C4E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5904" y="314795"/>
            <a:ext cx="602103" cy="602103"/>
          </a:xfrm>
          <a:prstGeom prst="rect">
            <a:avLst/>
          </a:prstGeom>
        </p:spPr>
      </p:pic>
      <p:pic>
        <p:nvPicPr>
          <p:cNvPr id="56" name="Graphique 55" descr="Personne confuse avec un remplissage uni">
            <a:extLst>
              <a:ext uri="{FF2B5EF4-FFF2-40B4-BE49-F238E27FC236}">
                <a16:creationId xmlns:a16="http://schemas.microsoft.com/office/drawing/2014/main" id="{BB500A2F-7C73-4AEE-AD9F-06AF5B28C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0276" y="1393735"/>
            <a:ext cx="602103" cy="602103"/>
          </a:xfrm>
          <a:prstGeom prst="rect">
            <a:avLst/>
          </a:prstGeom>
        </p:spPr>
      </p:pic>
      <p:pic>
        <p:nvPicPr>
          <p:cNvPr id="57" name="Graphique 56" descr="Personne confuse avec un remplissage uni">
            <a:extLst>
              <a:ext uri="{FF2B5EF4-FFF2-40B4-BE49-F238E27FC236}">
                <a16:creationId xmlns:a16="http://schemas.microsoft.com/office/drawing/2014/main" id="{A914659A-38A5-4D77-9CFD-2D9F3B24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1327" y="1482851"/>
            <a:ext cx="602103" cy="602103"/>
          </a:xfrm>
          <a:prstGeom prst="rect">
            <a:avLst/>
          </a:prstGeom>
        </p:spPr>
      </p:pic>
      <p:pic>
        <p:nvPicPr>
          <p:cNvPr id="60" name="Graphique 59" descr="Personne confuse avec un remplissage uni">
            <a:extLst>
              <a:ext uri="{FF2B5EF4-FFF2-40B4-BE49-F238E27FC236}">
                <a16:creationId xmlns:a16="http://schemas.microsoft.com/office/drawing/2014/main" id="{F876D091-6267-4417-8493-A75B3E0A8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2882" y="1378597"/>
            <a:ext cx="602103" cy="602103"/>
          </a:xfrm>
          <a:prstGeom prst="rect">
            <a:avLst/>
          </a:prstGeom>
        </p:spPr>
      </p:pic>
      <p:pic>
        <p:nvPicPr>
          <p:cNvPr id="61" name="Graphique 60" descr="Personne confuse avec un remplissage uni">
            <a:extLst>
              <a:ext uri="{FF2B5EF4-FFF2-40B4-BE49-F238E27FC236}">
                <a16:creationId xmlns:a16="http://schemas.microsoft.com/office/drawing/2014/main" id="{6E68CDDE-ADFF-430E-918D-F8477F005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3933" y="1467713"/>
            <a:ext cx="602103" cy="602103"/>
          </a:xfrm>
          <a:prstGeom prst="rect">
            <a:avLst/>
          </a:prstGeom>
        </p:spPr>
      </p:pic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095C4A11-8241-4208-B48F-6BB60C716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2882" y="210964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DC1D0642-A51B-4365-9B89-B1F63D8CA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3933" y="300080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B9603316-1792-49ED-A720-CAB87F201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153" y="2473579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54E0DAC4-CE83-4654-B858-702FA866C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204" y="2562695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FD9AB19B-B66E-4987-925A-AB14CF5AA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58" y="2862204"/>
            <a:ext cx="602103" cy="602103"/>
          </a:xfrm>
          <a:prstGeom prst="rect">
            <a:avLst/>
          </a:prstGeom>
        </p:spPr>
      </p:pic>
      <p:pic>
        <p:nvPicPr>
          <p:cNvPr id="67" name="Graphique 66" descr="Héros avec un remplissage uni">
            <a:extLst>
              <a:ext uri="{FF2B5EF4-FFF2-40B4-BE49-F238E27FC236}">
                <a16:creationId xmlns:a16="http://schemas.microsoft.com/office/drawing/2014/main" id="{CB2BB87E-A1ED-47B7-9D35-03853D6D2B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422" y="3007188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A3CA70CE-E1F2-4F22-8DD3-40FC57DB1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4155" y="2455243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3543AB5A-D42A-4A68-815B-6DD6877BC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5206" y="2544359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756A9A96-9746-4CDE-A870-0A7321B48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2560" y="2843868"/>
            <a:ext cx="602103" cy="602103"/>
          </a:xfrm>
          <a:prstGeom prst="rect">
            <a:avLst/>
          </a:prstGeom>
        </p:spPr>
      </p:pic>
      <p:pic>
        <p:nvPicPr>
          <p:cNvPr id="71" name="Graphique 70" descr="Personne confuse avec un remplissage uni">
            <a:extLst>
              <a:ext uri="{FF2B5EF4-FFF2-40B4-BE49-F238E27FC236}">
                <a16:creationId xmlns:a16="http://schemas.microsoft.com/office/drawing/2014/main" id="{741C90E3-186F-463C-9595-ABAAECDF2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5430" y="3464307"/>
            <a:ext cx="602103" cy="602103"/>
          </a:xfrm>
          <a:prstGeom prst="rect">
            <a:avLst/>
          </a:prstGeom>
        </p:spPr>
      </p:pic>
      <p:pic>
        <p:nvPicPr>
          <p:cNvPr id="72" name="Graphique 71" descr="Personne confuse avec un remplissage uni">
            <a:extLst>
              <a:ext uri="{FF2B5EF4-FFF2-40B4-BE49-F238E27FC236}">
                <a16:creationId xmlns:a16="http://schemas.microsoft.com/office/drawing/2014/main" id="{FA596731-C9C0-4DFE-9C5D-359B4C445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6481" y="3553423"/>
            <a:ext cx="602103" cy="602103"/>
          </a:xfrm>
          <a:prstGeom prst="rect">
            <a:avLst/>
          </a:prstGeom>
        </p:spPr>
      </p:pic>
      <p:pic>
        <p:nvPicPr>
          <p:cNvPr id="73" name="Graphique 72" descr="Personne confuse avec un remplissage uni">
            <a:extLst>
              <a:ext uri="{FF2B5EF4-FFF2-40B4-BE49-F238E27FC236}">
                <a16:creationId xmlns:a16="http://schemas.microsoft.com/office/drawing/2014/main" id="{8CEB37E4-7DEF-4369-8688-D26C4A9F9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3835" y="3852932"/>
            <a:ext cx="602103" cy="602103"/>
          </a:xfrm>
          <a:prstGeom prst="rect">
            <a:avLst/>
          </a:prstGeom>
        </p:spPr>
      </p:pic>
      <p:pic>
        <p:nvPicPr>
          <p:cNvPr id="74" name="Graphique 73" descr="Personne confuse avec un remplissage uni">
            <a:extLst>
              <a:ext uri="{FF2B5EF4-FFF2-40B4-BE49-F238E27FC236}">
                <a16:creationId xmlns:a16="http://schemas.microsoft.com/office/drawing/2014/main" id="{8FDA4468-EC98-403F-BB5E-0C6D0200A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5728" y="2447106"/>
            <a:ext cx="602103" cy="602103"/>
          </a:xfrm>
          <a:prstGeom prst="rect">
            <a:avLst/>
          </a:prstGeom>
        </p:spPr>
      </p:pic>
      <p:pic>
        <p:nvPicPr>
          <p:cNvPr id="75" name="Graphique 74" descr="Personne confuse avec un remplissage uni">
            <a:extLst>
              <a:ext uri="{FF2B5EF4-FFF2-40B4-BE49-F238E27FC236}">
                <a16:creationId xmlns:a16="http://schemas.microsoft.com/office/drawing/2014/main" id="{7B730CA7-97F0-43B7-AD6A-09E48DE1A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779" y="2536222"/>
            <a:ext cx="602103" cy="602103"/>
          </a:xfrm>
          <a:prstGeom prst="rect">
            <a:avLst/>
          </a:prstGeom>
        </p:spPr>
      </p:pic>
      <p:pic>
        <p:nvPicPr>
          <p:cNvPr id="76" name="Graphique 75" descr="Personne confuse avec un remplissage uni">
            <a:extLst>
              <a:ext uri="{FF2B5EF4-FFF2-40B4-BE49-F238E27FC236}">
                <a16:creationId xmlns:a16="http://schemas.microsoft.com/office/drawing/2014/main" id="{B7EC6B2D-13B5-4BD1-AA7E-58539312A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4133" y="2835731"/>
            <a:ext cx="602103" cy="602103"/>
          </a:xfrm>
          <a:prstGeom prst="rect">
            <a:avLst/>
          </a:prstGeom>
        </p:spPr>
      </p:pic>
      <p:pic>
        <p:nvPicPr>
          <p:cNvPr id="77" name="Graphique 76" descr="Personne confuse avec un remplissage uni">
            <a:extLst>
              <a:ext uri="{FF2B5EF4-FFF2-40B4-BE49-F238E27FC236}">
                <a16:creationId xmlns:a16="http://schemas.microsoft.com/office/drawing/2014/main" id="{8980A0B0-F75A-4CDF-8A5D-C5EDF3110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1730" y="2428770"/>
            <a:ext cx="602103" cy="602103"/>
          </a:xfrm>
          <a:prstGeom prst="rect">
            <a:avLst/>
          </a:prstGeom>
        </p:spPr>
      </p:pic>
      <p:pic>
        <p:nvPicPr>
          <p:cNvPr id="78" name="Graphique 77" descr="Personne confuse avec un remplissage uni">
            <a:extLst>
              <a:ext uri="{FF2B5EF4-FFF2-40B4-BE49-F238E27FC236}">
                <a16:creationId xmlns:a16="http://schemas.microsoft.com/office/drawing/2014/main" id="{9731E920-112E-488E-9D33-FB96AF65F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2781" y="2517886"/>
            <a:ext cx="602103" cy="602103"/>
          </a:xfrm>
          <a:prstGeom prst="rect">
            <a:avLst/>
          </a:prstGeom>
        </p:spPr>
      </p:pic>
      <p:pic>
        <p:nvPicPr>
          <p:cNvPr id="79" name="Graphique 78" descr="Personne confuse avec un remplissage uni">
            <a:extLst>
              <a:ext uri="{FF2B5EF4-FFF2-40B4-BE49-F238E27FC236}">
                <a16:creationId xmlns:a16="http://schemas.microsoft.com/office/drawing/2014/main" id="{ED3FB338-0179-44FA-889C-D9BDE83F5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135" y="2817395"/>
            <a:ext cx="602103" cy="602103"/>
          </a:xfrm>
          <a:prstGeom prst="rect">
            <a:avLst/>
          </a:prstGeom>
        </p:spPr>
      </p:pic>
      <p:pic>
        <p:nvPicPr>
          <p:cNvPr id="80" name="Graphique 79" descr="Personne confuse avec un remplissage uni">
            <a:extLst>
              <a:ext uri="{FF2B5EF4-FFF2-40B4-BE49-F238E27FC236}">
                <a16:creationId xmlns:a16="http://schemas.microsoft.com/office/drawing/2014/main" id="{6DD24846-05B4-4249-93A3-EDA586BB0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3005" y="3437834"/>
            <a:ext cx="602103" cy="602103"/>
          </a:xfrm>
          <a:prstGeom prst="rect">
            <a:avLst/>
          </a:prstGeom>
        </p:spPr>
      </p:pic>
      <p:pic>
        <p:nvPicPr>
          <p:cNvPr id="81" name="Graphique 80" descr="Personne confuse avec un remplissage uni">
            <a:extLst>
              <a:ext uri="{FF2B5EF4-FFF2-40B4-BE49-F238E27FC236}">
                <a16:creationId xmlns:a16="http://schemas.microsoft.com/office/drawing/2014/main" id="{4A3D30C0-25A9-449C-9DF1-5D8645979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4056" y="3526950"/>
            <a:ext cx="602103" cy="602103"/>
          </a:xfrm>
          <a:prstGeom prst="rect">
            <a:avLst/>
          </a:prstGeom>
        </p:spPr>
      </p:pic>
      <p:pic>
        <p:nvPicPr>
          <p:cNvPr id="82" name="Graphique 81" descr="Personne confuse avec un remplissage uni">
            <a:extLst>
              <a:ext uri="{FF2B5EF4-FFF2-40B4-BE49-F238E27FC236}">
                <a16:creationId xmlns:a16="http://schemas.microsoft.com/office/drawing/2014/main" id="{ABD6F676-0C94-4C6F-96E9-AC157E9EF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1410" y="3826459"/>
            <a:ext cx="602103" cy="602103"/>
          </a:xfrm>
          <a:prstGeom prst="rect">
            <a:avLst/>
          </a:prstGeom>
        </p:spPr>
      </p:pic>
      <p:pic>
        <p:nvPicPr>
          <p:cNvPr id="83" name="Graphique 82" descr="Héros avec un remplissage uni">
            <a:extLst>
              <a:ext uri="{FF2B5EF4-FFF2-40B4-BE49-F238E27FC236}">
                <a16:creationId xmlns:a16="http://schemas.microsoft.com/office/drawing/2014/main" id="{67350E2B-3123-4B73-BE73-539243D466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3469" y="3878370"/>
            <a:ext cx="602103" cy="602103"/>
          </a:xfrm>
          <a:prstGeom prst="rect">
            <a:avLst/>
          </a:prstGeom>
        </p:spPr>
      </p:pic>
      <p:pic>
        <p:nvPicPr>
          <p:cNvPr id="84" name="Graphique 83" descr="Héros avec un remplissage uni">
            <a:extLst>
              <a:ext uri="{FF2B5EF4-FFF2-40B4-BE49-F238E27FC236}">
                <a16:creationId xmlns:a16="http://schemas.microsoft.com/office/drawing/2014/main" id="{E66D9CF3-C654-485F-862B-8C6ED6127A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1272" y="3057346"/>
            <a:ext cx="602103" cy="602103"/>
          </a:xfrm>
          <a:prstGeom prst="rect">
            <a:avLst/>
          </a:prstGeom>
        </p:spPr>
      </p:pic>
      <p:pic>
        <p:nvPicPr>
          <p:cNvPr id="85" name="Graphique 84" descr="Héros avec un remplissage uni">
            <a:extLst>
              <a:ext uri="{FF2B5EF4-FFF2-40B4-BE49-F238E27FC236}">
                <a16:creationId xmlns:a16="http://schemas.microsoft.com/office/drawing/2014/main" id="{BD1EAFE0-4F24-43E6-8F6B-4E99EAF38D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2134" y="2485335"/>
            <a:ext cx="602103" cy="602103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290693D-F0E0-4092-AA10-AB91F476741A}"/>
              </a:ext>
            </a:extLst>
          </p:cNvPr>
          <p:cNvCxnSpPr/>
          <p:nvPr/>
        </p:nvCxnSpPr>
        <p:spPr>
          <a:xfrm>
            <a:off x="5258882" y="2835731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A1FB801D-9A99-4603-BCE2-CEB4952EFEF5}"/>
              </a:ext>
            </a:extLst>
          </p:cNvPr>
          <p:cNvCxnSpPr>
            <a:cxnSpLocks/>
          </p:cNvCxnSpPr>
          <p:nvPr/>
        </p:nvCxnSpPr>
        <p:spPr>
          <a:xfrm flipH="1">
            <a:off x="6379381" y="2997657"/>
            <a:ext cx="610447" cy="404553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C4D3F722-B954-4CD2-8664-30AF3FD11A27}"/>
              </a:ext>
            </a:extLst>
          </p:cNvPr>
          <p:cNvCxnSpPr>
            <a:cxnSpLocks/>
          </p:cNvCxnSpPr>
          <p:nvPr/>
        </p:nvCxnSpPr>
        <p:spPr>
          <a:xfrm flipH="1" flipV="1">
            <a:off x="5256018" y="3030874"/>
            <a:ext cx="775537" cy="356073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Graphique 89" descr="Héros avec un remplissage uni">
            <a:extLst>
              <a:ext uri="{FF2B5EF4-FFF2-40B4-BE49-F238E27FC236}">
                <a16:creationId xmlns:a16="http://schemas.microsoft.com/office/drawing/2014/main" id="{BC07FEF6-28FE-4735-B460-5B860036C9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2438" y="2578508"/>
            <a:ext cx="602103" cy="602103"/>
          </a:xfrm>
          <a:prstGeom prst="rect">
            <a:avLst/>
          </a:prstGeom>
        </p:spPr>
      </p:pic>
      <p:pic>
        <p:nvPicPr>
          <p:cNvPr id="91" name="Graphique 90" descr="Personne confuse avec un remplissage uni">
            <a:extLst>
              <a:ext uri="{FF2B5EF4-FFF2-40B4-BE49-F238E27FC236}">
                <a16:creationId xmlns:a16="http://schemas.microsoft.com/office/drawing/2014/main" id="{8A8B21D4-EE68-47D7-87E3-7E048298F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3053" y="3077028"/>
            <a:ext cx="602103" cy="602103"/>
          </a:xfrm>
          <a:prstGeom prst="rect">
            <a:avLst/>
          </a:prstGeom>
        </p:spPr>
      </p:pic>
      <p:pic>
        <p:nvPicPr>
          <p:cNvPr id="92" name="Graphique 91" descr="Personne confuse avec un remplissage uni">
            <a:extLst>
              <a:ext uri="{FF2B5EF4-FFF2-40B4-BE49-F238E27FC236}">
                <a16:creationId xmlns:a16="http://schemas.microsoft.com/office/drawing/2014/main" id="{03C8E546-EC15-41BE-BEFE-B22A941A1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0860" y="3453035"/>
            <a:ext cx="602103" cy="602103"/>
          </a:xfrm>
          <a:prstGeom prst="rect">
            <a:avLst/>
          </a:prstGeom>
        </p:spPr>
      </p:pic>
      <p:pic>
        <p:nvPicPr>
          <p:cNvPr id="93" name="Graphique 92" descr="Personne confuse avec un remplissage uni">
            <a:extLst>
              <a:ext uri="{FF2B5EF4-FFF2-40B4-BE49-F238E27FC236}">
                <a16:creationId xmlns:a16="http://schemas.microsoft.com/office/drawing/2014/main" id="{60768C67-7C46-4EFC-8ACC-F5C2A775A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911" y="3586508"/>
            <a:ext cx="602103" cy="602103"/>
          </a:xfrm>
          <a:prstGeom prst="rect">
            <a:avLst/>
          </a:prstGeom>
        </p:spPr>
      </p:pic>
      <p:pic>
        <p:nvPicPr>
          <p:cNvPr id="94" name="Graphique 93" descr="Personne confuse avec un remplissage uni">
            <a:extLst>
              <a:ext uri="{FF2B5EF4-FFF2-40B4-BE49-F238E27FC236}">
                <a16:creationId xmlns:a16="http://schemas.microsoft.com/office/drawing/2014/main" id="{1E5EE58C-EADF-476A-8F3D-6000F77EA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1205" y="3777268"/>
            <a:ext cx="602103" cy="602103"/>
          </a:xfrm>
          <a:prstGeom prst="rect">
            <a:avLst/>
          </a:prstGeom>
        </p:spPr>
      </p:pic>
      <p:pic>
        <p:nvPicPr>
          <p:cNvPr id="95" name="Graphique 94" descr="Personne confuse avec un remplissage uni">
            <a:extLst>
              <a:ext uri="{FF2B5EF4-FFF2-40B4-BE49-F238E27FC236}">
                <a16:creationId xmlns:a16="http://schemas.microsoft.com/office/drawing/2014/main" id="{D6E1ABD3-153C-4872-857C-F176D5049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572" y="3679144"/>
            <a:ext cx="602103" cy="602103"/>
          </a:xfrm>
          <a:prstGeom prst="rect">
            <a:avLst/>
          </a:prstGeom>
        </p:spPr>
      </p:pic>
      <p:pic>
        <p:nvPicPr>
          <p:cNvPr id="96" name="Graphique 95" descr="Personne confuse avec un remplissage uni">
            <a:extLst>
              <a:ext uri="{FF2B5EF4-FFF2-40B4-BE49-F238E27FC236}">
                <a16:creationId xmlns:a16="http://schemas.microsoft.com/office/drawing/2014/main" id="{962E0E18-01E1-47FA-8385-1AC9333C1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0778" y="2678635"/>
            <a:ext cx="602103" cy="602103"/>
          </a:xfrm>
          <a:prstGeom prst="rect">
            <a:avLst/>
          </a:prstGeom>
        </p:spPr>
      </p:pic>
      <p:pic>
        <p:nvPicPr>
          <p:cNvPr id="97" name="Graphique 96" descr="Personne confuse avec un remplissage uni">
            <a:extLst>
              <a:ext uri="{FF2B5EF4-FFF2-40B4-BE49-F238E27FC236}">
                <a16:creationId xmlns:a16="http://schemas.microsoft.com/office/drawing/2014/main" id="{FAC48727-0B7F-427D-A9AE-F1B97B3FB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6983" y="3500912"/>
            <a:ext cx="602103" cy="602103"/>
          </a:xfrm>
          <a:prstGeom prst="rect">
            <a:avLst/>
          </a:prstGeom>
        </p:spPr>
      </p:pic>
      <p:pic>
        <p:nvPicPr>
          <p:cNvPr id="98" name="Graphique 97" descr="Personne confuse avec un remplissage uni">
            <a:extLst>
              <a:ext uri="{FF2B5EF4-FFF2-40B4-BE49-F238E27FC236}">
                <a16:creationId xmlns:a16="http://schemas.microsoft.com/office/drawing/2014/main" id="{6F2A2997-A5CB-4AAB-935E-0853B7078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032" y="3308239"/>
            <a:ext cx="602103" cy="602103"/>
          </a:xfrm>
          <a:prstGeom prst="rect">
            <a:avLst/>
          </a:prstGeom>
        </p:spPr>
      </p:pic>
      <p:pic>
        <p:nvPicPr>
          <p:cNvPr id="99" name="Graphique 98" descr="Personne confuse avec un remplissage uni">
            <a:extLst>
              <a:ext uri="{FF2B5EF4-FFF2-40B4-BE49-F238E27FC236}">
                <a16:creationId xmlns:a16="http://schemas.microsoft.com/office/drawing/2014/main" id="{F989BD8C-5A59-4A01-BD85-B472522A1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3243" y="2878917"/>
            <a:ext cx="602103" cy="602103"/>
          </a:xfrm>
          <a:prstGeom prst="rect">
            <a:avLst/>
          </a:prstGeom>
        </p:spPr>
      </p:pic>
      <p:pic>
        <p:nvPicPr>
          <p:cNvPr id="100" name="Graphique 99" descr="Personne confuse avec un remplissage uni">
            <a:extLst>
              <a:ext uri="{FF2B5EF4-FFF2-40B4-BE49-F238E27FC236}">
                <a16:creationId xmlns:a16="http://schemas.microsoft.com/office/drawing/2014/main" id="{99EFBD1A-1C7E-44A9-B739-43C89B721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0242" y="2473578"/>
            <a:ext cx="602103" cy="602103"/>
          </a:xfrm>
          <a:prstGeom prst="rect">
            <a:avLst/>
          </a:prstGeom>
        </p:spPr>
      </p:pic>
      <p:pic>
        <p:nvPicPr>
          <p:cNvPr id="101" name="Graphique 100" descr="Personne confuse avec un remplissage uni">
            <a:extLst>
              <a:ext uri="{FF2B5EF4-FFF2-40B4-BE49-F238E27FC236}">
                <a16:creationId xmlns:a16="http://schemas.microsoft.com/office/drawing/2014/main" id="{237D99B4-ECAB-4224-8660-BD21285A5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8490" y="2520949"/>
            <a:ext cx="602103" cy="602103"/>
          </a:xfrm>
          <a:prstGeom prst="rect">
            <a:avLst/>
          </a:prstGeom>
        </p:spPr>
      </p:pic>
      <p:pic>
        <p:nvPicPr>
          <p:cNvPr id="102" name="Graphique 101" descr="Personne confuse avec un remplissage uni">
            <a:extLst>
              <a:ext uri="{FF2B5EF4-FFF2-40B4-BE49-F238E27FC236}">
                <a16:creationId xmlns:a16="http://schemas.microsoft.com/office/drawing/2014/main" id="{B096E269-82DA-4E1B-B798-BA8F6B0B8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0779" y="2666353"/>
            <a:ext cx="602103" cy="602103"/>
          </a:xfrm>
          <a:prstGeom prst="rect">
            <a:avLst/>
          </a:prstGeom>
        </p:spPr>
      </p:pic>
      <p:pic>
        <p:nvPicPr>
          <p:cNvPr id="107" name="Graphique 106" descr="Personne confuse avec un remplissage uni">
            <a:extLst>
              <a:ext uri="{FF2B5EF4-FFF2-40B4-BE49-F238E27FC236}">
                <a16:creationId xmlns:a16="http://schemas.microsoft.com/office/drawing/2014/main" id="{8191E246-D4DF-4A1D-B5D0-01BFE0381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95" y="5373168"/>
            <a:ext cx="602103" cy="602103"/>
          </a:xfrm>
          <a:prstGeom prst="rect">
            <a:avLst/>
          </a:prstGeom>
        </p:spPr>
      </p:pic>
      <p:pic>
        <p:nvPicPr>
          <p:cNvPr id="108" name="Graphique 107" descr="Personne confuse avec un remplissage uni">
            <a:extLst>
              <a:ext uri="{FF2B5EF4-FFF2-40B4-BE49-F238E27FC236}">
                <a16:creationId xmlns:a16="http://schemas.microsoft.com/office/drawing/2014/main" id="{57C18655-6B15-469C-B997-2044C435B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502" y="5749175"/>
            <a:ext cx="602103" cy="602103"/>
          </a:xfrm>
          <a:prstGeom prst="rect">
            <a:avLst/>
          </a:prstGeom>
        </p:spPr>
      </p:pic>
      <p:pic>
        <p:nvPicPr>
          <p:cNvPr id="109" name="Graphique 108" descr="Personne confuse avec un remplissage uni">
            <a:extLst>
              <a:ext uri="{FF2B5EF4-FFF2-40B4-BE49-F238E27FC236}">
                <a16:creationId xmlns:a16="http://schemas.microsoft.com/office/drawing/2014/main" id="{DA27EF93-5D6B-46E1-AA7D-43131B681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7553" y="5882648"/>
            <a:ext cx="602103" cy="602103"/>
          </a:xfrm>
          <a:prstGeom prst="rect">
            <a:avLst/>
          </a:prstGeom>
        </p:spPr>
      </p:pic>
      <p:pic>
        <p:nvPicPr>
          <p:cNvPr id="110" name="Graphique 109" descr="Personne confuse avec un remplissage uni">
            <a:extLst>
              <a:ext uri="{FF2B5EF4-FFF2-40B4-BE49-F238E27FC236}">
                <a16:creationId xmlns:a16="http://schemas.microsoft.com/office/drawing/2014/main" id="{BDDF1614-FA97-423C-BF4C-C9F7F6B19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6847" y="6073408"/>
            <a:ext cx="602103" cy="602103"/>
          </a:xfrm>
          <a:prstGeom prst="rect">
            <a:avLst/>
          </a:prstGeom>
        </p:spPr>
      </p:pic>
      <p:pic>
        <p:nvPicPr>
          <p:cNvPr id="111" name="Graphique 110" descr="Personne confuse avec un remplissage uni">
            <a:extLst>
              <a:ext uri="{FF2B5EF4-FFF2-40B4-BE49-F238E27FC236}">
                <a16:creationId xmlns:a16="http://schemas.microsoft.com/office/drawing/2014/main" id="{3480B163-227B-4354-9D9C-21D58C91F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1214" y="5975284"/>
            <a:ext cx="602103" cy="602103"/>
          </a:xfrm>
          <a:prstGeom prst="rect">
            <a:avLst/>
          </a:prstGeom>
        </p:spPr>
      </p:pic>
      <p:pic>
        <p:nvPicPr>
          <p:cNvPr id="112" name="Graphique 111" descr="Personne confuse avec un remplissage uni">
            <a:extLst>
              <a:ext uri="{FF2B5EF4-FFF2-40B4-BE49-F238E27FC236}">
                <a16:creationId xmlns:a16="http://schemas.microsoft.com/office/drawing/2014/main" id="{67DA2C3F-10F7-4BB0-8E36-832507F02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20" y="4974775"/>
            <a:ext cx="602103" cy="602103"/>
          </a:xfrm>
          <a:prstGeom prst="rect">
            <a:avLst/>
          </a:prstGeom>
        </p:spPr>
      </p:pic>
      <p:pic>
        <p:nvPicPr>
          <p:cNvPr id="113" name="Graphique 112" descr="Personne confuse avec un remplissage uni">
            <a:extLst>
              <a:ext uri="{FF2B5EF4-FFF2-40B4-BE49-F238E27FC236}">
                <a16:creationId xmlns:a16="http://schemas.microsoft.com/office/drawing/2014/main" id="{F8048D0A-76DC-4E7A-8710-9B4074B8D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2625" y="5797052"/>
            <a:ext cx="602103" cy="602103"/>
          </a:xfrm>
          <a:prstGeom prst="rect">
            <a:avLst/>
          </a:prstGeom>
        </p:spPr>
      </p:pic>
      <p:pic>
        <p:nvPicPr>
          <p:cNvPr id="114" name="Graphique 113" descr="Personne confuse avec un remplissage uni">
            <a:extLst>
              <a:ext uri="{FF2B5EF4-FFF2-40B4-BE49-F238E27FC236}">
                <a16:creationId xmlns:a16="http://schemas.microsoft.com/office/drawing/2014/main" id="{86C71CF4-FC81-4194-AD8B-625F5B0EC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3674" y="5604379"/>
            <a:ext cx="602103" cy="602103"/>
          </a:xfrm>
          <a:prstGeom prst="rect">
            <a:avLst/>
          </a:prstGeom>
        </p:spPr>
      </p:pic>
      <p:pic>
        <p:nvPicPr>
          <p:cNvPr id="115" name="Graphique 114" descr="Personne confuse avec un remplissage uni">
            <a:extLst>
              <a:ext uri="{FF2B5EF4-FFF2-40B4-BE49-F238E27FC236}">
                <a16:creationId xmlns:a16="http://schemas.microsoft.com/office/drawing/2014/main" id="{25875197-92A5-445C-888D-2657BD860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8885" y="5175057"/>
            <a:ext cx="602103" cy="602103"/>
          </a:xfrm>
          <a:prstGeom prst="rect">
            <a:avLst/>
          </a:prstGeom>
        </p:spPr>
      </p:pic>
      <p:pic>
        <p:nvPicPr>
          <p:cNvPr id="116" name="Graphique 115" descr="Personne confuse avec un remplissage uni">
            <a:extLst>
              <a:ext uri="{FF2B5EF4-FFF2-40B4-BE49-F238E27FC236}">
                <a16:creationId xmlns:a16="http://schemas.microsoft.com/office/drawing/2014/main" id="{A1B1741E-96B4-443A-B45D-BF5B9E6D9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884" y="4769718"/>
            <a:ext cx="602103" cy="602103"/>
          </a:xfrm>
          <a:prstGeom prst="rect">
            <a:avLst/>
          </a:prstGeom>
        </p:spPr>
      </p:pic>
      <p:pic>
        <p:nvPicPr>
          <p:cNvPr id="117" name="Graphique 116" descr="Personne confuse avec un remplissage uni">
            <a:extLst>
              <a:ext uri="{FF2B5EF4-FFF2-40B4-BE49-F238E27FC236}">
                <a16:creationId xmlns:a16="http://schemas.microsoft.com/office/drawing/2014/main" id="{3C8FE09B-FB0E-44B6-9DDE-702D1A269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4132" y="4817089"/>
            <a:ext cx="602103" cy="602103"/>
          </a:xfrm>
          <a:prstGeom prst="rect">
            <a:avLst/>
          </a:prstGeom>
        </p:spPr>
      </p:pic>
      <p:pic>
        <p:nvPicPr>
          <p:cNvPr id="118" name="Graphique 117" descr="Personne confuse avec un remplissage uni">
            <a:extLst>
              <a:ext uri="{FF2B5EF4-FFF2-40B4-BE49-F238E27FC236}">
                <a16:creationId xmlns:a16="http://schemas.microsoft.com/office/drawing/2014/main" id="{01E6F911-3DE4-4F86-9DCF-A49115CEA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6421" y="4962493"/>
            <a:ext cx="602103" cy="602103"/>
          </a:xfrm>
          <a:prstGeom prst="rect">
            <a:avLst/>
          </a:prstGeom>
        </p:spPr>
      </p:pic>
      <p:pic>
        <p:nvPicPr>
          <p:cNvPr id="119" name="Graphique 118" descr="Personne confuse avec un remplissage uni">
            <a:extLst>
              <a:ext uri="{FF2B5EF4-FFF2-40B4-BE49-F238E27FC236}">
                <a16:creationId xmlns:a16="http://schemas.microsoft.com/office/drawing/2014/main" id="{FF68082C-8481-40A6-BCE9-4BCD2FD4B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366" y="4704968"/>
            <a:ext cx="602103" cy="602103"/>
          </a:xfrm>
          <a:prstGeom prst="rect">
            <a:avLst/>
          </a:prstGeom>
        </p:spPr>
      </p:pic>
      <p:pic>
        <p:nvPicPr>
          <p:cNvPr id="120" name="Graphique 119" descr="Personne confuse avec un remplissage uni">
            <a:extLst>
              <a:ext uri="{FF2B5EF4-FFF2-40B4-BE49-F238E27FC236}">
                <a16:creationId xmlns:a16="http://schemas.microsoft.com/office/drawing/2014/main" id="{CBA003E9-9593-4CB6-A875-AEE963C22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4904" y="4659359"/>
            <a:ext cx="602103" cy="602103"/>
          </a:xfrm>
          <a:prstGeom prst="rect">
            <a:avLst/>
          </a:prstGeom>
        </p:spPr>
      </p:pic>
      <p:pic>
        <p:nvPicPr>
          <p:cNvPr id="121" name="Graphique 120" descr="Personne confuse avec un remplissage uni">
            <a:extLst>
              <a:ext uri="{FF2B5EF4-FFF2-40B4-BE49-F238E27FC236}">
                <a16:creationId xmlns:a16="http://schemas.microsoft.com/office/drawing/2014/main" id="{D7BD83AE-986E-48F8-BC41-963E73B8D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4605" y="6109081"/>
            <a:ext cx="602103" cy="602103"/>
          </a:xfrm>
          <a:prstGeom prst="rect">
            <a:avLst/>
          </a:prstGeom>
        </p:spPr>
      </p:pic>
      <p:pic>
        <p:nvPicPr>
          <p:cNvPr id="122" name="Graphique 121" descr="Personne confuse avec un remplissage uni">
            <a:extLst>
              <a:ext uri="{FF2B5EF4-FFF2-40B4-BE49-F238E27FC236}">
                <a16:creationId xmlns:a16="http://schemas.microsoft.com/office/drawing/2014/main" id="{04156764-CCE0-4F78-A8F3-4C44500B9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2460" y="6090561"/>
            <a:ext cx="602103" cy="602103"/>
          </a:xfrm>
          <a:prstGeom prst="rect">
            <a:avLst/>
          </a:prstGeom>
        </p:spPr>
      </p:pic>
      <p:pic>
        <p:nvPicPr>
          <p:cNvPr id="123" name="Graphique 122" descr="Personne confuse avec un remplissage uni">
            <a:extLst>
              <a:ext uri="{FF2B5EF4-FFF2-40B4-BE49-F238E27FC236}">
                <a16:creationId xmlns:a16="http://schemas.microsoft.com/office/drawing/2014/main" id="{83CE36A5-B055-43C0-8140-78993B05A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8197" y="4685819"/>
            <a:ext cx="602103" cy="602103"/>
          </a:xfrm>
          <a:prstGeom prst="rect">
            <a:avLst/>
          </a:prstGeom>
        </p:spPr>
      </p:pic>
      <p:pic>
        <p:nvPicPr>
          <p:cNvPr id="124" name="Graphique 123" descr="Héros avec un remplissage uni">
            <a:extLst>
              <a:ext uri="{FF2B5EF4-FFF2-40B4-BE49-F238E27FC236}">
                <a16:creationId xmlns:a16="http://schemas.microsoft.com/office/drawing/2014/main" id="{854C5CFC-0E52-4E1E-8E04-5D03922AF5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7278" y="4713466"/>
            <a:ext cx="602103" cy="602103"/>
          </a:xfrm>
          <a:prstGeom prst="rect">
            <a:avLst/>
          </a:prstGeom>
        </p:spPr>
      </p:pic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6103930E-68DC-4889-BCDA-9C99D90B8CE7}"/>
              </a:ext>
            </a:extLst>
          </p:cNvPr>
          <p:cNvCxnSpPr>
            <a:cxnSpLocks/>
          </p:cNvCxnSpPr>
          <p:nvPr/>
        </p:nvCxnSpPr>
        <p:spPr>
          <a:xfrm>
            <a:off x="5014986" y="4970653"/>
            <a:ext cx="2297795" cy="0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68E7AFD8-CCFE-49DE-97DE-34F033807319}"/>
              </a:ext>
            </a:extLst>
          </p:cNvPr>
          <p:cNvCxnSpPr>
            <a:cxnSpLocks/>
          </p:cNvCxnSpPr>
          <p:nvPr/>
        </p:nvCxnSpPr>
        <p:spPr>
          <a:xfrm flipH="1">
            <a:off x="4957830" y="6362170"/>
            <a:ext cx="2402907" cy="1228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395A2AEE-C397-4896-9E44-CD6F6D8F8D9A}"/>
              </a:ext>
            </a:extLst>
          </p:cNvPr>
          <p:cNvCxnSpPr>
            <a:cxnSpLocks/>
          </p:cNvCxnSpPr>
          <p:nvPr/>
        </p:nvCxnSpPr>
        <p:spPr>
          <a:xfrm>
            <a:off x="7722238" y="5371299"/>
            <a:ext cx="20636" cy="60397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992A218D-B4BE-48FB-A829-CB38D8B114B8}"/>
              </a:ext>
            </a:extLst>
          </p:cNvPr>
          <p:cNvCxnSpPr>
            <a:cxnSpLocks/>
          </p:cNvCxnSpPr>
          <p:nvPr/>
        </p:nvCxnSpPr>
        <p:spPr>
          <a:xfrm flipV="1">
            <a:off x="4485656" y="5370129"/>
            <a:ext cx="0" cy="630286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Graphique 137" descr="Héros avec un remplissage uni">
            <a:extLst>
              <a:ext uri="{FF2B5EF4-FFF2-40B4-BE49-F238E27FC236}">
                <a16:creationId xmlns:a16="http://schemas.microsoft.com/office/drawing/2014/main" id="{545A9A6A-0AC6-40AA-A0D5-72B19D198E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175" y="4746862"/>
            <a:ext cx="602103" cy="602103"/>
          </a:xfrm>
          <a:prstGeom prst="rect">
            <a:avLst/>
          </a:prstGeom>
        </p:spPr>
      </p:pic>
      <p:cxnSp>
        <p:nvCxnSpPr>
          <p:cNvPr id="139" name="Connecteur droit avec flèche 138">
            <a:extLst>
              <a:ext uri="{FF2B5EF4-FFF2-40B4-BE49-F238E27FC236}">
                <a16:creationId xmlns:a16="http://schemas.microsoft.com/office/drawing/2014/main" id="{FD593A84-C9D3-45EF-9950-3A5B41E11CD2}"/>
              </a:ext>
            </a:extLst>
          </p:cNvPr>
          <p:cNvCxnSpPr>
            <a:cxnSpLocks/>
          </p:cNvCxnSpPr>
          <p:nvPr/>
        </p:nvCxnSpPr>
        <p:spPr>
          <a:xfrm>
            <a:off x="8918883" y="5004049"/>
            <a:ext cx="2297795" cy="0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avec flèche 139">
            <a:extLst>
              <a:ext uri="{FF2B5EF4-FFF2-40B4-BE49-F238E27FC236}">
                <a16:creationId xmlns:a16="http://schemas.microsoft.com/office/drawing/2014/main" id="{F7942B9C-9C53-440E-9139-23963806C5C3}"/>
              </a:ext>
            </a:extLst>
          </p:cNvPr>
          <p:cNvCxnSpPr>
            <a:cxnSpLocks/>
          </p:cNvCxnSpPr>
          <p:nvPr/>
        </p:nvCxnSpPr>
        <p:spPr>
          <a:xfrm flipH="1">
            <a:off x="8861727" y="6395566"/>
            <a:ext cx="2402907" cy="1228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avec flèche 140">
            <a:extLst>
              <a:ext uri="{FF2B5EF4-FFF2-40B4-BE49-F238E27FC236}">
                <a16:creationId xmlns:a16="http://schemas.microsoft.com/office/drawing/2014/main" id="{020D902C-B216-4B86-B615-45DB48BF5B38}"/>
              </a:ext>
            </a:extLst>
          </p:cNvPr>
          <p:cNvCxnSpPr>
            <a:cxnSpLocks/>
          </p:cNvCxnSpPr>
          <p:nvPr/>
        </p:nvCxnSpPr>
        <p:spPr>
          <a:xfrm>
            <a:off x="11626135" y="5404695"/>
            <a:ext cx="20636" cy="60397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1904C928-7B94-4B4E-B365-18FC37AAA2E2}"/>
              </a:ext>
            </a:extLst>
          </p:cNvPr>
          <p:cNvCxnSpPr>
            <a:cxnSpLocks/>
          </p:cNvCxnSpPr>
          <p:nvPr/>
        </p:nvCxnSpPr>
        <p:spPr>
          <a:xfrm flipV="1">
            <a:off x="8389553" y="5403525"/>
            <a:ext cx="0" cy="630286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que 142" descr="Personne confuse avec un remplissage uni">
            <a:extLst>
              <a:ext uri="{FF2B5EF4-FFF2-40B4-BE49-F238E27FC236}">
                <a16:creationId xmlns:a16="http://schemas.microsoft.com/office/drawing/2014/main" id="{5109B1B3-404D-4F63-AD16-AA08015AE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9624" y="4751386"/>
            <a:ext cx="602103" cy="602103"/>
          </a:xfrm>
          <a:prstGeom prst="rect">
            <a:avLst/>
          </a:prstGeom>
        </p:spPr>
      </p:pic>
      <p:pic>
        <p:nvPicPr>
          <p:cNvPr id="144" name="Graphique 143" descr="Personne confuse avec un remplissage uni">
            <a:extLst>
              <a:ext uri="{FF2B5EF4-FFF2-40B4-BE49-F238E27FC236}">
                <a16:creationId xmlns:a16="http://schemas.microsoft.com/office/drawing/2014/main" id="{C085F53B-84EA-4E5E-8AAF-4C84EABD4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0675" y="4840502"/>
            <a:ext cx="602103" cy="602103"/>
          </a:xfrm>
          <a:prstGeom prst="rect">
            <a:avLst/>
          </a:prstGeom>
        </p:spPr>
      </p:pic>
      <p:pic>
        <p:nvPicPr>
          <p:cNvPr id="145" name="Graphique 144" descr="Personne confuse avec un remplissage uni">
            <a:extLst>
              <a:ext uri="{FF2B5EF4-FFF2-40B4-BE49-F238E27FC236}">
                <a16:creationId xmlns:a16="http://schemas.microsoft.com/office/drawing/2014/main" id="{085E63C0-E2C7-48C3-A37C-6574FA404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047" y="5919442"/>
            <a:ext cx="602103" cy="602103"/>
          </a:xfrm>
          <a:prstGeom prst="rect">
            <a:avLst/>
          </a:prstGeom>
        </p:spPr>
      </p:pic>
      <p:pic>
        <p:nvPicPr>
          <p:cNvPr id="146" name="Graphique 145" descr="Personne confuse avec un remplissage uni">
            <a:extLst>
              <a:ext uri="{FF2B5EF4-FFF2-40B4-BE49-F238E27FC236}">
                <a16:creationId xmlns:a16="http://schemas.microsoft.com/office/drawing/2014/main" id="{ECBBAA71-BA31-4319-85B2-80633247D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6098" y="6008558"/>
            <a:ext cx="602103" cy="602103"/>
          </a:xfrm>
          <a:prstGeom prst="rect">
            <a:avLst/>
          </a:prstGeom>
        </p:spPr>
      </p:pic>
      <p:pic>
        <p:nvPicPr>
          <p:cNvPr id="147" name="Graphique 146" descr="Personne confuse avec un remplissage uni">
            <a:extLst>
              <a:ext uri="{FF2B5EF4-FFF2-40B4-BE49-F238E27FC236}">
                <a16:creationId xmlns:a16="http://schemas.microsoft.com/office/drawing/2014/main" id="{D3C8945E-D9B2-4460-AB35-4C3FA6B0D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7653" y="5904304"/>
            <a:ext cx="602103" cy="602103"/>
          </a:xfrm>
          <a:prstGeom prst="rect">
            <a:avLst/>
          </a:prstGeom>
        </p:spPr>
      </p:pic>
      <p:pic>
        <p:nvPicPr>
          <p:cNvPr id="148" name="Graphique 147" descr="Personne confuse avec un remplissage uni">
            <a:extLst>
              <a:ext uri="{FF2B5EF4-FFF2-40B4-BE49-F238E27FC236}">
                <a16:creationId xmlns:a16="http://schemas.microsoft.com/office/drawing/2014/main" id="{801AAEE0-9FCA-4D15-BD6D-1AF506A9B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04" y="5993420"/>
            <a:ext cx="602103" cy="602103"/>
          </a:xfrm>
          <a:prstGeom prst="rect">
            <a:avLst/>
          </a:prstGeom>
        </p:spPr>
      </p:pic>
      <p:pic>
        <p:nvPicPr>
          <p:cNvPr id="149" name="Graphique 148" descr="Personne confuse avec un remplissage uni">
            <a:extLst>
              <a:ext uri="{FF2B5EF4-FFF2-40B4-BE49-F238E27FC236}">
                <a16:creationId xmlns:a16="http://schemas.microsoft.com/office/drawing/2014/main" id="{27EB793D-CBAC-42D6-A131-8AB95A50C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7653" y="4736671"/>
            <a:ext cx="602103" cy="602103"/>
          </a:xfrm>
          <a:prstGeom prst="rect">
            <a:avLst/>
          </a:prstGeom>
        </p:spPr>
      </p:pic>
      <p:pic>
        <p:nvPicPr>
          <p:cNvPr id="150" name="Graphique 149" descr="Personne confuse avec un remplissage uni">
            <a:extLst>
              <a:ext uri="{FF2B5EF4-FFF2-40B4-BE49-F238E27FC236}">
                <a16:creationId xmlns:a16="http://schemas.microsoft.com/office/drawing/2014/main" id="{B398AD15-77E4-48F3-9025-98BE7FF9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04" y="4825787"/>
            <a:ext cx="602103" cy="602103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FF812633-C22B-4EE6-8BFC-D3D52C909071}"/>
              </a:ext>
            </a:extLst>
          </p:cNvPr>
          <p:cNvGrpSpPr/>
          <p:nvPr/>
        </p:nvGrpSpPr>
        <p:grpSpPr>
          <a:xfrm>
            <a:off x="300929" y="626311"/>
            <a:ext cx="3334766" cy="1307376"/>
            <a:chOff x="300929" y="626311"/>
            <a:chExt cx="3334766" cy="1307376"/>
          </a:xfrm>
        </p:grpSpPr>
        <p:pic>
          <p:nvPicPr>
            <p:cNvPr id="37" name="Graphique 36" descr="Héros avec un remplissage uni">
              <a:extLst>
                <a:ext uri="{FF2B5EF4-FFF2-40B4-BE49-F238E27FC236}">
                  <a16:creationId xmlns:a16="http://schemas.microsoft.com/office/drawing/2014/main" id="{E7071BE7-DAB6-4BFB-8905-BE11EBBED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28319" y="626311"/>
              <a:ext cx="1307376" cy="1307376"/>
            </a:xfrm>
            <a:prstGeom prst="rect">
              <a:avLst/>
            </a:prstGeom>
          </p:spPr>
        </p:pic>
        <p:pic>
          <p:nvPicPr>
            <p:cNvPr id="39" name="Graphique 38" descr="Personne confuse avec un remplissage uni">
              <a:extLst>
                <a:ext uri="{FF2B5EF4-FFF2-40B4-BE49-F238E27FC236}">
                  <a16:creationId xmlns:a16="http://schemas.microsoft.com/office/drawing/2014/main" id="{1F673271-C51D-41D7-AC18-A67F49972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0929" y="660773"/>
              <a:ext cx="1238451" cy="1238451"/>
            </a:xfrm>
            <a:prstGeom prst="rect">
              <a:avLst/>
            </a:prstGeom>
          </p:spPr>
        </p:pic>
        <p:pic>
          <p:nvPicPr>
            <p:cNvPr id="151" name="Graphique 150" descr="Aide avec un remplissage uni">
              <a:extLst>
                <a:ext uri="{FF2B5EF4-FFF2-40B4-BE49-F238E27FC236}">
                  <a16:creationId xmlns:a16="http://schemas.microsoft.com/office/drawing/2014/main" id="{B1A302F2-1B47-403F-8051-FC9C6FE3E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0032" y="68052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2027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6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49D86-4866-4D3B-A17E-B511D0E592B7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que 12" descr="Personne confuse avec un remplissage uni">
            <a:extLst>
              <a:ext uri="{FF2B5EF4-FFF2-40B4-BE49-F238E27FC236}">
                <a16:creationId xmlns:a16="http://schemas.microsoft.com/office/drawing/2014/main" id="{68BB4993-5935-4257-BF8C-34076BC71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903" y="263779"/>
            <a:ext cx="602103" cy="602103"/>
          </a:xfrm>
          <a:prstGeom prst="rect">
            <a:avLst/>
          </a:prstGeom>
        </p:spPr>
      </p:pic>
      <p:pic>
        <p:nvPicPr>
          <p:cNvPr id="14" name="Graphique 13" descr="Personne confuse avec un remplissage uni">
            <a:extLst>
              <a:ext uri="{FF2B5EF4-FFF2-40B4-BE49-F238E27FC236}">
                <a16:creationId xmlns:a16="http://schemas.microsoft.com/office/drawing/2014/main" id="{86A9D9F3-E749-4CD1-B2B8-81F472282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954" y="352895"/>
            <a:ext cx="602103" cy="602103"/>
          </a:xfrm>
          <a:prstGeom prst="rect">
            <a:avLst/>
          </a:prstGeom>
        </p:spPr>
      </p:pic>
      <p:pic>
        <p:nvPicPr>
          <p:cNvPr id="15" name="Graphique 14" descr="Personne confuse avec un remplissage uni">
            <a:extLst>
              <a:ext uri="{FF2B5EF4-FFF2-40B4-BE49-F238E27FC236}">
                <a16:creationId xmlns:a16="http://schemas.microsoft.com/office/drawing/2014/main" id="{007037F2-23E8-4FDD-A7D0-60849818C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308" y="652404"/>
            <a:ext cx="602103" cy="602103"/>
          </a:xfrm>
          <a:prstGeom prst="rect">
            <a:avLst/>
          </a:prstGeom>
        </p:spPr>
      </p:pic>
      <p:pic>
        <p:nvPicPr>
          <p:cNvPr id="16" name="Graphique 15" descr="Personne confuse avec un remplissage uni">
            <a:extLst>
              <a:ext uri="{FF2B5EF4-FFF2-40B4-BE49-F238E27FC236}">
                <a16:creationId xmlns:a16="http://schemas.microsoft.com/office/drawing/2014/main" id="{12B045F2-51CE-4B87-B5B9-E6F49EB10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7188" y="262236"/>
            <a:ext cx="602103" cy="602103"/>
          </a:xfrm>
          <a:prstGeom prst="rect">
            <a:avLst/>
          </a:prstGeom>
        </p:spPr>
      </p:pic>
      <p:pic>
        <p:nvPicPr>
          <p:cNvPr id="17" name="Graphique 16" descr="Personne confuse avec un remplissage uni">
            <a:extLst>
              <a:ext uri="{FF2B5EF4-FFF2-40B4-BE49-F238E27FC236}">
                <a16:creationId xmlns:a16="http://schemas.microsoft.com/office/drawing/2014/main" id="{BC6A1267-3CC6-48CF-8C8A-1710DE19F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8239" y="351352"/>
            <a:ext cx="602103" cy="602103"/>
          </a:xfrm>
          <a:prstGeom prst="rect">
            <a:avLst/>
          </a:prstGeom>
        </p:spPr>
      </p:pic>
      <p:pic>
        <p:nvPicPr>
          <p:cNvPr id="18" name="Graphique 17" descr="Personne confuse avec un remplissage uni">
            <a:extLst>
              <a:ext uri="{FF2B5EF4-FFF2-40B4-BE49-F238E27FC236}">
                <a16:creationId xmlns:a16="http://schemas.microsoft.com/office/drawing/2014/main" id="{B82D5437-53DE-4D01-912D-65F95245A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5593" y="650861"/>
            <a:ext cx="602103" cy="602103"/>
          </a:xfrm>
          <a:prstGeom prst="rect">
            <a:avLst/>
          </a:prstGeom>
        </p:spPr>
      </p:pic>
      <p:pic>
        <p:nvPicPr>
          <p:cNvPr id="19" name="Graphique 18" descr="Personne confuse avec un remplissage uni">
            <a:extLst>
              <a:ext uri="{FF2B5EF4-FFF2-40B4-BE49-F238E27FC236}">
                <a16:creationId xmlns:a16="http://schemas.microsoft.com/office/drawing/2014/main" id="{1A99581D-D8C6-489B-B9B9-FA4C621ED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6524" y="413533"/>
            <a:ext cx="602103" cy="602103"/>
          </a:xfrm>
          <a:prstGeom prst="rect">
            <a:avLst/>
          </a:prstGeom>
        </p:spPr>
      </p:pic>
      <p:pic>
        <p:nvPicPr>
          <p:cNvPr id="20" name="Graphique 19" descr="Personne confuse avec un remplissage uni">
            <a:extLst>
              <a:ext uri="{FF2B5EF4-FFF2-40B4-BE49-F238E27FC236}">
                <a16:creationId xmlns:a16="http://schemas.microsoft.com/office/drawing/2014/main" id="{A477078B-C856-4B03-A781-1CBFCE511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7575" y="502649"/>
            <a:ext cx="602103" cy="602103"/>
          </a:xfrm>
          <a:prstGeom prst="rect">
            <a:avLst/>
          </a:prstGeom>
        </p:spPr>
      </p:pic>
      <p:pic>
        <p:nvPicPr>
          <p:cNvPr id="21" name="Graphique 20" descr="Personne confuse avec un remplissage uni">
            <a:extLst>
              <a:ext uri="{FF2B5EF4-FFF2-40B4-BE49-F238E27FC236}">
                <a16:creationId xmlns:a16="http://schemas.microsoft.com/office/drawing/2014/main" id="{1C612C5E-A1C1-4E6E-B6E3-7D849212D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4234" y="766007"/>
            <a:ext cx="602103" cy="602103"/>
          </a:xfrm>
          <a:prstGeom prst="rect">
            <a:avLst/>
          </a:prstGeom>
        </p:spPr>
      </p:pic>
      <p:pic>
        <p:nvPicPr>
          <p:cNvPr id="22" name="Graphique 21" descr="Personne confuse avec un remplissage uni">
            <a:extLst>
              <a:ext uri="{FF2B5EF4-FFF2-40B4-BE49-F238E27FC236}">
                <a16:creationId xmlns:a16="http://schemas.microsoft.com/office/drawing/2014/main" id="{68032030-F865-45BE-BCE7-1F9514B2E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49" y="1510190"/>
            <a:ext cx="602103" cy="602103"/>
          </a:xfrm>
          <a:prstGeom prst="rect">
            <a:avLst/>
          </a:prstGeom>
        </p:spPr>
      </p:pic>
      <p:pic>
        <p:nvPicPr>
          <p:cNvPr id="23" name="Graphique 22" descr="Personne confuse avec un remplissage uni">
            <a:extLst>
              <a:ext uri="{FF2B5EF4-FFF2-40B4-BE49-F238E27FC236}">
                <a16:creationId xmlns:a16="http://schemas.microsoft.com/office/drawing/2014/main" id="{D86D4082-A366-4967-BAAC-7CFFE48D5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00" y="1599306"/>
            <a:ext cx="602103" cy="602103"/>
          </a:xfrm>
          <a:prstGeom prst="rect">
            <a:avLst/>
          </a:prstGeom>
        </p:spPr>
      </p:pic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6B220252-0A9B-49D9-83A7-358871812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562" y="1276969"/>
            <a:ext cx="602103" cy="602103"/>
          </a:xfrm>
          <a:prstGeom prst="rect">
            <a:avLst/>
          </a:prstGeom>
        </p:spPr>
      </p:pic>
      <p:pic>
        <p:nvPicPr>
          <p:cNvPr id="26" name="Graphique 25" descr="Personne confuse avec un remplissage uni">
            <a:extLst>
              <a:ext uri="{FF2B5EF4-FFF2-40B4-BE49-F238E27FC236}">
                <a16:creationId xmlns:a16="http://schemas.microsoft.com/office/drawing/2014/main" id="{58F41541-430B-44D4-A8DE-018A60CC3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5056" y="1614654"/>
            <a:ext cx="602103" cy="602103"/>
          </a:xfrm>
          <a:prstGeom prst="rect">
            <a:avLst/>
          </a:prstGeom>
        </p:spPr>
      </p:pic>
      <p:pic>
        <p:nvPicPr>
          <p:cNvPr id="27" name="Graphique 26" descr="Personne confuse avec un remplissage uni">
            <a:extLst>
              <a:ext uri="{FF2B5EF4-FFF2-40B4-BE49-F238E27FC236}">
                <a16:creationId xmlns:a16="http://schemas.microsoft.com/office/drawing/2014/main" id="{CCB20F1D-6552-4BAD-9224-74767A06D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5761" y="1510190"/>
            <a:ext cx="602103" cy="602103"/>
          </a:xfrm>
          <a:prstGeom prst="rect">
            <a:avLst/>
          </a:prstGeom>
        </p:spPr>
      </p:pic>
      <p:pic>
        <p:nvPicPr>
          <p:cNvPr id="30" name="Graphique 29" descr="Personne confuse avec un remplissage uni">
            <a:extLst>
              <a:ext uri="{FF2B5EF4-FFF2-40B4-BE49-F238E27FC236}">
                <a16:creationId xmlns:a16="http://schemas.microsoft.com/office/drawing/2014/main" id="{D484466A-12CD-4FBC-A650-D543D57AC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9089" y="207929"/>
            <a:ext cx="602103" cy="602103"/>
          </a:xfrm>
          <a:prstGeom prst="rect">
            <a:avLst/>
          </a:prstGeom>
        </p:spPr>
      </p:pic>
      <p:pic>
        <p:nvPicPr>
          <p:cNvPr id="31" name="Graphique 30" descr="Personne confuse avec un remplissage uni">
            <a:extLst>
              <a:ext uri="{FF2B5EF4-FFF2-40B4-BE49-F238E27FC236}">
                <a16:creationId xmlns:a16="http://schemas.microsoft.com/office/drawing/2014/main" id="{949B07B2-DC1F-441D-BA15-6EB1C1308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6443" y="507438"/>
            <a:ext cx="602103" cy="602103"/>
          </a:xfrm>
          <a:prstGeom prst="rect">
            <a:avLst/>
          </a:prstGeom>
        </p:spPr>
      </p:pic>
      <p:pic>
        <p:nvPicPr>
          <p:cNvPr id="32" name="Graphique 31" descr="Personne confuse avec un remplissage uni">
            <a:extLst>
              <a:ext uri="{FF2B5EF4-FFF2-40B4-BE49-F238E27FC236}">
                <a16:creationId xmlns:a16="http://schemas.microsoft.com/office/drawing/2014/main" id="{F5E13F79-5C30-419F-8622-511692FB1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9351" y="1454373"/>
            <a:ext cx="602103" cy="602103"/>
          </a:xfrm>
          <a:prstGeom prst="rect">
            <a:avLst/>
          </a:prstGeom>
        </p:spPr>
      </p:pic>
      <p:pic>
        <p:nvPicPr>
          <p:cNvPr id="33" name="Graphique 32" descr="Personne confuse avec un remplissage uni">
            <a:extLst>
              <a:ext uri="{FF2B5EF4-FFF2-40B4-BE49-F238E27FC236}">
                <a16:creationId xmlns:a16="http://schemas.microsoft.com/office/drawing/2014/main" id="{376E1DE2-3C4B-4EB6-B2D5-C1A243FA1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8750" y="1242620"/>
            <a:ext cx="602103" cy="602103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195521C-9890-4F85-B7E1-405FD8BEAD87}"/>
              </a:ext>
            </a:extLst>
          </p:cNvPr>
          <p:cNvCxnSpPr/>
          <p:nvPr/>
        </p:nvCxnSpPr>
        <p:spPr>
          <a:xfrm>
            <a:off x="936729" y="795563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6877FF90-E2C6-4695-96A0-29E61AF62B85}"/>
              </a:ext>
            </a:extLst>
          </p:cNvPr>
          <p:cNvCxnSpPr>
            <a:cxnSpLocks/>
          </p:cNvCxnSpPr>
          <p:nvPr/>
        </p:nvCxnSpPr>
        <p:spPr>
          <a:xfrm>
            <a:off x="902745" y="1087216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E8DD37C5-133B-4827-870A-B48B4810E01F}"/>
              </a:ext>
            </a:extLst>
          </p:cNvPr>
          <p:cNvCxnSpPr>
            <a:cxnSpLocks/>
          </p:cNvCxnSpPr>
          <p:nvPr/>
        </p:nvCxnSpPr>
        <p:spPr>
          <a:xfrm>
            <a:off x="1938599" y="1013002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6B9549A-3FC0-49B8-BE8D-5718D4994EA1}"/>
              </a:ext>
            </a:extLst>
          </p:cNvPr>
          <p:cNvCxnSpPr>
            <a:cxnSpLocks/>
          </p:cNvCxnSpPr>
          <p:nvPr/>
        </p:nvCxnSpPr>
        <p:spPr>
          <a:xfrm flipV="1">
            <a:off x="1854485" y="1637678"/>
            <a:ext cx="341652" cy="25729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2CE07B9-D689-451B-87DE-C6E03D95B079}"/>
              </a:ext>
            </a:extLst>
          </p:cNvPr>
          <p:cNvCxnSpPr>
            <a:cxnSpLocks/>
          </p:cNvCxnSpPr>
          <p:nvPr/>
        </p:nvCxnSpPr>
        <p:spPr>
          <a:xfrm>
            <a:off x="2474749" y="1652182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E3650A7-FF8E-4937-B6E3-216018C00D0F}"/>
              </a:ext>
            </a:extLst>
          </p:cNvPr>
          <p:cNvCxnSpPr>
            <a:cxnSpLocks/>
          </p:cNvCxnSpPr>
          <p:nvPr/>
        </p:nvCxnSpPr>
        <p:spPr>
          <a:xfrm flipH="1">
            <a:off x="3329103" y="1282984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342A2A7-4B1F-4576-B76A-0D7CE0936863}"/>
              </a:ext>
            </a:extLst>
          </p:cNvPr>
          <p:cNvCxnSpPr>
            <a:cxnSpLocks/>
          </p:cNvCxnSpPr>
          <p:nvPr/>
        </p:nvCxnSpPr>
        <p:spPr>
          <a:xfrm flipH="1">
            <a:off x="2413941" y="1033318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19D45520-52CC-4E98-9EA5-38538E2D20F4}"/>
              </a:ext>
            </a:extLst>
          </p:cNvPr>
          <p:cNvCxnSpPr>
            <a:cxnSpLocks/>
          </p:cNvCxnSpPr>
          <p:nvPr/>
        </p:nvCxnSpPr>
        <p:spPr>
          <a:xfrm>
            <a:off x="2016551" y="915585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D96D45DB-8B53-47ED-A0F1-E8E941094EA3}"/>
              </a:ext>
            </a:extLst>
          </p:cNvPr>
          <p:cNvCxnSpPr>
            <a:cxnSpLocks/>
          </p:cNvCxnSpPr>
          <p:nvPr/>
        </p:nvCxnSpPr>
        <p:spPr>
          <a:xfrm>
            <a:off x="820393" y="1227045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7ED113E-33D1-4AFF-BA49-D8B42CFDFCBF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1650403" y="1118704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BB123BDC-00B9-41C8-BECB-83DDDD1B58DB}"/>
              </a:ext>
            </a:extLst>
          </p:cNvPr>
          <p:cNvCxnSpPr>
            <a:cxnSpLocks/>
          </p:cNvCxnSpPr>
          <p:nvPr/>
        </p:nvCxnSpPr>
        <p:spPr>
          <a:xfrm flipH="1">
            <a:off x="1851257" y="1994212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que 57" descr="Personne confuse avec un remplissage uni">
            <a:extLst>
              <a:ext uri="{FF2B5EF4-FFF2-40B4-BE49-F238E27FC236}">
                <a16:creationId xmlns:a16="http://schemas.microsoft.com/office/drawing/2014/main" id="{05AABC66-B641-4FFA-AB0F-40C5DD0C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6100" y="224366"/>
            <a:ext cx="602103" cy="602103"/>
          </a:xfrm>
          <a:prstGeom prst="rect">
            <a:avLst/>
          </a:prstGeom>
        </p:spPr>
      </p:pic>
      <p:pic>
        <p:nvPicPr>
          <p:cNvPr id="59" name="Graphique 58" descr="Personne confuse avec un remplissage uni">
            <a:extLst>
              <a:ext uri="{FF2B5EF4-FFF2-40B4-BE49-F238E27FC236}">
                <a16:creationId xmlns:a16="http://schemas.microsoft.com/office/drawing/2014/main" id="{15F084E6-8493-40BD-A5D3-A12C34A37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7151" y="313482"/>
            <a:ext cx="602103" cy="602103"/>
          </a:xfrm>
          <a:prstGeom prst="rect">
            <a:avLst/>
          </a:prstGeom>
        </p:spPr>
      </p:pic>
      <p:pic>
        <p:nvPicPr>
          <p:cNvPr id="60" name="Graphique 59" descr="Personne confuse avec un remplissage uni">
            <a:extLst>
              <a:ext uri="{FF2B5EF4-FFF2-40B4-BE49-F238E27FC236}">
                <a16:creationId xmlns:a16="http://schemas.microsoft.com/office/drawing/2014/main" id="{D750B251-7156-4456-B4CD-C7170DE07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505" y="612991"/>
            <a:ext cx="602103" cy="602103"/>
          </a:xfrm>
          <a:prstGeom prst="rect">
            <a:avLst/>
          </a:prstGeom>
        </p:spPr>
      </p:pic>
      <p:pic>
        <p:nvPicPr>
          <p:cNvPr id="61" name="Graphique 60" descr="Personne confuse avec un remplissage uni">
            <a:extLst>
              <a:ext uri="{FF2B5EF4-FFF2-40B4-BE49-F238E27FC236}">
                <a16:creationId xmlns:a16="http://schemas.microsoft.com/office/drawing/2014/main" id="{F105AC43-5D57-46BF-85B5-B560B31D4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0385" y="222823"/>
            <a:ext cx="602103" cy="602103"/>
          </a:xfrm>
          <a:prstGeom prst="rect">
            <a:avLst/>
          </a:prstGeom>
        </p:spPr>
      </p:pic>
      <p:pic>
        <p:nvPicPr>
          <p:cNvPr id="62" name="Graphique 61" descr="Personne confuse avec un remplissage uni">
            <a:extLst>
              <a:ext uri="{FF2B5EF4-FFF2-40B4-BE49-F238E27FC236}">
                <a16:creationId xmlns:a16="http://schemas.microsoft.com/office/drawing/2014/main" id="{30980A18-52A3-481B-80F8-F7F571258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1436" y="311939"/>
            <a:ext cx="602103" cy="602103"/>
          </a:xfrm>
          <a:prstGeom prst="rect">
            <a:avLst/>
          </a:prstGeom>
        </p:spPr>
      </p:pic>
      <p:pic>
        <p:nvPicPr>
          <p:cNvPr id="63" name="Graphique 62" descr="Personne confuse avec un remplissage uni">
            <a:extLst>
              <a:ext uri="{FF2B5EF4-FFF2-40B4-BE49-F238E27FC236}">
                <a16:creationId xmlns:a16="http://schemas.microsoft.com/office/drawing/2014/main" id="{89D27FD9-DFCA-4082-99A3-59FAB23AF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8790" y="611448"/>
            <a:ext cx="602103" cy="602103"/>
          </a:xfrm>
          <a:prstGeom prst="rect">
            <a:avLst/>
          </a:prstGeom>
        </p:spPr>
      </p:pic>
      <p:pic>
        <p:nvPicPr>
          <p:cNvPr id="64" name="Graphique 63" descr="Personne confuse avec un remplissage uni">
            <a:extLst>
              <a:ext uri="{FF2B5EF4-FFF2-40B4-BE49-F238E27FC236}">
                <a16:creationId xmlns:a16="http://schemas.microsoft.com/office/drawing/2014/main" id="{003C10D9-86E9-4FF2-A499-1F7D167CD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9721" y="374120"/>
            <a:ext cx="602103" cy="602103"/>
          </a:xfrm>
          <a:prstGeom prst="rect">
            <a:avLst/>
          </a:prstGeom>
        </p:spPr>
      </p:pic>
      <p:pic>
        <p:nvPicPr>
          <p:cNvPr id="65" name="Graphique 64" descr="Personne confuse avec un remplissage uni">
            <a:extLst>
              <a:ext uri="{FF2B5EF4-FFF2-40B4-BE49-F238E27FC236}">
                <a16:creationId xmlns:a16="http://schemas.microsoft.com/office/drawing/2014/main" id="{5BF21BDA-05FF-4FD6-9033-B548EA480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0772" y="463236"/>
            <a:ext cx="602103" cy="602103"/>
          </a:xfrm>
          <a:prstGeom prst="rect">
            <a:avLst/>
          </a:prstGeom>
        </p:spPr>
      </p:pic>
      <p:pic>
        <p:nvPicPr>
          <p:cNvPr id="66" name="Graphique 65" descr="Personne confuse avec un remplissage uni">
            <a:extLst>
              <a:ext uri="{FF2B5EF4-FFF2-40B4-BE49-F238E27FC236}">
                <a16:creationId xmlns:a16="http://schemas.microsoft.com/office/drawing/2014/main" id="{357B4560-F125-4BDD-A547-531673E19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7431" y="726594"/>
            <a:ext cx="602103" cy="602103"/>
          </a:xfrm>
          <a:prstGeom prst="rect">
            <a:avLst/>
          </a:prstGeom>
        </p:spPr>
      </p:pic>
      <p:pic>
        <p:nvPicPr>
          <p:cNvPr id="67" name="Graphique 66" descr="Personne confuse avec un remplissage uni">
            <a:extLst>
              <a:ext uri="{FF2B5EF4-FFF2-40B4-BE49-F238E27FC236}">
                <a16:creationId xmlns:a16="http://schemas.microsoft.com/office/drawing/2014/main" id="{DAB75A2D-4343-4EC3-8890-49CDD3FA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446" y="1470777"/>
            <a:ext cx="602103" cy="602103"/>
          </a:xfrm>
          <a:prstGeom prst="rect">
            <a:avLst/>
          </a:prstGeom>
        </p:spPr>
      </p:pic>
      <p:pic>
        <p:nvPicPr>
          <p:cNvPr id="68" name="Graphique 67" descr="Personne confuse avec un remplissage uni">
            <a:extLst>
              <a:ext uri="{FF2B5EF4-FFF2-40B4-BE49-F238E27FC236}">
                <a16:creationId xmlns:a16="http://schemas.microsoft.com/office/drawing/2014/main" id="{43B43CC2-14FC-401D-94DF-01152E95F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1497" y="1559893"/>
            <a:ext cx="602103" cy="602103"/>
          </a:xfrm>
          <a:prstGeom prst="rect">
            <a:avLst/>
          </a:prstGeom>
        </p:spPr>
      </p:pic>
      <p:pic>
        <p:nvPicPr>
          <p:cNvPr id="69" name="Graphique 68" descr="Personne confuse avec un remplissage uni">
            <a:extLst>
              <a:ext uri="{FF2B5EF4-FFF2-40B4-BE49-F238E27FC236}">
                <a16:creationId xmlns:a16="http://schemas.microsoft.com/office/drawing/2014/main" id="{6EFFF2FE-F3C2-444C-85DD-B1D339391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5759" y="1237556"/>
            <a:ext cx="602103" cy="602103"/>
          </a:xfrm>
          <a:prstGeom prst="rect">
            <a:avLst/>
          </a:prstGeom>
        </p:spPr>
      </p:pic>
      <p:pic>
        <p:nvPicPr>
          <p:cNvPr id="70" name="Graphique 69" descr="Personne confuse avec un remplissage uni">
            <a:extLst>
              <a:ext uri="{FF2B5EF4-FFF2-40B4-BE49-F238E27FC236}">
                <a16:creationId xmlns:a16="http://schemas.microsoft.com/office/drawing/2014/main" id="{9D7CCB76-0425-4EA4-9720-B55B2E16C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8253" y="1575241"/>
            <a:ext cx="602103" cy="602103"/>
          </a:xfrm>
          <a:prstGeom prst="rect">
            <a:avLst/>
          </a:prstGeom>
        </p:spPr>
      </p:pic>
      <p:pic>
        <p:nvPicPr>
          <p:cNvPr id="71" name="Graphique 70" descr="Personne confuse avec un remplissage uni">
            <a:extLst>
              <a:ext uri="{FF2B5EF4-FFF2-40B4-BE49-F238E27FC236}">
                <a16:creationId xmlns:a16="http://schemas.microsoft.com/office/drawing/2014/main" id="{CF9EE5CC-0D7D-4E4C-A328-665A4F195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8958" y="1470777"/>
            <a:ext cx="602103" cy="602103"/>
          </a:xfrm>
          <a:prstGeom prst="rect">
            <a:avLst/>
          </a:prstGeom>
        </p:spPr>
      </p:pic>
      <p:pic>
        <p:nvPicPr>
          <p:cNvPr id="72" name="Graphique 71" descr="Personne confuse avec un remplissage uni">
            <a:extLst>
              <a:ext uri="{FF2B5EF4-FFF2-40B4-BE49-F238E27FC236}">
                <a16:creationId xmlns:a16="http://schemas.microsoft.com/office/drawing/2014/main" id="{7BFE8EAC-6FC5-4C45-9C46-44BF4C705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2286" y="168516"/>
            <a:ext cx="602103" cy="602103"/>
          </a:xfrm>
          <a:prstGeom prst="rect">
            <a:avLst/>
          </a:prstGeom>
        </p:spPr>
      </p:pic>
      <p:pic>
        <p:nvPicPr>
          <p:cNvPr id="73" name="Graphique 72" descr="Personne confuse avec un remplissage uni">
            <a:extLst>
              <a:ext uri="{FF2B5EF4-FFF2-40B4-BE49-F238E27FC236}">
                <a16:creationId xmlns:a16="http://schemas.microsoft.com/office/drawing/2014/main" id="{8C8F6530-252C-4721-8D06-49A41178F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9640" y="468025"/>
            <a:ext cx="602103" cy="602103"/>
          </a:xfrm>
          <a:prstGeom prst="rect">
            <a:avLst/>
          </a:prstGeom>
        </p:spPr>
      </p:pic>
      <p:pic>
        <p:nvPicPr>
          <p:cNvPr id="74" name="Graphique 73" descr="Personne confuse avec un remplissage uni">
            <a:extLst>
              <a:ext uri="{FF2B5EF4-FFF2-40B4-BE49-F238E27FC236}">
                <a16:creationId xmlns:a16="http://schemas.microsoft.com/office/drawing/2014/main" id="{8E331558-CA0A-4F33-9A1F-473682C0D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2548" y="1414960"/>
            <a:ext cx="602103" cy="602103"/>
          </a:xfrm>
          <a:prstGeom prst="rect">
            <a:avLst/>
          </a:prstGeom>
        </p:spPr>
      </p:pic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97924573-A41F-45F9-8D97-17963E8C334B}"/>
              </a:ext>
            </a:extLst>
          </p:cNvPr>
          <p:cNvCxnSpPr/>
          <p:nvPr/>
        </p:nvCxnSpPr>
        <p:spPr>
          <a:xfrm>
            <a:off x="4929926" y="756150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DF8E58E9-5F1F-46A9-AD1E-B2300D7BE79F}"/>
              </a:ext>
            </a:extLst>
          </p:cNvPr>
          <p:cNvCxnSpPr>
            <a:cxnSpLocks/>
          </p:cNvCxnSpPr>
          <p:nvPr/>
        </p:nvCxnSpPr>
        <p:spPr>
          <a:xfrm>
            <a:off x="4895942" y="1047803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9A583DAE-7130-436B-9EED-4F68D50B4CCF}"/>
              </a:ext>
            </a:extLst>
          </p:cNvPr>
          <p:cNvCxnSpPr>
            <a:cxnSpLocks/>
          </p:cNvCxnSpPr>
          <p:nvPr/>
        </p:nvCxnSpPr>
        <p:spPr>
          <a:xfrm>
            <a:off x="5931796" y="973589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F074EAEF-2C3C-4DFB-82AB-BC9FF487BC55}"/>
              </a:ext>
            </a:extLst>
          </p:cNvPr>
          <p:cNvCxnSpPr>
            <a:cxnSpLocks/>
          </p:cNvCxnSpPr>
          <p:nvPr/>
        </p:nvCxnSpPr>
        <p:spPr>
          <a:xfrm flipV="1">
            <a:off x="5847682" y="1598265"/>
            <a:ext cx="341652" cy="25729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70A608F6-B9A9-4727-8465-35918CBC6F14}"/>
              </a:ext>
            </a:extLst>
          </p:cNvPr>
          <p:cNvCxnSpPr>
            <a:cxnSpLocks/>
          </p:cNvCxnSpPr>
          <p:nvPr/>
        </p:nvCxnSpPr>
        <p:spPr>
          <a:xfrm>
            <a:off x="6467946" y="1612769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007BB946-B32F-4611-9AF2-504E4C9A26D8}"/>
              </a:ext>
            </a:extLst>
          </p:cNvPr>
          <p:cNvCxnSpPr>
            <a:cxnSpLocks/>
          </p:cNvCxnSpPr>
          <p:nvPr/>
        </p:nvCxnSpPr>
        <p:spPr>
          <a:xfrm flipH="1">
            <a:off x="7322300" y="1243571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4BEC7246-559C-489C-9615-E39DDF354211}"/>
              </a:ext>
            </a:extLst>
          </p:cNvPr>
          <p:cNvCxnSpPr>
            <a:cxnSpLocks/>
          </p:cNvCxnSpPr>
          <p:nvPr/>
        </p:nvCxnSpPr>
        <p:spPr>
          <a:xfrm flipH="1">
            <a:off x="6407138" y="993905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CD80C536-E674-4241-903C-B699F6418DEF}"/>
              </a:ext>
            </a:extLst>
          </p:cNvPr>
          <p:cNvCxnSpPr>
            <a:cxnSpLocks/>
          </p:cNvCxnSpPr>
          <p:nvPr/>
        </p:nvCxnSpPr>
        <p:spPr>
          <a:xfrm>
            <a:off x="6009748" y="876172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73BA3DED-CB84-4FE7-A67F-5012E093CCB8}"/>
              </a:ext>
            </a:extLst>
          </p:cNvPr>
          <p:cNvCxnSpPr>
            <a:cxnSpLocks/>
          </p:cNvCxnSpPr>
          <p:nvPr/>
        </p:nvCxnSpPr>
        <p:spPr>
          <a:xfrm>
            <a:off x="4813590" y="1187632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431E14FF-A38C-4C14-AB5D-AEBB3ADDE434}"/>
              </a:ext>
            </a:extLst>
          </p:cNvPr>
          <p:cNvCxnSpPr>
            <a:cxnSpLocks/>
            <a:endCxn id="74" idx="0"/>
          </p:cNvCxnSpPr>
          <p:nvPr/>
        </p:nvCxnSpPr>
        <p:spPr>
          <a:xfrm flipH="1">
            <a:off x="5643600" y="1079291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BD720F4B-F555-41A8-BFE4-5AD484E7F751}"/>
              </a:ext>
            </a:extLst>
          </p:cNvPr>
          <p:cNvCxnSpPr>
            <a:cxnSpLocks/>
          </p:cNvCxnSpPr>
          <p:nvPr/>
        </p:nvCxnSpPr>
        <p:spPr>
          <a:xfrm flipH="1">
            <a:off x="5844454" y="1954799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Graphique 86" descr="Héros avec un remplissage uni">
            <a:extLst>
              <a:ext uri="{FF2B5EF4-FFF2-40B4-BE49-F238E27FC236}">
                <a16:creationId xmlns:a16="http://schemas.microsoft.com/office/drawing/2014/main" id="{C738CD33-10DB-43A8-8F0E-CEF6EDB05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4937" y="1208098"/>
            <a:ext cx="602103" cy="602103"/>
          </a:xfrm>
          <a:prstGeom prst="rect">
            <a:avLst/>
          </a:prstGeom>
        </p:spPr>
      </p:pic>
      <p:pic>
        <p:nvPicPr>
          <p:cNvPr id="89" name="Graphique 88" descr="Personne confuse avec un remplissage uni">
            <a:extLst>
              <a:ext uri="{FF2B5EF4-FFF2-40B4-BE49-F238E27FC236}">
                <a16:creationId xmlns:a16="http://schemas.microsoft.com/office/drawing/2014/main" id="{DEC02933-4A8D-4EB8-BE3E-7D71685C2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3469" y="333844"/>
            <a:ext cx="602103" cy="602103"/>
          </a:xfrm>
          <a:prstGeom prst="rect">
            <a:avLst/>
          </a:prstGeom>
        </p:spPr>
      </p:pic>
      <p:pic>
        <p:nvPicPr>
          <p:cNvPr id="90" name="Graphique 89" descr="Personne confuse avec un remplissage uni">
            <a:extLst>
              <a:ext uri="{FF2B5EF4-FFF2-40B4-BE49-F238E27FC236}">
                <a16:creationId xmlns:a16="http://schemas.microsoft.com/office/drawing/2014/main" id="{E2D19A9A-D035-4FA3-992F-DFB02A82F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0823" y="633353"/>
            <a:ext cx="602103" cy="602103"/>
          </a:xfrm>
          <a:prstGeom prst="rect">
            <a:avLst/>
          </a:prstGeom>
        </p:spPr>
      </p:pic>
      <p:pic>
        <p:nvPicPr>
          <p:cNvPr id="91" name="Graphique 90" descr="Personne confuse avec un remplissage uni">
            <a:extLst>
              <a:ext uri="{FF2B5EF4-FFF2-40B4-BE49-F238E27FC236}">
                <a16:creationId xmlns:a16="http://schemas.microsoft.com/office/drawing/2014/main" id="{BCC46919-5BB2-4E21-8827-59C40AB62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6703" y="243185"/>
            <a:ext cx="602103" cy="602103"/>
          </a:xfrm>
          <a:prstGeom prst="rect">
            <a:avLst/>
          </a:prstGeom>
        </p:spPr>
      </p:pic>
      <p:pic>
        <p:nvPicPr>
          <p:cNvPr id="93" name="Graphique 92" descr="Personne confuse avec un remplissage uni">
            <a:extLst>
              <a:ext uri="{FF2B5EF4-FFF2-40B4-BE49-F238E27FC236}">
                <a16:creationId xmlns:a16="http://schemas.microsoft.com/office/drawing/2014/main" id="{5F5A88FD-75C2-46A8-810C-39A1D174F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5108" y="631810"/>
            <a:ext cx="602103" cy="602103"/>
          </a:xfrm>
          <a:prstGeom prst="rect">
            <a:avLst/>
          </a:prstGeom>
        </p:spPr>
      </p:pic>
      <p:pic>
        <p:nvPicPr>
          <p:cNvPr id="94" name="Graphique 93" descr="Personne confuse avec un remplissage uni">
            <a:extLst>
              <a:ext uri="{FF2B5EF4-FFF2-40B4-BE49-F238E27FC236}">
                <a16:creationId xmlns:a16="http://schemas.microsoft.com/office/drawing/2014/main" id="{65672F59-C09D-49F5-8597-F21F3A0B2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6039" y="394482"/>
            <a:ext cx="602103" cy="602103"/>
          </a:xfrm>
          <a:prstGeom prst="rect">
            <a:avLst/>
          </a:prstGeom>
        </p:spPr>
      </p:pic>
      <p:pic>
        <p:nvPicPr>
          <p:cNvPr id="95" name="Graphique 94" descr="Personne confuse avec un remplissage uni">
            <a:extLst>
              <a:ext uri="{FF2B5EF4-FFF2-40B4-BE49-F238E27FC236}">
                <a16:creationId xmlns:a16="http://schemas.microsoft.com/office/drawing/2014/main" id="{9B38EB74-C3BF-41A7-944C-047803C6F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37090" y="483598"/>
            <a:ext cx="602103" cy="602103"/>
          </a:xfrm>
          <a:prstGeom prst="rect">
            <a:avLst/>
          </a:prstGeom>
        </p:spPr>
      </p:pic>
      <p:pic>
        <p:nvPicPr>
          <p:cNvPr id="96" name="Graphique 95" descr="Personne confuse avec un remplissage uni">
            <a:extLst>
              <a:ext uri="{FF2B5EF4-FFF2-40B4-BE49-F238E27FC236}">
                <a16:creationId xmlns:a16="http://schemas.microsoft.com/office/drawing/2014/main" id="{17675FCA-6B56-4FCB-92C7-10C5EF61B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3749" y="746956"/>
            <a:ext cx="602103" cy="602103"/>
          </a:xfrm>
          <a:prstGeom prst="rect">
            <a:avLst/>
          </a:prstGeom>
        </p:spPr>
      </p:pic>
      <p:pic>
        <p:nvPicPr>
          <p:cNvPr id="97" name="Graphique 96" descr="Personne confuse avec un remplissage uni">
            <a:extLst>
              <a:ext uri="{FF2B5EF4-FFF2-40B4-BE49-F238E27FC236}">
                <a16:creationId xmlns:a16="http://schemas.microsoft.com/office/drawing/2014/main" id="{C1B8117B-A8B6-4B71-B027-FC167E6FD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6764" y="1491139"/>
            <a:ext cx="602103" cy="602103"/>
          </a:xfrm>
          <a:prstGeom prst="rect">
            <a:avLst/>
          </a:prstGeom>
        </p:spPr>
      </p:pic>
      <p:pic>
        <p:nvPicPr>
          <p:cNvPr id="98" name="Graphique 97" descr="Personne confuse avec un remplissage uni">
            <a:extLst>
              <a:ext uri="{FF2B5EF4-FFF2-40B4-BE49-F238E27FC236}">
                <a16:creationId xmlns:a16="http://schemas.microsoft.com/office/drawing/2014/main" id="{C318A5E9-5A45-4B0F-9CC8-D652B6170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7815" y="1580255"/>
            <a:ext cx="602103" cy="602103"/>
          </a:xfrm>
          <a:prstGeom prst="rect">
            <a:avLst/>
          </a:prstGeom>
        </p:spPr>
      </p:pic>
      <p:pic>
        <p:nvPicPr>
          <p:cNvPr id="100" name="Graphique 99" descr="Personne confuse avec un remplissage uni">
            <a:extLst>
              <a:ext uri="{FF2B5EF4-FFF2-40B4-BE49-F238E27FC236}">
                <a16:creationId xmlns:a16="http://schemas.microsoft.com/office/drawing/2014/main" id="{522E75D0-371A-4034-A74D-070629260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4571" y="1595603"/>
            <a:ext cx="602103" cy="602103"/>
          </a:xfrm>
          <a:prstGeom prst="rect">
            <a:avLst/>
          </a:prstGeom>
        </p:spPr>
      </p:pic>
      <p:pic>
        <p:nvPicPr>
          <p:cNvPr id="103" name="Graphique 102" descr="Personne confuse avec un remplissage uni">
            <a:extLst>
              <a:ext uri="{FF2B5EF4-FFF2-40B4-BE49-F238E27FC236}">
                <a16:creationId xmlns:a16="http://schemas.microsoft.com/office/drawing/2014/main" id="{A3DFBF9A-6257-43C8-BC17-E07F992D9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5958" y="488387"/>
            <a:ext cx="602103" cy="602103"/>
          </a:xfrm>
          <a:prstGeom prst="rect">
            <a:avLst/>
          </a:prstGeom>
        </p:spPr>
      </p:pic>
      <p:pic>
        <p:nvPicPr>
          <p:cNvPr id="104" name="Graphique 103" descr="Personne confuse avec un remplissage uni">
            <a:extLst>
              <a:ext uri="{FF2B5EF4-FFF2-40B4-BE49-F238E27FC236}">
                <a16:creationId xmlns:a16="http://schemas.microsoft.com/office/drawing/2014/main" id="{ECBEA4B8-04AE-48FC-B03A-1962A3130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8866" y="1435322"/>
            <a:ext cx="602103" cy="602103"/>
          </a:xfrm>
          <a:prstGeom prst="rect">
            <a:avLst/>
          </a:prstGeom>
        </p:spPr>
      </p:pic>
      <p:cxnSp>
        <p:nvCxnSpPr>
          <p:cNvPr id="106" name="Connecteur droit avec flèche 105">
            <a:extLst>
              <a:ext uri="{FF2B5EF4-FFF2-40B4-BE49-F238E27FC236}">
                <a16:creationId xmlns:a16="http://schemas.microsoft.com/office/drawing/2014/main" id="{C0E5C705-B479-4D65-BCB4-A94F09038511}"/>
              </a:ext>
            </a:extLst>
          </p:cNvPr>
          <p:cNvCxnSpPr/>
          <p:nvPr/>
        </p:nvCxnSpPr>
        <p:spPr>
          <a:xfrm>
            <a:off x="8906244" y="776512"/>
            <a:ext cx="1752848" cy="8137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5BA3DFEF-4B69-4FB8-A57B-9F0AB78A26BD}"/>
              </a:ext>
            </a:extLst>
          </p:cNvPr>
          <p:cNvCxnSpPr>
            <a:cxnSpLocks/>
          </p:cNvCxnSpPr>
          <p:nvPr/>
        </p:nvCxnSpPr>
        <p:spPr>
          <a:xfrm>
            <a:off x="8872260" y="1068165"/>
            <a:ext cx="707057" cy="3078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12EAA3AE-6473-4316-B251-9B0DA2AD4F84}"/>
              </a:ext>
            </a:extLst>
          </p:cNvPr>
          <p:cNvCxnSpPr>
            <a:cxnSpLocks/>
          </p:cNvCxnSpPr>
          <p:nvPr/>
        </p:nvCxnSpPr>
        <p:spPr>
          <a:xfrm>
            <a:off x="9908114" y="993951"/>
            <a:ext cx="1163219" cy="58630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D03AFC5C-A6F3-491F-AEC8-507E972901B5}"/>
              </a:ext>
            </a:extLst>
          </p:cNvPr>
          <p:cNvCxnSpPr>
            <a:cxnSpLocks/>
          </p:cNvCxnSpPr>
          <p:nvPr/>
        </p:nvCxnSpPr>
        <p:spPr>
          <a:xfrm flipV="1">
            <a:off x="9824000" y="1252964"/>
            <a:ext cx="665723" cy="62296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avec flèche 109">
            <a:extLst>
              <a:ext uri="{FF2B5EF4-FFF2-40B4-BE49-F238E27FC236}">
                <a16:creationId xmlns:a16="http://schemas.microsoft.com/office/drawing/2014/main" id="{7B782863-9892-4524-A0D7-38F4448F2691}"/>
              </a:ext>
            </a:extLst>
          </p:cNvPr>
          <p:cNvCxnSpPr>
            <a:cxnSpLocks/>
          </p:cNvCxnSpPr>
          <p:nvPr/>
        </p:nvCxnSpPr>
        <p:spPr>
          <a:xfrm>
            <a:off x="10444264" y="1633131"/>
            <a:ext cx="205146" cy="79241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961F6EBC-C93E-442E-8B72-3404D5B45141}"/>
              </a:ext>
            </a:extLst>
          </p:cNvPr>
          <p:cNvCxnSpPr>
            <a:cxnSpLocks/>
          </p:cNvCxnSpPr>
          <p:nvPr/>
        </p:nvCxnSpPr>
        <p:spPr>
          <a:xfrm flipH="1">
            <a:off x="11298618" y="1263933"/>
            <a:ext cx="136371" cy="251762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54B05021-DBA5-4CF6-92A3-448DB441BBDF}"/>
              </a:ext>
            </a:extLst>
          </p:cNvPr>
          <p:cNvCxnSpPr>
            <a:cxnSpLocks/>
          </p:cNvCxnSpPr>
          <p:nvPr/>
        </p:nvCxnSpPr>
        <p:spPr>
          <a:xfrm flipH="1">
            <a:off x="10383456" y="1014267"/>
            <a:ext cx="272889" cy="394818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3F6AA7D3-2115-43F8-BE45-A7DC56EB27A7}"/>
              </a:ext>
            </a:extLst>
          </p:cNvPr>
          <p:cNvCxnSpPr>
            <a:cxnSpLocks/>
          </p:cNvCxnSpPr>
          <p:nvPr/>
        </p:nvCxnSpPr>
        <p:spPr>
          <a:xfrm>
            <a:off x="9986066" y="896534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6174A03B-7DEA-467A-B23A-978C3D3C1353}"/>
              </a:ext>
            </a:extLst>
          </p:cNvPr>
          <p:cNvCxnSpPr>
            <a:cxnSpLocks/>
          </p:cNvCxnSpPr>
          <p:nvPr/>
        </p:nvCxnSpPr>
        <p:spPr>
          <a:xfrm>
            <a:off x="8789908" y="1207994"/>
            <a:ext cx="111147" cy="368744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C81F7482-30BD-4E1D-B19D-D07B4899DF30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9619918" y="1099653"/>
            <a:ext cx="136706" cy="33566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7C0D5388-C5D9-479C-8598-CA23660E38C6}"/>
              </a:ext>
            </a:extLst>
          </p:cNvPr>
          <p:cNvCxnSpPr>
            <a:cxnSpLocks/>
          </p:cNvCxnSpPr>
          <p:nvPr/>
        </p:nvCxnSpPr>
        <p:spPr>
          <a:xfrm flipH="1">
            <a:off x="9820772" y="1975161"/>
            <a:ext cx="900451" cy="19759"/>
          </a:xfrm>
          <a:prstGeom prst="straightConnector1">
            <a:avLst/>
          </a:prstGeom>
          <a:ln w="28575">
            <a:solidFill>
              <a:srgbClr val="F16E8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que 116" descr="Héros avec un remplissage uni">
            <a:extLst>
              <a:ext uri="{FF2B5EF4-FFF2-40B4-BE49-F238E27FC236}">
                <a16:creationId xmlns:a16="http://schemas.microsoft.com/office/drawing/2014/main" id="{91B0DA54-3AF0-4F1E-A65B-5BC99A2576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7046" y="1474727"/>
            <a:ext cx="602103" cy="602103"/>
          </a:xfrm>
          <a:prstGeom prst="rect">
            <a:avLst/>
          </a:prstGeom>
        </p:spPr>
      </p:pic>
      <p:pic>
        <p:nvPicPr>
          <p:cNvPr id="118" name="Graphique 117" descr="Héros avec un remplissage uni">
            <a:extLst>
              <a:ext uri="{FF2B5EF4-FFF2-40B4-BE49-F238E27FC236}">
                <a16:creationId xmlns:a16="http://schemas.microsoft.com/office/drawing/2014/main" id="{BD11DB14-1469-4F1B-8B0C-2FFC41606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4227" y="124732"/>
            <a:ext cx="602103" cy="602103"/>
          </a:xfrm>
          <a:prstGeom prst="rect">
            <a:avLst/>
          </a:prstGeom>
        </p:spPr>
      </p:pic>
      <p:pic>
        <p:nvPicPr>
          <p:cNvPr id="119" name="Graphique 118" descr="Héros avec un remplissage uni">
            <a:extLst>
              <a:ext uri="{FF2B5EF4-FFF2-40B4-BE49-F238E27FC236}">
                <a16:creationId xmlns:a16="http://schemas.microsoft.com/office/drawing/2014/main" id="{48BD08AD-E314-45C4-9624-3EC226258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2995" y="256653"/>
            <a:ext cx="602103" cy="602103"/>
          </a:xfrm>
          <a:prstGeom prst="rect">
            <a:avLst/>
          </a:prstGeom>
        </p:spPr>
      </p:pic>
      <p:pic>
        <p:nvPicPr>
          <p:cNvPr id="120" name="Graphique 119" descr="Héros avec un remplissage uni">
            <a:extLst>
              <a:ext uri="{FF2B5EF4-FFF2-40B4-BE49-F238E27FC236}">
                <a16:creationId xmlns:a16="http://schemas.microsoft.com/office/drawing/2014/main" id="{791ACCED-7190-4C1A-ABD0-7DB97784D4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3512" y="1600636"/>
            <a:ext cx="602103" cy="602103"/>
          </a:xfrm>
          <a:prstGeom prst="rect">
            <a:avLst/>
          </a:prstGeom>
        </p:spPr>
      </p:pic>
      <p:pic>
        <p:nvPicPr>
          <p:cNvPr id="121" name="Graphique 120" descr="Héros avec un remplissage uni">
            <a:extLst>
              <a:ext uri="{FF2B5EF4-FFF2-40B4-BE49-F238E27FC236}">
                <a16:creationId xmlns:a16="http://schemas.microsoft.com/office/drawing/2014/main" id="{D5A87510-79D5-43A4-A0AF-F3E6221FC4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2608" y="208546"/>
            <a:ext cx="602103" cy="602103"/>
          </a:xfrm>
          <a:prstGeom prst="rect">
            <a:avLst/>
          </a:prstGeom>
        </p:spPr>
      </p:pic>
      <p:pic>
        <p:nvPicPr>
          <p:cNvPr id="123" name="Graphique 122" descr="Personne confuse avec un remplissage uni">
            <a:extLst>
              <a:ext uri="{FF2B5EF4-FFF2-40B4-BE49-F238E27FC236}">
                <a16:creationId xmlns:a16="http://schemas.microsoft.com/office/drawing/2014/main" id="{26018603-AC23-4B31-B6EC-A4B4EC4A8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072" y="2866685"/>
            <a:ext cx="602103" cy="602103"/>
          </a:xfrm>
          <a:prstGeom prst="rect">
            <a:avLst/>
          </a:prstGeom>
        </p:spPr>
      </p:pic>
      <p:pic>
        <p:nvPicPr>
          <p:cNvPr id="124" name="Graphique 123" descr="Personne confuse avec un remplissage uni">
            <a:extLst>
              <a:ext uri="{FF2B5EF4-FFF2-40B4-BE49-F238E27FC236}">
                <a16:creationId xmlns:a16="http://schemas.microsoft.com/office/drawing/2014/main" id="{6A51F079-8563-4DFE-BBA9-AAD45C3F1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8903" y="3345969"/>
            <a:ext cx="602103" cy="602103"/>
          </a:xfrm>
          <a:prstGeom prst="rect">
            <a:avLst/>
          </a:prstGeom>
        </p:spPr>
      </p:pic>
      <p:pic>
        <p:nvPicPr>
          <p:cNvPr id="125" name="Graphique 124" descr="Personne confuse avec un remplissage uni">
            <a:extLst>
              <a:ext uri="{FF2B5EF4-FFF2-40B4-BE49-F238E27FC236}">
                <a16:creationId xmlns:a16="http://schemas.microsoft.com/office/drawing/2014/main" id="{2F500645-64F1-4681-A377-A5BCE30CC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0947" y="3345970"/>
            <a:ext cx="602103" cy="602103"/>
          </a:xfrm>
          <a:prstGeom prst="rect">
            <a:avLst/>
          </a:prstGeom>
        </p:spPr>
      </p:pic>
      <p:pic>
        <p:nvPicPr>
          <p:cNvPr id="126" name="Graphique 125" descr="Personne confuse avec un remplissage uni">
            <a:extLst>
              <a:ext uri="{FF2B5EF4-FFF2-40B4-BE49-F238E27FC236}">
                <a16:creationId xmlns:a16="http://schemas.microsoft.com/office/drawing/2014/main" id="{30AA05AC-0AC6-4E02-B42C-EBFEB1505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580" y="2418712"/>
            <a:ext cx="355374" cy="355372"/>
          </a:xfrm>
          <a:prstGeom prst="rect">
            <a:avLst/>
          </a:prstGeom>
        </p:spPr>
      </p:pic>
      <p:pic>
        <p:nvPicPr>
          <p:cNvPr id="127" name="Graphique 126" descr="Personne confuse avec un remplissage uni">
            <a:extLst>
              <a:ext uri="{FF2B5EF4-FFF2-40B4-BE49-F238E27FC236}">
                <a16:creationId xmlns:a16="http://schemas.microsoft.com/office/drawing/2014/main" id="{4B07FB13-2740-443E-9DE9-E1C6B66FE5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821" y="3630315"/>
            <a:ext cx="355374" cy="355372"/>
          </a:xfrm>
          <a:prstGeom prst="rect">
            <a:avLst/>
          </a:prstGeom>
        </p:spPr>
      </p:pic>
      <p:pic>
        <p:nvPicPr>
          <p:cNvPr id="128" name="Graphique 127" descr="Personne confuse avec un remplissage uni">
            <a:extLst>
              <a:ext uri="{FF2B5EF4-FFF2-40B4-BE49-F238E27FC236}">
                <a16:creationId xmlns:a16="http://schemas.microsoft.com/office/drawing/2014/main" id="{2302501B-6188-4810-B9A9-E120010742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621" y="3073599"/>
            <a:ext cx="355374" cy="355372"/>
          </a:xfrm>
          <a:prstGeom prst="rect">
            <a:avLst/>
          </a:prstGeom>
        </p:spPr>
      </p:pic>
      <p:pic>
        <p:nvPicPr>
          <p:cNvPr id="129" name="Graphique 128" descr="Personne confuse avec un remplissage uni">
            <a:extLst>
              <a:ext uri="{FF2B5EF4-FFF2-40B4-BE49-F238E27FC236}">
                <a16:creationId xmlns:a16="http://schemas.microsoft.com/office/drawing/2014/main" id="{5E7293DB-678C-45C0-8F52-CDA05FA82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8626" y="2458668"/>
            <a:ext cx="602103" cy="602103"/>
          </a:xfrm>
          <a:prstGeom prst="rect">
            <a:avLst/>
          </a:prstGeom>
        </p:spPr>
      </p:pic>
      <p:pic>
        <p:nvPicPr>
          <p:cNvPr id="130" name="Graphique 129" descr="Personne confuse avec un remplissage uni">
            <a:extLst>
              <a:ext uri="{FF2B5EF4-FFF2-40B4-BE49-F238E27FC236}">
                <a16:creationId xmlns:a16="http://schemas.microsoft.com/office/drawing/2014/main" id="{4082998F-D4D6-46C9-99F0-D1CC56A27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111" y="2638576"/>
            <a:ext cx="602103" cy="602103"/>
          </a:xfrm>
          <a:prstGeom prst="rect">
            <a:avLst/>
          </a:prstGeom>
        </p:spPr>
      </p:pic>
      <p:pic>
        <p:nvPicPr>
          <p:cNvPr id="131" name="Graphique 130" descr="Personne confuse avec un remplissage uni">
            <a:extLst>
              <a:ext uri="{FF2B5EF4-FFF2-40B4-BE49-F238E27FC236}">
                <a16:creationId xmlns:a16="http://schemas.microsoft.com/office/drawing/2014/main" id="{800E6532-E4D4-4F7D-A2A5-FF8C1E1C3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0480" y="3825619"/>
            <a:ext cx="602103" cy="602103"/>
          </a:xfrm>
          <a:prstGeom prst="rect">
            <a:avLst/>
          </a:prstGeom>
        </p:spPr>
      </p:pic>
      <p:pic>
        <p:nvPicPr>
          <p:cNvPr id="132" name="Graphique 131" descr="Personne confuse avec un remplissage uni">
            <a:extLst>
              <a:ext uri="{FF2B5EF4-FFF2-40B4-BE49-F238E27FC236}">
                <a16:creationId xmlns:a16="http://schemas.microsoft.com/office/drawing/2014/main" id="{979EA7D7-FDD1-44B4-B834-E68B601DCA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088" y="4107516"/>
            <a:ext cx="355374" cy="355372"/>
          </a:xfrm>
          <a:prstGeom prst="rect">
            <a:avLst/>
          </a:prstGeom>
        </p:spPr>
      </p:pic>
      <p:pic>
        <p:nvPicPr>
          <p:cNvPr id="133" name="Graphique 132" descr="Personne confuse avec un remplissage uni">
            <a:extLst>
              <a:ext uri="{FF2B5EF4-FFF2-40B4-BE49-F238E27FC236}">
                <a16:creationId xmlns:a16="http://schemas.microsoft.com/office/drawing/2014/main" id="{5EEDAF45-C345-40BD-A2DA-2C74663F0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9925" y="3633233"/>
            <a:ext cx="602103" cy="602103"/>
          </a:xfrm>
          <a:prstGeom prst="rect">
            <a:avLst/>
          </a:prstGeom>
        </p:spPr>
      </p:pic>
      <p:pic>
        <p:nvPicPr>
          <p:cNvPr id="134" name="Graphique 133" descr="Personne confuse avec un remplissage uni">
            <a:extLst>
              <a:ext uri="{FF2B5EF4-FFF2-40B4-BE49-F238E27FC236}">
                <a16:creationId xmlns:a16="http://schemas.microsoft.com/office/drawing/2014/main" id="{0E64751E-0576-4BA1-AC53-A0321FF90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5593" y="3672030"/>
            <a:ext cx="602103" cy="602103"/>
          </a:xfrm>
          <a:prstGeom prst="rect">
            <a:avLst/>
          </a:prstGeom>
        </p:spPr>
      </p:pic>
      <p:sp>
        <p:nvSpPr>
          <p:cNvPr id="135" name="Flèche : droite 134">
            <a:extLst>
              <a:ext uri="{FF2B5EF4-FFF2-40B4-BE49-F238E27FC236}">
                <a16:creationId xmlns:a16="http://schemas.microsoft.com/office/drawing/2014/main" id="{873505EF-CAC6-4117-8791-E9EBF6B27194}"/>
              </a:ext>
            </a:extLst>
          </p:cNvPr>
          <p:cNvSpPr/>
          <p:nvPr/>
        </p:nvSpPr>
        <p:spPr>
          <a:xfrm>
            <a:off x="832364" y="3127920"/>
            <a:ext cx="572835" cy="602102"/>
          </a:xfrm>
          <a:prstGeom prst="rightArrow">
            <a:avLst/>
          </a:prstGeom>
          <a:solidFill>
            <a:srgbClr val="F16E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Flèche : droite 135">
            <a:extLst>
              <a:ext uri="{FF2B5EF4-FFF2-40B4-BE49-F238E27FC236}">
                <a16:creationId xmlns:a16="http://schemas.microsoft.com/office/drawing/2014/main" id="{F1A2904D-829F-439D-B4F3-B1D64B3881C1}"/>
              </a:ext>
            </a:extLst>
          </p:cNvPr>
          <p:cNvSpPr/>
          <p:nvPr/>
        </p:nvSpPr>
        <p:spPr>
          <a:xfrm>
            <a:off x="2714234" y="3120083"/>
            <a:ext cx="572835" cy="602102"/>
          </a:xfrm>
          <a:prstGeom prst="rightArrow">
            <a:avLst/>
          </a:prstGeom>
          <a:solidFill>
            <a:srgbClr val="F16E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7" name="Graphique 136" descr="Personne confuse avec un remplissage uni">
            <a:extLst>
              <a:ext uri="{FF2B5EF4-FFF2-40B4-BE49-F238E27FC236}">
                <a16:creationId xmlns:a16="http://schemas.microsoft.com/office/drawing/2014/main" id="{8CCF9EEE-9C01-49FB-B368-52D5C9958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9521" y="2462502"/>
            <a:ext cx="602103" cy="602103"/>
          </a:xfrm>
          <a:prstGeom prst="rect">
            <a:avLst/>
          </a:prstGeom>
        </p:spPr>
      </p:pic>
      <p:pic>
        <p:nvPicPr>
          <p:cNvPr id="138" name="Graphique 137" descr="Personne confuse avec un remplissage uni">
            <a:extLst>
              <a:ext uri="{FF2B5EF4-FFF2-40B4-BE49-F238E27FC236}">
                <a16:creationId xmlns:a16="http://schemas.microsoft.com/office/drawing/2014/main" id="{F96A2AEB-6B90-4497-B456-44E97F98A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572" y="2551618"/>
            <a:ext cx="602103" cy="602103"/>
          </a:xfrm>
          <a:prstGeom prst="rect">
            <a:avLst/>
          </a:prstGeom>
        </p:spPr>
      </p:pic>
      <p:pic>
        <p:nvPicPr>
          <p:cNvPr id="139" name="Graphique 138" descr="Personne confuse avec un remplissage uni">
            <a:extLst>
              <a:ext uri="{FF2B5EF4-FFF2-40B4-BE49-F238E27FC236}">
                <a16:creationId xmlns:a16="http://schemas.microsoft.com/office/drawing/2014/main" id="{C73D8D03-F6B2-4C1F-AD2C-BCFE17659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7926" y="2851127"/>
            <a:ext cx="602103" cy="602103"/>
          </a:xfrm>
          <a:prstGeom prst="rect">
            <a:avLst/>
          </a:prstGeom>
        </p:spPr>
      </p:pic>
      <p:pic>
        <p:nvPicPr>
          <p:cNvPr id="141" name="Graphique 140" descr="Personne confuse avec un remplissage uni">
            <a:extLst>
              <a:ext uri="{FF2B5EF4-FFF2-40B4-BE49-F238E27FC236}">
                <a16:creationId xmlns:a16="http://schemas.microsoft.com/office/drawing/2014/main" id="{8A02DB77-7AEC-4632-A291-07542EA8E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5523" y="2444166"/>
            <a:ext cx="602103" cy="602103"/>
          </a:xfrm>
          <a:prstGeom prst="rect">
            <a:avLst/>
          </a:prstGeom>
        </p:spPr>
      </p:pic>
      <p:pic>
        <p:nvPicPr>
          <p:cNvPr id="142" name="Graphique 141" descr="Personne confuse avec un remplissage uni">
            <a:extLst>
              <a:ext uri="{FF2B5EF4-FFF2-40B4-BE49-F238E27FC236}">
                <a16:creationId xmlns:a16="http://schemas.microsoft.com/office/drawing/2014/main" id="{5459C985-E1F5-44AA-8D52-B8C086017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6574" y="2533282"/>
            <a:ext cx="602103" cy="602103"/>
          </a:xfrm>
          <a:prstGeom prst="rect">
            <a:avLst/>
          </a:prstGeom>
        </p:spPr>
      </p:pic>
      <p:pic>
        <p:nvPicPr>
          <p:cNvPr id="143" name="Graphique 142" descr="Personne confuse avec un remplissage uni">
            <a:extLst>
              <a:ext uri="{FF2B5EF4-FFF2-40B4-BE49-F238E27FC236}">
                <a16:creationId xmlns:a16="http://schemas.microsoft.com/office/drawing/2014/main" id="{F8594FE2-2779-4F77-8D52-D2CB3293B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3928" y="2832791"/>
            <a:ext cx="602103" cy="602103"/>
          </a:xfrm>
          <a:prstGeom prst="rect">
            <a:avLst/>
          </a:prstGeom>
        </p:spPr>
      </p:pic>
      <p:pic>
        <p:nvPicPr>
          <p:cNvPr id="144" name="Graphique 143" descr="Personne confuse avec un remplissage uni">
            <a:extLst>
              <a:ext uri="{FF2B5EF4-FFF2-40B4-BE49-F238E27FC236}">
                <a16:creationId xmlns:a16="http://schemas.microsoft.com/office/drawing/2014/main" id="{BFD4608B-436A-4DDA-AC5E-0C9823AD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798" y="3453230"/>
            <a:ext cx="602103" cy="602103"/>
          </a:xfrm>
          <a:prstGeom prst="rect">
            <a:avLst/>
          </a:prstGeom>
        </p:spPr>
      </p:pic>
      <p:pic>
        <p:nvPicPr>
          <p:cNvPr id="145" name="Graphique 144" descr="Personne confuse avec un remplissage uni">
            <a:extLst>
              <a:ext uri="{FF2B5EF4-FFF2-40B4-BE49-F238E27FC236}">
                <a16:creationId xmlns:a16="http://schemas.microsoft.com/office/drawing/2014/main" id="{15360CD2-8CA6-4CA4-9F1A-CCB63E487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7849" y="3542346"/>
            <a:ext cx="602103" cy="602103"/>
          </a:xfrm>
          <a:prstGeom prst="rect">
            <a:avLst/>
          </a:prstGeom>
        </p:spPr>
      </p:pic>
      <p:pic>
        <p:nvPicPr>
          <p:cNvPr id="146" name="Graphique 145" descr="Personne confuse avec un remplissage uni">
            <a:extLst>
              <a:ext uri="{FF2B5EF4-FFF2-40B4-BE49-F238E27FC236}">
                <a16:creationId xmlns:a16="http://schemas.microsoft.com/office/drawing/2014/main" id="{0019AFD3-396D-4817-BD53-FE514E4DB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5203" y="3841855"/>
            <a:ext cx="602103" cy="60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64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080808"/>
                </a:solidFill>
              </a:rPr>
              <a:t>Type </a:t>
            </a:r>
            <a:r>
              <a:rPr lang="en-US" sz="3600" dirty="0" err="1">
                <a:solidFill>
                  <a:srgbClr val="080808"/>
                </a:solidFill>
              </a:rPr>
              <a:t>d’activité</a:t>
            </a:r>
            <a:endParaRPr lang="en-US" sz="3600" dirty="0">
              <a:solidFill>
                <a:srgbClr val="080808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89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Lumières allumées avec un remplissage uni">
            <a:extLst>
              <a:ext uri="{FF2B5EF4-FFF2-40B4-BE49-F238E27FC236}">
                <a16:creationId xmlns:a16="http://schemas.microsoft.com/office/drawing/2014/main" id="{70DF621C-11CF-4AE7-9C3B-394513755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7360" y="355684"/>
            <a:ext cx="1614590" cy="1614590"/>
          </a:xfrm>
          <a:prstGeom prst="rect">
            <a:avLst/>
          </a:prstGeom>
        </p:spPr>
      </p:pic>
      <p:pic>
        <p:nvPicPr>
          <p:cNvPr id="27" name="Graphique 26" descr="Bulle de pensée avec un remplissage uni">
            <a:extLst>
              <a:ext uri="{FF2B5EF4-FFF2-40B4-BE49-F238E27FC236}">
                <a16:creationId xmlns:a16="http://schemas.microsoft.com/office/drawing/2014/main" id="{416ABD30-838F-470C-82DC-764B630E74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9655" y="318667"/>
            <a:ext cx="759313" cy="759313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A7F5E482-FFE4-4A65-AC66-243513FE151B}"/>
              </a:ext>
            </a:extLst>
          </p:cNvPr>
          <p:cNvGrpSpPr/>
          <p:nvPr/>
        </p:nvGrpSpPr>
        <p:grpSpPr>
          <a:xfrm>
            <a:off x="9379002" y="1003037"/>
            <a:ext cx="1104586" cy="1104586"/>
            <a:chOff x="8662397" y="788806"/>
            <a:chExt cx="914400" cy="914400"/>
          </a:xfrm>
        </p:grpSpPr>
        <p:pic>
          <p:nvPicPr>
            <p:cNvPr id="29" name="Graphique 28" descr="Tête avec engrenages avec un remplissage uni">
              <a:extLst>
                <a:ext uri="{FF2B5EF4-FFF2-40B4-BE49-F238E27FC236}">
                  <a16:creationId xmlns:a16="http://schemas.microsoft.com/office/drawing/2014/main" id="{3FFD63EC-3AA6-42E2-9962-B5D8B1DD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62397" y="788806"/>
              <a:ext cx="914400" cy="914400"/>
            </a:xfrm>
            <a:prstGeom prst="rect">
              <a:avLst/>
            </a:prstGeom>
          </p:spPr>
        </p:pic>
        <p:pic>
          <p:nvPicPr>
            <p:cNvPr id="49" name="Graphique 48" descr="Cœur avec un remplissage uni">
              <a:extLst>
                <a:ext uri="{FF2B5EF4-FFF2-40B4-BE49-F238E27FC236}">
                  <a16:creationId xmlns:a16="http://schemas.microsoft.com/office/drawing/2014/main" id="{7E345C81-9BC1-4964-9F13-F33B6DA01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99809" y="1129603"/>
              <a:ext cx="209291" cy="209291"/>
            </a:xfrm>
            <a:prstGeom prst="rect">
              <a:avLst/>
            </a:prstGeom>
          </p:spPr>
        </p:pic>
      </p:grpSp>
      <p:pic>
        <p:nvPicPr>
          <p:cNvPr id="32" name="Graphique 31" descr="Chat avec un remplissage uni">
            <a:extLst>
              <a:ext uri="{FF2B5EF4-FFF2-40B4-BE49-F238E27FC236}">
                <a16:creationId xmlns:a16="http://schemas.microsoft.com/office/drawing/2014/main" id="{190BBB4E-1754-4C25-87E6-D0D2897BAE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9626" y="2638292"/>
            <a:ext cx="1865659" cy="1865659"/>
          </a:xfrm>
          <a:prstGeom prst="rect">
            <a:avLst/>
          </a:prstGeom>
        </p:spPr>
      </p:pic>
      <p:pic>
        <p:nvPicPr>
          <p:cNvPr id="34" name="Graphique 33" descr="Bulle de discussion avec un remplissage uni">
            <a:extLst>
              <a:ext uri="{FF2B5EF4-FFF2-40B4-BE49-F238E27FC236}">
                <a16:creationId xmlns:a16="http://schemas.microsoft.com/office/drawing/2014/main" id="{A6FE44E5-F62A-4D00-9328-073ADE4483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42562" y="2741784"/>
            <a:ext cx="914400" cy="914400"/>
          </a:xfrm>
          <a:prstGeom prst="rect">
            <a:avLst/>
          </a:prstGeom>
        </p:spPr>
      </p:pic>
      <p:pic>
        <p:nvPicPr>
          <p:cNvPr id="42" name="Graphique 41" descr="Bulle de discussion avec un remplissage uni">
            <a:extLst>
              <a:ext uri="{FF2B5EF4-FFF2-40B4-BE49-F238E27FC236}">
                <a16:creationId xmlns:a16="http://schemas.microsoft.com/office/drawing/2014/main" id="{4FB9F151-A326-47DF-9834-FBDACD78CE6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9197" y="3105432"/>
            <a:ext cx="914400" cy="914400"/>
          </a:xfrm>
          <a:prstGeom prst="rect">
            <a:avLst/>
          </a:prstGeom>
        </p:spPr>
      </p:pic>
      <p:pic>
        <p:nvPicPr>
          <p:cNvPr id="50" name="Graphique 49" descr="Coche avec un remplissage uni">
            <a:extLst>
              <a:ext uri="{FF2B5EF4-FFF2-40B4-BE49-F238E27FC236}">
                <a16:creationId xmlns:a16="http://schemas.microsoft.com/office/drawing/2014/main" id="{0ABD22A7-BFA1-4F7E-9AFE-972A71F03A7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1463" y="2573269"/>
            <a:ext cx="278503" cy="278503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39AC8DF-4E27-4530-8915-565D63E14849}"/>
              </a:ext>
            </a:extLst>
          </p:cNvPr>
          <p:cNvSpPr/>
          <p:nvPr/>
        </p:nvSpPr>
        <p:spPr>
          <a:xfrm>
            <a:off x="4273625" y="2551178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6DA5E54-D13D-4A9A-A462-CB230CAD8376}"/>
              </a:ext>
            </a:extLst>
          </p:cNvPr>
          <p:cNvSpPr/>
          <p:nvPr/>
        </p:nvSpPr>
        <p:spPr>
          <a:xfrm>
            <a:off x="4273625" y="2847562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F7AAD5-5947-44BD-B02F-DFB9F9E1D61A}"/>
              </a:ext>
            </a:extLst>
          </p:cNvPr>
          <p:cNvSpPr/>
          <p:nvPr/>
        </p:nvSpPr>
        <p:spPr>
          <a:xfrm>
            <a:off x="4273625" y="3143946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BC2D853-E39E-40F2-BB5F-070CEA2FF805}"/>
              </a:ext>
            </a:extLst>
          </p:cNvPr>
          <p:cNvSpPr/>
          <p:nvPr/>
        </p:nvSpPr>
        <p:spPr>
          <a:xfrm>
            <a:off x="4273625" y="3440330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2990DD0-1D94-4AD3-8517-642C1E227149}"/>
              </a:ext>
            </a:extLst>
          </p:cNvPr>
          <p:cNvSpPr/>
          <p:nvPr/>
        </p:nvSpPr>
        <p:spPr>
          <a:xfrm>
            <a:off x="4273625" y="3736714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4F1B6AF-0F04-4A0E-A9D2-42625F2B2537}"/>
              </a:ext>
            </a:extLst>
          </p:cNvPr>
          <p:cNvSpPr/>
          <p:nvPr/>
        </p:nvSpPr>
        <p:spPr>
          <a:xfrm>
            <a:off x="4273625" y="4033098"/>
            <a:ext cx="339170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3DC135-F487-4661-8CC5-BAA570CCA571}"/>
              </a:ext>
            </a:extLst>
          </p:cNvPr>
          <p:cNvSpPr/>
          <p:nvPr/>
        </p:nvSpPr>
        <p:spPr>
          <a:xfrm>
            <a:off x="6226682" y="3921227"/>
            <a:ext cx="485268" cy="282914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2926EF7-E89A-434C-ACCC-8122B2224785}"/>
              </a:ext>
            </a:extLst>
          </p:cNvPr>
          <p:cNvSpPr/>
          <p:nvPr/>
        </p:nvSpPr>
        <p:spPr>
          <a:xfrm>
            <a:off x="6711950" y="3557882"/>
            <a:ext cx="485268" cy="646259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5E27839-C3EE-40DE-BEE9-C8BC32313E75}"/>
              </a:ext>
            </a:extLst>
          </p:cNvPr>
          <p:cNvSpPr/>
          <p:nvPr/>
        </p:nvSpPr>
        <p:spPr>
          <a:xfrm>
            <a:off x="7197218" y="3822700"/>
            <a:ext cx="485268" cy="381441"/>
          </a:xfrm>
          <a:prstGeom prst="rect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que 69" descr="Coche avec un remplissage uni">
            <a:extLst>
              <a:ext uri="{FF2B5EF4-FFF2-40B4-BE49-F238E27FC236}">
                <a16:creationId xmlns:a16="http://schemas.microsoft.com/office/drawing/2014/main" id="{DBFD4F93-9DFD-4474-98B1-9599FACC37BD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39966" y="2573269"/>
            <a:ext cx="278503" cy="278503"/>
          </a:xfrm>
          <a:prstGeom prst="rect">
            <a:avLst/>
          </a:prstGeom>
        </p:spPr>
      </p:pic>
      <p:pic>
        <p:nvPicPr>
          <p:cNvPr id="71" name="Graphique 70" descr="Coche avec un remplissage uni">
            <a:extLst>
              <a:ext uri="{FF2B5EF4-FFF2-40B4-BE49-F238E27FC236}">
                <a16:creationId xmlns:a16="http://schemas.microsoft.com/office/drawing/2014/main" id="{3475ED7A-C105-47BC-B4CF-89EBB13C441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4548" y="2573269"/>
            <a:ext cx="278503" cy="278503"/>
          </a:xfrm>
          <a:prstGeom prst="rect">
            <a:avLst/>
          </a:prstGeom>
        </p:spPr>
      </p:pic>
      <p:pic>
        <p:nvPicPr>
          <p:cNvPr id="72" name="Graphique 71" descr="Coche avec un remplissage uni">
            <a:extLst>
              <a:ext uri="{FF2B5EF4-FFF2-40B4-BE49-F238E27FC236}">
                <a16:creationId xmlns:a16="http://schemas.microsoft.com/office/drawing/2014/main" id="{E04F2DEE-E6AA-48A8-949D-43716146E26F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87821" y="2573269"/>
            <a:ext cx="278503" cy="278503"/>
          </a:xfrm>
          <a:prstGeom prst="rect">
            <a:avLst/>
          </a:prstGeom>
        </p:spPr>
      </p:pic>
      <p:pic>
        <p:nvPicPr>
          <p:cNvPr id="73" name="Graphique 72" descr="Coche avec un remplissage uni">
            <a:extLst>
              <a:ext uri="{FF2B5EF4-FFF2-40B4-BE49-F238E27FC236}">
                <a16:creationId xmlns:a16="http://schemas.microsoft.com/office/drawing/2014/main" id="{1F5938AE-E917-4367-88F2-DC38FF272B6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5641" y="2865443"/>
            <a:ext cx="278503" cy="278503"/>
          </a:xfrm>
          <a:prstGeom prst="rect">
            <a:avLst/>
          </a:prstGeom>
        </p:spPr>
      </p:pic>
      <p:pic>
        <p:nvPicPr>
          <p:cNvPr id="74" name="Graphique 73" descr="Coche avec un remplissage uni">
            <a:extLst>
              <a:ext uri="{FF2B5EF4-FFF2-40B4-BE49-F238E27FC236}">
                <a16:creationId xmlns:a16="http://schemas.microsoft.com/office/drawing/2014/main" id="{7C589D93-B7A4-4541-9D08-8EA8A693147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4144" y="2865443"/>
            <a:ext cx="278503" cy="278503"/>
          </a:xfrm>
          <a:prstGeom prst="rect">
            <a:avLst/>
          </a:prstGeom>
        </p:spPr>
      </p:pic>
      <p:pic>
        <p:nvPicPr>
          <p:cNvPr id="75" name="Graphique 74" descr="Coche avec un remplissage uni">
            <a:extLst>
              <a:ext uri="{FF2B5EF4-FFF2-40B4-BE49-F238E27FC236}">
                <a16:creationId xmlns:a16="http://schemas.microsoft.com/office/drawing/2014/main" id="{1A807E23-EDCD-428D-BECF-95862F61F75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8726" y="2865443"/>
            <a:ext cx="278503" cy="278503"/>
          </a:xfrm>
          <a:prstGeom prst="rect">
            <a:avLst/>
          </a:prstGeom>
        </p:spPr>
      </p:pic>
      <p:pic>
        <p:nvPicPr>
          <p:cNvPr id="76" name="Graphique 75" descr="Coche avec un remplissage uni">
            <a:extLst>
              <a:ext uri="{FF2B5EF4-FFF2-40B4-BE49-F238E27FC236}">
                <a16:creationId xmlns:a16="http://schemas.microsoft.com/office/drawing/2014/main" id="{D2934C33-8973-4B02-9657-E00AAE5461E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70664" y="3148846"/>
            <a:ext cx="278503" cy="278503"/>
          </a:xfrm>
          <a:prstGeom prst="rect">
            <a:avLst/>
          </a:prstGeom>
        </p:spPr>
      </p:pic>
      <p:pic>
        <p:nvPicPr>
          <p:cNvPr id="77" name="Graphique 76" descr="Coche avec un remplissage uni">
            <a:extLst>
              <a:ext uri="{FF2B5EF4-FFF2-40B4-BE49-F238E27FC236}">
                <a16:creationId xmlns:a16="http://schemas.microsoft.com/office/drawing/2014/main" id="{AE71596A-B98D-44AA-8533-DD01575ED28B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9167" y="3148846"/>
            <a:ext cx="278503" cy="278503"/>
          </a:xfrm>
          <a:prstGeom prst="rect">
            <a:avLst/>
          </a:prstGeom>
        </p:spPr>
      </p:pic>
      <p:pic>
        <p:nvPicPr>
          <p:cNvPr id="78" name="Graphique 77" descr="Coche avec un remplissage uni">
            <a:extLst>
              <a:ext uri="{FF2B5EF4-FFF2-40B4-BE49-F238E27FC236}">
                <a16:creationId xmlns:a16="http://schemas.microsoft.com/office/drawing/2014/main" id="{F0270AD7-B40F-40ED-9226-05A3B5E0B76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70664" y="3426860"/>
            <a:ext cx="278503" cy="278503"/>
          </a:xfrm>
          <a:prstGeom prst="rect">
            <a:avLst/>
          </a:prstGeom>
        </p:spPr>
      </p:pic>
      <p:pic>
        <p:nvPicPr>
          <p:cNvPr id="79" name="Graphique 78" descr="Coche avec un remplissage uni">
            <a:extLst>
              <a:ext uri="{FF2B5EF4-FFF2-40B4-BE49-F238E27FC236}">
                <a16:creationId xmlns:a16="http://schemas.microsoft.com/office/drawing/2014/main" id="{66354A24-62A9-491F-B3F1-715C586A4A3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49167" y="3426860"/>
            <a:ext cx="278503" cy="278503"/>
          </a:xfrm>
          <a:prstGeom prst="rect">
            <a:avLst/>
          </a:prstGeom>
        </p:spPr>
      </p:pic>
      <p:pic>
        <p:nvPicPr>
          <p:cNvPr id="80" name="Graphique 79" descr="Coche avec un remplissage uni">
            <a:extLst>
              <a:ext uri="{FF2B5EF4-FFF2-40B4-BE49-F238E27FC236}">
                <a16:creationId xmlns:a16="http://schemas.microsoft.com/office/drawing/2014/main" id="{AE7B9A8F-6FEE-418D-BA91-F7F820C49E7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1463" y="3737826"/>
            <a:ext cx="278503" cy="278503"/>
          </a:xfrm>
          <a:prstGeom prst="rect">
            <a:avLst/>
          </a:prstGeom>
        </p:spPr>
      </p:pic>
      <p:pic>
        <p:nvPicPr>
          <p:cNvPr id="81" name="Graphique 80" descr="Coche avec un remplissage uni">
            <a:extLst>
              <a:ext uri="{FF2B5EF4-FFF2-40B4-BE49-F238E27FC236}">
                <a16:creationId xmlns:a16="http://schemas.microsoft.com/office/drawing/2014/main" id="{80236359-D2EC-45D0-8B03-CCD572C4AFD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52144" y="2568964"/>
            <a:ext cx="278503" cy="278503"/>
          </a:xfrm>
          <a:prstGeom prst="rect">
            <a:avLst/>
          </a:prstGeom>
        </p:spPr>
      </p:pic>
      <p:pic>
        <p:nvPicPr>
          <p:cNvPr id="84" name="Graphique 83" descr="Ampoule avec un remplissage uni">
            <a:extLst>
              <a:ext uri="{FF2B5EF4-FFF2-40B4-BE49-F238E27FC236}">
                <a16:creationId xmlns:a16="http://schemas.microsoft.com/office/drawing/2014/main" id="{4AD2D520-4C82-4ACC-A575-A3821141572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76866" y="3020228"/>
            <a:ext cx="485268" cy="485268"/>
          </a:xfrm>
          <a:prstGeom prst="rect">
            <a:avLst/>
          </a:prstGeom>
        </p:spPr>
      </p:pic>
      <p:pic>
        <p:nvPicPr>
          <p:cNvPr id="85" name="Graphique 84" descr="Ampoule avec un remplissage uni">
            <a:extLst>
              <a:ext uri="{FF2B5EF4-FFF2-40B4-BE49-F238E27FC236}">
                <a16:creationId xmlns:a16="http://schemas.microsoft.com/office/drawing/2014/main" id="{9B07F564-1519-4D35-B826-63F5CC7635D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97218" y="3379650"/>
            <a:ext cx="485268" cy="485268"/>
          </a:xfrm>
          <a:prstGeom prst="rect">
            <a:avLst/>
          </a:prstGeom>
        </p:spPr>
      </p:pic>
      <p:pic>
        <p:nvPicPr>
          <p:cNvPr id="86" name="Graphique 85" descr="Ampoule avec un remplissage uni">
            <a:extLst>
              <a:ext uri="{FF2B5EF4-FFF2-40B4-BE49-F238E27FC236}">
                <a16:creationId xmlns:a16="http://schemas.microsoft.com/office/drawing/2014/main" id="{2A89F2BB-D1F8-4909-9049-7551B412661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30328" y="3452782"/>
            <a:ext cx="485268" cy="485268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A8E128EF-3DEF-426A-A6B8-538129491A20}"/>
              </a:ext>
            </a:extLst>
          </p:cNvPr>
          <p:cNvSpPr/>
          <p:nvPr/>
        </p:nvSpPr>
        <p:spPr>
          <a:xfrm>
            <a:off x="8161146" y="2436841"/>
            <a:ext cx="3879958" cy="2085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026AF34-F414-4FD1-BB39-34F7BF80618F}"/>
              </a:ext>
            </a:extLst>
          </p:cNvPr>
          <p:cNvSpPr/>
          <p:nvPr/>
        </p:nvSpPr>
        <p:spPr>
          <a:xfrm>
            <a:off x="8834186" y="3376901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D2B696E-B986-40C4-A721-CD80A295A619}"/>
              </a:ext>
            </a:extLst>
          </p:cNvPr>
          <p:cNvSpPr/>
          <p:nvPr/>
        </p:nvSpPr>
        <p:spPr>
          <a:xfrm>
            <a:off x="9110557" y="3167461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752F8C9-BA92-48FB-9B46-8BD55FFAEB5C}"/>
              </a:ext>
            </a:extLst>
          </p:cNvPr>
          <p:cNvSpPr/>
          <p:nvPr/>
        </p:nvSpPr>
        <p:spPr>
          <a:xfrm>
            <a:off x="8767590" y="299669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DFB136F-1F3E-4F8C-8931-C2F811FCA8D5}"/>
              </a:ext>
            </a:extLst>
          </p:cNvPr>
          <p:cNvSpPr/>
          <p:nvPr/>
        </p:nvSpPr>
        <p:spPr>
          <a:xfrm>
            <a:off x="9071740" y="2802587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2AFC813-D593-4D98-B61D-EE3F0DA7E63C}"/>
              </a:ext>
            </a:extLst>
          </p:cNvPr>
          <p:cNvSpPr/>
          <p:nvPr/>
        </p:nvSpPr>
        <p:spPr>
          <a:xfrm>
            <a:off x="9667505" y="361470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7583C9D-CF4C-4147-A963-241EA7ED372A}"/>
              </a:ext>
            </a:extLst>
          </p:cNvPr>
          <p:cNvSpPr/>
          <p:nvPr/>
        </p:nvSpPr>
        <p:spPr>
          <a:xfrm>
            <a:off x="9694682" y="3290075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91EA055-1429-4D99-950F-7A798578D7D3}"/>
              </a:ext>
            </a:extLst>
          </p:cNvPr>
          <p:cNvSpPr/>
          <p:nvPr/>
        </p:nvSpPr>
        <p:spPr>
          <a:xfrm>
            <a:off x="9961517" y="3603620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3D5682B-7D65-4D33-BDFA-DDED958C3895}"/>
              </a:ext>
            </a:extLst>
          </p:cNvPr>
          <p:cNvSpPr/>
          <p:nvPr/>
        </p:nvSpPr>
        <p:spPr>
          <a:xfrm>
            <a:off x="9987092" y="3255753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2B4234E-7F60-4DE1-BAB6-D60FDBE61DEE}"/>
              </a:ext>
            </a:extLst>
          </p:cNvPr>
          <p:cNvSpPr/>
          <p:nvPr/>
        </p:nvSpPr>
        <p:spPr>
          <a:xfrm>
            <a:off x="10834405" y="2908609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88469FD-6166-42FC-BCB4-A4AAD850CA3A}"/>
              </a:ext>
            </a:extLst>
          </p:cNvPr>
          <p:cNvSpPr/>
          <p:nvPr/>
        </p:nvSpPr>
        <p:spPr>
          <a:xfrm>
            <a:off x="10833183" y="3235760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C9BA07-9679-4BE5-82D9-D6E9BB2D311B}"/>
              </a:ext>
            </a:extLst>
          </p:cNvPr>
          <p:cNvSpPr/>
          <p:nvPr/>
        </p:nvSpPr>
        <p:spPr>
          <a:xfrm>
            <a:off x="10536053" y="2784548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94B031E-0D67-46A9-925A-F463254CDE40}"/>
              </a:ext>
            </a:extLst>
          </p:cNvPr>
          <p:cNvSpPr/>
          <p:nvPr/>
        </p:nvSpPr>
        <p:spPr>
          <a:xfrm>
            <a:off x="10511765" y="3140716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EF5BE0F-4EEB-4225-87F6-F79CE4BABFEF}"/>
              </a:ext>
            </a:extLst>
          </p:cNvPr>
          <p:cNvSpPr/>
          <p:nvPr/>
        </p:nvSpPr>
        <p:spPr>
          <a:xfrm>
            <a:off x="10571911" y="3494962"/>
            <a:ext cx="275432" cy="280070"/>
          </a:xfrm>
          <a:prstGeom prst="rect">
            <a:avLst/>
          </a:prstGeom>
          <a:solidFill>
            <a:srgbClr val="FFAA5F"/>
          </a:solidFill>
          <a:ln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Forme libre : forme 101">
            <a:extLst>
              <a:ext uri="{FF2B5EF4-FFF2-40B4-BE49-F238E27FC236}">
                <a16:creationId xmlns:a16="http://schemas.microsoft.com/office/drawing/2014/main" id="{EA2B3BA0-633C-4222-8F29-35FCA2085EC9}"/>
              </a:ext>
            </a:extLst>
          </p:cNvPr>
          <p:cNvSpPr/>
          <p:nvPr/>
        </p:nvSpPr>
        <p:spPr>
          <a:xfrm>
            <a:off x="9586581" y="3134482"/>
            <a:ext cx="764284" cy="885633"/>
          </a:xfrm>
          <a:custGeom>
            <a:avLst/>
            <a:gdLst>
              <a:gd name="connsiteX0" fmla="*/ 105 w 1143105"/>
              <a:gd name="connsiteY0" fmla="*/ 886451 h 1324601"/>
              <a:gd name="connsiteX1" fmla="*/ 28680 w 1143105"/>
              <a:gd name="connsiteY1" fmla="*/ 838826 h 1324601"/>
              <a:gd name="connsiteX2" fmla="*/ 66780 w 1143105"/>
              <a:gd name="connsiteY2" fmla="*/ 781676 h 1324601"/>
              <a:gd name="connsiteX3" fmla="*/ 76305 w 1143105"/>
              <a:gd name="connsiteY3" fmla="*/ 715001 h 1324601"/>
              <a:gd name="connsiteX4" fmla="*/ 66780 w 1143105"/>
              <a:gd name="connsiteY4" fmla="*/ 505451 h 1324601"/>
              <a:gd name="connsiteX5" fmla="*/ 66780 w 1143105"/>
              <a:gd name="connsiteY5" fmla="*/ 200651 h 1324601"/>
              <a:gd name="connsiteX6" fmla="*/ 133455 w 1143105"/>
              <a:gd name="connsiteY6" fmla="*/ 124451 h 1324601"/>
              <a:gd name="connsiteX7" fmla="*/ 171555 w 1143105"/>
              <a:gd name="connsiteY7" fmla="*/ 86351 h 1324601"/>
              <a:gd name="connsiteX8" fmla="*/ 352530 w 1143105"/>
              <a:gd name="connsiteY8" fmla="*/ 19676 h 1324601"/>
              <a:gd name="connsiteX9" fmla="*/ 495405 w 1143105"/>
              <a:gd name="connsiteY9" fmla="*/ 626 h 1324601"/>
              <a:gd name="connsiteX10" fmla="*/ 962130 w 1143105"/>
              <a:gd name="connsiteY10" fmla="*/ 29201 h 1324601"/>
              <a:gd name="connsiteX11" fmla="*/ 1047855 w 1143105"/>
              <a:gd name="connsiteY11" fmla="*/ 67301 h 1324601"/>
              <a:gd name="connsiteX12" fmla="*/ 1095480 w 1143105"/>
              <a:gd name="connsiteY12" fmla="*/ 133976 h 1324601"/>
              <a:gd name="connsiteX13" fmla="*/ 1124055 w 1143105"/>
              <a:gd name="connsiteY13" fmla="*/ 181601 h 1324601"/>
              <a:gd name="connsiteX14" fmla="*/ 1133580 w 1143105"/>
              <a:gd name="connsiteY14" fmla="*/ 248276 h 1324601"/>
              <a:gd name="connsiteX15" fmla="*/ 1143105 w 1143105"/>
              <a:gd name="connsiteY15" fmla="*/ 305426 h 1324601"/>
              <a:gd name="connsiteX16" fmla="*/ 1133580 w 1143105"/>
              <a:gd name="connsiteY16" fmla="*/ 429251 h 1324601"/>
              <a:gd name="connsiteX17" fmla="*/ 1085955 w 1143105"/>
              <a:gd name="connsiteY17" fmla="*/ 553076 h 1324601"/>
              <a:gd name="connsiteX18" fmla="*/ 1066905 w 1143105"/>
              <a:gd name="connsiteY18" fmla="*/ 610226 h 1324601"/>
              <a:gd name="connsiteX19" fmla="*/ 1019280 w 1143105"/>
              <a:gd name="connsiteY19" fmla="*/ 734051 h 1324601"/>
              <a:gd name="connsiteX20" fmla="*/ 1038330 w 1143105"/>
              <a:gd name="connsiteY20" fmla="*/ 962651 h 1324601"/>
              <a:gd name="connsiteX21" fmla="*/ 1066905 w 1143105"/>
              <a:gd name="connsiteY21" fmla="*/ 1048376 h 1324601"/>
              <a:gd name="connsiteX22" fmla="*/ 1076430 w 1143105"/>
              <a:gd name="connsiteY22" fmla="*/ 1096001 h 1324601"/>
              <a:gd name="connsiteX23" fmla="*/ 1047855 w 1143105"/>
              <a:gd name="connsiteY23" fmla="*/ 1276976 h 1324601"/>
              <a:gd name="connsiteX24" fmla="*/ 1019280 w 1143105"/>
              <a:gd name="connsiteY24" fmla="*/ 1286501 h 1324601"/>
              <a:gd name="connsiteX25" fmla="*/ 981180 w 1143105"/>
              <a:gd name="connsiteY25" fmla="*/ 1296026 h 1324601"/>
              <a:gd name="connsiteX26" fmla="*/ 857355 w 1143105"/>
              <a:gd name="connsiteY26" fmla="*/ 1315076 h 1324601"/>
              <a:gd name="connsiteX27" fmla="*/ 714480 w 1143105"/>
              <a:gd name="connsiteY27" fmla="*/ 1324601 h 1324601"/>
              <a:gd name="connsiteX28" fmla="*/ 343005 w 1143105"/>
              <a:gd name="connsiteY28" fmla="*/ 1315076 h 1324601"/>
              <a:gd name="connsiteX29" fmla="*/ 285855 w 1143105"/>
              <a:gd name="connsiteY29" fmla="*/ 1276976 h 1324601"/>
              <a:gd name="connsiteX30" fmla="*/ 266805 w 1143105"/>
              <a:gd name="connsiteY30" fmla="*/ 1248401 h 1324601"/>
              <a:gd name="connsiteX31" fmla="*/ 209655 w 1143105"/>
              <a:gd name="connsiteY31" fmla="*/ 1172201 h 1324601"/>
              <a:gd name="connsiteX32" fmla="*/ 152505 w 1143105"/>
              <a:gd name="connsiteY32" fmla="*/ 1115051 h 1324601"/>
              <a:gd name="connsiteX33" fmla="*/ 85830 w 1143105"/>
              <a:gd name="connsiteY33" fmla="*/ 1029326 h 1324601"/>
              <a:gd name="connsiteX34" fmla="*/ 28680 w 1143105"/>
              <a:gd name="connsiteY34" fmla="*/ 953126 h 1324601"/>
              <a:gd name="connsiteX35" fmla="*/ 19155 w 1143105"/>
              <a:gd name="connsiteY35" fmla="*/ 924551 h 1324601"/>
              <a:gd name="connsiteX36" fmla="*/ 105 w 1143105"/>
              <a:gd name="connsiteY36" fmla="*/ 886451 h 132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3105" h="1324601">
                <a:moveTo>
                  <a:pt x="105" y="886451"/>
                </a:moveTo>
                <a:cubicBezTo>
                  <a:pt x="1692" y="872164"/>
                  <a:pt x="18741" y="854445"/>
                  <a:pt x="28680" y="838826"/>
                </a:cubicBezTo>
                <a:cubicBezTo>
                  <a:pt x="40972" y="819510"/>
                  <a:pt x="58561" y="803045"/>
                  <a:pt x="66780" y="781676"/>
                </a:cubicBezTo>
                <a:cubicBezTo>
                  <a:pt x="74839" y="760722"/>
                  <a:pt x="73130" y="737226"/>
                  <a:pt x="76305" y="715001"/>
                </a:cubicBezTo>
                <a:cubicBezTo>
                  <a:pt x="73130" y="645151"/>
                  <a:pt x="70769" y="575259"/>
                  <a:pt x="66780" y="505451"/>
                </a:cubicBezTo>
                <a:cubicBezTo>
                  <a:pt x="59769" y="382753"/>
                  <a:pt x="44650" y="333430"/>
                  <a:pt x="66780" y="200651"/>
                </a:cubicBezTo>
                <a:cubicBezTo>
                  <a:pt x="73961" y="157567"/>
                  <a:pt x="105894" y="148567"/>
                  <a:pt x="133455" y="124451"/>
                </a:cubicBezTo>
                <a:cubicBezTo>
                  <a:pt x="146972" y="112624"/>
                  <a:pt x="155901" y="95156"/>
                  <a:pt x="171555" y="86351"/>
                </a:cubicBezTo>
                <a:cubicBezTo>
                  <a:pt x="203395" y="68441"/>
                  <a:pt x="304295" y="28446"/>
                  <a:pt x="352530" y="19676"/>
                </a:cubicBezTo>
                <a:cubicBezTo>
                  <a:pt x="399801" y="11081"/>
                  <a:pt x="447780" y="6976"/>
                  <a:pt x="495405" y="626"/>
                </a:cubicBezTo>
                <a:cubicBezTo>
                  <a:pt x="738263" y="6697"/>
                  <a:pt x="790963" y="-16443"/>
                  <a:pt x="962130" y="29201"/>
                </a:cubicBezTo>
                <a:cubicBezTo>
                  <a:pt x="998777" y="38973"/>
                  <a:pt x="1020452" y="44465"/>
                  <a:pt x="1047855" y="67301"/>
                </a:cubicBezTo>
                <a:cubicBezTo>
                  <a:pt x="1084734" y="98033"/>
                  <a:pt x="1072236" y="92137"/>
                  <a:pt x="1095480" y="133976"/>
                </a:cubicBezTo>
                <a:cubicBezTo>
                  <a:pt x="1104471" y="150160"/>
                  <a:pt x="1114530" y="165726"/>
                  <a:pt x="1124055" y="181601"/>
                </a:cubicBezTo>
                <a:cubicBezTo>
                  <a:pt x="1127230" y="203826"/>
                  <a:pt x="1130166" y="226086"/>
                  <a:pt x="1133580" y="248276"/>
                </a:cubicBezTo>
                <a:cubicBezTo>
                  <a:pt x="1136517" y="267364"/>
                  <a:pt x="1143105" y="286113"/>
                  <a:pt x="1143105" y="305426"/>
                </a:cubicBezTo>
                <a:cubicBezTo>
                  <a:pt x="1143105" y="346823"/>
                  <a:pt x="1140036" y="388361"/>
                  <a:pt x="1133580" y="429251"/>
                </a:cubicBezTo>
                <a:cubicBezTo>
                  <a:pt x="1128555" y="461073"/>
                  <a:pt x="1096344" y="526065"/>
                  <a:pt x="1085955" y="553076"/>
                </a:cubicBezTo>
                <a:cubicBezTo>
                  <a:pt x="1078747" y="571818"/>
                  <a:pt x="1073847" y="591384"/>
                  <a:pt x="1066905" y="610226"/>
                </a:cubicBezTo>
                <a:cubicBezTo>
                  <a:pt x="1051617" y="651722"/>
                  <a:pt x="1019280" y="734051"/>
                  <a:pt x="1019280" y="734051"/>
                </a:cubicBezTo>
                <a:cubicBezTo>
                  <a:pt x="1025630" y="810251"/>
                  <a:pt x="1030184" y="886622"/>
                  <a:pt x="1038330" y="962651"/>
                </a:cubicBezTo>
                <a:cubicBezTo>
                  <a:pt x="1042392" y="1000562"/>
                  <a:pt x="1055545" y="1010508"/>
                  <a:pt x="1066905" y="1048376"/>
                </a:cubicBezTo>
                <a:cubicBezTo>
                  <a:pt x="1071557" y="1063883"/>
                  <a:pt x="1073255" y="1080126"/>
                  <a:pt x="1076430" y="1096001"/>
                </a:cubicBezTo>
                <a:cubicBezTo>
                  <a:pt x="1066905" y="1156326"/>
                  <a:pt x="1065404" y="1218479"/>
                  <a:pt x="1047855" y="1276976"/>
                </a:cubicBezTo>
                <a:cubicBezTo>
                  <a:pt x="1044970" y="1286593"/>
                  <a:pt x="1028934" y="1283743"/>
                  <a:pt x="1019280" y="1286501"/>
                </a:cubicBezTo>
                <a:cubicBezTo>
                  <a:pt x="1006693" y="1290097"/>
                  <a:pt x="994017" y="1293459"/>
                  <a:pt x="981180" y="1296026"/>
                </a:cubicBezTo>
                <a:cubicBezTo>
                  <a:pt x="961258" y="1300010"/>
                  <a:pt x="874129" y="1313551"/>
                  <a:pt x="857355" y="1315076"/>
                </a:cubicBezTo>
                <a:cubicBezTo>
                  <a:pt x="809820" y="1319397"/>
                  <a:pt x="762105" y="1321426"/>
                  <a:pt x="714480" y="1324601"/>
                </a:cubicBezTo>
                <a:cubicBezTo>
                  <a:pt x="590655" y="1321426"/>
                  <a:pt x="466730" y="1320968"/>
                  <a:pt x="343005" y="1315076"/>
                </a:cubicBezTo>
                <a:cubicBezTo>
                  <a:pt x="316519" y="1313815"/>
                  <a:pt x="301582" y="1295849"/>
                  <a:pt x="285855" y="1276976"/>
                </a:cubicBezTo>
                <a:cubicBezTo>
                  <a:pt x="278526" y="1268182"/>
                  <a:pt x="273538" y="1257659"/>
                  <a:pt x="266805" y="1248401"/>
                </a:cubicBezTo>
                <a:cubicBezTo>
                  <a:pt x="248131" y="1222724"/>
                  <a:pt x="232106" y="1194652"/>
                  <a:pt x="209655" y="1172201"/>
                </a:cubicBezTo>
                <a:cubicBezTo>
                  <a:pt x="190605" y="1153151"/>
                  <a:pt x="169045" y="1136317"/>
                  <a:pt x="152505" y="1115051"/>
                </a:cubicBezTo>
                <a:cubicBezTo>
                  <a:pt x="130280" y="1086476"/>
                  <a:pt x="105910" y="1059447"/>
                  <a:pt x="85830" y="1029326"/>
                </a:cubicBezTo>
                <a:cubicBezTo>
                  <a:pt x="55503" y="983835"/>
                  <a:pt x="73931" y="1009690"/>
                  <a:pt x="28680" y="953126"/>
                </a:cubicBezTo>
                <a:cubicBezTo>
                  <a:pt x="25505" y="943601"/>
                  <a:pt x="21590" y="934291"/>
                  <a:pt x="19155" y="924551"/>
                </a:cubicBezTo>
                <a:cubicBezTo>
                  <a:pt x="15228" y="908845"/>
                  <a:pt x="-1482" y="900738"/>
                  <a:pt x="105" y="886451"/>
                </a:cubicBezTo>
                <a:close/>
              </a:path>
            </a:pathLst>
          </a:custGeom>
          <a:noFill/>
          <a:ln w="28575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Forme libre : forme 102">
            <a:extLst>
              <a:ext uri="{FF2B5EF4-FFF2-40B4-BE49-F238E27FC236}">
                <a16:creationId xmlns:a16="http://schemas.microsoft.com/office/drawing/2014/main" id="{90165DE8-6C1D-415D-B407-6A9BA0803642}"/>
              </a:ext>
            </a:extLst>
          </p:cNvPr>
          <p:cNvSpPr/>
          <p:nvPr/>
        </p:nvSpPr>
        <p:spPr>
          <a:xfrm>
            <a:off x="8752385" y="2708215"/>
            <a:ext cx="757845" cy="1146320"/>
          </a:xfrm>
          <a:custGeom>
            <a:avLst/>
            <a:gdLst>
              <a:gd name="connsiteX0" fmla="*/ 123825 w 1133475"/>
              <a:gd name="connsiteY0" fmla="*/ 1524000 h 1714500"/>
              <a:gd name="connsiteX1" fmla="*/ 171450 w 1133475"/>
              <a:gd name="connsiteY1" fmla="*/ 1628775 h 1714500"/>
              <a:gd name="connsiteX2" fmla="*/ 247650 w 1133475"/>
              <a:gd name="connsiteY2" fmla="*/ 1676400 h 1714500"/>
              <a:gd name="connsiteX3" fmla="*/ 381000 w 1133475"/>
              <a:gd name="connsiteY3" fmla="*/ 1714500 h 1714500"/>
              <a:gd name="connsiteX4" fmla="*/ 457200 w 1133475"/>
              <a:gd name="connsiteY4" fmla="*/ 1704975 h 1714500"/>
              <a:gd name="connsiteX5" fmla="*/ 628650 w 1133475"/>
              <a:gd name="connsiteY5" fmla="*/ 1638300 h 1714500"/>
              <a:gd name="connsiteX6" fmla="*/ 781050 w 1133475"/>
              <a:gd name="connsiteY6" fmla="*/ 1552575 h 1714500"/>
              <a:gd name="connsiteX7" fmla="*/ 933450 w 1133475"/>
              <a:gd name="connsiteY7" fmla="*/ 1438275 h 1714500"/>
              <a:gd name="connsiteX8" fmla="*/ 1085850 w 1133475"/>
              <a:gd name="connsiteY8" fmla="*/ 1238250 h 1714500"/>
              <a:gd name="connsiteX9" fmla="*/ 1123950 w 1133475"/>
              <a:gd name="connsiteY9" fmla="*/ 1085850 h 1714500"/>
              <a:gd name="connsiteX10" fmla="*/ 1133475 w 1133475"/>
              <a:gd name="connsiteY10" fmla="*/ 1000125 h 1714500"/>
              <a:gd name="connsiteX11" fmla="*/ 1123950 w 1133475"/>
              <a:gd name="connsiteY11" fmla="*/ 514350 h 1714500"/>
              <a:gd name="connsiteX12" fmla="*/ 1104900 w 1133475"/>
              <a:gd name="connsiteY12" fmla="*/ 466725 h 1714500"/>
              <a:gd name="connsiteX13" fmla="*/ 1095375 w 1133475"/>
              <a:gd name="connsiteY13" fmla="*/ 400050 h 1714500"/>
              <a:gd name="connsiteX14" fmla="*/ 1038225 w 1133475"/>
              <a:gd name="connsiteY14" fmla="*/ 209550 h 1714500"/>
              <a:gd name="connsiteX15" fmla="*/ 1009650 w 1133475"/>
              <a:gd name="connsiteY15" fmla="*/ 123825 h 1714500"/>
              <a:gd name="connsiteX16" fmla="*/ 1000125 w 1133475"/>
              <a:gd name="connsiteY16" fmla="*/ 85725 h 1714500"/>
              <a:gd name="connsiteX17" fmla="*/ 962025 w 1133475"/>
              <a:gd name="connsiteY17" fmla="*/ 47625 h 1714500"/>
              <a:gd name="connsiteX18" fmla="*/ 933450 w 1133475"/>
              <a:gd name="connsiteY18" fmla="*/ 28575 h 1714500"/>
              <a:gd name="connsiteX19" fmla="*/ 781050 w 1133475"/>
              <a:gd name="connsiteY19" fmla="*/ 9525 h 1714500"/>
              <a:gd name="connsiteX20" fmla="*/ 695325 w 1133475"/>
              <a:gd name="connsiteY20" fmla="*/ 0 h 1714500"/>
              <a:gd name="connsiteX21" fmla="*/ 542925 w 1133475"/>
              <a:gd name="connsiteY21" fmla="*/ 9525 h 1714500"/>
              <a:gd name="connsiteX22" fmla="*/ 466725 w 1133475"/>
              <a:gd name="connsiteY22" fmla="*/ 28575 h 1714500"/>
              <a:gd name="connsiteX23" fmla="*/ 352425 w 1133475"/>
              <a:gd name="connsiteY23" fmla="*/ 66675 h 1714500"/>
              <a:gd name="connsiteX24" fmla="*/ 295275 w 1133475"/>
              <a:gd name="connsiteY24" fmla="*/ 104775 h 1714500"/>
              <a:gd name="connsiteX25" fmla="*/ 219075 w 1133475"/>
              <a:gd name="connsiteY25" fmla="*/ 161925 h 1714500"/>
              <a:gd name="connsiteX26" fmla="*/ 142875 w 1133475"/>
              <a:gd name="connsiteY26" fmla="*/ 247650 h 1714500"/>
              <a:gd name="connsiteX27" fmla="*/ 95250 w 1133475"/>
              <a:gd name="connsiteY27" fmla="*/ 323850 h 1714500"/>
              <a:gd name="connsiteX28" fmla="*/ 66675 w 1133475"/>
              <a:gd name="connsiteY28" fmla="*/ 361950 h 1714500"/>
              <a:gd name="connsiteX29" fmla="*/ 57150 w 1133475"/>
              <a:gd name="connsiteY29" fmla="*/ 400050 h 1714500"/>
              <a:gd name="connsiteX30" fmla="*/ 19050 w 1133475"/>
              <a:gd name="connsiteY30" fmla="*/ 485775 h 1714500"/>
              <a:gd name="connsiteX31" fmla="*/ 0 w 1133475"/>
              <a:gd name="connsiteY31" fmla="*/ 561975 h 1714500"/>
              <a:gd name="connsiteX32" fmla="*/ 19050 w 1133475"/>
              <a:gd name="connsiteY32" fmla="*/ 828675 h 1714500"/>
              <a:gd name="connsiteX33" fmla="*/ 47625 w 1133475"/>
              <a:gd name="connsiteY33" fmla="*/ 876300 h 1714500"/>
              <a:gd name="connsiteX34" fmla="*/ 85725 w 1133475"/>
              <a:gd name="connsiteY34" fmla="*/ 933450 h 1714500"/>
              <a:gd name="connsiteX35" fmla="*/ 133350 w 1133475"/>
              <a:gd name="connsiteY35" fmla="*/ 1009650 h 1714500"/>
              <a:gd name="connsiteX36" fmla="*/ 142875 w 1133475"/>
              <a:gd name="connsiteY36" fmla="*/ 1047750 h 1714500"/>
              <a:gd name="connsiteX37" fmla="*/ 180975 w 1133475"/>
              <a:gd name="connsiteY37" fmla="*/ 1143000 h 1714500"/>
              <a:gd name="connsiteX38" fmla="*/ 171450 w 1133475"/>
              <a:gd name="connsiteY38" fmla="*/ 1524000 h 1714500"/>
              <a:gd name="connsiteX39" fmla="*/ 123825 w 1133475"/>
              <a:gd name="connsiteY39" fmla="*/ 15240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33475" h="1714500">
                <a:moveTo>
                  <a:pt x="123825" y="1524000"/>
                </a:moveTo>
                <a:cubicBezTo>
                  <a:pt x="123825" y="1541462"/>
                  <a:pt x="147258" y="1599000"/>
                  <a:pt x="171450" y="1628775"/>
                </a:cubicBezTo>
                <a:cubicBezTo>
                  <a:pt x="190338" y="1652022"/>
                  <a:pt x="221221" y="1662305"/>
                  <a:pt x="247650" y="1676400"/>
                </a:cubicBezTo>
                <a:cubicBezTo>
                  <a:pt x="311536" y="1710472"/>
                  <a:pt x="312137" y="1704662"/>
                  <a:pt x="381000" y="1714500"/>
                </a:cubicBezTo>
                <a:cubicBezTo>
                  <a:pt x="406400" y="1711325"/>
                  <a:pt x="432283" y="1710838"/>
                  <a:pt x="457200" y="1704975"/>
                </a:cubicBezTo>
                <a:cubicBezTo>
                  <a:pt x="503906" y="1693985"/>
                  <a:pt x="586706" y="1660111"/>
                  <a:pt x="628650" y="1638300"/>
                </a:cubicBezTo>
                <a:cubicBezTo>
                  <a:pt x="680362" y="1611410"/>
                  <a:pt x="734422" y="1587546"/>
                  <a:pt x="781050" y="1552575"/>
                </a:cubicBezTo>
                <a:cubicBezTo>
                  <a:pt x="831850" y="1514475"/>
                  <a:pt x="892433" y="1486750"/>
                  <a:pt x="933450" y="1438275"/>
                </a:cubicBezTo>
                <a:cubicBezTo>
                  <a:pt x="1057573" y="1291584"/>
                  <a:pt x="1009569" y="1360300"/>
                  <a:pt x="1085850" y="1238250"/>
                </a:cubicBezTo>
                <a:cubicBezTo>
                  <a:pt x="1101540" y="1183333"/>
                  <a:pt x="1114324" y="1143604"/>
                  <a:pt x="1123950" y="1085850"/>
                </a:cubicBezTo>
                <a:cubicBezTo>
                  <a:pt x="1128677" y="1057490"/>
                  <a:pt x="1130300" y="1028700"/>
                  <a:pt x="1133475" y="1000125"/>
                </a:cubicBezTo>
                <a:cubicBezTo>
                  <a:pt x="1130300" y="838200"/>
                  <a:pt x="1132614" y="676074"/>
                  <a:pt x="1123950" y="514350"/>
                </a:cubicBezTo>
                <a:cubicBezTo>
                  <a:pt x="1123035" y="497277"/>
                  <a:pt x="1109047" y="483312"/>
                  <a:pt x="1104900" y="466725"/>
                </a:cubicBezTo>
                <a:cubicBezTo>
                  <a:pt x="1099455" y="444945"/>
                  <a:pt x="1100575" y="421890"/>
                  <a:pt x="1095375" y="400050"/>
                </a:cubicBezTo>
                <a:cubicBezTo>
                  <a:pt x="1012116" y="50362"/>
                  <a:pt x="1089113" y="396141"/>
                  <a:pt x="1038225" y="209550"/>
                </a:cubicBezTo>
                <a:cubicBezTo>
                  <a:pt x="989519" y="30961"/>
                  <a:pt x="1067862" y="279057"/>
                  <a:pt x="1009650" y="123825"/>
                </a:cubicBezTo>
                <a:cubicBezTo>
                  <a:pt x="1005053" y="111568"/>
                  <a:pt x="1007063" y="96826"/>
                  <a:pt x="1000125" y="85725"/>
                </a:cubicBezTo>
                <a:cubicBezTo>
                  <a:pt x="990606" y="70495"/>
                  <a:pt x="975662" y="59314"/>
                  <a:pt x="962025" y="47625"/>
                </a:cubicBezTo>
                <a:cubicBezTo>
                  <a:pt x="953333" y="40175"/>
                  <a:pt x="943972" y="33084"/>
                  <a:pt x="933450" y="28575"/>
                </a:cubicBezTo>
                <a:cubicBezTo>
                  <a:pt x="896983" y="12946"/>
                  <a:pt x="795303" y="10882"/>
                  <a:pt x="781050" y="9525"/>
                </a:cubicBezTo>
                <a:cubicBezTo>
                  <a:pt x="752429" y="6799"/>
                  <a:pt x="723900" y="3175"/>
                  <a:pt x="695325" y="0"/>
                </a:cubicBezTo>
                <a:cubicBezTo>
                  <a:pt x="644525" y="3175"/>
                  <a:pt x="593431" y="3212"/>
                  <a:pt x="542925" y="9525"/>
                </a:cubicBezTo>
                <a:cubicBezTo>
                  <a:pt x="516945" y="12772"/>
                  <a:pt x="492023" y="21829"/>
                  <a:pt x="466725" y="28575"/>
                </a:cubicBezTo>
                <a:cubicBezTo>
                  <a:pt x="438017" y="36230"/>
                  <a:pt x="381266" y="50944"/>
                  <a:pt x="352425" y="66675"/>
                </a:cubicBezTo>
                <a:cubicBezTo>
                  <a:pt x="332325" y="77638"/>
                  <a:pt x="313591" y="91038"/>
                  <a:pt x="295275" y="104775"/>
                </a:cubicBezTo>
                <a:cubicBezTo>
                  <a:pt x="269875" y="123825"/>
                  <a:pt x="238125" y="136525"/>
                  <a:pt x="219075" y="161925"/>
                </a:cubicBezTo>
                <a:cubicBezTo>
                  <a:pt x="152062" y="251276"/>
                  <a:pt x="237036" y="141719"/>
                  <a:pt x="142875" y="247650"/>
                </a:cubicBezTo>
                <a:cubicBezTo>
                  <a:pt x="97430" y="298775"/>
                  <a:pt x="128868" y="270061"/>
                  <a:pt x="95250" y="323850"/>
                </a:cubicBezTo>
                <a:cubicBezTo>
                  <a:pt x="86836" y="337312"/>
                  <a:pt x="76200" y="349250"/>
                  <a:pt x="66675" y="361950"/>
                </a:cubicBezTo>
                <a:cubicBezTo>
                  <a:pt x="63500" y="374650"/>
                  <a:pt x="61747" y="387793"/>
                  <a:pt x="57150" y="400050"/>
                </a:cubicBezTo>
                <a:cubicBezTo>
                  <a:pt x="25914" y="483346"/>
                  <a:pt x="48840" y="388959"/>
                  <a:pt x="19050" y="485775"/>
                </a:cubicBezTo>
                <a:cubicBezTo>
                  <a:pt x="11350" y="510799"/>
                  <a:pt x="6350" y="536575"/>
                  <a:pt x="0" y="561975"/>
                </a:cubicBezTo>
                <a:cubicBezTo>
                  <a:pt x="6350" y="650875"/>
                  <a:pt x="5698" y="740554"/>
                  <a:pt x="19050" y="828675"/>
                </a:cubicBezTo>
                <a:cubicBezTo>
                  <a:pt x="21823" y="846979"/>
                  <a:pt x="37686" y="860681"/>
                  <a:pt x="47625" y="876300"/>
                </a:cubicBezTo>
                <a:cubicBezTo>
                  <a:pt x="59917" y="895616"/>
                  <a:pt x="73945" y="913817"/>
                  <a:pt x="85725" y="933450"/>
                </a:cubicBezTo>
                <a:cubicBezTo>
                  <a:pt x="138024" y="1020615"/>
                  <a:pt x="67020" y="921209"/>
                  <a:pt x="133350" y="1009650"/>
                </a:cubicBezTo>
                <a:cubicBezTo>
                  <a:pt x="136525" y="1022350"/>
                  <a:pt x="138472" y="1035422"/>
                  <a:pt x="142875" y="1047750"/>
                </a:cubicBezTo>
                <a:cubicBezTo>
                  <a:pt x="154376" y="1079954"/>
                  <a:pt x="180975" y="1143000"/>
                  <a:pt x="180975" y="1143000"/>
                </a:cubicBezTo>
                <a:cubicBezTo>
                  <a:pt x="197381" y="1307062"/>
                  <a:pt x="200453" y="1284722"/>
                  <a:pt x="171450" y="1524000"/>
                </a:cubicBezTo>
                <a:cubicBezTo>
                  <a:pt x="170072" y="1535364"/>
                  <a:pt x="123825" y="1506538"/>
                  <a:pt x="123825" y="1524000"/>
                </a:cubicBezTo>
                <a:close/>
              </a:path>
            </a:pathLst>
          </a:custGeom>
          <a:noFill/>
          <a:ln w="28575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277A13A3-AED5-4EA5-A82E-0382729077CF}"/>
              </a:ext>
            </a:extLst>
          </p:cNvPr>
          <p:cNvSpPr/>
          <p:nvPr/>
        </p:nvSpPr>
        <p:spPr>
          <a:xfrm>
            <a:off x="10395444" y="2733689"/>
            <a:ext cx="764213" cy="1063531"/>
          </a:xfrm>
          <a:custGeom>
            <a:avLst/>
            <a:gdLst>
              <a:gd name="connsiteX0" fmla="*/ 981075 w 1143000"/>
              <a:gd name="connsiteY0" fmla="*/ 0 h 1590675"/>
              <a:gd name="connsiteX1" fmla="*/ 781050 w 1143000"/>
              <a:gd name="connsiteY1" fmla="*/ 19050 h 1590675"/>
              <a:gd name="connsiteX2" fmla="*/ 571500 w 1143000"/>
              <a:gd name="connsiteY2" fmla="*/ 47625 h 1590675"/>
              <a:gd name="connsiteX3" fmla="*/ 400050 w 1143000"/>
              <a:gd name="connsiteY3" fmla="*/ 66675 h 1590675"/>
              <a:gd name="connsiteX4" fmla="*/ 104775 w 1143000"/>
              <a:gd name="connsiteY4" fmla="*/ 228600 h 1590675"/>
              <a:gd name="connsiteX5" fmla="*/ 19050 w 1143000"/>
              <a:gd name="connsiteY5" fmla="*/ 381000 h 1590675"/>
              <a:gd name="connsiteX6" fmla="*/ 0 w 1143000"/>
              <a:gd name="connsiteY6" fmla="*/ 533400 h 1590675"/>
              <a:gd name="connsiteX7" fmla="*/ 19050 w 1143000"/>
              <a:gd name="connsiteY7" fmla="*/ 857250 h 1590675"/>
              <a:gd name="connsiteX8" fmla="*/ 76200 w 1143000"/>
              <a:gd name="connsiteY8" fmla="*/ 1038225 h 1590675"/>
              <a:gd name="connsiteX9" fmla="*/ 238125 w 1143000"/>
              <a:gd name="connsiteY9" fmla="*/ 1362075 h 1590675"/>
              <a:gd name="connsiteX10" fmla="*/ 304800 w 1143000"/>
              <a:gd name="connsiteY10" fmla="*/ 1438275 h 1590675"/>
              <a:gd name="connsiteX11" fmla="*/ 371475 w 1143000"/>
              <a:gd name="connsiteY11" fmla="*/ 1495425 h 1590675"/>
              <a:gd name="connsiteX12" fmla="*/ 552450 w 1143000"/>
              <a:gd name="connsiteY12" fmla="*/ 1590675 h 1590675"/>
              <a:gd name="connsiteX13" fmla="*/ 876300 w 1143000"/>
              <a:gd name="connsiteY13" fmla="*/ 1533525 h 1590675"/>
              <a:gd name="connsiteX14" fmla="*/ 952500 w 1143000"/>
              <a:gd name="connsiteY14" fmla="*/ 1466850 h 1590675"/>
              <a:gd name="connsiteX15" fmla="*/ 1104900 w 1143000"/>
              <a:gd name="connsiteY15" fmla="*/ 1257300 h 1590675"/>
              <a:gd name="connsiteX16" fmla="*/ 1143000 w 1143000"/>
              <a:gd name="connsiteY16" fmla="*/ 1143000 h 1590675"/>
              <a:gd name="connsiteX17" fmla="*/ 1133475 w 1143000"/>
              <a:gd name="connsiteY17" fmla="*/ 838200 h 1590675"/>
              <a:gd name="connsiteX18" fmla="*/ 1095375 w 1143000"/>
              <a:gd name="connsiteY18" fmla="*/ 609600 h 1590675"/>
              <a:gd name="connsiteX19" fmla="*/ 1047750 w 1143000"/>
              <a:gd name="connsiteY19" fmla="*/ 466725 h 1590675"/>
              <a:gd name="connsiteX20" fmla="*/ 1019175 w 1143000"/>
              <a:gd name="connsiteY20" fmla="*/ 361950 h 1590675"/>
              <a:gd name="connsiteX21" fmla="*/ 962025 w 1143000"/>
              <a:gd name="connsiteY21" fmla="*/ 219075 h 1590675"/>
              <a:gd name="connsiteX22" fmla="*/ 923925 w 1143000"/>
              <a:gd name="connsiteY22" fmla="*/ 152400 h 1590675"/>
              <a:gd name="connsiteX23" fmla="*/ 866775 w 1143000"/>
              <a:gd name="connsiteY23" fmla="*/ 95250 h 1590675"/>
              <a:gd name="connsiteX24" fmla="*/ 809625 w 1143000"/>
              <a:gd name="connsiteY24" fmla="*/ 66675 h 1590675"/>
              <a:gd name="connsiteX25" fmla="*/ 781050 w 1143000"/>
              <a:gd name="connsiteY25" fmla="*/ 47625 h 1590675"/>
              <a:gd name="connsiteX26" fmla="*/ 685800 w 1143000"/>
              <a:gd name="connsiteY26" fmla="*/ 19050 h 1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43000" h="1590675">
                <a:moveTo>
                  <a:pt x="981075" y="0"/>
                </a:moveTo>
                <a:cubicBezTo>
                  <a:pt x="914400" y="6350"/>
                  <a:pt x="847578" y="11314"/>
                  <a:pt x="781050" y="19050"/>
                </a:cubicBezTo>
                <a:cubicBezTo>
                  <a:pt x="711025" y="27192"/>
                  <a:pt x="641452" y="38881"/>
                  <a:pt x="571500" y="47625"/>
                </a:cubicBezTo>
                <a:cubicBezTo>
                  <a:pt x="514442" y="54757"/>
                  <a:pt x="457200" y="60325"/>
                  <a:pt x="400050" y="66675"/>
                </a:cubicBezTo>
                <a:cubicBezTo>
                  <a:pt x="271292" y="114112"/>
                  <a:pt x="192280" y="120261"/>
                  <a:pt x="104775" y="228600"/>
                </a:cubicBezTo>
                <a:cubicBezTo>
                  <a:pt x="68152" y="273942"/>
                  <a:pt x="47625" y="330200"/>
                  <a:pt x="19050" y="381000"/>
                </a:cubicBezTo>
                <a:cubicBezTo>
                  <a:pt x="12700" y="431800"/>
                  <a:pt x="0" y="482205"/>
                  <a:pt x="0" y="533400"/>
                </a:cubicBezTo>
                <a:cubicBezTo>
                  <a:pt x="0" y="641537"/>
                  <a:pt x="2910" y="750325"/>
                  <a:pt x="19050" y="857250"/>
                </a:cubicBezTo>
                <a:cubicBezTo>
                  <a:pt x="28492" y="919803"/>
                  <a:pt x="53679" y="979108"/>
                  <a:pt x="76200" y="1038225"/>
                </a:cubicBezTo>
                <a:cubicBezTo>
                  <a:pt x="123734" y="1163001"/>
                  <a:pt x="162087" y="1258880"/>
                  <a:pt x="238125" y="1362075"/>
                </a:cubicBezTo>
                <a:cubicBezTo>
                  <a:pt x="258146" y="1389246"/>
                  <a:pt x="280935" y="1414410"/>
                  <a:pt x="304800" y="1438275"/>
                </a:cubicBezTo>
                <a:cubicBezTo>
                  <a:pt x="325498" y="1458973"/>
                  <a:pt x="347655" y="1478411"/>
                  <a:pt x="371475" y="1495425"/>
                </a:cubicBezTo>
                <a:cubicBezTo>
                  <a:pt x="498031" y="1585822"/>
                  <a:pt x="459262" y="1572037"/>
                  <a:pt x="552450" y="1590675"/>
                </a:cubicBezTo>
                <a:cubicBezTo>
                  <a:pt x="660400" y="1571625"/>
                  <a:pt x="771583" y="1565937"/>
                  <a:pt x="876300" y="1533525"/>
                </a:cubicBezTo>
                <a:cubicBezTo>
                  <a:pt x="908542" y="1523545"/>
                  <a:pt x="928635" y="1490715"/>
                  <a:pt x="952500" y="1466850"/>
                </a:cubicBezTo>
                <a:cubicBezTo>
                  <a:pt x="1023109" y="1396241"/>
                  <a:pt x="1062781" y="1349197"/>
                  <a:pt x="1104900" y="1257300"/>
                </a:cubicBezTo>
                <a:cubicBezTo>
                  <a:pt x="1121633" y="1220791"/>
                  <a:pt x="1130300" y="1181100"/>
                  <a:pt x="1143000" y="1143000"/>
                </a:cubicBezTo>
                <a:cubicBezTo>
                  <a:pt x="1139825" y="1041400"/>
                  <a:pt x="1140237" y="939624"/>
                  <a:pt x="1133475" y="838200"/>
                </a:cubicBezTo>
                <a:cubicBezTo>
                  <a:pt x="1132377" y="821731"/>
                  <a:pt x="1102047" y="634384"/>
                  <a:pt x="1095375" y="609600"/>
                </a:cubicBezTo>
                <a:cubicBezTo>
                  <a:pt x="1082324" y="561125"/>
                  <a:pt x="1062513" y="514706"/>
                  <a:pt x="1047750" y="466725"/>
                </a:cubicBezTo>
                <a:cubicBezTo>
                  <a:pt x="1037104" y="432125"/>
                  <a:pt x="1029577" y="396624"/>
                  <a:pt x="1019175" y="361950"/>
                </a:cubicBezTo>
                <a:cubicBezTo>
                  <a:pt x="997592" y="290008"/>
                  <a:pt x="994364" y="279132"/>
                  <a:pt x="962025" y="219075"/>
                </a:cubicBezTo>
                <a:cubicBezTo>
                  <a:pt x="949889" y="196537"/>
                  <a:pt x="939532" y="172689"/>
                  <a:pt x="923925" y="152400"/>
                </a:cubicBezTo>
                <a:cubicBezTo>
                  <a:pt x="907499" y="131046"/>
                  <a:pt x="890872" y="107298"/>
                  <a:pt x="866775" y="95250"/>
                </a:cubicBezTo>
                <a:cubicBezTo>
                  <a:pt x="847725" y="85725"/>
                  <a:pt x="828243" y="77018"/>
                  <a:pt x="809625" y="66675"/>
                </a:cubicBezTo>
                <a:cubicBezTo>
                  <a:pt x="799618" y="61116"/>
                  <a:pt x="791808" y="51537"/>
                  <a:pt x="781050" y="47625"/>
                </a:cubicBezTo>
                <a:cubicBezTo>
                  <a:pt x="628723" y="-7767"/>
                  <a:pt x="747043" y="49671"/>
                  <a:pt x="685800" y="19050"/>
                </a:cubicBezTo>
              </a:path>
            </a:pathLst>
          </a:custGeom>
          <a:noFill/>
          <a:ln w="38100">
            <a:solidFill>
              <a:srgbClr val="FFA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4" name="Graphique 53" descr="Lumières allumées avec un remplissage uni">
            <a:extLst>
              <a:ext uri="{FF2B5EF4-FFF2-40B4-BE49-F238E27FC236}">
                <a16:creationId xmlns:a16="http://schemas.microsoft.com/office/drawing/2014/main" id="{CB89F038-6AB2-4EE5-936B-2732A4F0A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5226" y="5735545"/>
            <a:ext cx="857899" cy="857899"/>
          </a:xfrm>
          <a:prstGeom prst="rect">
            <a:avLst/>
          </a:prstGeom>
        </p:spPr>
      </p:pic>
      <p:pic>
        <p:nvPicPr>
          <p:cNvPr id="56" name="Graphique 55" descr="Ampoule et engrenage avec un remplissage uni">
            <a:extLst>
              <a:ext uri="{FF2B5EF4-FFF2-40B4-BE49-F238E27FC236}">
                <a16:creationId xmlns:a16="http://schemas.microsoft.com/office/drawing/2014/main" id="{435026E5-3F72-4DAE-B1D5-59E4B98AAB8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77442" y="4690983"/>
            <a:ext cx="857899" cy="857899"/>
          </a:xfrm>
          <a:prstGeom prst="rect">
            <a:avLst/>
          </a:prstGeom>
        </p:spPr>
      </p:pic>
      <p:pic>
        <p:nvPicPr>
          <p:cNvPr id="58" name="Graphique 57" descr="Ampoule et crayon avec un remplissage uni">
            <a:extLst>
              <a:ext uri="{FF2B5EF4-FFF2-40B4-BE49-F238E27FC236}">
                <a16:creationId xmlns:a16="http://schemas.microsoft.com/office/drawing/2014/main" id="{7B7AF53A-E83C-4C94-B0F3-11F9AA40F35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3010" y="4702741"/>
            <a:ext cx="857899" cy="857899"/>
          </a:xfrm>
          <a:prstGeom prst="rect">
            <a:avLst/>
          </a:prstGeom>
        </p:spPr>
      </p:pic>
      <p:sp>
        <p:nvSpPr>
          <p:cNvPr id="116" name="Flèche : droite 115">
            <a:extLst>
              <a:ext uri="{FF2B5EF4-FFF2-40B4-BE49-F238E27FC236}">
                <a16:creationId xmlns:a16="http://schemas.microsoft.com/office/drawing/2014/main" id="{9875D866-76B7-45C3-B2B6-847FCBC128F2}"/>
              </a:ext>
            </a:extLst>
          </p:cNvPr>
          <p:cNvSpPr/>
          <p:nvPr/>
        </p:nvSpPr>
        <p:spPr>
          <a:xfrm rot="18931565">
            <a:off x="1840284" y="5425701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Flèche : droite 116">
            <a:extLst>
              <a:ext uri="{FF2B5EF4-FFF2-40B4-BE49-F238E27FC236}">
                <a16:creationId xmlns:a16="http://schemas.microsoft.com/office/drawing/2014/main" id="{CC36EE51-0972-46C7-B6DA-F00E3DE6EEFF}"/>
              </a:ext>
            </a:extLst>
          </p:cNvPr>
          <p:cNvSpPr/>
          <p:nvPr/>
        </p:nvSpPr>
        <p:spPr>
          <a:xfrm rot="2577627">
            <a:off x="2752499" y="5432847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15" name="Graphique 514" descr="Document avec un remplissage uni">
            <a:extLst>
              <a:ext uri="{FF2B5EF4-FFF2-40B4-BE49-F238E27FC236}">
                <a16:creationId xmlns:a16="http://schemas.microsoft.com/office/drawing/2014/main" id="{15E47483-587E-4600-BE7A-81D5E6225A7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73048" y="5538771"/>
            <a:ext cx="1107267" cy="1107267"/>
          </a:xfrm>
          <a:prstGeom prst="rect">
            <a:avLst/>
          </a:prstGeom>
        </p:spPr>
      </p:pic>
      <p:pic>
        <p:nvPicPr>
          <p:cNvPr id="517" name="Graphique 516" descr="Programmeur avec un remplissage uni">
            <a:extLst>
              <a:ext uri="{FF2B5EF4-FFF2-40B4-BE49-F238E27FC236}">
                <a16:creationId xmlns:a16="http://schemas.microsoft.com/office/drawing/2014/main" id="{79BC356F-5687-49DB-BF4E-D9FC6D8266E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713918" y="4821784"/>
            <a:ext cx="1107267" cy="1107267"/>
          </a:xfrm>
          <a:prstGeom prst="rect">
            <a:avLst/>
          </a:prstGeom>
        </p:spPr>
      </p:pic>
      <p:pic>
        <p:nvPicPr>
          <p:cNvPr id="519" name="Graphique 518" descr="Presse-papiers vérifié avec un remplissage uni">
            <a:extLst>
              <a:ext uri="{FF2B5EF4-FFF2-40B4-BE49-F238E27FC236}">
                <a16:creationId xmlns:a16="http://schemas.microsoft.com/office/drawing/2014/main" id="{290B6A78-DD2A-4F32-9C5B-93358A4BAAA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165660" y="4697750"/>
            <a:ext cx="1804743" cy="1804743"/>
          </a:xfrm>
          <a:prstGeom prst="rect">
            <a:avLst/>
          </a:prstGeom>
        </p:spPr>
      </p:pic>
      <p:pic>
        <p:nvPicPr>
          <p:cNvPr id="521" name="Graphique 520" descr="Engrenages avec un remplissage uni">
            <a:extLst>
              <a:ext uri="{FF2B5EF4-FFF2-40B4-BE49-F238E27FC236}">
                <a16:creationId xmlns:a16="http://schemas.microsoft.com/office/drawing/2014/main" id="{3EC63CB2-2F2D-420D-BEA4-BF9155491B3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989655" y="5693220"/>
            <a:ext cx="991525" cy="991525"/>
          </a:xfrm>
          <a:prstGeom prst="rect">
            <a:avLst/>
          </a:prstGeom>
        </p:spPr>
      </p:pic>
      <p:sp>
        <p:nvSpPr>
          <p:cNvPr id="126" name="Flèche : droite 125">
            <a:extLst>
              <a:ext uri="{FF2B5EF4-FFF2-40B4-BE49-F238E27FC236}">
                <a16:creationId xmlns:a16="http://schemas.microsoft.com/office/drawing/2014/main" id="{A2EBA6AF-FB15-4C6F-9113-49D0DB1FD691}"/>
              </a:ext>
            </a:extLst>
          </p:cNvPr>
          <p:cNvSpPr/>
          <p:nvPr/>
        </p:nvSpPr>
        <p:spPr>
          <a:xfrm rot="2577627">
            <a:off x="928068" y="5432847"/>
            <a:ext cx="419999" cy="44145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0" name="Graphique 129" descr="Aide avec un remplissage uni">
            <a:extLst>
              <a:ext uri="{FF2B5EF4-FFF2-40B4-BE49-F238E27FC236}">
                <a16:creationId xmlns:a16="http://schemas.microsoft.com/office/drawing/2014/main" id="{47DEDFF1-CC42-4101-A6EB-C64730676D7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588934" y="753137"/>
            <a:ext cx="914400" cy="914400"/>
          </a:xfrm>
          <a:prstGeom prst="rect">
            <a:avLst/>
          </a:prstGeom>
        </p:spPr>
      </p:pic>
      <p:pic>
        <p:nvPicPr>
          <p:cNvPr id="131" name="Graphique 130" descr="Lumières allumées avec un remplissage uni">
            <a:extLst>
              <a:ext uri="{FF2B5EF4-FFF2-40B4-BE49-F238E27FC236}">
                <a16:creationId xmlns:a16="http://schemas.microsoft.com/office/drawing/2014/main" id="{0A4D5DCB-AB23-41A5-9D00-8AA380116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658" y="300868"/>
            <a:ext cx="759313" cy="759313"/>
          </a:xfrm>
          <a:prstGeom prst="rect">
            <a:avLst/>
          </a:prstGeom>
        </p:spPr>
      </p:pic>
      <p:pic>
        <p:nvPicPr>
          <p:cNvPr id="132" name="Graphique 131" descr="Document avec un remplissage uni">
            <a:extLst>
              <a:ext uri="{FF2B5EF4-FFF2-40B4-BE49-F238E27FC236}">
                <a16:creationId xmlns:a16="http://schemas.microsoft.com/office/drawing/2014/main" id="{1D7EA037-CBB8-4DF7-8979-495834E428D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969389" y="1479464"/>
            <a:ext cx="594433" cy="594433"/>
          </a:xfrm>
          <a:prstGeom prst="rect">
            <a:avLst/>
          </a:prstGeom>
        </p:spPr>
      </p:pic>
      <p:grpSp>
        <p:nvGrpSpPr>
          <p:cNvPr id="524" name="Groupe 523">
            <a:extLst>
              <a:ext uri="{FF2B5EF4-FFF2-40B4-BE49-F238E27FC236}">
                <a16:creationId xmlns:a16="http://schemas.microsoft.com/office/drawing/2014/main" id="{52E4431A-A5D3-4A6E-A6EF-537A0E09D476}"/>
              </a:ext>
            </a:extLst>
          </p:cNvPr>
          <p:cNvGrpSpPr/>
          <p:nvPr/>
        </p:nvGrpSpPr>
        <p:grpSpPr>
          <a:xfrm>
            <a:off x="593644" y="1378068"/>
            <a:ext cx="445506" cy="619997"/>
            <a:chOff x="928941" y="1083787"/>
            <a:chExt cx="764213" cy="1063531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F914BC6-EAE2-406C-8084-ADD78B62A2AE}"/>
                </a:ext>
              </a:extLst>
            </p:cNvPr>
            <p:cNvSpPr/>
            <p:nvPr/>
          </p:nvSpPr>
          <p:spPr>
            <a:xfrm>
              <a:off x="1367902" y="1258707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61A68653-D23F-4851-BAC6-7C11D1B65FD4}"/>
                </a:ext>
              </a:extLst>
            </p:cNvPr>
            <p:cNvSpPr/>
            <p:nvPr/>
          </p:nvSpPr>
          <p:spPr>
            <a:xfrm>
              <a:off x="1366680" y="1585858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68B1608-F3D4-4E1B-A517-DC11CC4C8C57}"/>
                </a:ext>
              </a:extLst>
            </p:cNvPr>
            <p:cNvSpPr/>
            <p:nvPr/>
          </p:nvSpPr>
          <p:spPr>
            <a:xfrm>
              <a:off x="1069550" y="1134646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8A2AD52-49B8-42B9-AF4F-8CF86770124B}"/>
                </a:ext>
              </a:extLst>
            </p:cNvPr>
            <p:cNvSpPr/>
            <p:nvPr/>
          </p:nvSpPr>
          <p:spPr>
            <a:xfrm>
              <a:off x="1045262" y="1490814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EE5A147-5617-4EA9-9B5F-3645FD7362E6}"/>
                </a:ext>
              </a:extLst>
            </p:cNvPr>
            <p:cNvSpPr/>
            <p:nvPr/>
          </p:nvSpPr>
          <p:spPr>
            <a:xfrm>
              <a:off x="1105408" y="1845060"/>
              <a:ext cx="275432" cy="280070"/>
            </a:xfrm>
            <a:prstGeom prst="rect">
              <a:avLst/>
            </a:prstGeom>
            <a:solidFill>
              <a:srgbClr val="FFAA5F"/>
            </a:solidFill>
            <a:ln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8" name="Forme libre : forme 137">
              <a:extLst>
                <a:ext uri="{FF2B5EF4-FFF2-40B4-BE49-F238E27FC236}">
                  <a16:creationId xmlns:a16="http://schemas.microsoft.com/office/drawing/2014/main" id="{4DB3871A-C504-4C95-B347-AC5C1A8CFC35}"/>
                </a:ext>
              </a:extLst>
            </p:cNvPr>
            <p:cNvSpPr/>
            <p:nvPr/>
          </p:nvSpPr>
          <p:spPr>
            <a:xfrm>
              <a:off x="928941" y="1083787"/>
              <a:ext cx="764213" cy="1063531"/>
            </a:xfrm>
            <a:custGeom>
              <a:avLst/>
              <a:gdLst>
                <a:gd name="connsiteX0" fmla="*/ 981075 w 1143000"/>
                <a:gd name="connsiteY0" fmla="*/ 0 h 1590675"/>
                <a:gd name="connsiteX1" fmla="*/ 781050 w 1143000"/>
                <a:gd name="connsiteY1" fmla="*/ 19050 h 1590675"/>
                <a:gd name="connsiteX2" fmla="*/ 571500 w 1143000"/>
                <a:gd name="connsiteY2" fmla="*/ 47625 h 1590675"/>
                <a:gd name="connsiteX3" fmla="*/ 400050 w 1143000"/>
                <a:gd name="connsiteY3" fmla="*/ 66675 h 1590675"/>
                <a:gd name="connsiteX4" fmla="*/ 104775 w 1143000"/>
                <a:gd name="connsiteY4" fmla="*/ 228600 h 1590675"/>
                <a:gd name="connsiteX5" fmla="*/ 19050 w 1143000"/>
                <a:gd name="connsiteY5" fmla="*/ 381000 h 1590675"/>
                <a:gd name="connsiteX6" fmla="*/ 0 w 1143000"/>
                <a:gd name="connsiteY6" fmla="*/ 533400 h 1590675"/>
                <a:gd name="connsiteX7" fmla="*/ 19050 w 1143000"/>
                <a:gd name="connsiteY7" fmla="*/ 857250 h 1590675"/>
                <a:gd name="connsiteX8" fmla="*/ 76200 w 1143000"/>
                <a:gd name="connsiteY8" fmla="*/ 1038225 h 1590675"/>
                <a:gd name="connsiteX9" fmla="*/ 238125 w 1143000"/>
                <a:gd name="connsiteY9" fmla="*/ 1362075 h 1590675"/>
                <a:gd name="connsiteX10" fmla="*/ 304800 w 1143000"/>
                <a:gd name="connsiteY10" fmla="*/ 1438275 h 1590675"/>
                <a:gd name="connsiteX11" fmla="*/ 371475 w 1143000"/>
                <a:gd name="connsiteY11" fmla="*/ 1495425 h 1590675"/>
                <a:gd name="connsiteX12" fmla="*/ 552450 w 1143000"/>
                <a:gd name="connsiteY12" fmla="*/ 1590675 h 1590675"/>
                <a:gd name="connsiteX13" fmla="*/ 876300 w 1143000"/>
                <a:gd name="connsiteY13" fmla="*/ 1533525 h 1590675"/>
                <a:gd name="connsiteX14" fmla="*/ 952500 w 1143000"/>
                <a:gd name="connsiteY14" fmla="*/ 1466850 h 1590675"/>
                <a:gd name="connsiteX15" fmla="*/ 1104900 w 1143000"/>
                <a:gd name="connsiteY15" fmla="*/ 1257300 h 1590675"/>
                <a:gd name="connsiteX16" fmla="*/ 1143000 w 1143000"/>
                <a:gd name="connsiteY16" fmla="*/ 1143000 h 1590675"/>
                <a:gd name="connsiteX17" fmla="*/ 1133475 w 1143000"/>
                <a:gd name="connsiteY17" fmla="*/ 838200 h 1590675"/>
                <a:gd name="connsiteX18" fmla="*/ 1095375 w 1143000"/>
                <a:gd name="connsiteY18" fmla="*/ 609600 h 1590675"/>
                <a:gd name="connsiteX19" fmla="*/ 1047750 w 1143000"/>
                <a:gd name="connsiteY19" fmla="*/ 466725 h 1590675"/>
                <a:gd name="connsiteX20" fmla="*/ 1019175 w 1143000"/>
                <a:gd name="connsiteY20" fmla="*/ 361950 h 1590675"/>
                <a:gd name="connsiteX21" fmla="*/ 962025 w 1143000"/>
                <a:gd name="connsiteY21" fmla="*/ 219075 h 1590675"/>
                <a:gd name="connsiteX22" fmla="*/ 923925 w 1143000"/>
                <a:gd name="connsiteY22" fmla="*/ 152400 h 1590675"/>
                <a:gd name="connsiteX23" fmla="*/ 866775 w 1143000"/>
                <a:gd name="connsiteY23" fmla="*/ 95250 h 1590675"/>
                <a:gd name="connsiteX24" fmla="*/ 809625 w 1143000"/>
                <a:gd name="connsiteY24" fmla="*/ 66675 h 1590675"/>
                <a:gd name="connsiteX25" fmla="*/ 781050 w 1143000"/>
                <a:gd name="connsiteY25" fmla="*/ 47625 h 1590675"/>
                <a:gd name="connsiteX26" fmla="*/ 685800 w 1143000"/>
                <a:gd name="connsiteY26" fmla="*/ 19050 h 159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43000" h="1590675">
                  <a:moveTo>
                    <a:pt x="981075" y="0"/>
                  </a:moveTo>
                  <a:cubicBezTo>
                    <a:pt x="914400" y="6350"/>
                    <a:pt x="847578" y="11314"/>
                    <a:pt x="781050" y="19050"/>
                  </a:cubicBezTo>
                  <a:cubicBezTo>
                    <a:pt x="711025" y="27192"/>
                    <a:pt x="641452" y="38881"/>
                    <a:pt x="571500" y="47625"/>
                  </a:cubicBezTo>
                  <a:cubicBezTo>
                    <a:pt x="514442" y="54757"/>
                    <a:pt x="457200" y="60325"/>
                    <a:pt x="400050" y="66675"/>
                  </a:cubicBezTo>
                  <a:cubicBezTo>
                    <a:pt x="271292" y="114112"/>
                    <a:pt x="192280" y="120261"/>
                    <a:pt x="104775" y="228600"/>
                  </a:cubicBezTo>
                  <a:cubicBezTo>
                    <a:pt x="68152" y="273942"/>
                    <a:pt x="47625" y="330200"/>
                    <a:pt x="19050" y="381000"/>
                  </a:cubicBezTo>
                  <a:cubicBezTo>
                    <a:pt x="12700" y="431800"/>
                    <a:pt x="0" y="482205"/>
                    <a:pt x="0" y="533400"/>
                  </a:cubicBezTo>
                  <a:cubicBezTo>
                    <a:pt x="0" y="641537"/>
                    <a:pt x="2910" y="750325"/>
                    <a:pt x="19050" y="857250"/>
                  </a:cubicBezTo>
                  <a:cubicBezTo>
                    <a:pt x="28492" y="919803"/>
                    <a:pt x="53679" y="979108"/>
                    <a:pt x="76200" y="1038225"/>
                  </a:cubicBezTo>
                  <a:cubicBezTo>
                    <a:pt x="123734" y="1163001"/>
                    <a:pt x="162087" y="1258880"/>
                    <a:pt x="238125" y="1362075"/>
                  </a:cubicBezTo>
                  <a:cubicBezTo>
                    <a:pt x="258146" y="1389246"/>
                    <a:pt x="280935" y="1414410"/>
                    <a:pt x="304800" y="1438275"/>
                  </a:cubicBezTo>
                  <a:cubicBezTo>
                    <a:pt x="325498" y="1458973"/>
                    <a:pt x="347655" y="1478411"/>
                    <a:pt x="371475" y="1495425"/>
                  </a:cubicBezTo>
                  <a:cubicBezTo>
                    <a:pt x="498031" y="1585822"/>
                    <a:pt x="459262" y="1572037"/>
                    <a:pt x="552450" y="1590675"/>
                  </a:cubicBezTo>
                  <a:cubicBezTo>
                    <a:pt x="660400" y="1571625"/>
                    <a:pt x="771583" y="1565937"/>
                    <a:pt x="876300" y="1533525"/>
                  </a:cubicBezTo>
                  <a:cubicBezTo>
                    <a:pt x="908542" y="1523545"/>
                    <a:pt x="928635" y="1490715"/>
                    <a:pt x="952500" y="1466850"/>
                  </a:cubicBezTo>
                  <a:cubicBezTo>
                    <a:pt x="1023109" y="1396241"/>
                    <a:pt x="1062781" y="1349197"/>
                    <a:pt x="1104900" y="1257300"/>
                  </a:cubicBezTo>
                  <a:cubicBezTo>
                    <a:pt x="1121633" y="1220791"/>
                    <a:pt x="1130300" y="1181100"/>
                    <a:pt x="1143000" y="1143000"/>
                  </a:cubicBezTo>
                  <a:cubicBezTo>
                    <a:pt x="1139825" y="1041400"/>
                    <a:pt x="1140237" y="939624"/>
                    <a:pt x="1133475" y="838200"/>
                  </a:cubicBezTo>
                  <a:cubicBezTo>
                    <a:pt x="1132377" y="821731"/>
                    <a:pt x="1102047" y="634384"/>
                    <a:pt x="1095375" y="609600"/>
                  </a:cubicBezTo>
                  <a:cubicBezTo>
                    <a:pt x="1082324" y="561125"/>
                    <a:pt x="1062513" y="514706"/>
                    <a:pt x="1047750" y="466725"/>
                  </a:cubicBezTo>
                  <a:cubicBezTo>
                    <a:pt x="1037104" y="432125"/>
                    <a:pt x="1029577" y="396624"/>
                    <a:pt x="1019175" y="361950"/>
                  </a:cubicBezTo>
                  <a:cubicBezTo>
                    <a:pt x="997592" y="290008"/>
                    <a:pt x="994364" y="279132"/>
                    <a:pt x="962025" y="219075"/>
                  </a:cubicBezTo>
                  <a:cubicBezTo>
                    <a:pt x="949889" y="196537"/>
                    <a:pt x="939532" y="172689"/>
                    <a:pt x="923925" y="152400"/>
                  </a:cubicBezTo>
                  <a:cubicBezTo>
                    <a:pt x="907499" y="131046"/>
                    <a:pt x="890872" y="107298"/>
                    <a:pt x="866775" y="95250"/>
                  </a:cubicBezTo>
                  <a:cubicBezTo>
                    <a:pt x="847725" y="85725"/>
                    <a:pt x="828243" y="77018"/>
                    <a:pt x="809625" y="66675"/>
                  </a:cubicBezTo>
                  <a:cubicBezTo>
                    <a:pt x="799618" y="61116"/>
                    <a:pt x="791808" y="51537"/>
                    <a:pt x="781050" y="47625"/>
                  </a:cubicBezTo>
                  <a:cubicBezTo>
                    <a:pt x="628723" y="-7767"/>
                    <a:pt x="747043" y="49671"/>
                    <a:pt x="685800" y="19050"/>
                  </a:cubicBezTo>
                </a:path>
              </a:pathLst>
            </a:custGeom>
            <a:noFill/>
            <a:ln w="38100">
              <a:solidFill>
                <a:srgbClr val="FFAA5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40" name="Graphique 139" descr="Bulle de pensée avec un remplissage uni">
            <a:extLst>
              <a:ext uri="{FF2B5EF4-FFF2-40B4-BE49-F238E27FC236}">
                <a16:creationId xmlns:a16="http://schemas.microsoft.com/office/drawing/2014/main" id="{67BB8805-39F2-4E56-87F5-1F1A729FE7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9970" y="202010"/>
            <a:ext cx="1104586" cy="1104586"/>
          </a:xfrm>
          <a:prstGeom prst="rect">
            <a:avLst/>
          </a:prstGeom>
        </p:spPr>
      </p:pic>
      <p:pic>
        <p:nvPicPr>
          <p:cNvPr id="526" name="Graphique 525" descr="Crayon avec un remplissage uni">
            <a:extLst>
              <a:ext uri="{FF2B5EF4-FFF2-40B4-BE49-F238E27FC236}">
                <a16:creationId xmlns:a16="http://schemas.microsoft.com/office/drawing/2014/main" id="{DA7F6259-B6CB-4CD1-BB88-80CD9B4BEF1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575506" y="48740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67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Présentation avec multimédia avec un remplissage uni">
            <a:extLst>
              <a:ext uri="{FF2B5EF4-FFF2-40B4-BE49-F238E27FC236}">
                <a16:creationId xmlns:a16="http://schemas.microsoft.com/office/drawing/2014/main" id="{6BD0A308-6D96-41F6-865A-53D200263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681" y="229177"/>
            <a:ext cx="1871201" cy="1871201"/>
          </a:xfrm>
          <a:prstGeom prst="rect">
            <a:avLst/>
          </a:prstGeom>
        </p:spPr>
      </p:pic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BF928589-8A7B-4FDD-B0B5-771F9DCD7D7B}"/>
              </a:ext>
            </a:extLst>
          </p:cNvPr>
          <p:cNvSpPr/>
          <p:nvPr/>
        </p:nvSpPr>
        <p:spPr>
          <a:xfrm>
            <a:off x="5421351" y="329919"/>
            <a:ext cx="1618642" cy="1701336"/>
          </a:xfrm>
          <a:prstGeom prst="rightArrow">
            <a:avLst/>
          </a:prstGeom>
          <a:solidFill>
            <a:srgbClr val="FFA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dirty="0"/>
              <a:t>?</a:t>
            </a:r>
          </a:p>
        </p:txBody>
      </p:sp>
      <p:pic>
        <p:nvPicPr>
          <p:cNvPr id="9" name="Graphique 8" descr="Télescope avec un remplissage uni">
            <a:extLst>
              <a:ext uri="{FF2B5EF4-FFF2-40B4-BE49-F238E27FC236}">
                <a16:creationId xmlns:a16="http://schemas.microsoft.com/office/drawing/2014/main" id="{BE5D7A59-F997-4021-9305-099234915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512" y="475289"/>
            <a:ext cx="914400" cy="914400"/>
          </a:xfrm>
          <a:prstGeom prst="rect">
            <a:avLst/>
          </a:prstGeom>
        </p:spPr>
      </p:pic>
      <p:pic>
        <p:nvPicPr>
          <p:cNvPr id="13" name="Graphique 12" descr="Loupe avec un remplissage uni">
            <a:extLst>
              <a:ext uri="{FF2B5EF4-FFF2-40B4-BE49-F238E27FC236}">
                <a16:creationId xmlns:a16="http://schemas.microsoft.com/office/drawing/2014/main" id="{E293DD7D-D828-4AF5-AC45-96CEBE9439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1119" y="475289"/>
            <a:ext cx="914400" cy="914400"/>
          </a:xfrm>
          <a:prstGeom prst="rect">
            <a:avLst/>
          </a:prstGeom>
        </p:spPr>
      </p:pic>
      <p:pic>
        <p:nvPicPr>
          <p:cNvPr id="15" name="Graphique 14" descr="Presse-papiers partiellement barré avec un remplissage uni">
            <a:extLst>
              <a:ext uri="{FF2B5EF4-FFF2-40B4-BE49-F238E27FC236}">
                <a16:creationId xmlns:a16="http://schemas.microsoft.com/office/drawing/2014/main" id="{F2EB3EB7-70FC-41B0-8B16-3EDC479A4F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74912" y="1110721"/>
            <a:ext cx="914400" cy="914400"/>
          </a:xfrm>
          <a:prstGeom prst="rect">
            <a:avLst/>
          </a:prstGeom>
        </p:spPr>
      </p:pic>
      <p:pic>
        <p:nvPicPr>
          <p:cNvPr id="3" name="Graphique 2" descr="Applaudissements avec un remplissage uni">
            <a:extLst>
              <a:ext uri="{FF2B5EF4-FFF2-40B4-BE49-F238E27FC236}">
                <a16:creationId xmlns:a16="http://schemas.microsoft.com/office/drawing/2014/main" id="{0CBE56C6-C9C7-412D-950F-06354D3DD2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5756" y="2384808"/>
            <a:ext cx="1195027" cy="1195027"/>
          </a:xfrm>
          <a:prstGeom prst="rect">
            <a:avLst/>
          </a:prstGeom>
        </p:spPr>
      </p:pic>
      <p:pic>
        <p:nvPicPr>
          <p:cNvPr id="6" name="Graphique 5" descr="Bière avec un remplissage uni">
            <a:extLst>
              <a:ext uri="{FF2B5EF4-FFF2-40B4-BE49-F238E27FC236}">
                <a16:creationId xmlns:a16="http://schemas.microsoft.com/office/drawing/2014/main" id="{088A27F3-E04F-4F0D-8D3B-5EC2D5C9EB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27301" y="3225464"/>
            <a:ext cx="1247727" cy="1247727"/>
          </a:xfrm>
          <a:prstGeom prst="rect">
            <a:avLst/>
          </a:prstGeom>
        </p:spPr>
      </p:pic>
      <p:pic>
        <p:nvPicPr>
          <p:cNvPr id="20" name="Graphique 19" descr="Applaudissements avec un remplissage uni">
            <a:extLst>
              <a:ext uri="{FF2B5EF4-FFF2-40B4-BE49-F238E27FC236}">
                <a16:creationId xmlns:a16="http://schemas.microsoft.com/office/drawing/2014/main" id="{0312E29C-7D86-424C-8303-E652AB0EDE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2830687" y="2384808"/>
            <a:ext cx="1195027" cy="1195027"/>
          </a:xfrm>
          <a:prstGeom prst="rect">
            <a:avLst/>
          </a:prstGeom>
        </p:spPr>
      </p:pic>
      <p:pic>
        <p:nvPicPr>
          <p:cNvPr id="21" name="Graphique 20" descr="Bière avec un remplissage uni">
            <a:extLst>
              <a:ext uri="{FF2B5EF4-FFF2-40B4-BE49-F238E27FC236}">
                <a16:creationId xmlns:a16="http://schemas.microsoft.com/office/drawing/2014/main" id="{71258CE3-0635-44A0-A217-475F671C20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691328" y="3225464"/>
            <a:ext cx="1247727" cy="124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40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Outils support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4483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que 6" descr="Sphères de Harvey 100% avec un remplissage uni">
            <a:extLst>
              <a:ext uri="{FF2B5EF4-FFF2-40B4-BE49-F238E27FC236}">
                <a16:creationId xmlns:a16="http://schemas.microsoft.com/office/drawing/2014/main" id="{5D60D9D8-EC94-46F8-AE21-5110E4EBDF2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>
            <a:off x="4745723" y="1120921"/>
            <a:ext cx="504228" cy="110605"/>
          </a:xfrm>
          <a:prstGeom prst="rect">
            <a:avLst/>
          </a:prstGeom>
        </p:spPr>
      </p:pic>
      <p:pic>
        <p:nvPicPr>
          <p:cNvPr id="68" name="Graphique 67" descr="Sphères de Harvey 100% avec un remplissage uni">
            <a:extLst>
              <a:ext uri="{FF2B5EF4-FFF2-40B4-BE49-F238E27FC236}">
                <a16:creationId xmlns:a16="http://schemas.microsoft.com/office/drawing/2014/main" id="{9DE48464-408D-4D91-9409-BFFE3B33F1E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>
            <a:off x="6754132" y="1120920"/>
            <a:ext cx="504228" cy="110605"/>
          </a:xfrm>
          <a:prstGeom prst="rect">
            <a:avLst/>
          </a:prstGeom>
        </p:spPr>
      </p:pic>
      <p:pic>
        <p:nvPicPr>
          <p:cNvPr id="69" name="Graphique 68" descr="Sphères de Harvey 100% avec un remplissage uni">
            <a:extLst>
              <a:ext uri="{FF2B5EF4-FFF2-40B4-BE49-F238E27FC236}">
                <a16:creationId xmlns:a16="http://schemas.microsoft.com/office/drawing/2014/main" id="{53645EC4-C017-4235-B6CD-97F3A3E677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3124004">
            <a:off x="5208790" y="525767"/>
            <a:ext cx="504228" cy="110605"/>
          </a:xfrm>
          <a:prstGeom prst="rect">
            <a:avLst/>
          </a:prstGeom>
        </p:spPr>
      </p:pic>
      <p:pic>
        <p:nvPicPr>
          <p:cNvPr id="70" name="Graphique 69" descr="Sphères de Harvey 100% avec un remplissage uni">
            <a:extLst>
              <a:ext uri="{FF2B5EF4-FFF2-40B4-BE49-F238E27FC236}">
                <a16:creationId xmlns:a16="http://schemas.microsoft.com/office/drawing/2014/main" id="{9FEB5D08-FFEA-4D87-90AD-23C67B6778A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3124004">
            <a:off x="6277427" y="1643836"/>
            <a:ext cx="504228" cy="110605"/>
          </a:xfrm>
          <a:prstGeom prst="rect">
            <a:avLst/>
          </a:prstGeom>
        </p:spPr>
      </p:pic>
      <p:pic>
        <p:nvPicPr>
          <p:cNvPr id="71" name="Graphique 70" descr="Sphères de Harvey 100% avec un remplissage uni">
            <a:extLst>
              <a:ext uri="{FF2B5EF4-FFF2-40B4-BE49-F238E27FC236}">
                <a16:creationId xmlns:a16="http://schemas.microsoft.com/office/drawing/2014/main" id="{E23AC7B1-BCC0-4193-8669-8DC8333B2C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18694507">
            <a:off x="6286092" y="518223"/>
            <a:ext cx="504228" cy="110605"/>
          </a:xfrm>
          <a:prstGeom prst="rect">
            <a:avLst/>
          </a:prstGeom>
        </p:spPr>
      </p:pic>
      <p:pic>
        <p:nvPicPr>
          <p:cNvPr id="72" name="Graphique 71" descr="Sphères de Harvey 100% avec un remplissage uni">
            <a:extLst>
              <a:ext uri="{FF2B5EF4-FFF2-40B4-BE49-F238E27FC236}">
                <a16:creationId xmlns:a16="http://schemas.microsoft.com/office/drawing/2014/main" id="{B2D51D41-08A3-4820-ADB4-7F045C333F4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96" t="8148" r="9376" b="4997"/>
          <a:stretch/>
        </p:blipFill>
        <p:spPr>
          <a:xfrm rot="18694507">
            <a:off x="5208791" y="1605736"/>
            <a:ext cx="504228" cy="110605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D583A7D4-FCDB-469B-BDDF-07DC59654739}"/>
              </a:ext>
            </a:extLst>
          </p:cNvPr>
          <p:cNvGrpSpPr/>
          <p:nvPr/>
        </p:nvGrpSpPr>
        <p:grpSpPr>
          <a:xfrm rot="19766643">
            <a:off x="8464597" y="537132"/>
            <a:ext cx="914400" cy="914400"/>
            <a:chOff x="8464597" y="537132"/>
            <a:chExt cx="914400" cy="914400"/>
          </a:xfrm>
        </p:grpSpPr>
        <p:pic>
          <p:nvPicPr>
            <p:cNvPr id="49" name="Graphique 48" descr="Carte à jouer avec un remplissage uni">
              <a:extLst>
                <a:ext uri="{FF2B5EF4-FFF2-40B4-BE49-F238E27FC236}">
                  <a16:creationId xmlns:a16="http://schemas.microsoft.com/office/drawing/2014/main" id="{6B1D34F5-2A94-480A-B98A-59EDA525E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0B37A1-6720-40A3-9C57-8C5EA6399CB1}"/>
                </a:ext>
              </a:extLst>
            </p:cNvPr>
            <p:cNvSpPr/>
            <p:nvPr/>
          </p:nvSpPr>
          <p:spPr>
            <a:xfrm>
              <a:off x="8748713" y="719138"/>
              <a:ext cx="342900" cy="557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FE6B79C8-662C-4018-9076-68F8E776DC32}"/>
              </a:ext>
            </a:extLst>
          </p:cNvPr>
          <p:cNvGrpSpPr/>
          <p:nvPr/>
        </p:nvGrpSpPr>
        <p:grpSpPr>
          <a:xfrm>
            <a:off x="8762908" y="410780"/>
            <a:ext cx="914400" cy="914400"/>
            <a:chOff x="8464597" y="537132"/>
            <a:chExt cx="914400" cy="914400"/>
          </a:xfrm>
        </p:grpSpPr>
        <p:pic>
          <p:nvPicPr>
            <p:cNvPr id="76" name="Graphique 75" descr="Carte à jouer avec un remplissage uni">
              <a:extLst>
                <a:ext uri="{FF2B5EF4-FFF2-40B4-BE49-F238E27FC236}">
                  <a16:creationId xmlns:a16="http://schemas.microsoft.com/office/drawing/2014/main" id="{34862D52-3FD8-44C8-B966-00A791D2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A676294-823B-4037-AEA5-705042CED3F5}"/>
                </a:ext>
              </a:extLst>
            </p:cNvPr>
            <p:cNvSpPr/>
            <p:nvPr/>
          </p:nvSpPr>
          <p:spPr>
            <a:xfrm>
              <a:off x="8708520" y="690563"/>
              <a:ext cx="428625" cy="61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8C7C4F28-7247-41A0-B113-AA2178102C4A}"/>
              </a:ext>
            </a:extLst>
          </p:cNvPr>
          <p:cNvGrpSpPr/>
          <p:nvPr/>
        </p:nvGrpSpPr>
        <p:grpSpPr>
          <a:xfrm rot="1566252">
            <a:off x="9022951" y="463169"/>
            <a:ext cx="914400" cy="914400"/>
            <a:chOff x="8464597" y="537132"/>
            <a:chExt cx="914400" cy="914400"/>
          </a:xfrm>
        </p:grpSpPr>
        <p:pic>
          <p:nvPicPr>
            <p:cNvPr id="81" name="Graphique 80" descr="Carte à jouer avec un remplissage uni">
              <a:extLst>
                <a:ext uri="{FF2B5EF4-FFF2-40B4-BE49-F238E27FC236}">
                  <a16:creationId xmlns:a16="http://schemas.microsoft.com/office/drawing/2014/main" id="{DD28891A-CFAF-4198-9443-0B68E558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64597" y="537132"/>
              <a:ext cx="914400" cy="914400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388ACB1-1984-46E7-B4FA-00B9990C65C8}"/>
                </a:ext>
              </a:extLst>
            </p:cNvPr>
            <p:cNvSpPr/>
            <p:nvPr/>
          </p:nvSpPr>
          <p:spPr>
            <a:xfrm>
              <a:off x="8708520" y="690563"/>
              <a:ext cx="428625" cy="617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BC775085-AB7B-4D41-967D-F5FFF3952493}"/>
              </a:ext>
            </a:extLst>
          </p:cNvPr>
          <p:cNvGrpSpPr/>
          <p:nvPr/>
        </p:nvGrpSpPr>
        <p:grpSpPr>
          <a:xfrm>
            <a:off x="10418956" y="841417"/>
            <a:ext cx="1472754" cy="1040752"/>
            <a:chOff x="10418956" y="841417"/>
            <a:chExt cx="1472754" cy="1040752"/>
          </a:xfrm>
        </p:grpSpPr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AD24A815-B47B-4C58-8C10-E1A09D11C14A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86" name="Graphique 85" descr="Carte à jouer avec un remplissage uni">
                <a:extLst>
                  <a:ext uri="{FF2B5EF4-FFF2-40B4-BE49-F238E27FC236}">
                    <a16:creationId xmlns:a16="http://schemas.microsoft.com/office/drawing/2014/main" id="{5DB13A78-F014-4DFA-BCAF-07B75EDC0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C54422E7-D120-4670-B335-EBA56449C2C0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9" name="Groupe 88">
              <a:extLst>
                <a:ext uri="{FF2B5EF4-FFF2-40B4-BE49-F238E27FC236}">
                  <a16:creationId xmlns:a16="http://schemas.microsoft.com/office/drawing/2014/main" id="{9BCFBA77-8BB1-4FA3-A30F-B21327F4634D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91" name="Graphique 90" descr="Carte à jouer avec un remplissage uni">
                <a:extLst>
                  <a:ext uri="{FF2B5EF4-FFF2-40B4-BE49-F238E27FC236}">
                    <a16:creationId xmlns:a16="http://schemas.microsoft.com/office/drawing/2014/main" id="{96D9119D-ED90-4A48-874D-02DBE9288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05AC6BD-DE85-48E2-B060-0F6F507CE075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3" name="Groupe 92">
              <a:extLst>
                <a:ext uri="{FF2B5EF4-FFF2-40B4-BE49-F238E27FC236}">
                  <a16:creationId xmlns:a16="http://schemas.microsoft.com/office/drawing/2014/main" id="{9BEF972D-CE4B-497D-BC7E-431C3B61228C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94" name="Graphique 93" descr="Carte à jouer avec un remplissage uni">
                <a:extLst>
                  <a:ext uri="{FF2B5EF4-FFF2-40B4-BE49-F238E27FC236}">
                    <a16:creationId xmlns:a16="http://schemas.microsoft.com/office/drawing/2014/main" id="{324BBDB2-EEE5-4584-BE11-6F10E1D9E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BAE775C0-C7A0-4176-A3DA-BBACC357770E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12" name="Graphique 11" descr="Dé avec un remplissage uni">
            <a:extLst>
              <a:ext uri="{FF2B5EF4-FFF2-40B4-BE49-F238E27FC236}">
                <a16:creationId xmlns:a16="http://schemas.microsoft.com/office/drawing/2014/main" id="{E09BDAB9-EA44-41DC-8E33-62B5CF9AC6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050" y="2911902"/>
            <a:ext cx="1400175" cy="14001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8D1E5B5-6FA0-409B-8F24-250C023D20E8}"/>
              </a:ext>
            </a:extLst>
          </p:cNvPr>
          <p:cNvSpPr/>
          <p:nvPr/>
        </p:nvSpPr>
        <p:spPr>
          <a:xfrm>
            <a:off x="4615059" y="2772114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E59F448-6C2B-4A4A-93E8-5158D8A76139}"/>
              </a:ext>
            </a:extLst>
          </p:cNvPr>
          <p:cNvSpPr/>
          <p:nvPr/>
        </p:nvSpPr>
        <p:spPr>
          <a:xfrm>
            <a:off x="5664521" y="2772114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AA8CA3A-AE3D-44DA-8B7D-F47F037289A0}"/>
              </a:ext>
            </a:extLst>
          </p:cNvPr>
          <p:cNvSpPr/>
          <p:nvPr/>
        </p:nvSpPr>
        <p:spPr>
          <a:xfrm>
            <a:off x="6682997" y="2771238"/>
            <a:ext cx="876300" cy="1192372"/>
          </a:xfrm>
          <a:prstGeom prst="rect">
            <a:avLst/>
          </a:prstGeom>
          <a:noFill/>
          <a:ln w="3810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1C4E593-FE97-4B1D-959E-475C6961CD79}"/>
              </a:ext>
            </a:extLst>
          </p:cNvPr>
          <p:cNvSpPr/>
          <p:nvPr/>
        </p:nvSpPr>
        <p:spPr>
          <a:xfrm>
            <a:off x="4685336" y="2868706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398E254-330D-4B8B-800A-00AAAAFFB81E}"/>
              </a:ext>
            </a:extLst>
          </p:cNvPr>
          <p:cNvSpPr/>
          <p:nvPr/>
        </p:nvSpPr>
        <p:spPr>
          <a:xfrm>
            <a:off x="4892788" y="2868706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C2FD774-C3F1-4AF3-9A7B-C4CE6B8CD449}"/>
              </a:ext>
            </a:extLst>
          </p:cNvPr>
          <p:cNvSpPr/>
          <p:nvPr/>
        </p:nvSpPr>
        <p:spPr>
          <a:xfrm>
            <a:off x="4683374" y="308063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5F34C01-7E5A-480F-A1E4-18414C2B0910}"/>
              </a:ext>
            </a:extLst>
          </p:cNvPr>
          <p:cNvSpPr/>
          <p:nvPr/>
        </p:nvSpPr>
        <p:spPr>
          <a:xfrm>
            <a:off x="4892788" y="308063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FAA5941-5023-4E44-8C51-E0631C4746EB}"/>
              </a:ext>
            </a:extLst>
          </p:cNvPr>
          <p:cNvSpPr/>
          <p:nvPr/>
        </p:nvSpPr>
        <p:spPr>
          <a:xfrm>
            <a:off x="5242850" y="2990117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9D95604-EE91-418F-B28C-D12718E46E2E}"/>
              </a:ext>
            </a:extLst>
          </p:cNvPr>
          <p:cNvSpPr/>
          <p:nvPr/>
        </p:nvSpPr>
        <p:spPr>
          <a:xfrm>
            <a:off x="5768909" y="303720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34FE617-1655-471D-B9BD-8EDD8EB25946}"/>
              </a:ext>
            </a:extLst>
          </p:cNvPr>
          <p:cNvSpPr/>
          <p:nvPr/>
        </p:nvSpPr>
        <p:spPr>
          <a:xfrm>
            <a:off x="5999221" y="3218250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31285A8-5F5E-4067-A0A3-AD5CFF48E890}"/>
              </a:ext>
            </a:extLst>
          </p:cNvPr>
          <p:cNvSpPr/>
          <p:nvPr/>
        </p:nvSpPr>
        <p:spPr>
          <a:xfrm>
            <a:off x="5999042" y="2934675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800E8E-067E-44A5-8760-236FF9A4C445}"/>
              </a:ext>
            </a:extLst>
          </p:cNvPr>
          <p:cNvSpPr/>
          <p:nvPr/>
        </p:nvSpPr>
        <p:spPr>
          <a:xfrm>
            <a:off x="6279344" y="3093553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BB5B49D-C34A-444A-A1A1-924D06906353}"/>
              </a:ext>
            </a:extLst>
          </p:cNvPr>
          <p:cNvSpPr/>
          <p:nvPr/>
        </p:nvSpPr>
        <p:spPr>
          <a:xfrm>
            <a:off x="6754132" y="3735371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2C704C2-2B90-4DBE-9042-7BED228D4DB5}"/>
              </a:ext>
            </a:extLst>
          </p:cNvPr>
          <p:cNvSpPr/>
          <p:nvPr/>
        </p:nvSpPr>
        <p:spPr>
          <a:xfrm>
            <a:off x="6754132" y="2978543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D6DC312-FC23-4858-85BC-6E29A7ABDE5E}"/>
              </a:ext>
            </a:extLst>
          </p:cNvPr>
          <p:cNvSpPr/>
          <p:nvPr/>
        </p:nvSpPr>
        <p:spPr>
          <a:xfrm>
            <a:off x="7078292" y="2876448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526A86F-8B8E-4B66-8DAB-A5ADB5376CFA}"/>
              </a:ext>
            </a:extLst>
          </p:cNvPr>
          <p:cNvSpPr/>
          <p:nvPr/>
        </p:nvSpPr>
        <p:spPr>
          <a:xfrm>
            <a:off x="7308425" y="2946687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4E84320-AC1E-4F74-B41F-E4A04A14D1C8}"/>
              </a:ext>
            </a:extLst>
          </p:cNvPr>
          <p:cNvSpPr/>
          <p:nvPr/>
        </p:nvSpPr>
        <p:spPr>
          <a:xfrm>
            <a:off x="7314218" y="3730272"/>
            <a:ext cx="175914" cy="181042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F285C9C2-D659-42DD-9E45-F102CFAC1250}"/>
              </a:ext>
            </a:extLst>
          </p:cNvPr>
          <p:cNvCxnSpPr/>
          <p:nvPr/>
        </p:nvCxnSpPr>
        <p:spPr>
          <a:xfrm>
            <a:off x="8430267" y="2928679"/>
            <a:ext cx="3312877" cy="0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EC405A7-48BF-42FB-AC16-15EEA5679E09}"/>
              </a:ext>
            </a:extLst>
          </p:cNvPr>
          <p:cNvSpPr/>
          <p:nvPr/>
        </p:nvSpPr>
        <p:spPr>
          <a:xfrm>
            <a:off x="8632845" y="3053368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D48D10A-4E5E-4BD4-B060-64B2A640CF9A}"/>
              </a:ext>
            </a:extLst>
          </p:cNvPr>
          <p:cNvSpPr/>
          <p:nvPr/>
        </p:nvSpPr>
        <p:spPr>
          <a:xfrm>
            <a:off x="8551793" y="2990116"/>
            <a:ext cx="996146" cy="1330419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897A397-3394-4442-A790-318D70B4DB18}"/>
              </a:ext>
            </a:extLst>
          </p:cNvPr>
          <p:cNvSpPr/>
          <p:nvPr/>
        </p:nvSpPr>
        <p:spPr>
          <a:xfrm>
            <a:off x="9677308" y="2994103"/>
            <a:ext cx="996146" cy="556816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E891A69-309E-4D6C-A4F4-1E2589522907}"/>
              </a:ext>
            </a:extLst>
          </p:cNvPr>
          <p:cNvSpPr/>
          <p:nvPr/>
        </p:nvSpPr>
        <p:spPr>
          <a:xfrm>
            <a:off x="10765406" y="2994102"/>
            <a:ext cx="996146" cy="1134981"/>
          </a:xfrm>
          <a:prstGeom prst="rect">
            <a:avLst/>
          </a:prstGeom>
          <a:noFill/>
          <a:ln w="19050"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7D3434D-2638-4D6A-91FD-AD6A27F68572}"/>
              </a:ext>
            </a:extLst>
          </p:cNvPr>
          <p:cNvSpPr/>
          <p:nvPr/>
        </p:nvSpPr>
        <p:spPr>
          <a:xfrm>
            <a:off x="8637009" y="3199331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577C6AE-0069-494B-8650-F3C2256C30D2}"/>
              </a:ext>
            </a:extLst>
          </p:cNvPr>
          <p:cNvSpPr/>
          <p:nvPr/>
        </p:nvSpPr>
        <p:spPr>
          <a:xfrm>
            <a:off x="8782807" y="3114336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820A53F-38C5-448D-ABD3-F4F718516206}"/>
              </a:ext>
            </a:extLst>
          </p:cNvPr>
          <p:cNvSpPr/>
          <p:nvPr/>
        </p:nvSpPr>
        <p:spPr>
          <a:xfrm>
            <a:off x="8928701" y="3218250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FE505C0-F068-400B-9FE3-22605315A18A}"/>
              </a:ext>
            </a:extLst>
          </p:cNvPr>
          <p:cNvSpPr/>
          <p:nvPr/>
        </p:nvSpPr>
        <p:spPr>
          <a:xfrm>
            <a:off x="9357798" y="3122226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FA4F8C5-A904-4753-825D-3F76788A3A3B}"/>
              </a:ext>
            </a:extLst>
          </p:cNvPr>
          <p:cNvSpPr/>
          <p:nvPr/>
        </p:nvSpPr>
        <p:spPr>
          <a:xfrm>
            <a:off x="9361145" y="3271845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BA90276-933D-41E0-92AD-4CE25FD5FBF9}"/>
              </a:ext>
            </a:extLst>
          </p:cNvPr>
          <p:cNvSpPr/>
          <p:nvPr/>
        </p:nvSpPr>
        <p:spPr>
          <a:xfrm>
            <a:off x="8632844" y="3703043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9F26DAD-76FD-45E0-8D41-A791B978189D}"/>
              </a:ext>
            </a:extLst>
          </p:cNvPr>
          <p:cNvSpPr/>
          <p:nvPr/>
        </p:nvSpPr>
        <p:spPr>
          <a:xfrm>
            <a:off x="8776764" y="3703043"/>
            <a:ext cx="121165" cy="124697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A4EC6FF-717F-474A-87F2-4A3C346397B4}"/>
              </a:ext>
            </a:extLst>
          </p:cNvPr>
          <p:cNvSpPr/>
          <p:nvPr/>
        </p:nvSpPr>
        <p:spPr>
          <a:xfrm>
            <a:off x="9711952" y="305749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B2AB8DB-A3AB-4E53-83CD-25AB5302B4B8}"/>
              </a:ext>
            </a:extLst>
          </p:cNvPr>
          <p:cNvSpPr/>
          <p:nvPr/>
        </p:nvSpPr>
        <p:spPr>
          <a:xfrm>
            <a:off x="9828604" y="305749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557ABEC-16AA-4385-80D3-AF1F2FE6458F}"/>
              </a:ext>
            </a:extLst>
          </p:cNvPr>
          <p:cNvSpPr/>
          <p:nvPr/>
        </p:nvSpPr>
        <p:spPr>
          <a:xfrm>
            <a:off x="9739219" y="3178065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5A3509D-4FBF-4CD0-A138-1FBECF792B39}"/>
              </a:ext>
            </a:extLst>
          </p:cNvPr>
          <p:cNvSpPr/>
          <p:nvPr/>
        </p:nvSpPr>
        <p:spPr>
          <a:xfrm>
            <a:off x="9855871" y="3178065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BF0EEB4-3296-4A9E-94BD-B458AE64107C}"/>
              </a:ext>
            </a:extLst>
          </p:cNvPr>
          <p:cNvSpPr/>
          <p:nvPr/>
        </p:nvSpPr>
        <p:spPr>
          <a:xfrm>
            <a:off x="9816794" y="3298131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5941DCF-FCEB-48E8-B9C8-9AE2686E8648}"/>
              </a:ext>
            </a:extLst>
          </p:cNvPr>
          <p:cNvSpPr/>
          <p:nvPr/>
        </p:nvSpPr>
        <p:spPr>
          <a:xfrm>
            <a:off x="9933446" y="3298131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E05D80A-87CD-4925-B586-73739B9D9CC8}"/>
              </a:ext>
            </a:extLst>
          </p:cNvPr>
          <p:cNvSpPr/>
          <p:nvPr/>
        </p:nvSpPr>
        <p:spPr>
          <a:xfrm>
            <a:off x="10302151" y="3069252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396E803-848F-4301-A9C4-85B4A892CE20}"/>
              </a:ext>
            </a:extLst>
          </p:cNvPr>
          <p:cNvSpPr/>
          <p:nvPr/>
        </p:nvSpPr>
        <p:spPr>
          <a:xfrm>
            <a:off x="10418803" y="3069252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646C67E-03E5-4F94-A713-FAB8B89F1DB2}"/>
              </a:ext>
            </a:extLst>
          </p:cNvPr>
          <p:cNvSpPr/>
          <p:nvPr/>
        </p:nvSpPr>
        <p:spPr>
          <a:xfrm>
            <a:off x="10329418" y="3189827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30EEDF0-36CF-4EFF-9415-CA4AFC26A5C4}"/>
              </a:ext>
            </a:extLst>
          </p:cNvPr>
          <p:cNvSpPr/>
          <p:nvPr/>
        </p:nvSpPr>
        <p:spPr>
          <a:xfrm>
            <a:off x="10446070" y="3189827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B2A9100-6F6C-47DF-93D3-CA8DCBFFC116}"/>
              </a:ext>
            </a:extLst>
          </p:cNvPr>
          <p:cNvSpPr/>
          <p:nvPr/>
        </p:nvSpPr>
        <p:spPr>
          <a:xfrm>
            <a:off x="10406993" y="3309893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821406E-04D2-46A8-A1C9-FF76AD020808}"/>
              </a:ext>
            </a:extLst>
          </p:cNvPr>
          <p:cNvSpPr/>
          <p:nvPr/>
        </p:nvSpPr>
        <p:spPr>
          <a:xfrm>
            <a:off x="10523645" y="3309893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5B9B88B-030B-411B-B16F-BB822B70395E}"/>
              </a:ext>
            </a:extLst>
          </p:cNvPr>
          <p:cNvSpPr/>
          <p:nvPr/>
        </p:nvSpPr>
        <p:spPr>
          <a:xfrm>
            <a:off x="11358379" y="365795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4E4C39F-D807-48FB-BB1F-27516CE6D600}"/>
              </a:ext>
            </a:extLst>
          </p:cNvPr>
          <p:cNvSpPr/>
          <p:nvPr/>
        </p:nvSpPr>
        <p:spPr>
          <a:xfrm>
            <a:off x="11475031" y="365795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62A492C-7860-4968-A76B-6ABA9FBD5DE5}"/>
              </a:ext>
            </a:extLst>
          </p:cNvPr>
          <p:cNvSpPr/>
          <p:nvPr/>
        </p:nvSpPr>
        <p:spPr>
          <a:xfrm>
            <a:off x="11385646" y="377853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EE17DE2-1C15-45E0-8CC7-A263A340A725}"/>
              </a:ext>
            </a:extLst>
          </p:cNvPr>
          <p:cNvSpPr/>
          <p:nvPr/>
        </p:nvSpPr>
        <p:spPr>
          <a:xfrm>
            <a:off x="11502298" y="377853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71F004F-1896-44C7-81D3-76D4E246064C}"/>
              </a:ext>
            </a:extLst>
          </p:cNvPr>
          <p:cNvSpPr/>
          <p:nvPr/>
        </p:nvSpPr>
        <p:spPr>
          <a:xfrm>
            <a:off x="11463221" y="389860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782143E-0CF8-45B2-805E-E1FB30D3A1AC}"/>
              </a:ext>
            </a:extLst>
          </p:cNvPr>
          <p:cNvSpPr/>
          <p:nvPr/>
        </p:nvSpPr>
        <p:spPr>
          <a:xfrm>
            <a:off x="11579873" y="389860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CF11DCC-8431-4EC5-B78C-CB43912DF1F4}"/>
              </a:ext>
            </a:extLst>
          </p:cNvPr>
          <p:cNvSpPr/>
          <p:nvPr/>
        </p:nvSpPr>
        <p:spPr>
          <a:xfrm>
            <a:off x="10909223" y="347956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D05F176-402D-4A20-BEF9-3903ED065486}"/>
              </a:ext>
            </a:extLst>
          </p:cNvPr>
          <p:cNvSpPr/>
          <p:nvPr/>
        </p:nvSpPr>
        <p:spPr>
          <a:xfrm>
            <a:off x="11025875" y="3479569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D59787-76E6-45A3-8C03-7AD908A54891}"/>
              </a:ext>
            </a:extLst>
          </p:cNvPr>
          <p:cNvSpPr/>
          <p:nvPr/>
        </p:nvSpPr>
        <p:spPr>
          <a:xfrm>
            <a:off x="10936490" y="360014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81DA9CF-F632-4935-A6F9-EBD0B3C71A32}"/>
              </a:ext>
            </a:extLst>
          </p:cNvPr>
          <p:cNvSpPr/>
          <p:nvPr/>
        </p:nvSpPr>
        <p:spPr>
          <a:xfrm>
            <a:off x="11053142" y="3600144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85AC36E-BBC2-4DAC-9BA0-D0187AE121DD}"/>
              </a:ext>
            </a:extLst>
          </p:cNvPr>
          <p:cNvSpPr/>
          <p:nvPr/>
        </p:nvSpPr>
        <p:spPr>
          <a:xfrm>
            <a:off x="11014065" y="372021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C9F1537-E2B8-4724-8989-38BB3CFABFC6}"/>
              </a:ext>
            </a:extLst>
          </p:cNvPr>
          <p:cNvSpPr/>
          <p:nvPr/>
        </p:nvSpPr>
        <p:spPr>
          <a:xfrm>
            <a:off x="11130717" y="3720210"/>
            <a:ext cx="95624" cy="98411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78DA8EE-899F-4822-A5F4-2F018E935741}"/>
              </a:ext>
            </a:extLst>
          </p:cNvPr>
          <p:cNvSpPr/>
          <p:nvPr/>
        </p:nvSpPr>
        <p:spPr>
          <a:xfrm>
            <a:off x="8562159" y="2560573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9880985-5C47-4EFB-8F84-E5340186ADC1}"/>
              </a:ext>
            </a:extLst>
          </p:cNvPr>
          <p:cNvSpPr/>
          <p:nvPr/>
        </p:nvSpPr>
        <p:spPr>
          <a:xfrm>
            <a:off x="9778934" y="2553830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FFACBBD-F18A-4850-A98A-D56F015DC0B9}"/>
              </a:ext>
            </a:extLst>
          </p:cNvPr>
          <p:cNvSpPr/>
          <p:nvPr/>
        </p:nvSpPr>
        <p:spPr>
          <a:xfrm>
            <a:off x="10951641" y="2544799"/>
            <a:ext cx="719275" cy="28229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Graphique 16" descr="Programmatrice avec un remplissage uni">
            <a:extLst>
              <a:ext uri="{FF2B5EF4-FFF2-40B4-BE49-F238E27FC236}">
                <a16:creationId xmlns:a16="http://schemas.microsoft.com/office/drawing/2014/main" id="{389D600A-0605-436D-AEB3-4CF42AA3B1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786" y="4815840"/>
            <a:ext cx="699148" cy="699148"/>
          </a:xfrm>
          <a:prstGeom prst="rect">
            <a:avLst/>
          </a:prstGeom>
        </p:spPr>
      </p:pic>
      <p:pic>
        <p:nvPicPr>
          <p:cNvPr id="19" name="Graphique 18" descr="Programmatrice contour">
            <a:extLst>
              <a:ext uri="{FF2B5EF4-FFF2-40B4-BE49-F238E27FC236}">
                <a16:creationId xmlns:a16="http://schemas.microsoft.com/office/drawing/2014/main" id="{3E16C724-BCFD-4871-978B-788963C7DE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62596" y="5825732"/>
            <a:ext cx="776448" cy="776448"/>
          </a:xfrm>
          <a:prstGeom prst="rect">
            <a:avLst/>
          </a:prstGeom>
        </p:spPr>
      </p:pic>
      <p:pic>
        <p:nvPicPr>
          <p:cNvPr id="22" name="Graphique 21" descr="Programmeur avec un remplissage uni">
            <a:extLst>
              <a:ext uri="{FF2B5EF4-FFF2-40B4-BE49-F238E27FC236}">
                <a16:creationId xmlns:a16="http://schemas.microsoft.com/office/drawing/2014/main" id="{1C26B192-90E1-4507-B7AF-060FF4B8F0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70673" y="4815840"/>
            <a:ext cx="699148" cy="699148"/>
          </a:xfrm>
          <a:prstGeom prst="rect">
            <a:avLst/>
          </a:prstGeom>
        </p:spPr>
      </p:pic>
      <p:pic>
        <p:nvPicPr>
          <p:cNvPr id="25" name="Graphique 24" descr="Programmeur contour">
            <a:extLst>
              <a:ext uri="{FF2B5EF4-FFF2-40B4-BE49-F238E27FC236}">
                <a16:creationId xmlns:a16="http://schemas.microsoft.com/office/drawing/2014/main" id="{E522A4D7-D888-407D-93DC-D795AE9D10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5198" y="5970475"/>
            <a:ext cx="699148" cy="699148"/>
          </a:xfrm>
          <a:prstGeom prst="rect">
            <a:avLst/>
          </a:prstGeom>
        </p:spPr>
      </p:pic>
      <p:pic>
        <p:nvPicPr>
          <p:cNvPr id="28" name="Graphique 27" descr="Écran avec un remplissage uni">
            <a:extLst>
              <a:ext uri="{FF2B5EF4-FFF2-40B4-BE49-F238E27FC236}">
                <a16:creationId xmlns:a16="http://schemas.microsoft.com/office/drawing/2014/main" id="{FEC4F93B-4B1F-4FE8-B4BE-C10CEB6DEB5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5411" y="4814900"/>
            <a:ext cx="1891292" cy="1891292"/>
          </a:xfrm>
          <a:prstGeom prst="rect">
            <a:avLst/>
          </a:prstGeom>
        </p:spPr>
      </p:pic>
      <p:pic>
        <p:nvPicPr>
          <p:cNvPr id="167" name="Graphique 166" descr="Personne confuse avec un remplissage uni">
            <a:extLst>
              <a:ext uri="{FF2B5EF4-FFF2-40B4-BE49-F238E27FC236}">
                <a16:creationId xmlns:a16="http://schemas.microsoft.com/office/drawing/2014/main" id="{20E6BB60-3143-4A29-A993-C6663134432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6016" y="5253038"/>
            <a:ext cx="301052" cy="301052"/>
          </a:xfrm>
          <a:prstGeom prst="rect">
            <a:avLst/>
          </a:prstGeom>
        </p:spPr>
      </p:pic>
      <p:pic>
        <p:nvPicPr>
          <p:cNvPr id="168" name="Graphique 167" descr="Personne confuse avec un remplissage uni">
            <a:extLst>
              <a:ext uri="{FF2B5EF4-FFF2-40B4-BE49-F238E27FC236}">
                <a16:creationId xmlns:a16="http://schemas.microsoft.com/office/drawing/2014/main" id="{45275479-F0DC-4A6E-B842-D447CEC45D4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26016" y="5734766"/>
            <a:ext cx="301052" cy="301052"/>
          </a:xfrm>
          <a:prstGeom prst="rect">
            <a:avLst/>
          </a:prstGeom>
        </p:spPr>
      </p:pic>
      <p:pic>
        <p:nvPicPr>
          <p:cNvPr id="169" name="Graphique 168" descr="Personne confuse avec un remplissage uni">
            <a:extLst>
              <a:ext uri="{FF2B5EF4-FFF2-40B4-BE49-F238E27FC236}">
                <a16:creationId xmlns:a16="http://schemas.microsoft.com/office/drawing/2014/main" id="{C94097CE-BBC0-4686-9E51-82C69F7D5AA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00" y="5734766"/>
            <a:ext cx="301052" cy="301052"/>
          </a:xfrm>
          <a:prstGeom prst="rect">
            <a:avLst/>
          </a:prstGeom>
        </p:spPr>
      </p:pic>
      <p:pic>
        <p:nvPicPr>
          <p:cNvPr id="170" name="Graphique 169" descr="Personne confuse avec un remplissage uni">
            <a:extLst>
              <a:ext uri="{FF2B5EF4-FFF2-40B4-BE49-F238E27FC236}">
                <a16:creationId xmlns:a16="http://schemas.microsoft.com/office/drawing/2014/main" id="{0A0104DF-6621-4E48-9292-7A822C189152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00" y="5253038"/>
            <a:ext cx="301052" cy="301052"/>
          </a:xfrm>
          <a:prstGeom prst="rect">
            <a:avLst/>
          </a:prstGeom>
        </p:spPr>
      </p:pic>
      <p:pic>
        <p:nvPicPr>
          <p:cNvPr id="30" name="Graphique 29" descr="Bureau avec un remplissage uni">
            <a:extLst>
              <a:ext uri="{FF2B5EF4-FFF2-40B4-BE49-F238E27FC236}">
                <a16:creationId xmlns:a16="http://schemas.microsoft.com/office/drawing/2014/main" id="{2F08BEEF-2720-4345-9D6C-1FAAABD49106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7408" t="17475" r="11316" b="16349"/>
          <a:stretch/>
        </p:blipFill>
        <p:spPr>
          <a:xfrm>
            <a:off x="1843172" y="5405739"/>
            <a:ext cx="435769" cy="354807"/>
          </a:xfrm>
          <a:prstGeom prst="rect">
            <a:avLst/>
          </a:prstGeom>
        </p:spPr>
      </p:pic>
      <p:pic>
        <p:nvPicPr>
          <p:cNvPr id="32" name="Graphique 31" descr="Cause à effet avec un remplissage uni">
            <a:extLst>
              <a:ext uri="{FF2B5EF4-FFF2-40B4-BE49-F238E27FC236}">
                <a16:creationId xmlns:a16="http://schemas.microsoft.com/office/drawing/2014/main" id="{C0E60750-6961-440A-A408-74EE8EA00F3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9548" y="5186140"/>
            <a:ext cx="434847" cy="434847"/>
          </a:xfrm>
          <a:prstGeom prst="rect">
            <a:avLst/>
          </a:prstGeom>
        </p:spPr>
      </p:pic>
      <p:pic>
        <p:nvPicPr>
          <p:cNvPr id="174" name="Graphique 173" descr="Cause à effet avec un remplissage uni">
            <a:extLst>
              <a:ext uri="{FF2B5EF4-FFF2-40B4-BE49-F238E27FC236}">
                <a16:creationId xmlns:a16="http://schemas.microsoft.com/office/drawing/2014/main" id="{9537C295-9265-4E26-894E-B07C5E9F540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V="1">
            <a:off x="853919" y="6104460"/>
            <a:ext cx="434847" cy="431178"/>
          </a:xfrm>
          <a:prstGeom prst="rect">
            <a:avLst/>
          </a:prstGeom>
        </p:spPr>
      </p:pic>
      <p:pic>
        <p:nvPicPr>
          <p:cNvPr id="177" name="Graphique 176" descr="Cause à effet avec un remplissage uni">
            <a:extLst>
              <a:ext uri="{FF2B5EF4-FFF2-40B4-BE49-F238E27FC236}">
                <a16:creationId xmlns:a16="http://schemas.microsoft.com/office/drawing/2014/main" id="{25189B03-90DB-4E71-B11B-39E933E65ED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2839969" y="5128135"/>
            <a:ext cx="435768" cy="434847"/>
          </a:xfrm>
          <a:prstGeom prst="rect">
            <a:avLst/>
          </a:prstGeom>
        </p:spPr>
      </p:pic>
      <p:pic>
        <p:nvPicPr>
          <p:cNvPr id="178" name="Graphique 177" descr="Cause à effet avec un remplissage uni">
            <a:extLst>
              <a:ext uri="{FF2B5EF4-FFF2-40B4-BE49-F238E27FC236}">
                <a16:creationId xmlns:a16="http://schemas.microsoft.com/office/drawing/2014/main" id="{3C712E08-3780-4204-94CF-6DD06A31D04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 flipV="1">
            <a:off x="2824340" y="6046455"/>
            <a:ext cx="435768" cy="431178"/>
          </a:xfrm>
          <a:prstGeom prst="rect">
            <a:avLst/>
          </a:prstGeom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787DC1CE-654E-4094-ABAA-AA427F0A55F3}"/>
              </a:ext>
            </a:extLst>
          </p:cNvPr>
          <p:cNvGrpSpPr/>
          <p:nvPr/>
        </p:nvGrpSpPr>
        <p:grpSpPr>
          <a:xfrm>
            <a:off x="4460125" y="4780518"/>
            <a:ext cx="716083" cy="970336"/>
            <a:chOff x="4460125" y="4780518"/>
            <a:chExt cx="716083" cy="970336"/>
          </a:xfrm>
        </p:grpSpPr>
        <p:pic>
          <p:nvPicPr>
            <p:cNvPr id="36" name="Graphique 35" descr="Table et chaises avec un remplissage uni">
              <a:extLst>
                <a:ext uri="{FF2B5EF4-FFF2-40B4-BE49-F238E27FC236}">
                  <a16:creationId xmlns:a16="http://schemas.microsoft.com/office/drawing/2014/main" id="{F99CA43C-428D-4415-A766-41F687B86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79" name="Graphique 178" descr="Table et chaises avec un remplissage uni">
              <a:extLst>
                <a:ext uri="{FF2B5EF4-FFF2-40B4-BE49-F238E27FC236}">
                  <a16:creationId xmlns:a16="http://schemas.microsoft.com/office/drawing/2014/main" id="{CEEE820D-2156-48BA-8421-ABD5ED8A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37" name="Organigramme : Données 36">
              <a:extLst>
                <a:ext uri="{FF2B5EF4-FFF2-40B4-BE49-F238E27FC236}">
                  <a16:creationId xmlns:a16="http://schemas.microsoft.com/office/drawing/2014/main" id="{138CBD4B-2CC3-4F66-AF17-084F5A2935B8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0442E40D-2C94-4B32-B76A-D7881764447C}"/>
              </a:ext>
            </a:extLst>
          </p:cNvPr>
          <p:cNvGrpSpPr/>
          <p:nvPr/>
        </p:nvGrpSpPr>
        <p:grpSpPr>
          <a:xfrm>
            <a:off x="5713675" y="4804007"/>
            <a:ext cx="716083" cy="970336"/>
            <a:chOff x="4460125" y="4780518"/>
            <a:chExt cx="716083" cy="970336"/>
          </a:xfrm>
        </p:grpSpPr>
        <p:pic>
          <p:nvPicPr>
            <p:cNvPr id="183" name="Graphique 182" descr="Table et chaises avec un remplissage uni">
              <a:extLst>
                <a:ext uri="{FF2B5EF4-FFF2-40B4-BE49-F238E27FC236}">
                  <a16:creationId xmlns:a16="http://schemas.microsoft.com/office/drawing/2014/main" id="{9D320FEF-9042-481C-9558-46ADC0957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84" name="Graphique 183" descr="Table et chaises avec un remplissage uni">
              <a:extLst>
                <a:ext uri="{FF2B5EF4-FFF2-40B4-BE49-F238E27FC236}">
                  <a16:creationId xmlns:a16="http://schemas.microsoft.com/office/drawing/2014/main" id="{5F502D87-5D8C-4023-9113-59DB5B06A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85" name="Organigramme : Données 184">
              <a:extLst>
                <a:ext uri="{FF2B5EF4-FFF2-40B4-BE49-F238E27FC236}">
                  <a16:creationId xmlns:a16="http://schemas.microsoft.com/office/drawing/2014/main" id="{04DBEBDF-EB2B-47BB-AC87-D105D68A54BD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01D2815F-9FD9-4CA8-8976-2B539D161D83}"/>
              </a:ext>
            </a:extLst>
          </p:cNvPr>
          <p:cNvGrpSpPr/>
          <p:nvPr/>
        </p:nvGrpSpPr>
        <p:grpSpPr>
          <a:xfrm>
            <a:off x="4943425" y="5631844"/>
            <a:ext cx="716083" cy="970336"/>
            <a:chOff x="4460125" y="4780518"/>
            <a:chExt cx="716083" cy="970336"/>
          </a:xfrm>
        </p:grpSpPr>
        <p:pic>
          <p:nvPicPr>
            <p:cNvPr id="187" name="Graphique 186" descr="Table et chaises avec un remplissage uni">
              <a:extLst>
                <a:ext uri="{FF2B5EF4-FFF2-40B4-BE49-F238E27FC236}">
                  <a16:creationId xmlns:a16="http://schemas.microsoft.com/office/drawing/2014/main" id="{B66E5F32-869A-4D3D-B061-F7E7FA5FD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88" name="Graphique 187" descr="Table et chaises avec un remplissage uni">
              <a:extLst>
                <a:ext uri="{FF2B5EF4-FFF2-40B4-BE49-F238E27FC236}">
                  <a16:creationId xmlns:a16="http://schemas.microsoft.com/office/drawing/2014/main" id="{EFA904E2-BC22-4800-9418-7E90A15DA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89" name="Organigramme : Données 188">
              <a:extLst>
                <a:ext uri="{FF2B5EF4-FFF2-40B4-BE49-F238E27FC236}">
                  <a16:creationId xmlns:a16="http://schemas.microsoft.com/office/drawing/2014/main" id="{2106FA2A-94E3-4723-BF39-DCB2BAC08A12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0" name="Groupe 189">
            <a:extLst>
              <a:ext uri="{FF2B5EF4-FFF2-40B4-BE49-F238E27FC236}">
                <a16:creationId xmlns:a16="http://schemas.microsoft.com/office/drawing/2014/main" id="{BB6C964D-5856-4D65-9659-16256D237931}"/>
              </a:ext>
            </a:extLst>
          </p:cNvPr>
          <p:cNvGrpSpPr/>
          <p:nvPr/>
        </p:nvGrpSpPr>
        <p:grpSpPr>
          <a:xfrm>
            <a:off x="6320571" y="5651104"/>
            <a:ext cx="716083" cy="970336"/>
            <a:chOff x="4460125" y="4780518"/>
            <a:chExt cx="716083" cy="970336"/>
          </a:xfrm>
        </p:grpSpPr>
        <p:pic>
          <p:nvPicPr>
            <p:cNvPr id="191" name="Graphique 190" descr="Table et chaises avec un remplissage uni">
              <a:extLst>
                <a:ext uri="{FF2B5EF4-FFF2-40B4-BE49-F238E27FC236}">
                  <a16:creationId xmlns:a16="http://schemas.microsoft.com/office/drawing/2014/main" id="{902634C1-0506-4B3E-9D81-E06CB2B1C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92" name="Graphique 191" descr="Table et chaises avec un remplissage uni">
              <a:extLst>
                <a:ext uri="{FF2B5EF4-FFF2-40B4-BE49-F238E27FC236}">
                  <a16:creationId xmlns:a16="http://schemas.microsoft.com/office/drawing/2014/main" id="{080F418E-86AF-48BC-A094-737F7C945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93" name="Organigramme : Données 192">
              <a:extLst>
                <a:ext uri="{FF2B5EF4-FFF2-40B4-BE49-F238E27FC236}">
                  <a16:creationId xmlns:a16="http://schemas.microsoft.com/office/drawing/2014/main" id="{B165C3CE-1C6C-4AAF-951F-8CD5C0A16A4B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4B0570F3-29F5-4179-863B-EE3AFE8D52B8}"/>
              </a:ext>
            </a:extLst>
          </p:cNvPr>
          <p:cNvGrpSpPr/>
          <p:nvPr/>
        </p:nvGrpSpPr>
        <p:grpSpPr>
          <a:xfrm>
            <a:off x="7052633" y="4814900"/>
            <a:ext cx="716083" cy="970336"/>
            <a:chOff x="4460125" y="4780518"/>
            <a:chExt cx="716083" cy="970336"/>
          </a:xfrm>
        </p:grpSpPr>
        <p:pic>
          <p:nvPicPr>
            <p:cNvPr id="195" name="Graphique 194" descr="Table et chaises avec un remplissage uni">
              <a:extLst>
                <a:ext uri="{FF2B5EF4-FFF2-40B4-BE49-F238E27FC236}">
                  <a16:creationId xmlns:a16="http://schemas.microsoft.com/office/drawing/2014/main" id="{018A5F8C-4BA4-401A-96F2-388D2E52C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196" name="Graphique 195" descr="Table et chaises avec un remplissage uni">
              <a:extLst>
                <a:ext uri="{FF2B5EF4-FFF2-40B4-BE49-F238E27FC236}">
                  <a16:creationId xmlns:a16="http://schemas.microsoft.com/office/drawing/2014/main" id="{9BA6C6F5-8E94-4702-9A49-AD050F5FA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197" name="Organigramme : Données 196">
              <a:extLst>
                <a:ext uri="{FF2B5EF4-FFF2-40B4-BE49-F238E27FC236}">
                  <a16:creationId xmlns:a16="http://schemas.microsoft.com/office/drawing/2014/main" id="{485A5588-E714-4766-80EC-025D6BD1BA5F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40" name="Graphique 39" descr="Chaise de bureau avec un remplissage uni">
            <a:extLst>
              <a:ext uri="{FF2B5EF4-FFF2-40B4-BE49-F238E27FC236}">
                <a16:creationId xmlns:a16="http://schemas.microsoft.com/office/drawing/2014/main" id="{22D53AB2-D539-4E8A-94C6-7FA97E02D2B3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08911" y="4967469"/>
            <a:ext cx="201767" cy="271554"/>
          </a:xfrm>
          <a:prstGeom prst="rect">
            <a:avLst/>
          </a:prstGeom>
        </p:spPr>
      </p:pic>
      <p:pic>
        <p:nvPicPr>
          <p:cNvPr id="43" name="Graphique 42" descr="Enseignant avec un remplissage uni">
            <a:extLst>
              <a:ext uri="{FF2B5EF4-FFF2-40B4-BE49-F238E27FC236}">
                <a16:creationId xmlns:a16="http://schemas.microsoft.com/office/drawing/2014/main" id="{9DE26D16-1790-4E94-8457-5B6A39A82B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772151" y="6023538"/>
            <a:ext cx="682654" cy="682654"/>
          </a:xfrm>
          <a:prstGeom prst="rect">
            <a:avLst/>
          </a:prstGeom>
        </p:spPr>
      </p:pic>
      <p:pic>
        <p:nvPicPr>
          <p:cNvPr id="201" name="Graphique 200" descr="Chaise de bureau avec un remplissage uni">
            <a:extLst>
              <a:ext uri="{FF2B5EF4-FFF2-40B4-BE49-F238E27FC236}">
                <a16:creationId xmlns:a16="http://schemas.microsoft.com/office/drawing/2014/main" id="{DD849153-2E5D-4C88-A724-2471EFD7D938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0678" y="4967469"/>
            <a:ext cx="201767" cy="271554"/>
          </a:xfrm>
          <a:prstGeom prst="rect">
            <a:avLst/>
          </a:prstGeom>
        </p:spPr>
      </p:pic>
      <p:pic>
        <p:nvPicPr>
          <p:cNvPr id="203" name="Graphique 202" descr="Chaise de bureau avec un remplissage uni">
            <a:extLst>
              <a:ext uri="{FF2B5EF4-FFF2-40B4-BE49-F238E27FC236}">
                <a16:creationId xmlns:a16="http://schemas.microsoft.com/office/drawing/2014/main" id="{6329C8A4-CB20-4FED-AF21-4F5355FFD418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08039" y="4967469"/>
            <a:ext cx="201767" cy="271554"/>
          </a:xfrm>
          <a:prstGeom prst="rect">
            <a:avLst/>
          </a:prstGeom>
        </p:spPr>
      </p:pic>
      <p:pic>
        <p:nvPicPr>
          <p:cNvPr id="204" name="Graphique 203" descr="Chaise de bureau avec un remplissage uni">
            <a:extLst>
              <a:ext uri="{FF2B5EF4-FFF2-40B4-BE49-F238E27FC236}">
                <a16:creationId xmlns:a16="http://schemas.microsoft.com/office/drawing/2014/main" id="{13D9104B-E9EB-4A01-AE2F-B7EAC0AD2108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09806" y="4967469"/>
            <a:ext cx="201767" cy="271554"/>
          </a:xfrm>
          <a:prstGeom prst="rect">
            <a:avLst/>
          </a:prstGeom>
        </p:spPr>
      </p:pic>
      <p:pic>
        <p:nvPicPr>
          <p:cNvPr id="205" name="Graphique 204" descr="Chaise de bureau avec un remplissage uni">
            <a:extLst>
              <a:ext uri="{FF2B5EF4-FFF2-40B4-BE49-F238E27FC236}">
                <a16:creationId xmlns:a16="http://schemas.microsoft.com/office/drawing/2014/main" id="{BE1DE688-6AE8-4374-BC77-0578318E409A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05400" y="4967469"/>
            <a:ext cx="201767" cy="271554"/>
          </a:xfrm>
          <a:prstGeom prst="rect">
            <a:avLst/>
          </a:prstGeom>
        </p:spPr>
      </p:pic>
      <p:pic>
        <p:nvPicPr>
          <p:cNvPr id="206" name="Graphique 205" descr="Chaise de bureau avec un remplissage uni">
            <a:extLst>
              <a:ext uri="{FF2B5EF4-FFF2-40B4-BE49-F238E27FC236}">
                <a16:creationId xmlns:a16="http://schemas.microsoft.com/office/drawing/2014/main" id="{C8572DEC-E6F9-4CDC-96E7-89CCAF9A9527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08911" y="5282536"/>
            <a:ext cx="201767" cy="271554"/>
          </a:xfrm>
          <a:prstGeom prst="rect">
            <a:avLst/>
          </a:prstGeom>
        </p:spPr>
      </p:pic>
      <p:pic>
        <p:nvPicPr>
          <p:cNvPr id="207" name="Graphique 206" descr="Chaise de bureau avec un remplissage uni">
            <a:extLst>
              <a:ext uri="{FF2B5EF4-FFF2-40B4-BE49-F238E27FC236}">
                <a16:creationId xmlns:a16="http://schemas.microsoft.com/office/drawing/2014/main" id="{A92F8A61-2651-4996-843C-C327AC2BBDE1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0678" y="5282536"/>
            <a:ext cx="201767" cy="271554"/>
          </a:xfrm>
          <a:prstGeom prst="rect">
            <a:avLst/>
          </a:prstGeom>
        </p:spPr>
      </p:pic>
      <p:pic>
        <p:nvPicPr>
          <p:cNvPr id="209" name="Graphique 208" descr="Chaise de bureau avec un remplissage uni">
            <a:extLst>
              <a:ext uri="{FF2B5EF4-FFF2-40B4-BE49-F238E27FC236}">
                <a16:creationId xmlns:a16="http://schemas.microsoft.com/office/drawing/2014/main" id="{A0CEFE6A-3A0A-4422-A9AA-A57C8C5D9E09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08039" y="5282536"/>
            <a:ext cx="201767" cy="271554"/>
          </a:xfrm>
          <a:prstGeom prst="rect">
            <a:avLst/>
          </a:prstGeom>
        </p:spPr>
      </p:pic>
      <p:pic>
        <p:nvPicPr>
          <p:cNvPr id="210" name="Graphique 209" descr="Chaise de bureau avec un remplissage uni">
            <a:extLst>
              <a:ext uri="{FF2B5EF4-FFF2-40B4-BE49-F238E27FC236}">
                <a16:creationId xmlns:a16="http://schemas.microsoft.com/office/drawing/2014/main" id="{47F3AA4A-264A-4B27-886E-A31CCF0DAB4E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09806" y="5282536"/>
            <a:ext cx="201767" cy="271554"/>
          </a:xfrm>
          <a:prstGeom prst="rect">
            <a:avLst/>
          </a:prstGeom>
        </p:spPr>
      </p:pic>
      <p:pic>
        <p:nvPicPr>
          <p:cNvPr id="211" name="Graphique 210" descr="Chaise de bureau avec un remplissage uni">
            <a:extLst>
              <a:ext uri="{FF2B5EF4-FFF2-40B4-BE49-F238E27FC236}">
                <a16:creationId xmlns:a16="http://schemas.microsoft.com/office/drawing/2014/main" id="{CFE475A7-1014-43CC-94E5-A63A788BBF6A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05400" y="5282536"/>
            <a:ext cx="201767" cy="271554"/>
          </a:xfrm>
          <a:prstGeom prst="rect">
            <a:avLst/>
          </a:prstGeom>
        </p:spPr>
      </p:pic>
      <p:pic>
        <p:nvPicPr>
          <p:cNvPr id="212" name="Graphique 211" descr="Chaise de bureau avec un remplissage uni">
            <a:extLst>
              <a:ext uri="{FF2B5EF4-FFF2-40B4-BE49-F238E27FC236}">
                <a16:creationId xmlns:a16="http://schemas.microsoft.com/office/drawing/2014/main" id="{8D3E0C48-579C-4B58-9632-8C78D7566C6A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2965" y="4967469"/>
            <a:ext cx="201767" cy="271554"/>
          </a:xfrm>
          <a:prstGeom prst="rect">
            <a:avLst/>
          </a:prstGeom>
        </p:spPr>
      </p:pic>
      <p:pic>
        <p:nvPicPr>
          <p:cNvPr id="214" name="Graphique 213" descr="Chaise de bureau avec un remplissage uni">
            <a:extLst>
              <a:ext uri="{FF2B5EF4-FFF2-40B4-BE49-F238E27FC236}">
                <a16:creationId xmlns:a16="http://schemas.microsoft.com/office/drawing/2014/main" id="{F76B70ED-2EDB-48FC-9ADE-C08A6965D35C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0326" y="4967469"/>
            <a:ext cx="201767" cy="271554"/>
          </a:xfrm>
          <a:prstGeom prst="rect">
            <a:avLst/>
          </a:prstGeom>
        </p:spPr>
      </p:pic>
      <p:pic>
        <p:nvPicPr>
          <p:cNvPr id="215" name="Graphique 214" descr="Chaise de bureau avec un remplissage uni">
            <a:extLst>
              <a:ext uri="{FF2B5EF4-FFF2-40B4-BE49-F238E27FC236}">
                <a16:creationId xmlns:a16="http://schemas.microsoft.com/office/drawing/2014/main" id="{4C8321AF-83CF-4A39-BF23-B54100793F6A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2093" y="4967469"/>
            <a:ext cx="201767" cy="271554"/>
          </a:xfrm>
          <a:prstGeom prst="rect">
            <a:avLst/>
          </a:prstGeom>
        </p:spPr>
      </p:pic>
      <p:pic>
        <p:nvPicPr>
          <p:cNvPr id="216" name="Graphique 215" descr="Chaise de bureau avec un remplissage uni">
            <a:extLst>
              <a:ext uri="{FF2B5EF4-FFF2-40B4-BE49-F238E27FC236}">
                <a16:creationId xmlns:a16="http://schemas.microsoft.com/office/drawing/2014/main" id="{A9B73EB6-C4F2-4D8B-85E3-DA0612ABFFC0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3860" y="4967469"/>
            <a:ext cx="201767" cy="271554"/>
          </a:xfrm>
          <a:prstGeom prst="rect">
            <a:avLst/>
          </a:prstGeom>
        </p:spPr>
      </p:pic>
      <p:pic>
        <p:nvPicPr>
          <p:cNvPr id="217" name="Graphique 216" descr="Chaise de bureau avec un remplissage uni">
            <a:extLst>
              <a:ext uri="{FF2B5EF4-FFF2-40B4-BE49-F238E27FC236}">
                <a16:creationId xmlns:a16="http://schemas.microsoft.com/office/drawing/2014/main" id="{AF0FADC4-2E57-47E4-B3E9-3857F050BB52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19454" y="4967469"/>
            <a:ext cx="201767" cy="271554"/>
          </a:xfrm>
          <a:prstGeom prst="rect">
            <a:avLst/>
          </a:prstGeom>
        </p:spPr>
      </p:pic>
      <p:pic>
        <p:nvPicPr>
          <p:cNvPr id="218" name="Graphique 217" descr="Chaise de bureau avec un remplissage uni">
            <a:extLst>
              <a:ext uri="{FF2B5EF4-FFF2-40B4-BE49-F238E27FC236}">
                <a16:creationId xmlns:a16="http://schemas.microsoft.com/office/drawing/2014/main" id="{CB50CFD9-136E-4DD4-88C1-825B489365C7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2965" y="5282536"/>
            <a:ext cx="201767" cy="271554"/>
          </a:xfrm>
          <a:prstGeom prst="rect">
            <a:avLst/>
          </a:prstGeom>
        </p:spPr>
      </p:pic>
      <p:pic>
        <p:nvPicPr>
          <p:cNvPr id="220" name="Graphique 219" descr="Chaise de bureau avec un remplissage uni">
            <a:extLst>
              <a:ext uri="{FF2B5EF4-FFF2-40B4-BE49-F238E27FC236}">
                <a16:creationId xmlns:a16="http://schemas.microsoft.com/office/drawing/2014/main" id="{EEE1AA01-15F4-428C-9236-BC60E5285F1F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0326" y="5282536"/>
            <a:ext cx="201767" cy="271554"/>
          </a:xfrm>
          <a:prstGeom prst="rect">
            <a:avLst/>
          </a:prstGeom>
        </p:spPr>
      </p:pic>
      <p:pic>
        <p:nvPicPr>
          <p:cNvPr id="221" name="Graphique 220" descr="Chaise de bureau avec un remplissage uni">
            <a:extLst>
              <a:ext uri="{FF2B5EF4-FFF2-40B4-BE49-F238E27FC236}">
                <a16:creationId xmlns:a16="http://schemas.microsoft.com/office/drawing/2014/main" id="{8F321A0E-1A8F-4F59-8B0F-283614375DE8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2093" y="5282536"/>
            <a:ext cx="201767" cy="271554"/>
          </a:xfrm>
          <a:prstGeom prst="rect">
            <a:avLst/>
          </a:prstGeom>
        </p:spPr>
      </p:pic>
      <p:pic>
        <p:nvPicPr>
          <p:cNvPr id="222" name="Graphique 221" descr="Chaise de bureau avec un remplissage uni">
            <a:extLst>
              <a:ext uri="{FF2B5EF4-FFF2-40B4-BE49-F238E27FC236}">
                <a16:creationId xmlns:a16="http://schemas.microsoft.com/office/drawing/2014/main" id="{39D1DBA1-6084-4DAB-8AB5-C13E60AF8680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3860" y="5282536"/>
            <a:ext cx="201767" cy="271554"/>
          </a:xfrm>
          <a:prstGeom prst="rect">
            <a:avLst/>
          </a:prstGeom>
        </p:spPr>
      </p:pic>
      <p:pic>
        <p:nvPicPr>
          <p:cNvPr id="223" name="Graphique 222" descr="Chaise de bureau avec un remplissage uni">
            <a:extLst>
              <a:ext uri="{FF2B5EF4-FFF2-40B4-BE49-F238E27FC236}">
                <a16:creationId xmlns:a16="http://schemas.microsoft.com/office/drawing/2014/main" id="{F547134D-CCCB-47CA-9F8C-701CDC1E269E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19454" y="5282536"/>
            <a:ext cx="201767" cy="271554"/>
          </a:xfrm>
          <a:prstGeom prst="rect">
            <a:avLst/>
          </a:prstGeom>
        </p:spPr>
      </p:pic>
      <p:pic>
        <p:nvPicPr>
          <p:cNvPr id="229" name="Graphique 228" descr="Chaise de bureau avec un remplissage uni">
            <a:extLst>
              <a:ext uri="{FF2B5EF4-FFF2-40B4-BE49-F238E27FC236}">
                <a16:creationId xmlns:a16="http://schemas.microsoft.com/office/drawing/2014/main" id="{7ACE51E1-ECB9-4DA6-9B51-C63C36340FD2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17024" y="4962529"/>
            <a:ext cx="201767" cy="271554"/>
          </a:xfrm>
          <a:prstGeom prst="rect">
            <a:avLst/>
          </a:prstGeom>
        </p:spPr>
      </p:pic>
      <p:pic>
        <p:nvPicPr>
          <p:cNvPr id="230" name="Graphique 229" descr="Chaise de bureau avec un remplissage uni">
            <a:extLst>
              <a:ext uri="{FF2B5EF4-FFF2-40B4-BE49-F238E27FC236}">
                <a16:creationId xmlns:a16="http://schemas.microsoft.com/office/drawing/2014/main" id="{A4DF8D58-8BBB-4507-B7F2-FE874D445FD5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18791" y="4962529"/>
            <a:ext cx="201767" cy="271554"/>
          </a:xfrm>
          <a:prstGeom prst="rect">
            <a:avLst/>
          </a:prstGeom>
        </p:spPr>
      </p:pic>
      <p:pic>
        <p:nvPicPr>
          <p:cNvPr id="231" name="Graphique 230" descr="Chaise de bureau avec un remplissage uni">
            <a:extLst>
              <a:ext uri="{FF2B5EF4-FFF2-40B4-BE49-F238E27FC236}">
                <a16:creationId xmlns:a16="http://schemas.microsoft.com/office/drawing/2014/main" id="{0C7392E0-E66B-4089-98F3-03C8DDF4372B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0558" y="4962529"/>
            <a:ext cx="201767" cy="271554"/>
          </a:xfrm>
          <a:prstGeom prst="rect">
            <a:avLst/>
          </a:prstGeom>
        </p:spPr>
      </p:pic>
      <p:pic>
        <p:nvPicPr>
          <p:cNvPr id="232" name="Graphique 231" descr="Chaise de bureau avec un remplissage uni">
            <a:extLst>
              <a:ext uri="{FF2B5EF4-FFF2-40B4-BE49-F238E27FC236}">
                <a16:creationId xmlns:a16="http://schemas.microsoft.com/office/drawing/2014/main" id="{1B425881-412F-4710-B3A4-6CC2F01CE3F1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16152" y="4962529"/>
            <a:ext cx="201767" cy="271554"/>
          </a:xfrm>
          <a:prstGeom prst="rect">
            <a:avLst/>
          </a:prstGeom>
        </p:spPr>
      </p:pic>
      <p:pic>
        <p:nvPicPr>
          <p:cNvPr id="234" name="Graphique 233" descr="Chaise de bureau avec un remplissage uni">
            <a:extLst>
              <a:ext uri="{FF2B5EF4-FFF2-40B4-BE49-F238E27FC236}">
                <a16:creationId xmlns:a16="http://schemas.microsoft.com/office/drawing/2014/main" id="{08BFE986-CE10-493E-B78F-E6201F7B2129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17024" y="5277596"/>
            <a:ext cx="201767" cy="271554"/>
          </a:xfrm>
          <a:prstGeom prst="rect">
            <a:avLst/>
          </a:prstGeom>
        </p:spPr>
      </p:pic>
      <p:pic>
        <p:nvPicPr>
          <p:cNvPr id="235" name="Graphique 234" descr="Chaise de bureau avec un remplissage uni">
            <a:extLst>
              <a:ext uri="{FF2B5EF4-FFF2-40B4-BE49-F238E27FC236}">
                <a16:creationId xmlns:a16="http://schemas.microsoft.com/office/drawing/2014/main" id="{5C82BD9E-5C7F-4AF0-9649-13F35E87FBB8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18791" y="5277596"/>
            <a:ext cx="201767" cy="271554"/>
          </a:xfrm>
          <a:prstGeom prst="rect">
            <a:avLst/>
          </a:prstGeom>
        </p:spPr>
      </p:pic>
      <p:pic>
        <p:nvPicPr>
          <p:cNvPr id="236" name="Graphique 235" descr="Chaise de bureau avec un remplissage uni">
            <a:extLst>
              <a:ext uri="{FF2B5EF4-FFF2-40B4-BE49-F238E27FC236}">
                <a16:creationId xmlns:a16="http://schemas.microsoft.com/office/drawing/2014/main" id="{1A62179C-7501-49DF-995E-84CD34913974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0558" y="5277596"/>
            <a:ext cx="201767" cy="271554"/>
          </a:xfrm>
          <a:prstGeom prst="rect">
            <a:avLst/>
          </a:prstGeom>
        </p:spPr>
      </p:pic>
      <p:pic>
        <p:nvPicPr>
          <p:cNvPr id="237" name="Graphique 236" descr="Chaise de bureau avec un remplissage uni">
            <a:extLst>
              <a:ext uri="{FF2B5EF4-FFF2-40B4-BE49-F238E27FC236}">
                <a16:creationId xmlns:a16="http://schemas.microsoft.com/office/drawing/2014/main" id="{B6AA8D39-DBF9-444A-AF2A-6EF3B9802A2C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16152" y="5277596"/>
            <a:ext cx="201767" cy="271554"/>
          </a:xfrm>
          <a:prstGeom prst="rect">
            <a:avLst/>
          </a:prstGeom>
        </p:spPr>
      </p:pic>
      <p:pic>
        <p:nvPicPr>
          <p:cNvPr id="239" name="Graphique 238" descr="Chaise de bureau avec un remplissage uni">
            <a:extLst>
              <a:ext uri="{FF2B5EF4-FFF2-40B4-BE49-F238E27FC236}">
                <a16:creationId xmlns:a16="http://schemas.microsoft.com/office/drawing/2014/main" id="{C9E21B97-BD82-461C-BD04-C6B7F31F3AAA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196028" y="4968408"/>
            <a:ext cx="201767" cy="271554"/>
          </a:xfrm>
          <a:prstGeom prst="rect">
            <a:avLst/>
          </a:prstGeom>
        </p:spPr>
      </p:pic>
      <p:pic>
        <p:nvPicPr>
          <p:cNvPr id="240" name="Graphique 239" descr="Chaise de bureau avec un remplissage uni">
            <a:extLst>
              <a:ext uri="{FF2B5EF4-FFF2-40B4-BE49-F238E27FC236}">
                <a16:creationId xmlns:a16="http://schemas.microsoft.com/office/drawing/2014/main" id="{91985AB7-AE84-43CC-A08A-42D519477304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397795" y="4968408"/>
            <a:ext cx="201767" cy="271554"/>
          </a:xfrm>
          <a:prstGeom prst="rect">
            <a:avLst/>
          </a:prstGeom>
        </p:spPr>
      </p:pic>
      <p:pic>
        <p:nvPicPr>
          <p:cNvPr id="241" name="Graphique 240" descr="Chaise de bureau avec un remplissage uni">
            <a:extLst>
              <a:ext uri="{FF2B5EF4-FFF2-40B4-BE49-F238E27FC236}">
                <a16:creationId xmlns:a16="http://schemas.microsoft.com/office/drawing/2014/main" id="{CF0A90C8-FBD2-4570-A7F7-46E7DB027339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196028" y="5283475"/>
            <a:ext cx="201767" cy="271554"/>
          </a:xfrm>
          <a:prstGeom prst="rect">
            <a:avLst/>
          </a:prstGeom>
        </p:spPr>
      </p:pic>
      <p:pic>
        <p:nvPicPr>
          <p:cNvPr id="242" name="Graphique 241" descr="Chaise de bureau avec un remplissage uni">
            <a:extLst>
              <a:ext uri="{FF2B5EF4-FFF2-40B4-BE49-F238E27FC236}">
                <a16:creationId xmlns:a16="http://schemas.microsoft.com/office/drawing/2014/main" id="{0510042C-8537-426B-9FFB-2FBECA030340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397795" y="5283475"/>
            <a:ext cx="201767" cy="271554"/>
          </a:xfrm>
          <a:prstGeom prst="rect">
            <a:avLst/>
          </a:prstGeom>
        </p:spPr>
      </p:pic>
      <p:pic>
        <p:nvPicPr>
          <p:cNvPr id="243" name="Graphique 242" descr="Chaise de bureau avec un remplissage uni">
            <a:extLst>
              <a:ext uri="{FF2B5EF4-FFF2-40B4-BE49-F238E27FC236}">
                <a16:creationId xmlns:a16="http://schemas.microsoft.com/office/drawing/2014/main" id="{DBCC7195-AA57-4666-B1F7-3A456AD6A0A5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614619" y="5574314"/>
            <a:ext cx="201767" cy="271554"/>
          </a:xfrm>
          <a:prstGeom prst="rect">
            <a:avLst/>
          </a:prstGeom>
        </p:spPr>
      </p:pic>
      <p:pic>
        <p:nvPicPr>
          <p:cNvPr id="244" name="Graphique 243" descr="Chaise de bureau avec un remplissage uni">
            <a:extLst>
              <a:ext uri="{FF2B5EF4-FFF2-40B4-BE49-F238E27FC236}">
                <a16:creationId xmlns:a16="http://schemas.microsoft.com/office/drawing/2014/main" id="{4DCAE6BE-AB2D-4258-8193-BDC2958FF522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816386" y="5574314"/>
            <a:ext cx="201767" cy="271554"/>
          </a:xfrm>
          <a:prstGeom prst="rect">
            <a:avLst/>
          </a:prstGeom>
        </p:spPr>
      </p:pic>
      <p:pic>
        <p:nvPicPr>
          <p:cNvPr id="245" name="Graphique 244" descr="Chaise de bureau avec un remplissage uni">
            <a:extLst>
              <a:ext uri="{FF2B5EF4-FFF2-40B4-BE49-F238E27FC236}">
                <a16:creationId xmlns:a16="http://schemas.microsoft.com/office/drawing/2014/main" id="{9097F60C-FEF4-4F88-A750-78492EFE2BAC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213747" y="5574314"/>
            <a:ext cx="201767" cy="271554"/>
          </a:xfrm>
          <a:prstGeom prst="rect">
            <a:avLst/>
          </a:prstGeom>
        </p:spPr>
      </p:pic>
      <p:pic>
        <p:nvPicPr>
          <p:cNvPr id="246" name="Graphique 245" descr="Chaise de bureau avec un remplissage uni">
            <a:extLst>
              <a:ext uri="{FF2B5EF4-FFF2-40B4-BE49-F238E27FC236}">
                <a16:creationId xmlns:a16="http://schemas.microsoft.com/office/drawing/2014/main" id="{16C4CED8-1E18-43C3-852A-943E6BDEF803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415514" y="5574314"/>
            <a:ext cx="201767" cy="271554"/>
          </a:xfrm>
          <a:prstGeom prst="rect">
            <a:avLst/>
          </a:prstGeom>
        </p:spPr>
      </p:pic>
      <p:pic>
        <p:nvPicPr>
          <p:cNvPr id="247" name="Graphique 246" descr="Chaise de bureau avec un remplissage uni">
            <a:extLst>
              <a:ext uri="{FF2B5EF4-FFF2-40B4-BE49-F238E27FC236}">
                <a16:creationId xmlns:a16="http://schemas.microsoft.com/office/drawing/2014/main" id="{39F495F2-669F-42AA-A545-979496475697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611108" y="5574314"/>
            <a:ext cx="201767" cy="271554"/>
          </a:xfrm>
          <a:prstGeom prst="rect">
            <a:avLst/>
          </a:prstGeom>
        </p:spPr>
      </p:pic>
      <p:pic>
        <p:nvPicPr>
          <p:cNvPr id="248" name="Graphique 247" descr="Chaise de bureau avec un remplissage uni">
            <a:extLst>
              <a:ext uri="{FF2B5EF4-FFF2-40B4-BE49-F238E27FC236}">
                <a16:creationId xmlns:a16="http://schemas.microsoft.com/office/drawing/2014/main" id="{ECAB11A9-29E0-4120-A1CE-5E29E85FA34C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9828673" y="5574314"/>
            <a:ext cx="201767" cy="271554"/>
          </a:xfrm>
          <a:prstGeom prst="rect">
            <a:avLst/>
          </a:prstGeom>
        </p:spPr>
      </p:pic>
      <p:pic>
        <p:nvPicPr>
          <p:cNvPr id="249" name="Graphique 248" descr="Chaise de bureau avec un remplissage uni">
            <a:extLst>
              <a:ext uri="{FF2B5EF4-FFF2-40B4-BE49-F238E27FC236}">
                <a16:creationId xmlns:a16="http://schemas.microsoft.com/office/drawing/2014/main" id="{C61D35F8-E1A6-49BE-826E-2C5229629C2B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226034" y="5574314"/>
            <a:ext cx="201767" cy="271554"/>
          </a:xfrm>
          <a:prstGeom prst="rect">
            <a:avLst/>
          </a:prstGeom>
        </p:spPr>
      </p:pic>
      <p:pic>
        <p:nvPicPr>
          <p:cNvPr id="250" name="Graphique 249" descr="Chaise de bureau avec un remplissage uni">
            <a:extLst>
              <a:ext uri="{FF2B5EF4-FFF2-40B4-BE49-F238E27FC236}">
                <a16:creationId xmlns:a16="http://schemas.microsoft.com/office/drawing/2014/main" id="{872B9B21-B4C3-4731-AC06-56BA03B6126B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427801" y="5574314"/>
            <a:ext cx="201767" cy="271554"/>
          </a:xfrm>
          <a:prstGeom prst="rect">
            <a:avLst/>
          </a:prstGeom>
        </p:spPr>
      </p:pic>
      <p:pic>
        <p:nvPicPr>
          <p:cNvPr id="251" name="Graphique 250" descr="Chaise de bureau avec un remplissage uni">
            <a:extLst>
              <a:ext uri="{FF2B5EF4-FFF2-40B4-BE49-F238E27FC236}">
                <a16:creationId xmlns:a16="http://schemas.microsoft.com/office/drawing/2014/main" id="{BA63AE22-D40D-45EB-81B5-F32FCE7284AD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629568" y="5574314"/>
            <a:ext cx="201767" cy="271554"/>
          </a:xfrm>
          <a:prstGeom prst="rect">
            <a:avLst/>
          </a:prstGeom>
        </p:spPr>
      </p:pic>
      <p:pic>
        <p:nvPicPr>
          <p:cNvPr id="252" name="Graphique 251" descr="Chaise de bureau avec un remplissage uni">
            <a:extLst>
              <a:ext uri="{FF2B5EF4-FFF2-40B4-BE49-F238E27FC236}">
                <a16:creationId xmlns:a16="http://schemas.microsoft.com/office/drawing/2014/main" id="{E56BB56C-E769-4F37-841C-4001C19FFB1D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0825162" y="5574314"/>
            <a:ext cx="201767" cy="271554"/>
          </a:xfrm>
          <a:prstGeom prst="rect">
            <a:avLst/>
          </a:prstGeom>
        </p:spPr>
      </p:pic>
      <p:pic>
        <p:nvPicPr>
          <p:cNvPr id="253" name="Graphique 252" descr="Chaise de bureau avec un remplissage uni">
            <a:extLst>
              <a:ext uri="{FF2B5EF4-FFF2-40B4-BE49-F238E27FC236}">
                <a16:creationId xmlns:a16="http://schemas.microsoft.com/office/drawing/2014/main" id="{34D33B70-666A-4648-9E7F-7F5E2A2A2E20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222732" y="5569374"/>
            <a:ext cx="201767" cy="271554"/>
          </a:xfrm>
          <a:prstGeom prst="rect">
            <a:avLst/>
          </a:prstGeom>
        </p:spPr>
      </p:pic>
      <p:pic>
        <p:nvPicPr>
          <p:cNvPr id="254" name="Graphique 253" descr="Chaise de bureau avec un remplissage uni">
            <a:extLst>
              <a:ext uri="{FF2B5EF4-FFF2-40B4-BE49-F238E27FC236}">
                <a16:creationId xmlns:a16="http://schemas.microsoft.com/office/drawing/2014/main" id="{68DAFC51-407D-4E93-9FF0-513819FA2027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424499" y="5569374"/>
            <a:ext cx="201767" cy="271554"/>
          </a:xfrm>
          <a:prstGeom prst="rect">
            <a:avLst/>
          </a:prstGeom>
        </p:spPr>
      </p:pic>
      <p:pic>
        <p:nvPicPr>
          <p:cNvPr id="255" name="Graphique 254" descr="Chaise de bureau avec un remplissage uni">
            <a:extLst>
              <a:ext uri="{FF2B5EF4-FFF2-40B4-BE49-F238E27FC236}">
                <a16:creationId xmlns:a16="http://schemas.microsoft.com/office/drawing/2014/main" id="{17E30746-F02D-4FFF-890E-25D85C55B506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626266" y="5569374"/>
            <a:ext cx="201767" cy="271554"/>
          </a:xfrm>
          <a:prstGeom prst="rect">
            <a:avLst/>
          </a:prstGeom>
        </p:spPr>
      </p:pic>
      <p:pic>
        <p:nvPicPr>
          <p:cNvPr id="256" name="Graphique 255" descr="Chaise de bureau avec un remplissage uni">
            <a:extLst>
              <a:ext uri="{FF2B5EF4-FFF2-40B4-BE49-F238E27FC236}">
                <a16:creationId xmlns:a16="http://schemas.microsoft.com/office/drawing/2014/main" id="{DFDE2CBB-E270-4959-8085-784385CC1387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11821860" y="5569374"/>
            <a:ext cx="201767" cy="271554"/>
          </a:xfrm>
          <a:prstGeom prst="rect">
            <a:avLst/>
          </a:prstGeom>
        </p:spPr>
      </p:pic>
      <p:pic>
        <p:nvPicPr>
          <p:cNvPr id="257" name="Graphique 256" descr="Chaise de bureau avec un remplissage uni">
            <a:extLst>
              <a:ext uri="{FF2B5EF4-FFF2-40B4-BE49-F238E27FC236}">
                <a16:creationId xmlns:a16="http://schemas.microsoft.com/office/drawing/2014/main" id="{7F22AC63-DEFB-4DAA-A7A2-63773EB9027B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201736" y="5575253"/>
            <a:ext cx="201767" cy="271554"/>
          </a:xfrm>
          <a:prstGeom prst="rect">
            <a:avLst/>
          </a:prstGeom>
        </p:spPr>
      </p:pic>
      <p:pic>
        <p:nvPicPr>
          <p:cNvPr id="258" name="Graphique 257" descr="Chaise de bureau avec un remplissage uni">
            <a:extLst>
              <a:ext uri="{FF2B5EF4-FFF2-40B4-BE49-F238E27FC236}">
                <a16:creationId xmlns:a16="http://schemas.microsoft.com/office/drawing/2014/main" id="{A88841DA-15E7-4D58-974D-DBCF492B1590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29070" t="8024" r="29524" b="36248"/>
          <a:stretch/>
        </p:blipFill>
        <p:spPr>
          <a:xfrm>
            <a:off x="8403503" y="5575253"/>
            <a:ext cx="201767" cy="271554"/>
          </a:xfrm>
          <a:prstGeom prst="rect">
            <a:avLst/>
          </a:prstGeom>
        </p:spPr>
      </p:pic>
      <p:pic>
        <p:nvPicPr>
          <p:cNvPr id="259" name="Graphique 258" descr="Aide avec un remplissage uni">
            <a:extLst>
              <a:ext uri="{FF2B5EF4-FFF2-40B4-BE49-F238E27FC236}">
                <a16:creationId xmlns:a16="http://schemas.microsoft.com/office/drawing/2014/main" id="{CB62CD5F-E7B0-4E19-BD45-35651799068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45579" y="697610"/>
            <a:ext cx="914400" cy="914400"/>
          </a:xfrm>
          <a:prstGeom prst="rect">
            <a:avLst/>
          </a:prstGeom>
        </p:spPr>
      </p:pic>
      <p:grpSp>
        <p:nvGrpSpPr>
          <p:cNvPr id="261" name="Groupe 260">
            <a:extLst>
              <a:ext uri="{FF2B5EF4-FFF2-40B4-BE49-F238E27FC236}">
                <a16:creationId xmlns:a16="http://schemas.microsoft.com/office/drawing/2014/main" id="{6EB10C30-3237-466B-B19C-BC430A7C0A49}"/>
              </a:ext>
            </a:extLst>
          </p:cNvPr>
          <p:cNvGrpSpPr/>
          <p:nvPr/>
        </p:nvGrpSpPr>
        <p:grpSpPr>
          <a:xfrm>
            <a:off x="2765333" y="278879"/>
            <a:ext cx="976111" cy="689789"/>
            <a:chOff x="10418956" y="841417"/>
            <a:chExt cx="1472754" cy="1040752"/>
          </a:xfrm>
        </p:grpSpPr>
        <p:grpSp>
          <p:nvGrpSpPr>
            <p:cNvPr id="262" name="Groupe 261">
              <a:extLst>
                <a:ext uri="{FF2B5EF4-FFF2-40B4-BE49-F238E27FC236}">
                  <a16:creationId xmlns:a16="http://schemas.microsoft.com/office/drawing/2014/main" id="{ADDD10D6-02B0-48FC-8DEF-04AD6F8B6835}"/>
                </a:ext>
              </a:extLst>
            </p:cNvPr>
            <p:cNvGrpSpPr/>
            <p:nvPr/>
          </p:nvGrpSpPr>
          <p:grpSpPr>
            <a:xfrm rot="19766643">
              <a:off x="10418956" y="967769"/>
              <a:ext cx="914400" cy="914400"/>
              <a:chOff x="8464597" y="537132"/>
              <a:chExt cx="914400" cy="914400"/>
            </a:xfrm>
          </p:grpSpPr>
          <p:pic>
            <p:nvPicPr>
              <p:cNvPr id="269" name="Graphique 268" descr="Carte à jouer avec un remplissage uni">
                <a:extLst>
                  <a:ext uri="{FF2B5EF4-FFF2-40B4-BE49-F238E27FC236}">
                    <a16:creationId xmlns:a16="http://schemas.microsoft.com/office/drawing/2014/main" id="{3E6C8DE1-1567-4A8B-83FF-B0B505ABC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72FD2AEF-DC59-4ED5-95E2-E5B02BD77B32}"/>
                  </a:ext>
                </a:extLst>
              </p:cNvPr>
              <p:cNvSpPr/>
              <p:nvPr/>
            </p:nvSpPr>
            <p:spPr>
              <a:xfrm>
                <a:off x="8748713" y="719138"/>
                <a:ext cx="342900" cy="557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63" name="Groupe 262">
              <a:extLst>
                <a:ext uri="{FF2B5EF4-FFF2-40B4-BE49-F238E27FC236}">
                  <a16:creationId xmlns:a16="http://schemas.microsoft.com/office/drawing/2014/main" id="{DEB13252-AAE7-48DC-BBD9-8D0FC0DAFDC1}"/>
                </a:ext>
              </a:extLst>
            </p:cNvPr>
            <p:cNvGrpSpPr/>
            <p:nvPr/>
          </p:nvGrpSpPr>
          <p:grpSpPr>
            <a:xfrm>
              <a:off x="10717267" y="841417"/>
              <a:ext cx="914400" cy="914400"/>
              <a:chOff x="8464597" y="537132"/>
              <a:chExt cx="914400" cy="914400"/>
            </a:xfrm>
          </p:grpSpPr>
          <p:pic>
            <p:nvPicPr>
              <p:cNvPr id="267" name="Graphique 266" descr="Carte à jouer avec un remplissage uni">
                <a:extLst>
                  <a:ext uri="{FF2B5EF4-FFF2-40B4-BE49-F238E27FC236}">
                    <a16:creationId xmlns:a16="http://schemas.microsoft.com/office/drawing/2014/main" id="{9840E170-DBDA-446C-9D27-16374B2EDD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2B575047-C00C-41CD-8767-ABF9CF5EC409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64" name="Groupe 263">
              <a:extLst>
                <a:ext uri="{FF2B5EF4-FFF2-40B4-BE49-F238E27FC236}">
                  <a16:creationId xmlns:a16="http://schemas.microsoft.com/office/drawing/2014/main" id="{7C9D5584-F1B3-44D2-81DF-951B1ACF69DE}"/>
                </a:ext>
              </a:extLst>
            </p:cNvPr>
            <p:cNvGrpSpPr/>
            <p:nvPr/>
          </p:nvGrpSpPr>
          <p:grpSpPr>
            <a:xfrm rot="1566252">
              <a:off x="10977310" y="893806"/>
              <a:ext cx="914400" cy="914400"/>
              <a:chOff x="8464597" y="537132"/>
              <a:chExt cx="914400" cy="914400"/>
            </a:xfrm>
          </p:grpSpPr>
          <p:pic>
            <p:nvPicPr>
              <p:cNvPr id="265" name="Graphique 264" descr="Carte à jouer avec un remplissage uni">
                <a:extLst>
                  <a:ext uri="{FF2B5EF4-FFF2-40B4-BE49-F238E27FC236}">
                    <a16:creationId xmlns:a16="http://schemas.microsoft.com/office/drawing/2014/main" id="{132EF2D1-545D-44ED-BA74-2CD8FAF566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64597" y="53713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517935EC-D49E-4861-B8BB-6D3701BDA4F3}"/>
                  </a:ext>
                </a:extLst>
              </p:cNvPr>
              <p:cNvSpPr/>
              <p:nvPr/>
            </p:nvSpPr>
            <p:spPr>
              <a:xfrm>
                <a:off x="8708520" y="690563"/>
                <a:ext cx="428625" cy="617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271" name="Groupe 270">
            <a:extLst>
              <a:ext uri="{FF2B5EF4-FFF2-40B4-BE49-F238E27FC236}">
                <a16:creationId xmlns:a16="http://schemas.microsoft.com/office/drawing/2014/main" id="{1F2472F3-1A19-40CB-BA51-64911D8A3741}"/>
              </a:ext>
            </a:extLst>
          </p:cNvPr>
          <p:cNvGrpSpPr/>
          <p:nvPr/>
        </p:nvGrpSpPr>
        <p:grpSpPr>
          <a:xfrm>
            <a:off x="296730" y="1095248"/>
            <a:ext cx="716083" cy="970336"/>
            <a:chOff x="4460125" y="4780518"/>
            <a:chExt cx="716083" cy="970336"/>
          </a:xfrm>
        </p:grpSpPr>
        <p:pic>
          <p:nvPicPr>
            <p:cNvPr id="272" name="Graphique 271" descr="Table et chaises avec un remplissage uni">
              <a:extLst>
                <a:ext uri="{FF2B5EF4-FFF2-40B4-BE49-F238E27FC236}">
                  <a16:creationId xmlns:a16="http://schemas.microsoft.com/office/drawing/2014/main" id="{7E62EC1F-19A4-464D-82F7-B2C00625B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541770" y="4780518"/>
              <a:ext cx="634438" cy="634438"/>
            </a:xfrm>
            <a:prstGeom prst="rect">
              <a:avLst/>
            </a:prstGeom>
          </p:spPr>
        </p:pic>
        <p:pic>
          <p:nvPicPr>
            <p:cNvPr id="273" name="Graphique 272" descr="Table et chaises avec un remplissage uni">
              <a:extLst>
                <a:ext uri="{FF2B5EF4-FFF2-40B4-BE49-F238E27FC236}">
                  <a16:creationId xmlns:a16="http://schemas.microsoft.com/office/drawing/2014/main" id="{BE34EDDA-BBFB-45CC-8C03-97E1C87A3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460125" y="5116416"/>
              <a:ext cx="634438" cy="634438"/>
            </a:xfrm>
            <a:prstGeom prst="rect">
              <a:avLst/>
            </a:prstGeom>
          </p:spPr>
        </p:pic>
        <p:sp>
          <p:nvSpPr>
            <p:cNvPr id="274" name="Organigramme : Données 273">
              <a:extLst>
                <a:ext uri="{FF2B5EF4-FFF2-40B4-BE49-F238E27FC236}">
                  <a16:creationId xmlns:a16="http://schemas.microsoft.com/office/drawing/2014/main" id="{E8644861-32E6-441B-91AC-3C1C4665CB93}"/>
                </a:ext>
              </a:extLst>
            </p:cNvPr>
            <p:cNvSpPr/>
            <p:nvPr/>
          </p:nvSpPr>
          <p:spPr>
            <a:xfrm>
              <a:off x="4640613" y="5039076"/>
              <a:ext cx="372169" cy="342598"/>
            </a:xfrm>
            <a:prstGeom prst="flowChartInputOutput">
              <a:avLst/>
            </a:prstGeom>
            <a:solidFill>
              <a:srgbClr val="F1CE2C"/>
            </a:solidFill>
            <a:ln>
              <a:solidFill>
                <a:srgbClr val="F1CE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75" name="Graphique 274" descr="Dé avec un remplissage uni">
            <a:extLst>
              <a:ext uri="{FF2B5EF4-FFF2-40B4-BE49-F238E27FC236}">
                <a16:creationId xmlns:a16="http://schemas.microsoft.com/office/drawing/2014/main" id="{9938F30E-9B89-405E-ACEA-3CF8DB8FE6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36345" y="1197837"/>
            <a:ext cx="914400" cy="914400"/>
          </a:xfrm>
          <a:prstGeom prst="rect">
            <a:avLst/>
          </a:prstGeom>
        </p:spPr>
      </p:pic>
      <p:pic>
        <p:nvPicPr>
          <p:cNvPr id="47" name="Graphique 46" descr="Sablier 30% avec un remplissage uni">
            <a:extLst>
              <a:ext uri="{FF2B5EF4-FFF2-40B4-BE49-F238E27FC236}">
                <a16:creationId xmlns:a16="http://schemas.microsoft.com/office/drawing/2014/main" id="{C44D2DBD-AE8D-4262-AD76-0C9A0ED0F6C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666754" y="2532916"/>
            <a:ext cx="914400" cy="914400"/>
          </a:xfrm>
          <a:prstGeom prst="rect">
            <a:avLst/>
          </a:prstGeom>
        </p:spPr>
      </p:pic>
      <p:pic>
        <p:nvPicPr>
          <p:cNvPr id="278" name="Graphique 277" descr="Papier avec un remplissage uni">
            <a:extLst>
              <a:ext uri="{FF2B5EF4-FFF2-40B4-BE49-F238E27FC236}">
                <a16:creationId xmlns:a16="http://schemas.microsoft.com/office/drawing/2014/main" id="{222A5C2C-C471-4A2E-9ACB-2430F068F35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34821" y="274977"/>
            <a:ext cx="596347" cy="596347"/>
          </a:xfrm>
          <a:prstGeom prst="rect">
            <a:avLst/>
          </a:prstGeom>
        </p:spPr>
      </p:pic>
      <p:pic>
        <p:nvPicPr>
          <p:cNvPr id="50" name="Graphique 49" descr="Bière avec un remplissage uni">
            <a:extLst>
              <a:ext uri="{FF2B5EF4-FFF2-40B4-BE49-F238E27FC236}">
                <a16:creationId xmlns:a16="http://schemas.microsoft.com/office/drawing/2014/main" id="{469002BF-670C-425F-9790-148F3390616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721863" y="30861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80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7" name="Graphique 296" descr="Personne confuse avec un remplissage uni">
            <a:extLst>
              <a:ext uri="{FF2B5EF4-FFF2-40B4-BE49-F238E27FC236}">
                <a16:creationId xmlns:a16="http://schemas.microsoft.com/office/drawing/2014/main" id="{0FD71C60-CB78-4609-8627-658999F51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4345" y="540675"/>
            <a:ext cx="510440" cy="510440"/>
          </a:xfrm>
          <a:prstGeom prst="rect">
            <a:avLst/>
          </a:prstGeom>
        </p:spPr>
      </p:pic>
      <p:pic>
        <p:nvPicPr>
          <p:cNvPr id="298" name="Graphique 297" descr="Personne confuse avec un remplissage uni">
            <a:extLst>
              <a:ext uri="{FF2B5EF4-FFF2-40B4-BE49-F238E27FC236}">
                <a16:creationId xmlns:a16="http://schemas.microsoft.com/office/drawing/2014/main" id="{F345C119-D2F2-416F-954C-E19D0A39D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2711" y="447014"/>
            <a:ext cx="510440" cy="510440"/>
          </a:xfrm>
          <a:prstGeom prst="rect">
            <a:avLst/>
          </a:prstGeom>
        </p:spPr>
      </p:pic>
      <p:pic>
        <p:nvPicPr>
          <p:cNvPr id="299" name="Graphique 298" descr="Personne confuse avec un remplissage uni">
            <a:extLst>
              <a:ext uri="{FF2B5EF4-FFF2-40B4-BE49-F238E27FC236}">
                <a16:creationId xmlns:a16="http://schemas.microsoft.com/office/drawing/2014/main" id="{5338AB66-E72B-4599-982E-DF8A6BF95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3266" y="399091"/>
            <a:ext cx="510440" cy="510440"/>
          </a:xfrm>
          <a:prstGeom prst="rect">
            <a:avLst/>
          </a:prstGeom>
        </p:spPr>
      </p:pic>
      <p:pic>
        <p:nvPicPr>
          <p:cNvPr id="300" name="Graphique 299" descr="Personne confuse avec un remplissage uni">
            <a:extLst>
              <a:ext uri="{FF2B5EF4-FFF2-40B4-BE49-F238E27FC236}">
                <a16:creationId xmlns:a16="http://schemas.microsoft.com/office/drawing/2014/main" id="{1B8DCC2F-3996-4AEC-A88D-5C5416964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3499" y="447014"/>
            <a:ext cx="510440" cy="510440"/>
          </a:xfrm>
          <a:prstGeom prst="rect">
            <a:avLst/>
          </a:prstGeom>
        </p:spPr>
      </p:pic>
      <p:pic>
        <p:nvPicPr>
          <p:cNvPr id="301" name="Graphique 300" descr="Personne confuse avec un remplissage uni">
            <a:extLst>
              <a:ext uri="{FF2B5EF4-FFF2-40B4-BE49-F238E27FC236}">
                <a16:creationId xmlns:a16="http://schemas.microsoft.com/office/drawing/2014/main" id="{40653DFC-590D-4CB4-8188-E29CC0D08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0880" y="550189"/>
            <a:ext cx="510440" cy="510440"/>
          </a:xfrm>
          <a:prstGeom prst="rect">
            <a:avLst/>
          </a:prstGeom>
        </p:spPr>
      </p:pic>
      <p:pic>
        <p:nvPicPr>
          <p:cNvPr id="302" name="Graphique 301" descr="Personne confuse avec un remplissage uni">
            <a:extLst>
              <a:ext uri="{FF2B5EF4-FFF2-40B4-BE49-F238E27FC236}">
                <a16:creationId xmlns:a16="http://schemas.microsoft.com/office/drawing/2014/main" id="{BC13EE93-07B3-4F59-BDF2-1BA36FDD0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1432" y="663495"/>
            <a:ext cx="510440" cy="510440"/>
          </a:xfrm>
          <a:prstGeom prst="rect">
            <a:avLst/>
          </a:prstGeom>
        </p:spPr>
      </p:pic>
      <p:pic>
        <p:nvPicPr>
          <p:cNvPr id="303" name="Graphique 302" descr="Personne confuse avec un remplissage uni">
            <a:extLst>
              <a:ext uri="{FF2B5EF4-FFF2-40B4-BE49-F238E27FC236}">
                <a16:creationId xmlns:a16="http://schemas.microsoft.com/office/drawing/2014/main" id="{403FD68F-C9E5-4C8C-96A9-DAC1BD101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718" y="1586129"/>
            <a:ext cx="510440" cy="510440"/>
          </a:xfrm>
          <a:prstGeom prst="rect">
            <a:avLst/>
          </a:prstGeom>
        </p:spPr>
      </p:pic>
      <p:pic>
        <p:nvPicPr>
          <p:cNvPr id="304" name="Graphique 303" descr="Personne confuse avec un remplissage uni">
            <a:extLst>
              <a:ext uri="{FF2B5EF4-FFF2-40B4-BE49-F238E27FC236}">
                <a16:creationId xmlns:a16="http://schemas.microsoft.com/office/drawing/2014/main" id="{68063C16-7B76-407F-BB9A-6D2624D98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8684" y="1533402"/>
            <a:ext cx="510440" cy="510440"/>
          </a:xfrm>
          <a:prstGeom prst="rect">
            <a:avLst/>
          </a:prstGeom>
        </p:spPr>
      </p:pic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3C5097AD-DB51-45CF-B4C4-3A03F7B57F4B}"/>
              </a:ext>
            </a:extLst>
          </p:cNvPr>
          <p:cNvGrpSpPr/>
          <p:nvPr/>
        </p:nvGrpSpPr>
        <p:grpSpPr>
          <a:xfrm>
            <a:off x="376871" y="339993"/>
            <a:ext cx="755244" cy="807482"/>
            <a:chOff x="11358379" y="3657959"/>
            <a:chExt cx="317118" cy="339052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EAA364B-12E6-418E-9940-BE986CF5C2CA}"/>
                </a:ext>
              </a:extLst>
            </p:cNvPr>
            <p:cNvSpPr/>
            <p:nvPr/>
          </p:nvSpPr>
          <p:spPr>
            <a:xfrm>
              <a:off x="11358379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8C1BBDCA-626C-4FB7-B83D-01E5DC69AD1B}"/>
                </a:ext>
              </a:extLst>
            </p:cNvPr>
            <p:cNvSpPr/>
            <p:nvPr/>
          </p:nvSpPr>
          <p:spPr>
            <a:xfrm>
              <a:off x="11475031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0A810A6-5766-4451-91D5-5584EDA087FD}"/>
                </a:ext>
              </a:extLst>
            </p:cNvPr>
            <p:cNvSpPr/>
            <p:nvPr/>
          </p:nvSpPr>
          <p:spPr>
            <a:xfrm>
              <a:off x="11385646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3749A01-033D-4710-ABE6-25970AA4AE6D}"/>
                </a:ext>
              </a:extLst>
            </p:cNvPr>
            <p:cNvSpPr/>
            <p:nvPr/>
          </p:nvSpPr>
          <p:spPr>
            <a:xfrm>
              <a:off x="11502298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7CE87CC-D779-4036-8C45-72B734AAD97D}"/>
                </a:ext>
              </a:extLst>
            </p:cNvPr>
            <p:cNvSpPr/>
            <p:nvPr/>
          </p:nvSpPr>
          <p:spPr>
            <a:xfrm>
              <a:off x="11463221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56A3EA67-5AAE-453A-B54B-E024CF0D9F5F}"/>
                </a:ext>
              </a:extLst>
            </p:cNvPr>
            <p:cNvSpPr/>
            <p:nvPr/>
          </p:nvSpPr>
          <p:spPr>
            <a:xfrm>
              <a:off x="11579873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00" name="Groupe 199">
            <a:extLst>
              <a:ext uri="{FF2B5EF4-FFF2-40B4-BE49-F238E27FC236}">
                <a16:creationId xmlns:a16="http://schemas.microsoft.com/office/drawing/2014/main" id="{8BD413A1-C867-4F22-BBC6-06850E62A3F1}"/>
              </a:ext>
            </a:extLst>
          </p:cNvPr>
          <p:cNvGrpSpPr/>
          <p:nvPr/>
        </p:nvGrpSpPr>
        <p:grpSpPr>
          <a:xfrm>
            <a:off x="969054" y="357296"/>
            <a:ext cx="755244" cy="807482"/>
            <a:chOff x="11358379" y="3657959"/>
            <a:chExt cx="317118" cy="339052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10C064F-59AF-4A16-A0A0-792BEE9A57B8}"/>
                </a:ext>
              </a:extLst>
            </p:cNvPr>
            <p:cNvSpPr/>
            <p:nvPr/>
          </p:nvSpPr>
          <p:spPr>
            <a:xfrm>
              <a:off x="11358379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CCF9FEA-3A93-4239-952E-B20F533C1148}"/>
                </a:ext>
              </a:extLst>
            </p:cNvPr>
            <p:cNvSpPr/>
            <p:nvPr/>
          </p:nvSpPr>
          <p:spPr>
            <a:xfrm>
              <a:off x="11475031" y="3657959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78F73233-CF14-4007-951F-BEF5830E6F14}"/>
                </a:ext>
              </a:extLst>
            </p:cNvPr>
            <p:cNvSpPr/>
            <p:nvPr/>
          </p:nvSpPr>
          <p:spPr>
            <a:xfrm>
              <a:off x="11385646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CB7302D6-E28E-4AA3-8290-FE7803AD7A8A}"/>
                </a:ext>
              </a:extLst>
            </p:cNvPr>
            <p:cNvSpPr/>
            <p:nvPr/>
          </p:nvSpPr>
          <p:spPr>
            <a:xfrm>
              <a:off x="11502298" y="3778534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D7F38C7-3CE3-4AC3-B3F1-10765B748A73}"/>
                </a:ext>
              </a:extLst>
            </p:cNvPr>
            <p:cNvSpPr/>
            <p:nvPr/>
          </p:nvSpPr>
          <p:spPr>
            <a:xfrm>
              <a:off x="11463221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2BE42764-2651-4D31-9F35-8A18FAA366BE}"/>
                </a:ext>
              </a:extLst>
            </p:cNvPr>
            <p:cNvSpPr/>
            <p:nvPr/>
          </p:nvSpPr>
          <p:spPr>
            <a:xfrm>
              <a:off x="11579873" y="3898600"/>
              <a:ext cx="95624" cy="98411"/>
            </a:xfrm>
            <a:prstGeom prst="rect">
              <a:avLst/>
            </a:prstGeom>
            <a:solidFill>
              <a:srgbClr val="F1CE2C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26" name="Graphique 225" descr="Crayon avec un remplissage uni">
            <a:extLst>
              <a:ext uri="{FF2B5EF4-FFF2-40B4-BE49-F238E27FC236}">
                <a16:creationId xmlns:a16="http://schemas.microsoft.com/office/drawing/2014/main" id="{EFBB60E8-D28A-4C50-915E-9E246430B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4297" y="1394659"/>
            <a:ext cx="610189" cy="610189"/>
          </a:xfrm>
          <a:prstGeom prst="rect">
            <a:avLst/>
          </a:prstGeom>
        </p:spPr>
      </p:pic>
      <p:pic>
        <p:nvPicPr>
          <p:cNvPr id="4" name="Graphique 3" descr="Papier avec un remplissage uni">
            <a:extLst>
              <a:ext uri="{FF2B5EF4-FFF2-40B4-BE49-F238E27FC236}">
                <a16:creationId xmlns:a16="http://schemas.microsoft.com/office/drawing/2014/main" id="{CD9B5DA6-EA2D-493A-9DA5-E893F0BC3E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72060" y="263535"/>
            <a:ext cx="914400" cy="914400"/>
          </a:xfrm>
          <a:prstGeom prst="rect">
            <a:avLst/>
          </a:prstGeom>
        </p:spPr>
      </p:pic>
      <p:pic>
        <p:nvPicPr>
          <p:cNvPr id="227" name="Graphique 226" descr="Papier avec un remplissage uni">
            <a:extLst>
              <a:ext uri="{FF2B5EF4-FFF2-40B4-BE49-F238E27FC236}">
                <a16:creationId xmlns:a16="http://schemas.microsoft.com/office/drawing/2014/main" id="{AB3C4487-CFBA-4BB2-A371-F77AD8D633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1314" y="631150"/>
            <a:ext cx="914400" cy="914400"/>
          </a:xfrm>
          <a:prstGeom prst="rect">
            <a:avLst/>
          </a:prstGeom>
        </p:spPr>
      </p:pic>
      <p:pic>
        <p:nvPicPr>
          <p:cNvPr id="228" name="Graphique 227" descr="Papier avec un remplissage uni">
            <a:extLst>
              <a:ext uri="{FF2B5EF4-FFF2-40B4-BE49-F238E27FC236}">
                <a16:creationId xmlns:a16="http://schemas.microsoft.com/office/drawing/2014/main" id="{868A37A6-4335-41B8-AA46-B69A22E79B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3807" y="1147475"/>
            <a:ext cx="914400" cy="914400"/>
          </a:xfrm>
          <a:prstGeom prst="rect">
            <a:avLst/>
          </a:prstGeom>
        </p:spPr>
      </p:pic>
      <p:pic>
        <p:nvPicPr>
          <p:cNvPr id="233" name="Graphique 232" descr="Crayon avec un remplissage uni">
            <a:extLst>
              <a:ext uri="{FF2B5EF4-FFF2-40B4-BE49-F238E27FC236}">
                <a16:creationId xmlns:a16="http://schemas.microsoft.com/office/drawing/2014/main" id="{7514C007-21ED-43A1-8FFA-A829256BEF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3863" y="1381181"/>
            <a:ext cx="610189" cy="610189"/>
          </a:xfrm>
          <a:prstGeom prst="rect">
            <a:avLst/>
          </a:prstGeom>
        </p:spPr>
      </p:pic>
      <p:pic>
        <p:nvPicPr>
          <p:cNvPr id="238" name="Graphique 237" descr="Crayon avec un remplissage uni">
            <a:extLst>
              <a:ext uri="{FF2B5EF4-FFF2-40B4-BE49-F238E27FC236}">
                <a16:creationId xmlns:a16="http://schemas.microsoft.com/office/drawing/2014/main" id="{8454C0B9-9727-4295-9081-C63998510F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443" y="1387920"/>
            <a:ext cx="610189" cy="610189"/>
          </a:xfrm>
          <a:prstGeom prst="rect">
            <a:avLst/>
          </a:prstGeom>
        </p:spPr>
      </p:pic>
      <p:pic>
        <p:nvPicPr>
          <p:cNvPr id="259" name="Graphique 258" descr="Crayon avec un remplissage uni">
            <a:extLst>
              <a:ext uri="{FF2B5EF4-FFF2-40B4-BE49-F238E27FC236}">
                <a16:creationId xmlns:a16="http://schemas.microsoft.com/office/drawing/2014/main" id="{3099E7BA-82DA-4C9C-BE10-F47C544C0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872" y="1363209"/>
            <a:ext cx="610189" cy="610189"/>
          </a:xfrm>
          <a:prstGeom prst="rect">
            <a:avLst/>
          </a:prstGeom>
        </p:spPr>
      </p:pic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4882EB8-8078-483D-AC16-9EA332593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23641"/>
              </p:ext>
            </p:extLst>
          </p:nvPr>
        </p:nvGraphicFramePr>
        <p:xfrm>
          <a:off x="4468625" y="497790"/>
          <a:ext cx="1341524" cy="1219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70762">
                  <a:extLst>
                    <a:ext uri="{9D8B030D-6E8A-4147-A177-3AD203B41FA5}">
                      <a16:colId xmlns:a16="http://schemas.microsoft.com/office/drawing/2014/main" val="1296351465"/>
                    </a:ext>
                  </a:extLst>
                </a:gridCol>
                <a:gridCol w="670762">
                  <a:extLst>
                    <a:ext uri="{9D8B030D-6E8A-4147-A177-3AD203B41FA5}">
                      <a16:colId xmlns:a16="http://schemas.microsoft.com/office/drawing/2014/main" val="1924185423"/>
                    </a:ext>
                  </a:extLst>
                </a:gridCol>
              </a:tblGrid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CE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CE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133118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740298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88930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E7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892502"/>
                  </a:ext>
                </a:extLst>
              </a:tr>
              <a:tr h="234597"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….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F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989175"/>
                  </a:ext>
                </a:extLst>
              </a:tr>
            </a:tbl>
          </a:graphicData>
        </a:graphic>
      </p:graphicFrame>
      <p:sp>
        <p:nvSpPr>
          <p:cNvPr id="260" name="Rectangle 259">
            <a:extLst>
              <a:ext uri="{FF2B5EF4-FFF2-40B4-BE49-F238E27FC236}">
                <a16:creationId xmlns:a16="http://schemas.microsoft.com/office/drawing/2014/main" id="{1B5B17A1-3647-46A9-B1D2-10307EF5E6F8}"/>
              </a:ext>
            </a:extLst>
          </p:cNvPr>
          <p:cNvSpPr/>
          <p:nvPr/>
        </p:nvSpPr>
        <p:spPr>
          <a:xfrm>
            <a:off x="6298076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274CA4D-EF67-4E8A-8A3E-5C2DFD09BD87}"/>
              </a:ext>
            </a:extLst>
          </p:cNvPr>
          <p:cNvSpPr/>
          <p:nvPr/>
        </p:nvSpPr>
        <p:spPr>
          <a:xfrm>
            <a:off x="6298076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D8D30A1-6303-4A90-ABA3-4D5A2D73C0A6}"/>
              </a:ext>
            </a:extLst>
          </p:cNvPr>
          <p:cNvSpPr/>
          <p:nvPr/>
        </p:nvSpPr>
        <p:spPr>
          <a:xfrm>
            <a:off x="6298075" y="1085701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5D244F7-340F-40D6-8940-3A9D91CEA832}"/>
              </a:ext>
            </a:extLst>
          </p:cNvPr>
          <p:cNvSpPr/>
          <p:nvPr/>
        </p:nvSpPr>
        <p:spPr>
          <a:xfrm>
            <a:off x="6298074" y="1340673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192C62F7-EDF6-4D53-8C9B-63A8D6392B36}"/>
              </a:ext>
            </a:extLst>
          </p:cNvPr>
          <p:cNvSpPr/>
          <p:nvPr/>
        </p:nvSpPr>
        <p:spPr>
          <a:xfrm>
            <a:off x="6298074" y="1598214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AC78E506-F137-48E5-84BD-7EC308DB3AD5}"/>
              </a:ext>
            </a:extLst>
          </p:cNvPr>
          <p:cNvSpPr/>
          <p:nvPr/>
        </p:nvSpPr>
        <p:spPr>
          <a:xfrm>
            <a:off x="6733843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B64775C1-B473-495A-93E8-4383F5AE1559}"/>
              </a:ext>
            </a:extLst>
          </p:cNvPr>
          <p:cNvSpPr/>
          <p:nvPr/>
        </p:nvSpPr>
        <p:spPr>
          <a:xfrm>
            <a:off x="6733843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52739BF-F524-4829-B7BC-FBE417F0EB4C}"/>
              </a:ext>
            </a:extLst>
          </p:cNvPr>
          <p:cNvSpPr/>
          <p:nvPr/>
        </p:nvSpPr>
        <p:spPr>
          <a:xfrm>
            <a:off x="7169610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ABDF6B3B-6769-4DFF-9661-1565F37F693D}"/>
              </a:ext>
            </a:extLst>
          </p:cNvPr>
          <p:cNvSpPr/>
          <p:nvPr/>
        </p:nvSpPr>
        <p:spPr>
          <a:xfrm>
            <a:off x="7605378" y="574367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E83F617-B012-4CA7-9E8E-83729A15F19F}"/>
              </a:ext>
            </a:extLst>
          </p:cNvPr>
          <p:cNvSpPr/>
          <p:nvPr/>
        </p:nvSpPr>
        <p:spPr>
          <a:xfrm>
            <a:off x="7605378" y="829339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64BACF2C-E6F9-4D6C-9658-1D2D7E99F90A}"/>
              </a:ext>
            </a:extLst>
          </p:cNvPr>
          <p:cNvSpPr/>
          <p:nvPr/>
        </p:nvSpPr>
        <p:spPr>
          <a:xfrm>
            <a:off x="7605378" y="1084311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B26DCEE-BB04-4B87-8132-AA78FDD0662F}"/>
              </a:ext>
            </a:extLst>
          </p:cNvPr>
          <p:cNvSpPr/>
          <p:nvPr/>
        </p:nvSpPr>
        <p:spPr>
          <a:xfrm>
            <a:off x="7608634" y="1340673"/>
            <a:ext cx="227737" cy="234374"/>
          </a:xfrm>
          <a:prstGeom prst="rect">
            <a:avLst/>
          </a:prstGeom>
          <a:solidFill>
            <a:srgbClr val="F1CE2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BFFB305-35A4-44DC-A4B1-48586DFF8843}"/>
              </a:ext>
            </a:extLst>
          </p:cNvPr>
          <p:cNvCxnSpPr/>
          <p:nvPr/>
        </p:nvCxnSpPr>
        <p:spPr>
          <a:xfrm>
            <a:off x="6629400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eur droit 271">
            <a:extLst>
              <a:ext uri="{FF2B5EF4-FFF2-40B4-BE49-F238E27FC236}">
                <a16:creationId xmlns:a16="http://schemas.microsoft.com/office/drawing/2014/main" id="{879F8F55-AB86-4CDA-9CBE-79C7F8E38458}"/>
              </a:ext>
            </a:extLst>
          </p:cNvPr>
          <p:cNvCxnSpPr/>
          <p:nvPr/>
        </p:nvCxnSpPr>
        <p:spPr>
          <a:xfrm>
            <a:off x="7072312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eur droit 272">
            <a:extLst>
              <a:ext uri="{FF2B5EF4-FFF2-40B4-BE49-F238E27FC236}">
                <a16:creationId xmlns:a16="http://schemas.microsoft.com/office/drawing/2014/main" id="{CEACF8E6-CEBA-41F4-AFB5-71A9EEBE381C}"/>
              </a:ext>
            </a:extLst>
          </p:cNvPr>
          <p:cNvCxnSpPr/>
          <p:nvPr/>
        </p:nvCxnSpPr>
        <p:spPr>
          <a:xfrm>
            <a:off x="7500937" y="357296"/>
            <a:ext cx="0" cy="1500188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eur droit 273">
            <a:extLst>
              <a:ext uri="{FF2B5EF4-FFF2-40B4-BE49-F238E27FC236}">
                <a16:creationId xmlns:a16="http://schemas.microsoft.com/office/drawing/2014/main" id="{03395114-63D8-4D75-8848-74C38DF16380}"/>
              </a:ext>
            </a:extLst>
          </p:cNvPr>
          <p:cNvCxnSpPr>
            <a:cxnSpLocks/>
          </p:cNvCxnSpPr>
          <p:nvPr/>
        </p:nvCxnSpPr>
        <p:spPr>
          <a:xfrm>
            <a:off x="6262688" y="537875"/>
            <a:ext cx="1726487" cy="0"/>
          </a:xfrm>
          <a:prstGeom prst="line">
            <a:avLst/>
          </a:prstGeom>
          <a:ln w="28575">
            <a:solidFill>
              <a:srgbClr val="F1C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ZoneTexte 274">
            <a:extLst>
              <a:ext uri="{FF2B5EF4-FFF2-40B4-BE49-F238E27FC236}">
                <a16:creationId xmlns:a16="http://schemas.microsoft.com/office/drawing/2014/main" id="{FDCC8C6D-A479-4F8F-927A-7A4E61B93C04}"/>
              </a:ext>
            </a:extLst>
          </p:cNvPr>
          <p:cNvSpPr txBox="1"/>
          <p:nvPr/>
        </p:nvSpPr>
        <p:spPr>
          <a:xfrm>
            <a:off x="6257306" y="211469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6" name="ZoneTexte 275">
            <a:extLst>
              <a:ext uri="{FF2B5EF4-FFF2-40B4-BE49-F238E27FC236}">
                <a16:creationId xmlns:a16="http://schemas.microsoft.com/office/drawing/2014/main" id="{DA61B652-7176-4950-B1A8-BEDBA209DBA5}"/>
              </a:ext>
            </a:extLst>
          </p:cNvPr>
          <p:cNvSpPr txBox="1"/>
          <p:nvPr/>
        </p:nvSpPr>
        <p:spPr>
          <a:xfrm>
            <a:off x="6691485" y="205035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7" name="ZoneTexte 276">
            <a:extLst>
              <a:ext uri="{FF2B5EF4-FFF2-40B4-BE49-F238E27FC236}">
                <a16:creationId xmlns:a16="http://schemas.microsoft.com/office/drawing/2014/main" id="{828DD640-F2A2-45E7-88C7-A6A384FBE67E}"/>
              </a:ext>
            </a:extLst>
          </p:cNvPr>
          <p:cNvSpPr txBox="1"/>
          <p:nvPr/>
        </p:nvSpPr>
        <p:spPr>
          <a:xfrm>
            <a:off x="7111403" y="203834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sp>
        <p:nvSpPr>
          <p:cNvPr id="278" name="ZoneTexte 277">
            <a:extLst>
              <a:ext uri="{FF2B5EF4-FFF2-40B4-BE49-F238E27FC236}">
                <a16:creationId xmlns:a16="http://schemas.microsoft.com/office/drawing/2014/main" id="{45B0E73F-0099-4DE6-A7F7-5D88698C4DB2}"/>
              </a:ext>
            </a:extLst>
          </p:cNvPr>
          <p:cNvSpPr txBox="1"/>
          <p:nvPr/>
        </p:nvSpPr>
        <p:spPr>
          <a:xfrm>
            <a:off x="7551691" y="203834"/>
            <a:ext cx="338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lang="fr-FR" dirty="0"/>
          </a:p>
        </p:txBody>
      </p:sp>
      <p:pic>
        <p:nvPicPr>
          <p:cNvPr id="279" name="Graphique 278" descr="Sphères de Harvey 100% avec un remplissage uni">
            <a:extLst>
              <a:ext uri="{FF2B5EF4-FFF2-40B4-BE49-F238E27FC236}">
                <a16:creationId xmlns:a16="http://schemas.microsoft.com/office/drawing/2014/main" id="{9C8EF067-52CB-4AB2-8794-31E99756447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9896" t="8148" r="9376" b="4997"/>
          <a:stretch/>
        </p:blipFill>
        <p:spPr>
          <a:xfrm rot="16200000">
            <a:off x="9654420" y="-469082"/>
            <a:ext cx="999293" cy="3378928"/>
          </a:xfrm>
          <a:prstGeom prst="rect">
            <a:avLst/>
          </a:prstGeom>
        </p:spPr>
      </p:pic>
      <p:pic>
        <p:nvPicPr>
          <p:cNvPr id="280" name="Graphique 279" descr="Sphères de Harvey 100% avec un remplissage uni">
            <a:extLst>
              <a:ext uri="{FF2B5EF4-FFF2-40B4-BE49-F238E27FC236}">
                <a16:creationId xmlns:a16="http://schemas.microsoft.com/office/drawing/2014/main" id="{DD9DBDF3-CF2E-4417-8B78-6F158F2F0505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8584539" y="1079735"/>
            <a:ext cx="149838" cy="506649"/>
          </a:xfrm>
          <a:prstGeom prst="rect">
            <a:avLst/>
          </a:prstGeom>
        </p:spPr>
      </p:pic>
      <p:pic>
        <p:nvPicPr>
          <p:cNvPr id="281" name="Graphique 280" descr="Sphères de Harvey 100% avec un remplissage uni">
            <a:extLst>
              <a:ext uri="{FF2B5EF4-FFF2-40B4-BE49-F238E27FC236}">
                <a16:creationId xmlns:a16="http://schemas.microsoft.com/office/drawing/2014/main" id="{ED021DEC-73E6-4F4E-9A08-275ECE1AB4A4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9032693" y="1398447"/>
            <a:ext cx="149838" cy="506649"/>
          </a:xfrm>
          <a:prstGeom prst="rect">
            <a:avLst/>
          </a:prstGeom>
        </p:spPr>
      </p:pic>
      <p:pic>
        <p:nvPicPr>
          <p:cNvPr id="282" name="Graphique 281" descr="Sphères de Harvey 100% avec un remplissage uni">
            <a:extLst>
              <a:ext uri="{FF2B5EF4-FFF2-40B4-BE49-F238E27FC236}">
                <a16:creationId xmlns:a16="http://schemas.microsoft.com/office/drawing/2014/main" id="{8BB4886D-13A8-411E-A916-A1EDF82F18FB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0047332" y="1573950"/>
            <a:ext cx="149838" cy="506649"/>
          </a:xfrm>
          <a:prstGeom prst="rect">
            <a:avLst/>
          </a:prstGeom>
        </p:spPr>
      </p:pic>
      <p:pic>
        <p:nvPicPr>
          <p:cNvPr id="283" name="Graphique 282" descr="Sphères de Harvey 100% avec un remplissage uni">
            <a:extLst>
              <a:ext uri="{FF2B5EF4-FFF2-40B4-BE49-F238E27FC236}">
                <a16:creationId xmlns:a16="http://schemas.microsoft.com/office/drawing/2014/main" id="{D9C9B122-F1EF-4DFC-974D-F7286511837B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1063050" y="1466749"/>
            <a:ext cx="149838" cy="506649"/>
          </a:xfrm>
          <a:prstGeom prst="rect">
            <a:avLst/>
          </a:prstGeom>
        </p:spPr>
      </p:pic>
      <p:pic>
        <p:nvPicPr>
          <p:cNvPr id="284" name="Graphique 283" descr="Sphères de Harvey 100% avec un remplissage uni">
            <a:extLst>
              <a:ext uri="{FF2B5EF4-FFF2-40B4-BE49-F238E27FC236}">
                <a16:creationId xmlns:a16="http://schemas.microsoft.com/office/drawing/2014/main" id="{D1FB2F88-AE35-49F4-8D68-AE4DBE10CA77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896" t="8148" r="9376" b="4997"/>
          <a:stretch/>
        </p:blipFill>
        <p:spPr>
          <a:xfrm>
            <a:off x="11415601" y="1087348"/>
            <a:ext cx="149838" cy="506649"/>
          </a:xfrm>
          <a:prstGeom prst="rect">
            <a:avLst/>
          </a:prstGeom>
        </p:spPr>
      </p:pic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88F41AA5-9CE3-4799-9600-181235C8D0AF}"/>
              </a:ext>
            </a:extLst>
          </p:cNvPr>
          <p:cNvSpPr/>
          <p:nvPr/>
        </p:nvSpPr>
        <p:spPr>
          <a:xfrm flipV="1">
            <a:off x="8658416" y="1069616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5" name="Organigramme : Opération manuelle 284">
            <a:extLst>
              <a:ext uri="{FF2B5EF4-FFF2-40B4-BE49-F238E27FC236}">
                <a16:creationId xmlns:a16="http://schemas.microsoft.com/office/drawing/2014/main" id="{5BD71F5D-5410-4121-A0ED-36EB45A8D00A}"/>
              </a:ext>
            </a:extLst>
          </p:cNvPr>
          <p:cNvSpPr/>
          <p:nvPr/>
        </p:nvSpPr>
        <p:spPr>
          <a:xfrm flipV="1">
            <a:off x="8748920" y="1196300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6" name="Organigramme : Opération manuelle 285">
            <a:extLst>
              <a:ext uri="{FF2B5EF4-FFF2-40B4-BE49-F238E27FC236}">
                <a16:creationId xmlns:a16="http://schemas.microsoft.com/office/drawing/2014/main" id="{2548BAFC-8489-431D-A7CB-C54E5BA3A5F6}"/>
              </a:ext>
            </a:extLst>
          </p:cNvPr>
          <p:cNvSpPr/>
          <p:nvPr/>
        </p:nvSpPr>
        <p:spPr>
          <a:xfrm flipV="1">
            <a:off x="8965961" y="978124"/>
            <a:ext cx="403836" cy="373308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7" name="Organigramme : Opération manuelle 286">
            <a:extLst>
              <a:ext uri="{FF2B5EF4-FFF2-40B4-BE49-F238E27FC236}">
                <a16:creationId xmlns:a16="http://schemas.microsoft.com/office/drawing/2014/main" id="{4E61AA61-D374-469F-9DD5-B5176CF68F17}"/>
              </a:ext>
            </a:extLst>
          </p:cNvPr>
          <p:cNvSpPr/>
          <p:nvPr/>
        </p:nvSpPr>
        <p:spPr>
          <a:xfrm flipV="1">
            <a:off x="9656473" y="1478298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8" name="Organigramme : Opération manuelle 287">
            <a:extLst>
              <a:ext uri="{FF2B5EF4-FFF2-40B4-BE49-F238E27FC236}">
                <a16:creationId xmlns:a16="http://schemas.microsoft.com/office/drawing/2014/main" id="{8ED08C1F-7815-4028-A775-D7F8091CF432}"/>
              </a:ext>
            </a:extLst>
          </p:cNvPr>
          <p:cNvSpPr/>
          <p:nvPr/>
        </p:nvSpPr>
        <p:spPr>
          <a:xfrm flipV="1">
            <a:off x="9987925" y="1147475"/>
            <a:ext cx="403836" cy="373308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9" name="Organigramme : Opération manuelle 288">
            <a:extLst>
              <a:ext uri="{FF2B5EF4-FFF2-40B4-BE49-F238E27FC236}">
                <a16:creationId xmlns:a16="http://schemas.microsoft.com/office/drawing/2014/main" id="{A8AD5BA7-927B-459C-A585-197040BD590B}"/>
              </a:ext>
            </a:extLst>
          </p:cNvPr>
          <p:cNvSpPr/>
          <p:nvPr/>
        </p:nvSpPr>
        <p:spPr>
          <a:xfrm flipV="1">
            <a:off x="11272803" y="1028417"/>
            <a:ext cx="204056" cy="108319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0" name="Organigramme : Opération manuelle 289">
            <a:extLst>
              <a:ext uri="{FF2B5EF4-FFF2-40B4-BE49-F238E27FC236}">
                <a16:creationId xmlns:a16="http://schemas.microsoft.com/office/drawing/2014/main" id="{D4CAEA75-9B25-4F3A-947F-59182B9823A7}"/>
              </a:ext>
            </a:extLst>
          </p:cNvPr>
          <p:cNvSpPr/>
          <p:nvPr/>
        </p:nvSpPr>
        <p:spPr>
          <a:xfrm flipV="1">
            <a:off x="11016833" y="1028417"/>
            <a:ext cx="297411" cy="203957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1" name="Organigramme : Opération manuelle 290">
            <a:extLst>
              <a:ext uri="{FF2B5EF4-FFF2-40B4-BE49-F238E27FC236}">
                <a16:creationId xmlns:a16="http://schemas.microsoft.com/office/drawing/2014/main" id="{DC27115A-DBCB-42D8-846C-FF78A56F5C1D}"/>
              </a:ext>
            </a:extLst>
          </p:cNvPr>
          <p:cNvSpPr/>
          <p:nvPr/>
        </p:nvSpPr>
        <p:spPr>
          <a:xfrm flipV="1">
            <a:off x="11332523" y="1151239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2" name="Organigramme : Opération manuelle 291">
            <a:extLst>
              <a:ext uri="{FF2B5EF4-FFF2-40B4-BE49-F238E27FC236}">
                <a16:creationId xmlns:a16="http://schemas.microsoft.com/office/drawing/2014/main" id="{014B1304-EB86-415C-98BC-96F809FF2FE6}"/>
              </a:ext>
            </a:extLst>
          </p:cNvPr>
          <p:cNvSpPr/>
          <p:nvPr/>
        </p:nvSpPr>
        <p:spPr>
          <a:xfrm flipV="1">
            <a:off x="11332523" y="1246876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3" name="Organigramme : Opération manuelle 292">
            <a:extLst>
              <a:ext uri="{FF2B5EF4-FFF2-40B4-BE49-F238E27FC236}">
                <a16:creationId xmlns:a16="http://schemas.microsoft.com/office/drawing/2014/main" id="{087356F8-2A3A-4023-87C8-B5FB185A6215}"/>
              </a:ext>
            </a:extLst>
          </p:cNvPr>
          <p:cNvSpPr/>
          <p:nvPr/>
        </p:nvSpPr>
        <p:spPr>
          <a:xfrm flipV="1">
            <a:off x="10277350" y="808741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4" name="Organigramme : Opération manuelle 293">
            <a:extLst>
              <a:ext uri="{FF2B5EF4-FFF2-40B4-BE49-F238E27FC236}">
                <a16:creationId xmlns:a16="http://schemas.microsoft.com/office/drawing/2014/main" id="{122DC5BD-DC7D-41F0-9FA4-0D4CA5BB1FAE}"/>
              </a:ext>
            </a:extLst>
          </p:cNvPr>
          <p:cNvSpPr/>
          <p:nvPr/>
        </p:nvSpPr>
        <p:spPr>
          <a:xfrm flipV="1">
            <a:off x="10052038" y="788772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5" name="Organigramme : Opération manuelle 294">
            <a:extLst>
              <a:ext uri="{FF2B5EF4-FFF2-40B4-BE49-F238E27FC236}">
                <a16:creationId xmlns:a16="http://schemas.microsoft.com/office/drawing/2014/main" id="{657311FC-2B1F-469E-BA30-DC54BC08B0E7}"/>
              </a:ext>
            </a:extLst>
          </p:cNvPr>
          <p:cNvSpPr/>
          <p:nvPr/>
        </p:nvSpPr>
        <p:spPr>
          <a:xfrm flipV="1">
            <a:off x="9822108" y="788772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6" name="Organigramme : Opération manuelle 295">
            <a:extLst>
              <a:ext uri="{FF2B5EF4-FFF2-40B4-BE49-F238E27FC236}">
                <a16:creationId xmlns:a16="http://schemas.microsoft.com/office/drawing/2014/main" id="{89AC1C09-5601-4051-A54E-0B3514E929D0}"/>
              </a:ext>
            </a:extLst>
          </p:cNvPr>
          <p:cNvSpPr/>
          <p:nvPr/>
        </p:nvSpPr>
        <p:spPr>
          <a:xfrm flipV="1">
            <a:off x="9570922" y="797696"/>
            <a:ext cx="204056" cy="81134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1C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5" name="Graphique 304" descr="Présentation avec multimédia avec un remplissage uni">
            <a:extLst>
              <a:ext uri="{FF2B5EF4-FFF2-40B4-BE49-F238E27FC236}">
                <a16:creationId xmlns:a16="http://schemas.microsoft.com/office/drawing/2014/main" id="{A75B1E32-3B2B-4446-AFA0-E1A5AEE502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3004" y="2386005"/>
            <a:ext cx="1219626" cy="1219626"/>
          </a:xfrm>
          <a:prstGeom prst="rect">
            <a:avLst/>
          </a:prstGeom>
        </p:spPr>
      </p:pic>
      <p:pic>
        <p:nvPicPr>
          <p:cNvPr id="21" name="Graphique 20" descr="Recherche de dossiers avec un remplissage uni">
            <a:extLst>
              <a:ext uri="{FF2B5EF4-FFF2-40B4-BE49-F238E27FC236}">
                <a16:creationId xmlns:a16="http://schemas.microsoft.com/office/drawing/2014/main" id="{F53DFBF4-3BED-48DC-ABFF-583EFE2E03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94197" y="2486615"/>
            <a:ext cx="914400" cy="914400"/>
          </a:xfrm>
          <a:prstGeom prst="rect">
            <a:avLst/>
          </a:prstGeom>
        </p:spPr>
      </p:pic>
      <p:pic>
        <p:nvPicPr>
          <p:cNvPr id="26" name="Graphique 25" descr="Trombone avec un remplissage uni">
            <a:extLst>
              <a:ext uri="{FF2B5EF4-FFF2-40B4-BE49-F238E27FC236}">
                <a16:creationId xmlns:a16="http://schemas.microsoft.com/office/drawing/2014/main" id="{94E5B110-CA40-4E30-A348-4CA973AC3E5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32052" y="3428999"/>
            <a:ext cx="914400" cy="914400"/>
          </a:xfrm>
          <a:prstGeom prst="rect">
            <a:avLst/>
          </a:prstGeom>
        </p:spPr>
      </p:pic>
      <p:pic>
        <p:nvPicPr>
          <p:cNvPr id="29" name="Graphique 28" descr="Document avec un remplissage uni">
            <a:extLst>
              <a:ext uri="{FF2B5EF4-FFF2-40B4-BE49-F238E27FC236}">
                <a16:creationId xmlns:a16="http://schemas.microsoft.com/office/drawing/2014/main" id="{3F184079-DBAC-4F79-9F3A-0BFAFB68C8F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802049" y="2500517"/>
            <a:ext cx="914400" cy="914400"/>
          </a:xfrm>
          <a:prstGeom prst="rect">
            <a:avLst/>
          </a:prstGeom>
        </p:spPr>
      </p:pic>
      <p:pic>
        <p:nvPicPr>
          <p:cNvPr id="33" name="Graphique 32" descr="Liste avec un remplissage uni">
            <a:extLst>
              <a:ext uri="{FF2B5EF4-FFF2-40B4-BE49-F238E27FC236}">
                <a16:creationId xmlns:a16="http://schemas.microsoft.com/office/drawing/2014/main" id="{590411AB-76D1-4E5C-9C03-3D9CB87AFBF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814935" y="3428999"/>
            <a:ext cx="914400" cy="914400"/>
          </a:xfrm>
          <a:prstGeom prst="rect">
            <a:avLst/>
          </a:prstGeom>
        </p:spPr>
      </p:pic>
      <p:pic>
        <p:nvPicPr>
          <p:cNvPr id="35" name="Graphique 34" descr="Vlog avec un remplissage uni">
            <a:extLst>
              <a:ext uri="{FF2B5EF4-FFF2-40B4-BE49-F238E27FC236}">
                <a16:creationId xmlns:a16="http://schemas.microsoft.com/office/drawing/2014/main" id="{A65339DB-1C45-4B1F-B4D9-AB89EB7FA65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56043" y="3428999"/>
            <a:ext cx="914400" cy="914400"/>
          </a:xfrm>
          <a:prstGeom prst="rect">
            <a:avLst/>
          </a:prstGeom>
        </p:spPr>
      </p:pic>
      <p:pic>
        <p:nvPicPr>
          <p:cNvPr id="41" name="Graphique 40" descr="Smartphone avec un remplissage uni">
            <a:extLst>
              <a:ext uri="{FF2B5EF4-FFF2-40B4-BE49-F238E27FC236}">
                <a16:creationId xmlns:a16="http://schemas.microsoft.com/office/drawing/2014/main" id="{55B01C5C-BEEB-4B88-9726-FFBACE986E3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18092" y="2538618"/>
            <a:ext cx="914400" cy="914400"/>
          </a:xfrm>
          <a:prstGeom prst="rect">
            <a:avLst/>
          </a:prstGeom>
        </p:spPr>
      </p:pic>
      <p:pic>
        <p:nvPicPr>
          <p:cNvPr id="44" name="Graphique 43" descr="Ouverture avec un remplissage uni">
            <a:extLst>
              <a:ext uri="{FF2B5EF4-FFF2-40B4-BE49-F238E27FC236}">
                <a16:creationId xmlns:a16="http://schemas.microsoft.com/office/drawing/2014/main" id="{A1725AD5-08E2-4DF8-B903-2A9AE95A91F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44651" y="3488244"/>
            <a:ext cx="914400" cy="914400"/>
          </a:xfrm>
          <a:prstGeom prst="rect">
            <a:avLst/>
          </a:prstGeom>
        </p:spPr>
      </p:pic>
      <p:pic>
        <p:nvPicPr>
          <p:cNvPr id="46" name="Graphique 45" descr="Caméra vidéo avec un remplissage uni">
            <a:extLst>
              <a:ext uri="{FF2B5EF4-FFF2-40B4-BE49-F238E27FC236}">
                <a16:creationId xmlns:a16="http://schemas.microsoft.com/office/drawing/2014/main" id="{6019E96A-12EC-4A75-8FAA-6981DCC96ED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613143" y="2470650"/>
            <a:ext cx="914400" cy="914400"/>
          </a:xfrm>
          <a:prstGeom prst="rect">
            <a:avLst/>
          </a:prstGeom>
        </p:spPr>
      </p:pic>
      <p:pic>
        <p:nvPicPr>
          <p:cNvPr id="48" name="Graphique 47" descr="Appareil photo avec un remplissage uni">
            <a:extLst>
              <a:ext uri="{FF2B5EF4-FFF2-40B4-BE49-F238E27FC236}">
                <a16:creationId xmlns:a16="http://schemas.microsoft.com/office/drawing/2014/main" id="{4E76C913-7B47-48D6-B0B4-8CCC4D481E4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558181" y="3453018"/>
            <a:ext cx="914400" cy="914400"/>
          </a:xfrm>
          <a:prstGeom prst="rect">
            <a:avLst/>
          </a:prstGeom>
        </p:spPr>
      </p:pic>
      <p:pic>
        <p:nvPicPr>
          <p:cNvPr id="51" name="Graphique 50" descr="Webcam avec un remplissage uni">
            <a:extLst>
              <a:ext uri="{FF2B5EF4-FFF2-40B4-BE49-F238E27FC236}">
                <a16:creationId xmlns:a16="http://schemas.microsoft.com/office/drawing/2014/main" id="{1DADE4A9-3011-4701-9B7A-90F960787FB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847711" y="2430547"/>
            <a:ext cx="914400" cy="914400"/>
          </a:xfrm>
          <a:prstGeom prst="rect">
            <a:avLst/>
          </a:prstGeom>
        </p:spPr>
      </p:pic>
      <p:pic>
        <p:nvPicPr>
          <p:cNvPr id="53" name="Graphique 52" descr="Micro de radio avec un remplissage uni">
            <a:extLst>
              <a:ext uri="{FF2B5EF4-FFF2-40B4-BE49-F238E27FC236}">
                <a16:creationId xmlns:a16="http://schemas.microsoft.com/office/drawing/2014/main" id="{736E38B1-D0A8-4763-97A0-AC5B7A02B307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837330" y="3453018"/>
            <a:ext cx="914400" cy="914400"/>
          </a:xfrm>
          <a:prstGeom prst="rect">
            <a:avLst/>
          </a:prstGeom>
        </p:spPr>
      </p:pic>
      <p:pic>
        <p:nvPicPr>
          <p:cNvPr id="57" name="Graphique 56" descr="Bâtiment avec un remplissage uni">
            <a:extLst>
              <a:ext uri="{FF2B5EF4-FFF2-40B4-BE49-F238E27FC236}">
                <a16:creationId xmlns:a16="http://schemas.microsoft.com/office/drawing/2014/main" id="{14F937A7-073C-40A4-8962-55DC9EBA599B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857044" y="2524974"/>
            <a:ext cx="914400" cy="914400"/>
          </a:xfrm>
          <a:prstGeom prst="rect">
            <a:avLst/>
          </a:prstGeom>
        </p:spPr>
      </p:pic>
      <p:pic>
        <p:nvPicPr>
          <p:cNvPr id="59" name="Graphique 58" descr="Travail à domicile avec un remplissage uni">
            <a:extLst>
              <a:ext uri="{FF2B5EF4-FFF2-40B4-BE49-F238E27FC236}">
                <a16:creationId xmlns:a16="http://schemas.microsoft.com/office/drawing/2014/main" id="{87B02570-2E62-44C8-AB9D-8470EC58340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739970" y="2465373"/>
            <a:ext cx="914400" cy="914400"/>
          </a:xfrm>
          <a:prstGeom prst="rect">
            <a:avLst/>
          </a:prstGeom>
        </p:spPr>
      </p:pic>
      <p:pic>
        <p:nvPicPr>
          <p:cNvPr id="61" name="Graphique 60" descr="Train avec un remplissage uni">
            <a:extLst>
              <a:ext uri="{FF2B5EF4-FFF2-40B4-BE49-F238E27FC236}">
                <a16:creationId xmlns:a16="http://schemas.microsoft.com/office/drawing/2014/main" id="{908F2988-DCD3-4A20-ADDA-8C06D903965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777303" y="3428999"/>
            <a:ext cx="914400" cy="914400"/>
          </a:xfrm>
          <a:prstGeom prst="rect">
            <a:avLst/>
          </a:prstGeom>
        </p:spPr>
      </p:pic>
      <p:pic>
        <p:nvPicPr>
          <p:cNvPr id="63" name="Graphique 62" descr="Scène de montagnes avec un remplissage uni">
            <a:extLst>
              <a:ext uri="{FF2B5EF4-FFF2-40B4-BE49-F238E27FC236}">
                <a16:creationId xmlns:a16="http://schemas.microsoft.com/office/drawing/2014/main" id="{9B317F06-4A98-4675-AC0A-ADE1B3F5661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466766" y="2556331"/>
            <a:ext cx="914400" cy="914400"/>
          </a:xfrm>
          <a:prstGeom prst="rect">
            <a:avLst/>
          </a:prstGeom>
        </p:spPr>
      </p:pic>
      <p:pic>
        <p:nvPicPr>
          <p:cNvPr id="513" name="Graphique 512" descr="Montagnes russes en montée avec un remplissage uni">
            <a:extLst>
              <a:ext uri="{FF2B5EF4-FFF2-40B4-BE49-F238E27FC236}">
                <a16:creationId xmlns:a16="http://schemas.microsoft.com/office/drawing/2014/main" id="{02AE8B6D-F22E-431E-BACF-6DEBB117335A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523904" y="3488244"/>
            <a:ext cx="914400" cy="914400"/>
          </a:xfrm>
          <a:prstGeom prst="rect">
            <a:avLst/>
          </a:prstGeom>
        </p:spPr>
      </p:pic>
      <p:pic>
        <p:nvPicPr>
          <p:cNvPr id="515" name="Graphique 514" descr="Repère avec un remplissage uni">
            <a:extLst>
              <a:ext uri="{FF2B5EF4-FFF2-40B4-BE49-F238E27FC236}">
                <a16:creationId xmlns:a16="http://schemas.microsoft.com/office/drawing/2014/main" id="{3A3DD416-2994-4F85-B48F-31A51EAADDF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875323" y="3397009"/>
            <a:ext cx="914400" cy="914400"/>
          </a:xfrm>
          <a:prstGeom prst="rect">
            <a:avLst/>
          </a:prstGeom>
        </p:spPr>
      </p:pic>
      <p:pic>
        <p:nvPicPr>
          <p:cNvPr id="6" name="Graphique 5" descr="Réunion en ligne avec un remplissage uni">
            <a:extLst>
              <a:ext uri="{FF2B5EF4-FFF2-40B4-BE49-F238E27FC236}">
                <a16:creationId xmlns:a16="http://schemas.microsoft.com/office/drawing/2014/main" id="{E6688D36-58E8-4A63-A0E8-9DE08FF4154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82347" y="4696664"/>
            <a:ext cx="1956944" cy="19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76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Univers narratif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043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2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que 4" descr="Intelligence artificielle avec un remplissage uni">
            <a:extLst>
              <a:ext uri="{FF2B5EF4-FFF2-40B4-BE49-F238E27FC236}">
                <a16:creationId xmlns:a16="http://schemas.microsoft.com/office/drawing/2014/main" id="{775A093B-B332-49FB-865F-79EF0EDCF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1510" y="263639"/>
            <a:ext cx="914400" cy="914400"/>
          </a:xfrm>
          <a:prstGeom prst="rect">
            <a:avLst/>
          </a:prstGeom>
        </p:spPr>
      </p:pic>
      <p:pic>
        <p:nvPicPr>
          <p:cNvPr id="7" name="Graphique 6" descr="Robot avec un remplissage uni">
            <a:extLst>
              <a:ext uri="{FF2B5EF4-FFF2-40B4-BE49-F238E27FC236}">
                <a16:creationId xmlns:a16="http://schemas.microsoft.com/office/drawing/2014/main" id="{68619E51-7759-4E0D-9434-9D9D4C5D6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1203" y="1246088"/>
            <a:ext cx="914400" cy="914400"/>
          </a:xfrm>
          <a:prstGeom prst="rect">
            <a:avLst/>
          </a:prstGeom>
        </p:spPr>
      </p:pic>
      <p:pic>
        <p:nvPicPr>
          <p:cNvPr id="10" name="Graphique 9" descr="Paysage spatial avec un remplissage uni">
            <a:extLst>
              <a:ext uri="{FF2B5EF4-FFF2-40B4-BE49-F238E27FC236}">
                <a16:creationId xmlns:a16="http://schemas.microsoft.com/office/drawing/2014/main" id="{FCE93532-F2B1-4E9F-B7A8-ED4EC61BC8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9435" y="1198804"/>
            <a:ext cx="914400" cy="914400"/>
          </a:xfrm>
          <a:prstGeom prst="rect">
            <a:avLst/>
          </a:prstGeom>
        </p:spPr>
      </p:pic>
      <p:pic>
        <p:nvPicPr>
          <p:cNvPr id="15" name="Graphique 14" descr="Une astronaute avec un remplissage uni">
            <a:extLst>
              <a:ext uri="{FF2B5EF4-FFF2-40B4-BE49-F238E27FC236}">
                <a16:creationId xmlns:a16="http://schemas.microsoft.com/office/drawing/2014/main" id="{74C1B941-849A-4CD9-9705-9A1708BC47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3891" y="263639"/>
            <a:ext cx="914400" cy="914400"/>
          </a:xfrm>
          <a:prstGeom prst="rect">
            <a:avLst/>
          </a:prstGeom>
        </p:spPr>
      </p:pic>
      <p:pic>
        <p:nvPicPr>
          <p:cNvPr id="19" name="Graphique 18" descr="Satellite avec un remplissage uni">
            <a:extLst>
              <a:ext uri="{FF2B5EF4-FFF2-40B4-BE49-F238E27FC236}">
                <a16:creationId xmlns:a16="http://schemas.microsoft.com/office/drawing/2014/main" id="{18C07FD6-E825-44CB-9420-533477FF28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16091" y="216354"/>
            <a:ext cx="914400" cy="914400"/>
          </a:xfrm>
          <a:prstGeom prst="rect">
            <a:avLst/>
          </a:prstGeom>
        </p:spPr>
      </p:pic>
      <p:pic>
        <p:nvPicPr>
          <p:cNvPr id="21" name="Graphique 20" descr="Bâtiment amérindien avec un remplissage uni">
            <a:extLst>
              <a:ext uri="{FF2B5EF4-FFF2-40B4-BE49-F238E27FC236}">
                <a16:creationId xmlns:a16="http://schemas.microsoft.com/office/drawing/2014/main" id="{DF7993D8-70A1-4C8E-B088-688584E969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02636" y="2424877"/>
            <a:ext cx="914400" cy="914400"/>
          </a:xfrm>
          <a:prstGeom prst="rect">
            <a:avLst/>
          </a:prstGeom>
        </p:spPr>
      </p:pic>
      <p:pic>
        <p:nvPicPr>
          <p:cNvPr id="26" name="Graphique 25" descr="Cathédrale russe avec un remplissage uni">
            <a:extLst>
              <a:ext uri="{FF2B5EF4-FFF2-40B4-BE49-F238E27FC236}">
                <a16:creationId xmlns:a16="http://schemas.microsoft.com/office/drawing/2014/main" id="{FC8DBE30-0496-4BEA-BFB3-35CAB5FFAA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0270" y="3189510"/>
            <a:ext cx="914400" cy="914400"/>
          </a:xfrm>
          <a:prstGeom prst="rect">
            <a:avLst/>
          </a:prstGeom>
        </p:spPr>
      </p:pic>
      <p:pic>
        <p:nvPicPr>
          <p:cNvPr id="36" name="Graphique 35" descr="Cathédrale avec un remplissage uni">
            <a:extLst>
              <a:ext uri="{FF2B5EF4-FFF2-40B4-BE49-F238E27FC236}">
                <a16:creationId xmlns:a16="http://schemas.microsoft.com/office/drawing/2014/main" id="{5BE30FCF-B410-4377-BBEB-4C1C0037C2F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85923" y="3332077"/>
            <a:ext cx="914400" cy="914400"/>
          </a:xfrm>
          <a:prstGeom prst="rect">
            <a:avLst/>
          </a:prstGeom>
        </p:spPr>
      </p:pic>
      <p:pic>
        <p:nvPicPr>
          <p:cNvPr id="39" name="Graphique 38" descr="Stade avec un remplissage uni">
            <a:extLst>
              <a:ext uri="{FF2B5EF4-FFF2-40B4-BE49-F238E27FC236}">
                <a16:creationId xmlns:a16="http://schemas.microsoft.com/office/drawing/2014/main" id="{5CCAED8F-C7F1-4EBB-B38E-7E29920419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041216" y="3440936"/>
            <a:ext cx="914400" cy="914400"/>
          </a:xfrm>
          <a:prstGeom prst="rect">
            <a:avLst/>
          </a:prstGeom>
        </p:spPr>
      </p:pic>
      <p:pic>
        <p:nvPicPr>
          <p:cNvPr id="41" name="Graphique 40" descr="Moulin à vent avec un remplissage uni">
            <a:extLst>
              <a:ext uri="{FF2B5EF4-FFF2-40B4-BE49-F238E27FC236}">
                <a16:creationId xmlns:a16="http://schemas.microsoft.com/office/drawing/2014/main" id="{2D86ACD4-8E02-47A2-81D0-2C3A2186A41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5804" y="3478081"/>
            <a:ext cx="914400" cy="914400"/>
          </a:xfrm>
          <a:prstGeom prst="rect">
            <a:avLst/>
          </a:prstGeom>
        </p:spPr>
      </p:pic>
      <p:pic>
        <p:nvPicPr>
          <p:cNvPr id="48" name="Graphique 47" descr="Temple asiatique avec un remplissage uni">
            <a:extLst>
              <a:ext uri="{FF2B5EF4-FFF2-40B4-BE49-F238E27FC236}">
                <a16:creationId xmlns:a16="http://schemas.microsoft.com/office/drawing/2014/main" id="{EE23CEBC-212E-4890-94A6-56D07577E25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84407" y="2484168"/>
            <a:ext cx="914400" cy="914400"/>
          </a:xfrm>
          <a:prstGeom prst="rect">
            <a:avLst/>
          </a:prstGeom>
        </p:spPr>
      </p:pic>
      <p:pic>
        <p:nvPicPr>
          <p:cNvPr id="60" name="Graphique 59" descr="Pyramide avec un remplissage uni">
            <a:extLst>
              <a:ext uri="{FF2B5EF4-FFF2-40B4-BE49-F238E27FC236}">
                <a16:creationId xmlns:a16="http://schemas.microsoft.com/office/drawing/2014/main" id="{F1C539E0-8A3B-490F-8E32-EFF883B486C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14794" y="2364226"/>
            <a:ext cx="914400" cy="914400"/>
          </a:xfrm>
          <a:prstGeom prst="rect">
            <a:avLst/>
          </a:prstGeom>
        </p:spPr>
      </p:pic>
      <p:pic>
        <p:nvPicPr>
          <p:cNvPr id="63" name="Graphique 62" descr="Homme détective avec un remplissage uni">
            <a:extLst>
              <a:ext uri="{FF2B5EF4-FFF2-40B4-BE49-F238E27FC236}">
                <a16:creationId xmlns:a16="http://schemas.microsoft.com/office/drawing/2014/main" id="{FC470527-7307-4AA1-9DBB-A1816D56E23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31705" y="852067"/>
            <a:ext cx="1137144" cy="1137144"/>
          </a:xfrm>
          <a:prstGeom prst="rect">
            <a:avLst/>
          </a:prstGeom>
        </p:spPr>
      </p:pic>
      <p:pic>
        <p:nvPicPr>
          <p:cNvPr id="513" name="Graphique 512" descr="Héroïne avec un remplissage uni">
            <a:extLst>
              <a:ext uri="{FF2B5EF4-FFF2-40B4-BE49-F238E27FC236}">
                <a16:creationId xmlns:a16="http://schemas.microsoft.com/office/drawing/2014/main" id="{16AA25CA-B0CC-45FD-9ADB-5E94E348986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470672" y="349737"/>
            <a:ext cx="1353551" cy="1353551"/>
          </a:xfrm>
          <a:prstGeom prst="rect">
            <a:avLst/>
          </a:prstGeom>
        </p:spPr>
      </p:pic>
      <p:pic>
        <p:nvPicPr>
          <p:cNvPr id="515" name="Graphique 514" descr="Employé de bureau avec un remplissage uni">
            <a:extLst>
              <a:ext uri="{FF2B5EF4-FFF2-40B4-BE49-F238E27FC236}">
                <a16:creationId xmlns:a16="http://schemas.microsoft.com/office/drawing/2014/main" id="{B876034A-502C-4959-B8F8-758716EED6F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027610" y="2484168"/>
            <a:ext cx="914400" cy="914400"/>
          </a:xfrm>
          <a:prstGeom prst="rect">
            <a:avLst/>
          </a:prstGeom>
        </p:spPr>
      </p:pic>
      <p:pic>
        <p:nvPicPr>
          <p:cNvPr id="517" name="Graphique 516" descr="Conférencier avec un remplissage uni">
            <a:extLst>
              <a:ext uri="{FF2B5EF4-FFF2-40B4-BE49-F238E27FC236}">
                <a16:creationId xmlns:a16="http://schemas.microsoft.com/office/drawing/2014/main" id="{02B31001-9EAB-47F1-9D72-CEDB622343A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650624" y="3425869"/>
            <a:ext cx="914400" cy="914400"/>
          </a:xfrm>
          <a:prstGeom prst="rect">
            <a:avLst/>
          </a:prstGeom>
        </p:spPr>
      </p:pic>
      <p:pic>
        <p:nvPicPr>
          <p:cNvPr id="519" name="Graphique 518" descr="Couronne d'utilisateur féminine avec un remplissage uni">
            <a:extLst>
              <a:ext uri="{FF2B5EF4-FFF2-40B4-BE49-F238E27FC236}">
                <a16:creationId xmlns:a16="http://schemas.microsoft.com/office/drawing/2014/main" id="{2B93BC5C-6497-45DE-927C-0457812B4E2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272249" y="2565137"/>
            <a:ext cx="914400" cy="914400"/>
          </a:xfrm>
          <a:prstGeom prst="rect">
            <a:avLst/>
          </a:prstGeom>
        </p:spPr>
      </p:pic>
      <p:pic>
        <p:nvPicPr>
          <p:cNvPr id="521" name="Graphique 520" descr="Couronne d'utilisateur masculine avec un remplissage uni">
            <a:extLst>
              <a:ext uri="{FF2B5EF4-FFF2-40B4-BE49-F238E27FC236}">
                <a16:creationId xmlns:a16="http://schemas.microsoft.com/office/drawing/2014/main" id="{B6A6C6A4-AA7D-4DCD-8DEC-E25DCFDD53D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924163" y="2565137"/>
            <a:ext cx="914400" cy="914400"/>
          </a:xfrm>
          <a:prstGeom prst="rect">
            <a:avLst/>
          </a:prstGeom>
        </p:spPr>
      </p:pic>
      <p:pic>
        <p:nvPicPr>
          <p:cNvPr id="523" name="Graphique 522" descr="Quille de bowling avec un remplissage uni">
            <a:extLst>
              <a:ext uri="{FF2B5EF4-FFF2-40B4-BE49-F238E27FC236}">
                <a16:creationId xmlns:a16="http://schemas.microsoft.com/office/drawing/2014/main" id="{5D83AA02-3A9C-4013-B5F6-72907155A63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365855" y="2480856"/>
            <a:ext cx="914400" cy="914400"/>
          </a:xfrm>
          <a:prstGeom prst="rect">
            <a:avLst/>
          </a:prstGeom>
        </p:spPr>
      </p:pic>
      <p:pic>
        <p:nvPicPr>
          <p:cNvPr id="525" name="Graphique 524" descr="Raquette et balle de tennis avec un remplissage uni">
            <a:extLst>
              <a:ext uri="{FF2B5EF4-FFF2-40B4-BE49-F238E27FC236}">
                <a16:creationId xmlns:a16="http://schemas.microsoft.com/office/drawing/2014/main" id="{F4914485-678F-4D6E-943F-CB4F606BB6CF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602406" y="3440936"/>
            <a:ext cx="914400" cy="914400"/>
          </a:xfrm>
          <a:prstGeom prst="rect">
            <a:avLst/>
          </a:prstGeom>
        </p:spPr>
      </p:pic>
      <p:pic>
        <p:nvPicPr>
          <p:cNvPr id="527" name="Graphique 526" descr="Panier de basketball avec un remplissage uni">
            <a:extLst>
              <a:ext uri="{FF2B5EF4-FFF2-40B4-BE49-F238E27FC236}">
                <a16:creationId xmlns:a16="http://schemas.microsoft.com/office/drawing/2014/main" id="{995C3900-1E6A-451D-8B54-901A7D31A75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1288" y="3474999"/>
            <a:ext cx="914400" cy="914400"/>
          </a:xfrm>
          <a:prstGeom prst="rect">
            <a:avLst/>
          </a:prstGeom>
        </p:spPr>
      </p:pic>
      <p:pic>
        <p:nvPicPr>
          <p:cNvPr id="529" name="Graphique 528" descr="Balles de sport avec un remplissage uni">
            <a:extLst>
              <a:ext uri="{FF2B5EF4-FFF2-40B4-BE49-F238E27FC236}">
                <a16:creationId xmlns:a16="http://schemas.microsoft.com/office/drawing/2014/main" id="{66593489-79BF-4EF5-8554-2C8778DF46DB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896226" y="3425869"/>
            <a:ext cx="914400" cy="914400"/>
          </a:xfrm>
          <a:prstGeom prst="rect">
            <a:avLst/>
          </a:prstGeom>
        </p:spPr>
      </p:pic>
      <p:pic>
        <p:nvPicPr>
          <p:cNvPr id="531" name="Graphique 530" descr="Trophée avec un remplissage uni">
            <a:extLst>
              <a:ext uri="{FF2B5EF4-FFF2-40B4-BE49-F238E27FC236}">
                <a16:creationId xmlns:a16="http://schemas.microsoft.com/office/drawing/2014/main" id="{1C056A6C-1A42-43E5-9C03-7E677658CFB0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9690247" y="2442906"/>
            <a:ext cx="914400" cy="914400"/>
          </a:xfrm>
          <a:prstGeom prst="rect">
            <a:avLst/>
          </a:prstGeom>
        </p:spPr>
      </p:pic>
      <p:pic>
        <p:nvPicPr>
          <p:cNvPr id="535" name="Graphique 534" descr="Ballon de football avec un remplissage uni">
            <a:extLst>
              <a:ext uri="{FF2B5EF4-FFF2-40B4-BE49-F238E27FC236}">
                <a16:creationId xmlns:a16="http://schemas.microsoft.com/office/drawing/2014/main" id="{686D3154-7C15-43E2-B41F-B53611342AD0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 rot="16200000">
            <a:off x="11715267" y="3037725"/>
            <a:ext cx="312381" cy="312381"/>
          </a:xfrm>
          <a:prstGeom prst="rect">
            <a:avLst/>
          </a:prstGeom>
        </p:spPr>
      </p:pic>
      <p:pic>
        <p:nvPicPr>
          <p:cNvPr id="537" name="Graphique 536" descr="Football avec un remplissage uni">
            <a:extLst>
              <a:ext uri="{FF2B5EF4-FFF2-40B4-BE49-F238E27FC236}">
                <a16:creationId xmlns:a16="http://schemas.microsoft.com/office/drawing/2014/main" id="{69069212-68A2-4F5D-853C-4D5D8A57FDE2}"/>
              </a:ext>
            </a:extLst>
          </p:cNvPr>
          <p:cNvPicPr>
            <a:picLocks noChangeAspect="1"/>
          </p:cNvPicPr>
          <p:nvPr/>
        </p:nvPicPr>
        <p:blipFill rotWithShape="1">
          <a:blip r:embed="rId5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rcRect r="17277"/>
          <a:stretch/>
        </p:blipFill>
        <p:spPr>
          <a:xfrm>
            <a:off x="11014639" y="2417677"/>
            <a:ext cx="756416" cy="914400"/>
          </a:xfrm>
          <a:prstGeom prst="rect">
            <a:avLst/>
          </a:prstGeom>
        </p:spPr>
      </p:pic>
      <p:pic>
        <p:nvPicPr>
          <p:cNvPr id="539" name="Graphique 538" descr="Coq avec un remplissage uni">
            <a:extLst>
              <a:ext uri="{FF2B5EF4-FFF2-40B4-BE49-F238E27FC236}">
                <a16:creationId xmlns:a16="http://schemas.microsoft.com/office/drawing/2014/main" id="{56BA11FE-DC9E-40A9-B11E-BEEB4CDB3C44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637214" y="5752949"/>
            <a:ext cx="914400" cy="914400"/>
          </a:xfrm>
          <a:prstGeom prst="rect">
            <a:avLst/>
          </a:prstGeom>
        </p:spPr>
      </p:pic>
      <p:pic>
        <p:nvPicPr>
          <p:cNvPr id="541" name="Graphique 540" descr="Cultures avec un remplissage uni">
            <a:extLst>
              <a:ext uri="{FF2B5EF4-FFF2-40B4-BE49-F238E27FC236}">
                <a16:creationId xmlns:a16="http://schemas.microsoft.com/office/drawing/2014/main" id="{D194CDED-C23E-479E-B978-F3FFB788A7E9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14247" y="5675909"/>
            <a:ext cx="914400" cy="914400"/>
          </a:xfrm>
          <a:prstGeom prst="rect">
            <a:avLst/>
          </a:prstGeom>
        </p:spPr>
      </p:pic>
      <p:pic>
        <p:nvPicPr>
          <p:cNvPr id="543" name="Graphique 542" descr="Scène de colline avec un remplissage uni">
            <a:extLst>
              <a:ext uri="{FF2B5EF4-FFF2-40B4-BE49-F238E27FC236}">
                <a16:creationId xmlns:a16="http://schemas.microsoft.com/office/drawing/2014/main" id="{F17909A8-1083-49DD-96E4-D1EBF5E29BDA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2960182" y="5690916"/>
            <a:ext cx="914400" cy="914400"/>
          </a:xfrm>
          <a:prstGeom prst="rect">
            <a:avLst/>
          </a:prstGeom>
        </p:spPr>
      </p:pic>
      <p:pic>
        <p:nvPicPr>
          <p:cNvPr id="545" name="Graphique 544" descr="Scène d’autoroute avec un remplissage uni">
            <a:extLst>
              <a:ext uri="{FF2B5EF4-FFF2-40B4-BE49-F238E27FC236}">
                <a16:creationId xmlns:a16="http://schemas.microsoft.com/office/drawing/2014/main" id="{F6F07DC5-BBF1-4824-9F2B-C9C33EDDA176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14247" y="4734638"/>
            <a:ext cx="914400" cy="914400"/>
          </a:xfrm>
          <a:prstGeom prst="rect">
            <a:avLst/>
          </a:prstGeom>
        </p:spPr>
      </p:pic>
      <p:pic>
        <p:nvPicPr>
          <p:cNvPr id="547" name="Graphique 546" descr="Route avec un remplissage uni">
            <a:extLst>
              <a:ext uri="{FF2B5EF4-FFF2-40B4-BE49-F238E27FC236}">
                <a16:creationId xmlns:a16="http://schemas.microsoft.com/office/drawing/2014/main" id="{4E6D7933-A53D-4E9D-8F1C-3BEBF3958E9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600500" y="4769683"/>
            <a:ext cx="914400" cy="914400"/>
          </a:xfrm>
          <a:prstGeom prst="rect">
            <a:avLst/>
          </a:prstGeom>
        </p:spPr>
      </p:pic>
      <p:pic>
        <p:nvPicPr>
          <p:cNvPr id="549" name="Graphique 548" descr="Scène tropicale avec un remplissage uni">
            <a:extLst>
              <a:ext uri="{FF2B5EF4-FFF2-40B4-BE49-F238E27FC236}">
                <a16:creationId xmlns:a16="http://schemas.microsoft.com/office/drawing/2014/main" id="{FBC04E0C-1A92-4BA8-9277-413C91D1E6B4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2960182" y="4769683"/>
            <a:ext cx="914400" cy="914400"/>
          </a:xfrm>
          <a:prstGeom prst="rect">
            <a:avLst/>
          </a:prstGeom>
        </p:spPr>
      </p:pic>
      <p:pic>
        <p:nvPicPr>
          <p:cNvPr id="551" name="Graphique 550" descr="Barrière de construction avec un remplissage uni">
            <a:extLst>
              <a:ext uri="{FF2B5EF4-FFF2-40B4-BE49-F238E27FC236}">
                <a16:creationId xmlns:a16="http://schemas.microsoft.com/office/drawing/2014/main" id="{69C991BF-727C-43E7-91D9-17D02298CC73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4509847" y="4722632"/>
            <a:ext cx="914400" cy="914400"/>
          </a:xfrm>
          <a:prstGeom prst="rect">
            <a:avLst/>
          </a:prstGeom>
        </p:spPr>
      </p:pic>
      <p:pic>
        <p:nvPicPr>
          <p:cNvPr id="553" name="Graphique 552" descr="Cigogne avec un remplissage uni">
            <a:extLst>
              <a:ext uri="{FF2B5EF4-FFF2-40B4-BE49-F238E27FC236}">
                <a16:creationId xmlns:a16="http://schemas.microsoft.com/office/drawing/2014/main" id="{F458583C-1766-49AD-919A-FB0D60F5B13F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4501669" y="5716374"/>
            <a:ext cx="914400" cy="914400"/>
          </a:xfrm>
          <a:prstGeom prst="rect">
            <a:avLst/>
          </a:prstGeom>
        </p:spPr>
      </p:pic>
      <p:pic>
        <p:nvPicPr>
          <p:cNvPr id="555" name="Graphique 554" descr="Marteau piqueur avec un remplissage uni">
            <a:extLst>
              <a:ext uri="{FF2B5EF4-FFF2-40B4-BE49-F238E27FC236}">
                <a16:creationId xmlns:a16="http://schemas.microsoft.com/office/drawing/2014/main" id="{79D15EE3-98DE-4538-A27B-4B20FF4D3A78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5638800" y="5191838"/>
            <a:ext cx="914400" cy="914400"/>
          </a:xfrm>
          <a:prstGeom prst="rect">
            <a:avLst/>
          </a:prstGeom>
        </p:spPr>
      </p:pic>
      <p:pic>
        <p:nvPicPr>
          <p:cNvPr id="557" name="Graphique 556" descr="Toque de chef avec un remplissage uni">
            <a:extLst>
              <a:ext uri="{FF2B5EF4-FFF2-40B4-BE49-F238E27FC236}">
                <a16:creationId xmlns:a16="http://schemas.microsoft.com/office/drawing/2014/main" id="{8722288B-FA4D-452E-8E53-9857B0612A41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439612" y="4776516"/>
            <a:ext cx="914400" cy="914400"/>
          </a:xfrm>
          <a:prstGeom prst="rect">
            <a:avLst/>
          </a:prstGeom>
        </p:spPr>
      </p:pic>
      <p:pic>
        <p:nvPicPr>
          <p:cNvPr id="559" name="Graphique 558" descr="Train avec un remplissage uni">
            <a:extLst>
              <a:ext uri="{FF2B5EF4-FFF2-40B4-BE49-F238E27FC236}">
                <a16:creationId xmlns:a16="http://schemas.microsoft.com/office/drawing/2014/main" id="{A844C70A-5ADA-403A-93B3-29A3E58E234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6767753" y="5675909"/>
            <a:ext cx="914400" cy="914400"/>
          </a:xfrm>
          <a:prstGeom prst="rect">
            <a:avLst/>
          </a:prstGeom>
        </p:spPr>
      </p:pic>
      <p:pic>
        <p:nvPicPr>
          <p:cNvPr id="561" name="Graphique 560" descr="Bus avec un remplissage uni">
            <a:extLst>
              <a:ext uri="{FF2B5EF4-FFF2-40B4-BE49-F238E27FC236}">
                <a16:creationId xmlns:a16="http://schemas.microsoft.com/office/drawing/2014/main" id="{07F85894-536D-43C4-9C17-3B772CFFECBA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6775931" y="4679011"/>
            <a:ext cx="914400" cy="914400"/>
          </a:xfrm>
          <a:prstGeom prst="rect">
            <a:avLst/>
          </a:prstGeom>
        </p:spPr>
      </p:pic>
      <p:pic>
        <p:nvPicPr>
          <p:cNvPr id="563" name="Graphique 562" descr="Assiette couverte avec un remplissage uni">
            <a:extLst>
              <a:ext uri="{FF2B5EF4-FFF2-40B4-BE49-F238E27FC236}">
                <a16:creationId xmlns:a16="http://schemas.microsoft.com/office/drawing/2014/main" id="{3AA0E6EF-11A9-4952-BA5A-C0879ADA1142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602406" y="5593863"/>
            <a:ext cx="914400" cy="914400"/>
          </a:xfrm>
          <a:prstGeom prst="rect">
            <a:avLst/>
          </a:prstGeom>
        </p:spPr>
      </p:pic>
      <p:pic>
        <p:nvPicPr>
          <p:cNvPr id="565" name="Graphique 564" descr="Noix de coco avec un remplissage uni">
            <a:extLst>
              <a:ext uri="{FF2B5EF4-FFF2-40B4-BE49-F238E27FC236}">
                <a16:creationId xmlns:a16="http://schemas.microsoft.com/office/drawing/2014/main" id="{1088C897-3C96-4922-BCA6-B2BAFAADA519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0739025" y="4800298"/>
            <a:ext cx="914400" cy="914400"/>
          </a:xfrm>
          <a:prstGeom prst="rect">
            <a:avLst/>
          </a:prstGeom>
        </p:spPr>
      </p:pic>
      <p:pic>
        <p:nvPicPr>
          <p:cNvPr id="567" name="Graphique 566" descr="Création de récits avec un remplissage uni">
            <a:extLst>
              <a:ext uri="{FF2B5EF4-FFF2-40B4-BE49-F238E27FC236}">
                <a16:creationId xmlns:a16="http://schemas.microsoft.com/office/drawing/2014/main" id="{97379F11-B0F8-4813-A914-47D4356AF803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242232" y="302205"/>
            <a:ext cx="1687006" cy="168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0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2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Scène de château avec un remplissage uni">
            <a:extLst>
              <a:ext uri="{FF2B5EF4-FFF2-40B4-BE49-F238E27FC236}">
                <a16:creationId xmlns:a16="http://schemas.microsoft.com/office/drawing/2014/main" id="{F66ACC85-896A-4FC0-8AB2-4CDA40A1F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2206" y="1158969"/>
            <a:ext cx="914400" cy="914400"/>
          </a:xfrm>
          <a:prstGeom prst="rect">
            <a:avLst/>
          </a:prstGeom>
        </p:spPr>
      </p:pic>
      <p:pic>
        <p:nvPicPr>
          <p:cNvPr id="7" name="Graphique 6" descr="Pyramide avec un remplissage uni">
            <a:extLst>
              <a:ext uri="{FF2B5EF4-FFF2-40B4-BE49-F238E27FC236}">
                <a16:creationId xmlns:a16="http://schemas.microsoft.com/office/drawing/2014/main" id="{429C601E-8587-4D93-B5D4-46C2B2A73D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011" y="1158969"/>
            <a:ext cx="914400" cy="914400"/>
          </a:xfrm>
          <a:prstGeom prst="rect">
            <a:avLst/>
          </a:prstGeom>
        </p:spPr>
      </p:pic>
      <p:pic>
        <p:nvPicPr>
          <p:cNvPr id="9" name="Graphique 8" descr="Temple grec avec un remplissage uni">
            <a:extLst>
              <a:ext uri="{FF2B5EF4-FFF2-40B4-BE49-F238E27FC236}">
                <a16:creationId xmlns:a16="http://schemas.microsoft.com/office/drawing/2014/main" id="{10EA5CBD-0334-4F54-B259-8CFAABFF75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8535" y="244569"/>
            <a:ext cx="914400" cy="914400"/>
          </a:xfrm>
          <a:prstGeom prst="rect">
            <a:avLst/>
          </a:prstGeom>
        </p:spPr>
      </p:pic>
      <p:pic>
        <p:nvPicPr>
          <p:cNvPr id="11" name="Graphique 10" descr="Peinture rupestre avec un remplissage uni">
            <a:extLst>
              <a:ext uri="{FF2B5EF4-FFF2-40B4-BE49-F238E27FC236}">
                <a16:creationId xmlns:a16="http://schemas.microsoft.com/office/drawing/2014/main" id="{5AD0E240-1BB4-4D4D-B0AF-BC837DDD70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880" y="244569"/>
            <a:ext cx="914400" cy="914400"/>
          </a:xfrm>
          <a:prstGeom prst="rect">
            <a:avLst/>
          </a:prstGeom>
        </p:spPr>
      </p:pic>
      <p:pic>
        <p:nvPicPr>
          <p:cNvPr id="13" name="Graphique 12" descr="Usine avec un remplissage uni">
            <a:extLst>
              <a:ext uri="{FF2B5EF4-FFF2-40B4-BE49-F238E27FC236}">
                <a16:creationId xmlns:a16="http://schemas.microsoft.com/office/drawing/2014/main" id="{CEA73846-D4ED-4ADA-BDD8-B353C435C3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61190" y="155453"/>
            <a:ext cx="914400" cy="914400"/>
          </a:xfrm>
          <a:prstGeom prst="rect">
            <a:avLst/>
          </a:prstGeom>
        </p:spPr>
      </p:pic>
      <p:pic>
        <p:nvPicPr>
          <p:cNvPr id="15" name="Graphique 14" descr="Tongs avec un remplissage uni">
            <a:extLst>
              <a:ext uri="{FF2B5EF4-FFF2-40B4-BE49-F238E27FC236}">
                <a16:creationId xmlns:a16="http://schemas.microsoft.com/office/drawing/2014/main" id="{2481C753-021F-4557-AC4F-DC0C05F5BD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16217" y="1152528"/>
            <a:ext cx="914400" cy="914400"/>
          </a:xfrm>
          <a:prstGeom prst="rect">
            <a:avLst/>
          </a:prstGeom>
        </p:spPr>
      </p:pic>
      <p:pic>
        <p:nvPicPr>
          <p:cNvPr id="17" name="Graphique 16" descr="Citrouille d’Halloween avec un remplissage uni">
            <a:extLst>
              <a:ext uri="{FF2B5EF4-FFF2-40B4-BE49-F238E27FC236}">
                <a16:creationId xmlns:a16="http://schemas.microsoft.com/office/drawing/2014/main" id="{574AD880-F48C-44C5-8186-1724808B84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51360" y="1144528"/>
            <a:ext cx="914400" cy="914400"/>
          </a:xfrm>
          <a:prstGeom prst="rect">
            <a:avLst/>
          </a:prstGeom>
        </p:spPr>
      </p:pic>
      <p:pic>
        <p:nvPicPr>
          <p:cNvPr id="19" name="Graphique 18" descr="Arbre de Noël avec un remplissage uni">
            <a:extLst>
              <a:ext uri="{FF2B5EF4-FFF2-40B4-BE49-F238E27FC236}">
                <a16:creationId xmlns:a16="http://schemas.microsoft.com/office/drawing/2014/main" id="{66A85AB4-4DC8-4728-8889-B1EB805AD16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86503" y="1144528"/>
            <a:ext cx="914400" cy="914400"/>
          </a:xfrm>
          <a:prstGeom prst="rect">
            <a:avLst/>
          </a:prstGeom>
        </p:spPr>
      </p:pic>
      <p:pic>
        <p:nvPicPr>
          <p:cNvPr id="21" name="Graphique 20" descr="Calendrier journalier avec un remplissage uni">
            <a:extLst>
              <a:ext uri="{FF2B5EF4-FFF2-40B4-BE49-F238E27FC236}">
                <a16:creationId xmlns:a16="http://schemas.microsoft.com/office/drawing/2014/main" id="{C3DDBF5D-DC7D-4284-8CB4-1B3148FB16E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14566" y="183009"/>
            <a:ext cx="914400" cy="914400"/>
          </a:xfrm>
          <a:prstGeom prst="rect">
            <a:avLst/>
          </a:prstGeom>
        </p:spPr>
      </p:pic>
      <p:pic>
        <p:nvPicPr>
          <p:cNvPr id="23" name="Graphique 22" descr="Production avec un remplissage uni">
            <a:extLst>
              <a:ext uri="{FF2B5EF4-FFF2-40B4-BE49-F238E27FC236}">
                <a16:creationId xmlns:a16="http://schemas.microsoft.com/office/drawing/2014/main" id="{AF344D50-8121-4CEB-8B2A-7EDDA5992F8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17780" y="1174786"/>
            <a:ext cx="914400" cy="914400"/>
          </a:xfrm>
          <a:prstGeom prst="rect">
            <a:avLst/>
          </a:prstGeom>
        </p:spPr>
      </p:pic>
      <p:pic>
        <p:nvPicPr>
          <p:cNvPr id="26" name="Graphique 25" descr="Loup avec un remplissage uni">
            <a:extLst>
              <a:ext uri="{FF2B5EF4-FFF2-40B4-BE49-F238E27FC236}">
                <a16:creationId xmlns:a16="http://schemas.microsoft.com/office/drawing/2014/main" id="{FAA7699C-9468-4278-8CE3-2A1A2993221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31114" y="262257"/>
            <a:ext cx="914400" cy="914400"/>
          </a:xfrm>
          <a:prstGeom prst="rect">
            <a:avLst/>
          </a:prstGeom>
        </p:spPr>
      </p:pic>
      <p:pic>
        <p:nvPicPr>
          <p:cNvPr id="28" name="Graphique 27" descr="Chauve-souris avec un remplissage uni">
            <a:extLst>
              <a:ext uri="{FF2B5EF4-FFF2-40B4-BE49-F238E27FC236}">
                <a16:creationId xmlns:a16="http://schemas.microsoft.com/office/drawing/2014/main" id="{F7EE7664-5F3E-4223-AF68-6D7E243E053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819789" y="1144528"/>
            <a:ext cx="914400" cy="914400"/>
          </a:xfrm>
          <a:prstGeom prst="rect">
            <a:avLst/>
          </a:prstGeom>
        </p:spPr>
      </p:pic>
      <p:pic>
        <p:nvPicPr>
          <p:cNvPr id="37" name="Graphique 36" descr="Dragon avec un remplissage uni">
            <a:extLst>
              <a:ext uri="{FF2B5EF4-FFF2-40B4-BE49-F238E27FC236}">
                <a16:creationId xmlns:a16="http://schemas.microsoft.com/office/drawing/2014/main" id="{73C207FC-E470-4C36-AE61-27E81E1D184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9885" y="3343274"/>
            <a:ext cx="914400" cy="914400"/>
          </a:xfrm>
          <a:prstGeom prst="rect">
            <a:avLst/>
          </a:prstGeom>
        </p:spPr>
      </p:pic>
      <p:pic>
        <p:nvPicPr>
          <p:cNvPr id="30" name="Graphique 29" descr="Excalibur avec un remplissage uni">
            <a:extLst>
              <a:ext uri="{FF2B5EF4-FFF2-40B4-BE49-F238E27FC236}">
                <a16:creationId xmlns:a16="http://schemas.microsoft.com/office/drawing/2014/main" id="{DDF8B6CB-FA49-4B58-B7DB-29C48CED343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49038" y="3290879"/>
            <a:ext cx="914400" cy="914400"/>
          </a:xfrm>
          <a:prstGeom prst="rect">
            <a:avLst/>
          </a:prstGeom>
        </p:spPr>
      </p:pic>
      <p:pic>
        <p:nvPicPr>
          <p:cNvPr id="32" name="Graphique 31" descr="Tour médiévale avec un remplissage uni">
            <a:extLst>
              <a:ext uri="{FF2B5EF4-FFF2-40B4-BE49-F238E27FC236}">
                <a16:creationId xmlns:a16="http://schemas.microsoft.com/office/drawing/2014/main" id="{2C8F8164-9011-4525-88A7-7EAB61C3057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46212" y="2567629"/>
            <a:ext cx="914400" cy="914400"/>
          </a:xfrm>
          <a:prstGeom prst="rect">
            <a:avLst/>
          </a:prstGeom>
        </p:spPr>
      </p:pic>
      <p:pic>
        <p:nvPicPr>
          <p:cNvPr id="34" name="Graphique 33" descr="Chapeau de magicien avec un remplissage uni">
            <a:extLst>
              <a:ext uri="{FF2B5EF4-FFF2-40B4-BE49-F238E27FC236}">
                <a16:creationId xmlns:a16="http://schemas.microsoft.com/office/drawing/2014/main" id="{687EF9E0-E76B-4F5E-8277-2380F0D4D33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74874" y="260386"/>
            <a:ext cx="914400" cy="914400"/>
          </a:xfrm>
          <a:prstGeom prst="rect">
            <a:avLst/>
          </a:prstGeom>
        </p:spPr>
      </p:pic>
      <p:pic>
        <p:nvPicPr>
          <p:cNvPr id="36" name="Graphique 35" descr="Bâtiment avec un remplissage uni">
            <a:extLst>
              <a:ext uri="{FF2B5EF4-FFF2-40B4-BE49-F238E27FC236}">
                <a16:creationId xmlns:a16="http://schemas.microsoft.com/office/drawing/2014/main" id="{60BF2D78-08EF-403B-BBCF-58070A80649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52674" y="2644588"/>
            <a:ext cx="1613086" cy="16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63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Version simplifiée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4972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29327-2381-442F-9225-CE5E22F6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Version simplifiée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11BDC9-C027-471F-B269-6587FD84B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9800" cy="4351338"/>
          </a:xfrm>
        </p:spPr>
        <p:txBody>
          <a:bodyPr/>
          <a:lstStyle/>
          <a:p>
            <a:r>
              <a:rPr lang="fr-FR" dirty="0"/>
              <a:t>Plus lisible à des niveaux de zoom faible</a:t>
            </a:r>
          </a:p>
          <a:p>
            <a:r>
              <a:rPr lang="fr-FR" dirty="0"/>
              <a:t>Moins de détails sur les combinaisons</a:t>
            </a:r>
          </a:p>
          <a:p>
            <a:r>
              <a:rPr lang="fr-FR" dirty="0"/>
              <a:t>Constitue le « recto » des cartes (les cartes V1 constituant le verso)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5680B8-9C53-4345-89FC-C4D0C7657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2564" y="602343"/>
            <a:ext cx="4041236" cy="565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25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Objectifs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7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de l’extension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lnSpcReduction="10000"/>
          </a:bodyPr>
          <a:lstStyle/>
          <a:p>
            <a:r>
              <a:rPr lang="fr-FR" dirty="0"/>
              <a:t>L’extension « Objectifs » a pour but de pouvoir qualifier plus facilement les objectifs d’un atelier en donnant des cas courants d’objectifs, qu’il faudra bien sûr adapter au contexte</a:t>
            </a:r>
          </a:p>
          <a:p>
            <a:endParaRPr lang="fr-FR" dirty="0"/>
          </a:p>
          <a:p>
            <a:r>
              <a:rPr lang="fr-FR" dirty="0"/>
              <a:t>L’extension objectifs se décline en plusieurs aspects</a:t>
            </a:r>
          </a:p>
          <a:p>
            <a:pPr lvl="1"/>
            <a:r>
              <a:rPr lang="fr-FR" dirty="0"/>
              <a:t>Le </a:t>
            </a:r>
            <a:r>
              <a:rPr lang="fr-FR" b="1" dirty="0">
                <a:solidFill>
                  <a:srgbClr val="FDD6FF"/>
                </a:solidFill>
              </a:rPr>
              <a:t>Deck « Ressenti cible » </a:t>
            </a:r>
            <a:r>
              <a:rPr lang="fr-FR" dirty="0"/>
              <a:t>qui concerne ce qu’on souhaite déclencher comme sentiments chez les participants</a:t>
            </a:r>
          </a:p>
          <a:p>
            <a:pPr lvl="1"/>
            <a:r>
              <a:rPr lang="fr-FR" dirty="0"/>
              <a:t>Le</a:t>
            </a:r>
            <a:r>
              <a:rPr lang="fr-FR" dirty="0">
                <a:highlight>
                  <a:srgbClr val="000000"/>
                </a:highlight>
              </a:rPr>
              <a:t> </a:t>
            </a:r>
            <a:r>
              <a:rPr lang="fr-FR" b="1" dirty="0">
                <a:solidFill>
                  <a:schemeClr val="bg1"/>
                </a:solidFill>
                <a:highlight>
                  <a:srgbClr val="000000"/>
                </a:highlight>
              </a:rPr>
              <a:t>Deck « Résultat opérationnel » </a:t>
            </a:r>
            <a:r>
              <a:rPr lang="fr-FR" dirty="0"/>
              <a:t>qui concerne ce qu’on souhaite atteindre d’un point de vue opérationnel (livrables, règles, processus, …)</a:t>
            </a:r>
          </a:p>
          <a:p>
            <a:pPr lvl="1"/>
            <a:r>
              <a:rPr lang="fr-FR" dirty="0"/>
              <a:t>Le plateau complémentaire « Objectifs » qui qualifie l’avant, le pendant et l’après atelier</a:t>
            </a:r>
          </a:p>
        </p:txBody>
      </p:sp>
    </p:spTree>
    <p:extLst>
      <p:ext uri="{BB962C8B-B14F-4D97-AF65-F5344CB8AC3E}">
        <p14:creationId xmlns:p14="http://schemas.microsoft.com/office/powerpoint/2010/main" val="22573846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8981A8E-982E-43EC-8FCE-5A5EACC94DB0}"/>
              </a:ext>
            </a:extLst>
          </p:cNvPr>
          <p:cNvSpPr/>
          <p:nvPr/>
        </p:nvSpPr>
        <p:spPr>
          <a:xfrm>
            <a:off x="167122" y="3056709"/>
            <a:ext cx="9281678" cy="231648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930A50-C56F-46F0-BD05-F8DF2B11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Plateau « objectifs »</a:t>
            </a:r>
            <a:br>
              <a:rPr lang="fr-FR" dirty="0"/>
            </a:b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69722-EF6E-4DB3-B33E-BB21AD7923B2}"/>
              </a:ext>
            </a:extLst>
          </p:cNvPr>
          <p:cNvSpPr/>
          <p:nvPr/>
        </p:nvSpPr>
        <p:spPr>
          <a:xfrm>
            <a:off x="167121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5C12C-D6DC-406D-83B7-155488E68030}"/>
              </a:ext>
            </a:extLst>
          </p:cNvPr>
          <p:cNvSpPr/>
          <p:nvPr/>
        </p:nvSpPr>
        <p:spPr>
          <a:xfrm>
            <a:off x="167121" y="4264454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29544-2660-4DDE-80C1-7859F49DBB2D}"/>
              </a:ext>
            </a:extLst>
          </p:cNvPr>
          <p:cNvSpPr/>
          <p:nvPr/>
        </p:nvSpPr>
        <p:spPr>
          <a:xfrm>
            <a:off x="4528456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5A5FC-A647-4645-BD80-D379FD02C72A}"/>
              </a:ext>
            </a:extLst>
          </p:cNvPr>
          <p:cNvSpPr/>
          <p:nvPr/>
        </p:nvSpPr>
        <p:spPr>
          <a:xfrm>
            <a:off x="4528456" y="4264454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9A3F9-2281-4347-89DF-E7F92653990E}"/>
              </a:ext>
            </a:extLst>
          </p:cNvPr>
          <p:cNvSpPr/>
          <p:nvPr/>
        </p:nvSpPr>
        <p:spPr>
          <a:xfrm>
            <a:off x="9124926" y="2428466"/>
            <a:ext cx="2899955" cy="3538934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690FBC-0E61-4467-8A7A-DF0733DFC255}"/>
              </a:ext>
            </a:extLst>
          </p:cNvPr>
          <p:cNvSpPr txBox="1"/>
          <p:nvPr/>
        </p:nvSpPr>
        <p:spPr>
          <a:xfrm>
            <a:off x="636706" y="1954979"/>
            <a:ext cx="171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AVANT L’ATELIER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1EFD6B-BEB7-436D-9801-44AC9847A8F2}"/>
              </a:ext>
            </a:extLst>
          </p:cNvPr>
          <p:cNvSpPr txBox="1"/>
          <p:nvPr/>
        </p:nvSpPr>
        <p:spPr>
          <a:xfrm>
            <a:off x="4860279" y="1936653"/>
            <a:ext cx="1992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PENDANT L’ATELIER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DE81DF9-BC98-4A97-9DF2-6A3E1F2A50B0}"/>
              </a:ext>
            </a:extLst>
          </p:cNvPr>
          <p:cNvSpPr txBox="1"/>
          <p:nvPr/>
        </p:nvSpPr>
        <p:spPr>
          <a:xfrm>
            <a:off x="9587465" y="1921022"/>
            <a:ext cx="167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APRÈS L’ATELIER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0DE6B4-6890-4B09-82D5-B675EAB898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6094850"/>
            <a:ext cx="658014" cy="63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562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8981A8E-982E-43EC-8FCE-5A5EACC94DB0}"/>
              </a:ext>
            </a:extLst>
          </p:cNvPr>
          <p:cNvSpPr/>
          <p:nvPr/>
        </p:nvSpPr>
        <p:spPr>
          <a:xfrm>
            <a:off x="167122" y="3056709"/>
            <a:ext cx="9281678" cy="231648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930A50-C56F-46F0-BD05-F8DF2B11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Plateau « objectifs »</a:t>
            </a:r>
            <a:br>
              <a:rPr lang="fr-FR" dirty="0"/>
            </a:br>
            <a:r>
              <a:rPr lang="fr-FR" dirty="0"/>
              <a:t>Exemple d’usage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69722-EF6E-4DB3-B33E-BB21AD7923B2}"/>
              </a:ext>
            </a:extLst>
          </p:cNvPr>
          <p:cNvSpPr/>
          <p:nvPr/>
        </p:nvSpPr>
        <p:spPr>
          <a:xfrm>
            <a:off x="167121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45C12C-D6DC-406D-83B7-155488E68030}"/>
              </a:ext>
            </a:extLst>
          </p:cNvPr>
          <p:cNvSpPr/>
          <p:nvPr/>
        </p:nvSpPr>
        <p:spPr>
          <a:xfrm>
            <a:off x="167121" y="4522730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29544-2660-4DDE-80C1-7859F49DBB2D}"/>
              </a:ext>
            </a:extLst>
          </p:cNvPr>
          <p:cNvSpPr/>
          <p:nvPr/>
        </p:nvSpPr>
        <p:spPr>
          <a:xfrm>
            <a:off x="4528456" y="2428466"/>
            <a:ext cx="2899955" cy="1700917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ABSOLUMENT NÉCESSAIRE</a:t>
            </a:r>
          </a:p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5A5FC-A647-4645-BD80-D379FD02C72A}"/>
              </a:ext>
            </a:extLst>
          </p:cNvPr>
          <p:cNvSpPr/>
          <p:nvPr/>
        </p:nvSpPr>
        <p:spPr>
          <a:xfrm>
            <a:off x="4528456" y="4522730"/>
            <a:ext cx="2899955" cy="1700917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9A3F9-2281-4347-89DF-E7F92653990E}"/>
              </a:ext>
            </a:extLst>
          </p:cNvPr>
          <p:cNvSpPr/>
          <p:nvPr/>
        </p:nvSpPr>
        <p:spPr>
          <a:xfrm>
            <a:off x="9117880" y="2428467"/>
            <a:ext cx="2899955" cy="3797210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IDÉALEMENT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690FBC-0E61-4467-8A7A-DF0733DFC255}"/>
              </a:ext>
            </a:extLst>
          </p:cNvPr>
          <p:cNvSpPr txBox="1"/>
          <p:nvPr/>
        </p:nvSpPr>
        <p:spPr>
          <a:xfrm>
            <a:off x="636706" y="1954979"/>
            <a:ext cx="171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AVANT L’ATELIER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1EFD6B-BEB7-436D-9801-44AC9847A8F2}"/>
              </a:ext>
            </a:extLst>
          </p:cNvPr>
          <p:cNvSpPr txBox="1"/>
          <p:nvPr/>
        </p:nvSpPr>
        <p:spPr>
          <a:xfrm>
            <a:off x="4860279" y="1936653"/>
            <a:ext cx="1992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PENDANT L’ATELIER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DE81DF9-BC98-4A97-9DF2-6A3E1F2A50B0}"/>
              </a:ext>
            </a:extLst>
          </p:cNvPr>
          <p:cNvSpPr txBox="1"/>
          <p:nvPr/>
        </p:nvSpPr>
        <p:spPr>
          <a:xfrm>
            <a:off x="9815283" y="1928654"/>
            <a:ext cx="167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APRÈS L’ATELIER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40DE6B4-6890-4B09-82D5-B675EAB898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1698" y="365125"/>
            <a:ext cx="1217194" cy="1174234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9C352F83-DC2F-4753-9B09-DA293A177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635" y="2950525"/>
            <a:ext cx="804636" cy="1125612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5028BC4E-7305-4E6F-A7E0-AD8306BEE9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977" y="2934748"/>
            <a:ext cx="804636" cy="1125611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3C673396-EAC5-45D8-BBB8-5AD344EFC9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7586" y="5056013"/>
            <a:ext cx="1061408" cy="1484811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C19221C1-A493-4106-8F6E-FEC05F912A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7857" y="5056012"/>
            <a:ext cx="1061408" cy="1484812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54C5AF3-2BAA-4616-8745-C42B73E402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6545" y="5056011"/>
            <a:ext cx="1061409" cy="148481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D960D1A-302D-4082-A58E-2EEA5750696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4602" y="2852554"/>
            <a:ext cx="1043352" cy="1459553"/>
          </a:xfrm>
          <a:prstGeom prst="rect">
            <a:avLst/>
          </a:prstGeom>
        </p:spPr>
      </p:pic>
      <p:pic>
        <p:nvPicPr>
          <p:cNvPr id="27" name="Image 26" descr="Une image contenant texte&#10;&#10;Description générée automatiquement">
            <a:extLst>
              <a:ext uri="{FF2B5EF4-FFF2-40B4-BE49-F238E27FC236}">
                <a16:creationId xmlns:a16="http://schemas.microsoft.com/office/drawing/2014/main" id="{D346F055-EDAD-4A99-852F-48EF36ACB00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1106" y="5056011"/>
            <a:ext cx="1061408" cy="1484811"/>
          </a:xfrm>
          <a:prstGeom prst="rect">
            <a:avLst/>
          </a:prstGeom>
        </p:spPr>
      </p:pic>
      <p:pic>
        <p:nvPicPr>
          <p:cNvPr id="29" name="Image 28" descr="Une image contenant texte&#10;&#10;Description générée automatiquement">
            <a:extLst>
              <a:ext uri="{FF2B5EF4-FFF2-40B4-BE49-F238E27FC236}">
                <a16:creationId xmlns:a16="http://schemas.microsoft.com/office/drawing/2014/main" id="{4005DBD6-F1E6-40E6-9FB3-AC53F9B50BD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3366" y="2850373"/>
            <a:ext cx="1060231" cy="1483165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8F282615-DDBD-45B7-94D0-E878ACE48AC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2148" y="2934748"/>
            <a:ext cx="804636" cy="1125611"/>
          </a:xfrm>
          <a:prstGeom prst="rect">
            <a:avLst/>
          </a:prstGeom>
        </p:spPr>
      </p:pic>
      <p:pic>
        <p:nvPicPr>
          <p:cNvPr id="33" name="Image 3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49A495E-D600-43FE-A9A1-A0526022282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281" y="5056011"/>
            <a:ext cx="1061407" cy="1484811"/>
          </a:xfrm>
          <a:prstGeom prst="rect">
            <a:avLst/>
          </a:prstGeom>
        </p:spPr>
      </p:pic>
      <p:pic>
        <p:nvPicPr>
          <p:cNvPr id="35" name="Image 34" descr="Une image contenant texte&#10;&#10;Description générée automatiquement">
            <a:extLst>
              <a:ext uri="{FF2B5EF4-FFF2-40B4-BE49-F238E27FC236}">
                <a16:creationId xmlns:a16="http://schemas.microsoft.com/office/drawing/2014/main" id="{180826D2-5F28-431B-9CAE-54A4C23AAF6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82694" y="2893694"/>
            <a:ext cx="1061409" cy="148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476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Deck « Résultat cible»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cadrer ce que vous souhaitez que les participants atteignent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Utilisable dans le plateau classique et le plateau objectif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Aide à mieux choisir les activités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cartes peuvent couvrir des sujets proches ou qui se recoupent. La grande variété permet de mieux s’adapter aux formulations naturelles de chacun.</a:t>
            </a:r>
          </a:p>
        </p:txBody>
      </p:sp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C3213751-570A-4B75-AD23-F42DE17CD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5828" y="404883"/>
            <a:ext cx="4323541" cy="604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84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Deck « Ressenti cible »</a:t>
            </a:r>
          </a:p>
        </p:txBody>
      </p:sp>
      <p:pic>
        <p:nvPicPr>
          <p:cNvPr id="5" name="Espace réservé du contenu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E191C9AB-4E81-406F-AC39-B99507873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1657" y="391967"/>
            <a:ext cx="4342006" cy="6074065"/>
          </a:xfr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6"/>
            <a:ext cx="5970394" cy="3350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cadrer ce que vous souhaitez que les participants ressentent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Utilisable dans le plateau classique et le plateau objectif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Aide à mieux choisir les activités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cartes peuvent couvrir des sujets proches ou qui se recoupent. La grande variété permet de mieux s’adapter aux formulations naturelles de chacun.</a:t>
            </a:r>
          </a:p>
        </p:txBody>
      </p:sp>
    </p:spTree>
    <p:extLst>
      <p:ext uri="{BB962C8B-B14F-4D97-AF65-F5344CB8AC3E}">
        <p14:creationId xmlns:p14="http://schemas.microsoft.com/office/powerpoint/2010/main" val="734514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Ressenti cible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211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Rose des vents avec un remplissage uni">
            <a:extLst>
              <a:ext uri="{FF2B5EF4-FFF2-40B4-BE49-F238E27FC236}">
                <a16:creationId xmlns:a16="http://schemas.microsoft.com/office/drawing/2014/main" id="{5C57AEAC-627D-4777-B3E6-E2FE660B0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9387" y="278430"/>
            <a:ext cx="1772696" cy="1772696"/>
          </a:xfrm>
          <a:prstGeom prst="rect">
            <a:avLst/>
          </a:prstGeom>
        </p:spPr>
      </p:pic>
      <p:pic>
        <p:nvPicPr>
          <p:cNvPr id="6" name="Graphique 5" descr="Cadeau avec un remplissage uni">
            <a:extLst>
              <a:ext uri="{FF2B5EF4-FFF2-40B4-BE49-F238E27FC236}">
                <a16:creationId xmlns:a16="http://schemas.microsoft.com/office/drawing/2014/main" id="{476BCE63-6F63-4326-89F7-A4B686DFA1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2213" y="278430"/>
            <a:ext cx="1607574" cy="1607574"/>
          </a:xfrm>
          <a:prstGeom prst="rect">
            <a:avLst/>
          </a:prstGeom>
        </p:spPr>
      </p:pic>
      <p:pic>
        <p:nvPicPr>
          <p:cNvPr id="10" name="Graphique 9" descr="Réussite du groupe avec un remplissage uni">
            <a:extLst>
              <a:ext uri="{FF2B5EF4-FFF2-40B4-BE49-F238E27FC236}">
                <a16:creationId xmlns:a16="http://schemas.microsoft.com/office/drawing/2014/main" id="{39F7DC01-28A9-49A3-996B-703DB6A94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9249" y="198096"/>
            <a:ext cx="1933364" cy="1933364"/>
          </a:xfrm>
          <a:prstGeom prst="rect">
            <a:avLst/>
          </a:prstGeom>
        </p:spPr>
      </p:pic>
      <p:pic>
        <p:nvPicPr>
          <p:cNvPr id="18" name="Graphique 17" descr="Méditation avec un remplissage uni">
            <a:extLst>
              <a:ext uri="{FF2B5EF4-FFF2-40B4-BE49-F238E27FC236}">
                <a16:creationId xmlns:a16="http://schemas.microsoft.com/office/drawing/2014/main" id="{107274A8-6F87-4173-960E-C531AAFB36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9387" y="2639961"/>
            <a:ext cx="1578078" cy="1578078"/>
          </a:xfrm>
          <a:prstGeom prst="rect">
            <a:avLst/>
          </a:prstGeom>
        </p:spPr>
      </p:pic>
      <p:pic>
        <p:nvPicPr>
          <p:cNvPr id="27" name="Graphique 26" descr="Confiserie avec un remplissage uni">
            <a:extLst>
              <a:ext uri="{FF2B5EF4-FFF2-40B4-BE49-F238E27FC236}">
                <a16:creationId xmlns:a16="http://schemas.microsoft.com/office/drawing/2014/main" id="{6E5C4F74-121C-4CA5-8125-D9D5B48592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4357" y="2592609"/>
            <a:ext cx="1625430" cy="1625430"/>
          </a:xfrm>
          <a:prstGeom prst="rect">
            <a:avLst/>
          </a:prstGeom>
        </p:spPr>
      </p:pic>
      <p:pic>
        <p:nvPicPr>
          <p:cNvPr id="31" name="Graphique 30" descr="Hamac avec un remplissage uni">
            <a:extLst>
              <a:ext uri="{FF2B5EF4-FFF2-40B4-BE49-F238E27FC236}">
                <a16:creationId xmlns:a16="http://schemas.microsoft.com/office/drawing/2014/main" id="{825EC7A6-B8AC-4BF2-85EC-60A4ECCE38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71305" y="2592609"/>
            <a:ext cx="1509251" cy="1509251"/>
          </a:xfrm>
          <a:prstGeom prst="rect">
            <a:avLst/>
          </a:prstGeom>
        </p:spPr>
      </p:pic>
      <p:pic>
        <p:nvPicPr>
          <p:cNvPr id="35" name="Graphique 34" descr="Aspiration avec un remplissage uni">
            <a:extLst>
              <a:ext uri="{FF2B5EF4-FFF2-40B4-BE49-F238E27FC236}">
                <a16:creationId xmlns:a16="http://schemas.microsoft.com/office/drawing/2014/main" id="{0DF540E1-F7D3-447B-8BEA-31868F4860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2574" y="4814679"/>
            <a:ext cx="1764891" cy="1764891"/>
          </a:xfrm>
          <a:prstGeom prst="rect">
            <a:avLst/>
          </a:prstGeom>
        </p:spPr>
      </p:pic>
      <p:pic>
        <p:nvPicPr>
          <p:cNvPr id="39" name="Graphique 38" descr="Aspiration avec un remplissage uni">
            <a:extLst>
              <a:ext uri="{FF2B5EF4-FFF2-40B4-BE49-F238E27FC236}">
                <a16:creationId xmlns:a16="http://schemas.microsoft.com/office/drawing/2014/main" id="{B9F2FD04-DB02-483E-916E-69080FC394B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15355" y="4852455"/>
            <a:ext cx="1727115" cy="1727115"/>
          </a:xfrm>
          <a:prstGeom prst="rect">
            <a:avLst/>
          </a:prstGeom>
        </p:spPr>
      </p:pic>
      <p:pic>
        <p:nvPicPr>
          <p:cNvPr id="41" name="Graphique 40" descr="Conférencier avec un remplissage uni">
            <a:extLst>
              <a:ext uri="{FF2B5EF4-FFF2-40B4-BE49-F238E27FC236}">
                <a16:creationId xmlns:a16="http://schemas.microsoft.com/office/drawing/2014/main" id="{B5F854E0-BE4B-4F55-BC48-C2B283B395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149064" y="4814679"/>
            <a:ext cx="1843549" cy="1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83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Main ouverte avec une plante avec un remplissage uni">
            <a:extLst>
              <a:ext uri="{FF2B5EF4-FFF2-40B4-BE49-F238E27FC236}">
                <a16:creationId xmlns:a16="http://schemas.microsoft.com/office/drawing/2014/main" id="{FAE66EE1-ECE9-44D0-8AE5-4262227A5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640" y="198759"/>
            <a:ext cx="1932038" cy="1932038"/>
          </a:xfrm>
          <a:prstGeom prst="rect">
            <a:avLst/>
          </a:prstGeom>
        </p:spPr>
      </p:pic>
      <p:pic>
        <p:nvPicPr>
          <p:cNvPr id="7" name="Graphique 6" descr="Colombe avec un remplissage uni">
            <a:extLst>
              <a:ext uri="{FF2B5EF4-FFF2-40B4-BE49-F238E27FC236}">
                <a16:creationId xmlns:a16="http://schemas.microsoft.com/office/drawing/2014/main" id="{E06AD8BC-125A-4B10-B47C-14648FEAA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6286" y="121783"/>
            <a:ext cx="1572028" cy="1572028"/>
          </a:xfrm>
          <a:prstGeom prst="rect">
            <a:avLst/>
          </a:prstGeom>
        </p:spPr>
      </p:pic>
      <p:pic>
        <p:nvPicPr>
          <p:cNvPr id="9" name="Graphique 8" descr="Globe terrestre : Europe et Afrique avec un remplissage uni">
            <a:extLst>
              <a:ext uri="{FF2B5EF4-FFF2-40B4-BE49-F238E27FC236}">
                <a16:creationId xmlns:a16="http://schemas.microsoft.com/office/drawing/2014/main" id="{0DE63146-8FCA-4D92-AE90-052B9D1156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12310" y="370823"/>
            <a:ext cx="1587910" cy="1587910"/>
          </a:xfrm>
          <a:prstGeom prst="rect">
            <a:avLst/>
          </a:prstGeom>
        </p:spPr>
      </p:pic>
      <p:pic>
        <p:nvPicPr>
          <p:cNvPr id="12" name="Graphique 11" descr="Création de récits avec un remplissage uni">
            <a:extLst>
              <a:ext uri="{FF2B5EF4-FFF2-40B4-BE49-F238E27FC236}">
                <a16:creationId xmlns:a16="http://schemas.microsoft.com/office/drawing/2014/main" id="{AFFAEE81-5167-4981-99A2-855386C80D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1549" y="2526889"/>
            <a:ext cx="1804219" cy="1804219"/>
          </a:xfrm>
          <a:prstGeom prst="rect">
            <a:avLst/>
          </a:prstGeom>
        </p:spPr>
      </p:pic>
      <p:pic>
        <p:nvPicPr>
          <p:cNvPr id="16" name="Graphique 15" descr="Jauge avec un remplissage uni">
            <a:extLst>
              <a:ext uri="{FF2B5EF4-FFF2-40B4-BE49-F238E27FC236}">
                <a16:creationId xmlns:a16="http://schemas.microsoft.com/office/drawing/2014/main" id="{1C1B58A3-0EC3-4D68-97AE-1E8C8A6D4D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1600" y="2578793"/>
            <a:ext cx="1700414" cy="1700414"/>
          </a:xfrm>
          <a:prstGeom prst="rect">
            <a:avLst/>
          </a:prstGeom>
        </p:spPr>
      </p:pic>
      <p:pic>
        <p:nvPicPr>
          <p:cNvPr id="19" name="Graphique 18" descr="Escargot avec un remplissage uni">
            <a:extLst>
              <a:ext uri="{FF2B5EF4-FFF2-40B4-BE49-F238E27FC236}">
                <a16:creationId xmlns:a16="http://schemas.microsoft.com/office/drawing/2014/main" id="{31A5B9EC-37F6-4867-8312-A5CE6F90FB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07194" y="2586568"/>
            <a:ext cx="1798141" cy="1798141"/>
          </a:xfrm>
          <a:prstGeom prst="rect">
            <a:avLst/>
          </a:prstGeom>
        </p:spPr>
      </p:pic>
      <p:pic>
        <p:nvPicPr>
          <p:cNvPr id="21" name="Graphique 20" descr="Mégaphone avec un remplissage uni">
            <a:extLst>
              <a:ext uri="{FF2B5EF4-FFF2-40B4-BE49-F238E27FC236}">
                <a16:creationId xmlns:a16="http://schemas.microsoft.com/office/drawing/2014/main" id="{8FDF11B3-8A3D-4050-80C5-51E83B774B6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1549" y="4802151"/>
            <a:ext cx="1804219" cy="1804219"/>
          </a:xfrm>
          <a:prstGeom prst="rect">
            <a:avLst/>
          </a:prstGeom>
        </p:spPr>
      </p:pic>
      <p:pic>
        <p:nvPicPr>
          <p:cNvPr id="23" name="Graphique 22" descr="Maison rénovée (avec étincelles) avec un remplissage uni">
            <a:extLst>
              <a:ext uri="{FF2B5EF4-FFF2-40B4-BE49-F238E27FC236}">
                <a16:creationId xmlns:a16="http://schemas.microsoft.com/office/drawing/2014/main" id="{51619010-F882-4CBD-BD48-017757BD717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31044" y="4855512"/>
            <a:ext cx="1729911" cy="1729911"/>
          </a:xfrm>
          <a:prstGeom prst="rect">
            <a:avLst/>
          </a:prstGeom>
        </p:spPr>
      </p:pic>
      <p:pic>
        <p:nvPicPr>
          <p:cNvPr id="26" name="Graphique 25" descr="Médaille avec un remplissage uni">
            <a:extLst>
              <a:ext uri="{FF2B5EF4-FFF2-40B4-BE49-F238E27FC236}">
                <a16:creationId xmlns:a16="http://schemas.microsoft.com/office/drawing/2014/main" id="{006B18FB-B4E2-4998-A619-920292960D9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07195" y="4794152"/>
            <a:ext cx="1693025" cy="169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949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4A0939-3B53-4E9B-B94F-EB243319909E}"/>
              </a:ext>
            </a:extLst>
          </p:cNvPr>
          <p:cNvSpPr/>
          <p:nvPr/>
        </p:nvSpPr>
        <p:spPr>
          <a:xfrm>
            <a:off x="776749" y="816077"/>
            <a:ext cx="2831689" cy="373626"/>
          </a:xfrm>
          <a:prstGeom prst="rect">
            <a:avLst/>
          </a:prstGeom>
          <a:solidFill>
            <a:srgbClr val="FDD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B9B37-2C37-4466-9E8A-0B18B1813085}"/>
              </a:ext>
            </a:extLst>
          </p:cNvPr>
          <p:cNvSpPr/>
          <p:nvPr/>
        </p:nvSpPr>
        <p:spPr>
          <a:xfrm>
            <a:off x="699385" y="771487"/>
            <a:ext cx="2977879" cy="477210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634C0FB-E043-4AD9-934C-1BD3B0244D5D}"/>
              </a:ext>
            </a:extLst>
          </p:cNvPr>
          <p:cNvSpPr txBox="1"/>
          <p:nvPr/>
        </p:nvSpPr>
        <p:spPr>
          <a:xfrm>
            <a:off x="2251587" y="1367935"/>
            <a:ext cx="1592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4000" b="1" dirty="0">
                <a:solidFill>
                  <a:srgbClr val="FDD6FF"/>
                </a:solidFill>
              </a:rPr>
              <a:t>100%</a:t>
            </a:r>
          </a:p>
        </p:txBody>
      </p:sp>
      <p:pic>
        <p:nvPicPr>
          <p:cNvPr id="5" name="Graphique 4" descr="Train avec un remplissage uni">
            <a:extLst>
              <a:ext uri="{FF2B5EF4-FFF2-40B4-BE49-F238E27FC236}">
                <a16:creationId xmlns:a16="http://schemas.microsoft.com/office/drawing/2014/main" id="{4F02D437-08CD-4BD3-BD28-16BB4B94B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677" y="317098"/>
            <a:ext cx="1720645" cy="1720645"/>
          </a:xfrm>
          <a:prstGeom prst="rect">
            <a:avLst/>
          </a:prstGeom>
        </p:spPr>
      </p:pic>
      <p:pic>
        <p:nvPicPr>
          <p:cNvPr id="7" name="Graphique 6" descr="Visage en colère avec remplissage uni avec un remplissage uni">
            <a:extLst>
              <a:ext uri="{FF2B5EF4-FFF2-40B4-BE49-F238E27FC236}">
                <a16:creationId xmlns:a16="http://schemas.microsoft.com/office/drawing/2014/main" id="{2BA6926B-6C0C-4E6A-8C93-804FF2457C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3097" y="752161"/>
            <a:ext cx="1231548" cy="1231548"/>
          </a:xfrm>
          <a:prstGeom prst="rect">
            <a:avLst/>
          </a:prstGeom>
        </p:spPr>
      </p:pic>
      <p:pic>
        <p:nvPicPr>
          <p:cNvPr id="9" name="Graphique 8" descr="Poing serré avec un remplissage uni">
            <a:extLst>
              <a:ext uri="{FF2B5EF4-FFF2-40B4-BE49-F238E27FC236}">
                <a16:creationId xmlns:a16="http://schemas.microsoft.com/office/drawing/2014/main" id="{9428158E-D4D6-448D-A99B-C9100D8D93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8319" y="294961"/>
            <a:ext cx="1231548" cy="1231548"/>
          </a:xfrm>
          <a:prstGeom prst="rect">
            <a:avLst/>
          </a:prstGeom>
        </p:spPr>
      </p:pic>
      <p:pic>
        <p:nvPicPr>
          <p:cNvPr id="11" name="Graphique 10" descr="Visage souriant à remplissage solide avec un remplissage uni">
            <a:extLst>
              <a:ext uri="{FF2B5EF4-FFF2-40B4-BE49-F238E27FC236}">
                <a16:creationId xmlns:a16="http://schemas.microsoft.com/office/drawing/2014/main" id="{DBC00D37-7E4A-40DD-AF28-C81ABA960B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0408" y="2857476"/>
            <a:ext cx="1381432" cy="1381432"/>
          </a:xfrm>
          <a:prstGeom prst="rect">
            <a:avLst/>
          </a:prstGeom>
        </p:spPr>
      </p:pic>
      <p:pic>
        <p:nvPicPr>
          <p:cNvPr id="14" name="Graphique 13" descr="Geste de paix avec un remplissage uni">
            <a:extLst>
              <a:ext uri="{FF2B5EF4-FFF2-40B4-BE49-F238E27FC236}">
                <a16:creationId xmlns:a16="http://schemas.microsoft.com/office/drawing/2014/main" id="{9A82CCAE-15F0-47B3-8335-12D50FB7A5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9385" y="2489392"/>
            <a:ext cx="1381432" cy="1381432"/>
          </a:xfrm>
          <a:prstGeom prst="rect">
            <a:avLst/>
          </a:prstGeom>
        </p:spPr>
      </p:pic>
      <p:pic>
        <p:nvPicPr>
          <p:cNvPr id="16" name="Graphique 15" descr="Visage au large sourire avec remplissage solide avec un remplissage uni">
            <a:extLst>
              <a:ext uri="{FF2B5EF4-FFF2-40B4-BE49-F238E27FC236}">
                <a16:creationId xmlns:a16="http://schemas.microsoft.com/office/drawing/2014/main" id="{3500CF7B-1554-42F6-8053-FB0244F4168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54492" y="2617204"/>
            <a:ext cx="914400" cy="914400"/>
          </a:xfrm>
          <a:prstGeom prst="rect">
            <a:avLst/>
          </a:prstGeom>
        </p:spPr>
      </p:pic>
      <p:pic>
        <p:nvPicPr>
          <p:cNvPr id="18" name="Graphique 17" descr="Visage surpris à remplissage uni avec un remplissage uni">
            <a:extLst>
              <a:ext uri="{FF2B5EF4-FFF2-40B4-BE49-F238E27FC236}">
                <a16:creationId xmlns:a16="http://schemas.microsoft.com/office/drawing/2014/main" id="{025A6110-274F-43AA-B8FD-34325B6C4F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12447" y="2413706"/>
            <a:ext cx="914400" cy="914400"/>
          </a:xfrm>
          <a:prstGeom prst="rect">
            <a:avLst/>
          </a:prstGeom>
        </p:spPr>
      </p:pic>
      <p:pic>
        <p:nvPicPr>
          <p:cNvPr id="20" name="Graphique 19" descr="Visage plaidant avec remplissage uni avec un remplissage uni">
            <a:extLst>
              <a:ext uri="{FF2B5EF4-FFF2-40B4-BE49-F238E27FC236}">
                <a16:creationId xmlns:a16="http://schemas.microsoft.com/office/drawing/2014/main" id="{AF5B807A-B816-4059-A209-1007727233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49850" y="3355807"/>
            <a:ext cx="914400" cy="914400"/>
          </a:xfrm>
          <a:prstGeom prst="rect">
            <a:avLst/>
          </a:prstGeom>
        </p:spPr>
      </p:pic>
      <p:pic>
        <p:nvPicPr>
          <p:cNvPr id="22" name="Graphique 21" descr="Visage étourdi avec remplissage uni avec un remplissage uni">
            <a:extLst>
              <a:ext uri="{FF2B5EF4-FFF2-40B4-BE49-F238E27FC236}">
                <a16:creationId xmlns:a16="http://schemas.microsoft.com/office/drawing/2014/main" id="{E210EB13-A3FC-4A86-BDF7-584816BA2C0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09352" y="3560041"/>
            <a:ext cx="914400" cy="914400"/>
          </a:xfrm>
          <a:prstGeom prst="rect">
            <a:avLst/>
          </a:prstGeom>
        </p:spPr>
      </p:pic>
      <p:pic>
        <p:nvPicPr>
          <p:cNvPr id="25" name="Graphique 24" descr="Visage tirant la langue à remplissage solide avec un remplissage uni">
            <a:extLst>
              <a:ext uri="{FF2B5EF4-FFF2-40B4-BE49-F238E27FC236}">
                <a16:creationId xmlns:a16="http://schemas.microsoft.com/office/drawing/2014/main" id="{EC3A9EB4-8C67-41EE-BD68-BD0F18BA04B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68854" y="3553957"/>
            <a:ext cx="914400" cy="914400"/>
          </a:xfrm>
          <a:prstGeom prst="rect">
            <a:avLst/>
          </a:prstGeom>
        </p:spPr>
      </p:pic>
      <p:pic>
        <p:nvPicPr>
          <p:cNvPr id="27" name="Graphique 26" descr="Visage inquiet à remplissage uni avec un remplissage uni">
            <a:extLst>
              <a:ext uri="{FF2B5EF4-FFF2-40B4-BE49-F238E27FC236}">
                <a16:creationId xmlns:a16="http://schemas.microsoft.com/office/drawing/2014/main" id="{2EAB998F-5264-42BF-A57D-8804C73379A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19883" y="3374250"/>
            <a:ext cx="914400" cy="914400"/>
          </a:xfrm>
          <a:prstGeom prst="rect">
            <a:avLst/>
          </a:prstGeom>
        </p:spPr>
      </p:pic>
      <p:pic>
        <p:nvPicPr>
          <p:cNvPr id="29" name="Graphique 28" descr="Visage en colère avec remplissage uni avec un remplissage uni">
            <a:extLst>
              <a:ext uri="{FF2B5EF4-FFF2-40B4-BE49-F238E27FC236}">
                <a16:creationId xmlns:a16="http://schemas.microsoft.com/office/drawing/2014/main" id="{3897A159-1F52-46D2-A667-469512FC00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8356" y="2633792"/>
            <a:ext cx="914400" cy="914400"/>
          </a:xfrm>
          <a:prstGeom prst="rect">
            <a:avLst/>
          </a:prstGeom>
        </p:spPr>
      </p:pic>
      <p:pic>
        <p:nvPicPr>
          <p:cNvPr id="31" name="Graphique 30" descr="Visage baveux avec remplissage uni avec un remplissage uni">
            <a:extLst>
              <a:ext uri="{FF2B5EF4-FFF2-40B4-BE49-F238E27FC236}">
                <a16:creationId xmlns:a16="http://schemas.microsoft.com/office/drawing/2014/main" id="{9214A276-A6C5-49DF-B635-294FD5FD757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70402" y="2419790"/>
            <a:ext cx="914400" cy="914400"/>
          </a:xfrm>
          <a:prstGeom prst="rect">
            <a:avLst/>
          </a:prstGeom>
        </p:spPr>
      </p:pic>
      <p:pic>
        <p:nvPicPr>
          <p:cNvPr id="33" name="Graphique 32" descr="Bouclier avec un remplissage uni">
            <a:extLst>
              <a:ext uri="{FF2B5EF4-FFF2-40B4-BE49-F238E27FC236}">
                <a16:creationId xmlns:a16="http://schemas.microsoft.com/office/drawing/2014/main" id="{17280BF6-69C7-4EA7-966A-FB172B0A411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219617" y="2543564"/>
            <a:ext cx="1695344" cy="1695344"/>
          </a:xfrm>
          <a:prstGeom prst="rect">
            <a:avLst/>
          </a:prstGeom>
        </p:spPr>
      </p:pic>
      <p:pic>
        <p:nvPicPr>
          <p:cNvPr id="35" name="Graphique 34" descr="Menottes avec un remplissage uni">
            <a:extLst>
              <a:ext uri="{FF2B5EF4-FFF2-40B4-BE49-F238E27FC236}">
                <a16:creationId xmlns:a16="http://schemas.microsoft.com/office/drawing/2014/main" id="{57A9FE79-986A-492E-A47C-D84D45A674E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79063" y="4654089"/>
            <a:ext cx="914400" cy="914400"/>
          </a:xfrm>
          <a:prstGeom prst="rect">
            <a:avLst/>
          </a:prstGeom>
        </p:spPr>
      </p:pic>
      <p:pic>
        <p:nvPicPr>
          <p:cNvPr id="37" name="Graphique 36" descr="Évasion de prison avec un remplissage uni">
            <a:extLst>
              <a:ext uri="{FF2B5EF4-FFF2-40B4-BE49-F238E27FC236}">
                <a16:creationId xmlns:a16="http://schemas.microsoft.com/office/drawing/2014/main" id="{0CCC0CE6-041E-4BA6-B503-F4E550DF8C0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18614" y="4943465"/>
            <a:ext cx="1689824" cy="1689824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E9C0216-E2A7-40F4-824C-A95FBA45F6DE}"/>
              </a:ext>
            </a:extLst>
          </p:cNvPr>
          <p:cNvSpPr/>
          <p:nvPr/>
        </p:nvSpPr>
        <p:spPr>
          <a:xfrm>
            <a:off x="873239" y="5281637"/>
            <a:ext cx="396928" cy="327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27AD39-1D18-4074-9324-E4A571E8024F}"/>
              </a:ext>
            </a:extLst>
          </p:cNvPr>
          <p:cNvSpPr/>
          <p:nvPr/>
        </p:nvSpPr>
        <p:spPr>
          <a:xfrm>
            <a:off x="1411733" y="5281637"/>
            <a:ext cx="226142" cy="18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" name="Graphique 39" descr="Balance de la justice avec un remplissage uni">
            <a:extLst>
              <a:ext uri="{FF2B5EF4-FFF2-40B4-BE49-F238E27FC236}">
                <a16:creationId xmlns:a16="http://schemas.microsoft.com/office/drawing/2014/main" id="{388BFE6F-F5A7-473E-AE09-79CCC7BBE7F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282420" y="4867000"/>
            <a:ext cx="1673902" cy="1673902"/>
          </a:xfrm>
          <a:prstGeom prst="rect">
            <a:avLst/>
          </a:prstGeom>
        </p:spPr>
      </p:pic>
      <p:pic>
        <p:nvPicPr>
          <p:cNvPr id="42" name="Graphique 41" descr="Pièces d’échiquier avec un remplissage uni">
            <a:extLst>
              <a:ext uri="{FF2B5EF4-FFF2-40B4-BE49-F238E27FC236}">
                <a16:creationId xmlns:a16="http://schemas.microsoft.com/office/drawing/2014/main" id="{AE6E8392-35BA-468B-B150-033BB6E8288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219617" y="4850095"/>
            <a:ext cx="1749010" cy="174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0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Résultat cible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028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que 9" descr="Retouches et couture avec un remplissage uni">
            <a:extLst>
              <a:ext uri="{FF2B5EF4-FFF2-40B4-BE49-F238E27FC236}">
                <a16:creationId xmlns:a16="http://schemas.microsoft.com/office/drawing/2014/main" id="{BD0076A7-8890-413B-8915-694AE0B17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21" y="1197856"/>
            <a:ext cx="679660" cy="679660"/>
          </a:xfrm>
          <a:prstGeom prst="rect">
            <a:avLst/>
          </a:prstGeom>
        </p:spPr>
      </p:pic>
      <p:pic>
        <p:nvPicPr>
          <p:cNvPr id="15" name="Graphique 14" descr="Retouches et couture avec un remplissage uni">
            <a:extLst>
              <a:ext uri="{FF2B5EF4-FFF2-40B4-BE49-F238E27FC236}">
                <a16:creationId xmlns:a16="http://schemas.microsoft.com/office/drawing/2014/main" id="{7DAE8704-08FD-448B-B8D6-9E1DE1D913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345" y="197600"/>
            <a:ext cx="758036" cy="758036"/>
          </a:xfrm>
          <a:prstGeom prst="rect">
            <a:avLst/>
          </a:prstGeom>
        </p:spPr>
      </p:pic>
      <p:pic>
        <p:nvPicPr>
          <p:cNvPr id="19" name="Graphique 18" descr="Pomme avec un remplissage uni">
            <a:extLst>
              <a:ext uri="{FF2B5EF4-FFF2-40B4-BE49-F238E27FC236}">
                <a16:creationId xmlns:a16="http://schemas.microsoft.com/office/drawing/2014/main" id="{83405BC6-944E-454F-AF37-32B3A34BE8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4500" y="293394"/>
            <a:ext cx="566449" cy="566449"/>
          </a:xfrm>
          <a:prstGeom prst="rect">
            <a:avLst/>
          </a:prstGeom>
        </p:spPr>
      </p:pic>
      <p:pic>
        <p:nvPicPr>
          <p:cNvPr id="23" name="Graphique 22" descr="Temple asiatique avec un remplissage uni">
            <a:extLst>
              <a:ext uri="{FF2B5EF4-FFF2-40B4-BE49-F238E27FC236}">
                <a16:creationId xmlns:a16="http://schemas.microsoft.com/office/drawing/2014/main" id="{C11C1B3F-C1BA-4678-9BC1-0B9AE9454C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4500" y="1151366"/>
            <a:ext cx="679660" cy="679660"/>
          </a:xfrm>
          <a:prstGeom prst="rect">
            <a:avLst/>
          </a:prstGeom>
        </p:spPr>
      </p:pic>
      <p:sp>
        <p:nvSpPr>
          <p:cNvPr id="26" name="Bulle narrative : rectangle à coins arrondis 25">
            <a:extLst>
              <a:ext uri="{FF2B5EF4-FFF2-40B4-BE49-F238E27FC236}">
                <a16:creationId xmlns:a16="http://schemas.microsoft.com/office/drawing/2014/main" id="{122E6877-E3EE-4512-B3B6-8D5198800C23}"/>
              </a:ext>
            </a:extLst>
          </p:cNvPr>
          <p:cNvSpPr/>
          <p:nvPr/>
        </p:nvSpPr>
        <p:spPr>
          <a:xfrm>
            <a:off x="338867" y="237114"/>
            <a:ext cx="1158993" cy="679010"/>
          </a:xfrm>
          <a:prstGeom prst="wedgeRoundRectCallout">
            <a:avLst>
              <a:gd name="adj1" fmla="val -54422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Bulle narrative : rectangle à coins arrondis 44">
            <a:extLst>
              <a:ext uri="{FF2B5EF4-FFF2-40B4-BE49-F238E27FC236}">
                <a16:creationId xmlns:a16="http://schemas.microsoft.com/office/drawing/2014/main" id="{3C3AEE87-E94F-4D9A-90EB-E0A4749236D2}"/>
              </a:ext>
            </a:extLst>
          </p:cNvPr>
          <p:cNvSpPr/>
          <p:nvPr/>
        </p:nvSpPr>
        <p:spPr>
          <a:xfrm>
            <a:off x="338867" y="1158344"/>
            <a:ext cx="1158993" cy="679010"/>
          </a:xfrm>
          <a:prstGeom prst="wedgeRoundRectCallout">
            <a:avLst>
              <a:gd name="adj1" fmla="val -54422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Bulle narrative : rectangle à coins arrondis 47">
            <a:extLst>
              <a:ext uri="{FF2B5EF4-FFF2-40B4-BE49-F238E27FC236}">
                <a16:creationId xmlns:a16="http://schemas.microsoft.com/office/drawing/2014/main" id="{4DD9FDD2-F281-4121-84A2-CDDDFBA9B7E7}"/>
              </a:ext>
            </a:extLst>
          </p:cNvPr>
          <p:cNvSpPr/>
          <p:nvPr/>
        </p:nvSpPr>
        <p:spPr>
          <a:xfrm>
            <a:off x="2672764" y="230136"/>
            <a:ext cx="1158993" cy="679010"/>
          </a:xfrm>
          <a:prstGeom prst="wedgeRoundRectCallout">
            <a:avLst>
              <a:gd name="adj1" fmla="val 58287"/>
              <a:gd name="adj2" fmla="val 71884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Bulle narrative : rectangle à coins arrondis 48">
            <a:extLst>
              <a:ext uri="{FF2B5EF4-FFF2-40B4-BE49-F238E27FC236}">
                <a16:creationId xmlns:a16="http://schemas.microsoft.com/office/drawing/2014/main" id="{6CF98ADE-D9AF-43F1-BA1C-4D5264AB3AFC}"/>
              </a:ext>
            </a:extLst>
          </p:cNvPr>
          <p:cNvSpPr/>
          <p:nvPr/>
        </p:nvSpPr>
        <p:spPr>
          <a:xfrm>
            <a:off x="2672764" y="1151366"/>
            <a:ext cx="1158993" cy="679010"/>
          </a:xfrm>
          <a:prstGeom prst="wedgeRoundRectCallout">
            <a:avLst>
              <a:gd name="adj1" fmla="val 52276"/>
              <a:gd name="adj2" fmla="val 7316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Graphique 29" descr="Toque d'étudiant avec un remplissage uni">
            <a:extLst>
              <a:ext uri="{FF2B5EF4-FFF2-40B4-BE49-F238E27FC236}">
                <a16:creationId xmlns:a16="http://schemas.microsoft.com/office/drawing/2014/main" id="{126ABD11-AEF0-4CBC-B996-58BCBBE8EC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52722" y="979631"/>
            <a:ext cx="1116109" cy="1116109"/>
          </a:xfrm>
          <a:prstGeom prst="rect">
            <a:avLst/>
          </a:prstGeom>
        </p:spPr>
      </p:pic>
      <p:pic>
        <p:nvPicPr>
          <p:cNvPr id="34" name="Graphique 33" descr="Journal avec un remplissage uni">
            <a:extLst>
              <a:ext uri="{FF2B5EF4-FFF2-40B4-BE49-F238E27FC236}">
                <a16:creationId xmlns:a16="http://schemas.microsoft.com/office/drawing/2014/main" id="{3BBD94F8-D658-4951-A16B-F12EA32362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77589" y="293394"/>
            <a:ext cx="1627735" cy="1627735"/>
          </a:xfrm>
          <a:prstGeom prst="rect">
            <a:avLst/>
          </a:prstGeom>
        </p:spPr>
      </p:pic>
      <p:pic>
        <p:nvPicPr>
          <p:cNvPr id="43" name="Graphique 42" descr="Insecte sous une loupe avec un remplissage uni">
            <a:extLst>
              <a:ext uri="{FF2B5EF4-FFF2-40B4-BE49-F238E27FC236}">
                <a16:creationId xmlns:a16="http://schemas.microsoft.com/office/drawing/2014/main" id="{60C73F74-66CC-45B8-96DF-96B9920F00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09336" y="464933"/>
            <a:ext cx="1456196" cy="1456196"/>
          </a:xfrm>
          <a:prstGeom prst="rect">
            <a:avLst/>
          </a:prstGeom>
        </p:spPr>
      </p:pic>
      <p:pic>
        <p:nvPicPr>
          <p:cNvPr id="50" name="Graphique 49" descr="Huître avec perles avec un remplissage uni">
            <a:extLst>
              <a:ext uri="{FF2B5EF4-FFF2-40B4-BE49-F238E27FC236}">
                <a16:creationId xmlns:a16="http://schemas.microsoft.com/office/drawing/2014/main" id="{65EDBE29-B81A-448D-86CF-58F40B595F6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81445" y="458810"/>
            <a:ext cx="1456196" cy="1456196"/>
          </a:xfrm>
          <a:prstGeom prst="rect">
            <a:avLst/>
          </a:prstGeom>
        </p:spPr>
      </p:pic>
      <p:pic>
        <p:nvPicPr>
          <p:cNvPr id="54" name="Graphique 53" descr="Plan avec un remplissage uni">
            <a:extLst>
              <a:ext uri="{FF2B5EF4-FFF2-40B4-BE49-F238E27FC236}">
                <a16:creationId xmlns:a16="http://schemas.microsoft.com/office/drawing/2014/main" id="{952A70F5-F258-4A69-8341-C73B7CEE620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66604" y="2699603"/>
            <a:ext cx="1458792" cy="1458792"/>
          </a:xfrm>
          <a:prstGeom prst="rect">
            <a:avLst/>
          </a:prstGeom>
        </p:spPr>
      </p:pic>
      <p:pic>
        <p:nvPicPr>
          <p:cNvPr id="56" name="Graphique 55" descr="Travail avec un remplissage uni">
            <a:extLst>
              <a:ext uri="{FF2B5EF4-FFF2-40B4-BE49-F238E27FC236}">
                <a16:creationId xmlns:a16="http://schemas.microsoft.com/office/drawing/2014/main" id="{FF26046D-ECA1-4E2F-9C92-30426DCAE20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33221" y="2593359"/>
            <a:ext cx="1671279" cy="1671279"/>
          </a:xfrm>
          <a:prstGeom prst="rect">
            <a:avLst/>
          </a:prstGeom>
        </p:spPr>
      </p:pic>
      <p:pic>
        <p:nvPicPr>
          <p:cNvPr id="65" name="Graphique 64" descr="Travail avec un remplissage uni">
            <a:extLst>
              <a:ext uri="{FF2B5EF4-FFF2-40B4-BE49-F238E27FC236}">
                <a16:creationId xmlns:a16="http://schemas.microsoft.com/office/drawing/2014/main" id="{F2A5061A-5830-440D-9A40-47EE7C6BDAC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17598" y="3617752"/>
            <a:ext cx="777333" cy="777333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100B8782-20CA-45B5-B537-99BE79406208}"/>
              </a:ext>
            </a:extLst>
          </p:cNvPr>
          <p:cNvSpPr/>
          <p:nvPr/>
        </p:nvSpPr>
        <p:spPr>
          <a:xfrm>
            <a:off x="8786060" y="2603714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E190639-F1A1-4026-A0D8-D6B43FD790AC}"/>
              </a:ext>
            </a:extLst>
          </p:cNvPr>
          <p:cNvSpPr/>
          <p:nvPr/>
        </p:nvSpPr>
        <p:spPr>
          <a:xfrm>
            <a:off x="9788402" y="2590798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93F4271-0138-4266-BF7B-BBBD06684BFC}"/>
              </a:ext>
            </a:extLst>
          </p:cNvPr>
          <p:cNvSpPr/>
          <p:nvPr/>
        </p:nvSpPr>
        <p:spPr>
          <a:xfrm>
            <a:off x="10790744" y="2590797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lèche : haut 57">
            <a:extLst>
              <a:ext uri="{FF2B5EF4-FFF2-40B4-BE49-F238E27FC236}">
                <a16:creationId xmlns:a16="http://schemas.microsoft.com/office/drawing/2014/main" id="{19516553-DAAD-4215-9314-83BAE7381A32}"/>
              </a:ext>
            </a:extLst>
          </p:cNvPr>
          <p:cNvSpPr/>
          <p:nvPr/>
        </p:nvSpPr>
        <p:spPr>
          <a:xfrm>
            <a:off x="9962010" y="338147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Flèche : haut 69">
            <a:extLst>
              <a:ext uri="{FF2B5EF4-FFF2-40B4-BE49-F238E27FC236}">
                <a16:creationId xmlns:a16="http://schemas.microsoft.com/office/drawing/2014/main" id="{6F651F76-48AD-44C8-A74B-BAEDC779EACD}"/>
              </a:ext>
            </a:extLst>
          </p:cNvPr>
          <p:cNvSpPr/>
          <p:nvPr/>
        </p:nvSpPr>
        <p:spPr>
          <a:xfrm rot="2688084">
            <a:off x="10602041" y="338147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Flèche : haut 70">
            <a:extLst>
              <a:ext uri="{FF2B5EF4-FFF2-40B4-BE49-F238E27FC236}">
                <a16:creationId xmlns:a16="http://schemas.microsoft.com/office/drawing/2014/main" id="{993C30F3-45E2-4917-BD7A-10DC93FED727}"/>
              </a:ext>
            </a:extLst>
          </p:cNvPr>
          <p:cNvSpPr/>
          <p:nvPr/>
        </p:nvSpPr>
        <p:spPr>
          <a:xfrm rot="18960716">
            <a:off x="9413905" y="338147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1200F52-4AAA-460B-8B88-8EA469CD5DD6}"/>
              </a:ext>
            </a:extLst>
          </p:cNvPr>
          <p:cNvSpPr/>
          <p:nvPr/>
        </p:nvSpPr>
        <p:spPr>
          <a:xfrm>
            <a:off x="668032" y="5053437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0E17CD0-D3E2-4760-9FC0-457F7B83C711}"/>
              </a:ext>
            </a:extLst>
          </p:cNvPr>
          <p:cNvSpPr/>
          <p:nvPr/>
        </p:nvSpPr>
        <p:spPr>
          <a:xfrm>
            <a:off x="1670374" y="5040521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Flèche : haut 74">
            <a:extLst>
              <a:ext uri="{FF2B5EF4-FFF2-40B4-BE49-F238E27FC236}">
                <a16:creationId xmlns:a16="http://schemas.microsoft.com/office/drawing/2014/main" id="{967500DC-4237-4FF6-AC2A-D3D5BD42D7D6}"/>
              </a:ext>
            </a:extLst>
          </p:cNvPr>
          <p:cNvSpPr/>
          <p:nvPr/>
        </p:nvSpPr>
        <p:spPr>
          <a:xfrm>
            <a:off x="1843982" y="583119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Flèche : haut 75">
            <a:extLst>
              <a:ext uri="{FF2B5EF4-FFF2-40B4-BE49-F238E27FC236}">
                <a16:creationId xmlns:a16="http://schemas.microsoft.com/office/drawing/2014/main" id="{9FB6FC8D-3CA2-4D7D-91AC-0AEE753D116E}"/>
              </a:ext>
            </a:extLst>
          </p:cNvPr>
          <p:cNvSpPr/>
          <p:nvPr/>
        </p:nvSpPr>
        <p:spPr>
          <a:xfrm rot="2688084">
            <a:off x="2484013" y="583119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Flèche : haut 76">
            <a:extLst>
              <a:ext uri="{FF2B5EF4-FFF2-40B4-BE49-F238E27FC236}">
                <a16:creationId xmlns:a16="http://schemas.microsoft.com/office/drawing/2014/main" id="{4851A184-ED74-4BF6-B79C-E9A6A94CF8B7}"/>
              </a:ext>
            </a:extLst>
          </p:cNvPr>
          <p:cNvSpPr/>
          <p:nvPr/>
        </p:nvSpPr>
        <p:spPr>
          <a:xfrm rot="18960716">
            <a:off x="1295877" y="5831197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0" name="Graphique 59" descr="Poignée de main avec un remplissage uni">
            <a:extLst>
              <a:ext uri="{FF2B5EF4-FFF2-40B4-BE49-F238E27FC236}">
                <a16:creationId xmlns:a16="http://schemas.microsoft.com/office/drawing/2014/main" id="{87479654-0121-4770-9C5C-14A6B85914B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38205" y="4849017"/>
            <a:ext cx="1715589" cy="1715589"/>
          </a:xfrm>
          <a:prstGeom prst="rect">
            <a:avLst/>
          </a:prstGeom>
        </p:spPr>
      </p:pic>
      <p:pic>
        <p:nvPicPr>
          <p:cNvPr id="62" name="Graphique 61" descr="Signe pouce en haut avec un remplissage uni">
            <a:extLst>
              <a:ext uri="{FF2B5EF4-FFF2-40B4-BE49-F238E27FC236}">
                <a16:creationId xmlns:a16="http://schemas.microsoft.com/office/drawing/2014/main" id="{D816F593-09F8-418F-AB09-EA3A2C3D5BA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16293" y="4778784"/>
            <a:ext cx="1572109" cy="1572109"/>
          </a:xfrm>
          <a:prstGeom prst="rect">
            <a:avLst/>
          </a:prstGeom>
        </p:spPr>
      </p:pic>
      <p:pic>
        <p:nvPicPr>
          <p:cNvPr id="512" name="Graphique 511" descr="Pouce en bas avec un remplissage uni">
            <a:extLst>
              <a:ext uri="{FF2B5EF4-FFF2-40B4-BE49-F238E27FC236}">
                <a16:creationId xmlns:a16="http://schemas.microsoft.com/office/drawing/2014/main" id="{08562E97-C1F7-4294-9163-D5D007A6DA6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flipH="1">
            <a:off x="10377285" y="4974218"/>
            <a:ext cx="1572109" cy="1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023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que 59" descr="Poignée de main avec un remplissage uni">
            <a:extLst>
              <a:ext uri="{FF2B5EF4-FFF2-40B4-BE49-F238E27FC236}">
                <a16:creationId xmlns:a16="http://schemas.microsoft.com/office/drawing/2014/main" id="{87479654-0121-4770-9C5C-14A6B8591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205" y="4849017"/>
            <a:ext cx="1715589" cy="1715589"/>
          </a:xfrm>
          <a:prstGeom prst="rect">
            <a:avLst/>
          </a:prstGeom>
        </p:spPr>
      </p:pic>
      <p:pic>
        <p:nvPicPr>
          <p:cNvPr id="40" name="Graphique 39" descr="Coche avec un remplissage uni">
            <a:extLst>
              <a:ext uri="{FF2B5EF4-FFF2-40B4-BE49-F238E27FC236}">
                <a16:creationId xmlns:a16="http://schemas.microsoft.com/office/drawing/2014/main" id="{E7A6236D-05CB-4387-9D1A-087AF671EA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4471" y="5543143"/>
            <a:ext cx="1107267" cy="1107267"/>
          </a:xfrm>
          <a:prstGeom prst="rect">
            <a:avLst/>
          </a:prstGeom>
        </p:spPr>
      </p:pic>
      <p:pic>
        <p:nvPicPr>
          <p:cNvPr id="41" name="Graphique 40" descr="Signe pouce en haut avec un remplissage uni">
            <a:extLst>
              <a:ext uri="{FF2B5EF4-FFF2-40B4-BE49-F238E27FC236}">
                <a16:creationId xmlns:a16="http://schemas.microsoft.com/office/drawing/2014/main" id="{2D2428CD-C09A-46B3-90EC-8C4B5170EB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748" y="418012"/>
            <a:ext cx="1108333" cy="1108333"/>
          </a:xfrm>
          <a:prstGeom prst="rect">
            <a:avLst/>
          </a:prstGeom>
        </p:spPr>
      </p:pic>
      <p:pic>
        <p:nvPicPr>
          <p:cNvPr id="42" name="Graphique 41" descr="Pouce en bas avec un remplissage uni">
            <a:extLst>
              <a:ext uri="{FF2B5EF4-FFF2-40B4-BE49-F238E27FC236}">
                <a16:creationId xmlns:a16="http://schemas.microsoft.com/office/drawing/2014/main" id="{73ABDC6E-5294-4BA1-B4A5-260CE562EA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869430" y="550264"/>
            <a:ext cx="1108333" cy="1108333"/>
          </a:xfrm>
          <a:prstGeom prst="rect">
            <a:avLst/>
          </a:prstGeom>
        </p:spPr>
      </p:pic>
      <p:pic>
        <p:nvPicPr>
          <p:cNvPr id="3" name="Graphique 2" descr="Aide avec un remplissage uni">
            <a:extLst>
              <a:ext uri="{FF2B5EF4-FFF2-40B4-BE49-F238E27FC236}">
                <a16:creationId xmlns:a16="http://schemas.microsoft.com/office/drawing/2014/main" id="{7CFA5EF1-D06C-4A56-A08F-F6AECBEA60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74160" y="111679"/>
            <a:ext cx="1264207" cy="1264207"/>
          </a:xfrm>
          <a:prstGeom prst="rect">
            <a:avLst/>
          </a:prstGeom>
        </p:spPr>
      </p:pic>
      <p:pic>
        <p:nvPicPr>
          <p:cNvPr id="46" name="Graphique 45" descr="Poignée de main avec un remplissage uni">
            <a:extLst>
              <a:ext uri="{FF2B5EF4-FFF2-40B4-BE49-F238E27FC236}">
                <a16:creationId xmlns:a16="http://schemas.microsoft.com/office/drawing/2014/main" id="{C90EAD73-6D16-45B7-BAD1-D480646418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60"/>
          <a:stretch/>
        </p:blipFill>
        <p:spPr>
          <a:xfrm>
            <a:off x="9248470" y="832898"/>
            <a:ext cx="1715589" cy="1374875"/>
          </a:xfrm>
          <a:prstGeom prst="rect">
            <a:avLst/>
          </a:prstGeom>
        </p:spPr>
      </p:pic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F1A8B564-AC91-446D-BC69-3B2AC428253B}"/>
              </a:ext>
            </a:extLst>
          </p:cNvPr>
          <p:cNvSpPr/>
          <p:nvPr/>
        </p:nvSpPr>
        <p:spPr>
          <a:xfrm>
            <a:off x="1794188" y="843952"/>
            <a:ext cx="748239" cy="74022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Graphique 5" descr="Réunion avec un remplissage uni">
            <a:extLst>
              <a:ext uri="{FF2B5EF4-FFF2-40B4-BE49-F238E27FC236}">
                <a16:creationId xmlns:a16="http://schemas.microsoft.com/office/drawing/2014/main" id="{345F289A-1DE4-4FD7-9243-347C7774BF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4831" y="550264"/>
            <a:ext cx="1220876" cy="1220876"/>
          </a:xfrm>
          <a:prstGeom prst="rect">
            <a:avLst/>
          </a:prstGeom>
        </p:spPr>
      </p:pic>
      <p:pic>
        <p:nvPicPr>
          <p:cNvPr id="51" name="Graphique 50" descr="Aide avec un remplissage uni">
            <a:extLst>
              <a:ext uri="{FF2B5EF4-FFF2-40B4-BE49-F238E27FC236}">
                <a16:creationId xmlns:a16="http://schemas.microsoft.com/office/drawing/2014/main" id="{20C60D68-3543-4241-BF03-33139FFFBA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86094" y="564768"/>
            <a:ext cx="1264207" cy="126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77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CC13D5-0B5C-4102-A08A-BCF781092F75}"/>
              </a:ext>
            </a:extLst>
          </p:cNvPr>
          <p:cNvSpPr/>
          <p:nvPr/>
        </p:nvSpPr>
        <p:spPr>
          <a:xfrm>
            <a:off x="1591996" y="532272"/>
            <a:ext cx="635726" cy="65319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haut 41">
            <a:extLst>
              <a:ext uri="{FF2B5EF4-FFF2-40B4-BE49-F238E27FC236}">
                <a16:creationId xmlns:a16="http://schemas.microsoft.com/office/drawing/2014/main" id="{804971CE-2F63-4E9B-B049-464646A1A278}"/>
              </a:ext>
            </a:extLst>
          </p:cNvPr>
          <p:cNvSpPr/>
          <p:nvPr/>
        </p:nvSpPr>
        <p:spPr>
          <a:xfrm>
            <a:off x="1739479" y="1363701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lèche : haut 43">
            <a:extLst>
              <a:ext uri="{FF2B5EF4-FFF2-40B4-BE49-F238E27FC236}">
                <a16:creationId xmlns:a16="http://schemas.microsoft.com/office/drawing/2014/main" id="{9352EF01-2541-4201-8825-0FF6D41D0FE7}"/>
              </a:ext>
            </a:extLst>
          </p:cNvPr>
          <p:cNvSpPr/>
          <p:nvPr/>
        </p:nvSpPr>
        <p:spPr>
          <a:xfrm rot="2688084">
            <a:off x="2379510" y="1363701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lèche : haut 45">
            <a:extLst>
              <a:ext uri="{FF2B5EF4-FFF2-40B4-BE49-F238E27FC236}">
                <a16:creationId xmlns:a16="http://schemas.microsoft.com/office/drawing/2014/main" id="{C6349D84-821A-4711-BFF7-23F6F9315457}"/>
              </a:ext>
            </a:extLst>
          </p:cNvPr>
          <p:cNvSpPr/>
          <p:nvPr/>
        </p:nvSpPr>
        <p:spPr>
          <a:xfrm rot="18960716">
            <a:off x="1191374" y="1363700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Graphique 2" descr="Marteau d'officiel avec un remplissage uni">
            <a:extLst>
              <a:ext uri="{FF2B5EF4-FFF2-40B4-BE49-F238E27FC236}">
                <a16:creationId xmlns:a16="http://schemas.microsoft.com/office/drawing/2014/main" id="{C70AF2F8-A8B0-411F-8948-7B50CC524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821" y="925289"/>
            <a:ext cx="914400" cy="914400"/>
          </a:xfrm>
          <a:prstGeom prst="rect">
            <a:avLst/>
          </a:prstGeom>
        </p:spPr>
      </p:pic>
      <p:pic>
        <p:nvPicPr>
          <p:cNvPr id="5" name="Graphique 4" descr="Presse-papiers vérifié avec un remplissage uni">
            <a:extLst>
              <a:ext uri="{FF2B5EF4-FFF2-40B4-BE49-F238E27FC236}">
                <a16:creationId xmlns:a16="http://schemas.microsoft.com/office/drawing/2014/main" id="{DA7B19D8-7EB4-4E8A-9DC2-B2FC7308D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3889" y="166449"/>
            <a:ext cx="1804222" cy="1804222"/>
          </a:xfrm>
          <a:prstGeom prst="rect">
            <a:avLst/>
          </a:prstGeom>
        </p:spPr>
      </p:pic>
      <p:pic>
        <p:nvPicPr>
          <p:cNvPr id="53" name="Graphique 52" descr="Presse-papiers vérifié avec un remplissage uni">
            <a:extLst>
              <a:ext uri="{FF2B5EF4-FFF2-40B4-BE49-F238E27FC236}">
                <a16:creationId xmlns:a16="http://schemas.microsoft.com/office/drawing/2014/main" id="{89D6B6BF-1C9B-4668-BCCB-CB13393159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92223" y="199113"/>
            <a:ext cx="1804222" cy="1804222"/>
          </a:xfrm>
          <a:prstGeom prst="rect">
            <a:avLst/>
          </a:prstGeom>
        </p:spPr>
      </p:pic>
      <p:pic>
        <p:nvPicPr>
          <p:cNvPr id="7" name="Graphique 6" descr="Liste avec un remplissage uni">
            <a:extLst>
              <a:ext uri="{FF2B5EF4-FFF2-40B4-BE49-F238E27FC236}">
                <a16:creationId xmlns:a16="http://schemas.microsoft.com/office/drawing/2014/main" id="{5714457E-ED64-4148-A754-B761738690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9566" y="420296"/>
            <a:ext cx="1488964" cy="1488964"/>
          </a:xfrm>
          <a:prstGeom prst="rect">
            <a:avLst/>
          </a:prstGeom>
        </p:spPr>
      </p:pic>
      <p:sp>
        <p:nvSpPr>
          <p:cNvPr id="55" name="Flèche : haut 54">
            <a:extLst>
              <a:ext uri="{FF2B5EF4-FFF2-40B4-BE49-F238E27FC236}">
                <a16:creationId xmlns:a16="http://schemas.microsoft.com/office/drawing/2014/main" id="{4E71A5D1-6855-4790-B858-45E2B445AC4D}"/>
              </a:ext>
            </a:extLst>
          </p:cNvPr>
          <p:cNvSpPr/>
          <p:nvPr/>
        </p:nvSpPr>
        <p:spPr>
          <a:xfrm rot="5400000">
            <a:off x="9786738" y="974284"/>
            <a:ext cx="362001" cy="349371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Graphique 58" descr="Document avec un remplissage uni">
            <a:extLst>
              <a:ext uri="{FF2B5EF4-FFF2-40B4-BE49-F238E27FC236}">
                <a16:creationId xmlns:a16="http://schemas.microsoft.com/office/drawing/2014/main" id="{2821FE99-7990-4A0E-A5CA-9B51EF0E62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75814" y="3258703"/>
            <a:ext cx="1107267" cy="1107267"/>
          </a:xfrm>
          <a:prstGeom prst="rect">
            <a:avLst/>
          </a:prstGeom>
        </p:spPr>
      </p:pic>
      <p:pic>
        <p:nvPicPr>
          <p:cNvPr id="63" name="Graphique 62" descr="Crayon avec un remplissage uni">
            <a:extLst>
              <a:ext uri="{FF2B5EF4-FFF2-40B4-BE49-F238E27FC236}">
                <a16:creationId xmlns:a16="http://schemas.microsoft.com/office/drawing/2014/main" id="{D48679AE-C63E-4808-9D94-8CAD6BEE2D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78272" y="2593997"/>
            <a:ext cx="914400" cy="914400"/>
          </a:xfrm>
          <a:prstGeom prst="rect">
            <a:avLst/>
          </a:prstGeom>
        </p:spPr>
      </p:pic>
      <p:pic>
        <p:nvPicPr>
          <p:cNvPr id="64" name="Graphique 63" descr="Document avec un remplissage uni">
            <a:extLst>
              <a:ext uri="{FF2B5EF4-FFF2-40B4-BE49-F238E27FC236}">
                <a16:creationId xmlns:a16="http://schemas.microsoft.com/office/drawing/2014/main" id="{D8806C56-6B13-4258-8532-A7BA4415B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4618" y="3095349"/>
            <a:ext cx="1107267" cy="1107267"/>
          </a:xfrm>
          <a:prstGeom prst="rect">
            <a:avLst/>
          </a:prstGeom>
        </p:spPr>
      </p:pic>
      <p:pic>
        <p:nvPicPr>
          <p:cNvPr id="66" name="Graphique 65" descr="Programmeur avec un remplissage uni">
            <a:extLst>
              <a:ext uri="{FF2B5EF4-FFF2-40B4-BE49-F238E27FC236}">
                <a16:creationId xmlns:a16="http://schemas.microsoft.com/office/drawing/2014/main" id="{A2A42920-1061-4D6A-93FC-0FA9751BA4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02252" y="2593997"/>
            <a:ext cx="619279" cy="619279"/>
          </a:xfrm>
          <a:prstGeom prst="rect">
            <a:avLst/>
          </a:prstGeom>
        </p:spPr>
      </p:pic>
      <p:pic>
        <p:nvPicPr>
          <p:cNvPr id="9" name="Graphique 8" descr="Coche avec un remplissage uni">
            <a:extLst>
              <a:ext uri="{FF2B5EF4-FFF2-40B4-BE49-F238E27FC236}">
                <a16:creationId xmlns:a16="http://schemas.microsoft.com/office/drawing/2014/main" id="{4092A451-8099-4464-8B46-ECDEA541AF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8559" y="2581309"/>
            <a:ext cx="1107267" cy="1107267"/>
          </a:xfrm>
          <a:prstGeom prst="rect">
            <a:avLst/>
          </a:prstGeom>
        </p:spPr>
      </p:pic>
      <p:pic>
        <p:nvPicPr>
          <p:cNvPr id="74" name="Graphique 73" descr="Programmeur avec un remplissage uni">
            <a:extLst>
              <a:ext uri="{FF2B5EF4-FFF2-40B4-BE49-F238E27FC236}">
                <a16:creationId xmlns:a16="http://schemas.microsoft.com/office/drawing/2014/main" id="{96F6D398-FD65-4FF8-ABD3-8BE957C559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92612" y="3025446"/>
            <a:ext cx="619279" cy="619279"/>
          </a:xfrm>
          <a:prstGeom prst="rect">
            <a:avLst/>
          </a:prstGeom>
        </p:spPr>
      </p:pic>
      <p:pic>
        <p:nvPicPr>
          <p:cNvPr id="78" name="Graphique 77" descr="Programmeur avec un remplissage uni">
            <a:extLst>
              <a:ext uri="{FF2B5EF4-FFF2-40B4-BE49-F238E27FC236}">
                <a16:creationId xmlns:a16="http://schemas.microsoft.com/office/drawing/2014/main" id="{38A9979C-A01C-4C79-9A48-30AB813D1A1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34582" y="3415616"/>
            <a:ext cx="619279" cy="619279"/>
          </a:xfrm>
          <a:prstGeom prst="rect">
            <a:avLst/>
          </a:prstGeom>
        </p:spPr>
      </p:pic>
      <p:pic>
        <p:nvPicPr>
          <p:cNvPr id="79" name="Graphique 78" descr="Programmeur avec un remplissage uni">
            <a:extLst>
              <a:ext uri="{FF2B5EF4-FFF2-40B4-BE49-F238E27FC236}">
                <a16:creationId xmlns:a16="http://schemas.microsoft.com/office/drawing/2014/main" id="{532C5F48-CA53-4942-89F9-34D16BB5D5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5578" y="2715806"/>
            <a:ext cx="619279" cy="619279"/>
          </a:xfrm>
          <a:prstGeom prst="rect">
            <a:avLst/>
          </a:prstGeom>
        </p:spPr>
      </p:pic>
      <p:pic>
        <p:nvPicPr>
          <p:cNvPr id="80" name="Graphique 79" descr="Programmeur avec un remplissage uni">
            <a:extLst>
              <a:ext uri="{FF2B5EF4-FFF2-40B4-BE49-F238E27FC236}">
                <a16:creationId xmlns:a16="http://schemas.microsoft.com/office/drawing/2014/main" id="{7FC3CFC0-A901-4026-B531-C00E6FDBBD1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938" y="3147255"/>
            <a:ext cx="619279" cy="619279"/>
          </a:xfrm>
          <a:prstGeom prst="rect">
            <a:avLst/>
          </a:prstGeom>
        </p:spPr>
      </p:pic>
      <p:pic>
        <p:nvPicPr>
          <p:cNvPr id="81" name="Graphique 80" descr="Programmeur avec un remplissage uni">
            <a:extLst>
              <a:ext uri="{FF2B5EF4-FFF2-40B4-BE49-F238E27FC236}">
                <a16:creationId xmlns:a16="http://schemas.microsoft.com/office/drawing/2014/main" id="{DB899D85-6856-4205-AEAF-B456849D98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7908" y="3537425"/>
            <a:ext cx="619279" cy="619279"/>
          </a:xfrm>
          <a:prstGeom prst="rect">
            <a:avLst/>
          </a:prstGeom>
        </p:spPr>
      </p:pic>
      <p:pic>
        <p:nvPicPr>
          <p:cNvPr id="12" name="Graphique 11" descr="Mégaphone avec un remplissage uni">
            <a:extLst>
              <a:ext uri="{FF2B5EF4-FFF2-40B4-BE49-F238E27FC236}">
                <a16:creationId xmlns:a16="http://schemas.microsoft.com/office/drawing/2014/main" id="{3144C8D9-46D4-40B6-A71B-DC546AB4BE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63349" y="2613111"/>
            <a:ext cx="1583030" cy="1583030"/>
          </a:xfrm>
          <a:prstGeom prst="rect">
            <a:avLst/>
          </a:prstGeom>
        </p:spPr>
      </p:pic>
      <p:pic>
        <p:nvPicPr>
          <p:cNvPr id="82" name="Graphique 81" descr="Coche avec un remplissage uni">
            <a:extLst>
              <a:ext uri="{FF2B5EF4-FFF2-40B4-BE49-F238E27FC236}">
                <a16:creationId xmlns:a16="http://schemas.microsoft.com/office/drawing/2014/main" id="{2437EED6-9E81-4C67-A674-5B9EB5B57C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46379" y="3306835"/>
            <a:ext cx="1107267" cy="1107267"/>
          </a:xfrm>
          <a:prstGeom prst="rect">
            <a:avLst/>
          </a:prstGeom>
        </p:spPr>
      </p:pic>
      <p:pic>
        <p:nvPicPr>
          <p:cNvPr id="83" name="Graphique 82" descr="Mégaphone avec un remplissage uni">
            <a:extLst>
              <a:ext uri="{FF2B5EF4-FFF2-40B4-BE49-F238E27FC236}">
                <a16:creationId xmlns:a16="http://schemas.microsoft.com/office/drawing/2014/main" id="{4073C83A-DB78-4B1E-B58E-4A556E212A4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2218" y="4901705"/>
            <a:ext cx="1583030" cy="1583030"/>
          </a:xfrm>
          <a:prstGeom prst="rect">
            <a:avLst/>
          </a:prstGeom>
        </p:spPr>
      </p:pic>
      <p:pic>
        <p:nvPicPr>
          <p:cNvPr id="14" name="Graphique 13" descr="Informations avec un remplissage uni">
            <a:extLst>
              <a:ext uri="{FF2B5EF4-FFF2-40B4-BE49-F238E27FC236}">
                <a16:creationId xmlns:a16="http://schemas.microsoft.com/office/drawing/2014/main" id="{61F693AA-7B1C-4813-B85E-89DB63DE205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16357" y="5939245"/>
            <a:ext cx="395254" cy="395254"/>
          </a:xfrm>
          <a:prstGeom prst="rect">
            <a:avLst/>
          </a:prstGeom>
        </p:spPr>
      </p:pic>
      <p:pic>
        <p:nvPicPr>
          <p:cNvPr id="84" name="Graphique 83" descr="Informations avec un remplissage uni">
            <a:extLst>
              <a:ext uri="{FF2B5EF4-FFF2-40B4-BE49-F238E27FC236}">
                <a16:creationId xmlns:a16="http://schemas.microsoft.com/office/drawing/2014/main" id="{896367A4-7981-4AE2-87FF-60948C4B8129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71947" y="6209211"/>
            <a:ext cx="395254" cy="395254"/>
          </a:xfrm>
          <a:prstGeom prst="rect">
            <a:avLst/>
          </a:prstGeom>
        </p:spPr>
      </p:pic>
      <p:pic>
        <p:nvPicPr>
          <p:cNvPr id="85" name="Graphique 84" descr="Informations avec un remplissage uni">
            <a:extLst>
              <a:ext uri="{FF2B5EF4-FFF2-40B4-BE49-F238E27FC236}">
                <a16:creationId xmlns:a16="http://schemas.microsoft.com/office/drawing/2014/main" id="{B2472ECB-867E-4037-A8EB-2E96490A962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76168" y="6209211"/>
            <a:ext cx="395254" cy="395254"/>
          </a:xfrm>
          <a:prstGeom prst="rect">
            <a:avLst/>
          </a:prstGeom>
        </p:spPr>
      </p:pic>
      <p:pic>
        <p:nvPicPr>
          <p:cNvPr id="86" name="Graphique 85" descr="Informations avec un remplissage uni">
            <a:extLst>
              <a:ext uri="{FF2B5EF4-FFF2-40B4-BE49-F238E27FC236}">
                <a16:creationId xmlns:a16="http://schemas.microsoft.com/office/drawing/2014/main" id="{3D9EE19B-1E02-45C4-B2D8-374245672C9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90326" y="5982787"/>
            <a:ext cx="395254" cy="395254"/>
          </a:xfrm>
          <a:prstGeom prst="rect">
            <a:avLst/>
          </a:prstGeom>
        </p:spPr>
      </p:pic>
      <p:pic>
        <p:nvPicPr>
          <p:cNvPr id="87" name="Graphique 86" descr="Informations avec un remplissage uni">
            <a:extLst>
              <a:ext uri="{FF2B5EF4-FFF2-40B4-BE49-F238E27FC236}">
                <a16:creationId xmlns:a16="http://schemas.microsoft.com/office/drawing/2014/main" id="{B8BB9733-80C9-435A-9E01-D5CB227617D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32412" y="5947840"/>
            <a:ext cx="395254" cy="395254"/>
          </a:xfrm>
          <a:prstGeom prst="rect">
            <a:avLst/>
          </a:prstGeom>
        </p:spPr>
      </p:pic>
      <p:pic>
        <p:nvPicPr>
          <p:cNvPr id="88" name="Graphique 87" descr="Informations avec un remplissage uni">
            <a:extLst>
              <a:ext uri="{FF2B5EF4-FFF2-40B4-BE49-F238E27FC236}">
                <a16:creationId xmlns:a16="http://schemas.microsoft.com/office/drawing/2014/main" id="{EDC94174-DDD6-4530-869A-5838C22FFA6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188002" y="6217806"/>
            <a:ext cx="395254" cy="395254"/>
          </a:xfrm>
          <a:prstGeom prst="rect">
            <a:avLst/>
          </a:prstGeom>
        </p:spPr>
      </p:pic>
      <p:pic>
        <p:nvPicPr>
          <p:cNvPr id="89" name="Graphique 88" descr="Informations avec un remplissage uni">
            <a:extLst>
              <a:ext uri="{FF2B5EF4-FFF2-40B4-BE49-F238E27FC236}">
                <a16:creationId xmlns:a16="http://schemas.microsoft.com/office/drawing/2014/main" id="{673A5AFD-180D-4E75-A162-84504546E5C9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92223" y="6217806"/>
            <a:ext cx="395254" cy="395254"/>
          </a:xfrm>
          <a:prstGeom prst="rect">
            <a:avLst/>
          </a:prstGeom>
        </p:spPr>
      </p:pic>
      <p:pic>
        <p:nvPicPr>
          <p:cNvPr id="90" name="Graphique 89" descr="Informations avec un remplissage uni">
            <a:extLst>
              <a:ext uri="{FF2B5EF4-FFF2-40B4-BE49-F238E27FC236}">
                <a16:creationId xmlns:a16="http://schemas.microsoft.com/office/drawing/2014/main" id="{553B8661-8036-4863-B881-57405EDDACC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94334" y="5939245"/>
            <a:ext cx="395254" cy="395254"/>
          </a:xfrm>
          <a:prstGeom prst="rect">
            <a:avLst/>
          </a:prstGeom>
        </p:spPr>
      </p:pic>
      <p:pic>
        <p:nvPicPr>
          <p:cNvPr id="91" name="Graphique 90" descr="Coche avec un remplissage uni">
            <a:extLst>
              <a:ext uri="{FF2B5EF4-FFF2-40B4-BE49-F238E27FC236}">
                <a16:creationId xmlns:a16="http://schemas.microsoft.com/office/drawing/2014/main" id="{205431F7-FE4F-4292-B4E4-5D20CAFEE0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62666" y="4742862"/>
            <a:ext cx="1107267" cy="1107267"/>
          </a:xfrm>
          <a:prstGeom prst="rect">
            <a:avLst/>
          </a:prstGeom>
        </p:spPr>
      </p:pic>
      <p:sp>
        <p:nvSpPr>
          <p:cNvPr id="92" name="Flèche : haut 91">
            <a:extLst>
              <a:ext uri="{FF2B5EF4-FFF2-40B4-BE49-F238E27FC236}">
                <a16:creationId xmlns:a16="http://schemas.microsoft.com/office/drawing/2014/main" id="{4A5706E0-A2E5-4B31-9C48-530AB68453B7}"/>
              </a:ext>
            </a:extLst>
          </p:cNvPr>
          <p:cNvSpPr/>
          <p:nvPr/>
        </p:nvSpPr>
        <p:spPr>
          <a:xfrm rot="2082621">
            <a:off x="5459042" y="592519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Flèche : haut 92">
            <a:extLst>
              <a:ext uri="{FF2B5EF4-FFF2-40B4-BE49-F238E27FC236}">
                <a16:creationId xmlns:a16="http://schemas.microsoft.com/office/drawing/2014/main" id="{831335DD-4AC6-4D16-ADC9-8D103B073CFC}"/>
              </a:ext>
            </a:extLst>
          </p:cNvPr>
          <p:cNvSpPr/>
          <p:nvPr/>
        </p:nvSpPr>
        <p:spPr>
          <a:xfrm rot="19836691">
            <a:off x="6208622" y="5934326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Flèche : haut 93">
            <a:extLst>
              <a:ext uri="{FF2B5EF4-FFF2-40B4-BE49-F238E27FC236}">
                <a16:creationId xmlns:a16="http://schemas.microsoft.com/office/drawing/2014/main" id="{9288F73C-76F9-4974-B9ED-13F42364C6E3}"/>
              </a:ext>
            </a:extLst>
          </p:cNvPr>
          <p:cNvSpPr/>
          <p:nvPr/>
        </p:nvSpPr>
        <p:spPr>
          <a:xfrm rot="18195122">
            <a:off x="6969761" y="5787888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Flèche : haut 94">
            <a:extLst>
              <a:ext uri="{FF2B5EF4-FFF2-40B4-BE49-F238E27FC236}">
                <a16:creationId xmlns:a16="http://schemas.microsoft.com/office/drawing/2014/main" id="{A2D7183C-D639-489C-AF94-90888AB161BF}"/>
              </a:ext>
            </a:extLst>
          </p:cNvPr>
          <p:cNvSpPr/>
          <p:nvPr/>
        </p:nvSpPr>
        <p:spPr>
          <a:xfrm rot="2687742">
            <a:off x="4790435" y="574434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6" name="Graphique 95" descr="Informations avec un remplissage uni">
            <a:extLst>
              <a:ext uri="{FF2B5EF4-FFF2-40B4-BE49-F238E27FC236}">
                <a16:creationId xmlns:a16="http://schemas.microsoft.com/office/drawing/2014/main" id="{33207EA3-A717-4C71-8DF6-921811FDE3E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69574" y="4892896"/>
            <a:ext cx="941358" cy="941358"/>
          </a:xfrm>
          <a:prstGeom prst="rect">
            <a:avLst/>
          </a:prstGeom>
        </p:spPr>
      </p:pic>
      <p:sp>
        <p:nvSpPr>
          <p:cNvPr id="97" name="Flèche : haut 96">
            <a:extLst>
              <a:ext uri="{FF2B5EF4-FFF2-40B4-BE49-F238E27FC236}">
                <a16:creationId xmlns:a16="http://schemas.microsoft.com/office/drawing/2014/main" id="{89408FAE-EFB2-4FA3-B228-AAA9C3437A57}"/>
              </a:ext>
            </a:extLst>
          </p:cNvPr>
          <p:cNvSpPr/>
          <p:nvPr/>
        </p:nvSpPr>
        <p:spPr>
          <a:xfrm rot="2082621">
            <a:off x="9335095" y="594191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Flèche : haut 97">
            <a:extLst>
              <a:ext uri="{FF2B5EF4-FFF2-40B4-BE49-F238E27FC236}">
                <a16:creationId xmlns:a16="http://schemas.microsoft.com/office/drawing/2014/main" id="{229DD5BC-0F37-4E4D-A9A3-F60976D6A35C}"/>
              </a:ext>
            </a:extLst>
          </p:cNvPr>
          <p:cNvSpPr/>
          <p:nvPr/>
        </p:nvSpPr>
        <p:spPr>
          <a:xfrm rot="19836691">
            <a:off x="10084675" y="5951045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Flèche : haut 98">
            <a:extLst>
              <a:ext uri="{FF2B5EF4-FFF2-40B4-BE49-F238E27FC236}">
                <a16:creationId xmlns:a16="http://schemas.microsoft.com/office/drawing/2014/main" id="{F9943021-51C5-424E-8922-C1A31A1B0FFB}"/>
              </a:ext>
            </a:extLst>
          </p:cNvPr>
          <p:cNvSpPr/>
          <p:nvPr/>
        </p:nvSpPr>
        <p:spPr>
          <a:xfrm rot="18195122">
            <a:off x="10845814" y="5804607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Flèche : haut 99">
            <a:extLst>
              <a:ext uri="{FF2B5EF4-FFF2-40B4-BE49-F238E27FC236}">
                <a16:creationId xmlns:a16="http://schemas.microsoft.com/office/drawing/2014/main" id="{633C2538-5F5D-46D6-A58A-793BE4628343}"/>
              </a:ext>
            </a:extLst>
          </p:cNvPr>
          <p:cNvSpPr/>
          <p:nvPr/>
        </p:nvSpPr>
        <p:spPr>
          <a:xfrm rot="2687742">
            <a:off x="8666488" y="5761064"/>
            <a:ext cx="288508" cy="211568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1" name="Graphique 100" descr="Informations avec un remplissage uni">
            <a:extLst>
              <a:ext uri="{FF2B5EF4-FFF2-40B4-BE49-F238E27FC236}">
                <a16:creationId xmlns:a16="http://schemas.microsoft.com/office/drawing/2014/main" id="{4BEF1086-E5AB-4795-96E8-756C8E6CF90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45627" y="4909615"/>
            <a:ext cx="941358" cy="94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002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</a:t>
            </a:r>
            <a:br>
              <a:rPr lang="fr-FR" dirty="0"/>
            </a:br>
            <a:r>
              <a:rPr lang="fr-FR" dirty="0"/>
              <a:t>Rôles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1056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de l’extension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0056" y="1825625"/>
            <a:ext cx="9263743" cy="435133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fr-FR" dirty="0"/>
              <a:t>L’extension « Rôles » a pour but de pouvoir qualifier les différents rôles à tenir pendant l’atelier ou l’événement</a:t>
            </a:r>
          </a:p>
          <a:p>
            <a:endParaRPr lang="fr-FR" dirty="0"/>
          </a:p>
          <a:p>
            <a:r>
              <a:rPr lang="fr-FR" dirty="0"/>
              <a:t>Les rôles peuvent concerner les moments dirigés (type atelier, réunion, …) ou des moments à circulation libre (cocktail, pause, buffet, forum…)</a:t>
            </a:r>
          </a:p>
        </p:txBody>
      </p:sp>
    </p:spTree>
    <p:extLst>
      <p:ext uri="{BB962C8B-B14F-4D97-AF65-F5344CB8AC3E}">
        <p14:creationId xmlns:p14="http://schemas.microsoft.com/office/powerpoint/2010/main" val="14101635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94120" cy="1325563"/>
          </a:xfrm>
        </p:spPr>
        <p:txBody>
          <a:bodyPr/>
          <a:lstStyle/>
          <a:p>
            <a:r>
              <a:rPr lang="fr-FR" dirty="0"/>
              <a:t>Deck « Rôles pour événements dirigés»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événements dirigés sont des événements pendant lesquels la majorité des moments sont cadrés : ateliers, réunions, </a:t>
            </a:r>
            <a:r>
              <a:rPr lang="fr-FR" dirty="0" err="1"/>
              <a:t>etc</a:t>
            </a: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définir des rôles à différentes phases de votre atelier, particulier sur les </a:t>
            </a:r>
            <a:r>
              <a:rPr lang="fr-FR" b="1" dirty="0">
                <a:solidFill>
                  <a:srgbClr val="F16E80"/>
                </a:solidFill>
              </a:rPr>
              <a:t>configurations qui NE SONT PAS à circulation libre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 combine très bien avec un post-it descriptif des personnes, du nombre, ou d’autres détails sur ce rôle.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374F104-5ED4-2218-B3DA-CAF9F4037B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3610" y="83575"/>
            <a:ext cx="2505670" cy="3505200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3E5E47E5-3869-4DA8-D9BC-3A8DE383EB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1" y="2767873"/>
            <a:ext cx="2505670" cy="3505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19A7AB-378A-1F66-D7E9-5A91C043966C}"/>
              </a:ext>
            </a:extLst>
          </p:cNvPr>
          <p:cNvSpPr/>
          <p:nvPr/>
        </p:nvSpPr>
        <p:spPr>
          <a:xfrm>
            <a:off x="9126584" y="5798456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Jacques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Sylvie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AB5CC4-E623-53CE-5863-9C0E6BE4921E}"/>
              </a:ext>
            </a:extLst>
          </p:cNvPr>
          <p:cNvSpPr/>
          <p:nvPr/>
        </p:nvSpPr>
        <p:spPr>
          <a:xfrm>
            <a:off x="10886445" y="2954383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 par groupe</a:t>
            </a:r>
          </a:p>
        </p:txBody>
      </p:sp>
    </p:spTree>
    <p:extLst>
      <p:ext uri="{BB962C8B-B14F-4D97-AF65-F5344CB8AC3E}">
        <p14:creationId xmlns:p14="http://schemas.microsoft.com/office/powerpoint/2010/main" val="25253516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322A7-B9FB-4411-9E71-24DE77CF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94120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Deck « Rôles pour événements à circulation libre»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AE94B86-3EF6-4045-9367-9D9B3A384765}"/>
              </a:ext>
            </a:extLst>
          </p:cNvPr>
          <p:cNvSpPr txBox="1">
            <a:spLocks/>
          </p:cNvSpPr>
          <p:nvPr/>
        </p:nvSpPr>
        <p:spPr>
          <a:xfrm>
            <a:off x="838200" y="1961695"/>
            <a:ext cx="5970394" cy="4076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Les événements à circulation libre sont des événements moments pendant lesquels la circulation est libre : Cocktails, buffets, forums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Sert à définir des rôles à différentes phases de votre atelier, particulier sur les </a:t>
            </a:r>
            <a:r>
              <a:rPr lang="fr-FR" b="1" dirty="0">
                <a:solidFill>
                  <a:srgbClr val="F16E80"/>
                </a:solidFill>
              </a:rPr>
              <a:t>configurations qui sont à circulation libre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dirty="0"/>
              <a:t>Se combine très bien avec un post-it descriptif des personnes, du nombre, ou d’autres détails sur ce rôle.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63311B9-C356-C947-E035-46A09715F8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6330" y="117988"/>
            <a:ext cx="2505670" cy="3505200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40F39D12-AD18-7B56-66D4-5560532A0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7486" y="2644877"/>
            <a:ext cx="2505670" cy="3505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60915F-A565-BF74-4B4B-8268C5BD560B}"/>
              </a:ext>
            </a:extLst>
          </p:cNvPr>
          <p:cNvSpPr/>
          <p:nvPr/>
        </p:nvSpPr>
        <p:spPr>
          <a:xfrm>
            <a:off x="9126584" y="5798456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8557EA-3FBF-4FA3-623B-5CA129722AEA}"/>
              </a:ext>
            </a:extLst>
          </p:cNvPr>
          <p:cNvSpPr/>
          <p:nvPr/>
        </p:nvSpPr>
        <p:spPr>
          <a:xfrm>
            <a:off x="10877007" y="3079612"/>
            <a:ext cx="1135974" cy="9492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Notes: </a:t>
            </a:r>
          </a:p>
          <a:p>
            <a:pPr algn="ctr"/>
            <a:r>
              <a:rPr lang="fr-FR" sz="1600" dirty="0">
                <a:solidFill>
                  <a:schemeClr val="tx1"/>
                </a:solidFill>
              </a:rPr>
              <a:t>Assurent aussi les vestiaires</a:t>
            </a:r>
          </a:p>
        </p:txBody>
      </p:sp>
    </p:spTree>
    <p:extLst>
      <p:ext uri="{BB962C8B-B14F-4D97-AF65-F5344CB8AC3E}">
        <p14:creationId xmlns:p14="http://schemas.microsoft.com/office/powerpoint/2010/main" val="11496641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Rôles pour événements dirigés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04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que 2" descr="Signe pouce en haut avec un remplissage uni">
            <a:extLst>
              <a:ext uri="{FF2B5EF4-FFF2-40B4-BE49-F238E27FC236}">
                <a16:creationId xmlns:a16="http://schemas.microsoft.com/office/drawing/2014/main" id="{7BE092B5-7A61-1B53-9AC8-50A2EA995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2497" y="244613"/>
            <a:ext cx="178020" cy="178021"/>
          </a:xfrm>
          <a:prstGeom prst="rect">
            <a:avLst/>
          </a:prstGeom>
        </p:spPr>
      </p:pic>
      <p:pic>
        <p:nvPicPr>
          <p:cNvPr id="4" name="Graphique 3" descr="Pouce en bas avec un remplissage uni">
            <a:extLst>
              <a:ext uri="{FF2B5EF4-FFF2-40B4-BE49-F238E27FC236}">
                <a16:creationId xmlns:a16="http://schemas.microsoft.com/office/drawing/2014/main" id="{F61BC359-61D5-0BE5-AFE8-686FDD43D9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9161" y="263918"/>
            <a:ext cx="192431" cy="1924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DDA439-9693-B07C-2FD6-154DA241836F}"/>
              </a:ext>
            </a:extLst>
          </p:cNvPr>
          <p:cNvSpPr/>
          <p:nvPr/>
        </p:nvSpPr>
        <p:spPr>
          <a:xfrm>
            <a:off x="1165484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AF9AD1-1E60-C4F1-55E1-22909F59CD24}"/>
              </a:ext>
            </a:extLst>
          </p:cNvPr>
          <p:cNvSpPr/>
          <p:nvPr/>
        </p:nvSpPr>
        <p:spPr>
          <a:xfrm>
            <a:off x="1828064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E228D-453C-EE80-D663-5CD9589071A4}"/>
              </a:ext>
            </a:extLst>
          </p:cNvPr>
          <p:cNvSpPr/>
          <p:nvPr/>
        </p:nvSpPr>
        <p:spPr>
          <a:xfrm>
            <a:off x="2490642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2ADD98-4AB0-E1CD-E05F-146DC4C4D1B8}"/>
              </a:ext>
            </a:extLst>
          </p:cNvPr>
          <p:cNvSpPr/>
          <p:nvPr/>
        </p:nvSpPr>
        <p:spPr>
          <a:xfrm>
            <a:off x="3160732" y="209833"/>
            <a:ext cx="620621" cy="1145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Graphique 8" descr="Aide avec un remplissage uni">
            <a:extLst>
              <a:ext uri="{FF2B5EF4-FFF2-40B4-BE49-F238E27FC236}">
                <a16:creationId xmlns:a16="http://schemas.microsoft.com/office/drawing/2014/main" id="{B4ECC3EF-C0B1-321C-115B-834936085E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5906" y="263918"/>
            <a:ext cx="178158" cy="178158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EF793-B17C-4E2C-05B8-492FB3310870}"/>
              </a:ext>
            </a:extLst>
          </p:cNvPr>
          <p:cNvGrpSpPr/>
          <p:nvPr/>
        </p:nvGrpSpPr>
        <p:grpSpPr>
          <a:xfrm>
            <a:off x="3356528" y="246799"/>
            <a:ext cx="201782" cy="201782"/>
            <a:chOff x="5638800" y="2971800"/>
            <a:chExt cx="914400" cy="914400"/>
          </a:xfrm>
        </p:grpSpPr>
        <p:pic>
          <p:nvPicPr>
            <p:cNvPr id="28" name="Graphique 27" descr="Sphères de Harvey 100% avec un remplissage uni">
              <a:extLst>
                <a:ext uri="{FF2B5EF4-FFF2-40B4-BE49-F238E27FC236}">
                  <a16:creationId xmlns:a16="http://schemas.microsoft.com/office/drawing/2014/main" id="{5C218444-6D1D-9491-FCB3-6ABCAB77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pic>
          <p:nvPicPr>
            <p:cNvPr id="29" name="Graphique 28" descr="Lumières allumées avec un remplissage uni">
              <a:extLst>
                <a:ext uri="{FF2B5EF4-FFF2-40B4-BE49-F238E27FC236}">
                  <a16:creationId xmlns:a16="http://schemas.microsoft.com/office/drawing/2014/main" id="{3F91BF70-F09F-894A-7B4F-63D24098E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710913" y="3066428"/>
              <a:ext cx="767522" cy="767522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328E7-57CD-08DC-7BF4-3A1EBE829A90}"/>
              </a:ext>
            </a:extLst>
          </p:cNvPr>
          <p:cNvSpPr/>
          <p:nvPr/>
        </p:nvSpPr>
        <p:spPr>
          <a:xfrm>
            <a:off x="1204478" y="63543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A199DD-4DC0-6A53-DC24-4E8D15C01F47}"/>
              </a:ext>
            </a:extLst>
          </p:cNvPr>
          <p:cNvSpPr/>
          <p:nvPr/>
        </p:nvSpPr>
        <p:spPr>
          <a:xfrm>
            <a:off x="1418520" y="63543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3755CD-DA35-D28E-3D76-4E3DCDDEBAA1}"/>
              </a:ext>
            </a:extLst>
          </p:cNvPr>
          <p:cNvSpPr/>
          <p:nvPr/>
        </p:nvSpPr>
        <p:spPr>
          <a:xfrm>
            <a:off x="1363785" y="824130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07CEE-6827-3A20-94F1-A892D051DE80}"/>
              </a:ext>
            </a:extLst>
          </p:cNvPr>
          <p:cNvSpPr/>
          <p:nvPr/>
        </p:nvSpPr>
        <p:spPr>
          <a:xfrm>
            <a:off x="1895439" y="632380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C5C97B-8A0F-557D-0E90-1160274C56A6}"/>
              </a:ext>
            </a:extLst>
          </p:cNvPr>
          <p:cNvSpPr/>
          <p:nvPr/>
        </p:nvSpPr>
        <p:spPr>
          <a:xfrm>
            <a:off x="2127908" y="712125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6F80AD-34A8-59E0-6F79-4C2172BF25F2}"/>
              </a:ext>
            </a:extLst>
          </p:cNvPr>
          <p:cNvSpPr/>
          <p:nvPr/>
        </p:nvSpPr>
        <p:spPr>
          <a:xfrm>
            <a:off x="1907931" y="846763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A97601-E42E-9EEC-6C6B-2BC8592E6BCF}"/>
              </a:ext>
            </a:extLst>
          </p:cNvPr>
          <p:cNvSpPr/>
          <p:nvPr/>
        </p:nvSpPr>
        <p:spPr>
          <a:xfrm>
            <a:off x="2535278" y="623115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1218D5-81A4-1D34-40D0-FF37CA1413F1}"/>
              </a:ext>
            </a:extLst>
          </p:cNvPr>
          <p:cNvSpPr/>
          <p:nvPr/>
        </p:nvSpPr>
        <p:spPr>
          <a:xfrm>
            <a:off x="2759514" y="613149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8BDFCF-8ED3-FB29-599E-4DF002FFCA2B}"/>
              </a:ext>
            </a:extLst>
          </p:cNvPr>
          <p:cNvSpPr/>
          <p:nvPr/>
        </p:nvSpPr>
        <p:spPr>
          <a:xfrm>
            <a:off x="2701815" y="85670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C59F9B-5424-CAA7-BC50-F953106FBE0C}"/>
              </a:ext>
            </a:extLst>
          </p:cNvPr>
          <p:cNvSpPr/>
          <p:nvPr/>
        </p:nvSpPr>
        <p:spPr>
          <a:xfrm>
            <a:off x="3251018" y="628137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E108C6-BE7F-3F80-2AB6-5586B730EB1E}"/>
              </a:ext>
            </a:extLst>
          </p:cNvPr>
          <p:cNvSpPr/>
          <p:nvPr/>
        </p:nvSpPr>
        <p:spPr>
          <a:xfrm>
            <a:off x="3438342" y="822806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6BCBA0-F36B-C506-9C29-B8336B3B156F}"/>
              </a:ext>
            </a:extLst>
          </p:cNvPr>
          <p:cNvSpPr/>
          <p:nvPr/>
        </p:nvSpPr>
        <p:spPr>
          <a:xfrm>
            <a:off x="3483157" y="612609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3" name="Graphique 22" descr="Personne confuse avec un remplissage uni">
            <a:extLst>
              <a:ext uri="{FF2B5EF4-FFF2-40B4-BE49-F238E27FC236}">
                <a16:creationId xmlns:a16="http://schemas.microsoft.com/office/drawing/2014/main" id="{24046DA5-B8DC-1D3A-2156-A23BFBC692CE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3721" r="14768" b="50034"/>
          <a:stretch/>
        </p:blipFill>
        <p:spPr>
          <a:xfrm>
            <a:off x="2857900" y="1203568"/>
            <a:ext cx="1083891" cy="75734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793113F-992D-014B-1F90-DBB1F50EE388}"/>
              </a:ext>
            </a:extLst>
          </p:cNvPr>
          <p:cNvSpPr/>
          <p:nvPr/>
        </p:nvSpPr>
        <p:spPr>
          <a:xfrm>
            <a:off x="2857900" y="1660267"/>
            <a:ext cx="178019" cy="178019"/>
          </a:xfrm>
          <a:prstGeom prst="rect">
            <a:avLst/>
          </a:prstGeom>
          <a:solidFill>
            <a:srgbClr val="068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6" name="Graphique 25" descr="Homme avec un remplissage uni">
            <a:extLst>
              <a:ext uri="{FF2B5EF4-FFF2-40B4-BE49-F238E27FC236}">
                <a16:creationId xmlns:a16="http://schemas.microsoft.com/office/drawing/2014/main" id="{B01EBD3C-9FB9-3C14-2C4E-8F89892FF07E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40502"/>
          <a:stretch/>
        </p:blipFill>
        <p:spPr>
          <a:xfrm>
            <a:off x="1609411" y="1270246"/>
            <a:ext cx="1393032" cy="849476"/>
          </a:xfrm>
          <a:prstGeom prst="rect">
            <a:avLst/>
          </a:prstGeom>
        </p:spPr>
      </p:pic>
      <p:pic>
        <p:nvPicPr>
          <p:cNvPr id="27" name="Graphique 26" descr="Homme avec un remplissage uni">
            <a:extLst>
              <a:ext uri="{FF2B5EF4-FFF2-40B4-BE49-F238E27FC236}">
                <a16:creationId xmlns:a16="http://schemas.microsoft.com/office/drawing/2014/main" id="{84BF3340-D921-9400-D007-4051807D6C50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40502"/>
          <a:stretch/>
        </p:blipFill>
        <p:spPr>
          <a:xfrm>
            <a:off x="923110" y="1218963"/>
            <a:ext cx="1427779" cy="849476"/>
          </a:xfrm>
          <a:prstGeom prst="rect">
            <a:avLst/>
          </a:prstGeom>
        </p:spPr>
      </p:pic>
      <p:pic>
        <p:nvPicPr>
          <p:cNvPr id="30" name="Graphique 29" descr="Homme avec un remplissage uni">
            <a:extLst>
              <a:ext uri="{FF2B5EF4-FFF2-40B4-BE49-F238E27FC236}">
                <a16:creationId xmlns:a16="http://schemas.microsoft.com/office/drawing/2014/main" id="{524D1E96-84EB-9BC7-BB06-87282B7873DF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1" b="40502"/>
          <a:stretch/>
        </p:blipFill>
        <p:spPr>
          <a:xfrm>
            <a:off x="351108" y="1301135"/>
            <a:ext cx="1393032" cy="849476"/>
          </a:xfrm>
          <a:prstGeom prst="rect">
            <a:avLst/>
          </a:prstGeom>
        </p:spPr>
      </p:pic>
      <p:pic>
        <p:nvPicPr>
          <p:cNvPr id="31" name="Graphique 30" descr="Homme avec un remplissage uni">
            <a:extLst>
              <a:ext uri="{FF2B5EF4-FFF2-40B4-BE49-F238E27FC236}">
                <a16:creationId xmlns:a16="http://schemas.microsoft.com/office/drawing/2014/main" id="{FABFA46E-4BBE-8675-1172-6F2F6A8F6708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20292" t="1" r="27728" b="40502"/>
          <a:stretch/>
        </p:blipFill>
        <p:spPr>
          <a:xfrm>
            <a:off x="202125" y="1111438"/>
            <a:ext cx="724091" cy="849476"/>
          </a:xfrm>
          <a:prstGeom prst="rect">
            <a:avLst/>
          </a:prstGeom>
        </p:spPr>
      </p:pic>
      <p:pic>
        <p:nvPicPr>
          <p:cNvPr id="40" name="Graphique 39" descr="Personne confuse avec un remplissage uni">
            <a:extLst>
              <a:ext uri="{FF2B5EF4-FFF2-40B4-BE49-F238E27FC236}">
                <a16:creationId xmlns:a16="http://schemas.microsoft.com/office/drawing/2014/main" id="{DCB53E66-7C49-4D03-7A8B-0420A1440583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3721" r="14768" b="50034"/>
          <a:stretch/>
        </p:blipFill>
        <p:spPr>
          <a:xfrm>
            <a:off x="5322419" y="623115"/>
            <a:ext cx="1902316" cy="1329202"/>
          </a:xfrm>
          <a:prstGeom prst="rect">
            <a:avLst/>
          </a:prstGeom>
        </p:spPr>
      </p:pic>
      <p:pic>
        <p:nvPicPr>
          <p:cNvPr id="42" name="Graphique 41" descr="Sablier 60% avec un remplissage uni">
            <a:extLst>
              <a:ext uri="{FF2B5EF4-FFF2-40B4-BE49-F238E27FC236}">
                <a16:creationId xmlns:a16="http://schemas.microsoft.com/office/drawing/2014/main" id="{8FDDCC33-3BAF-533B-5309-C53AD45CEB4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96364" y="518524"/>
            <a:ext cx="1218519" cy="1218519"/>
          </a:xfrm>
          <a:prstGeom prst="rect">
            <a:avLst/>
          </a:prstGeom>
        </p:spPr>
      </p:pic>
      <p:grpSp>
        <p:nvGrpSpPr>
          <p:cNvPr id="47" name="Groupe 46">
            <a:extLst>
              <a:ext uri="{FF2B5EF4-FFF2-40B4-BE49-F238E27FC236}">
                <a16:creationId xmlns:a16="http://schemas.microsoft.com/office/drawing/2014/main" id="{E29DEBB6-BAD4-D7B6-63D8-2DE1A084363B}"/>
              </a:ext>
            </a:extLst>
          </p:cNvPr>
          <p:cNvGrpSpPr/>
          <p:nvPr/>
        </p:nvGrpSpPr>
        <p:grpSpPr>
          <a:xfrm rot="20617303">
            <a:off x="4815140" y="468079"/>
            <a:ext cx="899357" cy="1300169"/>
            <a:chOff x="5268545" y="2857500"/>
            <a:chExt cx="1116783" cy="161449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AD7E4CD-FB06-7717-EF83-01BDD08801EB}"/>
                </a:ext>
              </a:extLst>
            </p:cNvPr>
            <p:cNvSpPr/>
            <p:nvPr/>
          </p:nvSpPr>
          <p:spPr>
            <a:xfrm>
              <a:off x="5729326" y="2857500"/>
              <a:ext cx="195224" cy="16144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A06EA2C-938E-11AB-1106-7034E87BFCF1}"/>
                </a:ext>
              </a:extLst>
            </p:cNvPr>
            <p:cNvSpPr/>
            <p:nvPr/>
          </p:nvSpPr>
          <p:spPr>
            <a:xfrm>
              <a:off x="5268545" y="3052761"/>
              <a:ext cx="1116783" cy="752475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6" name="Graphique 45" descr="Avertissement avec un remplissage uni">
              <a:extLst>
                <a:ext uri="{FF2B5EF4-FFF2-40B4-BE49-F238E27FC236}">
                  <a16:creationId xmlns:a16="http://schemas.microsoft.com/office/drawing/2014/main" id="{342D8DD4-45F8-DB25-E0CE-09622801E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83584" y="3053786"/>
              <a:ext cx="686707" cy="686707"/>
            </a:xfrm>
            <a:prstGeom prst="rect">
              <a:avLst/>
            </a:prstGeom>
          </p:spPr>
        </p:pic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0CF64CC6-CCEB-F829-20E2-1C9823CC2F1F}"/>
              </a:ext>
            </a:extLst>
          </p:cNvPr>
          <p:cNvGrpSpPr/>
          <p:nvPr/>
        </p:nvGrpSpPr>
        <p:grpSpPr>
          <a:xfrm flipH="1">
            <a:off x="8301341" y="436044"/>
            <a:ext cx="1762751" cy="1565838"/>
            <a:chOff x="1195526" y="3102720"/>
            <a:chExt cx="1771118" cy="1642488"/>
          </a:xfrm>
        </p:grpSpPr>
        <p:pic>
          <p:nvPicPr>
            <p:cNvPr id="50" name="Graphique 49" descr="Homme conductrice avec un remplissage uni">
              <a:extLst>
                <a:ext uri="{FF2B5EF4-FFF2-40B4-BE49-F238E27FC236}">
                  <a16:creationId xmlns:a16="http://schemas.microsoft.com/office/drawing/2014/main" id="{3D6C0541-E72E-EA5E-C674-8507FFF4D1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r="14747" b="7263"/>
            <a:stretch/>
          </p:blipFill>
          <p:spPr>
            <a:xfrm>
              <a:off x="1195526" y="3102720"/>
              <a:ext cx="1509937" cy="1642488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F46B29E-76ED-3895-EB4A-9A7AE7CCF7FC}"/>
                </a:ext>
              </a:extLst>
            </p:cNvPr>
            <p:cNvSpPr/>
            <p:nvPr/>
          </p:nvSpPr>
          <p:spPr>
            <a:xfrm>
              <a:off x="2510447" y="3102720"/>
              <a:ext cx="456197" cy="936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8" name="Graphique 57" descr="Flèches de chevron avec un remplissage uni">
            <a:extLst>
              <a:ext uri="{FF2B5EF4-FFF2-40B4-BE49-F238E27FC236}">
                <a16:creationId xmlns:a16="http://schemas.microsoft.com/office/drawing/2014/main" id="{7E559CA7-D6F3-4C9F-AEDE-2DA189EF181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895102" y="360133"/>
            <a:ext cx="1639813" cy="570022"/>
          </a:xfrm>
          <a:prstGeom prst="rect">
            <a:avLst/>
          </a:prstGeom>
        </p:spPr>
      </p:pic>
      <p:pic>
        <p:nvPicPr>
          <p:cNvPr id="60" name="Graphique 59" descr="Schéma de réseau avec un remplissage uni">
            <a:extLst>
              <a:ext uri="{FF2B5EF4-FFF2-40B4-BE49-F238E27FC236}">
                <a16:creationId xmlns:a16="http://schemas.microsoft.com/office/drawing/2014/main" id="{EE013B65-801A-25AF-1BC9-809C900811FB}"/>
              </a:ext>
            </a:extLst>
          </p:cNvPr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 t="11943" b="13933"/>
          <a:stretch/>
        </p:blipFill>
        <p:spPr>
          <a:xfrm>
            <a:off x="10121514" y="904658"/>
            <a:ext cx="1413401" cy="1047659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EEA145E6-6773-7E9F-AB27-EA4DCFC09007}"/>
              </a:ext>
            </a:extLst>
          </p:cNvPr>
          <p:cNvSpPr/>
          <p:nvPr/>
        </p:nvSpPr>
        <p:spPr>
          <a:xfrm>
            <a:off x="11116455" y="1233738"/>
            <a:ext cx="449416" cy="3998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" name="Graphique 511" descr="Femme détective avec un remplissage uni">
            <a:extLst>
              <a:ext uri="{FF2B5EF4-FFF2-40B4-BE49-F238E27FC236}">
                <a16:creationId xmlns:a16="http://schemas.microsoft.com/office/drawing/2014/main" id="{433A8F9B-432F-708F-78CE-9CBD759AA524}"/>
              </a:ext>
            </a:extLst>
          </p:cNvPr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9656" r="14873" b="5744"/>
          <a:stretch/>
        </p:blipFill>
        <p:spPr>
          <a:xfrm>
            <a:off x="351108" y="2616337"/>
            <a:ext cx="1393032" cy="1739763"/>
          </a:xfrm>
          <a:prstGeom prst="rect">
            <a:avLst/>
          </a:prstGeom>
        </p:spPr>
      </p:pic>
      <p:pic>
        <p:nvPicPr>
          <p:cNvPr id="513" name="Graphique 512" descr="Réussite du groupe avec un remplissage uni">
            <a:extLst>
              <a:ext uri="{FF2B5EF4-FFF2-40B4-BE49-F238E27FC236}">
                <a16:creationId xmlns:a16="http://schemas.microsoft.com/office/drawing/2014/main" id="{1A9369C2-6830-173A-DA3A-F53D9D7E1251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t="13979" b="19010"/>
          <a:stretch/>
        </p:blipFill>
        <p:spPr>
          <a:xfrm>
            <a:off x="2016639" y="2676885"/>
            <a:ext cx="1530936" cy="1025884"/>
          </a:xfrm>
          <a:prstGeom prst="rect">
            <a:avLst/>
          </a:prstGeom>
        </p:spPr>
      </p:pic>
      <p:pic>
        <p:nvPicPr>
          <p:cNvPr id="514" name="Graphique 513" descr="Papier avec un remplissage uni">
            <a:extLst>
              <a:ext uri="{FF2B5EF4-FFF2-40B4-BE49-F238E27FC236}">
                <a16:creationId xmlns:a16="http://schemas.microsoft.com/office/drawing/2014/main" id="{7480C531-6170-2ACE-6F6A-EDF31E1E746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600113" y="2448507"/>
            <a:ext cx="521193" cy="521193"/>
          </a:xfrm>
          <a:prstGeom prst="rect">
            <a:avLst/>
          </a:prstGeom>
        </p:spPr>
      </p:pic>
      <p:pic>
        <p:nvPicPr>
          <p:cNvPr id="515" name="Graphique 514" descr="Crayon avec un remplissage uni">
            <a:extLst>
              <a:ext uri="{FF2B5EF4-FFF2-40B4-BE49-F238E27FC236}">
                <a16:creationId xmlns:a16="http://schemas.microsoft.com/office/drawing/2014/main" id="{E1741E4E-1066-5812-776E-CC23A7A8B2F8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228941" y="2770829"/>
            <a:ext cx="347798" cy="347798"/>
          </a:xfrm>
          <a:prstGeom prst="rect">
            <a:avLst/>
          </a:prstGeom>
        </p:spPr>
      </p:pic>
      <p:pic>
        <p:nvPicPr>
          <p:cNvPr id="516" name="Graphique 515" descr="Smartphone avec un remplissage uni">
            <a:extLst>
              <a:ext uri="{FF2B5EF4-FFF2-40B4-BE49-F238E27FC236}">
                <a16:creationId xmlns:a16="http://schemas.microsoft.com/office/drawing/2014/main" id="{8815A219-8C3A-3830-C937-7534BBFD301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766528" y="3189827"/>
            <a:ext cx="521193" cy="521193"/>
          </a:xfrm>
          <a:prstGeom prst="rect">
            <a:avLst/>
          </a:prstGeom>
        </p:spPr>
      </p:pic>
      <p:pic>
        <p:nvPicPr>
          <p:cNvPr id="518" name="Graphique 517" descr="Caméra vidéo avec un remplissage uni">
            <a:extLst>
              <a:ext uri="{FF2B5EF4-FFF2-40B4-BE49-F238E27FC236}">
                <a16:creationId xmlns:a16="http://schemas.microsoft.com/office/drawing/2014/main" id="{729E3C02-B32D-F1AD-388C-055804AA010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381793" y="3745831"/>
            <a:ext cx="521193" cy="521193"/>
          </a:xfrm>
          <a:prstGeom prst="rect">
            <a:avLst/>
          </a:prstGeom>
        </p:spPr>
      </p:pic>
      <p:pic>
        <p:nvPicPr>
          <p:cNvPr id="519" name="Graphique 518" descr="Appareil photo avec un remplissage uni">
            <a:extLst>
              <a:ext uri="{FF2B5EF4-FFF2-40B4-BE49-F238E27FC236}">
                <a16:creationId xmlns:a16="http://schemas.microsoft.com/office/drawing/2014/main" id="{89391AFB-8164-BE45-A1E5-8205038A1804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990890" y="3258718"/>
            <a:ext cx="521193" cy="521193"/>
          </a:xfrm>
          <a:prstGeom prst="rect">
            <a:avLst/>
          </a:prstGeom>
        </p:spPr>
      </p:pic>
      <p:pic>
        <p:nvPicPr>
          <p:cNvPr id="520" name="Graphique 519" descr="Webcam avec un remplissage uni">
            <a:extLst>
              <a:ext uri="{FF2B5EF4-FFF2-40B4-BE49-F238E27FC236}">
                <a16:creationId xmlns:a16="http://schemas.microsoft.com/office/drawing/2014/main" id="{761920AC-3EFC-AAD2-E3FD-7E6B6A33D4C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235175" y="2536774"/>
            <a:ext cx="521193" cy="521193"/>
          </a:xfrm>
          <a:prstGeom prst="rect">
            <a:avLst/>
          </a:prstGeom>
        </p:spPr>
      </p:pic>
      <p:pic>
        <p:nvPicPr>
          <p:cNvPr id="521" name="Graphique 520" descr="Micro de radio avec un remplissage uni">
            <a:extLst>
              <a:ext uri="{FF2B5EF4-FFF2-40B4-BE49-F238E27FC236}">
                <a16:creationId xmlns:a16="http://schemas.microsoft.com/office/drawing/2014/main" id="{19EE6EA1-0AC4-B8A9-FA4A-E457D55FF3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665140" y="2771605"/>
            <a:ext cx="521193" cy="521193"/>
          </a:xfrm>
          <a:prstGeom prst="rect">
            <a:avLst/>
          </a:prstGeom>
        </p:spPr>
      </p:pic>
      <p:pic>
        <p:nvPicPr>
          <p:cNvPr id="523" name="Graphique 522" descr="Plan avec un remplissage uni">
            <a:extLst>
              <a:ext uri="{FF2B5EF4-FFF2-40B4-BE49-F238E27FC236}">
                <a16:creationId xmlns:a16="http://schemas.microsoft.com/office/drawing/2014/main" id="{E138D287-1719-AADB-7A5B-6F217DEED8F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4334475" y="3720663"/>
            <a:ext cx="635437" cy="635437"/>
          </a:xfrm>
          <a:prstGeom prst="rect">
            <a:avLst/>
          </a:prstGeom>
        </p:spPr>
      </p:pic>
      <p:pic>
        <p:nvPicPr>
          <p:cNvPr id="524" name="Graphique 523" descr="Personne confuse avec un remplissage uni">
            <a:extLst>
              <a:ext uri="{FF2B5EF4-FFF2-40B4-BE49-F238E27FC236}">
                <a16:creationId xmlns:a16="http://schemas.microsoft.com/office/drawing/2014/main" id="{EFFCEC43-3606-E040-CD15-519DF95DF257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3721" r="14768" b="50034"/>
          <a:stretch/>
        </p:blipFill>
        <p:spPr>
          <a:xfrm>
            <a:off x="5169782" y="3025052"/>
            <a:ext cx="1902316" cy="1329202"/>
          </a:xfrm>
          <a:prstGeom prst="rect">
            <a:avLst/>
          </a:prstGeom>
        </p:spPr>
      </p:pic>
      <p:grpSp>
        <p:nvGrpSpPr>
          <p:cNvPr id="525" name="Groupe 524">
            <a:extLst>
              <a:ext uri="{FF2B5EF4-FFF2-40B4-BE49-F238E27FC236}">
                <a16:creationId xmlns:a16="http://schemas.microsoft.com/office/drawing/2014/main" id="{7CB7F6B1-9F8E-3E25-6111-ECF781DA5D8D}"/>
              </a:ext>
            </a:extLst>
          </p:cNvPr>
          <p:cNvGrpSpPr/>
          <p:nvPr/>
        </p:nvGrpSpPr>
        <p:grpSpPr>
          <a:xfrm>
            <a:off x="8408223" y="2531910"/>
            <a:ext cx="3426582" cy="1822344"/>
            <a:chOff x="6390870" y="413695"/>
            <a:chExt cx="5574016" cy="2963189"/>
          </a:xfrm>
        </p:grpSpPr>
        <p:pic>
          <p:nvPicPr>
            <p:cNvPr id="526" name="Graphique 525" descr="Personne confuse avec un remplissage uni">
              <a:extLst>
                <a:ext uri="{FF2B5EF4-FFF2-40B4-BE49-F238E27FC236}">
                  <a16:creationId xmlns:a16="http://schemas.microsoft.com/office/drawing/2014/main" id="{7BEDDF4B-52AC-5CA4-0FB0-A8147BFA55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13721" r="14768" b="50034"/>
            <a:stretch/>
          </p:blipFill>
          <p:spPr>
            <a:xfrm>
              <a:off x="8096144" y="1156310"/>
              <a:ext cx="1565232" cy="1093672"/>
            </a:xfrm>
            <a:prstGeom prst="rect">
              <a:avLst/>
            </a:prstGeom>
          </p:spPr>
        </p:pic>
        <p:pic>
          <p:nvPicPr>
            <p:cNvPr id="527" name="Graphique 526" descr="Homme avec un remplissage uni">
              <a:extLst>
                <a:ext uri="{FF2B5EF4-FFF2-40B4-BE49-F238E27FC236}">
                  <a16:creationId xmlns:a16="http://schemas.microsoft.com/office/drawing/2014/main" id="{B7276C81-0173-EC08-FFE3-AE2BB3ACC6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6390870" y="1765882"/>
              <a:ext cx="2061836" cy="1226716"/>
            </a:xfrm>
            <a:prstGeom prst="rect">
              <a:avLst/>
            </a:prstGeom>
          </p:spPr>
        </p:pic>
        <p:pic>
          <p:nvPicPr>
            <p:cNvPr id="528" name="Graphique 527" descr="Homme avec un remplissage uni">
              <a:extLst>
                <a:ext uri="{FF2B5EF4-FFF2-40B4-BE49-F238E27FC236}">
                  <a16:creationId xmlns:a16="http://schemas.microsoft.com/office/drawing/2014/main" id="{B144873C-0991-72AD-3F3C-006F3302B2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7135164" y="2050350"/>
              <a:ext cx="2061835" cy="1226717"/>
            </a:xfrm>
            <a:prstGeom prst="rect">
              <a:avLst/>
            </a:prstGeom>
          </p:spPr>
        </p:pic>
        <p:pic>
          <p:nvPicPr>
            <p:cNvPr id="529" name="Graphique 528" descr="Homme avec un remplissage uni">
              <a:extLst>
                <a:ext uri="{FF2B5EF4-FFF2-40B4-BE49-F238E27FC236}">
                  <a16:creationId xmlns:a16="http://schemas.microsoft.com/office/drawing/2014/main" id="{1F12F632-463E-796E-453D-76D94FD99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8026123" y="2150167"/>
              <a:ext cx="2061835" cy="1226717"/>
            </a:xfrm>
            <a:prstGeom prst="rect">
              <a:avLst/>
            </a:prstGeom>
          </p:spPr>
        </p:pic>
        <p:pic>
          <p:nvPicPr>
            <p:cNvPr id="530" name="Graphique 529" descr="Homme avec un remplissage uni">
              <a:extLst>
                <a:ext uri="{FF2B5EF4-FFF2-40B4-BE49-F238E27FC236}">
                  <a16:creationId xmlns:a16="http://schemas.microsoft.com/office/drawing/2014/main" id="{74028605-5511-7768-749C-9E9FA59E5E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9903050" y="1812331"/>
              <a:ext cx="2061836" cy="1226716"/>
            </a:xfrm>
            <a:prstGeom prst="rect">
              <a:avLst/>
            </a:prstGeom>
          </p:spPr>
        </p:pic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F7029C48-BFEB-ED1E-1D07-6B7EAB362203}"/>
                </a:ext>
              </a:extLst>
            </p:cNvPr>
            <p:cNvSpPr/>
            <p:nvPr/>
          </p:nvSpPr>
          <p:spPr>
            <a:xfrm>
              <a:off x="7481360" y="1150686"/>
              <a:ext cx="684721" cy="330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32" name="Graphique 531" descr="Bulle de discussion contour">
              <a:extLst>
                <a:ext uri="{FF2B5EF4-FFF2-40B4-BE49-F238E27FC236}">
                  <a16:creationId xmlns:a16="http://schemas.microsoft.com/office/drawing/2014/main" id="{3CA39A69-B1EB-3029-EF6F-2C5FE4330B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rcRect t="16003" b="12311"/>
            <a:stretch/>
          </p:blipFill>
          <p:spPr>
            <a:xfrm flipH="1">
              <a:off x="8445891" y="413695"/>
              <a:ext cx="1436183" cy="836553"/>
            </a:xfrm>
            <a:prstGeom prst="rect">
              <a:avLst/>
            </a:prstGeom>
          </p:spPr>
        </p:pic>
        <p:pic>
          <p:nvPicPr>
            <p:cNvPr id="533" name="Graphique 532" descr="Homme avec un remplissage uni">
              <a:extLst>
                <a:ext uri="{FF2B5EF4-FFF2-40B4-BE49-F238E27FC236}">
                  <a16:creationId xmlns:a16="http://schemas.microsoft.com/office/drawing/2014/main" id="{76DF4809-AF15-DD9C-ECD9-28AF17E984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1" b="40502"/>
            <a:stretch/>
          </p:blipFill>
          <p:spPr>
            <a:xfrm>
              <a:off x="8987080" y="2007932"/>
              <a:ext cx="2061835" cy="1226717"/>
            </a:xfrm>
            <a:prstGeom prst="rect">
              <a:avLst/>
            </a:prstGeom>
          </p:spPr>
        </p:pic>
      </p:grpSp>
      <p:grpSp>
        <p:nvGrpSpPr>
          <p:cNvPr id="540" name="Groupe 539">
            <a:extLst>
              <a:ext uri="{FF2B5EF4-FFF2-40B4-BE49-F238E27FC236}">
                <a16:creationId xmlns:a16="http://schemas.microsoft.com/office/drawing/2014/main" id="{C776B9AC-231D-7F88-FB25-71771F92F162}"/>
              </a:ext>
            </a:extLst>
          </p:cNvPr>
          <p:cNvGrpSpPr/>
          <p:nvPr/>
        </p:nvGrpSpPr>
        <p:grpSpPr>
          <a:xfrm>
            <a:off x="1114991" y="4779858"/>
            <a:ext cx="1941918" cy="1833529"/>
            <a:chOff x="978457" y="4471994"/>
            <a:chExt cx="2450580" cy="2313800"/>
          </a:xfrm>
        </p:grpSpPr>
        <p:pic>
          <p:nvPicPr>
            <p:cNvPr id="537" name="Graphique 536" descr="Femme électricienne avec un remplissage uni">
              <a:extLst>
                <a:ext uri="{FF2B5EF4-FFF2-40B4-BE49-F238E27FC236}">
                  <a16:creationId xmlns:a16="http://schemas.microsoft.com/office/drawing/2014/main" id="{11056326-1812-6876-0177-C258088B53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rcRect r="48405"/>
            <a:stretch/>
          </p:blipFill>
          <p:spPr>
            <a:xfrm>
              <a:off x="978457" y="4471994"/>
              <a:ext cx="1193799" cy="2313800"/>
            </a:xfrm>
            <a:prstGeom prst="rect">
              <a:avLst/>
            </a:prstGeom>
          </p:spPr>
        </p:pic>
        <p:pic>
          <p:nvPicPr>
            <p:cNvPr id="539" name="Graphique 538" descr="Femme médecin avec un remplissage uni">
              <a:extLst>
                <a:ext uri="{FF2B5EF4-FFF2-40B4-BE49-F238E27FC236}">
                  <a16:creationId xmlns:a16="http://schemas.microsoft.com/office/drawing/2014/main" id="{BDA15B0A-4AF0-9E09-AAB1-7E0E01EED8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rcRect r="50000"/>
            <a:stretch/>
          </p:blipFill>
          <p:spPr>
            <a:xfrm flipH="1">
              <a:off x="2172255" y="4510094"/>
              <a:ext cx="1256782" cy="2196567"/>
            </a:xfrm>
            <a:prstGeom prst="rect">
              <a:avLst/>
            </a:prstGeom>
          </p:spPr>
        </p:pic>
      </p:grpSp>
      <p:pic>
        <p:nvPicPr>
          <p:cNvPr id="542" name="Graphique 541" descr="Employée de bureau avec un remplissage uni">
            <a:extLst>
              <a:ext uri="{FF2B5EF4-FFF2-40B4-BE49-F238E27FC236}">
                <a16:creationId xmlns:a16="http://schemas.microsoft.com/office/drawing/2014/main" id="{5CC0FDE3-20D2-0E08-1DA6-6A42CDD15821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585785" y="4650226"/>
            <a:ext cx="920529" cy="920529"/>
          </a:xfrm>
          <a:prstGeom prst="rect">
            <a:avLst/>
          </a:prstGeom>
        </p:spPr>
      </p:pic>
      <p:pic>
        <p:nvPicPr>
          <p:cNvPr id="544" name="Graphique 543" descr="Conférencier avec un remplissage uni">
            <a:extLst>
              <a:ext uri="{FF2B5EF4-FFF2-40B4-BE49-F238E27FC236}">
                <a16:creationId xmlns:a16="http://schemas.microsoft.com/office/drawing/2014/main" id="{D2F294C9-D177-3F3B-B51F-0EC5B67BB7D8}"/>
              </a:ext>
            </a:extLst>
          </p:cNvPr>
          <p:cNvPicPr>
            <a:picLocks noChangeAspect="1"/>
          </p:cNvPicPr>
          <p:nvPr/>
        </p:nvPicPr>
        <p:blipFill rotWithShape="1">
          <a:blip r:embed="rId5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 t="37405"/>
          <a:stretch/>
        </p:blipFill>
        <p:spPr>
          <a:xfrm>
            <a:off x="5062685" y="5477690"/>
            <a:ext cx="1966731" cy="1231061"/>
          </a:xfrm>
          <a:prstGeom prst="rect">
            <a:avLst/>
          </a:prstGeom>
        </p:spPr>
      </p:pic>
      <p:pic>
        <p:nvPicPr>
          <p:cNvPr id="545" name="Graphique 544" descr="Bâtiment avec un remplissage uni">
            <a:extLst>
              <a:ext uri="{FF2B5EF4-FFF2-40B4-BE49-F238E27FC236}">
                <a16:creationId xmlns:a16="http://schemas.microsoft.com/office/drawing/2014/main" id="{4120CE85-FA83-609F-E238-1FEB6FA5A927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968637" y="4725441"/>
            <a:ext cx="1008000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238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CD2E3-DBE5-42F9-BEAE-FE74BCB8C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53708B5-D4E9-4983-BF9F-495083A2A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98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fr-FR" sz="3600" dirty="0">
                <a:solidFill>
                  <a:srgbClr val="080808"/>
                </a:solidFill>
              </a:rPr>
              <a:t>Rôles pour événements à circulation libre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D81CE95-D43F-4753-B8E0-42FF0085B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endParaRPr lang="fr-FR" sz="2000">
              <a:solidFill>
                <a:srgbClr val="08080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F31B1A-1BB2-47DE-B18A-424413A9D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192310" y="1189367"/>
            <a:ext cx="1827638" cy="18276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DBB0E-6648-40FA-8EA9-F5E39D79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947455" y="1361513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250499" y="3345077"/>
            <a:ext cx="1316404" cy="131640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8353" y="4226109"/>
            <a:ext cx="586534" cy="586534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E8922-1B3D-4020-A05C-C539C0C5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7010" y="4167722"/>
            <a:ext cx="1079965" cy="107996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64EBB-920B-4259-AC3A-6F286FAF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94501" y="4095164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818994-AAC6-44DA-B357-6002F63C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2160" y="-992887"/>
            <a:ext cx="3997511" cy="7850887"/>
            <a:chOff x="8085870" y="-985323"/>
            <a:chExt cx="3997511" cy="7850887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7C11FE8-4063-4289-B23E-56DE1D043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951582" y="-621194"/>
              <a:ext cx="2495927" cy="1767670"/>
            </a:xfrm>
            <a:custGeom>
              <a:avLst/>
              <a:gdLst>
                <a:gd name="connsiteX0" fmla="*/ 0 w 2495927"/>
                <a:gd name="connsiteY0" fmla="*/ 1767670 h 1767670"/>
                <a:gd name="connsiteX1" fmla="*/ 1767670 w 2495927"/>
                <a:gd name="connsiteY1" fmla="*/ 0 h 1767670"/>
                <a:gd name="connsiteX2" fmla="*/ 2495927 w 2495927"/>
                <a:gd name="connsiteY2" fmla="*/ 728256 h 1767670"/>
                <a:gd name="connsiteX3" fmla="*/ 2495927 w 2495927"/>
                <a:gd name="connsiteY3" fmla="*/ 1767670 h 176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5927" h="1767670">
                  <a:moveTo>
                    <a:pt x="0" y="1767670"/>
                  </a:moveTo>
                  <a:lnTo>
                    <a:pt x="1767670" y="0"/>
                  </a:lnTo>
                  <a:lnTo>
                    <a:pt x="2495927" y="728256"/>
                  </a:lnTo>
                  <a:lnTo>
                    <a:pt x="2495927" y="176767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E784F-CED4-455B-9760-51E0C725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9241090" y="5965012"/>
              <a:ext cx="696678" cy="6966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BC543F-9829-44D9-B98C-C6ABDBD3E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136578" y="419910"/>
              <a:ext cx="1130961" cy="113096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D9E86F1-3F60-4D1E-AEBE-23B5D3B53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85870" y="5837885"/>
              <a:ext cx="2055357" cy="1027679"/>
            </a:xfrm>
            <a:prstGeom prst="triangl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105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4404D83-F1CE-43C3-CC1B-1DBD48634E75}"/>
              </a:ext>
            </a:extLst>
          </p:cNvPr>
          <p:cNvGrpSpPr/>
          <p:nvPr/>
        </p:nvGrpSpPr>
        <p:grpSpPr>
          <a:xfrm>
            <a:off x="338041" y="2493044"/>
            <a:ext cx="3521224" cy="1871909"/>
            <a:chOff x="6390870" y="413695"/>
            <a:chExt cx="5574016" cy="2963189"/>
          </a:xfrm>
        </p:grpSpPr>
        <p:pic>
          <p:nvPicPr>
            <p:cNvPr id="2" name="Graphique 1" descr="Personne confuse avec un remplissage uni">
              <a:extLst>
                <a:ext uri="{FF2B5EF4-FFF2-40B4-BE49-F238E27FC236}">
                  <a16:creationId xmlns:a16="http://schemas.microsoft.com/office/drawing/2014/main" id="{30843B55-0AC3-92E8-D02B-6024B8E5E9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3721" r="14768" b="50034"/>
            <a:stretch/>
          </p:blipFill>
          <p:spPr>
            <a:xfrm>
              <a:off x="8096144" y="1156310"/>
              <a:ext cx="1565232" cy="1093672"/>
            </a:xfrm>
            <a:prstGeom prst="rect">
              <a:avLst/>
            </a:prstGeom>
          </p:spPr>
        </p:pic>
        <p:pic>
          <p:nvPicPr>
            <p:cNvPr id="3" name="Graphique 2" descr="Homme avec un remplissage uni">
              <a:extLst>
                <a:ext uri="{FF2B5EF4-FFF2-40B4-BE49-F238E27FC236}">
                  <a16:creationId xmlns:a16="http://schemas.microsoft.com/office/drawing/2014/main" id="{565B0692-88B8-C4BB-1C05-70BD4BC00E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6390870" y="1765882"/>
              <a:ext cx="2061836" cy="1226716"/>
            </a:xfrm>
            <a:prstGeom prst="rect">
              <a:avLst/>
            </a:prstGeom>
          </p:spPr>
        </p:pic>
        <p:pic>
          <p:nvPicPr>
            <p:cNvPr id="4" name="Graphique 3" descr="Homme avec un remplissage uni">
              <a:extLst>
                <a:ext uri="{FF2B5EF4-FFF2-40B4-BE49-F238E27FC236}">
                  <a16:creationId xmlns:a16="http://schemas.microsoft.com/office/drawing/2014/main" id="{D4B88522-38CD-BFE0-55FD-BB5EF858EA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7135164" y="2050350"/>
              <a:ext cx="2061835" cy="1226717"/>
            </a:xfrm>
            <a:prstGeom prst="rect">
              <a:avLst/>
            </a:prstGeom>
          </p:spPr>
        </p:pic>
        <p:pic>
          <p:nvPicPr>
            <p:cNvPr id="5" name="Graphique 4" descr="Homme avec un remplissage uni">
              <a:extLst>
                <a:ext uri="{FF2B5EF4-FFF2-40B4-BE49-F238E27FC236}">
                  <a16:creationId xmlns:a16="http://schemas.microsoft.com/office/drawing/2014/main" id="{963283EF-7176-B243-F792-EF644CAEF3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8026123" y="2150167"/>
              <a:ext cx="2061835" cy="1226717"/>
            </a:xfrm>
            <a:prstGeom prst="rect">
              <a:avLst/>
            </a:prstGeom>
          </p:spPr>
        </p:pic>
        <p:pic>
          <p:nvPicPr>
            <p:cNvPr id="6" name="Graphique 5" descr="Homme avec un remplissage uni">
              <a:extLst>
                <a:ext uri="{FF2B5EF4-FFF2-40B4-BE49-F238E27FC236}">
                  <a16:creationId xmlns:a16="http://schemas.microsoft.com/office/drawing/2014/main" id="{C1588393-E969-F927-7503-665345AEDC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9903050" y="1812331"/>
              <a:ext cx="2061836" cy="122671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B5C78E-0F84-E4B4-1D53-551A4AA6BB94}"/>
                </a:ext>
              </a:extLst>
            </p:cNvPr>
            <p:cNvSpPr/>
            <p:nvPr/>
          </p:nvSpPr>
          <p:spPr>
            <a:xfrm>
              <a:off x="7481360" y="1150686"/>
              <a:ext cx="684721" cy="330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7" name="Graphique 26" descr="Bulle de discussion contour">
              <a:extLst>
                <a:ext uri="{FF2B5EF4-FFF2-40B4-BE49-F238E27FC236}">
                  <a16:creationId xmlns:a16="http://schemas.microsoft.com/office/drawing/2014/main" id="{DAD9FF2F-E9AC-B9E2-AAC8-3743FF8BB0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16003" b="12311"/>
            <a:stretch/>
          </p:blipFill>
          <p:spPr>
            <a:xfrm flipH="1">
              <a:off x="8445891" y="413695"/>
              <a:ext cx="1436183" cy="836553"/>
            </a:xfrm>
            <a:prstGeom prst="rect">
              <a:avLst/>
            </a:prstGeom>
          </p:spPr>
        </p:pic>
        <p:pic>
          <p:nvPicPr>
            <p:cNvPr id="56" name="Graphique 55" descr="Homme avec un remplissage uni">
              <a:extLst>
                <a:ext uri="{FF2B5EF4-FFF2-40B4-BE49-F238E27FC236}">
                  <a16:creationId xmlns:a16="http://schemas.microsoft.com/office/drawing/2014/main" id="{725F22B2-0F2E-B9E2-4E50-2A8B52D91E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" b="40502"/>
            <a:stretch/>
          </p:blipFill>
          <p:spPr>
            <a:xfrm>
              <a:off x="8987080" y="2007932"/>
              <a:ext cx="2061835" cy="1226717"/>
            </a:xfrm>
            <a:prstGeom prst="rect">
              <a:avLst/>
            </a:prstGeom>
          </p:spPr>
        </p:pic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5646C3CD-5149-6DA2-793A-99059917046C}"/>
              </a:ext>
            </a:extLst>
          </p:cNvPr>
          <p:cNvGrpSpPr/>
          <p:nvPr/>
        </p:nvGrpSpPr>
        <p:grpSpPr>
          <a:xfrm>
            <a:off x="8411890" y="402373"/>
            <a:ext cx="3388749" cy="1524810"/>
            <a:chOff x="8047422" y="4023112"/>
            <a:chExt cx="3835816" cy="1725972"/>
          </a:xfrm>
        </p:grpSpPr>
        <p:pic>
          <p:nvPicPr>
            <p:cNvPr id="58" name="Graphique 57" descr="Employée de bureau avec un remplissage uni">
              <a:extLst>
                <a:ext uri="{FF2B5EF4-FFF2-40B4-BE49-F238E27FC236}">
                  <a16:creationId xmlns:a16="http://schemas.microsoft.com/office/drawing/2014/main" id="{F067B614-F6BC-C405-56CB-A4C786A431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6614" t="5228" r="16437" b="9344"/>
            <a:stretch/>
          </p:blipFill>
          <p:spPr>
            <a:xfrm>
              <a:off x="8047422" y="4284976"/>
              <a:ext cx="941882" cy="1201844"/>
            </a:xfrm>
            <a:prstGeom prst="rect">
              <a:avLst/>
            </a:prstGeom>
          </p:spPr>
        </p:pic>
        <p:pic>
          <p:nvPicPr>
            <p:cNvPr id="59" name="Graphique 58" descr="Écolier avec un remplissage uni">
              <a:extLst>
                <a:ext uri="{FF2B5EF4-FFF2-40B4-BE49-F238E27FC236}">
                  <a16:creationId xmlns:a16="http://schemas.microsoft.com/office/drawing/2014/main" id="{DDFF1B99-90C0-143A-41E3-ECAD40D57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3541" t="12103" r="23440" b="13876"/>
            <a:stretch/>
          </p:blipFill>
          <p:spPr>
            <a:xfrm>
              <a:off x="11026328" y="4290506"/>
              <a:ext cx="856910" cy="1196314"/>
            </a:xfrm>
            <a:prstGeom prst="rect">
              <a:avLst/>
            </a:prstGeom>
          </p:spPr>
        </p:pic>
        <p:pic>
          <p:nvPicPr>
            <p:cNvPr id="60" name="Graphique 59" descr="Personne confuse avec un remplissage uni">
              <a:extLst>
                <a:ext uri="{FF2B5EF4-FFF2-40B4-BE49-F238E27FC236}">
                  <a16:creationId xmlns:a16="http://schemas.microsoft.com/office/drawing/2014/main" id="{977FF0A2-3F81-6580-CFE2-2C994D441B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50576"/>
            <a:stretch/>
          </p:blipFill>
          <p:spPr>
            <a:xfrm>
              <a:off x="8877636" y="4627484"/>
              <a:ext cx="2269358" cy="1121600"/>
            </a:xfrm>
            <a:prstGeom prst="rect">
              <a:avLst/>
            </a:prstGeom>
          </p:spPr>
        </p:pic>
        <p:sp>
          <p:nvSpPr>
            <p:cNvPr id="61" name="Bulle narrative : rectangle 60">
              <a:extLst>
                <a:ext uri="{FF2B5EF4-FFF2-40B4-BE49-F238E27FC236}">
                  <a16:creationId xmlns:a16="http://schemas.microsoft.com/office/drawing/2014/main" id="{1E0EAF2B-B1FF-0909-E28E-6837180BA5D6}"/>
                </a:ext>
              </a:extLst>
            </p:cNvPr>
            <p:cNvSpPr/>
            <p:nvPr/>
          </p:nvSpPr>
          <p:spPr>
            <a:xfrm>
              <a:off x="8929452" y="4027829"/>
              <a:ext cx="863718" cy="625031"/>
            </a:xfrm>
            <a:prstGeom prst="wedgeRectCallout">
              <a:avLst>
                <a:gd name="adj1" fmla="val 47773"/>
                <a:gd name="adj2" fmla="val 754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Bulle narrative : rectangle 61">
              <a:extLst>
                <a:ext uri="{FF2B5EF4-FFF2-40B4-BE49-F238E27FC236}">
                  <a16:creationId xmlns:a16="http://schemas.microsoft.com/office/drawing/2014/main" id="{F4342B58-DEED-5E4C-FC5A-C476F8D662EA}"/>
                </a:ext>
              </a:extLst>
            </p:cNvPr>
            <p:cNvSpPr/>
            <p:nvPr/>
          </p:nvSpPr>
          <p:spPr>
            <a:xfrm flipH="1">
              <a:off x="10227688" y="4023112"/>
              <a:ext cx="863718" cy="625031"/>
            </a:xfrm>
            <a:prstGeom prst="wedgeRectCallout">
              <a:avLst>
                <a:gd name="adj1" fmla="val 47773"/>
                <a:gd name="adj2" fmla="val 754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3" name="Graphique 62" descr="Employée de bureau avec un remplissage uni">
              <a:extLst>
                <a:ext uri="{FF2B5EF4-FFF2-40B4-BE49-F238E27FC236}">
                  <a16:creationId xmlns:a16="http://schemas.microsoft.com/office/drawing/2014/main" id="{9FE6ACF2-9D08-4C71-BB08-2C001F1F23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6614" t="5228" r="16437" b="9344"/>
            <a:stretch/>
          </p:blipFill>
          <p:spPr>
            <a:xfrm>
              <a:off x="10520171" y="4107088"/>
              <a:ext cx="345718" cy="441137"/>
            </a:xfrm>
            <a:prstGeom prst="rect">
              <a:avLst/>
            </a:prstGeom>
          </p:spPr>
        </p:pic>
        <p:pic>
          <p:nvPicPr>
            <p:cNvPr id="512" name="Graphique 511" descr="Écolier avec un remplissage uni">
              <a:extLst>
                <a:ext uri="{FF2B5EF4-FFF2-40B4-BE49-F238E27FC236}">
                  <a16:creationId xmlns:a16="http://schemas.microsoft.com/office/drawing/2014/main" id="{C1730011-32D0-5F31-BCAE-24B320A2D9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3541" t="12103" r="23440" b="13876"/>
            <a:stretch/>
          </p:blipFill>
          <p:spPr>
            <a:xfrm>
              <a:off x="9209802" y="4134441"/>
              <a:ext cx="325742" cy="454762"/>
            </a:xfrm>
            <a:prstGeom prst="rect">
              <a:avLst/>
            </a:prstGeom>
          </p:spPr>
        </p:pic>
      </p:grpSp>
      <p:pic>
        <p:nvPicPr>
          <p:cNvPr id="513" name="Graphique 512" descr="Papier avec un remplissage uni">
            <a:extLst>
              <a:ext uri="{FF2B5EF4-FFF2-40B4-BE49-F238E27FC236}">
                <a16:creationId xmlns:a16="http://schemas.microsoft.com/office/drawing/2014/main" id="{D5992FCE-A0EE-7078-440E-7EA1CD725D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70931" y="2457360"/>
            <a:ext cx="521193" cy="521193"/>
          </a:xfrm>
          <a:prstGeom prst="rect">
            <a:avLst/>
          </a:prstGeom>
        </p:spPr>
      </p:pic>
      <p:pic>
        <p:nvPicPr>
          <p:cNvPr id="514" name="Graphique 513" descr="Crayon avec un remplissage uni">
            <a:extLst>
              <a:ext uri="{FF2B5EF4-FFF2-40B4-BE49-F238E27FC236}">
                <a16:creationId xmlns:a16="http://schemas.microsoft.com/office/drawing/2014/main" id="{1362BFD8-DDDB-DB13-0DFE-80D63BB1A55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99759" y="2779682"/>
            <a:ext cx="347798" cy="347798"/>
          </a:xfrm>
          <a:prstGeom prst="rect">
            <a:avLst/>
          </a:prstGeom>
        </p:spPr>
      </p:pic>
      <p:pic>
        <p:nvPicPr>
          <p:cNvPr id="515" name="Graphique 514" descr="Smartphone avec un remplissage uni">
            <a:extLst>
              <a:ext uri="{FF2B5EF4-FFF2-40B4-BE49-F238E27FC236}">
                <a16:creationId xmlns:a16="http://schemas.microsoft.com/office/drawing/2014/main" id="{14E69EAF-3B4C-5AB1-6E9A-F4F728C3BC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37346" y="3198680"/>
            <a:ext cx="521193" cy="521193"/>
          </a:xfrm>
          <a:prstGeom prst="rect">
            <a:avLst/>
          </a:prstGeom>
        </p:spPr>
      </p:pic>
      <p:pic>
        <p:nvPicPr>
          <p:cNvPr id="516" name="Graphique 515" descr="Caméra vidéo avec un remplissage uni">
            <a:extLst>
              <a:ext uri="{FF2B5EF4-FFF2-40B4-BE49-F238E27FC236}">
                <a16:creationId xmlns:a16="http://schemas.microsoft.com/office/drawing/2014/main" id="{50345274-54BE-B7C8-037B-971378244F7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52611" y="3754684"/>
            <a:ext cx="521193" cy="521193"/>
          </a:xfrm>
          <a:prstGeom prst="rect">
            <a:avLst/>
          </a:prstGeom>
        </p:spPr>
      </p:pic>
      <p:pic>
        <p:nvPicPr>
          <p:cNvPr id="517" name="Graphique 516" descr="Appareil photo avec un remplissage uni">
            <a:extLst>
              <a:ext uri="{FF2B5EF4-FFF2-40B4-BE49-F238E27FC236}">
                <a16:creationId xmlns:a16="http://schemas.microsoft.com/office/drawing/2014/main" id="{0A04B82B-20E0-9F1A-BDA7-83D5AF0090B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61708" y="3267571"/>
            <a:ext cx="521193" cy="521193"/>
          </a:xfrm>
          <a:prstGeom prst="rect">
            <a:avLst/>
          </a:prstGeom>
        </p:spPr>
      </p:pic>
      <p:pic>
        <p:nvPicPr>
          <p:cNvPr id="518" name="Graphique 517" descr="Webcam avec un remplissage uni">
            <a:extLst>
              <a:ext uri="{FF2B5EF4-FFF2-40B4-BE49-F238E27FC236}">
                <a16:creationId xmlns:a16="http://schemas.microsoft.com/office/drawing/2014/main" id="{8878D1BF-0498-41AE-8A0A-76F90331D6D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05993" y="2545627"/>
            <a:ext cx="521193" cy="521193"/>
          </a:xfrm>
          <a:prstGeom prst="rect">
            <a:avLst/>
          </a:prstGeom>
        </p:spPr>
      </p:pic>
      <p:pic>
        <p:nvPicPr>
          <p:cNvPr id="519" name="Graphique 518" descr="Micro de radio avec un remplissage uni">
            <a:extLst>
              <a:ext uri="{FF2B5EF4-FFF2-40B4-BE49-F238E27FC236}">
                <a16:creationId xmlns:a16="http://schemas.microsoft.com/office/drawing/2014/main" id="{EFC0A378-1735-0817-A3C8-84100534355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35958" y="2780458"/>
            <a:ext cx="521193" cy="521193"/>
          </a:xfrm>
          <a:prstGeom prst="rect">
            <a:avLst/>
          </a:prstGeom>
        </p:spPr>
      </p:pic>
      <p:pic>
        <p:nvPicPr>
          <p:cNvPr id="520" name="Graphique 519" descr="Plan avec un remplissage uni">
            <a:extLst>
              <a:ext uri="{FF2B5EF4-FFF2-40B4-BE49-F238E27FC236}">
                <a16:creationId xmlns:a16="http://schemas.microsoft.com/office/drawing/2014/main" id="{3AFA8B09-812B-3F00-80F2-E5627538F34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05293" y="3729516"/>
            <a:ext cx="635437" cy="635437"/>
          </a:xfrm>
          <a:prstGeom prst="rect">
            <a:avLst/>
          </a:prstGeom>
        </p:spPr>
      </p:pic>
      <p:pic>
        <p:nvPicPr>
          <p:cNvPr id="521" name="Graphique 520" descr="Personne confuse avec un remplissage uni">
            <a:extLst>
              <a:ext uri="{FF2B5EF4-FFF2-40B4-BE49-F238E27FC236}">
                <a16:creationId xmlns:a16="http://schemas.microsoft.com/office/drawing/2014/main" id="{C57E3ECE-A380-864A-3B65-A997040390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721" r="14768" b="50034"/>
          <a:stretch/>
        </p:blipFill>
        <p:spPr>
          <a:xfrm>
            <a:off x="5140600" y="3033905"/>
            <a:ext cx="1902316" cy="1329202"/>
          </a:xfrm>
          <a:prstGeom prst="rect">
            <a:avLst/>
          </a:prstGeom>
        </p:spPr>
      </p:pic>
      <p:grpSp>
        <p:nvGrpSpPr>
          <p:cNvPr id="522" name="Groupe 521">
            <a:extLst>
              <a:ext uri="{FF2B5EF4-FFF2-40B4-BE49-F238E27FC236}">
                <a16:creationId xmlns:a16="http://schemas.microsoft.com/office/drawing/2014/main" id="{F6CE103D-3BE9-0B26-27C3-2A6CE2EF10EE}"/>
              </a:ext>
            </a:extLst>
          </p:cNvPr>
          <p:cNvGrpSpPr/>
          <p:nvPr/>
        </p:nvGrpSpPr>
        <p:grpSpPr>
          <a:xfrm>
            <a:off x="9181524" y="2493026"/>
            <a:ext cx="1941918" cy="1833529"/>
            <a:chOff x="978457" y="4471994"/>
            <a:chExt cx="2450580" cy="2313800"/>
          </a:xfrm>
        </p:grpSpPr>
        <p:pic>
          <p:nvPicPr>
            <p:cNvPr id="523" name="Graphique 522" descr="Femme électricienne avec un remplissage uni">
              <a:extLst>
                <a:ext uri="{FF2B5EF4-FFF2-40B4-BE49-F238E27FC236}">
                  <a16:creationId xmlns:a16="http://schemas.microsoft.com/office/drawing/2014/main" id="{AC6D8B9A-5678-A28C-E203-640D46FE4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rcRect r="48405"/>
            <a:stretch/>
          </p:blipFill>
          <p:spPr>
            <a:xfrm>
              <a:off x="978457" y="4471994"/>
              <a:ext cx="1193799" cy="2313800"/>
            </a:xfrm>
            <a:prstGeom prst="rect">
              <a:avLst/>
            </a:prstGeom>
          </p:spPr>
        </p:pic>
        <p:pic>
          <p:nvPicPr>
            <p:cNvPr id="524" name="Graphique 523" descr="Femme médecin avec un remplissage uni">
              <a:extLst>
                <a:ext uri="{FF2B5EF4-FFF2-40B4-BE49-F238E27FC236}">
                  <a16:creationId xmlns:a16="http://schemas.microsoft.com/office/drawing/2014/main" id="{E3A84083-F25B-E4C7-6166-6A775EDB4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 r="50000"/>
            <a:stretch/>
          </p:blipFill>
          <p:spPr>
            <a:xfrm flipH="1">
              <a:off x="2172255" y="4510094"/>
              <a:ext cx="1256782" cy="2196567"/>
            </a:xfrm>
            <a:prstGeom prst="rect">
              <a:avLst/>
            </a:prstGeom>
          </p:spPr>
        </p:pic>
      </p:grpSp>
      <p:grpSp>
        <p:nvGrpSpPr>
          <p:cNvPr id="554" name="Groupe 553">
            <a:extLst>
              <a:ext uri="{FF2B5EF4-FFF2-40B4-BE49-F238E27FC236}">
                <a16:creationId xmlns:a16="http://schemas.microsoft.com/office/drawing/2014/main" id="{58F92173-6368-F97B-280F-988F07BE2D49}"/>
              </a:ext>
            </a:extLst>
          </p:cNvPr>
          <p:cNvGrpSpPr/>
          <p:nvPr/>
        </p:nvGrpSpPr>
        <p:grpSpPr>
          <a:xfrm>
            <a:off x="451514" y="417347"/>
            <a:ext cx="3159791" cy="1509836"/>
            <a:chOff x="-3679181" y="6918150"/>
            <a:chExt cx="5806769" cy="2774636"/>
          </a:xfrm>
        </p:grpSpPr>
        <p:pic>
          <p:nvPicPr>
            <p:cNvPr id="548" name="Graphique 547" descr="Marcher avec un remplissage uni">
              <a:extLst>
                <a:ext uri="{FF2B5EF4-FFF2-40B4-BE49-F238E27FC236}">
                  <a16:creationId xmlns:a16="http://schemas.microsoft.com/office/drawing/2014/main" id="{1E757B39-4200-ACC4-8C1D-101EDF9B2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679181" y="8416078"/>
              <a:ext cx="914400" cy="914400"/>
            </a:xfrm>
            <a:prstGeom prst="rect">
              <a:avLst/>
            </a:prstGeom>
          </p:spPr>
        </p:pic>
        <p:pic>
          <p:nvPicPr>
            <p:cNvPr id="549" name="Graphique 548" descr="Maison rénovée (avec étincelles) avec un remplissage uni">
              <a:extLst>
                <a:ext uri="{FF2B5EF4-FFF2-40B4-BE49-F238E27FC236}">
                  <a16:creationId xmlns:a16="http://schemas.microsoft.com/office/drawing/2014/main" id="{5AF7C9F5-F880-000C-02C9-5BB49E48C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822050" y="6918150"/>
              <a:ext cx="2573808" cy="2573808"/>
            </a:xfrm>
            <a:prstGeom prst="rect">
              <a:avLst/>
            </a:prstGeom>
          </p:spPr>
        </p:pic>
        <p:pic>
          <p:nvPicPr>
            <p:cNvPr id="550" name="Graphique 549" descr="Réussite du groupe avec un remplissage uni">
              <a:extLst>
                <a:ext uri="{FF2B5EF4-FFF2-40B4-BE49-F238E27FC236}">
                  <a16:creationId xmlns:a16="http://schemas.microsoft.com/office/drawing/2014/main" id="{9F56C26B-026D-F638-DD8A-E81C4E8E4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635234" y="8125204"/>
              <a:ext cx="1492354" cy="1492354"/>
            </a:xfrm>
            <a:prstGeom prst="rect">
              <a:avLst/>
            </a:prstGeom>
          </p:spPr>
        </p:pic>
        <p:pic>
          <p:nvPicPr>
            <p:cNvPr id="551" name="Graphique 550" descr="Marcher avec un remplissage uni">
              <a:extLst>
                <a:ext uri="{FF2B5EF4-FFF2-40B4-BE49-F238E27FC236}">
                  <a16:creationId xmlns:a16="http://schemas.microsoft.com/office/drawing/2014/main" id="{5416E9FB-EFB4-4968-D136-429D22B5C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362210" y="8656984"/>
              <a:ext cx="914400" cy="914400"/>
            </a:xfrm>
            <a:prstGeom prst="rect">
              <a:avLst/>
            </a:prstGeom>
          </p:spPr>
        </p:pic>
        <p:pic>
          <p:nvPicPr>
            <p:cNvPr id="552" name="Graphique 551" descr="Marcher avec un remplissage uni">
              <a:extLst>
                <a:ext uri="{FF2B5EF4-FFF2-40B4-BE49-F238E27FC236}">
                  <a16:creationId xmlns:a16="http://schemas.microsoft.com/office/drawing/2014/main" id="{A9982EF2-B338-9C75-DC1A-EC2E62D3C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2962377" y="8414181"/>
              <a:ext cx="914400" cy="914400"/>
            </a:xfrm>
            <a:prstGeom prst="rect">
              <a:avLst/>
            </a:prstGeom>
          </p:spPr>
        </p:pic>
        <p:pic>
          <p:nvPicPr>
            <p:cNvPr id="553" name="Graphique 552" descr="Marcher avec un remplissage uni">
              <a:extLst>
                <a:ext uri="{FF2B5EF4-FFF2-40B4-BE49-F238E27FC236}">
                  <a16:creationId xmlns:a16="http://schemas.microsoft.com/office/drawing/2014/main" id="{D987445E-5D00-07C2-9EAA-768817E9E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2722401" y="8778386"/>
              <a:ext cx="914400" cy="914400"/>
            </a:xfrm>
            <a:prstGeom prst="rect">
              <a:avLst/>
            </a:prstGeom>
          </p:spPr>
        </p:pic>
      </p:grpSp>
      <p:pic>
        <p:nvPicPr>
          <p:cNvPr id="555" name="Graphique 554" descr="Personne confuse avec un remplissage uni">
            <a:extLst>
              <a:ext uri="{FF2B5EF4-FFF2-40B4-BE49-F238E27FC236}">
                <a16:creationId xmlns:a16="http://schemas.microsoft.com/office/drawing/2014/main" id="{68BEE16F-21EE-AFE4-099E-D90012ED69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721" r="14768" b="50034"/>
          <a:stretch/>
        </p:blipFill>
        <p:spPr>
          <a:xfrm>
            <a:off x="1369481" y="989540"/>
            <a:ext cx="1175159" cy="821117"/>
          </a:xfrm>
          <a:prstGeom prst="rect">
            <a:avLst/>
          </a:prstGeom>
        </p:spPr>
      </p:pic>
      <p:grpSp>
        <p:nvGrpSpPr>
          <p:cNvPr id="564" name="Groupe 563">
            <a:extLst>
              <a:ext uri="{FF2B5EF4-FFF2-40B4-BE49-F238E27FC236}">
                <a16:creationId xmlns:a16="http://schemas.microsoft.com/office/drawing/2014/main" id="{32EA93FC-FA44-3ABB-CB31-47ECDD9D4832}"/>
              </a:ext>
            </a:extLst>
          </p:cNvPr>
          <p:cNvGrpSpPr/>
          <p:nvPr/>
        </p:nvGrpSpPr>
        <p:grpSpPr>
          <a:xfrm>
            <a:off x="4373870" y="352695"/>
            <a:ext cx="3272540" cy="1698327"/>
            <a:chOff x="4601264" y="6220837"/>
            <a:chExt cx="5429801" cy="2817865"/>
          </a:xfrm>
        </p:grpSpPr>
        <p:pic>
          <p:nvPicPr>
            <p:cNvPr id="556" name="Graphique 555" descr="Maison rénovée (avec étincelles) avec un remplissage uni">
              <a:extLst>
                <a:ext uri="{FF2B5EF4-FFF2-40B4-BE49-F238E27FC236}">
                  <a16:creationId xmlns:a16="http://schemas.microsoft.com/office/drawing/2014/main" id="{7FFD987C-6F14-A759-D349-CD5E945B9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4737346" y="6224283"/>
              <a:ext cx="2573808" cy="2573808"/>
            </a:xfrm>
            <a:prstGeom prst="rect">
              <a:avLst/>
            </a:prstGeom>
          </p:spPr>
        </p:pic>
        <p:pic>
          <p:nvPicPr>
            <p:cNvPr id="557" name="Graphique 556" descr="Réussite du groupe avec un remplissage uni">
              <a:extLst>
                <a:ext uri="{FF2B5EF4-FFF2-40B4-BE49-F238E27FC236}">
                  <a16:creationId xmlns:a16="http://schemas.microsoft.com/office/drawing/2014/main" id="{D465AD45-09E3-7A22-D27A-802464952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6315828" y="7325525"/>
              <a:ext cx="1492354" cy="1492354"/>
            </a:xfrm>
            <a:prstGeom prst="rect">
              <a:avLst/>
            </a:prstGeom>
          </p:spPr>
        </p:pic>
        <p:pic>
          <p:nvPicPr>
            <p:cNvPr id="558" name="Graphique 557" descr="Héros avec un remplissage uni">
              <a:extLst>
                <a:ext uri="{FF2B5EF4-FFF2-40B4-BE49-F238E27FC236}">
                  <a16:creationId xmlns:a16="http://schemas.microsoft.com/office/drawing/2014/main" id="{163F0805-05DB-CAE5-8A62-D1ADD175E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8342438" y="6220837"/>
              <a:ext cx="1073733" cy="1073733"/>
            </a:xfrm>
            <a:prstGeom prst="rect">
              <a:avLst/>
            </a:prstGeom>
          </p:spPr>
        </p:pic>
        <p:pic>
          <p:nvPicPr>
            <p:cNvPr id="559" name="Graphique 558" descr="Héros avec un remplissage uni">
              <a:extLst>
                <a:ext uri="{FF2B5EF4-FFF2-40B4-BE49-F238E27FC236}">
                  <a16:creationId xmlns:a16="http://schemas.microsoft.com/office/drawing/2014/main" id="{FD852F5A-EEFB-6C42-062A-05E1F8537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8957332" y="7062079"/>
              <a:ext cx="1073733" cy="1073733"/>
            </a:xfrm>
            <a:prstGeom prst="rect">
              <a:avLst/>
            </a:prstGeom>
          </p:spPr>
        </p:pic>
        <p:pic>
          <p:nvPicPr>
            <p:cNvPr id="560" name="Graphique 559" descr="Héroïne avec un remplissage uni">
              <a:extLst>
                <a:ext uri="{FF2B5EF4-FFF2-40B4-BE49-F238E27FC236}">
                  <a16:creationId xmlns:a16="http://schemas.microsoft.com/office/drawing/2014/main" id="{23E3A1B4-7D04-ED88-897C-F2E20E55E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8427100" y="6461840"/>
              <a:ext cx="1351246" cy="1351246"/>
            </a:xfrm>
            <a:prstGeom prst="rect">
              <a:avLst/>
            </a:prstGeom>
          </p:spPr>
        </p:pic>
        <p:pic>
          <p:nvPicPr>
            <p:cNvPr id="561" name="Graphique 560" descr="Héroïne avec un remplissage uni">
              <a:extLst>
                <a:ext uri="{FF2B5EF4-FFF2-40B4-BE49-F238E27FC236}">
                  <a16:creationId xmlns:a16="http://schemas.microsoft.com/office/drawing/2014/main" id="{F0129ABC-6485-FB87-8456-7279599F6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8388119" y="7057078"/>
              <a:ext cx="1150813" cy="1150813"/>
            </a:xfrm>
            <a:prstGeom prst="rect">
              <a:avLst/>
            </a:prstGeom>
          </p:spPr>
        </p:pic>
        <p:pic>
          <p:nvPicPr>
            <p:cNvPr id="562" name="Graphique 561" descr="Réussite du groupe avec un remplissage uni">
              <a:extLst>
                <a:ext uri="{FF2B5EF4-FFF2-40B4-BE49-F238E27FC236}">
                  <a16:creationId xmlns:a16="http://schemas.microsoft.com/office/drawing/2014/main" id="{2BA34010-8DCB-4F7C-04CD-F11723240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6041072" y="7546348"/>
              <a:ext cx="1492354" cy="1492354"/>
            </a:xfrm>
            <a:prstGeom prst="rect">
              <a:avLst/>
            </a:prstGeom>
          </p:spPr>
        </p:pic>
        <p:pic>
          <p:nvPicPr>
            <p:cNvPr id="563" name="Graphique 562" descr="Réussite du groupe avec un remplissage uni">
              <a:extLst>
                <a:ext uri="{FF2B5EF4-FFF2-40B4-BE49-F238E27FC236}">
                  <a16:creationId xmlns:a16="http://schemas.microsoft.com/office/drawing/2014/main" id="{EA333C12-1EB0-1DA6-D6E2-9CF589A5F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4601264" y="7294570"/>
              <a:ext cx="1492354" cy="1492354"/>
            </a:xfrm>
            <a:prstGeom prst="rect">
              <a:avLst/>
            </a:prstGeom>
          </p:spPr>
        </p:pic>
      </p:grpSp>
      <p:pic>
        <p:nvPicPr>
          <p:cNvPr id="565" name="Graphique 564" descr="Personne confuse avec un remplissage uni">
            <a:extLst>
              <a:ext uri="{FF2B5EF4-FFF2-40B4-BE49-F238E27FC236}">
                <a16:creationId xmlns:a16="http://schemas.microsoft.com/office/drawing/2014/main" id="{7BCA9FB5-813C-510A-C392-44535A81277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721" r="14768" b="50034"/>
          <a:stretch/>
        </p:blipFill>
        <p:spPr>
          <a:xfrm>
            <a:off x="5728989" y="916749"/>
            <a:ext cx="1405930" cy="98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554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13C23D-6DB5-4340-A22A-F067133EB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Extension : </a:t>
            </a:r>
            <a:br>
              <a:rPr lang="fr-FR" dirty="0"/>
            </a:br>
            <a:r>
              <a:rPr lang="fr-FR" dirty="0"/>
              <a:t>Invités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445FB-D506-44BC-B17B-E3407E14A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4903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C5932-AE4A-4949-A6A6-B95C3B5B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de l’extension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D0661-8DBC-4DA6-8684-1E041F038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025"/>
            <a:ext cx="3073400" cy="4351338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r>
              <a:rPr lang="fr-FR" dirty="0"/>
              <a:t>L’extension « Invités » a pour but de faire poser les différents types d’invités pour l’événement conçu, jusqu’aux personnes non invitées à l’événement. </a:t>
            </a:r>
          </a:p>
          <a:p>
            <a:endParaRPr lang="fr-FR" dirty="0"/>
          </a:p>
          <a:p>
            <a:r>
              <a:rPr lang="fr-FR" dirty="0"/>
              <a:t>Les cartes invitées sont rangées suivant différentes distances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A5DE60E7-910F-78A3-FD80-8D2A64A1FC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408" y="196057"/>
            <a:ext cx="2578298" cy="3606800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4BBFC706-A4B1-88D7-2791-13C664048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4709" y="196057"/>
            <a:ext cx="2578298" cy="3606800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5D81A192-D743-78E0-50CA-C73FEA58C4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3858" y="3055143"/>
            <a:ext cx="2578298" cy="3606800"/>
          </a:xfrm>
          <a:prstGeom prst="rect">
            <a:avLst/>
          </a:prstGeom>
        </p:spPr>
      </p:pic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3F36B868-4740-75AE-1ADD-FF3BF68316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9860" y="2886075"/>
            <a:ext cx="2578298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79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26698-21CA-9D3B-E0CD-073CCB96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Aller plus loin que « obligatoire et facultatif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FB6BB-AFDA-1621-58DF-E1E3EB29C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3500" cy="4351338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La plupart des interfaces pour qualifier les invités proposent deux niveaux d’importance des participants : obligatoires et facultatifs.</a:t>
            </a:r>
          </a:p>
          <a:p>
            <a:endParaRPr lang="fr-FR" dirty="0"/>
          </a:p>
          <a:p>
            <a:r>
              <a:rPr lang="fr-FR" dirty="0"/>
              <a:t>Pour concevoir un événement plus finement, et savoir bien dimensionner ses activités, il peut être intéressant d’affiner ces distances. </a:t>
            </a:r>
          </a:p>
          <a:p>
            <a:endParaRPr lang="fr-FR" dirty="0"/>
          </a:p>
          <a:p>
            <a:r>
              <a:rPr lang="fr-FR" dirty="0"/>
              <a:t>Par exemple, les cartes invités introduisent la notion « d’invité dont l’invitation est symboliquement importante » (par exemple, certaines hiérarchies dans certaines réunions)</a:t>
            </a:r>
          </a:p>
          <a:p>
            <a:endParaRPr lang="fr-FR" dirty="0"/>
          </a:p>
          <a:p>
            <a:r>
              <a:rPr lang="fr-FR" dirty="0"/>
              <a:t>Les cartes non-invités poussent également à se poser des questions sur des communications pré ou post événements</a:t>
            </a:r>
          </a:p>
        </p:txBody>
      </p:sp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C559DE39-D286-9995-749E-9664BC2EE6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4673" y="1477169"/>
            <a:ext cx="2389352" cy="3342481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928ADCE4-536D-0D12-1FB8-5B3BFF76A8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88499" y="3326210"/>
            <a:ext cx="2363819" cy="3306763"/>
          </a:xfrm>
          <a:prstGeom prst="rect">
            <a:avLst/>
          </a:prstGeom>
        </p:spPr>
      </p:pic>
      <p:pic>
        <p:nvPicPr>
          <p:cNvPr id="12" name="Image 11" descr="Une image contenant texte&#10;&#10;Description générée automatiquement">
            <a:extLst>
              <a:ext uri="{FF2B5EF4-FFF2-40B4-BE49-F238E27FC236}">
                <a16:creationId xmlns:a16="http://schemas.microsoft.com/office/drawing/2014/main" id="{B8BB0F3C-290E-80C4-400D-4CB6180A82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9087" y="2969419"/>
            <a:ext cx="2389352" cy="334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375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6CDB95-F566-831D-9404-60AF24A3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Utiliser l’extension Invités</a:t>
            </a:r>
            <a:br>
              <a:rPr lang="fr-FR" dirty="0"/>
            </a:br>
            <a:r>
              <a:rPr lang="fr-FR" dirty="0"/>
              <a:t>Exemple d’usage</a:t>
            </a:r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292950E6-03AF-A2DF-ABD9-11F1F63E59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9542" y="2865736"/>
            <a:ext cx="1060838" cy="1484014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7C5EDB42-E1E0-77C9-E43D-F3FEDDB53C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63148" y="2865736"/>
            <a:ext cx="1060838" cy="1484014"/>
          </a:xfrm>
          <a:prstGeom prst="rect">
            <a:avLst/>
          </a:prstGeom>
        </p:spPr>
      </p:pic>
      <p:pic>
        <p:nvPicPr>
          <p:cNvPr id="9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FB32F1AC-0D5A-3AE6-D7C4-FC13873035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6754" y="2865736"/>
            <a:ext cx="1060838" cy="1484014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3661BAB9-1B9B-4073-FACD-5F7C8A9570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0359" y="2865736"/>
            <a:ext cx="1060838" cy="1484014"/>
          </a:xfrm>
          <a:prstGeom prst="rect">
            <a:avLst/>
          </a:prstGeom>
        </p:spPr>
      </p:pic>
      <p:pic>
        <p:nvPicPr>
          <p:cNvPr id="13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C367E72B-35FB-B754-D0DB-7DB4FE167C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" y="2865736"/>
            <a:ext cx="1060838" cy="1484014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396E1985-6DD8-4DEE-306A-CC3FD56F735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7906" y="2865736"/>
            <a:ext cx="1060838" cy="1484014"/>
          </a:xfrm>
          <a:prstGeom prst="rect">
            <a:avLst/>
          </a:prstGeom>
        </p:spPr>
      </p:pic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E919BE4-15C7-268F-12C2-B081A5D4D69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1512" y="2865736"/>
            <a:ext cx="1060838" cy="1484014"/>
          </a:xfrm>
          <a:prstGeom prst="rect">
            <a:avLst/>
          </a:prstGeom>
        </p:spPr>
      </p:pic>
      <p:pic>
        <p:nvPicPr>
          <p:cNvPr id="19" name="Image 18" descr="Une image contenant texte&#10;&#10;Description générée automatiquement">
            <a:extLst>
              <a:ext uri="{FF2B5EF4-FFF2-40B4-BE49-F238E27FC236}">
                <a16:creationId xmlns:a16="http://schemas.microsoft.com/office/drawing/2014/main" id="{BA241C02-41B1-7C03-3451-0A6801AFD72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5118" y="2865736"/>
            <a:ext cx="1060838" cy="1484014"/>
          </a:xfrm>
          <a:prstGeom prst="rect">
            <a:avLst/>
          </a:prstGeom>
        </p:spPr>
      </p:pic>
      <p:pic>
        <p:nvPicPr>
          <p:cNvPr id="21" name="Image 20" descr="Une image contenant texte&#10;&#10;Description générée automatiquement">
            <a:extLst>
              <a:ext uri="{FF2B5EF4-FFF2-40B4-BE49-F238E27FC236}">
                <a16:creationId xmlns:a16="http://schemas.microsoft.com/office/drawing/2014/main" id="{5F41DCFB-7D11-6185-BF7F-099F3156796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8724" y="2865736"/>
            <a:ext cx="1060838" cy="1484014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ABC9CBDB-733A-6226-8B79-ECC7F571EB9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2330" y="2865736"/>
            <a:ext cx="1060838" cy="1484014"/>
          </a:xfrm>
          <a:prstGeom prst="rect">
            <a:avLst/>
          </a:prstGeom>
        </p:spPr>
      </p:pic>
      <p:pic>
        <p:nvPicPr>
          <p:cNvPr id="25" name="Image 24" descr="Une image contenant texte&#10;&#10;Description générée automatiquement">
            <a:extLst>
              <a:ext uri="{FF2B5EF4-FFF2-40B4-BE49-F238E27FC236}">
                <a16:creationId xmlns:a16="http://schemas.microsoft.com/office/drawing/2014/main" id="{C68FFEE6-8954-8409-6211-3F04CF3B7B6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5936" y="2865736"/>
            <a:ext cx="1060838" cy="148401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832CE4C-2893-39A6-95B7-362B3340BACF}"/>
              </a:ext>
            </a:extLst>
          </p:cNvPr>
          <p:cNvSpPr/>
          <p:nvPr/>
        </p:nvSpPr>
        <p:spPr>
          <a:xfrm>
            <a:off x="225619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Jacques B</a:t>
            </a:r>
          </a:p>
          <a:p>
            <a:pPr algn="ctr"/>
            <a:r>
              <a:rPr lang="fr-FR" sz="1050" dirty="0"/>
              <a:t>Sylvie V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519740-769C-5DF6-4BD7-8DAB01355F36}"/>
              </a:ext>
            </a:extLst>
          </p:cNvPr>
          <p:cNvSpPr/>
          <p:nvPr/>
        </p:nvSpPr>
        <p:spPr>
          <a:xfrm>
            <a:off x="1319225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Equipes X, Y, Z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16C575-8C9D-3998-B8B7-F5D35AE5AE2B}"/>
              </a:ext>
            </a:extLst>
          </p:cNvPr>
          <p:cNvSpPr/>
          <p:nvPr/>
        </p:nvSpPr>
        <p:spPr>
          <a:xfrm>
            <a:off x="2412831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Corinne C.</a:t>
            </a:r>
          </a:p>
          <a:p>
            <a:pPr algn="ctr"/>
            <a:r>
              <a:rPr lang="fr-FR" sz="1050" dirty="0"/>
              <a:t>Herbert L.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E3B84B-6605-F3D5-6358-4749635F6DD3}"/>
              </a:ext>
            </a:extLst>
          </p:cNvPr>
          <p:cNvSpPr/>
          <p:nvPr/>
        </p:nvSpPr>
        <p:spPr>
          <a:xfrm>
            <a:off x="3506437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 Michel S.</a:t>
            </a:r>
          </a:p>
          <a:p>
            <a:pPr algn="ctr"/>
            <a:r>
              <a:rPr lang="fr-FR" sz="1050" dirty="0"/>
              <a:t>Equipe alpha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4BBCE0-08D2-8D35-8397-9B46699601D1}"/>
              </a:ext>
            </a:extLst>
          </p:cNvPr>
          <p:cNvSpPr/>
          <p:nvPr/>
        </p:nvSpPr>
        <p:spPr>
          <a:xfrm>
            <a:off x="5676900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Johnny H.</a:t>
            </a:r>
          </a:p>
          <a:p>
            <a:pPr algn="ctr"/>
            <a:r>
              <a:rPr lang="fr-FR" sz="1050" dirty="0"/>
              <a:t>Eddy M.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408365-3AB2-5851-05F6-B3FC00DE5498}"/>
              </a:ext>
            </a:extLst>
          </p:cNvPr>
          <p:cNvSpPr/>
          <p:nvPr/>
        </p:nvSpPr>
        <p:spPr>
          <a:xfrm>
            <a:off x="4600043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Georges B.</a:t>
            </a:r>
          </a:p>
          <a:p>
            <a:pPr algn="ctr"/>
            <a:r>
              <a:rPr lang="fr-FR" sz="1050" dirty="0"/>
              <a:t>Georges M.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BC56E7-5985-CD8F-43C0-E05579D78223}"/>
              </a:ext>
            </a:extLst>
          </p:cNvPr>
          <p:cNvSpPr/>
          <p:nvPr/>
        </p:nvSpPr>
        <p:spPr>
          <a:xfrm>
            <a:off x="6787255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Département ABCD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086442-AEAD-41D2-FDA2-7783B5317472}"/>
              </a:ext>
            </a:extLst>
          </p:cNvPr>
          <p:cNvSpPr/>
          <p:nvPr/>
        </p:nvSpPr>
        <p:spPr>
          <a:xfrm>
            <a:off x="10068073" y="4451350"/>
            <a:ext cx="838200" cy="806450"/>
          </a:xfrm>
          <a:prstGeom prst="rect">
            <a:avLst/>
          </a:prstGeom>
          <a:solidFill>
            <a:srgbClr val="6954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Demis R.</a:t>
            </a:r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92233EDC-D7F2-2EFE-BE44-BFFD2C5B1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5894" cy="838917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L’extension invités est dans une section supplémentaire à considérer en amont et/ou en aval de la conception du déroulement</a:t>
            </a:r>
          </a:p>
          <a:p>
            <a:r>
              <a:rPr lang="fr-FR" dirty="0"/>
              <a:t>Pour chaque distance, on fait la liste des invités. Pour chaque invité ou groupe d’invité, on se pose la question de la distance.</a:t>
            </a:r>
          </a:p>
        </p:txBody>
      </p:sp>
    </p:spTree>
    <p:extLst>
      <p:ext uri="{BB962C8B-B14F-4D97-AF65-F5344CB8AC3E}">
        <p14:creationId xmlns:p14="http://schemas.microsoft.com/office/powerpoint/2010/main" val="35602093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54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que 7" descr="Badge 9 avec un remplissage uni">
            <a:extLst>
              <a:ext uri="{FF2B5EF4-FFF2-40B4-BE49-F238E27FC236}">
                <a16:creationId xmlns:a16="http://schemas.microsoft.com/office/drawing/2014/main" id="{E632F9D2-4F87-73B6-4868-18FF996BB0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7139" r="7841"/>
          <a:stretch/>
        </p:blipFill>
        <p:spPr>
          <a:xfrm>
            <a:off x="10333180" y="4630562"/>
            <a:ext cx="1713064" cy="1726128"/>
          </a:xfrm>
          <a:prstGeom prst="rect">
            <a:avLst/>
          </a:prstGeom>
        </p:spPr>
      </p:pic>
      <p:pic>
        <p:nvPicPr>
          <p:cNvPr id="10" name="Graphique 9" descr="Badge 8 avec un remplissage uni">
            <a:extLst>
              <a:ext uri="{FF2B5EF4-FFF2-40B4-BE49-F238E27FC236}">
                <a16:creationId xmlns:a16="http://schemas.microsoft.com/office/drawing/2014/main" id="{BE696501-D51C-EE08-0202-D36B044D866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9747" r="9594"/>
          <a:stretch/>
        </p:blipFill>
        <p:spPr>
          <a:xfrm>
            <a:off x="6319812" y="4669889"/>
            <a:ext cx="1680500" cy="1677639"/>
          </a:xfrm>
          <a:prstGeom prst="rect">
            <a:avLst/>
          </a:prstGeom>
        </p:spPr>
      </p:pic>
      <p:pic>
        <p:nvPicPr>
          <p:cNvPr id="13" name="Graphique 12" descr="Badge 7 avec un remplissage uni">
            <a:extLst>
              <a:ext uri="{FF2B5EF4-FFF2-40B4-BE49-F238E27FC236}">
                <a16:creationId xmlns:a16="http://schemas.microsoft.com/office/drawing/2014/main" id="{EDCC51BC-9267-6889-06E0-9DBF8789EF7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7472" r="7871"/>
          <a:stretch/>
        </p:blipFill>
        <p:spPr>
          <a:xfrm>
            <a:off x="2313206" y="4650226"/>
            <a:ext cx="1712508" cy="1719916"/>
          </a:xfrm>
          <a:prstGeom prst="rect">
            <a:avLst/>
          </a:prstGeom>
        </p:spPr>
      </p:pic>
      <p:pic>
        <p:nvPicPr>
          <p:cNvPr id="15" name="Graphique 14" descr="Badge 6 avec un remplissage uni">
            <a:extLst>
              <a:ext uri="{FF2B5EF4-FFF2-40B4-BE49-F238E27FC236}">
                <a16:creationId xmlns:a16="http://schemas.microsoft.com/office/drawing/2014/main" id="{B7292DB6-1DB8-AB67-6E89-173D5262D167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9589" r="7841"/>
          <a:stretch/>
        </p:blipFill>
        <p:spPr>
          <a:xfrm>
            <a:off x="10333180" y="2386005"/>
            <a:ext cx="1713064" cy="1680588"/>
          </a:xfrm>
          <a:prstGeom prst="rect">
            <a:avLst/>
          </a:prstGeom>
        </p:spPr>
      </p:pic>
      <p:pic>
        <p:nvPicPr>
          <p:cNvPr id="17" name="Graphique 16" descr="Badge 5 avec un remplissage uni">
            <a:extLst>
              <a:ext uri="{FF2B5EF4-FFF2-40B4-BE49-F238E27FC236}">
                <a16:creationId xmlns:a16="http://schemas.microsoft.com/office/drawing/2014/main" id="{8DA75393-915D-2C5C-8B4F-E08B23E92A74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1792" t="9588" r="9632" b="-3186"/>
          <a:stretch/>
        </p:blipFill>
        <p:spPr>
          <a:xfrm>
            <a:off x="6287248" y="2405668"/>
            <a:ext cx="1713064" cy="1739816"/>
          </a:xfrm>
          <a:prstGeom prst="rect">
            <a:avLst/>
          </a:prstGeom>
        </p:spPr>
      </p:pic>
      <p:pic>
        <p:nvPicPr>
          <p:cNvPr id="19" name="Graphique 18" descr="Badge 4 avec un remplissage uni">
            <a:extLst>
              <a:ext uri="{FF2B5EF4-FFF2-40B4-BE49-F238E27FC236}">
                <a16:creationId xmlns:a16="http://schemas.microsoft.com/office/drawing/2014/main" id="{654A1BB9-EDCA-4154-5B4C-AA194D7BD713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6402" r="7342"/>
          <a:stretch/>
        </p:blipFill>
        <p:spPr>
          <a:xfrm>
            <a:off x="2303360" y="2386004"/>
            <a:ext cx="1722354" cy="1739815"/>
          </a:xfrm>
          <a:prstGeom prst="rect">
            <a:avLst/>
          </a:prstGeom>
        </p:spPr>
      </p:pic>
      <p:pic>
        <p:nvPicPr>
          <p:cNvPr id="21" name="Graphique 20" descr="Badge 3 avec un remplissage uni">
            <a:extLst>
              <a:ext uri="{FF2B5EF4-FFF2-40B4-BE49-F238E27FC236}">
                <a16:creationId xmlns:a16="http://schemas.microsoft.com/office/drawing/2014/main" id="{C571E325-2DEB-1C31-3C71-3C80F1D12A57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7980" r="7841"/>
          <a:stretch/>
        </p:blipFill>
        <p:spPr>
          <a:xfrm>
            <a:off x="10333180" y="121784"/>
            <a:ext cx="1713064" cy="1710498"/>
          </a:xfrm>
          <a:prstGeom prst="rect">
            <a:avLst/>
          </a:prstGeom>
        </p:spPr>
      </p:pic>
      <p:pic>
        <p:nvPicPr>
          <p:cNvPr id="23" name="Graphique 22" descr="Badge avec un remplissage uni">
            <a:extLst>
              <a:ext uri="{FF2B5EF4-FFF2-40B4-BE49-F238E27FC236}">
                <a16:creationId xmlns:a16="http://schemas.microsoft.com/office/drawing/2014/main" id="{1AA4C682-4E50-F836-8E9D-E787BA616802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7488" r="7871"/>
          <a:stretch/>
        </p:blipFill>
        <p:spPr>
          <a:xfrm>
            <a:off x="6323469" y="121783"/>
            <a:ext cx="1712510" cy="1719634"/>
          </a:xfrm>
          <a:prstGeom prst="rect">
            <a:avLst/>
          </a:prstGeom>
        </p:spPr>
      </p:pic>
      <p:pic>
        <p:nvPicPr>
          <p:cNvPr id="26" name="Graphique 25" descr="Badge 1 avec un remplissage uni">
            <a:extLst>
              <a:ext uri="{FF2B5EF4-FFF2-40B4-BE49-F238E27FC236}">
                <a16:creationId xmlns:a16="http://schemas.microsoft.com/office/drawing/2014/main" id="{8FD367E6-DE73-6A04-53CF-3C265FF07B35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6466" r="7871"/>
          <a:stretch/>
        </p:blipFill>
        <p:spPr>
          <a:xfrm>
            <a:off x="2313206" y="121782"/>
            <a:ext cx="1712508" cy="1738635"/>
          </a:xfrm>
          <a:prstGeom prst="rect">
            <a:avLst/>
          </a:prstGeom>
        </p:spPr>
      </p:pic>
      <p:pic>
        <p:nvPicPr>
          <p:cNvPr id="33" name="Graphique 32" descr="Personne confuse avec un remplissage uni">
            <a:extLst>
              <a:ext uri="{FF2B5EF4-FFF2-40B4-BE49-F238E27FC236}">
                <a16:creationId xmlns:a16="http://schemas.microsoft.com/office/drawing/2014/main" id="{281AB640-2463-FE87-9410-57C9982558F0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267848" y="3182398"/>
            <a:ext cx="1014931" cy="1140523"/>
          </a:xfrm>
          <a:prstGeom prst="rect">
            <a:avLst/>
          </a:prstGeom>
        </p:spPr>
      </p:pic>
      <p:pic>
        <p:nvPicPr>
          <p:cNvPr id="34" name="Graphique 33" descr="Personne confuse avec un remplissage uni">
            <a:extLst>
              <a:ext uri="{FF2B5EF4-FFF2-40B4-BE49-F238E27FC236}">
                <a16:creationId xmlns:a16="http://schemas.microsoft.com/office/drawing/2014/main" id="{C675E242-C6CF-545B-0138-FC4C7E5B0015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4277561" y="918177"/>
            <a:ext cx="1014931" cy="1140523"/>
          </a:xfrm>
          <a:prstGeom prst="rect">
            <a:avLst/>
          </a:prstGeom>
        </p:spPr>
      </p:pic>
      <p:pic>
        <p:nvPicPr>
          <p:cNvPr id="35" name="Graphique 34" descr="Personne confuse avec un remplissage uni">
            <a:extLst>
              <a:ext uri="{FF2B5EF4-FFF2-40B4-BE49-F238E27FC236}">
                <a16:creationId xmlns:a16="http://schemas.microsoft.com/office/drawing/2014/main" id="{C6F1B600-A357-2A83-1054-4B5638226DA3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8287823" y="918177"/>
            <a:ext cx="1014931" cy="1140523"/>
          </a:xfrm>
          <a:prstGeom prst="rect">
            <a:avLst/>
          </a:prstGeom>
        </p:spPr>
      </p:pic>
      <p:pic>
        <p:nvPicPr>
          <p:cNvPr id="36" name="Graphique 35" descr="Personne confuse avec un remplissage uni">
            <a:extLst>
              <a:ext uri="{FF2B5EF4-FFF2-40B4-BE49-F238E27FC236}">
                <a16:creationId xmlns:a16="http://schemas.microsoft.com/office/drawing/2014/main" id="{EE4938AD-8B9C-2635-B4BA-AD4A60B0351B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4277560" y="3182398"/>
            <a:ext cx="1014931" cy="1140523"/>
          </a:xfrm>
          <a:prstGeom prst="rect">
            <a:avLst/>
          </a:prstGeom>
        </p:spPr>
      </p:pic>
      <p:pic>
        <p:nvPicPr>
          <p:cNvPr id="38" name="Graphique 37" descr="Personne confuse avec un remplissage uni">
            <a:extLst>
              <a:ext uri="{FF2B5EF4-FFF2-40B4-BE49-F238E27FC236}">
                <a16:creationId xmlns:a16="http://schemas.microsoft.com/office/drawing/2014/main" id="{514F1E18-26C5-5CC2-626A-503489A24820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267848" y="5446622"/>
            <a:ext cx="1014931" cy="1140523"/>
          </a:xfrm>
          <a:prstGeom prst="rect">
            <a:avLst/>
          </a:prstGeom>
        </p:spPr>
      </p:pic>
      <p:pic>
        <p:nvPicPr>
          <p:cNvPr id="39" name="Graphique 38" descr="Personne confuse avec un remplissage uni">
            <a:extLst>
              <a:ext uri="{FF2B5EF4-FFF2-40B4-BE49-F238E27FC236}">
                <a16:creationId xmlns:a16="http://schemas.microsoft.com/office/drawing/2014/main" id="{4B92675E-6DA4-46DA-94D6-25B9CE1A0587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4277560" y="5446622"/>
            <a:ext cx="1014931" cy="1140523"/>
          </a:xfrm>
          <a:prstGeom prst="rect">
            <a:avLst/>
          </a:prstGeom>
        </p:spPr>
      </p:pic>
      <p:pic>
        <p:nvPicPr>
          <p:cNvPr id="40" name="Graphique 39" descr="Personne confuse avec un remplissage uni">
            <a:extLst>
              <a:ext uri="{FF2B5EF4-FFF2-40B4-BE49-F238E27FC236}">
                <a16:creationId xmlns:a16="http://schemas.microsoft.com/office/drawing/2014/main" id="{8C414877-D6FE-48BF-4B6E-78F7B051BE99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8287823" y="5447071"/>
            <a:ext cx="1014931" cy="1140523"/>
          </a:xfrm>
          <a:prstGeom prst="rect">
            <a:avLst/>
          </a:prstGeom>
        </p:spPr>
      </p:pic>
      <p:pic>
        <p:nvPicPr>
          <p:cNvPr id="42" name="Graphique 41" descr="Calendrier journalier avec un remplissage uni">
            <a:extLst>
              <a:ext uri="{FF2B5EF4-FFF2-40B4-BE49-F238E27FC236}">
                <a16:creationId xmlns:a16="http://schemas.microsoft.com/office/drawing/2014/main" id="{B848731A-8772-3775-2CE3-EA579FAC12B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26590" y="707577"/>
            <a:ext cx="914400" cy="914400"/>
          </a:xfrm>
          <a:prstGeom prst="rect">
            <a:avLst/>
          </a:prstGeom>
        </p:spPr>
      </p:pic>
      <p:pic>
        <p:nvPicPr>
          <p:cNvPr id="43" name="Graphique 42" descr="Calendrier journalier avec un remplissage uni">
            <a:extLst>
              <a:ext uri="{FF2B5EF4-FFF2-40B4-BE49-F238E27FC236}">
                <a16:creationId xmlns:a16="http://schemas.microsoft.com/office/drawing/2014/main" id="{EBC93117-0C3B-7A91-7642-98762284DFE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59455" y="707577"/>
            <a:ext cx="914400" cy="914400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467E2D7D-4088-D6EF-D071-D1F428B65068}"/>
              </a:ext>
            </a:extLst>
          </p:cNvPr>
          <p:cNvSpPr txBox="1"/>
          <p:nvPr/>
        </p:nvSpPr>
        <p:spPr>
          <a:xfrm>
            <a:off x="5033921" y="668751"/>
            <a:ext cx="1441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rgbClr val="ED7D31"/>
                </a:solidFill>
              </a:rPr>
              <a:t>(     )</a:t>
            </a:r>
          </a:p>
        </p:txBody>
      </p:sp>
      <p:pic>
        <p:nvPicPr>
          <p:cNvPr id="46" name="Graphique 45" descr="Calendrier journalier avec un remplissage uni">
            <a:extLst>
              <a:ext uri="{FF2B5EF4-FFF2-40B4-BE49-F238E27FC236}">
                <a16:creationId xmlns:a16="http://schemas.microsoft.com/office/drawing/2014/main" id="{8BD9391F-7CC0-78EE-2D89-6A48903C6B2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116789" y="716606"/>
            <a:ext cx="914400" cy="914400"/>
          </a:xfrm>
          <a:prstGeom prst="rect">
            <a:avLst/>
          </a:prstGeom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06019392-0833-FCD5-C4F9-64FAFFFCBCAA}"/>
              </a:ext>
            </a:extLst>
          </p:cNvPr>
          <p:cNvSpPr txBox="1"/>
          <p:nvPr/>
        </p:nvSpPr>
        <p:spPr>
          <a:xfrm>
            <a:off x="8884058" y="688467"/>
            <a:ext cx="1441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rgbClr val="ED7D31"/>
                </a:solidFill>
              </a:rPr>
              <a:t>(     )</a:t>
            </a:r>
          </a:p>
        </p:txBody>
      </p:sp>
      <p:pic>
        <p:nvPicPr>
          <p:cNvPr id="50" name="Graphique 49" descr="Calendrier journalier avec un remplissage uni">
            <a:extLst>
              <a:ext uri="{FF2B5EF4-FFF2-40B4-BE49-F238E27FC236}">
                <a16:creationId xmlns:a16="http://schemas.microsoft.com/office/drawing/2014/main" id="{3342C164-7A34-4A89-D132-31FA9001059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52701" y="3048356"/>
            <a:ext cx="914400" cy="914400"/>
          </a:xfrm>
          <a:prstGeom prst="rect">
            <a:avLst/>
          </a:prstGeom>
        </p:spPr>
      </p:pic>
      <p:pic>
        <p:nvPicPr>
          <p:cNvPr id="55" name="Graphique 54" descr="Personne confuse avec un remplissage uni">
            <a:extLst>
              <a:ext uri="{FF2B5EF4-FFF2-40B4-BE49-F238E27FC236}">
                <a16:creationId xmlns:a16="http://schemas.microsoft.com/office/drawing/2014/main" id="{B716E1BE-93BB-AC25-B07C-0A9DCB32356A}"/>
              </a:ext>
            </a:extLst>
          </p:cNvPr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40767" r="14769" b="50034"/>
          <a:stretch/>
        </p:blipFill>
        <p:spPr>
          <a:xfrm>
            <a:off x="267849" y="918177"/>
            <a:ext cx="1014931" cy="1140523"/>
          </a:xfrm>
          <a:prstGeom prst="rect">
            <a:avLst/>
          </a:prstGeom>
        </p:spPr>
      </p:pic>
      <p:pic>
        <p:nvPicPr>
          <p:cNvPr id="525" name="Graphique 524" descr="Calendrier journalier avec un remplissage uni">
            <a:extLst>
              <a:ext uri="{FF2B5EF4-FFF2-40B4-BE49-F238E27FC236}">
                <a16:creationId xmlns:a16="http://schemas.microsoft.com/office/drawing/2014/main" id="{EDE4C8CD-DC25-545E-FC61-484B391C9FD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125521" y="3076975"/>
            <a:ext cx="914400" cy="914400"/>
          </a:xfrm>
          <a:prstGeom prst="rect">
            <a:avLst/>
          </a:prstGeom>
        </p:spPr>
      </p:pic>
      <p:pic>
        <p:nvPicPr>
          <p:cNvPr id="528" name="Graphique 527" descr="Colombe avec un remplissage uni">
            <a:extLst>
              <a:ext uri="{FF2B5EF4-FFF2-40B4-BE49-F238E27FC236}">
                <a16:creationId xmlns:a16="http://schemas.microsoft.com/office/drawing/2014/main" id="{6B884DC3-6B3B-CAFE-1A5A-0CDDEDE8859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15286" y="2553469"/>
            <a:ext cx="818151" cy="818151"/>
          </a:xfrm>
          <a:prstGeom prst="rect">
            <a:avLst/>
          </a:prstGeom>
        </p:spPr>
      </p:pic>
      <p:pic>
        <p:nvPicPr>
          <p:cNvPr id="529" name="Graphique 528" descr="Colombe avec un remplissage uni">
            <a:extLst>
              <a:ext uri="{FF2B5EF4-FFF2-40B4-BE49-F238E27FC236}">
                <a16:creationId xmlns:a16="http://schemas.microsoft.com/office/drawing/2014/main" id="{3658879D-AA1E-C95A-2A0F-11B943014F2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82721" y="2594218"/>
            <a:ext cx="818151" cy="818151"/>
          </a:xfrm>
          <a:prstGeom prst="rect">
            <a:avLst/>
          </a:prstGeom>
        </p:spPr>
      </p:pic>
      <p:sp>
        <p:nvSpPr>
          <p:cNvPr id="532" name="ZoneTexte 531">
            <a:extLst>
              <a:ext uri="{FF2B5EF4-FFF2-40B4-BE49-F238E27FC236}">
                <a16:creationId xmlns:a16="http://schemas.microsoft.com/office/drawing/2014/main" id="{0F3F8ABC-05CA-FB33-3377-AD67C66D4C16}"/>
              </a:ext>
            </a:extLst>
          </p:cNvPr>
          <p:cNvSpPr txBox="1"/>
          <p:nvPr/>
        </p:nvSpPr>
        <p:spPr>
          <a:xfrm>
            <a:off x="924233" y="2993182"/>
            <a:ext cx="1441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rgbClr val="ED7D31"/>
                </a:solidFill>
              </a:rPr>
              <a:t>(     )</a:t>
            </a:r>
          </a:p>
        </p:txBody>
      </p:sp>
      <p:sp>
        <p:nvSpPr>
          <p:cNvPr id="533" name="ZoneTexte 532">
            <a:extLst>
              <a:ext uri="{FF2B5EF4-FFF2-40B4-BE49-F238E27FC236}">
                <a16:creationId xmlns:a16="http://schemas.microsoft.com/office/drawing/2014/main" id="{0E27CD13-C95B-AA35-E793-84FA29761251}"/>
              </a:ext>
            </a:extLst>
          </p:cNvPr>
          <p:cNvSpPr txBox="1"/>
          <p:nvPr/>
        </p:nvSpPr>
        <p:spPr>
          <a:xfrm>
            <a:off x="4870433" y="3068045"/>
            <a:ext cx="1441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rgbClr val="ED7D31"/>
                </a:solidFill>
              </a:rPr>
              <a:t>(     )</a:t>
            </a:r>
          </a:p>
        </p:txBody>
      </p:sp>
      <p:pic>
        <p:nvPicPr>
          <p:cNvPr id="535" name="Graphique 534" descr="Mégaphone avec un remplissage uni">
            <a:extLst>
              <a:ext uri="{FF2B5EF4-FFF2-40B4-BE49-F238E27FC236}">
                <a16:creationId xmlns:a16="http://schemas.microsoft.com/office/drawing/2014/main" id="{D52B6F27-ED5F-3B3B-E38B-BB61C934C48D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t="13318"/>
          <a:stretch/>
        </p:blipFill>
        <p:spPr>
          <a:xfrm>
            <a:off x="5221495" y="121780"/>
            <a:ext cx="914400" cy="792619"/>
          </a:xfrm>
          <a:prstGeom prst="rect">
            <a:avLst/>
          </a:prstGeom>
        </p:spPr>
      </p:pic>
      <p:pic>
        <p:nvPicPr>
          <p:cNvPr id="536" name="Graphique 535" descr="Calendrier journalier avec un remplissage uni">
            <a:extLst>
              <a:ext uri="{FF2B5EF4-FFF2-40B4-BE49-F238E27FC236}">
                <a16:creationId xmlns:a16="http://schemas.microsoft.com/office/drawing/2014/main" id="{099A3ADE-2A59-B6E6-DD56-589D32C5F3E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162716" y="3122157"/>
            <a:ext cx="914400" cy="914400"/>
          </a:xfrm>
          <a:prstGeom prst="rect">
            <a:avLst/>
          </a:prstGeom>
        </p:spPr>
      </p:pic>
      <p:pic>
        <p:nvPicPr>
          <p:cNvPr id="539" name="Graphique 538" descr="Personne confuse avec un remplissage uni">
            <a:extLst>
              <a:ext uri="{FF2B5EF4-FFF2-40B4-BE49-F238E27FC236}">
                <a16:creationId xmlns:a16="http://schemas.microsoft.com/office/drawing/2014/main" id="{F9CDADAC-9FD8-6303-AAE4-10ED25011352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0767" r="14769" b="50034"/>
          <a:stretch/>
        </p:blipFill>
        <p:spPr>
          <a:xfrm>
            <a:off x="8311097" y="3125660"/>
            <a:ext cx="1014931" cy="1140523"/>
          </a:xfrm>
          <a:prstGeom prst="rect">
            <a:avLst/>
          </a:prstGeom>
        </p:spPr>
      </p:pic>
      <p:pic>
        <p:nvPicPr>
          <p:cNvPr id="540" name="Graphique 539" descr="Fermer avec un remplissage uni">
            <a:extLst>
              <a:ext uri="{FF2B5EF4-FFF2-40B4-BE49-F238E27FC236}">
                <a16:creationId xmlns:a16="http://schemas.microsoft.com/office/drawing/2014/main" id="{F4566017-CF96-EB93-9121-DC49DE4FA4A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162716" y="3175168"/>
            <a:ext cx="914399" cy="914399"/>
          </a:xfrm>
          <a:prstGeom prst="rect">
            <a:avLst/>
          </a:prstGeom>
        </p:spPr>
      </p:pic>
      <p:pic>
        <p:nvPicPr>
          <p:cNvPr id="542" name="Graphique 541" descr="Enveloppe avec un remplissage uni">
            <a:extLst>
              <a:ext uri="{FF2B5EF4-FFF2-40B4-BE49-F238E27FC236}">
                <a16:creationId xmlns:a16="http://schemas.microsoft.com/office/drawing/2014/main" id="{5A0C61AD-539D-56A8-C216-46CFB078100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191865" y="2405668"/>
            <a:ext cx="914400" cy="914400"/>
          </a:xfrm>
          <a:prstGeom prst="rect">
            <a:avLst/>
          </a:prstGeom>
        </p:spPr>
      </p:pic>
      <p:pic>
        <p:nvPicPr>
          <p:cNvPr id="544" name="Graphique 543" descr="Calendrier journalier avec un remplissage uni">
            <a:extLst>
              <a:ext uri="{FF2B5EF4-FFF2-40B4-BE49-F238E27FC236}">
                <a16:creationId xmlns:a16="http://schemas.microsoft.com/office/drawing/2014/main" id="{EE83F0A6-7B85-5CCB-D2AA-0FC27ED8B60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48735" y="5297552"/>
            <a:ext cx="914400" cy="914400"/>
          </a:xfrm>
          <a:prstGeom prst="rect">
            <a:avLst/>
          </a:prstGeom>
        </p:spPr>
      </p:pic>
      <p:pic>
        <p:nvPicPr>
          <p:cNvPr id="566" name="Graphique 565" descr="Fermer avec un remplissage uni">
            <a:extLst>
              <a:ext uri="{FF2B5EF4-FFF2-40B4-BE49-F238E27FC236}">
                <a16:creationId xmlns:a16="http://schemas.microsoft.com/office/drawing/2014/main" id="{98224B34-32DE-F5BA-E0BB-40F8091CDF2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58086" y="5311905"/>
            <a:ext cx="914399" cy="914399"/>
          </a:xfrm>
          <a:prstGeom prst="rect">
            <a:avLst/>
          </a:prstGeom>
        </p:spPr>
      </p:pic>
      <p:pic>
        <p:nvPicPr>
          <p:cNvPr id="567" name="Graphique 566" descr="Enveloppe avec un remplissage uni">
            <a:extLst>
              <a:ext uri="{FF2B5EF4-FFF2-40B4-BE49-F238E27FC236}">
                <a16:creationId xmlns:a16="http://schemas.microsoft.com/office/drawing/2014/main" id="{626342B4-F62D-75C3-6CB8-4C2CE78CBD4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570667" y="4677935"/>
            <a:ext cx="914400" cy="914400"/>
          </a:xfrm>
          <a:prstGeom prst="rect">
            <a:avLst/>
          </a:prstGeom>
        </p:spPr>
      </p:pic>
      <p:pic>
        <p:nvPicPr>
          <p:cNvPr id="569" name="Graphique 568" descr="Informations avec un remplissage uni">
            <a:extLst>
              <a:ext uri="{FF2B5EF4-FFF2-40B4-BE49-F238E27FC236}">
                <a16:creationId xmlns:a16="http://schemas.microsoft.com/office/drawing/2014/main" id="{3548DA5A-2BC1-0899-C2C2-AB1DE7D085F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11406" y="4696669"/>
            <a:ext cx="694529" cy="694529"/>
          </a:xfrm>
          <a:prstGeom prst="rect">
            <a:avLst/>
          </a:prstGeom>
        </p:spPr>
      </p:pic>
      <p:pic>
        <p:nvPicPr>
          <p:cNvPr id="570" name="Graphique 569" descr="Fermer avec un remplissage uni">
            <a:extLst>
              <a:ext uri="{FF2B5EF4-FFF2-40B4-BE49-F238E27FC236}">
                <a16:creationId xmlns:a16="http://schemas.microsoft.com/office/drawing/2014/main" id="{931796EF-A449-400E-893E-708DD16DED6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04631" y="4650226"/>
            <a:ext cx="914399" cy="914399"/>
          </a:xfrm>
          <a:prstGeom prst="rect">
            <a:avLst/>
          </a:prstGeom>
        </p:spPr>
      </p:pic>
      <p:pic>
        <p:nvPicPr>
          <p:cNvPr id="571" name="Graphique 570" descr="Calendrier journalier avec un remplissage uni">
            <a:extLst>
              <a:ext uri="{FF2B5EF4-FFF2-40B4-BE49-F238E27FC236}">
                <a16:creationId xmlns:a16="http://schemas.microsoft.com/office/drawing/2014/main" id="{2C3BA45F-4F61-3270-06B7-4BE201C2BAD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105000" y="5389221"/>
            <a:ext cx="914400" cy="914400"/>
          </a:xfrm>
          <a:prstGeom prst="rect">
            <a:avLst/>
          </a:prstGeom>
        </p:spPr>
      </p:pic>
      <p:pic>
        <p:nvPicPr>
          <p:cNvPr id="573" name="Graphique 572" descr="Fermer avec un remplissage uni">
            <a:extLst>
              <a:ext uri="{FF2B5EF4-FFF2-40B4-BE49-F238E27FC236}">
                <a16:creationId xmlns:a16="http://schemas.microsoft.com/office/drawing/2014/main" id="{94A2208E-FD56-1807-DD09-7F29B639BE1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114351" y="5403574"/>
            <a:ext cx="914399" cy="914399"/>
          </a:xfrm>
          <a:prstGeom prst="rect">
            <a:avLst/>
          </a:prstGeom>
        </p:spPr>
      </p:pic>
      <p:pic>
        <p:nvPicPr>
          <p:cNvPr id="574" name="Graphique 573" descr="Enveloppe avec un remplissage uni">
            <a:extLst>
              <a:ext uri="{FF2B5EF4-FFF2-40B4-BE49-F238E27FC236}">
                <a16:creationId xmlns:a16="http://schemas.microsoft.com/office/drawing/2014/main" id="{CF987E90-D565-642D-6517-676115DA417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526932" y="4769604"/>
            <a:ext cx="914400" cy="914400"/>
          </a:xfrm>
          <a:prstGeom prst="rect">
            <a:avLst/>
          </a:prstGeom>
        </p:spPr>
      </p:pic>
      <p:pic>
        <p:nvPicPr>
          <p:cNvPr id="575" name="Graphique 574" descr="Informations avec un remplissage uni">
            <a:extLst>
              <a:ext uri="{FF2B5EF4-FFF2-40B4-BE49-F238E27FC236}">
                <a16:creationId xmlns:a16="http://schemas.microsoft.com/office/drawing/2014/main" id="{5A4780A7-F0D6-3DBB-D7B5-BA50A6100110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867671" y="4788338"/>
            <a:ext cx="694529" cy="694529"/>
          </a:xfrm>
          <a:prstGeom prst="rect">
            <a:avLst/>
          </a:prstGeom>
        </p:spPr>
      </p:pic>
      <p:pic>
        <p:nvPicPr>
          <p:cNvPr id="576" name="Graphique 575" descr="Fermer avec un remplissage uni">
            <a:extLst>
              <a:ext uri="{FF2B5EF4-FFF2-40B4-BE49-F238E27FC236}">
                <a16:creationId xmlns:a16="http://schemas.microsoft.com/office/drawing/2014/main" id="{097334ED-40CE-B9FB-1103-75D7C86654E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560896" y="4741895"/>
            <a:ext cx="914399" cy="914399"/>
          </a:xfrm>
          <a:prstGeom prst="rect">
            <a:avLst/>
          </a:prstGeom>
        </p:spPr>
      </p:pic>
      <p:pic>
        <p:nvPicPr>
          <p:cNvPr id="577" name="Graphique 576" descr="Fermer avec un remplissage uni">
            <a:extLst>
              <a:ext uri="{FF2B5EF4-FFF2-40B4-BE49-F238E27FC236}">
                <a16:creationId xmlns:a16="http://schemas.microsoft.com/office/drawing/2014/main" id="{4A7C691A-55A2-9044-5F16-9F0C1047F8C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738872" y="4729124"/>
            <a:ext cx="914399" cy="914399"/>
          </a:xfrm>
          <a:prstGeom prst="rect">
            <a:avLst/>
          </a:prstGeom>
        </p:spPr>
      </p:pic>
      <p:pic>
        <p:nvPicPr>
          <p:cNvPr id="579" name="Graphique 578" descr="Scanner oculaire avec un remplissage uni">
            <a:extLst>
              <a:ext uri="{FF2B5EF4-FFF2-40B4-BE49-F238E27FC236}">
                <a16:creationId xmlns:a16="http://schemas.microsoft.com/office/drawing/2014/main" id="{2E36739F-8BB4-3CFD-7C69-DCF1A85FC953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945979" y="4833402"/>
            <a:ext cx="1317531" cy="1317531"/>
          </a:xfrm>
          <a:prstGeom prst="rect">
            <a:avLst/>
          </a:prstGeom>
        </p:spPr>
      </p:pic>
      <p:pic>
        <p:nvPicPr>
          <p:cNvPr id="581" name="Graphique 580" descr="Informations avec un remplissage uni">
            <a:extLst>
              <a:ext uri="{FF2B5EF4-FFF2-40B4-BE49-F238E27FC236}">
                <a16:creationId xmlns:a16="http://schemas.microsoft.com/office/drawing/2014/main" id="{DBE2174B-4731-AE65-0E90-FFA143CFA3E0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012702" y="2551478"/>
            <a:ext cx="694529" cy="6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964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54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7F9E843-026D-4763-B280-AC401F14E71A}"/>
              </a:ext>
            </a:extLst>
          </p:cNvPr>
          <p:cNvSpPr/>
          <p:nvPr/>
        </p:nvSpPr>
        <p:spPr>
          <a:xfrm>
            <a:off x="816628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4FCCD219-0527-4679-A6FC-8F610F586D29}"/>
              </a:ext>
            </a:extLst>
          </p:cNvPr>
          <p:cNvSpPr/>
          <p:nvPr/>
        </p:nvSpPr>
        <p:spPr>
          <a:xfrm>
            <a:off x="816628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37B05F1-F694-4F27-82FE-AD8732B81652}"/>
              </a:ext>
            </a:extLst>
          </p:cNvPr>
          <p:cNvSpPr/>
          <p:nvPr/>
        </p:nvSpPr>
        <p:spPr>
          <a:xfrm>
            <a:off x="816628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48E0FC11-0B99-42DB-8D68-17D83EFEF261}"/>
              </a:ext>
            </a:extLst>
          </p:cNvPr>
          <p:cNvSpPr/>
          <p:nvPr/>
        </p:nvSpPr>
        <p:spPr>
          <a:xfrm>
            <a:off x="4156021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61A1C38F-52BB-44C7-A142-4195DDCAFF7B}"/>
              </a:ext>
            </a:extLst>
          </p:cNvPr>
          <p:cNvSpPr/>
          <p:nvPr/>
        </p:nvSpPr>
        <p:spPr>
          <a:xfrm>
            <a:off x="4156021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5E48E4EA-E1ED-47B8-88DF-F0231300E8D9}"/>
              </a:ext>
            </a:extLst>
          </p:cNvPr>
          <p:cNvSpPr/>
          <p:nvPr/>
        </p:nvSpPr>
        <p:spPr>
          <a:xfrm>
            <a:off x="145756" y="121784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548B3765-1CAA-4744-8E07-829067766B04}"/>
              </a:ext>
            </a:extLst>
          </p:cNvPr>
          <p:cNvSpPr/>
          <p:nvPr/>
        </p:nvSpPr>
        <p:spPr>
          <a:xfrm>
            <a:off x="145756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EF4C818E-3C93-4BE4-9E3F-05E245B1F121}"/>
              </a:ext>
            </a:extLst>
          </p:cNvPr>
          <p:cNvSpPr/>
          <p:nvPr/>
        </p:nvSpPr>
        <p:spPr>
          <a:xfrm>
            <a:off x="145756" y="4650226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0669E02C-4B34-4F03-8FCE-0923E0AECE17}"/>
              </a:ext>
            </a:extLst>
          </p:cNvPr>
          <p:cNvSpPr/>
          <p:nvPr/>
        </p:nvSpPr>
        <p:spPr>
          <a:xfrm>
            <a:off x="4156021" y="2386005"/>
            <a:ext cx="3879958" cy="20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que 1" descr="Badge 10 avec un remplissage uni">
            <a:extLst>
              <a:ext uri="{FF2B5EF4-FFF2-40B4-BE49-F238E27FC236}">
                <a16:creationId xmlns:a16="http://schemas.microsoft.com/office/drawing/2014/main" id="{E7ED5B57-171F-F81F-3965-C09763C56E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552" r="7010"/>
          <a:stretch/>
        </p:blipFill>
        <p:spPr>
          <a:xfrm>
            <a:off x="2297201" y="121784"/>
            <a:ext cx="1728513" cy="1737036"/>
          </a:xfrm>
          <a:prstGeom prst="rect">
            <a:avLst/>
          </a:prstGeom>
        </p:spPr>
      </p:pic>
      <p:pic>
        <p:nvPicPr>
          <p:cNvPr id="4" name="Graphique 3" descr="Sphères de Harvey 100% avec un remplissage uni">
            <a:extLst>
              <a:ext uri="{FF2B5EF4-FFF2-40B4-BE49-F238E27FC236}">
                <a16:creationId xmlns:a16="http://schemas.microsoft.com/office/drawing/2014/main" id="{2F85D741-8A62-AC50-A88B-B425DB5949C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8958" r="7010" b="-1"/>
          <a:stretch/>
        </p:blipFill>
        <p:spPr>
          <a:xfrm>
            <a:off x="6307466" y="166496"/>
            <a:ext cx="1728513" cy="169232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C27BEFA-EC8C-4C4B-3364-76AAA21B5E37}"/>
              </a:ext>
            </a:extLst>
          </p:cNvPr>
          <p:cNvSpPr txBox="1"/>
          <p:nvPr/>
        </p:nvSpPr>
        <p:spPr>
          <a:xfrm>
            <a:off x="6865963" y="166497"/>
            <a:ext cx="7569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8800" b="1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4D32B57C-5A79-C824-B497-88D67987605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0767" r="14769" b="50034"/>
          <a:stretch/>
        </p:blipFill>
        <p:spPr>
          <a:xfrm>
            <a:off x="4277561" y="918177"/>
            <a:ext cx="1014931" cy="1140523"/>
          </a:xfrm>
          <a:prstGeom prst="rect">
            <a:avLst/>
          </a:prstGeom>
        </p:spPr>
      </p:pic>
      <p:pic>
        <p:nvPicPr>
          <p:cNvPr id="7" name="Graphique 6" descr="Calendrier journalier avec un remplissage uni">
            <a:extLst>
              <a:ext uri="{FF2B5EF4-FFF2-40B4-BE49-F238E27FC236}">
                <a16:creationId xmlns:a16="http://schemas.microsoft.com/office/drawing/2014/main" id="{2F719692-D8C0-FF7B-2CE7-1745A33A9F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59455" y="707577"/>
            <a:ext cx="914400" cy="914400"/>
          </a:xfrm>
          <a:prstGeom prst="rect">
            <a:avLst/>
          </a:prstGeom>
        </p:spPr>
      </p:pic>
      <p:pic>
        <p:nvPicPr>
          <p:cNvPr id="8" name="Graphique 7" descr="Personne confuse avec un remplissage uni">
            <a:extLst>
              <a:ext uri="{FF2B5EF4-FFF2-40B4-BE49-F238E27FC236}">
                <a16:creationId xmlns:a16="http://schemas.microsoft.com/office/drawing/2014/main" id="{F6F40F87-DCA2-B486-C452-2B1B20F459FA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0767" r="14769" b="50034"/>
          <a:stretch/>
        </p:blipFill>
        <p:spPr>
          <a:xfrm>
            <a:off x="267849" y="918177"/>
            <a:ext cx="1014931" cy="1140523"/>
          </a:xfrm>
          <a:prstGeom prst="rect">
            <a:avLst/>
          </a:prstGeom>
        </p:spPr>
      </p:pic>
      <p:pic>
        <p:nvPicPr>
          <p:cNvPr id="9" name="Graphique 8" descr="Point d’exclamation avec un remplissage uni">
            <a:extLst>
              <a:ext uri="{FF2B5EF4-FFF2-40B4-BE49-F238E27FC236}">
                <a16:creationId xmlns:a16="http://schemas.microsoft.com/office/drawing/2014/main" id="{56D2F5FF-42FF-E784-B0AE-17E58E570CC4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5991" r="36493"/>
          <a:stretch/>
        </p:blipFill>
        <p:spPr>
          <a:xfrm>
            <a:off x="5019770" y="663208"/>
            <a:ext cx="272722" cy="991137"/>
          </a:xfrm>
          <a:prstGeom prst="rect">
            <a:avLst/>
          </a:prstGeom>
        </p:spPr>
      </p:pic>
      <p:pic>
        <p:nvPicPr>
          <p:cNvPr id="10" name="Graphique 9" descr="Calendrier journalier avec un remplissage uni">
            <a:extLst>
              <a:ext uri="{FF2B5EF4-FFF2-40B4-BE49-F238E27FC236}">
                <a16:creationId xmlns:a16="http://schemas.microsoft.com/office/drawing/2014/main" id="{E888989A-6627-6B0D-CB78-CFA8840B41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9324" y="818109"/>
            <a:ext cx="914400" cy="914400"/>
          </a:xfrm>
          <a:prstGeom prst="rect">
            <a:avLst/>
          </a:prstGeom>
        </p:spPr>
      </p:pic>
      <p:pic>
        <p:nvPicPr>
          <p:cNvPr id="13" name="Graphique 12" descr="Verrou avec un remplissage uni">
            <a:extLst>
              <a:ext uri="{FF2B5EF4-FFF2-40B4-BE49-F238E27FC236}">
                <a16:creationId xmlns:a16="http://schemas.microsoft.com/office/drawing/2014/main" id="{49935C0D-BD7B-68B6-3996-AD36D0C737F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6143" y="429416"/>
            <a:ext cx="1215927" cy="1215927"/>
          </a:xfrm>
          <a:prstGeom prst="rect">
            <a:avLst/>
          </a:prstGeom>
        </p:spPr>
      </p:pic>
      <p:pic>
        <p:nvPicPr>
          <p:cNvPr id="14" name="Graphique 13" descr="Sphères de Harvey 100% avec un remplissage uni">
            <a:extLst>
              <a:ext uri="{FF2B5EF4-FFF2-40B4-BE49-F238E27FC236}">
                <a16:creationId xmlns:a16="http://schemas.microsoft.com/office/drawing/2014/main" id="{070EE4BF-1CC8-8065-66E8-8957EFEC83A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8958" r="7010" b="-1"/>
          <a:stretch/>
        </p:blipFill>
        <p:spPr>
          <a:xfrm>
            <a:off x="10317731" y="121784"/>
            <a:ext cx="1728513" cy="169232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63C255FD-90B2-015A-088B-5B9B4129F0B0}"/>
              </a:ext>
            </a:extLst>
          </p:cNvPr>
          <p:cNvSpPr txBox="1"/>
          <p:nvPr/>
        </p:nvSpPr>
        <p:spPr>
          <a:xfrm>
            <a:off x="10952676" y="268018"/>
            <a:ext cx="6126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7200" b="1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16" name="Graphique 15" descr="Personne confuse avec un remplissage uni">
            <a:extLst>
              <a:ext uri="{FF2B5EF4-FFF2-40B4-BE49-F238E27FC236}">
                <a16:creationId xmlns:a16="http://schemas.microsoft.com/office/drawing/2014/main" id="{3ABD7E09-10CF-E370-8F8B-7FBD7D74CBD1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0767" r="14769" b="50034"/>
          <a:stretch/>
        </p:blipFill>
        <p:spPr>
          <a:xfrm>
            <a:off x="8317812" y="918177"/>
            <a:ext cx="1014931" cy="114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180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AB26479-9F2E-8B05-3ECE-9CB44176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V5</a:t>
            </a:r>
            <a:br>
              <a:rPr lang="fr-FR" dirty="0"/>
            </a:br>
            <a:r>
              <a:rPr lang="fr-FR" dirty="0"/>
              <a:t>Etat des invités : Usages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BDA46FD-BDBE-0087-7E29-D9244C83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L’extension « Etat des invités » permet de mieux se représenter et se projeter dans quel état les invités seront à différents moments de l’atelier.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S’imaginer l’état des invités permet de mieux équilibrer l’atelier, en ajustant les modalités des activités à divers moments. Cela permet de concevoir un atelier plus fluide ou équilibré si besoin.</a:t>
            </a:r>
          </a:p>
          <a:p>
            <a:endParaRPr lang="fr-FR" dirty="0"/>
          </a:p>
          <a:p>
            <a:r>
              <a:rPr lang="fr-FR" dirty="0"/>
              <a:t>Par exemple, si on s’imagine que les invités seront intellectuellement fatigués à un certain moment de l’atelier, on peut choisir d’insérer une pause, une activité créative, etc.</a:t>
            </a:r>
          </a:p>
        </p:txBody>
      </p:sp>
      <p:pic>
        <p:nvPicPr>
          <p:cNvPr id="8" name="Image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CB424DA8-50E7-DA8B-DE8F-5D5A5A4CD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589088"/>
            <a:ext cx="1933724" cy="27051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8F54689-DD50-BE52-0119-D8DF6D5E33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4776" y="1589088"/>
            <a:ext cx="1933723" cy="27051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B0A75BD-DEC2-6E34-E814-DA0B573FBF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3551" y="1589088"/>
            <a:ext cx="1933724" cy="2705100"/>
          </a:xfrm>
          <a:prstGeom prst="rect">
            <a:avLst/>
          </a:prstGeom>
        </p:spPr>
      </p:pic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A519BADB-B50A-0E96-9043-B1C62B8FA811}"/>
              </a:ext>
            </a:extLst>
          </p:cNvPr>
          <p:cNvSpPr/>
          <p:nvPr/>
        </p:nvSpPr>
        <p:spPr>
          <a:xfrm>
            <a:off x="6424690" y="5297714"/>
            <a:ext cx="870857" cy="1277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 descr="Une image contenant texte&#10;&#10;Description générée automatiquement">
            <a:extLst>
              <a:ext uri="{FF2B5EF4-FFF2-40B4-BE49-F238E27FC236}">
                <a16:creationId xmlns:a16="http://schemas.microsoft.com/office/drawing/2014/main" id="{04663C5D-60AD-0921-84D7-CC249188C6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860" y="4498522"/>
            <a:ext cx="1603006" cy="224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490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AB26479-9F2E-8B05-3ECE-9CB44176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V5</a:t>
            </a:r>
            <a:br>
              <a:rPr lang="fr-FR" dirty="0"/>
            </a:br>
            <a:r>
              <a:rPr lang="fr-FR" dirty="0"/>
              <a:t>Etat des invités : Dimensions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BDA46FD-BDBE-0087-7E29-D9244C83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186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L’état des invités pouvant être très complexe, pour rendre le jeu de cartes utilisable, cet état est décrit selon 3 dimensions principales</a:t>
            </a:r>
          </a:p>
          <a:p>
            <a:pPr lvl="1"/>
            <a:r>
              <a:rPr lang="fr-FR" sz="1800" dirty="0"/>
              <a:t>Le niveau de forme intellectuelle, qui correspond à la capacité de réfléchir, comparer, décider rationnellement, analyser, évaluer, synthétiser</a:t>
            </a:r>
          </a:p>
          <a:p>
            <a:pPr lvl="1"/>
            <a:r>
              <a:rPr lang="fr-FR" sz="1800" dirty="0"/>
              <a:t>Le niveau de forme émotionnelle, qui correspond à la capacité de ressentir, de faire preuve d’empathie, d’être motivés, à l’écoute émotionnellement de soi et des autres</a:t>
            </a:r>
          </a:p>
          <a:p>
            <a:pPr lvl="1"/>
            <a:r>
              <a:rPr lang="fr-FR" sz="1800" dirty="0"/>
              <a:t>Le niveau de forme physique, qui correspond à la capacité de rester concentré, de garder son attention, d’effectuer certaines tâches physiques</a:t>
            </a:r>
          </a:p>
        </p:txBody>
      </p:sp>
      <p:pic>
        <p:nvPicPr>
          <p:cNvPr id="3" name="Graphique 2" descr="Cerveau avec un remplissage uni">
            <a:extLst>
              <a:ext uri="{FF2B5EF4-FFF2-40B4-BE49-F238E27FC236}">
                <a16:creationId xmlns:a16="http://schemas.microsoft.com/office/drawing/2014/main" id="{48EB4E5B-73FF-EC4E-46E4-1BAE9EAD4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13391" y="2553494"/>
            <a:ext cx="640812" cy="612493"/>
          </a:xfrm>
          <a:prstGeom prst="rect">
            <a:avLst/>
          </a:prstGeom>
        </p:spPr>
      </p:pic>
      <p:pic>
        <p:nvPicPr>
          <p:cNvPr id="6" name="Graphique 5" descr="Cœur avec un remplissage uni">
            <a:extLst>
              <a:ext uri="{FF2B5EF4-FFF2-40B4-BE49-F238E27FC236}">
                <a16:creationId xmlns:a16="http://schemas.microsoft.com/office/drawing/2014/main" id="{603CEBDC-70AB-B135-546E-D5E08A7BE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3331907"/>
            <a:ext cx="720214" cy="720214"/>
          </a:xfrm>
          <a:prstGeom prst="rect">
            <a:avLst/>
          </a:prstGeom>
        </p:spPr>
      </p:pic>
      <p:pic>
        <p:nvPicPr>
          <p:cNvPr id="8" name="Graphique 7" descr="Bras musclé avec un remplissage uni">
            <a:extLst>
              <a:ext uri="{FF2B5EF4-FFF2-40B4-BE49-F238E27FC236}">
                <a16:creationId xmlns:a16="http://schemas.microsoft.com/office/drawing/2014/main" id="{8FC0169E-BC10-9F4B-EF07-DC3C6A7A0B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391" y="4285713"/>
            <a:ext cx="640812" cy="640812"/>
          </a:xfrm>
          <a:prstGeom prst="rect">
            <a:avLst/>
          </a:prstGeom>
        </p:spPr>
      </p:pic>
      <p:pic>
        <p:nvPicPr>
          <p:cNvPr id="10" name="Image 9" descr="Une image contenant texte&#10;&#10;Description générée automatiquement">
            <a:extLst>
              <a:ext uri="{FF2B5EF4-FFF2-40B4-BE49-F238E27FC236}">
                <a16:creationId xmlns:a16="http://schemas.microsoft.com/office/drawing/2014/main" id="{FFF05F43-54FB-7A5E-BA0E-529285AA831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399254">
            <a:off x="7945660" y="678318"/>
            <a:ext cx="2005765" cy="280587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4ED6408-B7CC-80B9-0825-D77D48723F4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99366">
            <a:off x="9844065" y="506327"/>
            <a:ext cx="2005766" cy="2805880"/>
          </a:xfrm>
          <a:prstGeom prst="rect">
            <a:avLst/>
          </a:prstGeom>
        </p:spPr>
      </p:pic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B58B3E12-961D-3A4E-9E7A-59601A74EF2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3931" y="3047062"/>
            <a:ext cx="2005766" cy="280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97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AB26479-9F2E-8B05-3ECE-9CB44176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Extension V5</a:t>
            </a:r>
            <a:br>
              <a:rPr lang="fr-FR" dirty="0"/>
            </a:br>
            <a:r>
              <a:rPr lang="fr-FR" dirty="0"/>
              <a:t>Etat des invités : Niveaux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BDA46FD-BDBE-0087-7E29-D9244C83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916"/>
            <a:ext cx="6191865" cy="5041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Sur chacune des dimensions qui caractérise l’état des invités, on peut trouver une infinité de nuances. Afin de rendre les cartes utilisables et pratiques, les 3 dimensions sont déclinées en 5 niveaux. 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dirty="0"/>
              <a:t>Il est libre à chacun au cours de son design de qualifier à partir de quand est-ce qu’il considère qu’un niveau donné est atteint ou non.</a:t>
            </a:r>
          </a:p>
        </p:txBody>
      </p:sp>
      <p:graphicFrame>
        <p:nvGraphicFramePr>
          <p:cNvPr id="2" name="Tableau 6">
            <a:extLst>
              <a:ext uri="{FF2B5EF4-FFF2-40B4-BE49-F238E27FC236}">
                <a16:creationId xmlns:a16="http://schemas.microsoft.com/office/drawing/2014/main" id="{466ACDDC-6251-588F-7C39-7AB7B10A1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661069"/>
              </p:ext>
            </p:extLst>
          </p:nvPr>
        </p:nvGraphicFramePr>
        <p:xfrm>
          <a:off x="1021805" y="2920138"/>
          <a:ext cx="5544456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48152">
                  <a:extLst>
                    <a:ext uri="{9D8B030D-6E8A-4147-A177-3AD203B41FA5}">
                      <a16:colId xmlns:a16="http://schemas.microsoft.com/office/drawing/2014/main" val="3559600096"/>
                    </a:ext>
                  </a:extLst>
                </a:gridCol>
                <a:gridCol w="726683">
                  <a:extLst>
                    <a:ext uri="{9D8B030D-6E8A-4147-A177-3AD203B41FA5}">
                      <a16:colId xmlns:a16="http://schemas.microsoft.com/office/drawing/2014/main" val="246700349"/>
                    </a:ext>
                  </a:extLst>
                </a:gridCol>
                <a:gridCol w="2969621">
                  <a:extLst>
                    <a:ext uri="{9D8B030D-6E8A-4147-A177-3AD203B41FA5}">
                      <a16:colId xmlns:a16="http://schemas.microsoft.com/office/drawing/2014/main" val="4073222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/>
                        <a:t>Au 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Les invités sont à un très haut niveau de forme, suffisamment pour être distingué d’un simple « en forme 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13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/>
                        <a:t>En forme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Les invités sont en forme, donc un peu mieux que neutre, mais pas à leur top non plus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54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/>
                        <a:t>Disponible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Neutre, Ni positif, ni négatif, habituel ou sans rien remarquer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90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/>
                        <a:t>Fatigué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Les invités sont fatigués, donc à un niveau plus faible que neutre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47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/>
                        <a:t>Epuisé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Les invités sont épuisés, donc à un niveau bien plus faible que neutre et plus faible que fatigué.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699825"/>
                  </a:ext>
                </a:extLst>
              </a:tr>
            </a:tbl>
          </a:graphicData>
        </a:graphic>
      </p:graphicFrame>
      <p:grpSp>
        <p:nvGrpSpPr>
          <p:cNvPr id="18" name="Groupe 17">
            <a:extLst>
              <a:ext uri="{FF2B5EF4-FFF2-40B4-BE49-F238E27FC236}">
                <a16:creationId xmlns:a16="http://schemas.microsoft.com/office/drawing/2014/main" id="{F944A4AE-1D41-85D2-8232-E66B7965E1DF}"/>
              </a:ext>
            </a:extLst>
          </p:cNvPr>
          <p:cNvGrpSpPr/>
          <p:nvPr/>
        </p:nvGrpSpPr>
        <p:grpSpPr>
          <a:xfrm>
            <a:off x="7318141" y="208778"/>
            <a:ext cx="4035659" cy="6440443"/>
            <a:chOff x="6835541" y="510404"/>
            <a:chExt cx="3748688" cy="5982471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C85414C-FC2C-B40E-EEDF-D248E082C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5541" y="510404"/>
              <a:ext cx="1333550" cy="1865512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B5B9A1F1-DDDD-B7B0-AB14-1CFA59FA8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5166" y="1661019"/>
              <a:ext cx="1333550" cy="1865512"/>
            </a:xfrm>
            <a:prstGeom prst="rect">
              <a:avLst/>
            </a:prstGeom>
          </p:spPr>
        </p:pic>
        <p:pic>
          <p:nvPicPr>
            <p:cNvPr id="13" name="Image 12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509798BC-9286-BA96-BEF8-377420F40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50679" y="3016423"/>
              <a:ext cx="1333550" cy="1865512"/>
            </a:xfrm>
            <a:prstGeom prst="rect">
              <a:avLst/>
            </a:prstGeom>
          </p:spPr>
        </p:pic>
        <p:pic>
          <p:nvPicPr>
            <p:cNvPr id="15" name="Image 14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54DC2AB8-BF7D-8829-0175-8DE548A77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0372" y="3942135"/>
              <a:ext cx="1333550" cy="1865512"/>
            </a:xfrm>
            <a:prstGeom prst="rect">
              <a:avLst/>
            </a:prstGeom>
          </p:spPr>
        </p:pic>
        <p:pic>
          <p:nvPicPr>
            <p:cNvPr id="17" name="Image 16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DF43C313-768E-5F0F-3E65-475A13A55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0065" y="4627363"/>
              <a:ext cx="1333550" cy="18655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6424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AB26479-9F2E-8B05-3ECE-9CB44176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15100" cy="1325563"/>
          </a:xfrm>
        </p:spPr>
        <p:txBody>
          <a:bodyPr/>
          <a:lstStyle/>
          <a:p>
            <a:r>
              <a:rPr lang="fr-FR" dirty="0"/>
              <a:t>Extension V5</a:t>
            </a:r>
            <a:br>
              <a:rPr lang="fr-FR" dirty="0"/>
            </a:br>
            <a:r>
              <a:rPr lang="fr-FR" dirty="0"/>
              <a:t>Etat des invités : Utilisation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BDA46FD-BDBE-0087-7E29-D9244C83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917"/>
            <a:ext cx="6191865" cy="4675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Il est libre à chaque équipe de conception de poser le sens qu’elle veut derrière chacune des dimensions et des niveaux, tant que les Workshop Design Cards aident à établir un vocabulaire commun, prendre conscience de certains paramètres et mieux concevoir l’atelier.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dirty="0"/>
              <a:t> Contrairement aux éléments des autres éléments, les cartes de l’extension « Etat des invités » sont insérées « entre les étapes » plutôt qu’à chaque étape. 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dirty="0"/>
              <a:t>Cela correspond à qualifier l’état des invités avant le début de chaque étape de l’atelier et après.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FD3E3B-5CC4-84D2-11DC-2D53F5C5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962" y="1816917"/>
            <a:ext cx="4543532" cy="303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550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888C5F-86F6-AE85-E5EF-292BCC53B6A7}"/>
              </a:ext>
            </a:extLst>
          </p:cNvPr>
          <p:cNvSpPr/>
          <p:nvPr/>
        </p:nvSpPr>
        <p:spPr>
          <a:xfrm>
            <a:off x="177863" y="161108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0683AA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A936B-C306-2560-8CD8-140D8674762A}"/>
              </a:ext>
            </a:extLst>
          </p:cNvPr>
          <p:cNvSpPr/>
          <p:nvPr/>
        </p:nvSpPr>
        <p:spPr>
          <a:xfrm>
            <a:off x="177863" y="3475770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0683AA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8BA1A-4663-C941-67DB-75D7AA3E77D2}"/>
              </a:ext>
            </a:extLst>
          </p:cNvPr>
          <p:cNvSpPr/>
          <p:nvPr/>
        </p:nvSpPr>
        <p:spPr>
          <a:xfrm>
            <a:off x="4221149" y="161108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0683AA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AAFD-8CA1-826E-3247-6CF248E4FAEE}"/>
              </a:ext>
            </a:extLst>
          </p:cNvPr>
          <p:cNvSpPr/>
          <p:nvPr/>
        </p:nvSpPr>
        <p:spPr>
          <a:xfrm>
            <a:off x="4221149" y="3475770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0683AA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A5F220-0370-67E5-8505-D4C103CE9EDF}"/>
              </a:ext>
            </a:extLst>
          </p:cNvPr>
          <p:cNvSpPr/>
          <p:nvPr/>
        </p:nvSpPr>
        <p:spPr>
          <a:xfrm>
            <a:off x="8264435" y="161108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0683AA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D0ADE8-3BCC-52D3-E236-CA7AAE4EBBBA}"/>
              </a:ext>
            </a:extLst>
          </p:cNvPr>
          <p:cNvSpPr/>
          <p:nvPr/>
        </p:nvSpPr>
        <p:spPr>
          <a:xfrm>
            <a:off x="8264435" y="3475770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rgbClr val="0683AA"/>
              </a:solidFill>
            </a:endParaRPr>
          </a:p>
        </p:txBody>
      </p:sp>
      <p:pic>
        <p:nvPicPr>
          <p:cNvPr id="19" name="Graphique 18" descr="Cerveau avec un remplissage uni">
            <a:extLst>
              <a:ext uri="{FF2B5EF4-FFF2-40B4-BE49-F238E27FC236}">
                <a16:creationId xmlns:a16="http://schemas.microsoft.com/office/drawing/2014/main" id="{AC3C5C82-E466-A50B-7982-3C2DD55AF6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1978"/>
          <a:stretch/>
        </p:blipFill>
        <p:spPr>
          <a:xfrm flipH="1">
            <a:off x="1989213" y="405308"/>
            <a:ext cx="459293" cy="756604"/>
          </a:xfrm>
          <a:prstGeom prst="rect">
            <a:avLst/>
          </a:prstGeom>
        </p:spPr>
      </p:pic>
      <p:pic>
        <p:nvPicPr>
          <p:cNvPr id="31" name="Graphique 30" descr="Cerveau avec un remplissage uni">
            <a:extLst>
              <a:ext uri="{FF2B5EF4-FFF2-40B4-BE49-F238E27FC236}">
                <a16:creationId xmlns:a16="http://schemas.microsoft.com/office/drawing/2014/main" id="{52EDAB64-485E-048B-BCCE-5FEDB6544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878016" y="405308"/>
            <a:ext cx="791586" cy="756604"/>
          </a:xfrm>
          <a:prstGeom prst="rect">
            <a:avLst/>
          </a:prstGeom>
        </p:spPr>
      </p:pic>
      <p:pic>
        <p:nvPicPr>
          <p:cNvPr id="32" name="Graphique 31" descr="Cerveau avec un remplissage uni">
            <a:extLst>
              <a:ext uri="{FF2B5EF4-FFF2-40B4-BE49-F238E27FC236}">
                <a16:creationId xmlns:a16="http://schemas.microsoft.com/office/drawing/2014/main" id="{40F8D726-FE23-4ED0-F22F-90D5364D7C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51167" y="405308"/>
            <a:ext cx="791586" cy="756604"/>
          </a:xfrm>
          <a:prstGeom prst="rect">
            <a:avLst/>
          </a:prstGeom>
        </p:spPr>
      </p:pic>
      <p:pic>
        <p:nvPicPr>
          <p:cNvPr id="33" name="Graphique 32" descr="Cerveau avec un remplissage uni">
            <a:extLst>
              <a:ext uri="{FF2B5EF4-FFF2-40B4-BE49-F238E27FC236}">
                <a16:creationId xmlns:a16="http://schemas.microsoft.com/office/drawing/2014/main" id="{79B7FF5F-368E-6AB7-BA34-C1450E31DA0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1446"/>
          <a:stretch/>
        </p:blipFill>
        <p:spPr>
          <a:xfrm flipH="1">
            <a:off x="1604864" y="405308"/>
            <a:ext cx="384349" cy="756604"/>
          </a:xfrm>
          <a:prstGeom prst="rect">
            <a:avLst/>
          </a:prstGeom>
        </p:spPr>
      </p:pic>
      <p:pic>
        <p:nvPicPr>
          <p:cNvPr id="34" name="Graphique 33" descr="Cerveau avec un remplissage uni">
            <a:extLst>
              <a:ext uri="{FF2B5EF4-FFF2-40B4-BE49-F238E27FC236}">
                <a16:creationId xmlns:a16="http://schemas.microsoft.com/office/drawing/2014/main" id="{251D1E12-087B-FB29-24FA-0C9233F50EE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1978"/>
          <a:stretch/>
        </p:blipFill>
        <p:spPr>
          <a:xfrm flipH="1">
            <a:off x="2015909" y="3782554"/>
            <a:ext cx="459293" cy="756604"/>
          </a:xfrm>
          <a:prstGeom prst="rect">
            <a:avLst/>
          </a:prstGeom>
        </p:spPr>
      </p:pic>
      <p:pic>
        <p:nvPicPr>
          <p:cNvPr id="35" name="Graphique 34" descr="Cerveau avec un remplissage uni">
            <a:extLst>
              <a:ext uri="{FF2B5EF4-FFF2-40B4-BE49-F238E27FC236}">
                <a16:creationId xmlns:a16="http://schemas.microsoft.com/office/drawing/2014/main" id="{E527039F-3CDC-C9C4-F4AE-90D7A27A5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436494" y="3782554"/>
            <a:ext cx="791586" cy="756604"/>
          </a:xfrm>
          <a:prstGeom prst="rect">
            <a:avLst/>
          </a:prstGeom>
        </p:spPr>
      </p:pic>
      <p:pic>
        <p:nvPicPr>
          <p:cNvPr id="39" name="Graphique 38" descr="Cerveau avec un remplissage uni">
            <a:extLst>
              <a:ext uri="{FF2B5EF4-FFF2-40B4-BE49-F238E27FC236}">
                <a16:creationId xmlns:a16="http://schemas.microsoft.com/office/drawing/2014/main" id="{902C2067-4273-1A0E-34FF-87DA51E89D4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1446"/>
          <a:stretch/>
        </p:blipFill>
        <p:spPr>
          <a:xfrm flipH="1">
            <a:off x="1631560" y="3782554"/>
            <a:ext cx="384349" cy="756604"/>
          </a:xfrm>
          <a:prstGeom prst="rect">
            <a:avLst/>
          </a:prstGeom>
        </p:spPr>
      </p:pic>
      <p:pic>
        <p:nvPicPr>
          <p:cNvPr id="40" name="Graphique 39" descr="Cerveau avec un remplissage uni">
            <a:extLst>
              <a:ext uri="{FF2B5EF4-FFF2-40B4-BE49-F238E27FC236}">
                <a16:creationId xmlns:a16="http://schemas.microsoft.com/office/drawing/2014/main" id="{1E5FF2DB-57CB-6DEA-7203-14BF6B386B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1978"/>
          <a:stretch/>
        </p:blipFill>
        <p:spPr>
          <a:xfrm flipH="1">
            <a:off x="6059194" y="405308"/>
            <a:ext cx="459293" cy="756604"/>
          </a:xfrm>
          <a:prstGeom prst="rect">
            <a:avLst/>
          </a:prstGeom>
        </p:spPr>
      </p:pic>
      <p:pic>
        <p:nvPicPr>
          <p:cNvPr id="43" name="Graphique 42" descr="Cerveau avec un remplissage uni">
            <a:extLst>
              <a:ext uri="{FF2B5EF4-FFF2-40B4-BE49-F238E27FC236}">
                <a16:creationId xmlns:a16="http://schemas.microsoft.com/office/drawing/2014/main" id="{923075CA-D480-FB73-0C8B-F14BAF84ED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4974025" y="405308"/>
            <a:ext cx="791586" cy="756604"/>
          </a:xfrm>
          <a:prstGeom prst="rect">
            <a:avLst/>
          </a:prstGeom>
        </p:spPr>
      </p:pic>
      <p:pic>
        <p:nvPicPr>
          <p:cNvPr id="45" name="Graphique 44" descr="Cerveau avec un remplissage uni">
            <a:extLst>
              <a:ext uri="{FF2B5EF4-FFF2-40B4-BE49-F238E27FC236}">
                <a16:creationId xmlns:a16="http://schemas.microsoft.com/office/drawing/2014/main" id="{3BDF26DB-09FB-388B-0019-317952ED1E1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1446"/>
          <a:stretch/>
        </p:blipFill>
        <p:spPr>
          <a:xfrm flipH="1">
            <a:off x="5674845" y="405308"/>
            <a:ext cx="384349" cy="756604"/>
          </a:xfrm>
          <a:prstGeom prst="rect">
            <a:avLst/>
          </a:prstGeom>
        </p:spPr>
      </p:pic>
      <p:pic>
        <p:nvPicPr>
          <p:cNvPr id="46" name="Graphique 45" descr="Cerveau avec un remplissage uni">
            <a:extLst>
              <a:ext uri="{FF2B5EF4-FFF2-40B4-BE49-F238E27FC236}">
                <a16:creationId xmlns:a16="http://schemas.microsoft.com/office/drawing/2014/main" id="{55C1AD47-4993-E8B0-A584-BFD17BB57B8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1978"/>
          <a:stretch/>
        </p:blipFill>
        <p:spPr>
          <a:xfrm flipH="1">
            <a:off x="6085890" y="3782554"/>
            <a:ext cx="459293" cy="756604"/>
          </a:xfrm>
          <a:prstGeom prst="rect">
            <a:avLst/>
          </a:prstGeom>
        </p:spPr>
      </p:pic>
      <p:pic>
        <p:nvPicPr>
          <p:cNvPr id="47" name="Graphique 46" descr="Cerveau avec un remplissage uni">
            <a:extLst>
              <a:ext uri="{FF2B5EF4-FFF2-40B4-BE49-F238E27FC236}">
                <a16:creationId xmlns:a16="http://schemas.microsoft.com/office/drawing/2014/main" id="{20C830E8-313B-4291-CBF1-4D77E7580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456210" y="3776731"/>
            <a:ext cx="791586" cy="756604"/>
          </a:xfrm>
          <a:prstGeom prst="rect">
            <a:avLst/>
          </a:prstGeom>
        </p:spPr>
      </p:pic>
      <p:pic>
        <p:nvPicPr>
          <p:cNvPr id="48" name="Graphique 47" descr="Cerveau avec un remplissage uni">
            <a:extLst>
              <a:ext uri="{FF2B5EF4-FFF2-40B4-BE49-F238E27FC236}">
                <a16:creationId xmlns:a16="http://schemas.microsoft.com/office/drawing/2014/main" id="{13316D94-1045-789D-72FA-F7D86889E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179670" y="3782554"/>
            <a:ext cx="791586" cy="756604"/>
          </a:xfrm>
          <a:prstGeom prst="rect">
            <a:avLst/>
          </a:prstGeom>
        </p:spPr>
      </p:pic>
      <p:pic>
        <p:nvPicPr>
          <p:cNvPr id="51" name="Graphique 50" descr="Cerveau avec un remplissage uni">
            <a:extLst>
              <a:ext uri="{FF2B5EF4-FFF2-40B4-BE49-F238E27FC236}">
                <a16:creationId xmlns:a16="http://schemas.microsoft.com/office/drawing/2014/main" id="{9C9F1828-C948-3343-F7DE-356B1BAA25B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1446"/>
          <a:stretch/>
        </p:blipFill>
        <p:spPr>
          <a:xfrm flipH="1">
            <a:off x="5701541" y="3782554"/>
            <a:ext cx="384349" cy="756604"/>
          </a:xfrm>
          <a:prstGeom prst="rect">
            <a:avLst/>
          </a:prstGeom>
        </p:spPr>
      </p:pic>
      <p:pic>
        <p:nvPicPr>
          <p:cNvPr id="52" name="Graphique 51" descr="Cerveau avec un remplissage uni">
            <a:extLst>
              <a:ext uri="{FF2B5EF4-FFF2-40B4-BE49-F238E27FC236}">
                <a16:creationId xmlns:a16="http://schemas.microsoft.com/office/drawing/2014/main" id="{4789353B-CCE6-F98A-3349-90F7BAA379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1978"/>
          <a:stretch/>
        </p:blipFill>
        <p:spPr>
          <a:xfrm flipH="1">
            <a:off x="10069080" y="405308"/>
            <a:ext cx="459293" cy="756604"/>
          </a:xfrm>
          <a:prstGeom prst="rect">
            <a:avLst/>
          </a:prstGeom>
        </p:spPr>
      </p:pic>
      <p:pic>
        <p:nvPicPr>
          <p:cNvPr id="526" name="Graphique 525" descr="Cerveau avec un remplissage uni">
            <a:extLst>
              <a:ext uri="{FF2B5EF4-FFF2-40B4-BE49-F238E27FC236}">
                <a16:creationId xmlns:a16="http://schemas.microsoft.com/office/drawing/2014/main" id="{E68D7AD9-6DC8-DAA0-64D1-90E7A406178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1446"/>
          <a:stretch/>
        </p:blipFill>
        <p:spPr>
          <a:xfrm flipH="1">
            <a:off x="9684731" y="405308"/>
            <a:ext cx="384349" cy="756604"/>
          </a:xfrm>
          <a:prstGeom prst="rect">
            <a:avLst/>
          </a:prstGeom>
        </p:spPr>
      </p:pic>
      <p:pic>
        <p:nvPicPr>
          <p:cNvPr id="540" name="Graphique 539" descr="Contour de visage étourdi contour">
            <a:extLst>
              <a:ext uri="{FF2B5EF4-FFF2-40B4-BE49-F238E27FC236}">
                <a16:creationId xmlns:a16="http://schemas.microsoft.com/office/drawing/2014/main" id="{3EE085F5-5913-B98C-AAE3-D0935FF7AE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9345" y="1157774"/>
            <a:ext cx="2138039" cy="2138039"/>
          </a:xfrm>
          <a:prstGeom prst="rect">
            <a:avLst/>
          </a:prstGeom>
        </p:spPr>
      </p:pic>
      <p:pic>
        <p:nvPicPr>
          <p:cNvPr id="542" name="Graphique 541" descr="Contour de visage souriant contour">
            <a:extLst>
              <a:ext uri="{FF2B5EF4-FFF2-40B4-BE49-F238E27FC236}">
                <a16:creationId xmlns:a16="http://schemas.microsoft.com/office/drawing/2014/main" id="{093655E6-1E98-9C09-5F8A-E193F8824C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00060" y="1127722"/>
            <a:ext cx="2138039" cy="2138039"/>
          </a:xfrm>
          <a:prstGeom prst="rect">
            <a:avLst/>
          </a:prstGeom>
        </p:spPr>
      </p:pic>
      <p:pic>
        <p:nvPicPr>
          <p:cNvPr id="566" name="Graphique 565" descr="Contour de visage avec le tournis contour">
            <a:extLst>
              <a:ext uri="{FF2B5EF4-FFF2-40B4-BE49-F238E27FC236}">
                <a16:creationId xmlns:a16="http://schemas.microsoft.com/office/drawing/2014/main" id="{3C404741-47DF-FFB2-2843-FADB6E09A7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0238" y="1171759"/>
            <a:ext cx="2138039" cy="2138039"/>
          </a:xfrm>
          <a:prstGeom prst="rect">
            <a:avLst/>
          </a:prstGeom>
        </p:spPr>
      </p:pic>
      <p:pic>
        <p:nvPicPr>
          <p:cNvPr id="568" name="Graphique 567" descr="Clin d’œil contour de visage contour">
            <a:extLst>
              <a:ext uri="{FF2B5EF4-FFF2-40B4-BE49-F238E27FC236}">
                <a16:creationId xmlns:a16="http://schemas.microsoft.com/office/drawing/2014/main" id="{08DAB685-139E-3261-70CD-05C004AA367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0193" y="4549005"/>
            <a:ext cx="2138039" cy="2138039"/>
          </a:xfrm>
          <a:prstGeom prst="rect">
            <a:avLst/>
          </a:prstGeom>
        </p:spPr>
      </p:pic>
      <p:pic>
        <p:nvPicPr>
          <p:cNvPr id="570" name="Graphique 569" descr="Contour de visage lunettes de soleil avec un remplissage uni">
            <a:extLst>
              <a:ext uri="{FF2B5EF4-FFF2-40B4-BE49-F238E27FC236}">
                <a16:creationId xmlns:a16="http://schemas.microsoft.com/office/drawing/2014/main" id="{69E66BD3-3FC9-9EE4-3976-0EE7CC89B6B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90174" y="4539158"/>
            <a:ext cx="2138039" cy="2138039"/>
          </a:xfrm>
          <a:prstGeom prst="rect">
            <a:avLst/>
          </a:prstGeom>
        </p:spPr>
      </p:pic>
      <p:pic>
        <p:nvPicPr>
          <p:cNvPr id="571" name="Graphique 570" descr="Cerveau avec un remplissage uni">
            <a:extLst>
              <a:ext uri="{FF2B5EF4-FFF2-40B4-BE49-F238E27FC236}">
                <a16:creationId xmlns:a16="http://schemas.microsoft.com/office/drawing/2014/main" id="{1A7143DF-11A4-500D-7C69-64758E8FC88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1978"/>
          <a:stretch/>
        </p:blipFill>
        <p:spPr>
          <a:xfrm flipH="1">
            <a:off x="10075215" y="3792401"/>
            <a:ext cx="459293" cy="756604"/>
          </a:xfrm>
          <a:prstGeom prst="rect">
            <a:avLst/>
          </a:prstGeom>
        </p:spPr>
      </p:pic>
      <p:pic>
        <p:nvPicPr>
          <p:cNvPr id="573" name="Graphique 572" descr="Cerveau avec un remplissage uni">
            <a:extLst>
              <a:ext uri="{FF2B5EF4-FFF2-40B4-BE49-F238E27FC236}">
                <a16:creationId xmlns:a16="http://schemas.microsoft.com/office/drawing/2014/main" id="{810D794D-0BD4-85C0-7877-12C7FFFC0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495800" y="3792401"/>
            <a:ext cx="791586" cy="756604"/>
          </a:xfrm>
          <a:prstGeom prst="rect">
            <a:avLst/>
          </a:prstGeom>
        </p:spPr>
      </p:pic>
      <p:pic>
        <p:nvPicPr>
          <p:cNvPr id="574" name="Graphique 573" descr="Cerveau avec un remplissage uni">
            <a:extLst>
              <a:ext uri="{FF2B5EF4-FFF2-40B4-BE49-F238E27FC236}">
                <a16:creationId xmlns:a16="http://schemas.microsoft.com/office/drawing/2014/main" id="{E1349F68-8A28-D559-0644-431EAE160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1203197" y="3792401"/>
            <a:ext cx="791586" cy="756604"/>
          </a:xfrm>
          <a:prstGeom prst="rect">
            <a:avLst/>
          </a:prstGeom>
        </p:spPr>
      </p:pic>
      <p:pic>
        <p:nvPicPr>
          <p:cNvPr id="575" name="Graphique 574" descr="Cerveau avec un remplissage uni">
            <a:extLst>
              <a:ext uri="{FF2B5EF4-FFF2-40B4-BE49-F238E27FC236}">
                <a16:creationId xmlns:a16="http://schemas.microsoft.com/office/drawing/2014/main" id="{73110963-E1C5-0D83-5A7A-AD2C8C63C6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8990046" y="3792401"/>
            <a:ext cx="791586" cy="756604"/>
          </a:xfrm>
          <a:prstGeom prst="rect">
            <a:avLst/>
          </a:prstGeom>
        </p:spPr>
      </p:pic>
      <p:pic>
        <p:nvPicPr>
          <p:cNvPr id="576" name="Graphique 575" descr="Cerveau avec un remplissage uni">
            <a:extLst>
              <a:ext uri="{FF2B5EF4-FFF2-40B4-BE49-F238E27FC236}">
                <a16:creationId xmlns:a16="http://schemas.microsoft.com/office/drawing/2014/main" id="{650C6CBB-7157-3954-9FAD-4DB0BC05C0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8237169" y="3792401"/>
            <a:ext cx="791586" cy="756604"/>
          </a:xfrm>
          <a:prstGeom prst="rect">
            <a:avLst/>
          </a:prstGeom>
        </p:spPr>
      </p:pic>
      <p:pic>
        <p:nvPicPr>
          <p:cNvPr id="577" name="Graphique 576" descr="Cerveau avec un remplissage uni">
            <a:extLst>
              <a:ext uri="{FF2B5EF4-FFF2-40B4-BE49-F238E27FC236}">
                <a16:creationId xmlns:a16="http://schemas.microsoft.com/office/drawing/2014/main" id="{570080DB-643F-9B23-8654-CDFE30F1565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1446"/>
          <a:stretch/>
        </p:blipFill>
        <p:spPr>
          <a:xfrm flipH="1">
            <a:off x="9690866" y="3792401"/>
            <a:ext cx="384349" cy="75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689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888C5F-86F6-AE85-E5EF-292BCC53B6A7}"/>
              </a:ext>
            </a:extLst>
          </p:cNvPr>
          <p:cNvSpPr/>
          <p:nvPr/>
        </p:nvSpPr>
        <p:spPr>
          <a:xfrm>
            <a:off x="177863" y="161108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ED7D3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A936B-C306-2560-8CD8-140D8674762A}"/>
              </a:ext>
            </a:extLst>
          </p:cNvPr>
          <p:cNvSpPr/>
          <p:nvPr/>
        </p:nvSpPr>
        <p:spPr>
          <a:xfrm>
            <a:off x="177863" y="3475770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ED7D3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8BA1A-4663-C941-67DB-75D7AA3E77D2}"/>
              </a:ext>
            </a:extLst>
          </p:cNvPr>
          <p:cNvSpPr/>
          <p:nvPr/>
        </p:nvSpPr>
        <p:spPr>
          <a:xfrm>
            <a:off x="4221149" y="161108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ED7D3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AAFD-8CA1-826E-3247-6CF248E4FAEE}"/>
              </a:ext>
            </a:extLst>
          </p:cNvPr>
          <p:cNvSpPr/>
          <p:nvPr/>
        </p:nvSpPr>
        <p:spPr>
          <a:xfrm>
            <a:off x="4221149" y="3475770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ED7D3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A5F220-0370-67E5-8505-D4C103CE9EDF}"/>
              </a:ext>
            </a:extLst>
          </p:cNvPr>
          <p:cNvSpPr/>
          <p:nvPr/>
        </p:nvSpPr>
        <p:spPr>
          <a:xfrm>
            <a:off x="8264435" y="161108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rgbClr val="ED7D3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D0ADE8-3BCC-52D3-E236-CA7AAE4EBBBA}"/>
              </a:ext>
            </a:extLst>
          </p:cNvPr>
          <p:cNvSpPr/>
          <p:nvPr/>
        </p:nvSpPr>
        <p:spPr>
          <a:xfrm>
            <a:off x="8264435" y="3475770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>
              <a:solidFill>
                <a:srgbClr val="ED7D31"/>
              </a:solidFill>
            </a:endParaRPr>
          </a:p>
        </p:txBody>
      </p:sp>
      <p:pic>
        <p:nvPicPr>
          <p:cNvPr id="4" name="Graphique 3" descr="Cœur avec un remplissage uni">
            <a:extLst>
              <a:ext uri="{FF2B5EF4-FFF2-40B4-BE49-F238E27FC236}">
                <a16:creationId xmlns:a16="http://schemas.microsoft.com/office/drawing/2014/main" id="{5214F711-1EEF-3851-07B8-BDB99429FB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9364" t="14958" r="11025" b="11281"/>
          <a:stretch/>
        </p:blipFill>
        <p:spPr>
          <a:xfrm>
            <a:off x="2014537" y="467716"/>
            <a:ext cx="352411" cy="656234"/>
          </a:xfrm>
          <a:prstGeom prst="rect">
            <a:avLst/>
          </a:prstGeom>
        </p:spPr>
      </p:pic>
      <p:pic>
        <p:nvPicPr>
          <p:cNvPr id="13" name="Graphique 12" descr="Cœur brisé contour">
            <a:extLst>
              <a:ext uri="{FF2B5EF4-FFF2-40B4-BE49-F238E27FC236}">
                <a16:creationId xmlns:a16="http://schemas.microsoft.com/office/drawing/2014/main" id="{6818D068-3D25-6CCC-401C-43A3BC214E5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8" r="11680"/>
          <a:stretch/>
        </p:blipFill>
        <p:spPr>
          <a:xfrm>
            <a:off x="922366" y="338633"/>
            <a:ext cx="693503" cy="914400"/>
          </a:xfrm>
          <a:prstGeom prst="rect">
            <a:avLst/>
          </a:prstGeom>
        </p:spPr>
      </p:pic>
      <p:pic>
        <p:nvPicPr>
          <p:cNvPr id="16" name="Graphique 15" descr="Cœur brisé contour">
            <a:extLst>
              <a:ext uri="{FF2B5EF4-FFF2-40B4-BE49-F238E27FC236}">
                <a16:creationId xmlns:a16="http://schemas.microsoft.com/office/drawing/2014/main" id="{1330E0AB-59E0-B707-9C4B-0FDE75EB157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8" r="11680"/>
          <a:stretch/>
        </p:blipFill>
        <p:spPr>
          <a:xfrm>
            <a:off x="176778" y="338633"/>
            <a:ext cx="693503" cy="914400"/>
          </a:xfrm>
          <a:prstGeom prst="rect">
            <a:avLst/>
          </a:prstGeom>
        </p:spPr>
      </p:pic>
      <p:pic>
        <p:nvPicPr>
          <p:cNvPr id="19" name="Graphique 18" descr="Cœur brisé contour">
            <a:extLst>
              <a:ext uri="{FF2B5EF4-FFF2-40B4-BE49-F238E27FC236}">
                <a16:creationId xmlns:a16="http://schemas.microsoft.com/office/drawing/2014/main" id="{90BE77EC-F32C-B7C8-CB22-8378DC37386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7" r="48983"/>
          <a:stretch/>
        </p:blipFill>
        <p:spPr>
          <a:xfrm>
            <a:off x="1661583" y="338633"/>
            <a:ext cx="352411" cy="914400"/>
          </a:xfrm>
          <a:prstGeom prst="rect">
            <a:avLst/>
          </a:prstGeom>
        </p:spPr>
      </p:pic>
      <p:pic>
        <p:nvPicPr>
          <p:cNvPr id="20" name="Graphique 19" descr="Cœur avec un remplissage uni">
            <a:extLst>
              <a:ext uri="{FF2B5EF4-FFF2-40B4-BE49-F238E27FC236}">
                <a16:creationId xmlns:a16="http://schemas.microsoft.com/office/drawing/2014/main" id="{38772736-2CB5-72B9-A31C-5251A975D6E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9364" t="14958" r="11025" b="11281"/>
          <a:stretch/>
        </p:blipFill>
        <p:spPr>
          <a:xfrm>
            <a:off x="6103537" y="467716"/>
            <a:ext cx="352411" cy="656234"/>
          </a:xfrm>
          <a:prstGeom prst="rect">
            <a:avLst/>
          </a:prstGeom>
        </p:spPr>
      </p:pic>
      <p:pic>
        <p:nvPicPr>
          <p:cNvPr id="23" name="Graphique 22" descr="Cœur brisé contour">
            <a:extLst>
              <a:ext uri="{FF2B5EF4-FFF2-40B4-BE49-F238E27FC236}">
                <a16:creationId xmlns:a16="http://schemas.microsoft.com/office/drawing/2014/main" id="{1600F0B4-86FC-1A1F-919C-A4BF354D2E3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8" r="11680"/>
          <a:stretch/>
        </p:blipFill>
        <p:spPr>
          <a:xfrm>
            <a:off x="5011366" y="338633"/>
            <a:ext cx="693503" cy="914400"/>
          </a:xfrm>
          <a:prstGeom prst="rect">
            <a:avLst/>
          </a:prstGeom>
        </p:spPr>
      </p:pic>
      <p:pic>
        <p:nvPicPr>
          <p:cNvPr id="25" name="Graphique 24" descr="Cœur brisé contour">
            <a:extLst>
              <a:ext uri="{FF2B5EF4-FFF2-40B4-BE49-F238E27FC236}">
                <a16:creationId xmlns:a16="http://schemas.microsoft.com/office/drawing/2014/main" id="{06317F9D-21D6-6215-B228-F3592ACD8B0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7" r="48983"/>
          <a:stretch/>
        </p:blipFill>
        <p:spPr>
          <a:xfrm>
            <a:off x="5750583" y="338633"/>
            <a:ext cx="352411" cy="914400"/>
          </a:xfrm>
          <a:prstGeom prst="rect">
            <a:avLst/>
          </a:prstGeom>
        </p:spPr>
      </p:pic>
      <p:pic>
        <p:nvPicPr>
          <p:cNvPr id="26" name="Graphique 25" descr="Cœur avec un remplissage uni">
            <a:extLst>
              <a:ext uri="{FF2B5EF4-FFF2-40B4-BE49-F238E27FC236}">
                <a16:creationId xmlns:a16="http://schemas.microsoft.com/office/drawing/2014/main" id="{B137074E-03CA-8EA7-23F4-7E90D4AC818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9364" t="14958" r="11025" b="11281"/>
          <a:stretch/>
        </p:blipFill>
        <p:spPr>
          <a:xfrm>
            <a:off x="10146823" y="467716"/>
            <a:ext cx="352411" cy="656234"/>
          </a:xfrm>
          <a:prstGeom prst="rect">
            <a:avLst/>
          </a:prstGeom>
        </p:spPr>
      </p:pic>
      <p:pic>
        <p:nvPicPr>
          <p:cNvPr id="31" name="Graphique 30" descr="Cœur brisé contour">
            <a:extLst>
              <a:ext uri="{FF2B5EF4-FFF2-40B4-BE49-F238E27FC236}">
                <a16:creationId xmlns:a16="http://schemas.microsoft.com/office/drawing/2014/main" id="{F9C16530-9901-2AF4-5273-6BE3209C7FB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7" r="48983"/>
          <a:stretch/>
        </p:blipFill>
        <p:spPr>
          <a:xfrm>
            <a:off x="9793869" y="338633"/>
            <a:ext cx="352411" cy="914400"/>
          </a:xfrm>
          <a:prstGeom prst="rect">
            <a:avLst/>
          </a:prstGeom>
        </p:spPr>
      </p:pic>
      <p:pic>
        <p:nvPicPr>
          <p:cNvPr id="32" name="Graphique 31" descr="Cœur avec un remplissage uni">
            <a:extLst>
              <a:ext uri="{FF2B5EF4-FFF2-40B4-BE49-F238E27FC236}">
                <a16:creationId xmlns:a16="http://schemas.microsoft.com/office/drawing/2014/main" id="{4AE3E6BD-B9A2-E1AF-26B2-8F1369C14E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9364" t="14958" r="11025" b="11281"/>
          <a:stretch/>
        </p:blipFill>
        <p:spPr>
          <a:xfrm>
            <a:off x="2014537" y="3817920"/>
            <a:ext cx="352411" cy="656234"/>
          </a:xfrm>
          <a:prstGeom prst="rect">
            <a:avLst/>
          </a:prstGeom>
        </p:spPr>
      </p:pic>
      <p:pic>
        <p:nvPicPr>
          <p:cNvPr id="33" name="Graphique 32" descr="Cœur avec un remplissage uni">
            <a:extLst>
              <a:ext uri="{FF2B5EF4-FFF2-40B4-BE49-F238E27FC236}">
                <a16:creationId xmlns:a16="http://schemas.microsoft.com/office/drawing/2014/main" id="{2CFF6094-1E7F-12C8-8B3A-8D73794373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025" t="14958" r="11025" b="11281"/>
          <a:stretch/>
        </p:blipFill>
        <p:spPr>
          <a:xfrm>
            <a:off x="2430898" y="3817920"/>
            <a:ext cx="693502" cy="656234"/>
          </a:xfrm>
          <a:prstGeom prst="rect">
            <a:avLst/>
          </a:prstGeom>
        </p:spPr>
      </p:pic>
      <p:pic>
        <p:nvPicPr>
          <p:cNvPr id="37" name="Graphique 36" descr="Cœur brisé contour">
            <a:extLst>
              <a:ext uri="{FF2B5EF4-FFF2-40B4-BE49-F238E27FC236}">
                <a16:creationId xmlns:a16="http://schemas.microsoft.com/office/drawing/2014/main" id="{71A6E410-D0A4-6800-A266-574D1518BDF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7" r="48983"/>
          <a:stretch/>
        </p:blipFill>
        <p:spPr>
          <a:xfrm>
            <a:off x="1661583" y="3688837"/>
            <a:ext cx="352411" cy="914400"/>
          </a:xfrm>
          <a:prstGeom prst="rect">
            <a:avLst/>
          </a:prstGeom>
        </p:spPr>
      </p:pic>
      <p:pic>
        <p:nvPicPr>
          <p:cNvPr id="38" name="Graphique 37" descr="Cœur avec un remplissage uni">
            <a:extLst>
              <a:ext uri="{FF2B5EF4-FFF2-40B4-BE49-F238E27FC236}">
                <a16:creationId xmlns:a16="http://schemas.microsoft.com/office/drawing/2014/main" id="{C0388E30-AC01-3010-5DCA-104F3CAD4B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9364" t="14958" r="11025" b="11281"/>
          <a:stretch/>
        </p:blipFill>
        <p:spPr>
          <a:xfrm>
            <a:off x="6103537" y="3817920"/>
            <a:ext cx="352411" cy="656234"/>
          </a:xfrm>
          <a:prstGeom prst="rect">
            <a:avLst/>
          </a:prstGeom>
        </p:spPr>
      </p:pic>
      <p:pic>
        <p:nvPicPr>
          <p:cNvPr id="39" name="Graphique 38" descr="Cœur avec un remplissage uni">
            <a:extLst>
              <a:ext uri="{FF2B5EF4-FFF2-40B4-BE49-F238E27FC236}">
                <a16:creationId xmlns:a16="http://schemas.microsoft.com/office/drawing/2014/main" id="{17EBA697-0820-7BC8-935D-26CC3EDEB7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025" t="14958" r="11025" b="11281"/>
          <a:stretch/>
        </p:blipFill>
        <p:spPr>
          <a:xfrm>
            <a:off x="6519898" y="3817920"/>
            <a:ext cx="693502" cy="656234"/>
          </a:xfrm>
          <a:prstGeom prst="rect">
            <a:avLst/>
          </a:prstGeom>
        </p:spPr>
      </p:pic>
      <p:pic>
        <p:nvPicPr>
          <p:cNvPr id="40" name="Graphique 39" descr="Cœur avec un remplissage uni">
            <a:extLst>
              <a:ext uri="{FF2B5EF4-FFF2-40B4-BE49-F238E27FC236}">
                <a16:creationId xmlns:a16="http://schemas.microsoft.com/office/drawing/2014/main" id="{D41470F9-BAD5-93AF-9B14-A5A23A7FA4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025" t="14958" r="11025" b="11281"/>
          <a:stretch/>
        </p:blipFill>
        <p:spPr>
          <a:xfrm>
            <a:off x="7277349" y="3817920"/>
            <a:ext cx="693502" cy="656234"/>
          </a:xfrm>
          <a:prstGeom prst="rect">
            <a:avLst/>
          </a:prstGeom>
        </p:spPr>
      </p:pic>
      <p:pic>
        <p:nvPicPr>
          <p:cNvPr id="43" name="Graphique 42" descr="Cœur brisé contour">
            <a:extLst>
              <a:ext uri="{FF2B5EF4-FFF2-40B4-BE49-F238E27FC236}">
                <a16:creationId xmlns:a16="http://schemas.microsoft.com/office/drawing/2014/main" id="{42AEFBD5-3253-F993-5B0B-B6B5546A3B2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7" r="48983"/>
          <a:stretch/>
        </p:blipFill>
        <p:spPr>
          <a:xfrm>
            <a:off x="5750583" y="3688837"/>
            <a:ext cx="352411" cy="914400"/>
          </a:xfrm>
          <a:prstGeom prst="rect">
            <a:avLst/>
          </a:prstGeom>
        </p:spPr>
      </p:pic>
      <p:pic>
        <p:nvPicPr>
          <p:cNvPr id="44" name="Graphique 43" descr="Cœur avec un remplissage uni">
            <a:extLst>
              <a:ext uri="{FF2B5EF4-FFF2-40B4-BE49-F238E27FC236}">
                <a16:creationId xmlns:a16="http://schemas.microsoft.com/office/drawing/2014/main" id="{B4F55005-C841-FD5A-A4AF-AE9FB5D5B87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9364" t="14958" r="11025" b="11281"/>
          <a:stretch/>
        </p:blipFill>
        <p:spPr>
          <a:xfrm>
            <a:off x="10146823" y="3817920"/>
            <a:ext cx="352411" cy="656234"/>
          </a:xfrm>
          <a:prstGeom prst="rect">
            <a:avLst/>
          </a:prstGeom>
        </p:spPr>
      </p:pic>
      <p:pic>
        <p:nvPicPr>
          <p:cNvPr id="45" name="Graphique 44" descr="Cœur avec un remplissage uni">
            <a:extLst>
              <a:ext uri="{FF2B5EF4-FFF2-40B4-BE49-F238E27FC236}">
                <a16:creationId xmlns:a16="http://schemas.microsoft.com/office/drawing/2014/main" id="{565AC5A6-F8E1-B8F4-6B67-9CFC503A62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025" t="14958" r="11025" b="11281"/>
          <a:stretch/>
        </p:blipFill>
        <p:spPr>
          <a:xfrm>
            <a:off x="10563184" y="3817920"/>
            <a:ext cx="693502" cy="656234"/>
          </a:xfrm>
          <a:prstGeom prst="rect">
            <a:avLst/>
          </a:prstGeom>
        </p:spPr>
      </p:pic>
      <p:pic>
        <p:nvPicPr>
          <p:cNvPr id="46" name="Graphique 45" descr="Cœur avec un remplissage uni">
            <a:extLst>
              <a:ext uri="{FF2B5EF4-FFF2-40B4-BE49-F238E27FC236}">
                <a16:creationId xmlns:a16="http://schemas.microsoft.com/office/drawing/2014/main" id="{4E4C471D-E81E-4A40-4EC9-E1D250F5B6D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025" t="14958" r="11025" b="11281"/>
          <a:stretch/>
        </p:blipFill>
        <p:spPr>
          <a:xfrm>
            <a:off x="11320635" y="3817920"/>
            <a:ext cx="693502" cy="656234"/>
          </a:xfrm>
          <a:prstGeom prst="rect">
            <a:avLst/>
          </a:prstGeom>
        </p:spPr>
      </p:pic>
      <p:pic>
        <p:nvPicPr>
          <p:cNvPr id="47" name="Graphique 46" descr="Cœur brisé contour">
            <a:extLst>
              <a:ext uri="{FF2B5EF4-FFF2-40B4-BE49-F238E27FC236}">
                <a16:creationId xmlns:a16="http://schemas.microsoft.com/office/drawing/2014/main" id="{7D387BAB-69AD-B844-FCAB-C716107F9A0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8" r="11680"/>
          <a:stretch/>
        </p:blipFill>
        <p:spPr>
          <a:xfrm>
            <a:off x="9054652" y="3688837"/>
            <a:ext cx="693503" cy="914400"/>
          </a:xfrm>
          <a:prstGeom prst="rect">
            <a:avLst/>
          </a:prstGeom>
        </p:spPr>
      </p:pic>
      <p:pic>
        <p:nvPicPr>
          <p:cNvPr id="48" name="Graphique 47" descr="Cœur brisé contour">
            <a:extLst>
              <a:ext uri="{FF2B5EF4-FFF2-40B4-BE49-F238E27FC236}">
                <a16:creationId xmlns:a16="http://schemas.microsoft.com/office/drawing/2014/main" id="{9014DB24-41EB-381D-DF2D-F675C4EDEEA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8" r="11680"/>
          <a:stretch/>
        </p:blipFill>
        <p:spPr>
          <a:xfrm>
            <a:off x="8309064" y="3688837"/>
            <a:ext cx="693503" cy="914400"/>
          </a:xfrm>
          <a:prstGeom prst="rect">
            <a:avLst/>
          </a:prstGeom>
        </p:spPr>
      </p:pic>
      <p:pic>
        <p:nvPicPr>
          <p:cNvPr id="49" name="Graphique 48" descr="Cœur brisé contour">
            <a:extLst>
              <a:ext uri="{FF2B5EF4-FFF2-40B4-BE49-F238E27FC236}">
                <a16:creationId xmlns:a16="http://schemas.microsoft.com/office/drawing/2014/main" id="{E2A97849-44AB-6640-9EAD-1ADB87E4219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477" r="48983"/>
          <a:stretch/>
        </p:blipFill>
        <p:spPr>
          <a:xfrm>
            <a:off x="9793869" y="3688837"/>
            <a:ext cx="352411" cy="914400"/>
          </a:xfrm>
          <a:prstGeom prst="rect">
            <a:avLst/>
          </a:prstGeom>
        </p:spPr>
      </p:pic>
      <p:pic>
        <p:nvPicPr>
          <p:cNvPr id="50" name="Graphique 49" descr="Contour de visage souriant contour">
            <a:extLst>
              <a:ext uri="{FF2B5EF4-FFF2-40B4-BE49-F238E27FC236}">
                <a16:creationId xmlns:a16="http://schemas.microsoft.com/office/drawing/2014/main" id="{0EDE6E5B-C3D0-FCCE-BEF9-0181FE5CD1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00060" y="1127722"/>
            <a:ext cx="2138039" cy="2138039"/>
          </a:xfrm>
          <a:prstGeom prst="rect">
            <a:avLst/>
          </a:prstGeom>
        </p:spPr>
      </p:pic>
      <p:pic>
        <p:nvPicPr>
          <p:cNvPr id="52" name="Graphique 51" descr="Contour de visage sans expression contour">
            <a:extLst>
              <a:ext uri="{FF2B5EF4-FFF2-40B4-BE49-F238E27FC236}">
                <a16:creationId xmlns:a16="http://schemas.microsoft.com/office/drawing/2014/main" id="{A4D41152-036B-5C1F-78D8-53CD0EAC5F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2366" y="1157942"/>
            <a:ext cx="2177353" cy="2177353"/>
          </a:xfrm>
          <a:prstGeom prst="rect">
            <a:avLst/>
          </a:prstGeom>
        </p:spPr>
      </p:pic>
      <p:pic>
        <p:nvPicPr>
          <p:cNvPr id="54" name="Graphique 53" descr="Contour de visage confus contour">
            <a:extLst>
              <a:ext uri="{FF2B5EF4-FFF2-40B4-BE49-F238E27FC236}">
                <a16:creationId xmlns:a16="http://schemas.microsoft.com/office/drawing/2014/main" id="{3CA35CDF-F8A6-27CC-735B-791935C843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78317" y="1153836"/>
            <a:ext cx="2177353" cy="2177353"/>
          </a:xfrm>
          <a:prstGeom prst="rect">
            <a:avLst/>
          </a:prstGeom>
        </p:spPr>
      </p:pic>
      <p:pic>
        <p:nvPicPr>
          <p:cNvPr id="62" name="Graphique 61" descr="Contour de visage avec grimace avec un remplissage uni">
            <a:extLst>
              <a:ext uri="{FF2B5EF4-FFF2-40B4-BE49-F238E27FC236}">
                <a16:creationId xmlns:a16="http://schemas.microsoft.com/office/drawing/2014/main" id="{AF012D8A-5705-24BD-5A79-96F6A32948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0154" y="4463171"/>
            <a:ext cx="2244703" cy="2244703"/>
          </a:xfrm>
          <a:prstGeom prst="rect">
            <a:avLst/>
          </a:prstGeom>
        </p:spPr>
      </p:pic>
      <p:pic>
        <p:nvPicPr>
          <p:cNvPr id="64" name="Graphique 63" descr="Contour de visage avec étoile avec un remplissage uni">
            <a:extLst>
              <a:ext uri="{FF2B5EF4-FFF2-40B4-BE49-F238E27FC236}">
                <a16:creationId xmlns:a16="http://schemas.microsoft.com/office/drawing/2014/main" id="{DE3EF72D-15ED-77A7-66E2-55DAAD3A36F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50836" y="4463171"/>
            <a:ext cx="2244703" cy="224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666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888C5F-86F6-AE85-E5EF-292BCC53B6A7}"/>
              </a:ext>
            </a:extLst>
          </p:cNvPr>
          <p:cNvSpPr/>
          <p:nvPr/>
        </p:nvSpPr>
        <p:spPr>
          <a:xfrm>
            <a:off x="177863" y="161108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A936B-C306-2560-8CD8-140D8674762A}"/>
              </a:ext>
            </a:extLst>
          </p:cNvPr>
          <p:cNvSpPr/>
          <p:nvPr/>
        </p:nvSpPr>
        <p:spPr>
          <a:xfrm>
            <a:off x="177863" y="3475770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8BA1A-4663-C941-67DB-75D7AA3E77D2}"/>
              </a:ext>
            </a:extLst>
          </p:cNvPr>
          <p:cNvSpPr/>
          <p:nvPr/>
        </p:nvSpPr>
        <p:spPr>
          <a:xfrm>
            <a:off x="4221149" y="161108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3AAFD-8CA1-826E-3247-6CF248E4FAEE}"/>
              </a:ext>
            </a:extLst>
          </p:cNvPr>
          <p:cNvSpPr/>
          <p:nvPr/>
        </p:nvSpPr>
        <p:spPr>
          <a:xfrm>
            <a:off x="4221149" y="3475770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A5F220-0370-67E5-8505-D4C103CE9EDF}"/>
              </a:ext>
            </a:extLst>
          </p:cNvPr>
          <p:cNvSpPr/>
          <p:nvPr/>
        </p:nvSpPr>
        <p:spPr>
          <a:xfrm>
            <a:off x="8264435" y="161108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D0ADE8-3BCC-52D3-E236-CA7AAE4EBBBA}"/>
              </a:ext>
            </a:extLst>
          </p:cNvPr>
          <p:cNvSpPr/>
          <p:nvPr/>
        </p:nvSpPr>
        <p:spPr>
          <a:xfrm>
            <a:off x="8264435" y="3475770"/>
            <a:ext cx="3749702" cy="3221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que 1" descr="Bras musclé avec un remplissage uni">
            <a:extLst>
              <a:ext uri="{FF2B5EF4-FFF2-40B4-BE49-F238E27FC236}">
                <a16:creationId xmlns:a16="http://schemas.microsoft.com/office/drawing/2014/main" id="{EBBC1D07-1BAA-D075-EBFE-CA0BC56882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974" r="10826"/>
          <a:stretch/>
        </p:blipFill>
        <p:spPr>
          <a:xfrm>
            <a:off x="1987550" y="289339"/>
            <a:ext cx="357788" cy="791586"/>
          </a:xfrm>
          <a:prstGeom prst="rect">
            <a:avLst/>
          </a:prstGeom>
        </p:spPr>
      </p:pic>
      <p:pic>
        <p:nvPicPr>
          <p:cNvPr id="3" name="Graphique 2" descr="Bras musclé avec un remplissage uni">
            <a:extLst>
              <a:ext uri="{FF2B5EF4-FFF2-40B4-BE49-F238E27FC236}">
                <a16:creationId xmlns:a16="http://schemas.microsoft.com/office/drawing/2014/main" id="{23CC559F-068C-8BEB-F427-5D2FCB076D8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10826"/>
          <a:stretch/>
        </p:blipFill>
        <p:spPr>
          <a:xfrm>
            <a:off x="1024974" y="289339"/>
            <a:ext cx="607806" cy="791586"/>
          </a:xfrm>
          <a:prstGeom prst="rect">
            <a:avLst/>
          </a:prstGeom>
        </p:spPr>
      </p:pic>
      <p:pic>
        <p:nvPicPr>
          <p:cNvPr id="4" name="Graphique 3" descr="Bras musclé avec un remplissage uni">
            <a:extLst>
              <a:ext uri="{FF2B5EF4-FFF2-40B4-BE49-F238E27FC236}">
                <a16:creationId xmlns:a16="http://schemas.microsoft.com/office/drawing/2014/main" id="{DE03DEF0-7E36-25EB-DEBB-8C88B5CFD7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10826"/>
          <a:stretch/>
        </p:blipFill>
        <p:spPr>
          <a:xfrm>
            <a:off x="312416" y="289339"/>
            <a:ext cx="607806" cy="791586"/>
          </a:xfrm>
          <a:prstGeom prst="rect">
            <a:avLst/>
          </a:prstGeom>
        </p:spPr>
      </p:pic>
      <p:pic>
        <p:nvPicPr>
          <p:cNvPr id="7" name="Graphique 6" descr="Bras musclé avec un remplissage uni">
            <a:extLst>
              <a:ext uri="{FF2B5EF4-FFF2-40B4-BE49-F238E27FC236}">
                <a16:creationId xmlns:a16="http://schemas.microsoft.com/office/drawing/2014/main" id="{B2DA2FC7-2735-C202-D48F-26572709C2F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50715"/>
          <a:stretch/>
        </p:blipFill>
        <p:spPr>
          <a:xfrm>
            <a:off x="1695492" y="289339"/>
            <a:ext cx="292058" cy="791586"/>
          </a:xfrm>
          <a:prstGeom prst="rect">
            <a:avLst/>
          </a:prstGeom>
        </p:spPr>
      </p:pic>
      <p:pic>
        <p:nvPicPr>
          <p:cNvPr id="8" name="Graphique 7" descr="Bras musclé avec un remplissage uni">
            <a:extLst>
              <a:ext uri="{FF2B5EF4-FFF2-40B4-BE49-F238E27FC236}">
                <a16:creationId xmlns:a16="http://schemas.microsoft.com/office/drawing/2014/main" id="{B8FC9806-EFFE-CD0C-101A-482D6CB879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974" r="10826"/>
          <a:stretch/>
        </p:blipFill>
        <p:spPr>
          <a:xfrm>
            <a:off x="6026150" y="289339"/>
            <a:ext cx="357788" cy="791586"/>
          </a:xfrm>
          <a:prstGeom prst="rect">
            <a:avLst/>
          </a:prstGeom>
        </p:spPr>
      </p:pic>
      <p:pic>
        <p:nvPicPr>
          <p:cNvPr id="11" name="Graphique 10" descr="Bras musclé avec un remplissage uni">
            <a:extLst>
              <a:ext uri="{FF2B5EF4-FFF2-40B4-BE49-F238E27FC236}">
                <a16:creationId xmlns:a16="http://schemas.microsoft.com/office/drawing/2014/main" id="{C39A2957-328F-FB94-2AB5-6382FCC7550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10826"/>
          <a:stretch/>
        </p:blipFill>
        <p:spPr>
          <a:xfrm>
            <a:off x="5063574" y="289339"/>
            <a:ext cx="607806" cy="791586"/>
          </a:xfrm>
          <a:prstGeom prst="rect">
            <a:avLst/>
          </a:prstGeom>
        </p:spPr>
      </p:pic>
      <p:pic>
        <p:nvPicPr>
          <p:cNvPr id="19" name="Graphique 18" descr="Bras musclé avec un remplissage uni">
            <a:extLst>
              <a:ext uri="{FF2B5EF4-FFF2-40B4-BE49-F238E27FC236}">
                <a16:creationId xmlns:a16="http://schemas.microsoft.com/office/drawing/2014/main" id="{16991351-48AE-DFDE-2F2F-175C99A055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50715"/>
          <a:stretch/>
        </p:blipFill>
        <p:spPr>
          <a:xfrm>
            <a:off x="5734092" y="289339"/>
            <a:ext cx="292058" cy="791586"/>
          </a:xfrm>
          <a:prstGeom prst="rect">
            <a:avLst/>
          </a:prstGeom>
        </p:spPr>
      </p:pic>
      <p:pic>
        <p:nvPicPr>
          <p:cNvPr id="20" name="Graphique 19" descr="Bras musclé avec un remplissage uni">
            <a:extLst>
              <a:ext uri="{FF2B5EF4-FFF2-40B4-BE49-F238E27FC236}">
                <a16:creationId xmlns:a16="http://schemas.microsoft.com/office/drawing/2014/main" id="{F80042CF-8B77-9631-EC34-6A5E4AB542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974" r="10826"/>
          <a:stretch/>
        </p:blipFill>
        <p:spPr>
          <a:xfrm>
            <a:off x="10096680" y="289339"/>
            <a:ext cx="357788" cy="791586"/>
          </a:xfrm>
          <a:prstGeom prst="rect">
            <a:avLst/>
          </a:prstGeom>
        </p:spPr>
      </p:pic>
      <p:pic>
        <p:nvPicPr>
          <p:cNvPr id="25" name="Graphique 24" descr="Bras musclé avec un remplissage uni">
            <a:extLst>
              <a:ext uri="{FF2B5EF4-FFF2-40B4-BE49-F238E27FC236}">
                <a16:creationId xmlns:a16="http://schemas.microsoft.com/office/drawing/2014/main" id="{DE2F3136-907F-6DF1-1129-F78BEE696E6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50715"/>
          <a:stretch/>
        </p:blipFill>
        <p:spPr>
          <a:xfrm>
            <a:off x="9804622" y="289339"/>
            <a:ext cx="292058" cy="791586"/>
          </a:xfrm>
          <a:prstGeom prst="rect">
            <a:avLst/>
          </a:prstGeom>
        </p:spPr>
      </p:pic>
      <p:pic>
        <p:nvPicPr>
          <p:cNvPr id="26" name="Graphique 25" descr="Bras musclé avec un remplissage uni">
            <a:extLst>
              <a:ext uri="{FF2B5EF4-FFF2-40B4-BE49-F238E27FC236}">
                <a16:creationId xmlns:a16="http://schemas.microsoft.com/office/drawing/2014/main" id="{77C62CE6-8610-71E4-53F6-037AA6B393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974" r="10826"/>
          <a:stretch/>
        </p:blipFill>
        <p:spPr>
          <a:xfrm>
            <a:off x="1987550" y="3741295"/>
            <a:ext cx="357788" cy="791586"/>
          </a:xfrm>
          <a:prstGeom prst="rect">
            <a:avLst/>
          </a:prstGeom>
        </p:spPr>
      </p:pic>
      <p:pic>
        <p:nvPicPr>
          <p:cNvPr id="29" name="Graphique 28" descr="Bras musclé avec un remplissage uni">
            <a:extLst>
              <a:ext uri="{FF2B5EF4-FFF2-40B4-BE49-F238E27FC236}">
                <a16:creationId xmlns:a16="http://schemas.microsoft.com/office/drawing/2014/main" id="{6EE0D1F6-6A48-EA55-6554-1DD3C6D2DF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389" r="10826"/>
          <a:stretch/>
        </p:blipFill>
        <p:spPr>
          <a:xfrm>
            <a:off x="2450090" y="3741295"/>
            <a:ext cx="607806" cy="791586"/>
          </a:xfrm>
          <a:prstGeom prst="rect">
            <a:avLst/>
          </a:prstGeom>
        </p:spPr>
      </p:pic>
      <p:pic>
        <p:nvPicPr>
          <p:cNvPr id="31" name="Graphique 30" descr="Bras musclé avec un remplissage uni">
            <a:extLst>
              <a:ext uri="{FF2B5EF4-FFF2-40B4-BE49-F238E27FC236}">
                <a16:creationId xmlns:a16="http://schemas.microsoft.com/office/drawing/2014/main" id="{A16D913F-56D2-3E3F-67BD-0FEE4226218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50715"/>
          <a:stretch/>
        </p:blipFill>
        <p:spPr>
          <a:xfrm>
            <a:off x="1695492" y="3741295"/>
            <a:ext cx="292058" cy="791586"/>
          </a:xfrm>
          <a:prstGeom prst="rect">
            <a:avLst/>
          </a:prstGeom>
        </p:spPr>
      </p:pic>
      <p:pic>
        <p:nvPicPr>
          <p:cNvPr id="32" name="Graphique 31" descr="Bras musclé avec un remplissage uni">
            <a:extLst>
              <a:ext uri="{FF2B5EF4-FFF2-40B4-BE49-F238E27FC236}">
                <a16:creationId xmlns:a16="http://schemas.microsoft.com/office/drawing/2014/main" id="{E94C8615-C077-D6BE-3132-8B5F6AEC27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974" r="10826"/>
          <a:stretch/>
        </p:blipFill>
        <p:spPr>
          <a:xfrm>
            <a:off x="6026150" y="3741295"/>
            <a:ext cx="357788" cy="791586"/>
          </a:xfrm>
          <a:prstGeom prst="rect">
            <a:avLst/>
          </a:prstGeom>
        </p:spPr>
      </p:pic>
      <p:pic>
        <p:nvPicPr>
          <p:cNvPr id="35" name="Graphique 34" descr="Bras musclé avec un remplissage uni">
            <a:extLst>
              <a:ext uri="{FF2B5EF4-FFF2-40B4-BE49-F238E27FC236}">
                <a16:creationId xmlns:a16="http://schemas.microsoft.com/office/drawing/2014/main" id="{C7D33B3E-BF18-721B-8D0F-868DB20C27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389" r="10826"/>
          <a:stretch/>
        </p:blipFill>
        <p:spPr>
          <a:xfrm>
            <a:off x="6488690" y="3741295"/>
            <a:ext cx="607806" cy="791586"/>
          </a:xfrm>
          <a:prstGeom prst="rect">
            <a:avLst/>
          </a:prstGeom>
        </p:spPr>
      </p:pic>
      <p:pic>
        <p:nvPicPr>
          <p:cNvPr id="36" name="Graphique 35" descr="Bras musclé avec un remplissage uni">
            <a:extLst>
              <a:ext uri="{FF2B5EF4-FFF2-40B4-BE49-F238E27FC236}">
                <a16:creationId xmlns:a16="http://schemas.microsoft.com/office/drawing/2014/main" id="{0F345950-047A-85F1-E816-9909076E6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389" r="10826"/>
          <a:stretch/>
        </p:blipFill>
        <p:spPr>
          <a:xfrm>
            <a:off x="7201248" y="3741295"/>
            <a:ext cx="607806" cy="791586"/>
          </a:xfrm>
          <a:prstGeom prst="rect">
            <a:avLst/>
          </a:prstGeom>
        </p:spPr>
      </p:pic>
      <p:pic>
        <p:nvPicPr>
          <p:cNvPr id="37" name="Graphique 36" descr="Bras musclé avec un remplissage uni">
            <a:extLst>
              <a:ext uri="{FF2B5EF4-FFF2-40B4-BE49-F238E27FC236}">
                <a16:creationId xmlns:a16="http://schemas.microsoft.com/office/drawing/2014/main" id="{4013EE70-D4CA-1AE3-7D7C-A16EB138F2C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50715"/>
          <a:stretch/>
        </p:blipFill>
        <p:spPr>
          <a:xfrm>
            <a:off x="5734092" y="3741295"/>
            <a:ext cx="292058" cy="791586"/>
          </a:xfrm>
          <a:prstGeom prst="rect">
            <a:avLst/>
          </a:prstGeom>
        </p:spPr>
      </p:pic>
      <p:pic>
        <p:nvPicPr>
          <p:cNvPr id="46" name="Graphique 45" descr="Bras musclé avec un remplissage uni">
            <a:extLst>
              <a:ext uri="{FF2B5EF4-FFF2-40B4-BE49-F238E27FC236}">
                <a16:creationId xmlns:a16="http://schemas.microsoft.com/office/drawing/2014/main" id="{77919F4D-0278-F43B-AAB8-268386F11E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974" r="10826"/>
          <a:stretch/>
        </p:blipFill>
        <p:spPr>
          <a:xfrm>
            <a:off x="10096680" y="3741295"/>
            <a:ext cx="357788" cy="791586"/>
          </a:xfrm>
          <a:prstGeom prst="rect">
            <a:avLst/>
          </a:prstGeom>
        </p:spPr>
      </p:pic>
      <p:pic>
        <p:nvPicPr>
          <p:cNvPr id="47" name="Graphique 46" descr="Bras musclé avec un remplissage uni">
            <a:extLst>
              <a:ext uri="{FF2B5EF4-FFF2-40B4-BE49-F238E27FC236}">
                <a16:creationId xmlns:a16="http://schemas.microsoft.com/office/drawing/2014/main" id="{459FBEA7-49BC-C7DA-65D9-538B899CC99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10826"/>
          <a:stretch/>
        </p:blipFill>
        <p:spPr>
          <a:xfrm>
            <a:off x="9134104" y="3741295"/>
            <a:ext cx="607806" cy="791586"/>
          </a:xfrm>
          <a:prstGeom prst="rect">
            <a:avLst/>
          </a:prstGeom>
        </p:spPr>
      </p:pic>
      <p:pic>
        <p:nvPicPr>
          <p:cNvPr id="48" name="Graphique 47" descr="Bras musclé avec un remplissage uni">
            <a:extLst>
              <a:ext uri="{FF2B5EF4-FFF2-40B4-BE49-F238E27FC236}">
                <a16:creationId xmlns:a16="http://schemas.microsoft.com/office/drawing/2014/main" id="{697577DC-7DFC-8D8F-E2C5-055AADFF83A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10826"/>
          <a:stretch/>
        </p:blipFill>
        <p:spPr>
          <a:xfrm>
            <a:off x="8421546" y="3741295"/>
            <a:ext cx="607806" cy="791586"/>
          </a:xfrm>
          <a:prstGeom prst="rect">
            <a:avLst/>
          </a:prstGeom>
        </p:spPr>
      </p:pic>
      <p:pic>
        <p:nvPicPr>
          <p:cNvPr id="49" name="Graphique 48" descr="Bras musclé avec un remplissage uni">
            <a:extLst>
              <a:ext uri="{FF2B5EF4-FFF2-40B4-BE49-F238E27FC236}">
                <a16:creationId xmlns:a16="http://schemas.microsoft.com/office/drawing/2014/main" id="{2001DCAD-201D-92D0-11F7-D57B459E09E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389" r="10826"/>
          <a:stretch/>
        </p:blipFill>
        <p:spPr>
          <a:xfrm>
            <a:off x="10559220" y="3741295"/>
            <a:ext cx="607806" cy="791586"/>
          </a:xfrm>
          <a:prstGeom prst="rect">
            <a:avLst/>
          </a:prstGeom>
        </p:spPr>
      </p:pic>
      <p:pic>
        <p:nvPicPr>
          <p:cNvPr id="50" name="Graphique 49" descr="Bras musclé avec un remplissage uni">
            <a:extLst>
              <a:ext uri="{FF2B5EF4-FFF2-40B4-BE49-F238E27FC236}">
                <a16:creationId xmlns:a16="http://schemas.microsoft.com/office/drawing/2014/main" id="{EB328B40-53A1-6550-B5CB-35EB074A08F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389" r="10826"/>
          <a:stretch/>
        </p:blipFill>
        <p:spPr>
          <a:xfrm>
            <a:off x="11271778" y="3741295"/>
            <a:ext cx="607806" cy="791586"/>
          </a:xfrm>
          <a:prstGeom prst="rect">
            <a:avLst/>
          </a:prstGeom>
        </p:spPr>
      </p:pic>
      <p:pic>
        <p:nvPicPr>
          <p:cNvPr id="51" name="Graphique 50" descr="Bras musclé avec un remplissage uni">
            <a:extLst>
              <a:ext uri="{FF2B5EF4-FFF2-40B4-BE49-F238E27FC236}">
                <a16:creationId xmlns:a16="http://schemas.microsoft.com/office/drawing/2014/main" id="{CE79A193-D33C-9212-8E36-EC89EF1EAB8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2389" r="50715"/>
          <a:stretch/>
        </p:blipFill>
        <p:spPr>
          <a:xfrm>
            <a:off x="9804622" y="3741295"/>
            <a:ext cx="292058" cy="791586"/>
          </a:xfrm>
          <a:prstGeom prst="rect">
            <a:avLst/>
          </a:prstGeom>
        </p:spPr>
      </p:pic>
      <p:pic>
        <p:nvPicPr>
          <p:cNvPr id="52" name="Graphique 51" descr="Contour de visage souriant contour">
            <a:extLst>
              <a:ext uri="{FF2B5EF4-FFF2-40B4-BE49-F238E27FC236}">
                <a16:creationId xmlns:a16="http://schemas.microsoft.com/office/drawing/2014/main" id="{8AF46F9F-7C1C-1111-C268-CD0B637099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00060" y="1127722"/>
            <a:ext cx="2138039" cy="2138039"/>
          </a:xfrm>
          <a:prstGeom prst="rect">
            <a:avLst/>
          </a:prstGeom>
        </p:spPr>
      </p:pic>
      <p:pic>
        <p:nvPicPr>
          <p:cNvPr id="58" name="Graphique 57" descr="Clin d’œil contour de visage contour">
            <a:extLst>
              <a:ext uri="{FF2B5EF4-FFF2-40B4-BE49-F238E27FC236}">
                <a16:creationId xmlns:a16="http://schemas.microsoft.com/office/drawing/2014/main" id="{D6BB50DF-E72C-4F5E-6AE5-3AB7AAEE5A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193" y="4549005"/>
            <a:ext cx="2138039" cy="2138039"/>
          </a:xfrm>
          <a:prstGeom prst="rect">
            <a:avLst/>
          </a:prstGeom>
        </p:spPr>
      </p:pic>
      <p:pic>
        <p:nvPicPr>
          <p:cNvPr id="59" name="Graphique 58" descr="Contour de visage lunettes de soleil avec un remplissage uni">
            <a:extLst>
              <a:ext uri="{FF2B5EF4-FFF2-40B4-BE49-F238E27FC236}">
                <a16:creationId xmlns:a16="http://schemas.microsoft.com/office/drawing/2014/main" id="{CB4DB681-1DF4-DCB0-A843-6DA67B014F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90174" y="4539158"/>
            <a:ext cx="2138039" cy="2138039"/>
          </a:xfrm>
          <a:prstGeom prst="rect">
            <a:avLst/>
          </a:prstGeom>
        </p:spPr>
      </p:pic>
      <p:pic>
        <p:nvPicPr>
          <p:cNvPr id="60" name="Graphique 59" descr="Contour de visage fatigué contour">
            <a:extLst>
              <a:ext uri="{FF2B5EF4-FFF2-40B4-BE49-F238E27FC236}">
                <a16:creationId xmlns:a16="http://schemas.microsoft.com/office/drawing/2014/main" id="{91FDE9EC-B2D3-45EA-4A6B-3C01792BECD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2344" y="1127721"/>
            <a:ext cx="2173069" cy="2173069"/>
          </a:xfrm>
          <a:prstGeom prst="rect">
            <a:avLst/>
          </a:prstGeom>
        </p:spPr>
      </p:pic>
      <p:pic>
        <p:nvPicPr>
          <p:cNvPr id="61" name="Graphique 60" descr="Contour de visage fatigué contour">
            <a:extLst>
              <a:ext uri="{FF2B5EF4-FFF2-40B4-BE49-F238E27FC236}">
                <a16:creationId xmlns:a16="http://schemas.microsoft.com/office/drawing/2014/main" id="{5BEE17AA-E9CA-2671-00F4-2DDE1C8E8FC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09465" y="1127722"/>
            <a:ext cx="2173069" cy="217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429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5162</TotalTime>
  <Words>2378</Words>
  <Application>Microsoft Office PowerPoint</Application>
  <PresentationFormat>Grand écran</PresentationFormat>
  <Paragraphs>414</Paragraphs>
  <Slides>71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71</vt:i4>
      </vt:variant>
    </vt:vector>
  </HeadingPairs>
  <TitlesOfParts>
    <vt:vector size="76" baseType="lpstr">
      <vt:lpstr>Arial</vt:lpstr>
      <vt:lpstr>Calibri</vt:lpstr>
      <vt:lpstr>Calibri Light</vt:lpstr>
      <vt:lpstr>Rockwell</vt:lpstr>
      <vt:lpstr>Thème Office</vt:lpstr>
      <vt:lpstr>Présentation PowerPoint</vt:lpstr>
      <vt:lpstr>Pitch</vt:lpstr>
      <vt:lpstr>Comment utiliser les #OSG Workshop Design Cards ? </vt:lpstr>
      <vt:lpstr>Cartes</vt:lpstr>
      <vt:lpstr>Extension V2</vt:lpstr>
      <vt:lpstr>Extension V3</vt:lpstr>
      <vt:lpstr>Extension V4</vt:lpstr>
      <vt:lpstr>Contenu de chaque carte (VERSO)</vt:lpstr>
      <vt:lpstr>Exemple de plateau de conception #OSG Workshop Design Cards</vt:lpstr>
      <vt:lpstr>Présentation PowerPoint</vt:lpstr>
      <vt:lpstr>Historique des modifications et licences</vt:lpstr>
      <vt:lpstr>Idées d’extension</vt:lpstr>
      <vt:lpstr>Matériel de jeu Cartes</vt:lpstr>
      <vt:lpstr>Sources Eléments graphiques</vt:lpstr>
      <vt:lpstr>Usages</vt:lpstr>
      <vt:lpstr>Présentation PowerPoint</vt:lpstr>
      <vt:lpstr>Composition des groupes</vt:lpstr>
      <vt:lpstr>Présentation PowerPoint</vt:lpstr>
      <vt:lpstr>Présentation PowerPoint</vt:lpstr>
      <vt:lpstr>Modèle visuel</vt:lpstr>
      <vt:lpstr>Présentation PowerPoint</vt:lpstr>
      <vt:lpstr>Présentation PowerPoint</vt:lpstr>
      <vt:lpstr>Configuration</vt:lpstr>
      <vt:lpstr>Présentation PowerPoint</vt:lpstr>
      <vt:lpstr>Présentation PowerPoint</vt:lpstr>
      <vt:lpstr>Type d’activité</vt:lpstr>
      <vt:lpstr>Présentation PowerPoint</vt:lpstr>
      <vt:lpstr>Présentation PowerPoint</vt:lpstr>
      <vt:lpstr>Outils support</vt:lpstr>
      <vt:lpstr>Présentation PowerPoint</vt:lpstr>
      <vt:lpstr>Présentation PowerPoint</vt:lpstr>
      <vt:lpstr>Univers narratif</vt:lpstr>
      <vt:lpstr>Présentation PowerPoint</vt:lpstr>
      <vt:lpstr>Présentation PowerPoint</vt:lpstr>
      <vt:lpstr>Extension : Version simplifiée</vt:lpstr>
      <vt:lpstr>Version simplifiée</vt:lpstr>
      <vt:lpstr>Extension : Objectifs</vt:lpstr>
      <vt:lpstr>But de l’extension</vt:lpstr>
      <vt:lpstr>Plateau « objectifs » </vt:lpstr>
      <vt:lpstr>Plateau « objectifs » Exemple d’usage</vt:lpstr>
      <vt:lpstr>Deck « Résultat cible»</vt:lpstr>
      <vt:lpstr>Deck « Ressenti cible »</vt:lpstr>
      <vt:lpstr>Ressenti cible</vt:lpstr>
      <vt:lpstr>Présentation PowerPoint</vt:lpstr>
      <vt:lpstr>Présentation PowerPoint</vt:lpstr>
      <vt:lpstr>Présentation PowerPoint</vt:lpstr>
      <vt:lpstr>Résultat cible</vt:lpstr>
      <vt:lpstr>Présentation PowerPoint</vt:lpstr>
      <vt:lpstr>Présentation PowerPoint</vt:lpstr>
      <vt:lpstr>Présentation PowerPoint</vt:lpstr>
      <vt:lpstr>Extension :  Rôles</vt:lpstr>
      <vt:lpstr>But de l’extension</vt:lpstr>
      <vt:lpstr>Deck « Rôles pour événements dirigés»</vt:lpstr>
      <vt:lpstr>Deck « Rôles pour événements à circulation libre»</vt:lpstr>
      <vt:lpstr>Rôles pour événements dirigés</vt:lpstr>
      <vt:lpstr>Présentation PowerPoint</vt:lpstr>
      <vt:lpstr>Rôles pour événements à circulation libre</vt:lpstr>
      <vt:lpstr>Présentation PowerPoint</vt:lpstr>
      <vt:lpstr>Extension :  Invités</vt:lpstr>
      <vt:lpstr>But de l’extension</vt:lpstr>
      <vt:lpstr>Aller plus loin que « obligatoire et facultatif »</vt:lpstr>
      <vt:lpstr>Utiliser l’extension Invités Exemple d’usage</vt:lpstr>
      <vt:lpstr>Présentation PowerPoint</vt:lpstr>
      <vt:lpstr>Présentation PowerPoint</vt:lpstr>
      <vt:lpstr>Extension V5 Etat des invités : Usages</vt:lpstr>
      <vt:lpstr>Extension V5 Etat des invités : Dimensions</vt:lpstr>
      <vt:lpstr>Extension V5 Etat des invités : Niveaux</vt:lpstr>
      <vt:lpstr>Extension V5 Etat des invités : Utilisation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Quach</dc:creator>
  <cp:lastModifiedBy>Alexandre Quach</cp:lastModifiedBy>
  <cp:revision>230</cp:revision>
  <dcterms:created xsi:type="dcterms:W3CDTF">2021-02-02T23:16:24Z</dcterms:created>
  <dcterms:modified xsi:type="dcterms:W3CDTF">2022-09-06T13:42:09Z</dcterms:modified>
</cp:coreProperties>
</file>