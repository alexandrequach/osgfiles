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33"/>
  </p:notesMasterIdLst>
  <p:sldIdLst>
    <p:sldId id="657" r:id="rId2"/>
    <p:sldId id="371" r:id="rId3"/>
    <p:sldId id="789" r:id="rId4"/>
    <p:sldId id="788" r:id="rId5"/>
    <p:sldId id="786" r:id="rId6"/>
    <p:sldId id="785" r:id="rId7"/>
    <p:sldId id="787" r:id="rId8"/>
    <p:sldId id="791" r:id="rId9"/>
    <p:sldId id="790" r:id="rId10"/>
    <p:sldId id="659" r:id="rId11"/>
    <p:sldId id="658" r:id="rId12"/>
    <p:sldId id="793" r:id="rId13"/>
    <p:sldId id="660" r:id="rId14"/>
    <p:sldId id="667" r:id="rId15"/>
    <p:sldId id="668" r:id="rId16"/>
    <p:sldId id="673" r:id="rId17"/>
    <p:sldId id="758" r:id="rId18"/>
    <p:sldId id="792" r:id="rId19"/>
    <p:sldId id="799" r:id="rId20"/>
    <p:sldId id="662" r:id="rId21"/>
    <p:sldId id="671" r:id="rId22"/>
    <p:sldId id="720" r:id="rId23"/>
    <p:sldId id="719" r:id="rId24"/>
    <p:sldId id="718" r:id="rId25"/>
    <p:sldId id="784" r:id="rId26"/>
    <p:sldId id="368" r:id="rId27"/>
    <p:sldId id="373" r:id="rId28"/>
    <p:sldId id="794" r:id="rId29"/>
    <p:sldId id="375" r:id="rId30"/>
    <p:sldId id="374" r:id="rId31"/>
    <p:sldId id="377"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EC7B2B"/>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2A87B3-77E9-446E-AAFE-3A15A3F4A617}" v="155" dt="2022-03-25T10:20:00.02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4660"/>
  </p:normalViewPr>
  <p:slideViewPr>
    <p:cSldViewPr snapToGrid="0">
      <p:cViewPr varScale="1">
        <p:scale>
          <a:sx n="108" d="100"/>
          <a:sy n="108" d="100"/>
        </p:scale>
        <p:origin x="61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EA2A87B3-77E9-446E-AAFE-3A15A3F4A617}"/>
    <pc:docChg chg="undo custSel addSld delSld modSld sldOrd">
      <pc:chgData name="Alexandre Quach" userId="7bb690c8a6e028e4" providerId="LiveId" clId="{EA2A87B3-77E9-446E-AAFE-3A15A3F4A617}" dt="2022-03-25T10:20:00.026" v="10039"/>
      <pc:docMkLst>
        <pc:docMk/>
      </pc:docMkLst>
      <pc:sldChg chg="addSp delSp modSp add mod setBg modClrScheme chgLayout">
        <pc:chgData name="Alexandre Quach" userId="7bb690c8a6e028e4" providerId="LiveId" clId="{EA2A87B3-77E9-446E-AAFE-3A15A3F4A617}" dt="2022-03-22T09:50:59.453" v="46" actId="14100"/>
        <pc:sldMkLst>
          <pc:docMk/>
          <pc:sldMk cId="2150541220" sldId="368"/>
        </pc:sldMkLst>
        <pc:spChg chg="add mod ord">
          <ac:chgData name="Alexandre Quach" userId="7bb690c8a6e028e4" providerId="LiveId" clId="{EA2A87B3-77E9-446E-AAFE-3A15A3F4A617}" dt="2022-03-22T09:50:45.941" v="40" actId="20577"/>
          <ac:spMkLst>
            <pc:docMk/>
            <pc:sldMk cId="2150541220" sldId="368"/>
            <ac:spMk id="2" creationId="{B3BCC103-6B1E-4C1D-85AF-485CD6870A5E}"/>
          </ac:spMkLst>
        </pc:spChg>
        <pc:spChg chg="add del mod ord">
          <ac:chgData name="Alexandre Quach" userId="7bb690c8a6e028e4" providerId="LiveId" clId="{EA2A87B3-77E9-446E-AAFE-3A15A3F4A617}" dt="2022-03-22T09:50:50.668" v="42" actId="478"/>
          <ac:spMkLst>
            <pc:docMk/>
            <pc:sldMk cId="2150541220" sldId="368"/>
            <ac:spMk id="3" creationId="{40AF3777-F286-4A2B-989F-5F2182422BF9}"/>
          </ac:spMkLst>
        </pc:spChg>
        <pc:spChg chg="mod">
          <ac:chgData name="Alexandre Quach" userId="7bb690c8a6e028e4" providerId="LiveId" clId="{EA2A87B3-77E9-446E-AAFE-3A15A3F4A617}" dt="2022-03-22T09:50:59.453" v="46" actId="14100"/>
          <ac:spMkLst>
            <pc:docMk/>
            <pc:sldMk cId="2150541220" sldId="368"/>
            <ac:spMk id="5" creationId="{57CDFAEC-DCF0-41F3-BC5D-210D5E342199}"/>
          </ac:spMkLst>
        </pc:spChg>
        <pc:picChg chg="mod">
          <ac:chgData name="Alexandre Quach" userId="7bb690c8a6e028e4" providerId="LiveId" clId="{EA2A87B3-77E9-446E-AAFE-3A15A3F4A617}" dt="2022-03-22T09:50:48.171" v="41" actId="1076"/>
          <ac:picMkLst>
            <pc:docMk/>
            <pc:sldMk cId="2150541220" sldId="368"/>
            <ac:picMk id="4" creationId="{0BE2FA02-8970-4398-BAE0-CBF3D19A387E}"/>
          </ac:picMkLst>
        </pc:picChg>
      </pc:sldChg>
      <pc:sldChg chg="add del ord">
        <pc:chgData name="Alexandre Quach" userId="7bb690c8a6e028e4" providerId="LiveId" clId="{EA2A87B3-77E9-446E-AAFE-3A15A3F4A617}" dt="2022-03-22T09:50:28.403" v="29" actId="47"/>
        <pc:sldMkLst>
          <pc:docMk/>
          <pc:sldMk cId="3203831156" sldId="370"/>
        </pc:sldMkLst>
      </pc:sldChg>
      <pc:sldChg chg="addSp delSp modSp add mod ord">
        <pc:chgData name="Alexandre Quach" userId="7bb690c8a6e028e4" providerId="LiveId" clId="{EA2A87B3-77E9-446E-AAFE-3A15A3F4A617}" dt="2022-03-23T17:03:29.987" v="9261" actId="20577"/>
        <pc:sldMkLst>
          <pc:docMk/>
          <pc:sldMk cId="20677876" sldId="371"/>
        </pc:sldMkLst>
        <pc:spChg chg="mod">
          <ac:chgData name="Alexandre Quach" userId="7bb690c8a6e028e4" providerId="LiveId" clId="{EA2A87B3-77E9-446E-AAFE-3A15A3F4A617}" dt="2022-03-22T09:58:00.380" v="160"/>
          <ac:spMkLst>
            <pc:docMk/>
            <pc:sldMk cId="20677876" sldId="371"/>
            <ac:spMk id="2" creationId="{74FD8270-C5BD-4C95-919E-846BFBD95020}"/>
          </ac:spMkLst>
        </pc:spChg>
        <pc:spChg chg="del">
          <ac:chgData name="Alexandre Quach" userId="7bb690c8a6e028e4" providerId="LiveId" clId="{EA2A87B3-77E9-446E-AAFE-3A15A3F4A617}" dt="2022-03-22T09:49:18.543" v="21" actId="478"/>
          <ac:spMkLst>
            <pc:docMk/>
            <pc:sldMk cId="20677876" sldId="371"/>
            <ac:spMk id="5" creationId="{9B8DB8F1-89C6-441B-99AE-E4A1D33D057D}"/>
          </ac:spMkLst>
        </pc:spChg>
        <pc:spChg chg="del">
          <ac:chgData name="Alexandre Quach" userId="7bb690c8a6e028e4" providerId="LiveId" clId="{EA2A87B3-77E9-446E-AAFE-3A15A3F4A617}" dt="2022-03-22T10:16:30.799" v="533" actId="931"/>
          <ac:spMkLst>
            <pc:docMk/>
            <pc:sldMk cId="20677876" sldId="371"/>
            <ac:spMk id="6" creationId="{A9EF2A88-5299-43F1-B1E4-333E12B8033F}"/>
          </ac:spMkLst>
        </pc:spChg>
        <pc:spChg chg="del">
          <ac:chgData name="Alexandre Quach" userId="7bb690c8a6e028e4" providerId="LiveId" clId="{EA2A87B3-77E9-446E-AAFE-3A15A3F4A617}" dt="2022-03-22T10:17:51.782" v="542" actId="931"/>
          <ac:spMkLst>
            <pc:docMk/>
            <pc:sldMk cId="20677876" sldId="371"/>
            <ac:spMk id="7" creationId="{41CD8F5A-1763-4DEB-BABF-F04506844AB0}"/>
          </ac:spMkLst>
        </pc:spChg>
        <pc:spChg chg="del">
          <ac:chgData name="Alexandre Quach" userId="7bb690c8a6e028e4" providerId="LiveId" clId="{EA2A87B3-77E9-446E-AAFE-3A15A3F4A617}" dt="2022-03-22T10:17:51.782" v="542" actId="931"/>
          <ac:spMkLst>
            <pc:docMk/>
            <pc:sldMk cId="20677876" sldId="371"/>
            <ac:spMk id="8" creationId="{54FE4B53-B7EE-451F-ACA2-90983C00968C}"/>
          </ac:spMkLst>
        </pc:spChg>
        <pc:spChg chg="mod">
          <ac:chgData name="Alexandre Quach" userId="7bb690c8a6e028e4" providerId="LiveId" clId="{EA2A87B3-77E9-446E-AAFE-3A15A3F4A617}" dt="2022-03-22T12:54:41.365" v="2468" actId="404"/>
          <ac:spMkLst>
            <pc:docMk/>
            <pc:sldMk cId="20677876" sldId="371"/>
            <ac:spMk id="9" creationId="{CA1044E5-4A38-4A57-BEC6-02CD1F1AFC8B}"/>
          </ac:spMkLst>
        </pc:spChg>
        <pc:spChg chg="mod">
          <ac:chgData name="Alexandre Quach" userId="7bb690c8a6e028e4" providerId="LiveId" clId="{EA2A87B3-77E9-446E-AAFE-3A15A3F4A617}" dt="2022-03-23T17:03:29.987" v="9261" actId="20577"/>
          <ac:spMkLst>
            <pc:docMk/>
            <pc:sldMk cId="20677876" sldId="371"/>
            <ac:spMk id="10" creationId="{D3A05F0F-47B8-4894-8D48-0C0F4C166E59}"/>
          </ac:spMkLst>
        </pc:spChg>
        <pc:spChg chg="mod">
          <ac:chgData name="Alexandre Quach" userId="7bb690c8a6e028e4" providerId="LiveId" clId="{EA2A87B3-77E9-446E-AAFE-3A15A3F4A617}" dt="2022-03-22T12:56:22.929" v="2704" actId="20577"/>
          <ac:spMkLst>
            <pc:docMk/>
            <pc:sldMk cId="20677876" sldId="371"/>
            <ac:spMk id="11" creationId="{C5D8558B-FF11-4A39-8795-6E2A831F942D}"/>
          </ac:spMkLst>
        </pc:spChg>
        <pc:spChg chg="add del mod">
          <ac:chgData name="Alexandre Quach" userId="7bb690c8a6e028e4" providerId="LiveId" clId="{EA2A87B3-77E9-446E-AAFE-3A15A3F4A617}" dt="2022-03-22T10:18:38.789" v="553" actId="931"/>
          <ac:spMkLst>
            <pc:docMk/>
            <pc:sldMk cId="20677876" sldId="371"/>
            <ac:spMk id="20" creationId="{B7E08A32-4D8D-4A59-A3D4-154FF02F025F}"/>
          </ac:spMkLst>
        </pc:spChg>
        <pc:spChg chg="add mod">
          <ac:chgData name="Alexandre Quach" userId="7bb690c8a6e028e4" providerId="LiveId" clId="{EA2A87B3-77E9-446E-AAFE-3A15A3F4A617}" dt="2022-03-22T10:37:45.055" v="1036" actId="2085"/>
          <ac:spMkLst>
            <pc:docMk/>
            <pc:sldMk cId="20677876" sldId="371"/>
            <ac:spMk id="44" creationId="{C9710B1A-8779-4FF7-B619-B76ACFE7CC0F}"/>
          </ac:spMkLst>
        </pc:spChg>
        <pc:spChg chg="add mod">
          <ac:chgData name="Alexandre Quach" userId="7bb690c8a6e028e4" providerId="LiveId" clId="{EA2A87B3-77E9-446E-AAFE-3A15A3F4A617}" dt="2022-03-22T10:37:53.578" v="1041" actId="1076"/>
          <ac:spMkLst>
            <pc:docMk/>
            <pc:sldMk cId="20677876" sldId="371"/>
            <ac:spMk id="45" creationId="{49BAD968-2E59-48D3-BDE8-33A973668ECE}"/>
          </ac:spMkLst>
        </pc:spChg>
        <pc:spChg chg="add del mod">
          <ac:chgData name="Alexandre Quach" userId="7bb690c8a6e028e4" providerId="LiveId" clId="{EA2A87B3-77E9-446E-AAFE-3A15A3F4A617}" dt="2022-03-22T10:39:39.673" v="1059" actId="931"/>
          <ac:spMkLst>
            <pc:docMk/>
            <pc:sldMk cId="20677876" sldId="371"/>
            <ac:spMk id="51" creationId="{548433CF-3FCB-42AB-B98D-E31180CDCDBC}"/>
          </ac:spMkLst>
        </pc:spChg>
        <pc:spChg chg="add mod ord">
          <ac:chgData name="Alexandre Quach" userId="7bb690c8a6e028e4" providerId="LiveId" clId="{EA2A87B3-77E9-446E-AAFE-3A15A3F4A617}" dt="2022-03-22T10:41:03.273" v="1087" actId="14100"/>
          <ac:spMkLst>
            <pc:docMk/>
            <pc:sldMk cId="20677876" sldId="371"/>
            <ac:spMk id="56" creationId="{F7D95483-FEB7-47E6-BF91-6878E282808D}"/>
          </ac:spMkLst>
        </pc:spChg>
        <pc:spChg chg="add mod ord">
          <ac:chgData name="Alexandre Quach" userId="7bb690c8a6e028e4" providerId="LiveId" clId="{EA2A87B3-77E9-446E-AAFE-3A15A3F4A617}" dt="2022-03-22T10:41:09.316" v="1089" actId="167"/>
          <ac:spMkLst>
            <pc:docMk/>
            <pc:sldMk cId="20677876" sldId="371"/>
            <ac:spMk id="57" creationId="{EFD9CBDF-DBEF-42C5-986F-C0C02F219E2F}"/>
          </ac:spMkLst>
        </pc:spChg>
        <pc:picChg chg="del">
          <ac:chgData name="Alexandre Quach" userId="7bb690c8a6e028e4" providerId="LiveId" clId="{EA2A87B3-77E9-446E-AAFE-3A15A3F4A617}" dt="2022-03-22T09:49:18.804" v="22" actId="478"/>
          <ac:picMkLst>
            <pc:docMk/>
            <pc:sldMk cId="20677876" sldId="371"/>
            <ac:picMk id="4" creationId="{64A36C4C-D4B7-4279-953B-9930E54F0B11}"/>
          </ac:picMkLst>
        </pc:picChg>
        <pc:picChg chg="add del mod modCrop">
          <ac:chgData name="Alexandre Quach" userId="7bb690c8a6e028e4" providerId="LiveId" clId="{EA2A87B3-77E9-446E-AAFE-3A15A3F4A617}" dt="2022-03-22T10:39:09.019" v="1058" actId="478"/>
          <ac:picMkLst>
            <pc:docMk/>
            <pc:sldMk cId="20677876" sldId="371"/>
            <ac:picMk id="12" creationId="{286CD836-215E-446D-9066-625088313505}"/>
          </ac:picMkLst>
        </pc:picChg>
        <pc:picChg chg="add mod modCrop">
          <ac:chgData name="Alexandre Quach" userId="7bb690c8a6e028e4" providerId="LiveId" clId="{EA2A87B3-77E9-446E-AAFE-3A15A3F4A617}" dt="2022-03-22T10:31:21.179" v="993" actId="1076"/>
          <ac:picMkLst>
            <pc:docMk/>
            <pc:sldMk cId="20677876" sldId="371"/>
            <ac:picMk id="14" creationId="{389EFF9E-2313-45EB-BFDA-81225DD34438}"/>
          </ac:picMkLst>
        </pc:picChg>
        <pc:picChg chg="add del mod modCrop">
          <ac:chgData name="Alexandre Quach" userId="7bb690c8a6e028e4" providerId="LiveId" clId="{EA2A87B3-77E9-446E-AAFE-3A15A3F4A617}" dt="2022-03-22T10:18:24.668" v="552" actId="478"/>
          <ac:picMkLst>
            <pc:docMk/>
            <pc:sldMk cId="20677876" sldId="371"/>
            <ac:picMk id="16" creationId="{5903B8F9-220B-4D2A-B7E1-4CF2949510F6}"/>
          </ac:picMkLst>
        </pc:picChg>
        <pc:picChg chg="add del mod">
          <ac:chgData name="Alexandre Quach" userId="7bb690c8a6e028e4" providerId="LiveId" clId="{EA2A87B3-77E9-446E-AAFE-3A15A3F4A617}" dt="2022-03-22T10:18:54.726" v="559" actId="21"/>
          <ac:picMkLst>
            <pc:docMk/>
            <pc:sldMk cId="20677876" sldId="371"/>
            <ac:picMk id="18" creationId="{B89808C1-3B52-4DAC-A657-CD0426C8F07D}"/>
          </ac:picMkLst>
        </pc:picChg>
        <pc:picChg chg="add mod modCrop">
          <ac:chgData name="Alexandre Quach" userId="7bb690c8a6e028e4" providerId="LiveId" clId="{EA2A87B3-77E9-446E-AAFE-3A15A3F4A617}" dt="2022-03-22T10:31:21.179" v="993" actId="1076"/>
          <ac:picMkLst>
            <pc:docMk/>
            <pc:sldMk cId="20677876" sldId="371"/>
            <ac:picMk id="22" creationId="{D37A8ACD-ADD0-4E15-8695-7042A7B1D12F}"/>
          </ac:picMkLst>
        </pc:picChg>
        <pc:picChg chg="add mod">
          <ac:chgData name="Alexandre Quach" userId="7bb690c8a6e028e4" providerId="LiveId" clId="{EA2A87B3-77E9-446E-AAFE-3A15A3F4A617}" dt="2022-03-22T10:31:21.179" v="993" actId="1076"/>
          <ac:picMkLst>
            <pc:docMk/>
            <pc:sldMk cId="20677876" sldId="371"/>
            <ac:picMk id="23" creationId="{AA7D1F9C-C639-4AE4-BA2E-8ECC59547ECD}"/>
          </ac:picMkLst>
        </pc:picChg>
        <pc:picChg chg="add mod modCrop">
          <ac:chgData name="Alexandre Quach" userId="7bb690c8a6e028e4" providerId="LiveId" clId="{EA2A87B3-77E9-446E-AAFE-3A15A3F4A617}" dt="2022-03-22T10:41:27.633" v="1091" actId="1076"/>
          <ac:picMkLst>
            <pc:docMk/>
            <pc:sldMk cId="20677876" sldId="371"/>
            <ac:picMk id="25" creationId="{8D4EE911-ED16-4F5E-94AF-5F7FF2E1B5B0}"/>
          </ac:picMkLst>
        </pc:picChg>
        <pc:picChg chg="add del mod">
          <ac:chgData name="Alexandre Quach" userId="7bb690c8a6e028e4" providerId="LiveId" clId="{EA2A87B3-77E9-446E-AAFE-3A15A3F4A617}" dt="2022-03-22T10:31:36.021" v="1000" actId="21"/>
          <ac:picMkLst>
            <pc:docMk/>
            <pc:sldMk cId="20677876" sldId="371"/>
            <ac:picMk id="27" creationId="{1E52D218-8628-407E-8B2E-BEACA4E0E203}"/>
          </ac:picMkLst>
        </pc:picChg>
        <pc:picChg chg="add mod">
          <ac:chgData name="Alexandre Quach" userId="7bb690c8a6e028e4" providerId="LiveId" clId="{EA2A87B3-77E9-446E-AAFE-3A15A3F4A617}" dt="2022-03-22T10:41:49.057" v="1098" actId="1076"/>
          <ac:picMkLst>
            <pc:docMk/>
            <pc:sldMk cId="20677876" sldId="371"/>
            <ac:picMk id="29" creationId="{38409F71-CB52-44C7-89CD-6F5F2425FBE7}"/>
          </ac:picMkLst>
        </pc:picChg>
        <pc:picChg chg="add mod">
          <ac:chgData name="Alexandre Quach" userId="7bb690c8a6e028e4" providerId="LiveId" clId="{EA2A87B3-77E9-446E-AAFE-3A15A3F4A617}" dt="2022-03-22T10:42:03.321" v="1105" actId="1076"/>
          <ac:picMkLst>
            <pc:docMk/>
            <pc:sldMk cId="20677876" sldId="371"/>
            <ac:picMk id="31" creationId="{DD72579A-17CA-4E4E-ACE0-7099447E4DCD}"/>
          </ac:picMkLst>
        </pc:picChg>
        <pc:picChg chg="add mod modCrop">
          <ac:chgData name="Alexandre Quach" userId="7bb690c8a6e028e4" providerId="LiveId" clId="{EA2A87B3-77E9-446E-AAFE-3A15A3F4A617}" dt="2022-03-22T12:54:55.350" v="2471" actId="1076"/>
          <ac:picMkLst>
            <pc:docMk/>
            <pc:sldMk cId="20677876" sldId="371"/>
            <ac:picMk id="32" creationId="{7BCA84BB-3DBE-4FCA-88DE-CF46D6F074BA}"/>
          </ac:picMkLst>
        </pc:picChg>
        <pc:picChg chg="add mod">
          <ac:chgData name="Alexandre Quach" userId="7bb690c8a6e028e4" providerId="LiveId" clId="{EA2A87B3-77E9-446E-AAFE-3A15A3F4A617}" dt="2022-03-22T12:54:55.350" v="2471" actId="1076"/>
          <ac:picMkLst>
            <pc:docMk/>
            <pc:sldMk cId="20677876" sldId="371"/>
            <ac:picMk id="33" creationId="{F25A6779-99E7-4A60-A884-17AD8DF9ACB8}"/>
          </ac:picMkLst>
        </pc:picChg>
        <pc:picChg chg="add mod">
          <ac:chgData name="Alexandre Quach" userId="7bb690c8a6e028e4" providerId="LiveId" clId="{EA2A87B3-77E9-446E-AAFE-3A15A3F4A617}" dt="2022-03-22T12:54:55.350" v="2471" actId="1076"/>
          <ac:picMkLst>
            <pc:docMk/>
            <pc:sldMk cId="20677876" sldId="371"/>
            <ac:picMk id="34" creationId="{47B8103C-7361-4ED0-9F3B-2EDBB52AE3C2}"/>
          </ac:picMkLst>
        </pc:picChg>
        <pc:picChg chg="add mod">
          <ac:chgData name="Alexandre Quach" userId="7bb690c8a6e028e4" providerId="LiveId" clId="{EA2A87B3-77E9-446E-AAFE-3A15A3F4A617}" dt="2022-03-22T12:54:55.350" v="2471" actId="1076"/>
          <ac:picMkLst>
            <pc:docMk/>
            <pc:sldMk cId="20677876" sldId="371"/>
            <ac:picMk id="35" creationId="{040A77A1-B00A-4FC2-A3A7-C185BDFB1A95}"/>
          </ac:picMkLst>
        </pc:picChg>
        <pc:picChg chg="add del mod">
          <ac:chgData name="Alexandre Quach" userId="7bb690c8a6e028e4" providerId="LiveId" clId="{EA2A87B3-77E9-446E-AAFE-3A15A3F4A617}" dt="2022-03-22T10:34:13.739" v="1014" actId="478"/>
          <ac:picMkLst>
            <pc:docMk/>
            <pc:sldMk cId="20677876" sldId="371"/>
            <ac:picMk id="36" creationId="{745CEE69-5008-4419-8935-99DDA6517894}"/>
          </ac:picMkLst>
        </pc:picChg>
        <pc:picChg chg="add mod">
          <ac:chgData name="Alexandre Quach" userId="7bb690c8a6e028e4" providerId="LiveId" clId="{EA2A87B3-77E9-446E-AAFE-3A15A3F4A617}" dt="2022-03-22T10:41:53.826" v="1100" actId="1076"/>
          <ac:picMkLst>
            <pc:docMk/>
            <pc:sldMk cId="20677876" sldId="371"/>
            <ac:picMk id="37" creationId="{23DB9C6C-8BE8-4FB9-939E-5B4499DD9806}"/>
          </ac:picMkLst>
        </pc:picChg>
        <pc:picChg chg="add mod">
          <ac:chgData name="Alexandre Quach" userId="7bb690c8a6e028e4" providerId="LiveId" clId="{EA2A87B3-77E9-446E-AAFE-3A15A3F4A617}" dt="2022-03-22T10:37:24.066" v="1032" actId="1076"/>
          <ac:picMkLst>
            <pc:docMk/>
            <pc:sldMk cId="20677876" sldId="371"/>
            <ac:picMk id="38" creationId="{0C065279-ABA4-4F52-99AA-A97E6A6C6F57}"/>
          </ac:picMkLst>
        </pc:picChg>
        <pc:picChg chg="add del mod">
          <ac:chgData name="Alexandre Quach" userId="7bb690c8a6e028e4" providerId="LiveId" clId="{EA2A87B3-77E9-446E-AAFE-3A15A3F4A617}" dt="2022-03-22T10:36:04.234" v="1024" actId="478"/>
          <ac:picMkLst>
            <pc:docMk/>
            <pc:sldMk cId="20677876" sldId="371"/>
            <ac:picMk id="39" creationId="{A512FEAC-6DC2-4F79-9CCD-4F8E8367955F}"/>
          </ac:picMkLst>
        </pc:picChg>
        <pc:picChg chg="add mod">
          <ac:chgData name="Alexandre Quach" userId="7bb690c8a6e028e4" providerId="LiveId" clId="{EA2A87B3-77E9-446E-AAFE-3A15A3F4A617}" dt="2022-03-22T10:37:24.066" v="1032" actId="1076"/>
          <ac:picMkLst>
            <pc:docMk/>
            <pc:sldMk cId="20677876" sldId="371"/>
            <ac:picMk id="41" creationId="{485A3D21-552D-47A1-8471-E07AFAFDB919}"/>
          </ac:picMkLst>
        </pc:picChg>
        <pc:picChg chg="add mod">
          <ac:chgData name="Alexandre Quach" userId="7bb690c8a6e028e4" providerId="LiveId" clId="{EA2A87B3-77E9-446E-AAFE-3A15A3F4A617}" dt="2022-03-22T10:37:24.066" v="1032" actId="1076"/>
          <ac:picMkLst>
            <pc:docMk/>
            <pc:sldMk cId="20677876" sldId="371"/>
            <ac:picMk id="42" creationId="{F3525182-2C76-4326-A88B-07CB084C42D9}"/>
          </ac:picMkLst>
        </pc:picChg>
        <pc:picChg chg="add mod">
          <ac:chgData name="Alexandre Quach" userId="7bb690c8a6e028e4" providerId="LiveId" clId="{EA2A87B3-77E9-446E-AAFE-3A15A3F4A617}" dt="2022-03-22T10:41:59.436" v="1104" actId="14100"/>
          <ac:picMkLst>
            <pc:docMk/>
            <pc:sldMk cId="20677876" sldId="371"/>
            <ac:picMk id="43" creationId="{B362E14B-5B72-4090-96CF-03C5AD5A4135}"/>
          </ac:picMkLst>
        </pc:picChg>
        <pc:picChg chg="add mod">
          <ac:chgData name="Alexandre Quach" userId="7bb690c8a6e028e4" providerId="LiveId" clId="{EA2A87B3-77E9-446E-AAFE-3A15A3F4A617}" dt="2022-03-22T10:38:38.233" v="1055" actId="1076"/>
          <ac:picMkLst>
            <pc:docMk/>
            <pc:sldMk cId="20677876" sldId="371"/>
            <ac:picMk id="47" creationId="{0264E010-98E1-4F57-B345-0A0759E72356}"/>
          </ac:picMkLst>
        </pc:picChg>
        <pc:picChg chg="add mod">
          <ac:chgData name="Alexandre Quach" userId="7bb690c8a6e028e4" providerId="LiveId" clId="{EA2A87B3-77E9-446E-AAFE-3A15A3F4A617}" dt="2022-03-22T10:41:58.805" v="1103" actId="1076"/>
          <ac:picMkLst>
            <pc:docMk/>
            <pc:sldMk cId="20677876" sldId="371"/>
            <ac:picMk id="49" creationId="{8E77E007-94AA-4875-B339-614070588569}"/>
          </ac:picMkLst>
        </pc:picChg>
        <pc:picChg chg="add mod ord modCrop">
          <ac:chgData name="Alexandre Quach" userId="7bb690c8a6e028e4" providerId="LiveId" clId="{EA2A87B3-77E9-446E-AAFE-3A15A3F4A617}" dt="2022-03-22T10:40:46.057" v="1081" actId="1076"/>
          <ac:picMkLst>
            <pc:docMk/>
            <pc:sldMk cId="20677876" sldId="371"/>
            <ac:picMk id="53" creationId="{AC8A68AD-5A0B-4D6F-B113-AE9DC2B20CC5}"/>
          </ac:picMkLst>
        </pc:picChg>
        <pc:picChg chg="add mod ord">
          <ac:chgData name="Alexandre Quach" userId="7bb690c8a6e028e4" providerId="LiveId" clId="{EA2A87B3-77E9-446E-AAFE-3A15A3F4A617}" dt="2022-03-22T10:40:43.546" v="1079" actId="1076"/>
          <ac:picMkLst>
            <pc:docMk/>
            <pc:sldMk cId="20677876" sldId="371"/>
            <ac:picMk id="55" creationId="{FA2C0475-D58F-420B-9A5F-4EFC917503E9}"/>
          </ac:picMkLst>
        </pc:picChg>
      </pc:sldChg>
      <pc:sldChg chg="modSp add del mod ord">
        <pc:chgData name="Alexandre Quach" userId="7bb690c8a6e028e4" providerId="LiveId" clId="{EA2A87B3-77E9-446E-AAFE-3A15A3F4A617}" dt="2022-03-22T09:49:14.876" v="20" actId="47"/>
        <pc:sldMkLst>
          <pc:docMk/>
          <pc:sldMk cId="4289724254" sldId="372"/>
        </pc:sldMkLst>
        <pc:spChg chg="mod">
          <ac:chgData name="Alexandre Quach" userId="7bb690c8a6e028e4" providerId="LiveId" clId="{EA2A87B3-77E9-446E-AAFE-3A15A3F4A617}" dt="2022-03-22T09:48:32.103" v="11" actId="27636"/>
          <ac:spMkLst>
            <pc:docMk/>
            <pc:sldMk cId="4289724254" sldId="372"/>
            <ac:spMk id="25" creationId="{767E15B1-5AD7-4AC2-8DA6-38450253D5A6}"/>
          </ac:spMkLst>
        </pc:spChg>
      </pc:sldChg>
      <pc:sldChg chg="delSp modSp add mod ord">
        <pc:chgData name="Alexandre Quach" userId="7bb690c8a6e028e4" providerId="LiveId" clId="{EA2A87B3-77E9-446E-AAFE-3A15A3F4A617}" dt="2022-03-25T10:20:00.026" v="10039"/>
        <pc:sldMkLst>
          <pc:docMk/>
          <pc:sldMk cId="471399303" sldId="373"/>
        </pc:sldMkLst>
        <pc:spChg chg="mod">
          <ac:chgData name="Alexandre Quach" userId="7bb690c8a6e028e4" providerId="LiveId" clId="{EA2A87B3-77E9-446E-AAFE-3A15A3F4A617}" dt="2022-03-22T09:58:00.451" v="161" actId="27636"/>
          <ac:spMkLst>
            <pc:docMk/>
            <pc:sldMk cId="471399303" sldId="373"/>
            <ac:spMk id="2" creationId="{D071508F-00B6-48EB-9E05-2CF3767E59FF}"/>
          </ac:spMkLst>
        </pc:spChg>
        <pc:spChg chg="mod">
          <ac:chgData name="Alexandre Quach" userId="7bb690c8a6e028e4" providerId="LiveId" clId="{EA2A87B3-77E9-446E-AAFE-3A15A3F4A617}" dt="2022-03-25T10:20:00.026" v="10039"/>
          <ac:spMkLst>
            <pc:docMk/>
            <pc:sldMk cId="471399303" sldId="373"/>
            <ac:spMk id="21" creationId="{AEAAF9EE-7A2C-494F-808A-D18DB5D12482}"/>
          </ac:spMkLst>
        </pc:spChg>
        <pc:spChg chg="mod">
          <ac:chgData name="Alexandre Quach" userId="7bb690c8a6e028e4" providerId="LiveId" clId="{EA2A87B3-77E9-446E-AAFE-3A15A3F4A617}" dt="2022-03-23T15:00:13.637" v="4745" actId="20577"/>
          <ac:spMkLst>
            <pc:docMk/>
            <pc:sldMk cId="471399303" sldId="373"/>
            <ac:spMk id="23" creationId="{4F2EA91F-0720-4EB9-8886-AA180CEFDDC1}"/>
          </ac:spMkLst>
        </pc:spChg>
        <pc:spChg chg="mod">
          <ac:chgData name="Alexandre Quach" userId="7bb690c8a6e028e4" providerId="LiveId" clId="{EA2A87B3-77E9-446E-AAFE-3A15A3F4A617}" dt="2022-03-23T15:39:03.764" v="6852" actId="6549"/>
          <ac:spMkLst>
            <pc:docMk/>
            <pc:sldMk cId="471399303" sldId="373"/>
            <ac:spMk id="25" creationId="{358E1BF9-5E40-437B-9E38-38063C963CED}"/>
          </ac:spMkLst>
        </pc:spChg>
        <pc:spChg chg="mod">
          <ac:chgData name="Alexandre Quach" userId="7bb690c8a6e028e4" providerId="LiveId" clId="{EA2A87B3-77E9-446E-AAFE-3A15A3F4A617}" dt="2022-03-25T09:17:49.507" v="9933" actId="27636"/>
          <ac:spMkLst>
            <pc:docMk/>
            <pc:sldMk cId="471399303" sldId="373"/>
            <ac:spMk id="27" creationId="{807B6C4A-0B30-40EB-8A67-9150BE6EDE0C}"/>
          </ac:spMkLst>
        </pc:spChg>
        <pc:spChg chg="mod">
          <ac:chgData name="Alexandre Quach" userId="7bb690c8a6e028e4" providerId="LiveId" clId="{EA2A87B3-77E9-446E-AAFE-3A15A3F4A617}" dt="2022-03-23T14:54:28.697" v="4389" actId="20577"/>
          <ac:spMkLst>
            <pc:docMk/>
            <pc:sldMk cId="471399303" sldId="373"/>
            <ac:spMk id="29" creationId="{D7130EBC-B9CE-4EEE-B949-C9025E797D68}"/>
          </ac:spMkLst>
        </pc:spChg>
        <pc:spChg chg="mod">
          <ac:chgData name="Alexandre Quach" userId="7bb690c8a6e028e4" providerId="LiveId" clId="{EA2A87B3-77E9-446E-AAFE-3A15A3F4A617}" dt="2022-03-25T09:18:34.039" v="9934" actId="20577"/>
          <ac:spMkLst>
            <pc:docMk/>
            <pc:sldMk cId="471399303" sldId="373"/>
            <ac:spMk id="31" creationId="{D2E68CD3-30C8-4477-96F6-39CEEE9FC5CD}"/>
          </ac:spMkLst>
        </pc:spChg>
        <pc:spChg chg="mod">
          <ac:chgData name="Alexandre Quach" userId="7bb690c8a6e028e4" providerId="LiveId" clId="{EA2A87B3-77E9-446E-AAFE-3A15A3F4A617}" dt="2022-03-23T14:54:46.524" v="4435" actId="20577"/>
          <ac:spMkLst>
            <pc:docMk/>
            <pc:sldMk cId="471399303" sldId="373"/>
            <ac:spMk id="32" creationId="{B3CDC92E-C27D-4DF4-9944-2E60887541FB}"/>
          </ac:spMkLst>
        </pc:spChg>
        <pc:spChg chg="mod">
          <ac:chgData name="Alexandre Quach" userId="7bb690c8a6e028e4" providerId="LiveId" clId="{EA2A87B3-77E9-446E-AAFE-3A15A3F4A617}" dt="2022-03-23T14:59:05.057" v="4487" actId="20577"/>
          <ac:spMkLst>
            <pc:docMk/>
            <pc:sldMk cId="471399303" sldId="373"/>
            <ac:spMk id="33" creationId="{12DBC631-96B9-49EC-A408-018C730BA38F}"/>
          </ac:spMkLst>
        </pc:spChg>
        <pc:spChg chg="del mod">
          <ac:chgData name="Alexandre Quach" userId="7bb690c8a6e028e4" providerId="LiveId" clId="{EA2A87B3-77E9-446E-AAFE-3A15A3F4A617}" dt="2022-03-25T09:17:46.696" v="9931" actId="478"/>
          <ac:spMkLst>
            <pc:docMk/>
            <pc:sldMk cId="471399303" sldId="373"/>
            <ac:spMk id="34" creationId="{C323340E-60D7-47A6-B24C-8D2DD89D7A16}"/>
          </ac:spMkLst>
        </pc:spChg>
        <pc:spChg chg="del mod">
          <ac:chgData name="Alexandre Quach" userId="7bb690c8a6e028e4" providerId="LiveId" clId="{EA2A87B3-77E9-446E-AAFE-3A15A3F4A617}" dt="2022-03-25T09:17:46.696" v="9931" actId="478"/>
          <ac:spMkLst>
            <pc:docMk/>
            <pc:sldMk cId="471399303" sldId="373"/>
            <ac:spMk id="35" creationId="{67B0F38D-F1AC-4920-A67C-30199D2FB73D}"/>
          </ac:spMkLst>
        </pc:spChg>
      </pc:sldChg>
      <pc:sldChg chg="modSp add mod ord">
        <pc:chgData name="Alexandre Quach" userId="7bb690c8a6e028e4" providerId="LiveId" clId="{EA2A87B3-77E9-446E-AAFE-3A15A3F4A617}" dt="2022-03-25T10:20:00.026" v="10039"/>
        <pc:sldMkLst>
          <pc:docMk/>
          <pc:sldMk cId="427037604" sldId="374"/>
        </pc:sldMkLst>
        <pc:spChg chg="mod">
          <ac:chgData name="Alexandre Quach" userId="7bb690c8a6e028e4" providerId="LiveId" clId="{EA2A87B3-77E9-446E-AAFE-3A15A3F4A617}" dt="2022-03-22T09:58:00.465" v="162" actId="27636"/>
          <ac:spMkLst>
            <pc:docMk/>
            <pc:sldMk cId="427037604" sldId="374"/>
            <ac:spMk id="2" creationId="{D071508F-00B6-48EB-9E05-2CF3767E59FF}"/>
          </ac:spMkLst>
        </pc:spChg>
        <pc:spChg chg="mod">
          <ac:chgData name="Alexandre Quach" userId="7bb690c8a6e028e4" providerId="LiveId" clId="{EA2A87B3-77E9-446E-AAFE-3A15A3F4A617}" dt="2022-03-23T15:53:02.065" v="8136" actId="20577"/>
          <ac:spMkLst>
            <pc:docMk/>
            <pc:sldMk cId="427037604" sldId="374"/>
            <ac:spMk id="30" creationId="{7F3E4517-DFFC-4C19-9B68-F9A20307F818}"/>
          </ac:spMkLst>
        </pc:spChg>
        <pc:spChg chg="mod">
          <ac:chgData name="Alexandre Quach" userId="7bb690c8a6e028e4" providerId="LiveId" clId="{EA2A87B3-77E9-446E-AAFE-3A15A3F4A617}" dt="2022-03-25T10:18:28.527" v="10038"/>
          <ac:spMkLst>
            <pc:docMk/>
            <pc:sldMk cId="427037604" sldId="374"/>
            <ac:spMk id="37" creationId="{84E81D4B-0B47-48DF-9F1A-F05E8F79586D}"/>
          </ac:spMkLst>
        </pc:spChg>
        <pc:spChg chg="mod">
          <ac:chgData name="Alexandre Quach" userId="7bb690c8a6e028e4" providerId="LiveId" clId="{EA2A87B3-77E9-446E-AAFE-3A15A3F4A617}" dt="2022-03-22T09:48:32.126" v="12" actId="27636"/>
          <ac:spMkLst>
            <pc:docMk/>
            <pc:sldMk cId="427037604" sldId="374"/>
            <ac:spMk id="38" creationId="{60664009-F884-41C1-8E16-0895E28E7602}"/>
          </ac:spMkLst>
        </pc:spChg>
        <pc:spChg chg="mod">
          <ac:chgData name="Alexandre Quach" userId="7bb690c8a6e028e4" providerId="LiveId" clId="{EA2A87B3-77E9-446E-AAFE-3A15A3F4A617}" dt="2022-03-25T10:20:00.026" v="10039"/>
          <ac:spMkLst>
            <pc:docMk/>
            <pc:sldMk cId="427037604" sldId="374"/>
            <ac:spMk id="39" creationId="{5433BB7F-90C0-406F-936A-62E085E3EA91}"/>
          </ac:spMkLst>
        </pc:spChg>
        <pc:spChg chg="mod">
          <ac:chgData name="Alexandre Quach" userId="7bb690c8a6e028e4" providerId="LiveId" clId="{EA2A87B3-77E9-446E-AAFE-3A15A3F4A617}" dt="2022-03-25T09:24:20.601" v="9938" actId="14100"/>
          <ac:spMkLst>
            <pc:docMk/>
            <pc:sldMk cId="427037604" sldId="374"/>
            <ac:spMk id="41" creationId="{0D81D87E-8900-4B2A-BAFC-61CC0883A5DB}"/>
          </ac:spMkLst>
        </pc:spChg>
      </pc:sldChg>
      <pc:sldChg chg="modSp add mod ord">
        <pc:chgData name="Alexandre Quach" userId="7bb690c8a6e028e4" providerId="LiveId" clId="{EA2A87B3-77E9-446E-AAFE-3A15A3F4A617}" dt="2022-03-22T14:14:21.839" v="2752" actId="20577"/>
        <pc:sldMkLst>
          <pc:docMk/>
          <pc:sldMk cId="1470767813" sldId="375"/>
        </pc:sldMkLst>
        <pc:spChg chg="mod">
          <ac:chgData name="Alexandre Quach" userId="7bb690c8a6e028e4" providerId="LiveId" clId="{EA2A87B3-77E9-446E-AAFE-3A15A3F4A617}" dt="2022-03-22T14:13:59.946" v="2737" actId="20577"/>
          <ac:spMkLst>
            <pc:docMk/>
            <pc:sldMk cId="1470767813" sldId="375"/>
            <ac:spMk id="2" creationId="{D071508F-00B6-48EB-9E05-2CF3767E59FF}"/>
          </ac:spMkLst>
        </pc:spChg>
        <pc:graphicFrameChg chg="modGraphic">
          <ac:chgData name="Alexandre Quach" userId="7bb690c8a6e028e4" providerId="LiveId" clId="{EA2A87B3-77E9-446E-AAFE-3A15A3F4A617}" dt="2022-03-22T14:14:21.839" v="2752" actId="20577"/>
          <ac:graphicFrameMkLst>
            <pc:docMk/>
            <pc:sldMk cId="1470767813" sldId="375"/>
            <ac:graphicFrameMk id="43" creationId="{C67131CB-D953-44BF-AB8A-A11E972A5B0B}"/>
          </ac:graphicFrameMkLst>
        </pc:graphicFrameChg>
      </pc:sldChg>
      <pc:sldChg chg="modSp add mod ord">
        <pc:chgData name="Alexandre Quach" userId="7bb690c8a6e028e4" providerId="LiveId" clId="{EA2A87B3-77E9-446E-AAFE-3A15A3F4A617}" dt="2022-03-23T15:21:29.667" v="6630" actId="20577"/>
        <pc:sldMkLst>
          <pc:docMk/>
          <pc:sldMk cId="2545377066" sldId="377"/>
        </pc:sldMkLst>
        <pc:spChg chg="mod">
          <ac:chgData name="Alexandre Quach" userId="7bb690c8a6e028e4" providerId="LiveId" clId="{EA2A87B3-77E9-446E-AAFE-3A15A3F4A617}" dt="2022-03-22T09:58:00.480" v="163" actId="27636"/>
          <ac:spMkLst>
            <pc:docMk/>
            <pc:sldMk cId="2545377066" sldId="377"/>
            <ac:spMk id="2" creationId="{D071508F-00B6-48EB-9E05-2CF3767E59FF}"/>
          </ac:spMkLst>
        </pc:spChg>
        <pc:graphicFrameChg chg="modGraphic">
          <ac:chgData name="Alexandre Quach" userId="7bb690c8a6e028e4" providerId="LiveId" clId="{EA2A87B3-77E9-446E-AAFE-3A15A3F4A617}" dt="2022-03-23T15:21:29.667" v="6630" actId="20577"/>
          <ac:graphicFrameMkLst>
            <pc:docMk/>
            <pc:sldMk cId="2545377066" sldId="377"/>
            <ac:graphicFrameMk id="46" creationId="{A1A89359-9EBD-4BE9-9EE7-2603FE9D0BEF}"/>
          </ac:graphicFrameMkLst>
        </pc:graphicFrameChg>
        <pc:graphicFrameChg chg="modGraphic">
          <ac:chgData name="Alexandre Quach" userId="7bb690c8a6e028e4" providerId="LiveId" clId="{EA2A87B3-77E9-446E-AAFE-3A15A3F4A617}" dt="2022-03-23T15:20:55.899" v="6500" actId="20577"/>
          <ac:graphicFrameMkLst>
            <pc:docMk/>
            <pc:sldMk cId="2545377066" sldId="377"/>
            <ac:graphicFrameMk id="47" creationId="{E532220D-FB7A-4D58-94AD-62D5519F5AAE}"/>
          </ac:graphicFrameMkLst>
        </pc:graphicFrameChg>
      </pc:sldChg>
      <pc:sldChg chg="addSp delSp modSp mod">
        <pc:chgData name="Alexandre Quach" userId="7bb690c8a6e028e4" providerId="LiveId" clId="{EA2A87B3-77E9-446E-AAFE-3A15A3F4A617}" dt="2022-03-22T09:57:08.563" v="134" actId="1076"/>
        <pc:sldMkLst>
          <pc:docMk/>
          <pc:sldMk cId="3748362307" sldId="657"/>
        </pc:sldMkLst>
        <pc:spChg chg="mod">
          <ac:chgData name="Alexandre Quach" userId="7bb690c8a6e028e4" providerId="LiveId" clId="{EA2A87B3-77E9-446E-AAFE-3A15A3F4A617}" dt="2022-03-22T09:52:31.820" v="71" actId="207"/>
          <ac:spMkLst>
            <pc:docMk/>
            <pc:sldMk cId="3748362307" sldId="657"/>
            <ac:spMk id="4" creationId="{535EF47E-B86E-4B3A-8928-F5F2830BE897}"/>
          </ac:spMkLst>
        </pc:spChg>
        <pc:spChg chg="mod">
          <ac:chgData name="Alexandre Quach" userId="7bb690c8a6e028e4" providerId="LiveId" clId="{EA2A87B3-77E9-446E-AAFE-3A15A3F4A617}" dt="2022-03-22T09:52:00.317" v="69" actId="790"/>
          <ac:spMkLst>
            <pc:docMk/>
            <pc:sldMk cId="3748362307" sldId="657"/>
            <ac:spMk id="5" creationId="{ABE99CBA-8491-42DB-A730-F3730B4580E0}"/>
          </ac:spMkLst>
        </pc:spChg>
        <pc:spChg chg="add del mod">
          <ac:chgData name="Alexandre Quach" userId="7bb690c8a6e028e4" providerId="LiveId" clId="{EA2A87B3-77E9-446E-AAFE-3A15A3F4A617}" dt="2022-03-22T09:53:31.051" v="75" actId="478"/>
          <ac:spMkLst>
            <pc:docMk/>
            <pc:sldMk cId="3748362307" sldId="657"/>
            <ac:spMk id="7" creationId="{0A7F6E5E-7FB6-40CD-8B38-A5EE3AC12AE9}"/>
          </ac:spMkLst>
        </pc:spChg>
        <pc:spChg chg="add mod">
          <ac:chgData name="Alexandre Quach" userId="7bb690c8a6e028e4" providerId="LiveId" clId="{EA2A87B3-77E9-446E-AAFE-3A15A3F4A617}" dt="2022-03-22T09:53:18.809" v="73" actId="1076"/>
          <ac:spMkLst>
            <pc:docMk/>
            <pc:sldMk cId="3748362307" sldId="657"/>
            <ac:spMk id="8" creationId="{4D420A7A-BAAC-4C31-B21D-0048B2A0917D}"/>
          </ac:spMkLst>
        </pc:spChg>
        <pc:spChg chg="add mod">
          <ac:chgData name="Alexandre Quach" userId="7bb690c8a6e028e4" providerId="LiveId" clId="{EA2A87B3-77E9-446E-AAFE-3A15A3F4A617}" dt="2022-03-22T09:53:18.809" v="73" actId="1076"/>
          <ac:spMkLst>
            <pc:docMk/>
            <pc:sldMk cId="3748362307" sldId="657"/>
            <ac:spMk id="9" creationId="{4266508C-7CE7-4514-B87D-A8E7E4435688}"/>
          </ac:spMkLst>
        </pc:spChg>
        <pc:spChg chg="add mod">
          <ac:chgData name="Alexandre Quach" userId="7bb690c8a6e028e4" providerId="LiveId" clId="{EA2A87B3-77E9-446E-AAFE-3A15A3F4A617}" dt="2022-03-22T09:53:18.809" v="73" actId="1076"/>
          <ac:spMkLst>
            <pc:docMk/>
            <pc:sldMk cId="3748362307" sldId="657"/>
            <ac:spMk id="10" creationId="{1E3B5609-D2C8-4BA9-A5FD-228F60FBF48D}"/>
          </ac:spMkLst>
        </pc:spChg>
        <pc:spChg chg="add mod">
          <ac:chgData name="Alexandre Quach" userId="7bb690c8a6e028e4" providerId="LiveId" clId="{EA2A87B3-77E9-446E-AAFE-3A15A3F4A617}" dt="2022-03-22T09:53:18.809" v="73" actId="1076"/>
          <ac:spMkLst>
            <pc:docMk/>
            <pc:sldMk cId="3748362307" sldId="657"/>
            <ac:spMk id="11" creationId="{1D8FF093-D6BE-482C-93C6-6008E61CE337}"/>
          </ac:spMkLst>
        </pc:spChg>
        <pc:spChg chg="add mod">
          <ac:chgData name="Alexandre Quach" userId="7bb690c8a6e028e4" providerId="LiveId" clId="{EA2A87B3-77E9-446E-AAFE-3A15A3F4A617}" dt="2022-03-22T09:56:18.883" v="123" actId="1076"/>
          <ac:spMkLst>
            <pc:docMk/>
            <pc:sldMk cId="3748362307" sldId="657"/>
            <ac:spMk id="12" creationId="{F054F8D8-BD87-4DCE-82C6-F56EC1BDDAC1}"/>
          </ac:spMkLst>
        </pc:spChg>
        <pc:spChg chg="add mod">
          <ac:chgData name="Alexandre Quach" userId="7bb690c8a6e028e4" providerId="LiveId" clId="{EA2A87B3-77E9-446E-AAFE-3A15A3F4A617}" dt="2022-03-22T09:56:25.430" v="125" actId="1076"/>
          <ac:spMkLst>
            <pc:docMk/>
            <pc:sldMk cId="3748362307" sldId="657"/>
            <ac:spMk id="13" creationId="{2F0D9AE2-1AF1-49BE-A01F-50E4E614C18E}"/>
          </ac:spMkLst>
        </pc:spChg>
        <pc:spChg chg="add mod">
          <ac:chgData name="Alexandre Quach" userId="7bb690c8a6e028e4" providerId="LiveId" clId="{EA2A87B3-77E9-446E-AAFE-3A15A3F4A617}" dt="2022-03-22T09:56:25.430" v="125" actId="1076"/>
          <ac:spMkLst>
            <pc:docMk/>
            <pc:sldMk cId="3748362307" sldId="657"/>
            <ac:spMk id="14" creationId="{144CF1F7-5A97-4892-B807-39CF99518E81}"/>
          </ac:spMkLst>
        </pc:spChg>
        <pc:spChg chg="add mod">
          <ac:chgData name="Alexandre Quach" userId="7bb690c8a6e028e4" providerId="LiveId" clId="{EA2A87B3-77E9-446E-AAFE-3A15A3F4A617}" dt="2022-03-22T09:56:11.124" v="119" actId="1076"/>
          <ac:spMkLst>
            <pc:docMk/>
            <pc:sldMk cId="3748362307" sldId="657"/>
            <ac:spMk id="15" creationId="{6EE7B150-60A0-491A-848F-B71FEC887FD5}"/>
          </ac:spMkLst>
        </pc:spChg>
        <pc:spChg chg="add del mod">
          <ac:chgData name="Alexandre Quach" userId="7bb690c8a6e028e4" providerId="LiveId" clId="{EA2A87B3-77E9-446E-AAFE-3A15A3F4A617}" dt="2022-03-22T09:54:19.172" v="92" actId="478"/>
          <ac:spMkLst>
            <pc:docMk/>
            <pc:sldMk cId="3748362307" sldId="657"/>
            <ac:spMk id="16" creationId="{6F96E2AD-BFE4-4BCB-9F79-E6D20F330FE7}"/>
          </ac:spMkLst>
        </pc:spChg>
        <pc:spChg chg="add mod">
          <ac:chgData name="Alexandre Quach" userId="7bb690c8a6e028e4" providerId="LiveId" clId="{EA2A87B3-77E9-446E-AAFE-3A15A3F4A617}" dt="2022-03-22T09:54:05.628" v="84" actId="164"/>
          <ac:spMkLst>
            <pc:docMk/>
            <pc:sldMk cId="3748362307" sldId="657"/>
            <ac:spMk id="32" creationId="{A7FB22A6-F205-42A4-836E-E1D2533B2F44}"/>
          </ac:spMkLst>
        </pc:spChg>
        <pc:spChg chg="add mod">
          <ac:chgData name="Alexandre Quach" userId="7bb690c8a6e028e4" providerId="LiveId" clId="{EA2A87B3-77E9-446E-AAFE-3A15A3F4A617}" dt="2022-03-22T09:55:48.339" v="114" actId="1076"/>
          <ac:spMkLst>
            <pc:docMk/>
            <pc:sldMk cId="3748362307" sldId="657"/>
            <ac:spMk id="41" creationId="{6D81BC49-2046-45CE-AD2C-A26FF6EA383F}"/>
          </ac:spMkLst>
        </pc:spChg>
        <pc:grpChg chg="add mod">
          <ac:chgData name="Alexandre Quach" userId="7bb690c8a6e028e4" providerId="LiveId" clId="{EA2A87B3-77E9-446E-AAFE-3A15A3F4A617}" dt="2022-03-22T09:53:47.691" v="81" actId="1076"/>
          <ac:grpSpMkLst>
            <pc:docMk/>
            <pc:sldMk cId="3748362307" sldId="657"/>
            <ac:grpSpMk id="3" creationId="{FAFFE4F4-8545-4687-A674-25D7983A03B7}"/>
          </ac:grpSpMkLst>
        </pc:grpChg>
        <pc:grpChg chg="add mod">
          <ac:chgData name="Alexandre Quach" userId="7bb690c8a6e028e4" providerId="LiveId" clId="{EA2A87B3-77E9-446E-AAFE-3A15A3F4A617}" dt="2022-03-22T09:54:15.643" v="89" actId="1076"/>
          <ac:grpSpMkLst>
            <pc:docMk/>
            <pc:sldMk cId="3748362307" sldId="657"/>
            <ac:grpSpMk id="28" creationId="{D7DE3541-37A2-4EAF-94F3-C4EE2AC51969}"/>
          </ac:grpSpMkLst>
        </pc:grpChg>
        <pc:grpChg chg="add del mod">
          <ac:chgData name="Alexandre Quach" userId="7bb690c8a6e028e4" providerId="LiveId" clId="{EA2A87B3-77E9-446E-AAFE-3A15A3F4A617}" dt="2022-03-22T09:54:20.909" v="93" actId="478"/>
          <ac:grpSpMkLst>
            <pc:docMk/>
            <pc:sldMk cId="3748362307" sldId="657"/>
            <ac:grpSpMk id="33" creationId="{30042C73-E1CB-41FF-AAE2-A3460231264F}"/>
          </ac:grpSpMkLst>
        </pc:grpChg>
        <pc:picChg chg="add mod">
          <ac:chgData name="Alexandre Quach" userId="7bb690c8a6e028e4" providerId="LiveId" clId="{EA2A87B3-77E9-446E-AAFE-3A15A3F4A617}" dt="2022-03-22T09:51:10.524" v="51" actId="1076"/>
          <ac:picMkLst>
            <pc:docMk/>
            <pc:sldMk cId="3748362307" sldId="657"/>
            <ac:picMk id="6" creationId="{252D7BC0-0E22-4A91-8BA2-79B7C82E257B}"/>
          </ac:picMkLst>
        </pc:picChg>
        <pc:picChg chg="add mod">
          <ac:chgData name="Alexandre Quach" userId="7bb690c8a6e028e4" providerId="LiveId" clId="{EA2A87B3-77E9-446E-AAFE-3A15A3F4A617}" dt="2022-03-22T09:53:45.096" v="79" actId="164"/>
          <ac:picMkLst>
            <pc:docMk/>
            <pc:sldMk cId="3748362307" sldId="657"/>
            <ac:picMk id="26" creationId="{41367B3A-E934-4F7A-95EA-D45CAE86617B}"/>
          </ac:picMkLst>
        </pc:picChg>
        <pc:picChg chg="add mod">
          <ac:chgData name="Alexandre Quach" userId="7bb690c8a6e028e4" providerId="LiveId" clId="{EA2A87B3-77E9-446E-AAFE-3A15A3F4A617}" dt="2022-03-22T09:53:45.096" v="79" actId="164"/>
          <ac:picMkLst>
            <pc:docMk/>
            <pc:sldMk cId="3748362307" sldId="657"/>
            <ac:picMk id="27" creationId="{B10B55D6-5FFF-4C0C-A780-BF92FA36DC9A}"/>
          </ac:picMkLst>
        </pc:picChg>
        <pc:picChg chg="mod">
          <ac:chgData name="Alexandre Quach" userId="7bb690c8a6e028e4" providerId="LiveId" clId="{EA2A87B3-77E9-446E-AAFE-3A15A3F4A617}" dt="2022-03-22T09:54:00.324" v="82"/>
          <ac:picMkLst>
            <pc:docMk/>
            <pc:sldMk cId="3748362307" sldId="657"/>
            <ac:picMk id="29" creationId="{8D907456-B4EE-4E11-A199-94B7A7FBB019}"/>
          </ac:picMkLst>
        </pc:picChg>
        <pc:picChg chg="mod">
          <ac:chgData name="Alexandre Quach" userId="7bb690c8a6e028e4" providerId="LiveId" clId="{EA2A87B3-77E9-446E-AAFE-3A15A3F4A617}" dt="2022-03-22T09:54:00.324" v="82"/>
          <ac:picMkLst>
            <pc:docMk/>
            <pc:sldMk cId="3748362307" sldId="657"/>
            <ac:picMk id="30" creationId="{4A3C2BE0-1104-4EBE-A619-B9247BA03AE6}"/>
          </ac:picMkLst>
        </pc:picChg>
        <pc:picChg chg="add mod">
          <ac:chgData name="Alexandre Quach" userId="7bb690c8a6e028e4" providerId="LiveId" clId="{EA2A87B3-77E9-446E-AAFE-3A15A3F4A617}" dt="2022-03-22T09:54:05.628" v="84" actId="164"/>
          <ac:picMkLst>
            <pc:docMk/>
            <pc:sldMk cId="3748362307" sldId="657"/>
            <ac:picMk id="31" creationId="{D5593025-907F-490D-989D-013CE224902A}"/>
          </ac:picMkLst>
        </pc:picChg>
        <pc:picChg chg="add mod">
          <ac:chgData name="Alexandre Quach" userId="7bb690c8a6e028e4" providerId="LiveId" clId="{EA2A87B3-77E9-446E-AAFE-3A15A3F4A617}" dt="2022-03-22T09:56:25.430" v="125" actId="1076"/>
          <ac:picMkLst>
            <pc:docMk/>
            <pc:sldMk cId="3748362307" sldId="657"/>
            <ac:picMk id="37" creationId="{125F26C0-33E7-4EB9-826B-03BD6148BF17}"/>
          </ac:picMkLst>
        </pc:picChg>
        <pc:picChg chg="add mod">
          <ac:chgData name="Alexandre Quach" userId="7bb690c8a6e028e4" providerId="LiveId" clId="{EA2A87B3-77E9-446E-AAFE-3A15A3F4A617}" dt="2022-03-22T09:56:25.430" v="125" actId="1076"/>
          <ac:picMkLst>
            <pc:docMk/>
            <pc:sldMk cId="3748362307" sldId="657"/>
            <ac:picMk id="38" creationId="{41ED7F80-D174-46DB-AC75-68FCC5650735}"/>
          </ac:picMkLst>
        </pc:picChg>
        <pc:picChg chg="add mod">
          <ac:chgData name="Alexandre Quach" userId="7bb690c8a6e028e4" providerId="LiveId" clId="{EA2A87B3-77E9-446E-AAFE-3A15A3F4A617}" dt="2022-03-22T09:55:23.692" v="105" actId="1076"/>
          <ac:picMkLst>
            <pc:docMk/>
            <pc:sldMk cId="3748362307" sldId="657"/>
            <ac:picMk id="39" creationId="{246BF2F9-0B1F-4B3B-9A77-A1D5D52F5DC8}"/>
          </ac:picMkLst>
        </pc:picChg>
        <pc:picChg chg="add mod">
          <ac:chgData name="Alexandre Quach" userId="7bb690c8a6e028e4" providerId="LiveId" clId="{EA2A87B3-77E9-446E-AAFE-3A15A3F4A617}" dt="2022-03-22T09:56:38.684" v="126" actId="1076"/>
          <ac:picMkLst>
            <pc:docMk/>
            <pc:sldMk cId="3748362307" sldId="657"/>
            <ac:picMk id="40" creationId="{99628E7D-1802-4BF6-81B2-E460440C7F36}"/>
          </ac:picMkLst>
        </pc:picChg>
        <pc:picChg chg="add mod">
          <ac:chgData name="Alexandre Quach" userId="7bb690c8a6e028e4" providerId="LiveId" clId="{EA2A87B3-77E9-446E-AAFE-3A15A3F4A617}" dt="2022-03-22T09:56:15.812" v="122" actId="1076"/>
          <ac:picMkLst>
            <pc:docMk/>
            <pc:sldMk cId="3748362307" sldId="657"/>
            <ac:picMk id="43" creationId="{A3052D1E-8732-44C7-BECF-609A9B6941BA}"/>
          </ac:picMkLst>
        </pc:picChg>
        <pc:picChg chg="add mod">
          <ac:chgData name="Alexandre Quach" userId="7bb690c8a6e028e4" providerId="LiveId" clId="{EA2A87B3-77E9-446E-AAFE-3A15A3F4A617}" dt="2022-03-22T09:56:47.739" v="131" actId="14100"/>
          <ac:picMkLst>
            <pc:docMk/>
            <pc:sldMk cId="3748362307" sldId="657"/>
            <ac:picMk id="48" creationId="{7C01717F-F6E5-401E-97B6-209AD09BF963}"/>
          </ac:picMkLst>
        </pc:picChg>
        <pc:picChg chg="add mod">
          <ac:chgData name="Alexandre Quach" userId="7bb690c8a6e028e4" providerId="LiveId" clId="{EA2A87B3-77E9-446E-AAFE-3A15A3F4A617}" dt="2022-03-22T09:57:08.563" v="134" actId="1076"/>
          <ac:picMkLst>
            <pc:docMk/>
            <pc:sldMk cId="3748362307" sldId="657"/>
            <ac:picMk id="49" creationId="{CC48EDC0-9D61-46B3-9070-DA4BF017FC4F}"/>
          </ac:picMkLst>
        </pc:picChg>
        <pc:cxnChg chg="add del mod">
          <ac:chgData name="Alexandre Quach" userId="7bb690c8a6e028e4" providerId="LiveId" clId="{EA2A87B3-77E9-446E-AAFE-3A15A3F4A617}" dt="2022-03-22T09:53:31.612" v="76" actId="478"/>
          <ac:cxnSpMkLst>
            <pc:docMk/>
            <pc:sldMk cId="3748362307" sldId="657"/>
            <ac:cxnSpMk id="17" creationId="{47204277-2E53-42DF-9E28-B08838A86F13}"/>
          </ac:cxnSpMkLst>
        </pc:cxnChg>
        <pc:cxnChg chg="add mod">
          <ac:chgData name="Alexandre Quach" userId="7bb690c8a6e028e4" providerId="LiveId" clId="{EA2A87B3-77E9-446E-AAFE-3A15A3F4A617}" dt="2022-03-22T09:53:18.809" v="73" actId="1076"/>
          <ac:cxnSpMkLst>
            <pc:docMk/>
            <pc:sldMk cId="3748362307" sldId="657"/>
            <ac:cxnSpMk id="18" creationId="{44D3F57B-A56D-495C-B764-F2239D9F06B8}"/>
          </ac:cxnSpMkLst>
        </pc:cxnChg>
        <pc:cxnChg chg="add mod">
          <ac:chgData name="Alexandre Quach" userId="7bb690c8a6e028e4" providerId="LiveId" clId="{EA2A87B3-77E9-446E-AAFE-3A15A3F4A617}" dt="2022-03-22T09:55:50.260" v="115" actId="14100"/>
          <ac:cxnSpMkLst>
            <pc:docMk/>
            <pc:sldMk cId="3748362307" sldId="657"/>
            <ac:cxnSpMk id="19" creationId="{67C869B4-5080-41A6-8A54-27D45E71AE40}"/>
          </ac:cxnSpMkLst>
        </pc:cxnChg>
        <pc:cxnChg chg="add mod">
          <ac:chgData name="Alexandre Quach" userId="7bb690c8a6e028e4" providerId="LiveId" clId="{EA2A87B3-77E9-446E-AAFE-3A15A3F4A617}" dt="2022-03-22T09:53:18.809" v="73" actId="1076"/>
          <ac:cxnSpMkLst>
            <pc:docMk/>
            <pc:sldMk cId="3748362307" sldId="657"/>
            <ac:cxnSpMk id="20" creationId="{43FFA11C-AF97-493E-BC4E-3551A3C6DF46}"/>
          </ac:cxnSpMkLst>
        </pc:cxnChg>
        <pc:cxnChg chg="add mod">
          <ac:chgData name="Alexandre Quach" userId="7bb690c8a6e028e4" providerId="LiveId" clId="{EA2A87B3-77E9-446E-AAFE-3A15A3F4A617}" dt="2022-03-22T09:53:18.809" v="73" actId="1076"/>
          <ac:cxnSpMkLst>
            <pc:docMk/>
            <pc:sldMk cId="3748362307" sldId="657"/>
            <ac:cxnSpMk id="21" creationId="{4E59D1F1-1B22-46AA-A95E-D629A5ECB8C8}"/>
          </ac:cxnSpMkLst>
        </pc:cxnChg>
        <pc:cxnChg chg="add mod">
          <ac:chgData name="Alexandre Quach" userId="7bb690c8a6e028e4" providerId="LiveId" clId="{EA2A87B3-77E9-446E-AAFE-3A15A3F4A617}" dt="2022-03-22T09:56:25.430" v="125" actId="1076"/>
          <ac:cxnSpMkLst>
            <pc:docMk/>
            <pc:sldMk cId="3748362307" sldId="657"/>
            <ac:cxnSpMk id="22" creationId="{37B7C557-1360-4737-A8C8-116260F5F79E}"/>
          </ac:cxnSpMkLst>
        </pc:cxnChg>
        <pc:cxnChg chg="add mod">
          <ac:chgData name="Alexandre Quach" userId="7bb690c8a6e028e4" providerId="LiveId" clId="{EA2A87B3-77E9-446E-AAFE-3A15A3F4A617}" dt="2022-03-22T09:56:25.430" v="125" actId="1076"/>
          <ac:cxnSpMkLst>
            <pc:docMk/>
            <pc:sldMk cId="3748362307" sldId="657"/>
            <ac:cxnSpMk id="23" creationId="{7FA56B7F-79B3-4B4C-A0AF-3C87F56F9B97}"/>
          </ac:cxnSpMkLst>
        </pc:cxnChg>
        <pc:cxnChg chg="add mod">
          <ac:chgData name="Alexandre Quach" userId="7bb690c8a6e028e4" providerId="LiveId" clId="{EA2A87B3-77E9-446E-AAFE-3A15A3F4A617}" dt="2022-03-22T09:56:18.883" v="123" actId="1076"/>
          <ac:cxnSpMkLst>
            <pc:docMk/>
            <pc:sldMk cId="3748362307" sldId="657"/>
            <ac:cxnSpMk id="24" creationId="{27FD884E-4B93-4750-8AEF-0FE33D9CA52D}"/>
          </ac:cxnSpMkLst>
        </pc:cxnChg>
        <pc:cxnChg chg="add mod">
          <ac:chgData name="Alexandre Quach" userId="7bb690c8a6e028e4" providerId="LiveId" clId="{EA2A87B3-77E9-446E-AAFE-3A15A3F4A617}" dt="2022-03-22T09:56:11.124" v="119" actId="1076"/>
          <ac:cxnSpMkLst>
            <pc:docMk/>
            <pc:sldMk cId="3748362307" sldId="657"/>
            <ac:cxnSpMk id="25" creationId="{4DFC2C41-FC15-4FD5-BBE1-A416536B03B2}"/>
          </ac:cxnSpMkLst>
        </pc:cxnChg>
      </pc:sldChg>
      <pc:sldChg chg="modSp mod ord">
        <pc:chgData name="Alexandre Quach" userId="7bb690c8a6e028e4" providerId="LiveId" clId="{EA2A87B3-77E9-446E-AAFE-3A15A3F4A617}" dt="2022-03-23T17:22:26.241" v="9526"/>
        <pc:sldMkLst>
          <pc:docMk/>
          <pc:sldMk cId="1714775356" sldId="659"/>
        </pc:sldMkLst>
        <pc:spChg chg="mod">
          <ac:chgData name="Alexandre Quach" userId="7bb690c8a6e028e4" providerId="LiveId" clId="{EA2A87B3-77E9-446E-AAFE-3A15A3F4A617}" dt="2022-03-22T09:58:07.052" v="173" actId="14100"/>
          <ac:spMkLst>
            <pc:docMk/>
            <pc:sldMk cId="1714775356" sldId="659"/>
            <ac:spMk id="2" creationId="{D05FFD5B-AC47-4127-A8CC-201813401CF1}"/>
          </ac:spMkLst>
        </pc:spChg>
        <pc:graphicFrameChg chg="mod modGraphic">
          <ac:chgData name="Alexandre Quach" userId="7bb690c8a6e028e4" providerId="LiveId" clId="{EA2A87B3-77E9-446E-AAFE-3A15A3F4A617}" dt="2022-03-23T17:22:26.241" v="9526"/>
          <ac:graphicFrameMkLst>
            <pc:docMk/>
            <pc:sldMk cId="1714775356" sldId="659"/>
            <ac:graphicFrameMk id="3" creationId="{DD1C82ED-290A-4282-91BA-89B659C01E2B}"/>
          </ac:graphicFrameMkLst>
        </pc:graphicFrameChg>
      </pc:sldChg>
      <pc:sldChg chg="modSp mod ord">
        <pc:chgData name="Alexandre Quach" userId="7bb690c8a6e028e4" providerId="LiveId" clId="{EA2A87B3-77E9-446E-AAFE-3A15A3F4A617}" dt="2022-03-25T10:20:00.026" v="10039"/>
        <pc:sldMkLst>
          <pc:docMk/>
          <pc:sldMk cId="3369368865" sldId="662"/>
        </pc:sldMkLst>
        <pc:spChg chg="mod">
          <ac:chgData name="Alexandre Quach" userId="7bb690c8a6e028e4" providerId="LiveId" clId="{EA2A87B3-77E9-446E-AAFE-3A15A3F4A617}" dt="2022-03-25T10:20:00.026" v="10039"/>
          <ac:spMkLst>
            <pc:docMk/>
            <pc:sldMk cId="3369368865" sldId="662"/>
            <ac:spMk id="4" creationId="{384779CE-F599-4F0D-9B65-AEC04766BCF1}"/>
          </ac:spMkLst>
        </pc:spChg>
        <pc:spChg chg="mod">
          <ac:chgData name="Alexandre Quach" userId="7bb690c8a6e028e4" providerId="LiveId" clId="{EA2A87B3-77E9-446E-AAFE-3A15A3F4A617}" dt="2022-03-25T09:40:52.149" v="9975"/>
          <ac:spMkLst>
            <pc:docMk/>
            <pc:sldMk cId="3369368865" sldId="662"/>
            <ac:spMk id="44" creationId="{6E006EB5-0229-47D7-8EF9-DEDDA92C502C}"/>
          </ac:spMkLst>
        </pc:spChg>
      </pc:sldChg>
      <pc:sldChg chg="modSp mod">
        <pc:chgData name="Alexandre Quach" userId="7bb690c8a6e028e4" providerId="LiveId" clId="{EA2A87B3-77E9-446E-AAFE-3A15A3F4A617}" dt="2022-03-25T10:20:00.026" v="10039"/>
        <pc:sldMkLst>
          <pc:docMk/>
          <pc:sldMk cId="3954206845" sldId="667"/>
        </pc:sldMkLst>
        <pc:spChg chg="mod">
          <ac:chgData name="Alexandre Quach" userId="7bb690c8a6e028e4" providerId="LiveId" clId="{EA2A87B3-77E9-446E-AAFE-3A15A3F4A617}" dt="2022-03-25T10:20:00.026" v="10039"/>
          <ac:spMkLst>
            <pc:docMk/>
            <pc:sldMk cId="3954206845" sldId="667"/>
            <ac:spMk id="3" creationId="{D12C384B-443A-4C50-AA55-AC834D877D12}"/>
          </ac:spMkLst>
        </pc:spChg>
      </pc:sldChg>
      <pc:sldChg chg="modSp mod ord">
        <pc:chgData name="Alexandre Quach" userId="7bb690c8a6e028e4" providerId="LiveId" clId="{EA2A87B3-77E9-446E-AAFE-3A15A3F4A617}" dt="2022-03-24T08:36:11.368" v="9529" actId="6549"/>
        <pc:sldMkLst>
          <pc:docMk/>
          <pc:sldMk cId="1015549318" sldId="671"/>
        </pc:sldMkLst>
        <pc:spChg chg="mod">
          <ac:chgData name="Alexandre Quach" userId="7bb690c8a6e028e4" providerId="LiveId" clId="{EA2A87B3-77E9-446E-AAFE-3A15A3F4A617}" dt="2022-03-24T08:36:11.368" v="9529" actId="6549"/>
          <ac:spMkLst>
            <pc:docMk/>
            <pc:sldMk cId="1015549318" sldId="671"/>
            <ac:spMk id="2" creationId="{D05FFD5B-AC47-4127-A8CC-201813401CF1}"/>
          </ac:spMkLst>
        </pc:spChg>
      </pc:sldChg>
      <pc:sldChg chg="addSp delSp modSp mod">
        <pc:chgData name="Alexandre Quach" userId="7bb690c8a6e028e4" providerId="LiveId" clId="{EA2A87B3-77E9-446E-AAFE-3A15A3F4A617}" dt="2022-03-22T10:14:41.486" v="526" actId="1076"/>
        <pc:sldMkLst>
          <pc:docMk/>
          <pc:sldMk cId="3127021725" sldId="758"/>
        </pc:sldMkLst>
        <pc:spChg chg="mod">
          <ac:chgData name="Alexandre Quach" userId="7bb690c8a6e028e4" providerId="LiveId" clId="{EA2A87B3-77E9-446E-AAFE-3A15A3F4A617}" dt="2022-03-22T10:11:12.099" v="471" actId="20577"/>
          <ac:spMkLst>
            <pc:docMk/>
            <pc:sldMk cId="3127021725" sldId="758"/>
            <ac:spMk id="3" creationId="{737BA7EA-302A-4050-9FC4-E1AD5090B4AA}"/>
          </ac:spMkLst>
        </pc:spChg>
        <pc:spChg chg="add mod">
          <ac:chgData name="Alexandre Quach" userId="7bb690c8a6e028e4" providerId="LiveId" clId="{EA2A87B3-77E9-446E-AAFE-3A15A3F4A617}" dt="2022-03-22T10:14:41.486" v="526" actId="1076"/>
          <ac:spMkLst>
            <pc:docMk/>
            <pc:sldMk cId="3127021725" sldId="758"/>
            <ac:spMk id="4" creationId="{8C7184D8-50D1-44F1-988C-FEE5332AC9E4}"/>
          </ac:spMkLst>
        </pc:spChg>
        <pc:spChg chg="add mod">
          <ac:chgData name="Alexandre Quach" userId="7bb690c8a6e028e4" providerId="LiveId" clId="{EA2A87B3-77E9-446E-AAFE-3A15A3F4A617}" dt="2022-03-22T10:14:41.486" v="526" actId="1076"/>
          <ac:spMkLst>
            <pc:docMk/>
            <pc:sldMk cId="3127021725" sldId="758"/>
            <ac:spMk id="5" creationId="{4CDE9817-22B5-4024-B02D-D0558732779E}"/>
          </ac:spMkLst>
        </pc:spChg>
        <pc:spChg chg="add mod">
          <ac:chgData name="Alexandre Quach" userId="7bb690c8a6e028e4" providerId="LiveId" clId="{EA2A87B3-77E9-446E-AAFE-3A15A3F4A617}" dt="2022-03-22T10:14:41.486" v="526" actId="1076"/>
          <ac:spMkLst>
            <pc:docMk/>
            <pc:sldMk cId="3127021725" sldId="758"/>
            <ac:spMk id="6" creationId="{24DF7AB4-62A0-4F73-B8AB-989FC2856F81}"/>
          </ac:spMkLst>
        </pc:spChg>
        <pc:spChg chg="add mod">
          <ac:chgData name="Alexandre Quach" userId="7bb690c8a6e028e4" providerId="LiveId" clId="{EA2A87B3-77E9-446E-AAFE-3A15A3F4A617}" dt="2022-03-22T10:14:41.486" v="526" actId="1076"/>
          <ac:spMkLst>
            <pc:docMk/>
            <pc:sldMk cId="3127021725" sldId="758"/>
            <ac:spMk id="9" creationId="{4C18966C-27E7-4D1E-9DB8-A00A35A846D1}"/>
          </ac:spMkLst>
        </pc:spChg>
        <pc:spChg chg="add mod">
          <ac:chgData name="Alexandre Quach" userId="7bb690c8a6e028e4" providerId="LiveId" clId="{EA2A87B3-77E9-446E-AAFE-3A15A3F4A617}" dt="2022-03-22T10:14:41.486" v="526" actId="1076"/>
          <ac:spMkLst>
            <pc:docMk/>
            <pc:sldMk cId="3127021725" sldId="758"/>
            <ac:spMk id="10" creationId="{614A4909-DBA1-441A-91CD-76FD9DE0A6B1}"/>
          </ac:spMkLst>
        </pc:spChg>
        <pc:spChg chg="add mod">
          <ac:chgData name="Alexandre Quach" userId="7bb690c8a6e028e4" providerId="LiveId" clId="{EA2A87B3-77E9-446E-AAFE-3A15A3F4A617}" dt="2022-03-22T10:14:41.486" v="526" actId="1076"/>
          <ac:spMkLst>
            <pc:docMk/>
            <pc:sldMk cId="3127021725" sldId="758"/>
            <ac:spMk id="11" creationId="{9EAABB7F-0A77-4D69-96D5-6BCD1EC0EC9B}"/>
          </ac:spMkLst>
        </pc:spChg>
        <pc:spChg chg="add mod">
          <ac:chgData name="Alexandre Quach" userId="7bb690c8a6e028e4" providerId="LiveId" clId="{EA2A87B3-77E9-446E-AAFE-3A15A3F4A617}" dt="2022-03-22T10:14:41.486" v="526" actId="1076"/>
          <ac:spMkLst>
            <pc:docMk/>
            <pc:sldMk cId="3127021725" sldId="758"/>
            <ac:spMk id="21" creationId="{28A5CA65-374A-45A5-AD86-A4A9F798A977}"/>
          </ac:spMkLst>
        </pc:spChg>
        <pc:spChg chg="add mod">
          <ac:chgData name="Alexandre Quach" userId="7bb690c8a6e028e4" providerId="LiveId" clId="{EA2A87B3-77E9-446E-AAFE-3A15A3F4A617}" dt="2022-03-22T10:14:41.486" v="526" actId="1076"/>
          <ac:spMkLst>
            <pc:docMk/>
            <pc:sldMk cId="3127021725" sldId="758"/>
            <ac:spMk id="26" creationId="{634FAA31-6DBC-437B-B0B7-704DD6BFB35A}"/>
          </ac:spMkLst>
        </pc:spChg>
        <pc:spChg chg="add mod">
          <ac:chgData name="Alexandre Quach" userId="7bb690c8a6e028e4" providerId="LiveId" clId="{EA2A87B3-77E9-446E-AAFE-3A15A3F4A617}" dt="2022-03-22T10:14:41.486" v="526" actId="1076"/>
          <ac:spMkLst>
            <pc:docMk/>
            <pc:sldMk cId="3127021725" sldId="758"/>
            <ac:spMk id="41" creationId="{C732A839-CDBE-4E78-BE85-633DBA55E01A}"/>
          </ac:spMkLst>
        </pc:spChg>
        <pc:spChg chg="add mod">
          <ac:chgData name="Alexandre Quach" userId="7bb690c8a6e028e4" providerId="LiveId" clId="{EA2A87B3-77E9-446E-AAFE-3A15A3F4A617}" dt="2022-03-22T10:14:41.486" v="526" actId="1076"/>
          <ac:spMkLst>
            <pc:docMk/>
            <pc:sldMk cId="3127021725" sldId="758"/>
            <ac:spMk id="42" creationId="{025F19A5-3F85-42C7-AC26-26F8F1C80556}"/>
          </ac:spMkLst>
        </pc:spChg>
        <pc:spChg chg="add mod">
          <ac:chgData name="Alexandre Quach" userId="7bb690c8a6e028e4" providerId="LiveId" clId="{EA2A87B3-77E9-446E-AAFE-3A15A3F4A617}" dt="2022-03-22T10:14:41.486" v="526" actId="1076"/>
          <ac:spMkLst>
            <pc:docMk/>
            <pc:sldMk cId="3127021725" sldId="758"/>
            <ac:spMk id="49" creationId="{36276686-1D4B-4B59-9922-33F39BBD2715}"/>
          </ac:spMkLst>
        </pc:spChg>
        <pc:spChg chg="add mod">
          <ac:chgData name="Alexandre Quach" userId="7bb690c8a6e028e4" providerId="LiveId" clId="{EA2A87B3-77E9-446E-AAFE-3A15A3F4A617}" dt="2022-03-22T10:14:41.486" v="526" actId="1076"/>
          <ac:spMkLst>
            <pc:docMk/>
            <pc:sldMk cId="3127021725" sldId="758"/>
            <ac:spMk id="50" creationId="{D9143EE8-D5EA-4704-911D-8A360B5158A4}"/>
          </ac:spMkLst>
        </pc:spChg>
        <pc:spChg chg="add mod">
          <ac:chgData name="Alexandre Quach" userId="7bb690c8a6e028e4" providerId="LiveId" clId="{EA2A87B3-77E9-446E-AAFE-3A15A3F4A617}" dt="2022-03-22T10:14:41.486" v="526" actId="1076"/>
          <ac:spMkLst>
            <pc:docMk/>
            <pc:sldMk cId="3127021725" sldId="758"/>
            <ac:spMk id="51" creationId="{CA78F5D6-E7B1-4913-B516-C70AAE6EE5E3}"/>
          </ac:spMkLst>
        </pc:spChg>
        <pc:spChg chg="add mod">
          <ac:chgData name="Alexandre Quach" userId="7bb690c8a6e028e4" providerId="LiveId" clId="{EA2A87B3-77E9-446E-AAFE-3A15A3F4A617}" dt="2022-03-22T10:14:41.486" v="526" actId="1076"/>
          <ac:spMkLst>
            <pc:docMk/>
            <pc:sldMk cId="3127021725" sldId="758"/>
            <ac:spMk id="52" creationId="{2879CEED-D616-4107-931D-1E01B2C0B5D7}"/>
          </ac:spMkLst>
        </pc:spChg>
        <pc:grpChg chg="add mod">
          <ac:chgData name="Alexandre Quach" userId="7bb690c8a6e028e4" providerId="LiveId" clId="{EA2A87B3-77E9-446E-AAFE-3A15A3F4A617}" dt="2022-03-22T10:14:41.486" v="526" actId="1076"/>
          <ac:grpSpMkLst>
            <pc:docMk/>
            <pc:sldMk cId="3127021725" sldId="758"/>
            <ac:grpSpMk id="29" creationId="{7DAF7439-4EB2-4152-8A7B-FBACD5664FDB}"/>
          </ac:grpSpMkLst>
        </pc:grpChg>
        <pc:grpChg chg="add mod">
          <ac:chgData name="Alexandre Quach" userId="7bb690c8a6e028e4" providerId="LiveId" clId="{EA2A87B3-77E9-446E-AAFE-3A15A3F4A617}" dt="2022-03-22T10:14:41.486" v="526" actId="1076"/>
          <ac:grpSpMkLst>
            <pc:docMk/>
            <pc:sldMk cId="3127021725" sldId="758"/>
            <ac:grpSpMk id="32" creationId="{D3CE2C2C-9626-4736-98E6-6CAF8B5C49B3}"/>
          </ac:grpSpMkLst>
        </pc:grpChg>
        <pc:picChg chg="add mod">
          <ac:chgData name="Alexandre Quach" userId="7bb690c8a6e028e4" providerId="LiveId" clId="{EA2A87B3-77E9-446E-AAFE-3A15A3F4A617}" dt="2022-03-22T10:14:41.486" v="526" actId="1076"/>
          <ac:picMkLst>
            <pc:docMk/>
            <pc:sldMk cId="3127021725" sldId="758"/>
            <ac:picMk id="27" creationId="{10121F19-3481-4601-BDFE-5C55EF13ED9A}"/>
          </ac:picMkLst>
        </pc:picChg>
        <pc:picChg chg="add mod">
          <ac:chgData name="Alexandre Quach" userId="7bb690c8a6e028e4" providerId="LiveId" clId="{EA2A87B3-77E9-446E-AAFE-3A15A3F4A617}" dt="2022-03-22T10:14:41.486" v="526" actId="1076"/>
          <ac:picMkLst>
            <pc:docMk/>
            <pc:sldMk cId="3127021725" sldId="758"/>
            <ac:picMk id="28" creationId="{8D9078EB-6967-43F1-B5EC-41200257A721}"/>
          </ac:picMkLst>
        </pc:picChg>
        <pc:picChg chg="mod">
          <ac:chgData name="Alexandre Quach" userId="7bb690c8a6e028e4" providerId="LiveId" clId="{EA2A87B3-77E9-446E-AAFE-3A15A3F4A617}" dt="2022-03-22T10:12:29.496" v="493"/>
          <ac:picMkLst>
            <pc:docMk/>
            <pc:sldMk cId="3127021725" sldId="758"/>
            <ac:picMk id="30" creationId="{8C8ED4F9-8AE2-4625-870C-0C5DC33987BE}"/>
          </ac:picMkLst>
        </pc:picChg>
        <pc:picChg chg="mod">
          <ac:chgData name="Alexandre Quach" userId="7bb690c8a6e028e4" providerId="LiveId" clId="{EA2A87B3-77E9-446E-AAFE-3A15A3F4A617}" dt="2022-03-22T10:12:29.496" v="493"/>
          <ac:picMkLst>
            <pc:docMk/>
            <pc:sldMk cId="3127021725" sldId="758"/>
            <ac:picMk id="31" creationId="{DC3C95A6-0608-4F87-8A67-3E6D19033555}"/>
          </ac:picMkLst>
        </pc:picChg>
        <pc:picChg chg="mod">
          <ac:chgData name="Alexandre Quach" userId="7bb690c8a6e028e4" providerId="LiveId" clId="{EA2A87B3-77E9-446E-AAFE-3A15A3F4A617}" dt="2022-03-22T10:12:29.496" v="493"/>
          <ac:picMkLst>
            <pc:docMk/>
            <pc:sldMk cId="3127021725" sldId="758"/>
            <ac:picMk id="33" creationId="{51C17B7D-9E9B-4F39-BB41-92F95661A573}"/>
          </ac:picMkLst>
        </pc:picChg>
        <pc:picChg chg="mod">
          <ac:chgData name="Alexandre Quach" userId="7bb690c8a6e028e4" providerId="LiveId" clId="{EA2A87B3-77E9-446E-AAFE-3A15A3F4A617}" dt="2022-03-22T10:12:29.496" v="493"/>
          <ac:picMkLst>
            <pc:docMk/>
            <pc:sldMk cId="3127021725" sldId="758"/>
            <ac:picMk id="34" creationId="{98F20766-139E-4616-8048-4DA5F855CE7A}"/>
          </ac:picMkLst>
        </pc:picChg>
        <pc:picChg chg="add del mod">
          <ac:chgData name="Alexandre Quach" userId="7bb690c8a6e028e4" providerId="LiveId" clId="{EA2A87B3-77E9-446E-AAFE-3A15A3F4A617}" dt="2022-03-22T10:12:35.395" v="495" actId="478"/>
          <ac:picMkLst>
            <pc:docMk/>
            <pc:sldMk cId="3127021725" sldId="758"/>
            <ac:picMk id="35" creationId="{D420633C-4B9A-452D-B979-92898B333F9B}"/>
          </ac:picMkLst>
        </pc:picChg>
        <pc:picChg chg="add mod">
          <ac:chgData name="Alexandre Quach" userId="7bb690c8a6e028e4" providerId="LiveId" clId="{EA2A87B3-77E9-446E-AAFE-3A15A3F4A617}" dt="2022-03-22T10:14:41.486" v="526" actId="1076"/>
          <ac:picMkLst>
            <pc:docMk/>
            <pc:sldMk cId="3127021725" sldId="758"/>
            <ac:picMk id="36" creationId="{12588907-77FB-4536-902A-FD6CA5273496}"/>
          </ac:picMkLst>
        </pc:picChg>
        <pc:picChg chg="add del mod">
          <ac:chgData name="Alexandre Quach" userId="7bb690c8a6e028e4" providerId="LiveId" clId="{EA2A87B3-77E9-446E-AAFE-3A15A3F4A617}" dt="2022-03-22T10:12:35.395" v="495" actId="478"/>
          <ac:picMkLst>
            <pc:docMk/>
            <pc:sldMk cId="3127021725" sldId="758"/>
            <ac:picMk id="37" creationId="{82D05937-D88D-4DAA-AD9A-3C3A99D734BE}"/>
          </ac:picMkLst>
        </pc:picChg>
        <pc:picChg chg="add mod">
          <ac:chgData name="Alexandre Quach" userId="7bb690c8a6e028e4" providerId="LiveId" clId="{EA2A87B3-77E9-446E-AAFE-3A15A3F4A617}" dt="2022-03-22T10:14:41.486" v="526" actId="1076"/>
          <ac:picMkLst>
            <pc:docMk/>
            <pc:sldMk cId="3127021725" sldId="758"/>
            <ac:picMk id="38" creationId="{97B1ED44-12F1-4A74-9234-66B187E70A39}"/>
          </ac:picMkLst>
        </pc:picChg>
        <pc:picChg chg="add mod">
          <ac:chgData name="Alexandre Quach" userId="7bb690c8a6e028e4" providerId="LiveId" clId="{EA2A87B3-77E9-446E-AAFE-3A15A3F4A617}" dt="2022-03-22T10:14:41.486" v="526" actId="1076"/>
          <ac:picMkLst>
            <pc:docMk/>
            <pc:sldMk cId="3127021725" sldId="758"/>
            <ac:picMk id="39" creationId="{F7B9A3F5-827F-49FF-B53D-C944B136C882}"/>
          </ac:picMkLst>
        </pc:picChg>
        <pc:picChg chg="add mod">
          <ac:chgData name="Alexandre Quach" userId="7bb690c8a6e028e4" providerId="LiveId" clId="{EA2A87B3-77E9-446E-AAFE-3A15A3F4A617}" dt="2022-03-22T10:14:41.486" v="526" actId="1076"/>
          <ac:picMkLst>
            <pc:docMk/>
            <pc:sldMk cId="3127021725" sldId="758"/>
            <ac:picMk id="40" creationId="{CE545B33-FAC6-48F9-84CF-C28D9B75BBAA}"/>
          </ac:picMkLst>
        </pc:picChg>
        <pc:picChg chg="add mod">
          <ac:chgData name="Alexandre Quach" userId="7bb690c8a6e028e4" providerId="LiveId" clId="{EA2A87B3-77E9-446E-AAFE-3A15A3F4A617}" dt="2022-03-22T10:14:41.486" v="526" actId="1076"/>
          <ac:picMkLst>
            <pc:docMk/>
            <pc:sldMk cId="3127021725" sldId="758"/>
            <ac:picMk id="43" creationId="{989034F5-5861-4D78-B0D5-1ACC2F823EDB}"/>
          </ac:picMkLst>
        </pc:picChg>
        <pc:picChg chg="add mod">
          <ac:chgData name="Alexandre Quach" userId="7bb690c8a6e028e4" providerId="LiveId" clId="{EA2A87B3-77E9-446E-AAFE-3A15A3F4A617}" dt="2022-03-22T10:14:41.486" v="526" actId="1076"/>
          <ac:picMkLst>
            <pc:docMk/>
            <pc:sldMk cId="3127021725" sldId="758"/>
            <ac:picMk id="44" creationId="{3C426C09-BB0A-44AD-9E84-E1479043E7D5}"/>
          </ac:picMkLst>
        </pc:picChg>
        <pc:picChg chg="add mod">
          <ac:chgData name="Alexandre Quach" userId="7bb690c8a6e028e4" providerId="LiveId" clId="{EA2A87B3-77E9-446E-AAFE-3A15A3F4A617}" dt="2022-03-22T10:14:41.486" v="526" actId="1076"/>
          <ac:picMkLst>
            <pc:docMk/>
            <pc:sldMk cId="3127021725" sldId="758"/>
            <ac:picMk id="47" creationId="{289F63A3-336F-48AD-AE4A-D408DBA5E7A1}"/>
          </ac:picMkLst>
        </pc:picChg>
        <pc:picChg chg="add mod">
          <ac:chgData name="Alexandre Quach" userId="7bb690c8a6e028e4" providerId="LiveId" clId="{EA2A87B3-77E9-446E-AAFE-3A15A3F4A617}" dt="2022-03-22T10:14:41.486" v="526" actId="1076"/>
          <ac:picMkLst>
            <pc:docMk/>
            <pc:sldMk cId="3127021725" sldId="758"/>
            <ac:picMk id="48" creationId="{F02FA2C1-5F12-4446-A4ED-06A6B37B472F}"/>
          </ac:picMkLst>
        </pc:picChg>
        <pc:picChg chg="add mod">
          <ac:chgData name="Alexandre Quach" userId="7bb690c8a6e028e4" providerId="LiveId" clId="{EA2A87B3-77E9-446E-AAFE-3A15A3F4A617}" dt="2022-03-22T10:14:41.486" v="526" actId="1076"/>
          <ac:picMkLst>
            <pc:docMk/>
            <pc:sldMk cId="3127021725" sldId="758"/>
            <ac:picMk id="53" creationId="{5027F6C4-E219-425D-8977-E721AAD19791}"/>
          </ac:picMkLst>
        </pc:picChg>
        <pc:picChg chg="add mod">
          <ac:chgData name="Alexandre Quach" userId="7bb690c8a6e028e4" providerId="LiveId" clId="{EA2A87B3-77E9-446E-AAFE-3A15A3F4A617}" dt="2022-03-22T10:14:41.486" v="526" actId="1076"/>
          <ac:picMkLst>
            <pc:docMk/>
            <pc:sldMk cId="3127021725" sldId="758"/>
            <ac:picMk id="54" creationId="{D6C14767-665B-4C64-9917-4EA57AB73932}"/>
          </ac:picMkLst>
        </pc:picChg>
        <pc:picChg chg="add mod">
          <ac:chgData name="Alexandre Quach" userId="7bb690c8a6e028e4" providerId="LiveId" clId="{EA2A87B3-77E9-446E-AAFE-3A15A3F4A617}" dt="2022-03-22T10:14:41.486" v="526" actId="1076"/>
          <ac:picMkLst>
            <pc:docMk/>
            <pc:sldMk cId="3127021725" sldId="758"/>
            <ac:picMk id="61" creationId="{9E6B3D45-00B1-4AB1-A87E-E58BEA0A42E3}"/>
          </ac:picMkLst>
        </pc:picChg>
        <pc:picChg chg="add mod modCrop">
          <ac:chgData name="Alexandre Quach" userId="7bb690c8a6e028e4" providerId="LiveId" clId="{EA2A87B3-77E9-446E-AAFE-3A15A3F4A617}" dt="2022-03-22T10:14:41.486" v="526" actId="1076"/>
          <ac:picMkLst>
            <pc:docMk/>
            <pc:sldMk cId="3127021725" sldId="758"/>
            <ac:picMk id="62" creationId="{BAD7B4D6-E5AF-4F32-AA56-64F960D37D7D}"/>
          </ac:picMkLst>
        </pc:picChg>
        <pc:cxnChg chg="add mod">
          <ac:chgData name="Alexandre Quach" userId="7bb690c8a6e028e4" providerId="LiveId" clId="{EA2A87B3-77E9-446E-AAFE-3A15A3F4A617}" dt="2022-03-22T10:14:41.486" v="526" actId="1076"/>
          <ac:cxnSpMkLst>
            <pc:docMk/>
            <pc:sldMk cId="3127021725" sldId="758"/>
            <ac:cxnSpMk id="7" creationId="{68D273C6-8950-4726-9D2E-566CD61F231C}"/>
          </ac:cxnSpMkLst>
        </pc:cxnChg>
        <pc:cxnChg chg="add mod">
          <ac:chgData name="Alexandre Quach" userId="7bb690c8a6e028e4" providerId="LiveId" clId="{EA2A87B3-77E9-446E-AAFE-3A15A3F4A617}" dt="2022-03-22T10:14:41.486" v="526" actId="1076"/>
          <ac:cxnSpMkLst>
            <pc:docMk/>
            <pc:sldMk cId="3127021725" sldId="758"/>
            <ac:cxnSpMk id="8" creationId="{CECB2210-27C7-40DD-9EAB-D6DFC90F2C81}"/>
          </ac:cxnSpMkLst>
        </pc:cxnChg>
        <pc:cxnChg chg="add mod">
          <ac:chgData name="Alexandre Quach" userId="7bb690c8a6e028e4" providerId="LiveId" clId="{EA2A87B3-77E9-446E-AAFE-3A15A3F4A617}" dt="2022-03-22T10:14:41.486" v="526" actId="1076"/>
          <ac:cxnSpMkLst>
            <pc:docMk/>
            <pc:sldMk cId="3127021725" sldId="758"/>
            <ac:cxnSpMk id="12" creationId="{91C278D6-F755-4C27-83A4-647AC7F81257}"/>
          </ac:cxnSpMkLst>
        </pc:cxnChg>
        <pc:cxnChg chg="add mod">
          <ac:chgData name="Alexandre Quach" userId="7bb690c8a6e028e4" providerId="LiveId" clId="{EA2A87B3-77E9-446E-AAFE-3A15A3F4A617}" dt="2022-03-22T10:14:41.486" v="526" actId="1076"/>
          <ac:cxnSpMkLst>
            <pc:docMk/>
            <pc:sldMk cId="3127021725" sldId="758"/>
            <ac:cxnSpMk id="13" creationId="{3F54E7C6-02C0-45BA-B6FE-CDCCEE7FC1AC}"/>
          </ac:cxnSpMkLst>
        </pc:cxnChg>
        <pc:cxnChg chg="add mod">
          <ac:chgData name="Alexandre Quach" userId="7bb690c8a6e028e4" providerId="LiveId" clId="{EA2A87B3-77E9-446E-AAFE-3A15A3F4A617}" dt="2022-03-22T10:14:41.486" v="526" actId="1076"/>
          <ac:cxnSpMkLst>
            <pc:docMk/>
            <pc:sldMk cId="3127021725" sldId="758"/>
            <ac:cxnSpMk id="14" creationId="{0A04B12A-F372-4879-9C64-946CC435DADF}"/>
          </ac:cxnSpMkLst>
        </pc:cxnChg>
        <pc:cxnChg chg="add mod">
          <ac:chgData name="Alexandre Quach" userId="7bb690c8a6e028e4" providerId="LiveId" clId="{EA2A87B3-77E9-446E-AAFE-3A15A3F4A617}" dt="2022-03-22T10:14:41.486" v="526" actId="1076"/>
          <ac:cxnSpMkLst>
            <pc:docMk/>
            <pc:sldMk cId="3127021725" sldId="758"/>
            <ac:cxnSpMk id="17" creationId="{7698326C-33BC-45C5-BC55-8A4250B4DB35}"/>
          </ac:cxnSpMkLst>
        </pc:cxnChg>
        <pc:cxnChg chg="add mod">
          <ac:chgData name="Alexandre Quach" userId="7bb690c8a6e028e4" providerId="LiveId" clId="{EA2A87B3-77E9-446E-AAFE-3A15A3F4A617}" dt="2022-03-22T10:14:41.486" v="526" actId="1076"/>
          <ac:cxnSpMkLst>
            <pc:docMk/>
            <pc:sldMk cId="3127021725" sldId="758"/>
            <ac:cxnSpMk id="55" creationId="{550C4954-C91D-4C56-B37A-1F9709D7AE1E}"/>
          </ac:cxnSpMkLst>
        </pc:cxnChg>
        <pc:cxnChg chg="add mod">
          <ac:chgData name="Alexandre Quach" userId="7bb690c8a6e028e4" providerId="LiveId" clId="{EA2A87B3-77E9-446E-AAFE-3A15A3F4A617}" dt="2022-03-22T10:14:41.486" v="526" actId="1076"/>
          <ac:cxnSpMkLst>
            <pc:docMk/>
            <pc:sldMk cId="3127021725" sldId="758"/>
            <ac:cxnSpMk id="58" creationId="{36AB2091-73B8-44EB-AFCA-E398C67384A4}"/>
          </ac:cxnSpMkLst>
        </pc:cxnChg>
      </pc:sldChg>
      <pc:sldChg chg="addSp delSp modSp mod">
        <pc:chgData name="Alexandre Quach" userId="7bb690c8a6e028e4" providerId="LiveId" clId="{EA2A87B3-77E9-446E-AAFE-3A15A3F4A617}" dt="2022-03-22T10:46:32.506" v="1195" actId="20577"/>
        <pc:sldMkLst>
          <pc:docMk/>
          <pc:sldMk cId="19967769" sldId="784"/>
        </pc:sldMkLst>
        <pc:spChg chg="add mod ord">
          <ac:chgData name="Alexandre Quach" userId="7bb690c8a6e028e4" providerId="LiveId" clId="{EA2A87B3-77E9-446E-AAFE-3A15A3F4A617}" dt="2022-03-22T10:46:15.486" v="1170" actId="404"/>
          <ac:spMkLst>
            <pc:docMk/>
            <pc:sldMk cId="19967769" sldId="784"/>
            <ac:spMk id="26" creationId="{BD995149-786D-4327-A4F9-3C18459BACCC}"/>
          </ac:spMkLst>
        </pc:spChg>
        <pc:spChg chg="add mod ord">
          <ac:chgData name="Alexandre Quach" userId="7bb690c8a6e028e4" providerId="LiveId" clId="{EA2A87B3-77E9-446E-AAFE-3A15A3F4A617}" dt="2022-03-22T10:46:15.486" v="1170" actId="404"/>
          <ac:spMkLst>
            <pc:docMk/>
            <pc:sldMk cId="19967769" sldId="784"/>
            <ac:spMk id="28" creationId="{5C9E9820-E327-4871-B500-DCD9D8D8E902}"/>
          </ac:spMkLst>
        </pc:spChg>
        <pc:spChg chg="add mod ord">
          <ac:chgData name="Alexandre Quach" userId="7bb690c8a6e028e4" providerId="LiveId" clId="{EA2A87B3-77E9-446E-AAFE-3A15A3F4A617}" dt="2022-03-22T10:46:26.889" v="1187" actId="20577"/>
          <ac:spMkLst>
            <pc:docMk/>
            <pc:sldMk cId="19967769" sldId="784"/>
            <ac:spMk id="29" creationId="{AD62614F-2907-446D-9F43-26A0A59AB05C}"/>
          </ac:spMkLst>
        </pc:spChg>
        <pc:spChg chg="add mod ord">
          <ac:chgData name="Alexandre Quach" userId="7bb690c8a6e028e4" providerId="LiveId" clId="{EA2A87B3-77E9-446E-AAFE-3A15A3F4A617}" dt="2022-03-22T10:46:21.041" v="1178" actId="20577"/>
          <ac:spMkLst>
            <pc:docMk/>
            <pc:sldMk cId="19967769" sldId="784"/>
            <ac:spMk id="30" creationId="{41AB2C86-6D35-436B-9676-B5D1113F4397}"/>
          </ac:spMkLst>
        </pc:spChg>
        <pc:spChg chg="add mod ord">
          <ac:chgData name="Alexandre Quach" userId="7bb690c8a6e028e4" providerId="LiveId" clId="{EA2A87B3-77E9-446E-AAFE-3A15A3F4A617}" dt="2022-03-22T10:46:32.506" v="1195" actId="20577"/>
          <ac:spMkLst>
            <pc:docMk/>
            <pc:sldMk cId="19967769" sldId="784"/>
            <ac:spMk id="31" creationId="{EC07FA9A-52F7-4B18-AB8B-B20544E5BF02}"/>
          </ac:spMkLst>
        </pc:spChg>
        <pc:spChg chg="mod">
          <ac:chgData name="Alexandre Quach" userId="7bb690c8a6e028e4" providerId="LiveId" clId="{EA2A87B3-77E9-446E-AAFE-3A15A3F4A617}" dt="2022-03-22T10:45:18.202" v="1139" actId="20577"/>
          <ac:spMkLst>
            <pc:docMk/>
            <pc:sldMk cId="19967769" sldId="784"/>
            <ac:spMk id="217" creationId="{2551ADE9-39AD-4FBE-A8DB-62C155F9EBF7}"/>
          </ac:spMkLst>
        </pc:spChg>
        <pc:spChg chg="del mod">
          <ac:chgData name="Alexandre Quach" userId="7bb690c8a6e028e4" providerId="LiveId" clId="{EA2A87B3-77E9-446E-AAFE-3A15A3F4A617}" dt="2022-03-22T10:45:38.257" v="1142" actId="478"/>
          <ac:spMkLst>
            <pc:docMk/>
            <pc:sldMk cId="19967769" sldId="784"/>
            <ac:spMk id="314" creationId="{DC24A43B-69E8-45C5-9C31-33572C4A46A8}"/>
          </ac:spMkLst>
        </pc:spChg>
        <pc:spChg chg="del">
          <ac:chgData name="Alexandre Quach" userId="7bb690c8a6e028e4" providerId="LiveId" clId="{EA2A87B3-77E9-446E-AAFE-3A15A3F4A617}" dt="2022-03-22T10:45:38.257" v="1142" actId="478"/>
          <ac:spMkLst>
            <pc:docMk/>
            <pc:sldMk cId="19967769" sldId="784"/>
            <ac:spMk id="352" creationId="{E4F3AE4D-62DC-4DA4-BD05-A84C7D5BE06D}"/>
          </ac:spMkLst>
        </pc:spChg>
        <pc:spChg chg="del">
          <ac:chgData name="Alexandre Quach" userId="7bb690c8a6e028e4" providerId="LiveId" clId="{EA2A87B3-77E9-446E-AAFE-3A15A3F4A617}" dt="2022-03-22T10:45:38.257" v="1142" actId="478"/>
          <ac:spMkLst>
            <pc:docMk/>
            <pc:sldMk cId="19967769" sldId="784"/>
            <ac:spMk id="353" creationId="{60CFACDF-B8EC-4570-9734-77C24575EAA4}"/>
          </ac:spMkLst>
        </pc:spChg>
        <pc:spChg chg="del">
          <ac:chgData name="Alexandre Quach" userId="7bb690c8a6e028e4" providerId="LiveId" clId="{EA2A87B3-77E9-446E-AAFE-3A15A3F4A617}" dt="2022-03-22T10:45:38.257" v="1142" actId="478"/>
          <ac:spMkLst>
            <pc:docMk/>
            <pc:sldMk cId="19967769" sldId="784"/>
            <ac:spMk id="354" creationId="{270A6E38-A4E0-4CA2-B4CE-8FA66D8EA00B}"/>
          </ac:spMkLst>
        </pc:spChg>
        <pc:spChg chg="del">
          <ac:chgData name="Alexandre Quach" userId="7bb690c8a6e028e4" providerId="LiveId" clId="{EA2A87B3-77E9-446E-AAFE-3A15A3F4A617}" dt="2022-03-22T10:45:38.257" v="1142" actId="478"/>
          <ac:spMkLst>
            <pc:docMk/>
            <pc:sldMk cId="19967769" sldId="784"/>
            <ac:spMk id="454" creationId="{85B0C092-D66A-4477-A67F-D182C1E25D7D}"/>
          </ac:spMkLst>
        </pc:spChg>
      </pc:sldChg>
      <pc:sldChg chg="addSp delSp modSp new mod modClrScheme chgLayout">
        <pc:chgData name="Alexandre Quach" userId="7bb690c8a6e028e4" providerId="LiveId" clId="{EA2A87B3-77E9-446E-AAFE-3A15A3F4A617}" dt="2022-03-22T12:02:31.854" v="1804" actId="1076"/>
        <pc:sldMkLst>
          <pc:docMk/>
          <pc:sldMk cId="3452107211" sldId="785"/>
        </pc:sldMkLst>
        <pc:spChg chg="del mod ord">
          <ac:chgData name="Alexandre Quach" userId="7bb690c8a6e028e4" providerId="LiveId" clId="{EA2A87B3-77E9-446E-AAFE-3A15A3F4A617}" dt="2022-03-22T10:49:34.379" v="1197" actId="700"/>
          <ac:spMkLst>
            <pc:docMk/>
            <pc:sldMk cId="3452107211" sldId="785"/>
            <ac:spMk id="2" creationId="{8F1DCA81-8599-4A21-9560-FB8B26890BEA}"/>
          </ac:spMkLst>
        </pc:spChg>
        <pc:spChg chg="del mod ord">
          <ac:chgData name="Alexandre Quach" userId="7bb690c8a6e028e4" providerId="LiveId" clId="{EA2A87B3-77E9-446E-AAFE-3A15A3F4A617}" dt="2022-03-22T10:49:34.379" v="1197" actId="700"/>
          <ac:spMkLst>
            <pc:docMk/>
            <pc:sldMk cId="3452107211" sldId="785"/>
            <ac:spMk id="3" creationId="{B2A5F023-B105-49BB-9905-61440483E1DC}"/>
          </ac:spMkLst>
        </pc:spChg>
        <pc:spChg chg="del">
          <ac:chgData name="Alexandre Quach" userId="7bb690c8a6e028e4" providerId="LiveId" clId="{EA2A87B3-77E9-446E-AAFE-3A15A3F4A617}" dt="2022-03-22T10:49:34.379" v="1197" actId="700"/>
          <ac:spMkLst>
            <pc:docMk/>
            <pc:sldMk cId="3452107211" sldId="785"/>
            <ac:spMk id="4" creationId="{8B36EFD9-6A0A-47F8-B287-7D984777D9CF}"/>
          </ac:spMkLst>
        </pc:spChg>
        <pc:spChg chg="del">
          <ac:chgData name="Alexandre Quach" userId="7bb690c8a6e028e4" providerId="LiveId" clId="{EA2A87B3-77E9-446E-AAFE-3A15A3F4A617}" dt="2022-03-22T10:49:34.379" v="1197" actId="700"/>
          <ac:spMkLst>
            <pc:docMk/>
            <pc:sldMk cId="3452107211" sldId="785"/>
            <ac:spMk id="5" creationId="{61E5DF02-211F-42D5-96D4-37A063AF38E9}"/>
          </ac:spMkLst>
        </pc:spChg>
        <pc:spChg chg="del">
          <ac:chgData name="Alexandre Quach" userId="7bb690c8a6e028e4" providerId="LiveId" clId="{EA2A87B3-77E9-446E-AAFE-3A15A3F4A617}" dt="2022-03-22T10:49:34.379" v="1197" actId="700"/>
          <ac:spMkLst>
            <pc:docMk/>
            <pc:sldMk cId="3452107211" sldId="785"/>
            <ac:spMk id="6" creationId="{70156DFE-8455-4477-9C31-D81FDE61270E}"/>
          </ac:spMkLst>
        </pc:spChg>
        <pc:spChg chg="del">
          <ac:chgData name="Alexandre Quach" userId="7bb690c8a6e028e4" providerId="LiveId" clId="{EA2A87B3-77E9-446E-AAFE-3A15A3F4A617}" dt="2022-03-22T10:49:34.379" v="1197" actId="700"/>
          <ac:spMkLst>
            <pc:docMk/>
            <pc:sldMk cId="3452107211" sldId="785"/>
            <ac:spMk id="7" creationId="{25A6A300-5067-4232-BDFF-A531FAB66824}"/>
          </ac:spMkLst>
        </pc:spChg>
        <pc:spChg chg="del">
          <ac:chgData name="Alexandre Quach" userId="7bb690c8a6e028e4" providerId="LiveId" clId="{EA2A87B3-77E9-446E-AAFE-3A15A3F4A617}" dt="2022-03-22T10:49:34.379" v="1197" actId="700"/>
          <ac:spMkLst>
            <pc:docMk/>
            <pc:sldMk cId="3452107211" sldId="785"/>
            <ac:spMk id="8" creationId="{3B131467-5BDF-4D92-96DC-E941D2393362}"/>
          </ac:spMkLst>
        </pc:spChg>
        <pc:spChg chg="add mod ord">
          <ac:chgData name="Alexandre Quach" userId="7bb690c8a6e028e4" providerId="LiveId" clId="{EA2A87B3-77E9-446E-AAFE-3A15A3F4A617}" dt="2022-03-22T10:51:53.155" v="1350" actId="404"/>
          <ac:spMkLst>
            <pc:docMk/>
            <pc:sldMk cId="3452107211" sldId="785"/>
            <ac:spMk id="9" creationId="{72BCD113-BECA-4D91-B19C-73AAD8F85D65}"/>
          </ac:spMkLst>
        </pc:spChg>
        <pc:spChg chg="add del mod ord">
          <ac:chgData name="Alexandre Quach" userId="7bb690c8a6e028e4" providerId="LiveId" clId="{EA2A87B3-77E9-446E-AAFE-3A15A3F4A617}" dt="2022-03-22T10:49:50.042" v="1245" actId="478"/>
          <ac:spMkLst>
            <pc:docMk/>
            <pc:sldMk cId="3452107211" sldId="785"/>
            <ac:spMk id="10" creationId="{6518C2C4-4512-4A98-9730-E961EEC96572}"/>
          </ac:spMkLst>
        </pc:spChg>
        <pc:spChg chg="mod">
          <ac:chgData name="Alexandre Quach" userId="7bb690c8a6e028e4" providerId="LiveId" clId="{EA2A87B3-77E9-446E-AAFE-3A15A3F4A617}" dt="2022-03-22T10:50:20.242" v="1257"/>
          <ac:spMkLst>
            <pc:docMk/>
            <pc:sldMk cId="3452107211" sldId="785"/>
            <ac:spMk id="25" creationId="{43E60B3C-53D9-42DD-83DE-DFDFDCD758C5}"/>
          </ac:spMkLst>
        </pc:spChg>
        <pc:spChg chg="mod">
          <ac:chgData name="Alexandre Quach" userId="7bb690c8a6e028e4" providerId="LiveId" clId="{EA2A87B3-77E9-446E-AAFE-3A15A3F4A617}" dt="2022-03-22T10:50:20.242" v="1257"/>
          <ac:spMkLst>
            <pc:docMk/>
            <pc:sldMk cId="3452107211" sldId="785"/>
            <ac:spMk id="33" creationId="{CC5E77EF-7073-4231-8F38-E83A037AB67D}"/>
          </ac:spMkLst>
        </pc:spChg>
        <pc:spChg chg="mod">
          <ac:chgData name="Alexandre Quach" userId="7bb690c8a6e028e4" providerId="LiveId" clId="{EA2A87B3-77E9-446E-AAFE-3A15A3F4A617}" dt="2022-03-22T10:50:20.242" v="1257"/>
          <ac:spMkLst>
            <pc:docMk/>
            <pc:sldMk cId="3452107211" sldId="785"/>
            <ac:spMk id="37" creationId="{7DAA5C0B-E3D3-4EA0-9272-041D26F6E9EC}"/>
          </ac:spMkLst>
        </pc:spChg>
        <pc:spChg chg="mod">
          <ac:chgData name="Alexandre Quach" userId="7bb690c8a6e028e4" providerId="LiveId" clId="{EA2A87B3-77E9-446E-AAFE-3A15A3F4A617}" dt="2022-03-22T10:50:20.242" v="1257"/>
          <ac:spMkLst>
            <pc:docMk/>
            <pc:sldMk cId="3452107211" sldId="785"/>
            <ac:spMk id="42" creationId="{235E755E-78D6-4E42-933D-1EDB65A159CC}"/>
          </ac:spMkLst>
        </pc:spChg>
        <pc:spChg chg="mod">
          <ac:chgData name="Alexandre Quach" userId="7bb690c8a6e028e4" providerId="LiveId" clId="{EA2A87B3-77E9-446E-AAFE-3A15A3F4A617}" dt="2022-03-22T10:50:20.242" v="1257"/>
          <ac:spMkLst>
            <pc:docMk/>
            <pc:sldMk cId="3452107211" sldId="785"/>
            <ac:spMk id="52" creationId="{70C5D44F-B39F-4159-8F4B-8D796DDF63F5}"/>
          </ac:spMkLst>
        </pc:spChg>
        <pc:spChg chg="add mod">
          <ac:chgData name="Alexandre Quach" userId="7bb690c8a6e028e4" providerId="LiveId" clId="{EA2A87B3-77E9-446E-AAFE-3A15A3F4A617}" dt="2022-03-22T10:52:47.161" v="1431" actId="20577"/>
          <ac:spMkLst>
            <pc:docMk/>
            <pc:sldMk cId="3452107211" sldId="785"/>
            <ac:spMk id="53" creationId="{30162CA9-17A6-42A3-B3D2-D8A6CAABEEAE}"/>
          </ac:spMkLst>
        </pc:spChg>
        <pc:spChg chg="add del mod">
          <ac:chgData name="Alexandre Quach" userId="7bb690c8a6e028e4" providerId="LiveId" clId="{EA2A87B3-77E9-446E-AAFE-3A15A3F4A617}" dt="2022-03-22T10:51:05.130" v="1287" actId="478"/>
          <ac:spMkLst>
            <pc:docMk/>
            <pc:sldMk cId="3452107211" sldId="785"/>
            <ac:spMk id="54" creationId="{A7B6F3F3-6782-467D-A369-1E61FCE74C9F}"/>
          </ac:spMkLst>
        </pc:spChg>
        <pc:spChg chg="add mod">
          <ac:chgData name="Alexandre Quach" userId="7bb690c8a6e028e4" providerId="LiveId" clId="{EA2A87B3-77E9-446E-AAFE-3A15A3F4A617}" dt="2022-03-22T10:52:51.857" v="1446" actId="20577"/>
          <ac:spMkLst>
            <pc:docMk/>
            <pc:sldMk cId="3452107211" sldId="785"/>
            <ac:spMk id="60" creationId="{BBA7E0CC-CED5-4F7D-AC4B-605448C25E89}"/>
          </ac:spMkLst>
        </pc:spChg>
        <pc:spChg chg="add mod">
          <ac:chgData name="Alexandre Quach" userId="7bb690c8a6e028e4" providerId="LiveId" clId="{EA2A87B3-77E9-446E-AAFE-3A15A3F4A617}" dt="2022-03-22T10:52:59.325" v="1478" actId="27636"/>
          <ac:spMkLst>
            <pc:docMk/>
            <pc:sldMk cId="3452107211" sldId="785"/>
            <ac:spMk id="64" creationId="{B701C8A9-FFD5-418A-9CC8-EADB5F09C920}"/>
          </ac:spMkLst>
        </pc:spChg>
        <pc:spChg chg="add mod">
          <ac:chgData name="Alexandre Quach" userId="7bb690c8a6e028e4" providerId="LiveId" clId="{EA2A87B3-77E9-446E-AAFE-3A15A3F4A617}" dt="2022-03-22T10:53:04.241" v="1494" actId="20577"/>
          <ac:spMkLst>
            <pc:docMk/>
            <pc:sldMk cId="3452107211" sldId="785"/>
            <ac:spMk id="65" creationId="{40E6030B-C395-46FB-950D-4CDC5FDC187E}"/>
          </ac:spMkLst>
        </pc:spChg>
        <pc:spChg chg="add mod">
          <ac:chgData name="Alexandre Quach" userId="7bb690c8a6e028e4" providerId="LiveId" clId="{EA2A87B3-77E9-446E-AAFE-3A15A3F4A617}" dt="2022-03-22T10:53:08.049" v="1507" actId="20577"/>
          <ac:spMkLst>
            <pc:docMk/>
            <pc:sldMk cId="3452107211" sldId="785"/>
            <ac:spMk id="66" creationId="{9504F8A5-9803-468F-9C14-30990FA5F8E7}"/>
          </ac:spMkLst>
        </pc:spChg>
        <pc:spChg chg="add mod">
          <ac:chgData name="Alexandre Quach" userId="7bb690c8a6e028e4" providerId="LiveId" clId="{EA2A87B3-77E9-446E-AAFE-3A15A3F4A617}" dt="2022-03-22T10:53:14.601" v="1537" actId="20577"/>
          <ac:spMkLst>
            <pc:docMk/>
            <pc:sldMk cId="3452107211" sldId="785"/>
            <ac:spMk id="67" creationId="{10B7CC8A-B65D-4C4C-8026-80209AA50621}"/>
          </ac:spMkLst>
        </pc:spChg>
        <pc:grpChg chg="add mod">
          <ac:chgData name="Alexandre Quach" userId="7bb690c8a6e028e4" providerId="LiveId" clId="{EA2A87B3-77E9-446E-AAFE-3A15A3F4A617}" dt="2022-03-22T10:51:34.977" v="1302" actId="1076"/>
          <ac:grpSpMkLst>
            <pc:docMk/>
            <pc:sldMk cId="3452107211" sldId="785"/>
            <ac:grpSpMk id="11" creationId="{1960A81A-56BD-4883-8812-F69AACF69DB5}"/>
          </ac:grpSpMkLst>
        </pc:grpChg>
        <pc:grpChg chg="mod">
          <ac:chgData name="Alexandre Quach" userId="7bb690c8a6e028e4" providerId="LiveId" clId="{EA2A87B3-77E9-446E-AAFE-3A15A3F4A617}" dt="2022-03-22T10:50:20.242" v="1257"/>
          <ac:grpSpMkLst>
            <pc:docMk/>
            <pc:sldMk cId="3452107211" sldId="785"/>
            <ac:grpSpMk id="12" creationId="{ED3C0035-10B2-4E84-9886-F16BA864D632}"/>
          </ac:grpSpMkLst>
        </pc:grpChg>
        <pc:grpChg chg="add mod">
          <ac:chgData name="Alexandre Quach" userId="7bb690c8a6e028e4" providerId="LiveId" clId="{EA2A87B3-77E9-446E-AAFE-3A15A3F4A617}" dt="2022-03-22T10:50:20.242" v="1257"/>
          <ac:grpSpMkLst>
            <pc:docMk/>
            <pc:sldMk cId="3452107211" sldId="785"/>
            <ac:grpSpMk id="17" creationId="{AB73ECA1-1B0C-44C1-AD78-BC7EFBAC88CF}"/>
          </ac:grpSpMkLst>
        </pc:grpChg>
        <pc:grpChg chg="mod">
          <ac:chgData name="Alexandre Quach" userId="7bb690c8a6e028e4" providerId="LiveId" clId="{EA2A87B3-77E9-446E-AAFE-3A15A3F4A617}" dt="2022-03-22T10:50:20.242" v="1257"/>
          <ac:grpSpMkLst>
            <pc:docMk/>
            <pc:sldMk cId="3452107211" sldId="785"/>
            <ac:grpSpMk id="19" creationId="{96999607-0873-49C8-A5C1-4C83F038392B}"/>
          </ac:grpSpMkLst>
        </pc:grpChg>
        <pc:grpChg chg="mod">
          <ac:chgData name="Alexandre Quach" userId="7bb690c8a6e028e4" providerId="LiveId" clId="{EA2A87B3-77E9-446E-AAFE-3A15A3F4A617}" dt="2022-03-22T10:50:20.242" v="1257"/>
          <ac:grpSpMkLst>
            <pc:docMk/>
            <pc:sldMk cId="3452107211" sldId="785"/>
            <ac:grpSpMk id="23" creationId="{D2348440-559C-473A-9AAC-8E42CA044C46}"/>
          </ac:grpSpMkLst>
        </pc:grpChg>
        <pc:grpChg chg="add mod">
          <ac:chgData name="Alexandre Quach" userId="7bb690c8a6e028e4" providerId="LiveId" clId="{EA2A87B3-77E9-446E-AAFE-3A15A3F4A617}" dt="2022-03-22T10:50:20.242" v="1257"/>
          <ac:grpSpMkLst>
            <pc:docMk/>
            <pc:sldMk cId="3452107211" sldId="785"/>
            <ac:grpSpMk id="26" creationId="{A41E0644-E204-46A7-B851-FD93AAEAB050}"/>
          </ac:grpSpMkLst>
        </pc:grpChg>
        <pc:grpChg chg="mod">
          <ac:chgData name="Alexandre Quach" userId="7bb690c8a6e028e4" providerId="LiveId" clId="{EA2A87B3-77E9-446E-AAFE-3A15A3F4A617}" dt="2022-03-22T10:50:20.242" v="1257"/>
          <ac:grpSpMkLst>
            <pc:docMk/>
            <pc:sldMk cId="3452107211" sldId="785"/>
            <ac:grpSpMk id="27" creationId="{7A5FA992-61FA-4EB8-8E5A-60FA4C3E417C}"/>
          </ac:grpSpMkLst>
        </pc:grpChg>
        <pc:grpChg chg="mod">
          <ac:chgData name="Alexandre Quach" userId="7bb690c8a6e028e4" providerId="LiveId" clId="{EA2A87B3-77E9-446E-AAFE-3A15A3F4A617}" dt="2022-03-22T10:50:20.242" v="1257"/>
          <ac:grpSpMkLst>
            <pc:docMk/>
            <pc:sldMk cId="3452107211" sldId="785"/>
            <ac:grpSpMk id="29" creationId="{D9608E7F-6387-4E2B-B231-B05F0A649BA1}"/>
          </ac:grpSpMkLst>
        </pc:grpChg>
        <pc:grpChg chg="add mod">
          <ac:chgData name="Alexandre Quach" userId="7bb690c8a6e028e4" providerId="LiveId" clId="{EA2A87B3-77E9-446E-AAFE-3A15A3F4A617}" dt="2022-03-22T10:50:20.242" v="1257"/>
          <ac:grpSpMkLst>
            <pc:docMk/>
            <pc:sldMk cId="3452107211" sldId="785"/>
            <ac:grpSpMk id="34" creationId="{5375A724-2943-4AE9-8FD8-EE8B00333266}"/>
          </ac:grpSpMkLst>
        </pc:grpChg>
        <pc:grpChg chg="mod">
          <ac:chgData name="Alexandre Quach" userId="7bb690c8a6e028e4" providerId="LiveId" clId="{EA2A87B3-77E9-446E-AAFE-3A15A3F4A617}" dt="2022-03-22T10:50:20.242" v="1257"/>
          <ac:grpSpMkLst>
            <pc:docMk/>
            <pc:sldMk cId="3452107211" sldId="785"/>
            <ac:grpSpMk id="35" creationId="{6FF51573-B2C0-467A-A1B6-E20BD07E3652}"/>
          </ac:grpSpMkLst>
        </pc:grpChg>
        <pc:grpChg chg="mod">
          <ac:chgData name="Alexandre Quach" userId="7bb690c8a6e028e4" providerId="LiveId" clId="{EA2A87B3-77E9-446E-AAFE-3A15A3F4A617}" dt="2022-03-22T10:50:20.242" v="1257"/>
          <ac:grpSpMkLst>
            <pc:docMk/>
            <pc:sldMk cId="3452107211" sldId="785"/>
            <ac:grpSpMk id="36" creationId="{96EC6AA5-DCF4-4A54-8127-262E8BE478EC}"/>
          </ac:grpSpMkLst>
        </pc:grpChg>
        <pc:grpChg chg="mod">
          <ac:chgData name="Alexandre Quach" userId="7bb690c8a6e028e4" providerId="LiveId" clId="{EA2A87B3-77E9-446E-AAFE-3A15A3F4A617}" dt="2022-03-22T10:50:20.242" v="1257"/>
          <ac:grpSpMkLst>
            <pc:docMk/>
            <pc:sldMk cId="3452107211" sldId="785"/>
            <ac:grpSpMk id="40" creationId="{D14FF074-6A95-4588-A077-440211B59E2D}"/>
          </ac:grpSpMkLst>
        </pc:grpChg>
        <pc:grpChg chg="add mod">
          <ac:chgData name="Alexandre Quach" userId="7bb690c8a6e028e4" providerId="LiveId" clId="{EA2A87B3-77E9-446E-AAFE-3A15A3F4A617}" dt="2022-03-22T10:50:20.242" v="1257"/>
          <ac:grpSpMkLst>
            <pc:docMk/>
            <pc:sldMk cId="3452107211" sldId="785"/>
            <ac:grpSpMk id="43" creationId="{AB1B5877-7436-4592-A214-B7BA6906BDF1}"/>
          </ac:grpSpMkLst>
        </pc:grpChg>
        <pc:grpChg chg="mod">
          <ac:chgData name="Alexandre Quach" userId="7bb690c8a6e028e4" providerId="LiveId" clId="{EA2A87B3-77E9-446E-AAFE-3A15A3F4A617}" dt="2022-03-22T10:50:20.242" v="1257"/>
          <ac:grpSpMkLst>
            <pc:docMk/>
            <pc:sldMk cId="3452107211" sldId="785"/>
            <ac:grpSpMk id="44" creationId="{04A49E7E-9D5A-4BBE-A047-FF3BE9F61924}"/>
          </ac:grpSpMkLst>
        </pc:grpChg>
        <pc:grpChg chg="mod">
          <ac:chgData name="Alexandre Quach" userId="7bb690c8a6e028e4" providerId="LiveId" clId="{EA2A87B3-77E9-446E-AAFE-3A15A3F4A617}" dt="2022-03-22T10:50:20.242" v="1257"/>
          <ac:grpSpMkLst>
            <pc:docMk/>
            <pc:sldMk cId="3452107211" sldId="785"/>
            <ac:grpSpMk id="48" creationId="{B70929E3-6FC7-4764-868E-CDA3387F215B}"/>
          </ac:grpSpMkLst>
        </pc:grpChg>
        <pc:picChg chg="mod">
          <ac:chgData name="Alexandre Quach" userId="7bb690c8a6e028e4" providerId="LiveId" clId="{EA2A87B3-77E9-446E-AAFE-3A15A3F4A617}" dt="2022-03-22T10:50:20.242" v="1257"/>
          <ac:picMkLst>
            <pc:docMk/>
            <pc:sldMk cId="3452107211" sldId="785"/>
            <ac:picMk id="13" creationId="{A2019409-CBE3-47BB-8285-B1815E66506B}"/>
          </ac:picMkLst>
        </pc:picChg>
        <pc:picChg chg="mod">
          <ac:chgData name="Alexandre Quach" userId="7bb690c8a6e028e4" providerId="LiveId" clId="{EA2A87B3-77E9-446E-AAFE-3A15A3F4A617}" dt="2022-03-22T10:50:20.242" v="1257"/>
          <ac:picMkLst>
            <pc:docMk/>
            <pc:sldMk cId="3452107211" sldId="785"/>
            <ac:picMk id="14" creationId="{6118DCB7-ECD8-46BE-9C8F-37C2F8936927}"/>
          </ac:picMkLst>
        </pc:picChg>
        <pc:picChg chg="mod">
          <ac:chgData name="Alexandre Quach" userId="7bb690c8a6e028e4" providerId="LiveId" clId="{EA2A87B3-77E9-446E-AAFE-3A15A3F4A617}" dt="2022-03-22T10:50:20.242" v="1257"/>
          <ac:picMkLst>
            <pc:docMk/>
            <pc:sldMk cId="3452107211" sldId="785"/>
            <ac:picMk id="15" creationId="{97D58F8B-6530-43D6-9C4A-AA3816E89C78}"/>
          </ac:picMkLst>
        </pc:picChg>
        <pc:picChg chg="add mod">
          <ac:chgData name="Alexandre Quach" userId="7bb690c8a6e028e4" providerId="LiveId" clId="{EA2A87B3-77E9-446E-AAFE-3A15A3F4A617}" dt="2022-03-22T10:51:21.851" v="1291" actId="1076"/>
          <ac:picMkLst>
            <pc:docMk/>
            <pc:sldMk cId="3452107211" sldId="785"/>
            <ac:picMk id="16" creationId="{97D20496-8265-433E-825D-D1AF9DF05E89}"/>
          </ac:picMkLst>
        </pc:picChg>
        <pc:picChg chg="mod">
          <ac:chgData name="Alexandre Quach" userId="7bb690c8a6e028e4" providerId="LiveId" clId="{EA2A87B3-77E9-446E-AAFE-3A15A3F4A617}" dt="2022-03-22T10:50:20.242" v="1257"/>
          <ac:picMkLst>
            <pc:docMk/>
            <pc:sldMk cId="3452107211" sldId="785"/>
            <ac:picMk id="18" creationId="{9A95A4BD-387E-4DDA-9CD2-C174F96653D4}"/>
          </ac:picMkLst>
        </pc:picChg>
        <pc:picChg chg="mod">
          <ac:chgData name="Alexandre Quach" userId="7bb690c8a6e028e4" providerId="LiveId" clId="{EA2A87B3-77E9-446E-AAFE-3A15A3F4A617}" dt="2022-03-22T10:50:20.242" v="1257"/>
          <ac:picMkLst>
            <pc:docMk/>
            <pc:sldMk cId="3452107211" sldId="785"/>
            <ac:picMk id="20" creationId="{673A65A7-5483-483C-8825-BE7C2EC90068}"/>
          </ac:picMkLst>
        </pc:picChg>
        <pc:picChg chg="mod">
          <ac:chgData name="Alexandre Quach" userId="7bb690c8a6e028e4" providerId="LiveId" clId="{EA2A87B3-77E9-446E-AAFE-3A15A3F4A617}" dt="2022-03-22T10:50:20.242" v="1257"/>
          <ac:picMkLst>
            <pc:docMk/>
            <pc:sldMk cId="3452107211" sldId="785"/>
            <ac:picMk id="21" creationId="{4B275718-F79D-4810-A734-3A821611BE52}"/>
          </ac:picMkLst>
        </pc:picChg>
        <pc:picChg chg="mod">
          <ac:chgData name="Alexandre Quach" userId="7bb690c8a6e028e4" providerId="LiveId" clId="{EA2A87B3-77E9-446E-AAFE-3A15A3F4A617}" dt="2022-03-22T10:50:20.242" v="1257"/>
          <ac:picMkLst>
            <pc:docMk/>
            <pc:sldMk cId="3452107211" sldId="785"/>
            <ac:picMk id="22" creationId="{AD2ECE5E-FF56-4977-AF77-1207FEC3B389}"/>
          </ac:picMkLst>
        </pc:picChg>
        <pc:picChg chg="mod">
          <ac:chgData name="Alexandre Quach" userId="7bb690c8a6e028e4" providerId="LiveId" clId="{EA2A87B3-77E9-446E-AAFE-3A15A3F4A617}" dt="2022-03-22T10:50:20.242" v="1257"/>
          <ac:picMkLst>
            <pc:docMk/>
            <pc:sldMk cId="3452107211" sldId="785"/>
            <ac:picMk id="24" creationId="{A422A957-F985-4D1A-B5E1-76B1E668BE89}"/>
          </ac:picMkLst>
        </pc:picChg>
        <pc:picChg chg="mod">
          <ac:chgData name="Alexandre Quach" userId="7bb690c8a6e028e4" providerId="LiveId" clId="{EA2A87B3-77E9-446E-AAFE-3A15A3F4A617}" dt="2022-03-22T10:50:20.242" v="1257"/>
          <ac:picMkLst>
            <pc:docMk/>
            <pc:sldMk cId="3452107211" sldId="785"/>
            <ac:picMk id="28" creationId="{20B43277-F357-4A85-AC02-61A00E924D19}"/>
          </ac:picMkLst>
        </pc:picChg>
        <pc:picChg chg="mod">
          <ac:chgData name="Alexandre Quach" userId="7bb690c8a6e028e4" providerId="LiveId" clId="{EA2A87B3-77E9-446E-AAFE-3A15A3F4A617}" dt="2022-03-22T10:50:20.242" v="1257"/>
          <ac:picMkLst>
            <pc:docMk/>
            <pc:sldMk cId="3452107211" sldId="785"/>
            <ac:picMk id="30" creationId="{625C8D1D-7088-4D92-B5CE-E6D7487DF0CC}"/>
          </ac:picMkLst>
        </pc:picChg>
        <pc:picChg chg="mod">
          <ac:chgData name="Alexandre Quach" userId="7bb690c8a6e028e4" providerId="LiveId" clId="{EA2A87B3-77E9-446E-AAFE-3A15A3F4A617}" dt="2022-03-22T10:50:20.242" v="1257"/>
          <ac:picMkLst>
            <pc:docMk/>
            <pc:sldMk cId="3452107211" sldId="785"/>
            <ac:picMk id="31" creationId="{983741C6-D844-416F-9536-9CECCBEE6118}"/>
          </ac:picMkLst>
        </pc:picChg>
        <pc:picChg chg="mod">
          <ac:chgData name="Alexandre Quach" userId="7bb690c8a6e028e4" providerId="LiveId" clId="{EA2A87B3-77E9-446E-AAFE-3A15A3F4A617}" dt="2022-03-22T10:50:20.242" v="1257"/>
          <ac:picMkLst>
            <pc:docMk/>
            <pc:sldMk cId="3452107211" sldId="785"/>
            <ac:picMk id="32" creationId="{7982730C-F1B9-4F9C-B903-7DD69545D127}"/>
          </ac:picMkLst>
        </pc:picChg>
        <pc:picChg chg="mod">
          <ac:chgData name="Alexandre Quach" userId="7bb690c8a6e028e4" providerId="LiveId" clId="{EA2A87B3-77E9-446E-AAFE-3A15A3F4A617}" dt="2022-03-22T10:50:20.242" v="1257"/>
          <ac:picMkLst>
            <pc:docMk/>
            <pc:sldMk cId="3452107211" sldId="785"/>
            <ac:picMk id="38" creationId="{8FA99E97-16DC-4EB5-8370-EAD093528908}"/>
          </ac:picMkLst>
        </pc:picChg>
        <pc:picChg chg="mod">
          <ac:chgData name="Alexandre Quach" userId="7bb690c8a6e028e4" providerId="LiveId" clId="{EA2A87B3-77E9-446E-AAFE-3A15A3F4A617}" dt="2022-03-22T10:50:20.242" v="1257"/>
          <ac:picMkLst>
            <pc:docMk/>
            <pc:sldMk cId="3452107211" sldId="785"/>
            <ac:picMk id="39" creationId="{24218FEB-EAE4-4384-899D-D98E3E82A6CE}"/>
          </ac:picMkLst>
        </pc:picChg>
        <pc:picChg chg="mod">
          <ac:chgData name="Alexandre Quach" userId="7bb690c8a6e028e4" providerId="LiveId" clId="{EA2A87B3-77E9-446E-AAFE-3A15A3F4A617}" dt="2022-03-22T10:50:20.242" v="1257"/>
          <ac:picMkLst>
            <pc:docMk/>
            <pc:sldMk cId="3452107211" sldId="785"/>
            <ac:picMk id="41" creationId="{50F5E6AE-289D-4FEA-838A-239A0717348E}"/>
          </ac:picMkLst>
        </pc:picChg>
        <pc:picChg chg="mod">
          <ac:chgData name="Alexandre Quach" userId="7bb690c8a6e028e4" providerId="LiveId" clId="{EA2A87B3-77E9-446E-AAFE-3A15A3F4A617}" dt="2022-03-22T10:50:20.242" v="1257"/>
          <ac:picMkLst>
            <pc:docMk/>
            <pc:sldMk cId="3452107211" sldId="785"/>
            <ac:picMk id="45" creationId="{BDABEACD-018B-4B02-A892-C70BFAECD42B}"/>
          </ac:picMkLst>
        </pc:picChg>
        <pc:picChg chg="mod">
          <ac:chgData name="Alexandre Quach" userId="7bb690c8a6e028e4" providerId="LiveId" clId="{EA2A87B3-77E9-446E-AAFE-3A15A3F4A617}" dt="2022-03-22T10:50:20.242" v="1257"/>
          <ac:picMkLst>
            <pc:docMk/>
            <pc:sldMk cId="3452107211" sldId="785"/>
            <ac:picMk id="46" creationId="{C1AFD80E-BE71-42A4-B22D-1404A0F7B3F1}"/>
          </ac:picMkLst>
        </pc:picChg>
        <pc:picChg chg="mod">
          <ac:chgData name="Alexandre Quach" userId="7bb690c8a6e028e4" providerId="LiveId" clId="{EA2A87B3-77E9-446E-AAFE-3A15A3F4A617}" dt="2022-03-22T10:50:20.242" v="1257"/>
          <ac:picMkLst>
            <pc:docMk/>
            <pc:sldMk cId="3452107211" sldId="785"/>
            <ac:picMk id="47" creationId="{EE96A2D5-F384-4385-BAA1-BFEB8536320B}"/>
          </ac:picMkLst>
        </pc:picChg>
        <pc:picChg chg="mod">
          <ac:chgData name="Alexandre Quach" userId="7bb690c8a6e028e4" providerId="LiveId" clId="{EA2A87B3-77E9-446E-AAFE-3A15A3F4A617}" dt="2022-03-22T10:50:20.242" v="1257"/>
          <ac:picMkLst>
            <pc:docMk/>
            <pc:sldMk cId="3452107211" sldId="785"/>
            <ac:picMk id="49" creationId="{95777C0A-86C6-4C5B-9197-324BE055D2B4}"/>
          </ac:picMkLst>
        </pc:picChg>
        <pc:picChg chg="mod">
          <ac:chgData name="Alexandre Quach" userId="7bb690c8a6e028e4" providerId="LiveId" clId="{EA2A87B3-77E9-446E-AAFE-3A15A3F4A617}" dt="2022-03-22T10:50:20.242" v="1257"/>
          <ac:picMkLst>
            <pc:docMk/>
            <pc:sldMk cId="3452107211" sldId="785"/>
            <ac:picMk id="50" creationId="{8B5726AA-E977-4CF0-A5D4-215139BF9775}"/>
          </ac:picMkLst>
        </pc:picChg>
        <pc:picChg chg="mod">
          <ac:chgData name="Alexandre Quach" userId="7bb690c8a6e028e4" providerId="LiveId" clId="{EA2A87B3-77E9-446E-AAFE-3A15A3F4A617}" dt="2022-03-22T10:50:20.242" v="1257"/>
          <ac:picMkLst>
            <pc:docMk/>
            <pc:sldMk cId="3452107211" sldId="785"/>
            <ac:picMk id="51" creationId="{FEE3781D-5D2C-4D76-8280-7ADC9248B6E8}"/>
          </ac:picMkLst>
        </pc:picChg>
        <pc:picChg chg="add mod">
          <ac:chgData name="Alexandre Quach" userId="7bb690c8a6e028e4" providerId="LiveId" clId="{EA2A87B3-77E9-446E-AAFE-3A15A3F4A617}" dt="2022-03-22T12:02:31.854" v="1804" actId="1076"/>
          <ac:picMkLst>
            <pc:docMk/>
            <pc:sldMk cId="3452107211" sldId="785"/>
            <ac:picMk id="82" creationId="{D3DB6F0C-8CF6-463E-B1A8-3D8003714ECA}"/>
          </ac:picMkLst>
        </pc:picChg>
        <pc:cxnChg chg="add mod">
          <ac:chgData name="Alexandre Quach" userId="7bb690c8a6e028e4" providerId="LiveId" clId="{EA2A87B3-77E9-446E-AAFE-3A15A3F4A617}" dt="2022-03-22T10:51:33.673" v="1301" actId="1076"/>
          <ac:cxnSpMkLst>
            <pc:docMk/>
            <pc:sldMk cId="3452107211" sldId="785"/>
            <ac:cxnSpMk id="55" creationId="{946C25A9-9CBD-40C7-AD42-B8D87C6F38E4}"/>
          </ac:cxnSpMkLst>
        </pc:cxnChg>
        <pc:cxnChg chg="add mod">
          <ac:chgData name="Alexandre Quach" userId="7bb690c8a6e028e4" providerId="LiveId" clId="{EA2A87B3-77E9-446E-AAFE-3A15A3F4A617}" dt="2022-03-22T10:51:56.257" v="1351" actId="14100"/>
          <ac:cxnSpMkLst>
            <pc:docMk/>
            <pc:sldMk cId="3452107211" sldId="785"/>
            <ac:cxnSpMk id="69" creationId="{10B855B0-169D-42B9-A7FF-DF0FD8B2F4F4}"/>
          </ac:cxnSpMkLst>
        </pc:cxnChg>
        <pc:cxnChg chg="add mod">
          <ac:chgData name="Alexandre Quach" userId="7bb690c8a6e028e4" providerId="LiveId" clId="{EA2A87B3-77E9-446E-AAFE-3A15A3F4A617}" dt="2022-03-22T10:51:59.897" v="1354" actId="14100"/>
          <ac:cxnSpMkLst>
            <pc:docMk/>
            <pc:sldMk cId="3452107211" sldId="785"/>
            <ac:cxnSpMk id="73" creationId="{5864588A-D932-4BF0-A327-8590B9816D7C}"/>
          </ac:cxnSpMkLst>
        </pc:cxnChg>
        <pc:cxnChg chg="add mod">
          <ac:chgData name="Alexandre Quach" userId="7bb690c8a6e028e4" providerId="LiveId" clId="{EA2A87B3-77E9-446E-AAFE-3A15A3F4A617}" dt="2022-03-22T10:52:04.464" v="1357" actId="14100"/>
          <ac:cxnSpMkLst>
            <pc:docMk/>
            <pc:sldMk cId="3452107211" sldId="785"/>
            <ac:cxnSpMk id="76" creationId="{A849DFC5-970A-4CF0-86AF-2B283214B1E4}"/>
          </ac:cxnSpMkLst>
        </pc:cxnChg>
        <pc:cxnChg chg="add mod">
          <ac:chgData name="Alexandre Quach" userId="7bb690c8a6e028e4" providerId="LiveId" clId="{EA2A87B3-77E9-446E-AAFE-3A15A3F4A617}" dt="2022-03-22T10:52:08.888" v="1360" actId="14100"/>
          <ac:cxnSpMkLst>
            <pc:docMk/>
            <pc:sldMk cId="3452107211" sldId="785"/>
            <ac:cxnSpMk id="79" creationId="{D3AF9E07-4B20-41DA-84B5-2713B8703F5A}"/>
          </ac:cxnSpMkLst>
        </pc:cxnChg>
      </pc:sldChg>
      <pc:sldChg chg="addSp delSp modSp add del mod">
        <pc:chgData name="Alexandre Quach" userId="7bb690c8a6e028e4" providerId="LiveId" clId="{EA2A87B3-77E9-446E-AAFE-3A15A3F4A617}" dt="2022-03-22T10:42:58.550" v="1106" actId="47"/>
        <pc:sldMkLst>
          <pc:docMk/>
          <pc:sldMk cId="4128307043" sldId="785"/>
        </pc:sldMkLst>
        <pc:spChg chg="del">
          <ac:chgData name="Alexandre Quach" userId="7bb690c8a6e028e4" providerId="LiveId" clId="{EA2A87B3-77E9-446E-AAFE-3A15A3F4A617}" dt="2022-03-22T10:15:40.514" v="532" actId="478"/>
          <ac:spMkLst>
            <pc:docMk/>
            <pc:sldMk cId="4128307043" sldId="785"/>
            <ac:spMk id="17" creationId="{EAF1AAB0-0CBC-4500-967C-93787298A904}"/>
          </ac:spMkLst>
        </pc:spChg>
        <pc:spChg chg="del">
          <ac:chgData name="Alexandre Quach" userId="7bb690c8a6e028e4" providerId="LiveId" clId="{EA2A87B3-77E9-446E-AAFE-3A15A3F4A617}" dt="2022-03-22T10:15:40.514" v="532" actId="478"/>
          <ac:spMkLst>
            <pc:docMk/>
            <pc:sldMk cId="4128307043" sldId="785"/>
            <ac:spMk id="18" creationId="{1E585A7D-8703-4885-821D-5D5874F8B843}"/>
          </ac:spMkLst>
        </pc:spChg>
        <pc:spChg chg="del">
          <ac:chgData name="Alexandre Quach" userId="7bb690c8a6e028e4" providerId="LiveId" clId="{EA2A87B3-77E9-446E-AAFE-3A15A3F4A617}" dt="2022-03-22T10:15:40.514" v="532" actId="478"/>
          <ac:spMkLst>
            <pc:docMk/>
            <pc:sldMk cId="4128307043" sldId="785"/>
            <ac:spMk id="26" creationId="{D636592A-832F-4E9A-B623-CBE6171DF5D6}"/>
          </ac:spMkLst>
        </pc:spChg>
        <pc:spChg chg="del">
          <ac:chgData name="Alexandre Quach" userId="7bb690c8a6e028e4" providerId="LiveId" clId="{EA2A87B3-77E9-446E-AAFE-3A15A3F4A617}" dt="2022-03-22T10:15:40.514" v="532" actId="478"/>
          <ac:spMkLst>
            <pc:docMk/>
            <pc:sldMk cId="4128307043" sldId="785"/>
            <ac:spMk id="30" creationId="{050AA63D-BD67-4EFF-AC43-03E1DE8CB081}"/>
          </ac:spMkLst>
        </pc:spChg>
        <pc:spChg chg="del">
          <ac:chgData name="Alexandre Quach" userId="7bb690c8a6e028e4" providerId="LiveId" clId="{EA2A87B3-77E9-446E-AAFE-3A15A3F4A617}" dt="2022-03-22T10:15:40.514" v="532" actId="478"/>
          <ac:spMkLst>
            <pc:docMk/>
            <pc:sldMk cId="4128307043" sldId="785"/>
            <ac:spMk id="34" creationId="{F7B77492-6EA4-483E-9E69-5650AC970731}"/>
          </ac:spMkLst>
        </pc:spChg>
        <pc:spChg chg="del">
          <ac:chgData name="Alexandre Quach" userId="7bb690c8a6e028e4" providerId="LiveId" clId="{EA2A87B3-77E9-446E-AAFE-3A15A3F4A617}" dt="2022-03-22T10:15:28.381" v="528" actId="478"/>
          <ac:spMkLst>
            <pc:docMk/>
            <pc:sldMk cId="4128307043" sldId="785"/>
            <ac:spMk id="41" creationId="{70492461-6E58-421A-97E1-8490AD2C5C67}"/>
          </ac:spMkLst>
        </pc:spChg>
        <pc:spChg chg="del">
          <ac:chgData name="Alexandre Quach" userId="7bb690c8a6e028e4" providerId="LiveId" clId="{EA2A87B3-77E9-446E-AAFE-3A15A3F4A617}" dt="2022-03-22T10:15:28.381" v="528" actId="478"/>
          <ac:spMkLst>
            <pc:docMk/>
            <pc:sldMk cId="4128307043" sldId="785"/>
            <ac:spMk id="42" creationId="{4B4FCF12-52EA-49A1-9309-C1D66E98BB7C}"/>
          </ac:spMkLst>
        </pc:spChg>
        <pc:spChg chg="del">
          <ac:chgData name="Alexandre Quach" userId="7bb690c8a6e028e4" providerId="LiveId" clId="{EA2A87B3-77E9-446E-AAFE-3A15A3F4A617}" dt="2022-03-22T10:15:28.381" v="528" actId="478"/>
          <ac:spMkLst>
            <pc:docMk/>
            <pc:sldMk cId="4128307043" sldId="785"/>
            <ac:spMk id="43" creationId="{335213F6-A809-4D8E-9C03-1FA4A7AC262E}"/>
          </ac:spMkLst>
        </pc:spChg>
        <pc:spChg chg="del">
          <ac:chgData name="Alexandre Quach" userId="7bb690c8a6e028e4" providerId="LiveId" clId="{EA2A87B3-77E9-446E-AAFE-3A15A3F4A617}" dt="2022-03-22T10:15:28.381" v="528" actId="478"/>
          <ac:spMkLst>
            <pc:docMk/>
            <pc:sldMk cId="4128307043" sldId="785"/>
            <ac:spMk id="44" creationId="{09843526-CC0B-4EBC-B1DC-30F5687359CB}"/>
          </ac:spMkLst>
        </pc:spChg>
        <pc:spChg chg="del">
          <ac:chgData name="Alexandre Quach" userId="7bb690c8a6e028e4" providerId="LiveId" clId="{EA2A87B3-77E9-446E-AAFE-3A15A3F4A617}" dt="2022-03-22T10:15:28.381" v="528" actId="478"/>
          <ac:spMkLst>
            <pc:docMk/>
            <pc:sldMk cId="4128307043" sldId="785"/>
            <ac:spMk id="45" creationId="{7E25C068-1AC3-4B6E-8B4B-7B4E6662DFCD}"/>
          </ac:spMkLst>
        </pc:spChg>
        <pc:spChg chg="del">
          <ac:chgData name="Alexandre Quach" userId="7bb690c8a6e028e4" providerId="LiveId" clId="{EA2A87B3-77E9-446E-AAFE-3A15A3F4A617}" dt="2022-03-22T10:15:31.314" v="529" actId="478"/>
          <ac:spMkLst>
            <pc:docMk/>
            <pc:sldMk cId="4128307043" sldId="785"/>
            <ac:spMk id="46" creationId="{69D25101-71EF-43DE-B342-233B21124BC1}"/>
          </ac:spMkLst>
        </pc:spChg>
        <pc:spChg chg="del">
          <ac:chgData name="Alexandre Quach" userId="7bb690c8a6e028e4" providerId="LiveId" clId="{EA2A87B3-77E9-446E-AAFE-3A15A3F4A617}" dt="2022-03-22T10:15:28.381" v="528" actId="478"/>
          <ac:spMkLst>
            <pc:docMk/>
            <pc:sldMk cId="4128307043" sldId="785"/>
            <ac:spMk id="47" creationId="{1DAAFDAC-A7AD-45E7-8BBB-17DF6F3ECD56}"/>
          </ac:spMkLst>
        </pc:spChg>
        <pc:spChg chg="del">
          <ac:chgData name="Alexandre Quach" userId="7bb690c8a6e028e4" providerId="LiveId" clId="{EA2A87B3-77E9-446E-AAFE-3A15A3F4A617}" dt="2022-03-22T10:15:28.381" v="528" actId="478"/>
          <ac:spMkLst>
            <pc:docMk/>
            <pc:sldMk cId="4128307043" sldId="785"/>
            <ac:spMk id="48" creationId="{C4791A12-621A-4FB1-9D01-4E681E29FF9A}"/>
          </ac:spMkLst>
        </pc:spChg>
        <pc:spChg chg="del">
          <ac:chgData name="Alexandre Quach" userId="7bb690c8a6e028e4" providerId="LiveId" clId="{EA2A87B3-77E9-446E-AAFE-3A15A3F4A617}" dt="2022-03-22T10:15:28.381" v="528" actId="478"/>
          <ac:spMkLst>
            <pc:docMk/>
            <pc:sldMk cId="4128307043" sldId="785"/>
            <ac:spMk id="49" creationId="{CAA0B993-7593-428E-9AB3-8CF64E2E5229}"/>
          </ac:spMkLst>
        </pc:spChg>
        <pc:spChg chg="del">
          <ac:chgData name="Alexandre Quach" userId="7bb690c8a6e028e4" providerId="LiveId" clId="{EA2A87B3-77E9-446E-AAFE-3A15A3F4A617}" dt="2022-03-22T10:15:31.314" v="529" actId="478"/>
          <ac:spMkLst>
            <pc:docMk/>
            <pc:sldMk cId="4128307043" sldId="785"/>
            <ac:spMk id="50" creationId="{54AACDB3-1C32-47C7-937A-B8E96F3D3FB5}"/>
          </ac:spMkLst>
        </pc:spChg>
        <pc:spChg chg="del">
          <ac:chgData name="Alexandre Quach" userId="7bb690c8a6e028e4" providerId="LiveId" clId="{EA2A87B3-77E9-446E-AAFE-3A15A3F4A617}" dt="2022-03-22T10:15:28.381" v="528" actId="478"/>
          <ac:spMkLst>
            <pc:docMk/>
            <pc:sldMk cId="4128307043" sldId="785"/>
            <ac:spMk id="51" creationId="{0CB7C17F-EBA7-49E7-81C2-57D4DF55A20C}"/>
          </ac:spMkLst>
        </pc:spChg>
        <pc:spChg chg="del">
          <ac:chgData name="Alexandre Quach" userId="7bb690c8a6e028e4" providerId="LiveId" clId="{EA2A87B3-77E9-446E-AAFE-3A15A3F4A617}" dt="2022-03-22T10:15:28.381" v="528" actId="478"/>
          <ac:spMkLst>
            <pc:docMk/>
            <pc:sldMk cId="4128307043" sldId="785"/>
            <ac:spMk id="52" creationId="{38F5800F-854A-4AB9-A7CC-BD7BEE2E5A15}"/>
          </ac:spMkLst>
        </pc:spChg>
        <pc:spChg chg="del">
          <ac:chgData name="Alexandre Quach" userId="7bb690c8a6e028e4" providerId="LiveId" clId="{EA2A87B3-77E9-446E-AAFE-3A15A3F4A617}" dt="2022-03-22T10:15:28.381" v="528" actId="478"/>
          <ac:spMkLst>
            <pc:docMk/>
            <pc:sldMk cId="4128307043" sldId="785"/>
            <ac:spMk id="53" creationId="{12A44FEC-0B77-4884-8928-E5B06C5CE09E}"/>
          </ac:spMkLst>
        </pc:spChg>
        <pc:spChg chg="del">
          <ac:chgData name="Alexandre Quach" userId="7bb690c8a6e028e4" providerId="LiveId" clId="{EA2A87B3-77E9-446E-AAFE-3A15A3F4A617}" dt="2022-03-22T10:15:28.381" v="528" actId="478"/>
          <ac:spMkLst>
            <pc:docMk/>
            <pc:sldMk cId="4128307043" sldId="785"/>
            <ac:spMk id="54" creationId="{49F94054-A645-43B7-B58F-5BCE450E8A64}"/>
          </ac:spMkLst>
        </pc:spChg>
        <pc:spChg chg="del">
          <ac:chgData name="Alexandre Quach" userId="7bb690c8a6e028e4" providerId="LiveId" clId="{EA2A87B3-77E9-446E-AAFE-3A15A3F4A617}" dt="2022-03-22T10:15:28.381" v="528" actId="478"/>
          <ac:spMkLst>
            <pc:docMk/>
            <pc:sldMk cId="4128307043" sldId="785"/>
            <ac:spMk id="55" creationId="{27EB90ED-1A8E-40BA-B0A5-C5D16121217F}"/>
          </ac:spMkLst>
        </pc:spChg>
        <pc:spChg chg="del">
          <ac:chgData name="Alexandre Quach" userId="7bb690c8a6e028e4" providerId="LiveId" clId="{EA2A87B3-77E9-446E-AAFE-3A15A3F4A617}" dt="2022-03-22T10:15:36.467" v="531" actId="478"/>
          <ac:spMkLst>
            <pc:docMk/>
            <pc:sldMk cId="4128307043" sldId="785"/>
            <ac:spMk id="56" creationId="{CCF63BFE-06A7-4BE3-8227-F02A583683CA}"/>
          </ac:spMkLst>
        </pc:spChg>
        <pc:spChg chg="del">
          <ac:chgData name="Alexandre Quach" userId="7bb690c8a6e028e4" providerId="LiveId" clId="{EA2A87B3-77E9-446E-AAFE-3A15A3F4A617}" dt="2022-03-22T10:15:28.381" v="528" actId="478"/>
          <ac:spMkLst>
            <pc:docMk/>
            <pc:sldMk cId="4128307043" sldId="785"/>
            <ac:spMk id="58" creationId="{E55BD761-7F5A-423A-9646-6CAD5853D858}"/>
          </ac:spMkLst>
        </pc:spChg>
        <pc:spChg chg="del">
          <ac:chgData name="Alexandre Quach" userId="7bb690c8a6e028e4" providerId="LiveId" clId="{EA2A87B3-77E9-446E-AAFE-3A15A3F4A617}" dt="2022-03-22T10:15:28.381" v="528" actId="478"/>
          <ac:spMkLst>
            <pc:docMk/>
            <pc:sldMk cId="4128307043" sldId="785"/>
            <ac:spMk id="59" creationId="{EE8155CB-C18A-4FD6-B83F-6AEF39A5D2C9}"/>
          </ac:spMkLst>
        </pc:spChg>
        <pc:spChg chg="del">
          <ac:chgData name="Alexandre Quach" userId="7bb690c8a6e028e4" providerId="LiveId" clId="{EA2A87B3-77E9-446E-AAFE-3A15A3F4A617}" dt="2022-03-22T10:15:28.381" v="528" actId="478"/>
          <ac:spMkLst>
            <pc:docMk/>
            <pc:sldMk cId="4128307043" sldId="785"/>
            <ac:spMk id="60" creationId="{32316C6F-CBCC-4D6A-A125-14DF44931CC6}"/>
          </ac:spMkLst>
        </pc:spChg>
        <pc:spChg chg="del">
          <ac:chgData name="Alexandre Quach" userId="7bb690c8a6e028e4" providerId="LiveId" clId="{EA2A87B3-77E9-446E-AAFE-3A15A3F4A617}" dt="2022-03-22T10:15:28.381" v="528" actId="478"/>
          <ac:spMkLst>
            <pc:docMk/>
            <pc:sldMk cId="4128307043" sldId="785"/>
            <ac:spMk id="61" creationId="{DB92EF28-81C0-425F-98CB-3E5B2F21BC37}"/>
          </ac:spMkLst>
        </pc:spChg>
        <pc:spChg chg="del">
          <ac:chgData name="Alexandre Quach" userId="7bb690c8a6e028e4" providerId="LiveId" clId="{EA2A87B3-77E9-446E-AAFE-3A15A3F4A617}" dt="2022-03-22T10:15:28.381" v="528" actId="478"/>
          <ac:spMkLst>
            <pc:docMk/>
            <pc:sldMk cId="4128307043" sldId="785"/>
            <ac:spMk id="62" creationId="{DCF975B9-BEEE-467B-B367-CF025366020D}"/>
          </ac:spMkLst>
        </pc:spChg>
        <pc:spChg chg="del">
          <ac:chgData name="Alexandre Quach" userId="7bb690c8a6e028e4" providerId="LiveId" clId="{EA2A87B3-77E9-446E-AAFE-3A15A3F4A617}" dt="2022-03-22T10:15:28.381" v="528" actId="478"/>
          <ac:spMkLst>
            <pc:docMk/>
            <pc:sldMk cId="4128307043" sldId="785"/>
            <ac:spMk id="63" creationId="{20F0FEDE-D3CB-4DE0-8C6C-D9506F3EFAD0}"/>
          </ac:spMkLst>
        </pc:spChg>
        <pc:spChg chg="del">
          <ac:chgData name="Alexandre Quach" userId="7bb690c8a6e028e4" providerId="LiveId" clId="{EA2A87B3-77E9-446E-AAFE-3A15A3F4A617}" dt="2022-03-22T10:15:28.381" v="528" actId="478"/>
          <ac:spMkLst>
            <pc:docMk/>
            <pc:sldMk cId="4128307043" sldId="785"/>
            <ac:spMk id="64" creationId="{3518553B-EFB4-48CD-9EFE-DCBD558E728A}"/>
          </ac:spMkLst>
        </pc:spChg>
        <pc:spChg chg="del">
          <ac:chgData name="Alexandre Quach" userId="7bb690c8a6e028e4" providerId="LiveId" clId="{EA2A87B3-77E9-446E-AAFE-3A15A3F4A617}" dt="2022-03-22T10:15:28.381" v="528" actId="478"/>
          <ac:spMkLst>
            <pc:docMk/>
            <pc:sldMk cId="4128307043" sldId="785"/>
            <ac:spMk id="65" creationId="{C73229A6-B1BE-4804-B046-CD63AAE666CD}"/>
          </ac:spMkLst>
        </pc:spChg>
        <pc:spChg chg="del">
          <ac:chgData name="Alexandre Quach" userId="7bb690c8a6e028e4" providerId="LiveId" clId="{EA2A87B3-77E9-446E-AAFE-3A15A3F4A617}" dt="2022-03-22T10:15:28.381" v="528" actId="478"/>
          <ac:spMkLst>
            <pc:docMk/>
            <pc:sldMk cId="4128307043" sldId="785"/>
            <ac:spMk id="70" creationId="{D6EDE76E-8DC4-4AB3-99A2-00F1AF906BFC}"/>
          </ac:spMkLst>
        </pc:spChg>
        <pc:spChg chg="del">
          <ac:chgData name="Alexandre Quach" userId="7bb690c8a6e028e4" providerId="LiveId" clId="{EA2A87B3-77E9-446E-AAFE-3A15A3F4A617}" dt="2022-03-22T10:15:28.381" v="528" actId="478"/>
          <ac:spMkLst>
            <pc:docMk/>
            <pc:sldMk cId="4128307043" sldId="785"/>
            <ac:spMk id="71" creationId="{ACFA6C85-2521-48D2-B473-A3AAEB0ADBD2}"/>
          </ac:spMkLst>
        </pc:spChg>
        <pc:spChg chg="del">
          <ac:chgData name="Alexandre Quach" userId="7bb690c8a6e028e4" providerId="LiveId" clId="{EA2A87B3-77E9-446E-AAFE-3A15A3F4A617}" dt="2022-03-22T10:15:28.381" v="528" actId="478"/>
          <ac:spMkLst>
            <pc:docMk/>
            <pc:sldMk cId="4128307043" sldId="785"/>
            <ac:spMk id="72" creationId="{58E05014-B8D2-419E-9C5E-844B18CC573D}"/>
          </ac:spMkLst>
        </pc:spChg>
        <pc:spChg chg="del">
          <ac:chgData name="Alexandre Quach" userId="7bb690c8a6e028e4" providerId="LiveId" clId="{EA2A87B3-77E9-446E-AAFE-3A15A3F4A617}" dt="2022-03-22T10:15:28.381" v="528" actId="478"/>
          <ac:spMkLst>
            <pc:docMk/>
            <pc:sldMk cId="4128307043" sldId="785"/>
            <ac:spMk id="73" creationId="{4AD50DFC-BCA6-49D1-A024-3CCA18C67077}"/>
          </ac:spMkLst>
        </pc:spChg>
        <pc:spChg chg="del">
          <ac:chgData name="Alexandre Quach" userId="7bb690c8a6e028e4" providerId="LiveId" clId="{EA2A87B3-77E9-446E-AAFE-3A15A3F4A617}" dt="2022-03-22T10:15:28.381" v="528" actId="478"/>
          <ac:spMkLst>
            <pc:docMk/>
            <pc:sldMk cId="4128307043" sldId="785"/>
            <ac:spMk id="74" creationId="{8FAD78AD-5CDB-475D-B651-90C46E4557E8}"/>
          </ac:spMkLst>
        </pc:spChg>
        <pc:spChg chg="del">
          <ac:chgData name="Alexandre Quach" userId="7bb690c8a6e028e4" providerId="LiveId" clId="{EA2A87B3-77E9-446E-AAFE-3A15A3F4A617}" dt="2022-03-22T10:15:28.381" v="528" actId="478"/>
          <ac:spMkLst>
            <pc:docMk/>
            <pc:sldMk cId="4128307043" sldId="785"/>
            <ac:spMk id="75" creationId="{1CAE1952-94BD-4154-A98D-4B2B95044459}"/>
          </ac:spMkLst>
        </pc:spChg>
        <pc:spChg chg="del">
          <ac:chgData name="Alexandre Quach" userId="7bb690c8a6e028e4" providerId="LiveId" clId="{EA2A87B3-77E9-446E-AAFE-3A15A3F4A617}" dt="2022-03-22T10:15:28.381" v="528" actId="478"/>
          <ac:spMkLst>
            <pc:docMk/>
            <pc:sldMk cId="4128307043" sldId="785"/>
            <ac:spMk id="76" creationId="{7432EE17-5CDC-45E3-A8BB-3A5081252AE8}"/>
          </ac:spMkLst>
        </pc:spChg>
        <pc:spChg chg="del">
          <ac:chgData name="Alexandre Quach" userId="7bb690c8a6e028e4" providerId="LiveId" clId="{EA2A87B3-77E9-446E-AAFE-3A15A3F4A617}" dt="2022-03-22T10:15:36.467" v="531" actId="478"/>
          <ac:spMkLst>
            <pc:docMk/>
            <pc:sldMk cId="4128307043" sldId="785"/>
            <ac:spMk id="77" creationId="{674C9948-BC7D-4476-8731-E26D36E95A6B}"/>
          </ac:spMkLst>
        </pc:spChg>
        <pc:spChg chg="del">
          <ac:chgData name="Alexandre Quach" userId="7bb690c8a6e028e4" providerId="LiveId" clId="{EA2A87B3-77E9-446E-AAFE-3A15A3F4A617}" dt="2022-03-22T10:15:28.381" v="528" actId="478"/>
          <ac:spMkLst>
            <pc:docMk/>
            <pc:sldMk cId="4128307043" sldId="785"/>
            <ac:spMk id="78" creationId="{25407C1B-5CA8-4C75-B15C-A9A55C8CAB52}"/>
          </ac:spMkLst>
        </pc:spChg>
        <pc:spChg chg="del">
          <ac:chgData name="Alexandre Quach" userId="7bb690c8a6e028e4" providerId="LiveId" clId="{EA2A87B3-77E9-446E-AAFE-3A15A3F4A617}" dt="2022-03-22T10:15:28.381" v="528" actId="478"/>
          <ac:spMkLst>
            <pc:docMk/>
            <pc:sldMk cId="4128307043" sldId="785"/>
            <ac:spMk id="79" creationId="{9FBFED30-3B2D-4359-B3F7-F7AB7FD50ED1}"/>
          </ac:spMkLst>
        </pc:spChg>
        <pc:spChg chg="del">
          <ac:chgData name="Alexandre Quach" userId="7bb690c8a6e028e4" providerId="LiveId" clId="{EA2A87B3-77E9-446E-AAFE-3A15A3F4A617}" dt="2022-03-22T10:15:28.381" v="528" actId="478"/>
          <ac:spMkLst>
            <pc:docMk/>
            <pc:sldMk cId="4128307043" sldId="785"/>
            <ac:spMk id="80" creationId="{DAA5A005-457A-4495-90E9-1FF20E04957F}"/>
          </ac:spMkLst>
        </pc:spChg>
        <pc:spChg chg="del">
          <ac:chgData name="Alexandre Quach" userId="7bb690c8a6e028e4" providerId="LiveId" clId="{EA2A87B3-77E9-446E-AAFE-3A15A3F4A617}" dt="2022-03-22T10:15:28.381" v="528" actId="478"/>
          <ac:spMkLst>
            <pc:docMk/>
            <pc:sldMk cId="4128307043" sldId="785"/>
            <ac:spMk id="81" creationId="{76941B4B-F057-42A5-A2E9-30B15863D549}"/>
          </ac:spMkLst>
        </pc:spChg>
        <pc:spChg chg="del">
          <ac:chgData name="Alexandre Quach" userId="7bb690c8a6e028e4" providerId="LiveId" clId="{EA2A87B3-77E9-446E-AAFE-3A15A3F4A617}" dt="2022-03-22T10:15:28.381" v="528" actId="478"/>
          <ac:spMkLst>
            <pc:docMk/>
            <pc:sldMk cId="4128307043" sldId="785"/>
            <ac:spMk id="82" creationId="{165BAB99-2EC2-44F5-96C8-FE74FF8909C5}"/>
          </ac:spMkLst>
        </pc:spChg>
        <pc:spChg chg="del">
          <ac:chgData name="Alexandre Quach" userId="7bb690c8a6e028e4" providerId="LiveId" clId="{EA2A87B3-77E9-446E-AAFE-3A15A3F4A617}" dt="2022-03-22T10:15:28.381" v="528" actId="478"/>
          <ac:spMkLst>
            <pc:docMk/>
            <pc:sldMk cId="4128307043" sldId="785"/>
            <ac:spMk id="83" creationId="{0167B204-8D59-42FE-8ADA-A0E09FA34DB7}"/>
          </ac:spMkLst>
        </pc:spChg>
        <pc:spChg chg="del">
          <ac:chgData name="Alexandre Quach" userId="7bb690c8a6e028e4" providerId="LiveId" clId="{EA2A87B3-77E9-446E-AAFE-3A15A3F4A617}" dt="2022-03-22T10:15:36.467" v="531" actId="478"/>
          <ac:spMkLst>
            <pc:docMk/>
            <pc:sldMk cId="4128307043" sldId="785"/>
            <ac:spMk id="84" creationId="{095C58B3-4970-4DE5-A3BC-9C25028E785A}"/>
          </ac:spMkLst>
        </pc:spChg>
        <pc:spChg chg="del">
          <ac:chgData name="Alexandre Quach" userId="7bb690c8a6e028e4" providerId="LiveId" clId="{EA2A87B3-77E9-446E-AAFE-3A15A3F4A617}" dt="2022-03-22T10:15:28.381" v="528" actId="478"/>
          <ac:spMkLst>
            <pc:docMk/>
            <pc:sldMk cId="4128307043" sldId="785"/>
            <ac:spMk id="85" creationId="{A8EB369E-5321-430B-AAA3-181844C2C4CD}"/>
          </ac:spMkLst>
        </pc:spChg>
        <pc:spChg chg="del">
          <ac:chgData name="Alexandre Quach" userId="7bb690c8a6e028e4" providerId="LiveId" clId="{EA2A87B3-77E9-446E-AAFE-3A15A3F4A617}" dt="2022-03-22T10:15:28.381" v="528" actId="478"/>
          <ac:spMkLst>
            <pc:docMk/>
            <pc:sldMk cId="4128307043" sldId="785"/>
            <ac:spMk id="86" creationId="{4FF09847-9F2B-45A2-9F6C-33B9AF3C4F66}"/>
          </ac:spMkLst>
        </pc:spChg>
        <pc:spChg chg="del">
          <ac:chgData name="Alexandre Quach" userId="7bb690c8a6e028e4" providerId="LiveId" clId="{EA2A87B3-77E9-446E-AAFE-3A15A3F4A617}" dt="2022-03-22T10:15:28.381" v="528" actId="478"/>
          <ac:spMkLst>
            <pc:docMk/>
            <pc:sldMk cId="4128307043" sldId="785"/>
            <ac:spMk id="87" creationId="{4283C30E-8AE1-4DC9-8EB0-35D3490F6765}"/>
          </ac:spMkLst>
        </pc:spChg>
        <pc:spChg chg="del">
          <ac:chgData name="Alexandre Quach" userId="7bb690c8a6e028e4" providerId="LiveId" clId="{EA2A87B3-77E9-446E-AAFE-3A15A3F4A617}" dt="2022-03-22T10:15:34.555" v="530" actId="478"/>
          <ac:spMkLst>
            <pc:docMk/>
            <pc:sldMk cId="4128307043" sldId="785"/>
            <ac:spMk id="88" creationId="{8EC0F367-FD25-46E8-8FF2-F320CCEB0150}"/>
          </ac:spMkLst>
        </pc:spChg>
        <pc:spChg chg="del">
          <ac:chgData name="Alexandre Quach" userId="7bb690c8a6e028e4" providerId="LiveId" clId="{EA2A87B3-77E9-446E-AAFE-3A15A3F4A617}" dt="2022-03-22T10:15:28.381" v="528" actId="478"/>
          <ac:spMkLst>
            <pc:docMk/>
            <pc:sldMk cId="4128307043" sldId="785"/>
            <ac:spMk id="89" creationId="{2C8D36F5-AB34-4C78-A9E7-57A415AD33C9}"/>
          </ac:spMkLst>
        </pc:spChg>
        <pc:spChg chg="del">
          <ac:chgData name="Alexandre Quach" userId="7bb690c8a6e028e4" providerId="LiveId" clId="{EA2A87B3-77E9-446E-AAFE-3A15A3F4A617}" dt="2022-03-22T10:15:28.381" v="528" actId="478"/>
          <ac:spMkLst>
            <pc:docMk/>
            <pc:sldMk cId="4128307043" sldId="785"/>
            <ac:spMk id="90" creationId="{58D52194-7A2D-4362-A5C4-C433A6B37FCC}"/>
          </ac:spMkLst>
        </pc:spChg>
        <pc:spChg chg="add mod">
          <ac:chgData name="Alexandre Quach" userId="7bb690c8a6e028e4" providerId="LiveId" clId="{EA2A87B3-77E9-446E-AAFE-3A15A3F4A617}" dt="2022-03-22T10:21:49.025" v="599"/>
          <ac:spMkLst>
            <pc:docMk/>
            <pc:sldMk cId="4128307043" sldId="785"/>
            <ac:spMk id="91" creationId="{64AED2C5-F7B7-4F78-A7DF-12848BDF96EE}"/>
          </ac:spMkLst>
        </pc:spChg>
        <pc:spChg chg="del">
          <ac:chgData name="Alexandre Quach" userId="7bb690c8a6e028e4" providerId="LiveId" clId="{EA2A87B3-77E9-446E-AAFE-3A15A3F4A617}" dt="2022-03-22T10:15:28.381" v="528" actId="478"/>
          <ac:spMkLst>
            <pc:docMk/>
            <pc:sldMk cId="4128307043" sldId="785"/>
            <ac:spMk id="92" creationId="{9533AF17-659F-438F-8B53-6CEB03630392}"/>
          </ac:spMkLst>
        </pc:spChg>
        <pc:spChg chg="del">
          <ac:chgData name="Alexandre Quach" userId="7bb690c8a6e028e4" providerId="LiveId" clId="{EA2A87B3-77E9-446E-AAFE-3A15A3F4A617}" dt="2022-03-22T10:15:31.314" v="529" actId="478"/>
          <ac:spMkLst>
            <pc:docMk/>
            <pc:sldMk cId="4128307043" sldId="785"/>
            <ac:spMk id="93" creationId="{F9D358DB-3797-4A0C-B4A4-80847ADE04D0}"/>
          </ac:spMkLst>
        </pc:spChg>
        <pc:spChg chg="del">
          <ac:chgData name="Alexandre Quach" userId="7bb690c8a6e028e4" providerId="LiveId" clId="{EA2A87B3-77E9-446E-AAFE-3A15A3F4A617}" dt="2022-03-22T10:15:28.381" v="528" actId="478"/>
          <ac:spMkLst>
            <pc:docMk/>
            <pc:sldMk cId="4128307043" sldId="785"/>
            <ac:spMk id="94" creationId="{9CF0EC26-561C-4E32-928F-53CA98F05EA6}"/>
          </ac:spMkLst>
        </pc:spChg>
        <pc:spChg chg="del">
          <ac:chgData name="Alexandre Quach" userId="7bb690c8a6e028e4" providerId="LiveId" clId="{EA2A87B3-77E9-446E-AAFE-3A15A3F4A617}" dt="2022-03-22T10:15:31.314" v="529" actId="478"/>
          <ac:spMkLst>
            <pc:docMk/>
            <pc:sldMk cId="4128307043" sldId="785"/>
            <ac:spMk id="95" creationId="{2D625FD5-DA93-42B4-A25D-01A01A04B379}"/>
          </ac:spMkLst>
        </pc:spChg>
        <pc:spChg chg="del">
          <ac:chgData name="Alexandre Quach" userId="7bb690c8a6e028e4" providerId="LiveId" clId="{EA2A87B3-77E9-446E-AAFE-3A15A3F4A617}" dt="2022-03-22T10:15:28.381" v="528" actId="478"/>
          <ac:spMkLst>
            <pc:docMk/>
            <pc:sldMk cId="4128307043" sldId="785"/>
            <ac:spMk id="96" creationId="{6BB8805D-8AAB-4417-AD16-26090B29987D}"/>
          </ac:spMkLst>
        </pc:spChg>
        <pc:spChg chg="add mod">
          <ac:chgData name="Alexandre Quach" userId="7bb690c8a6e028e4" providerId="LiveId" clId="{EA2A87B3-77E9-446E-AAFE-3A15A3F4A617}" dt="2022-03-22T10:21:49.025" v="599"/>
          <ac:spMkLst>
            <pc:docMk/>
            <pc:sldMk cId="4128307043" sldId="785"/>
            <ac:spMk id="97" creationId="{81AA12D6-9E8B-4A09-9D89-F67783B6BE1E}"/>
          </ac:spMkLst>
        </pc:spChg>
        <pc:spChg chg="add mod">
          <ac:chgData name="Alexandre Quach" userId="7bb690c8a6e028e4" providerId="LiveId" clId="{EA2A87B3-77E9-446E-AAFE-3A15A3F4A617}" dt="2022-03-22T10:21:49.025" v="599"/>
          <ac:spMkLst>
            <pc:docMk/>
            <pc:sldMk cId="4128307043" sldId="785"/>
            <ac:spMk id="101" creationId="{B0372B25-BAC3-4A0D-BD98-D0B7F22EFA44}"/>
          </ac:spMkLst>
        </pc:spChg>
        <pc:spChg chg="add mod">
          <ac:chgData name="Alexandre Quach" userId="7bb690c8a6e028e4" providerId="LiveId" clId="{EA2A87B3-77E9-446E-AAFE-3A15A3F4A617}" dt="2022-03-22T10:21:49.025" v="599"/>
          <ac:spMkLst>
            <pc:docMk/>
            <pc:sldMk cId="4128307043" sldId="785"/>
            <ac:spMk id="102" creationId="{275479D8-2DEE-45D8-A733-D1BE94FB210A}"/>
          </ac:spMkLst>
        </pc:spChg>
        <pc:spChg chg="add mod">
          <ac:chgData name="Alexandre Quach" userId="7bb690c8a6e028e4" providerId="LiveId" clId="{EA2A87B3-77E9-446E-AAFE-3A15A3F4A617}" dt="2022-03-22T10:21:57.441" v="600"/>
          <ac:spMkLst>
            <pc:docMk/>
            <pc:sldMk cId="4128307043" sldId="785"/>
            <ac:spMk id="103" creationId="{70108A85-2F3D-4612-9FBE-CAB52DF2D409}"/>
          </ac:spMkLst>
        </pc:spChg>
        <pc:spChg chg="add mod">
          <ac:chgData name="Alexandre Quach" userId="7bb690c8a6e028e4" providerId="LiveId" clId="{EA2A87B3-77E9-446E-AAFE-3A15A3F4A617}" dt="2022-03-22T10:21:57.441" v="600"/>
          <ac:spMkLst>
            <pc:docMk/>
            <pc:sldMk cId="4128307043" sldId="785"/>
            <ac:spMk id="104" creationId="{2A50825B-4739-486E-A1FB-355BA93D906B}"/>
          </ac:spMkLst>
        </pc:spChg>
        <pc:spChg chg="add mod">
          <ac:chgData name="Alexandre Quach" userId="7bb690c8a6e028e4" providerId="LiveId" clId="{EA2A87B3-77E9-446E-AAFE-3A15A3F4A617}" dt="2022-03-22T10:21:57.441" v="600"/>
          <ac:spMkLst>
            <pc:docMk/>
            <pc:sldMk cId="4128307043" sldId="785"/>
            <ac:spMk id="105" creationId="{E30522AC-E1F6-4B44-B65B-F8C55E419A6E}"/>
          </ac:spMkLst>
        </pc:spChg>
        <pc:spChg chg="add mod">
          <ac:chgData name="Alexandre Quach" userId="7bb690c8a6e028e4" providerId="LiveId" clId="{EA2A87B3-77E9-446E-AAFE-3A15A3F4A617}" dt="2022-03-22T10:21:57.441" v="600"/>
          <ac:spMkLst>
            <pc:docMk/>
            <pc:sldMk cId="4128307043" sldId="785"/>
            <ac:spMk id="106" creationId="{4AD7F9E1-9BA5-4A9F-9255-504B945EEE50}"/>
          </ac:spMkLst>
        </pc:spChg>
        <pc:spChg chg="add del mod">
          <ac:chgData name="Alexandre Quach" userId="7bb690c8a6e028e4" providerId="LiveId" clId="{EA2A87B3-77E9-446E-AAFE-3A15A3F4A617}" dt="2022-03-22T10:23:44.972" v="762"/>
          <ac:spMkLst>
            <pc:docMk/>
            <pc:sldMk cId="4128307043" sldId="785"/>
            <ac:spMk id="107" creationId="{7DFE738B-6425-4483-94BA-20AA2C8DB629}"/>
          </ac:spMkLst>
        </pc:spChg>
        <pc:spChg chg="add del mod">
          <ac:chgData name="Alexandre Quach" userId="7bb690c8a6e028e4" providerId="LiveId" clId="{EA2A87B3-77E9-446E-AAFE-3A15A3F4A617}" dt="2022-03-22T10:23:44.972" v="762"/>
          <ac:spMkLst>
            <pc:docMk/>
            <pc:sldMk cId="4128307043" sldId="785"/>
            <ac:spMk id="108" creationId="{E136DF57-E6B1-44A3-904D-8A71C71FEAD8}"/>
          </ac:spMkLst>
        </pc:spChg>
        <pc:spChg chg="add del mod">
          <ac:chgData name="Alexandre Quach" userId="7bb690c8a6e028e4" providerId="LiveId" clId="{EA2A87B3-77E9-446E-AAFE-3A15A3F4A617}" dt="2022-03-22T10:23:44.972" v="762"/>
          <ac:spMkLst>
            <pc:docMk/>
            <pc:sldMk cId="4128307043" sldId="785"/>
            <ac:spMk id="109" creationId="{C390C979-344A-4F18-9775-7F73562961B7}"/>
          </ac:spMkLst>
        </pc:spChg>
      </pc:sldChg>
      <pc:sldChg chg="addSp delSp modSp add mod ord">
        <pc:chgData name="Alexandre Quach" userId="7bb690c8a6e028e4" providerId="LiveId" clId="{EA2A87B3-77E9-446E-AAFE-3A15A3F4A617}" dt="2022-03-22T14:22:53.353" v="2789" actId="1076"/>
        <pc:sldMkLst>
          <pc:docMk/>
          <pc:sldMk cId="4210234795" sldId="786"/>
        </pc:sldMkLst>
        <pc:spChg chg="mod">
          <ac:chgData name="Alexandre Quach" userId="7bb690c8a6e028e4" providerId="LiveId" clId="{EA2A87B3-77E9-446E-AAFE-3A15A3F4A617}" dt="2022-03-22T12:26:47.732" v="2060" actId="20577"/>
          <ac:spMkLst>
            <pc:docMk/>
            <pc:sldMk cId="4210234795" sldId="786"/>
            <ac:spMk id="9" creationId="{72BCD113-BECA-4D91-B19C-73AAD8F85D65}"/>
          </ac:spMkLst>
        </pc:spChg>
        <pc:spChg chg="mod">
          <ac:chgData name="Alexandre Quach" userId="7bb690c8a6e028e4" providerId="LiveId" clId="{EA2A87B3-77E9-446E-AAFE-3A15A3F4A617}" dt="2022-03-22T10:54:06.065" v="1570" actId="20577"/>
          <ac:spMkLst>
            <pc:docMk/>
            <pc:sldMk cId="4210234795" sldId="786"/>
            <ac:spMk id="53" creationId="{30162CA9-17A6-42A3-B3D2-D8A6CAABEEAE}"/>
          </ac:spMkLst>
        </pc:spChg>
        <pc:spChg chg="mod">
          <ac:chgData name="Alexandre Quach" userId="7bb690c8a6e028e4" providerId="LiveId" clId="{EA2A87B3-77E9-446E-AAFE-3A15A3F4A617}" dt="2022-03-22T10:54:10.646" v="1582" actId="20577"/>
          <ac:spMkLst>
            <pc:docMk/>
            <pc:sldMk cId="4210234795" sldId="786"/>
            <ac:spMk id="60" creationId="{BBA7E0CC-CED5-4F7D-AC4B-605448C25E89}"/>
          </ac:spMkLst>
        </pc:spChg>
        <pc:spChg chg="mod">
          <ac:chgData name="Alexandre Quach" userId="7bb690c8a6e028e4" providerId="LiveId" clId="{EA2A87B3-77E9-446E-AAFE-3A15A3F4A617}" dt="2022-03-22T10:54:15.162" v="1600" actId="20577"/>
          <ac:spMkLst>
            <pc:docMk/>
            <pc:sldMk cId="4210234795" sldId="786"/>
            <ac:spMk id="64" creationId="{B701C8A9-FFD5-418A-9CC8-EADB5F09C920}"/>
          </ac:spMkLst>
        </pc:spChg>
        <pc:spChg chg="mod">
          <ac:chgData name="Alexandre Quach" userId="7bb690c8a6e028e4" providerId="LiveId" clId="{EA2A87B3-77E9-446E-AAFE-3A15A3F4A617}" dt="2022-03-22T10:54:18.809" v="1607" actId="20577"/>
          <ac:spMkLst>
            <pc:docMk/>
            <pc:sldMk cId="4210234795" sldId="786"/>
            <ac:spMk id="65" creationId="{40E6030B-C395-46FB-950D-4CDC5FDC187E}"/>
          </ac:spMkLst>
        </pc:spChg>
        <pc:spChg chg="mod">
          <ac:chgData name="Alexandre Quach" userId="7bb690c8a6e028e4" providerId="LiveId" clId="{EA2A87B3-77E9-446E-AAFE-3A15A3F4A617}" dt="2022-03-22T10:54:22.539" v="1614" actId="20577"/>
          <ac:spMkLst>
            <pc:docMk/>
            <pc:sldMk cId="4210234795" sldId="786"/>
            <ac:spMk id="66" creationId="{9504F8A5-9803-468F-9C14-30990FA5F8E7}"/>
          </ac:spMkLst>
        </pc:spChg>
        <pc:spChg chg="del">
          <ac:chgData name="Alexandre Quach" userId="7bb690c8a6e028e4" providerId="LiveId" clId="{EA2A87B3-77E9-446E-AAFE-3A15A3F4A617}" dt="2022-03-22T10:54:25.129" v="1616" actId="478"/>
          <ac:spMkLst>
            <pc:docMk/>
            <pc:sldMk cId="4210234795" sldId="786"/>
            <ac:spMk id="67" creationId="{10B7CC8A-B65D-4C4C-8026-80209AA50621}"/>
          </ac:spMkLst>
        </pc:spChg>
        <pc:grpChg chg="del">
          <ac:chgData name="Alexandre Quach" userId="7bb690c8a6e028e4" providerId="LiveId" clId="{EA2A87B3-77E9-446E-AAFE-3A15A3F4A617}" dt="2022-03-22T10:53:51.705" v="1542" actId="478"/>
          <ac:grpSpMkLst>
            <pc:docMk/>
            <pc:sldMk cId="4210234795" sldId="786"/>
            <ac:grpSpMk id="11" creationId="{1960A81A-56BD-4883-8812-F69AACF69DB5}"/>
          </ac:grpSpMkLst>
        </pc:grpChg>
        <pc:grpChg chg="del">
          <ac:chgData name="Alexandre Quach" userId="7bb690c8a6e028e4" providerId="LiveId" clId="{EA2A87B3-77E9-446E-AAFE-3A15A3F4A617}" dt="2022-03-22T10:53:49.362" v="1540" actId="478"/>
          <ac:grpSpMkLst>
            <pc:docMk/>
            <pc:sldMk cId="4210234795" sldId="786"/>
            <ac:grpSpMk id="17" creationId="{AB73ECA1-1B0C-44C1-AD78-BC7EFBAC88CF}"/>
          </ac:grpSpMkLst>
        </pc:grpChg>
        <pc:grpChg chg="del">
          <ac:chgData name="Alexandre Quach" userId="7bb690c8a6e028e4" providerId="LiveId" clId="{EA2A87B3-77E9-446E-AAFE-3A15A3F4A617}" dt="2022-03-22T10:53:47.658" v="1539" actId="478"/>
          <ac:grpSpMkLst>
            <pc:docMk/>
            <pc:sldMk cId="4210234795" sldId="786"/>
            <ac:grpSpMk id="26" creationId="{A41E0644-E204-46A7-B851-FD93AAEAB050}"/>
          </ac:grpSpMkLst>
        </pc:grpChg>
        <pc:grpChg chg="del">
          <ac:chgData name="Alexandre Quach" userId="7bb690c8a6e028e4" providerId="LiveId" clId="{EA2A87B3-77E9-446E-AAFE-3A15A3F4A617}" dt="2022-03-22T10:53:47.658" v="1539" actId="478"/>
          <ac:grpSpMkLst>
            <pc:docMk/>
            <pc:sldMk cId="4210234795" sldId="786"/>
            <ac:grpSpMk id="34" creationId="{5375A724-2943-4AE9-8FD8-EE8B00333266}"/>
          </ac:grpSpMkLst>
        </pc:grpChg>
        <pc:grpChg chg="del">
          <ac:chgData name="Alexandre Quach" userId="7bb690c8a6e028e4" providerId="LiveId" clId="{EA2A87B3-77E9-446E-AAFE-3A15A3F4A617}" dt="2022-03-22T10:53:50.577" v="1541" actId="478"/>
          <ac:grpSpMkLst>
            <pc:docMk/>
            <pc:sldMk cId="4210234795" sldId="786"/>
            <ac:grpSpMk id="43" creationId="{AB1B5877-7436-4592-A214-B7BA6906BDF1}"/>
          </ac:grpSpMkLst>
        </pc:grpChg>
        <pc:picChg chg="add mod modCrop">
          <ac:chgData name="Alexandre Quach" userId="7bb690c8a6e028e4" providerId="LiveId" clId="{EA2A87B3-77E9-446E-AAFE-3A15A3F4A617}" dt="2022-03-22T14:22:49.165" v="2787" actId="1076"/>
          <ac:picMkLst>
            <pc:docMk/>
            <pc:sldMk cId="4210234795" sldId="786"/>
            <ac:picMk id="3" creationId="{289D7C55-9F41-4433-8522-69633C855D48}"/>
          </ac:picMkLst>
        </pc:picChg>
        <pc:picChg chg="add mod modCrop">
          <ac:chgData name="Alexandre Quach" userId="7bb690c8a6e028e4" providerId="LiveId" clId="{EA2A87B3-77E9-446E-AAFE-3A15A3F4A617}" dt="2022-03-22T12:30:46.301" v="2086" actId="14100"/>
          <ac:picMkLst>
            <pc:docMk/>
            <pc:sldMk cId="4210234795" sldId="786"/>
            <ac:picMk id="5" creationId="{DB899053-55A3-4F3A-AB8E-FA63395380C4}"/>
          </ac:picMkLst>
        </pc:picChg>
        <pc:picChg chg="add mod modCrop">
          <ac:chgData name="Alexandre Quach" userId="7bb690c8a6e028e4" providerId="LiveId" clId="{EA2A87B3-77E9-446E-AAFE-3A15A3F4A617}" dt="2022-03-22T12:30:48.852" v="2088" actId="1076"/>
          <ac:picMkLst>
            <pc:docMk/>
            <pc:sldMk cId="4210234795" sldId="786"/>
            <ac:picMk id="7" creationId="{DAF4F8D2-07D5-4D93-812B-F93E731CF06B}"/>
          </ac:picMkLst>
        </pc:picChg>
        <pc:picChg chg="add mod modCrop">
          <ac:chgData name="Alexandre Quach" userId="7bb690c8a6e028e4" providerId="LiveId" clId="{EA2A87B3-77E9-446E-AAFE-3A15A3F4A617}" dt="2022-03-22T14:22:53.353" v="2789" actId="1076"/>
          <ac:picMkLst>
            <pc:docMk/>
            <pc:sldMk cId="4210234795" sldId="786"/>
            <ac:picMk id="10" creationId="{58B991D1-105F-42B8-A735-2B9E62A75A71}"/>
          </ac:picMkLst>
        </pc:picChg>
        <pc:picChg chg="del">
          <ac:chgData name="Alexandre Quach" userId="7bb690c8a6e028e4" providerId="LiveId" clId="{EA2A87B3-77E9-446E-AAFE-3A15A3F4A617}" dt="2022-03-22T10:53:52.891" v="1543" actId="478"/>
          <ac:picMkLst>
            <pc:docMk/>
            <pc:sldMk cId="4210234795" sldId="786"/>
            <ac:picMk id="16" creationId="{97D20496-8265-433E-825D-D1AF9DF05E89}"/>
          </ac:picMkLst>
        </pc:picChg>
        <pc:picChg chg="add del mod">
          <ac:chgData name="Alexandre Quach" userId="7bb690c8a6e028e4" providerId="LiveId" clId="{EA2A87B3-77E9-446E-AAFE-3A15A3F4A617}" dt="2022-03-22T12:29:52.292" v="2074" actId="478"/>
          <ac:picMkLst>
            <pc:docMk/>
            <pc:sldMk cId="4210234795" sldId="786"/>
            <ac:picMk id="56" creationId="{614F131E-FAB4-40C8-9BBA-B5C85F27D53E}"/>
          </ac:picMkLst>
        </pc:picChg>
        <pc:picChg chg="add mod modCrop">
          <ac:chgData name="Alexandre Quach" userId="7bb690c8a6e028e4" providerId="LiveId" clId="{EA2A87B3-77E9-446E-AAFE-3A15A3F4A617}" dt="2022-03-22T12:30:28.974" v="2079" actId="1076"/>
          <ac:picMkLst>
            <pc:docMk/>
            <pc:sldMk cId="4210234795" sldId="786"/>
            <ac:picMk id="58" creationId="{61CB40B3-89CE-4589-8C71-77D69D32DA17}"/>
          </ac:picMkLst>
        </pc:picChg>
        <pc:cxnChg chg="del mod">
          <ac:chgData name="Alexandre Quach" userId="7bb690c8a6e028e4" providerId="LiveId" clId="{EA2A87B3-77E9-446E-AAFE-3A15A3F4A617}" dt="2022-03-22T10:54:24.129" v="1615" actId="478"/>
          <ac:cxnSpMkLst>
            <pc:docMk/>
            <pc:sldMk cId="4210234795" sldId="786"/>
            <ac:cxnSpMk id="79" creationId="{D3AF9E07-4B20-41DA-84B5-2713B8703F5A}"/>
          </ac:cxnSpMkLst>
        </pc:cxnChg>
      </pc:sldChg>
      <pc:sldChg chg="addSp delSp modSp add mod ord">
        <pc:chgData name="Alexandre Quach" userId="7bb690c8a6e028e4" providerId="LiveId" clId="{EA2A87B3-77E9-446E-AAFE-3A15A3F4A617}" dt="2022-03-22T14:21:12.669" v="2782" actId="1076"/>
        <pc:sldMkLst>
          <pc:docMk/>
          <pc:sldMk cId="2632171527" sldId="787"/>
        </pc:sldMkLst>
        <pc:spChg chg="mod">
          <ac:chgData name="Alexandre Quach" userId="7bb690c8a6e028e4" providerId="LiveId" clId="{EA2A87B3-77E9-446E-AAFE-3A15A3F4A617}" dt="2022-03-22T10:54:36.563" v="1630" actId="20577"/>
          <ac:spMkLst>
            <pc:docMk/>
            <pc:sldMk cId="2632171527" sldId="787"/>
            <ac:spMk id="9" creationId="{72BCD113-BECA-4D91-B19C-73AAD8F85D65}"/>
          </ac:spMkLst>
        </pc:spChg>
        <pc:spChg chg="add del mod">
          <ac:chgData name="Alexandre Quach" userId="7bb690c8a6e028e4" providerId="LiveId" clId="{EA2A87B3-77E9-446E-AAFE-3A15A3F4A617}" dt="2022-03-22T12:11:32.190" v="1913" actId="478"/>
          <ac:spMkLst>
            <pc:docMk/>
            <pc:sldMk cId="2632171527" sldId="787"/>
            <ac:spMk id="25" creationId="{CE5D69E9-C6A8-48FA-AEFD-C3E1C6F3A294}"/>
          </ac:spMkLst>
        </pc:spChg>
        <pc:spChg chg="add del mod">
          <ac:chgData name="Alexandre Quach" userId="7bb690c8a6e028e4" providerId="LiveId" clId="{EA2A87B3-77E9-446E-AAFE-3A15A3F4A617}" dt="2022-03-22T12:13:54.070" v="1919" actId="478"/>
          <ac:spMkLst>
            <pc:docMk/>
            <pc:sldMk cId="2632171527" sldId="787"/>
            <ac:spMk id="30" creationId="{2E1CEC3F-F16E-498B-BE65-65544867E5CF}"/>
          </ac:spMkLst>
        </pc:spChg>
        <pc:spChg chg="add del mod">
          <ac:chgData name="Alexandre Quach" userId="7bb690c8a6e028e4" providerId="LiveId" clId="{EA2A87B3-77E9-446E-AAFE-3A15A3F4A617}" dt="2022-03-22T12:14:41.303" v="1951" actId="478"/>
          <ac:spMkLst>
            <pc:docMk/>
            <pc:sldMk cId="2632171527" sldId="787"/>
            <ac:spMk id="33" creationId="{29E88712-2886-499E-A164-4AFC964F0A1D}"/>
          </ac:spMkLst>
        </pc:spChg>
        <pc:spChg chg="add del mod">
          <ac:chgData name="Alexandre Quach" userId="7bb690c8a6e028e4" providerId="LiveId" clId="{EA2A87B3-77E9-446E-AAFE-3A15A3F4A617}" dt="2022-03-22T12:15:18.189" v="1956" actId="478"/>
          <ac:spMkLst>
            <pc:docMk/>
            <pc:sldMk cId="2632171527" sldId="787"/>
            <ac:spMk id="36" creationId="{B5D117C2-072C-4652-BB8A-2B0521F8DF52}"/>
          </ac:spMkLst>
        </pc:spChg>
        <pc:spChg chg="add del mod">
          <ac:chgData name="Alexandre Quach" userId="7bb690c8a6e028e4" providerId="LiveId" clId="{EA2A87B3-77E9-446E-AAFE-3A15A3F4A617}" dt="2022-03-22T12:16:40.727" v="1981" actId="478"/>
          <ac:spMkLst>
            <pc:docMk/>
            <pc:sldMk cId="2632171527" sldId="787"/>
            <ac:spMk id="41" creationId="{D56F0F90-18FA-4D13-8327-54776B86C12F}"/>
          </ac:spMkLst>
        </pc:spChg>
        <pc:spChg chg="add del mod">
          <ac:chgData name="Alexandre Quach" userId="7bb690c8a6e028e4" providerId="LiveId" clId="{EA2A87B3-77E9-446E-AAFE-3A15A3F4A617}" dt="2022-03-22T12:18:14.664" v="2016" actId="478"/>
          <ac:spMkLst>
            <pc:docMk/>
            <pc:sldMk cId="2632171527" sldId="787"/>
            <ac:spMk id="50" creationId="{1B4A97F8-C62B-49B4-AE67-7443AD88C84D}"/>
          </ac:spMkLst>
        </pc:spChg>
        <pc:spChg chg="add mod">
          <ac:chgData name="Alexandre Quach" userId="7bb690c8a6e028e4" providerId="LiveId" clId="{EA2A87B3-77E9-446E-AAFE-3A15A3F4A617}" dt="2022-03-22T14:18:54.574" v="2767" actId="1076"/>
          <ac:spMkLst>
            <pc:docMk/>
            <pc:sldMk cId="2632171527" sldId="787"/>
            <ac:spMk id="52" creationId="{07ECF82E-AE2A-4FE1-B84A-2B671707D351}"/>
          </ac:spMkLst>
        </pc:spChg>
        <pc:spChg chg="mod">
          <ac:chgData name="Alexandre Quach" userId="7bb690c8a6e028e4" providerId="LiveId" clId="{EA2A87B3-77E9-446E-AAFE-3A15A3F4A617}" dt="2022-03-22T12:19:11.973" v="2026" actId="1076"/>
          <ac:spMkLst>
            <pc:docMk/>
            <pc:sldMk cId="2632171527" sldId="787"/>
            <ac:spMk id="53" creationId="{30162CA9-17A6-42A3-B3D2-D8A6CAABEEAE}"/>
          </ac:spMkLst>
        </pc:spChg>
        <pc:spChg chg="add del mod">
          <ac:chgData name="Alexandre Quach" userId="7bb690c8a6e028e4" providerId="LiveId" clId="{EA2A87B3-77E9-446E-AAFE-3A15A3F4A617}" dt="2022-03-22T12:18:36.527" v="2020" actId="478"/>
          <ac:spMkLst>
            <pc:docMk/>
            <pc:sldMk cId="2632171527" sldId="787"/>
            <ac:spMk id="58" creationId="{F11ECE7B-FD30-40F3-84E8-BDDF6FEF9D94}"/>
          </ac:spMkLst>
        </pc:spChg>
        <pc:spChg chg="mod">
          <ac:chgData name="Alexandre Quach" userId="7bb690c8a6e028e4" providerId="LiveId" clId="{EA2A87B3-77E9-446E-AAFE-3A15A3F4A617}" dt="2022-03-22T12:19:27.381" v="2030" actId="1076"/>
          <ac:spMkLst>
            <pc:docMk/>
            <pc:sldMk cId="2632171527" sldId="787"/>
            <ac:spMk id="60" creationId="{BBA7E0CC-CED5-4F7D-AC4B-605448C25E89}"/>
          </ac:spMkLst>
        </pc:spChg>
        <pc:spChg chg="mod">
          <ac:chgData name="Alexandre Quach" userId="7bb690c8a6e028e4" providerId="LiveId" clId="{EA2A87B3-77E9-446E-AAFE-3A15A3F4A617}" dt="2022-03-22T14:21:07.216" v="2780" actId="1076"/>
          <ac:spMkLst>
            <pc:docMk/>
            <pc:sldMk cId="2632171527" sldId="787"/>
            <ac:spMk id="64" creationId="{B701C8A9-FFD5-418A-9CC8-EADB5F09C920}"/>
          </ac:spMkLst>
        </pc:spChg>
        <pc:spChg chg="mod">
          <ac:chgData name="Alexandre Quach" userId="7bb690c8a6e028e4" providerId="LiveId" clId="{EA2A87B3-77E9-446E-AAFE-3A15A3F4A617}" dt="2022-03-22T12:19:03.662" v="2024" actId="1076"/>
          <ac:spMkLst>
            <pc:docMk/>
            <pc:sldMk cId="2632171527" sldId="787"/>
            <ac:spMk id="65" creationId="{40E6030B-C395-46FB-950D-4CDC5FDC187E}"/>
          </ac:spMkLst>
        </pc:spChg>
        <pc:spChg chg="mod">
          <ac:chgData name="Alexandre Quach" userId="7bb690c8a6e028e4" providerId="LiveId" clId="{EA2A87B3-77E9-446E-AAFE-3A15A3F4A617}" dt="2022-03-22T14:18:29.947" v="2755" actId="1076"/>
          <ac:spMkLst>
            <pc:docMk/>
            <pc:sldMk cId="2632171527" sldId="787"/>
            <ac:spMk id="66" creationId="{9504F8A5-9803-468F-9C14-30990FA5F8E7}"/>
          </ac:spMkLst>
        </pc:spChg>
        <pc:picChg chg="add del mod">
          <ac:chgData name="Alexandre Quach" userId="7bb690c8a6e028e4" providerId="LiveId" clId="{EA2A87B3-77E9-446E-AAFE-3A15A3F4A617}" dt="2022-03-22T12:11:32.190" v="1913" actId="478"/>
          <ac:picMkLst>
            <pc:docMk/>
            <pc:sldMk cId="2632171527" sldId="787"/>
            <ac:picMk id="24" creationId="{93C265B1-684C-4E58-AC23-7B5F816DF5B0}"/>
          </ac:picMkLst>
        </pc:picChg>
        <pc:picChg chg="add del mod">
          <ac:chgData name="Alexandre Quach" userId="7bb690c8a6e028e4" providerId="LiveId" clId="{EA2A87B3-77E9-446E-AAFE-3A15A3F4A617}" dt="2022-03-22T12:10:55.750" v="1912" actId="478"/>
          <ac:picMkLst>
            <pc:docMk/>
            <pc:sldMk cId="2632171527" sldId="787"/>
            <ac:picMk id="27" creationId="{FA2D51E9-B02E-4295-9ED3-4736618D2008}"/>
          </ac:picMkLst>
        </pc:picChg>
        <pc:picChg chg="add mod">
          <ac:chgData name="Alexandre Quach" userId="7bb690c8a6e028e4" providerId="LiveId" clId="{EA2A87B3-77E9-446E-AAFE-3A15A3F4A617}" dt="2022-03-22T14:18:31.783" v="2756" actId="1076"/>
          <ac:picMkLst>
            <pc:docMk/>
            <pc:sldMk cId="2632171527" sldId="787"/>
            <ac:picMk id="29" creationId="{FE36F435-D037-46F9-BD4C-1E3DB3077690}"/>
          </ac:picMkLst>
        </pc:picChg>
        <pc:picChg chg="add mod modCrop">
          <ac:chgData name="Alexandre Quach" userId="7bb690c8a6e028e4" providerId="LiveId" clId="{EA2A87B3-77E9-446E-AAFE-3A15A3F4A617}" dt="2022-03-22T14:20:34.398" v="2775" actId="1076"/>
          <ac:picMkLst>
            <pc:docMk/>
            <pc:sldMk cId="2632171527" sldId="787"/>
            <ac:picMk id="32" creationId="{FE488B9C-3CF3-41B4-842C-DB3343A739B1}"/>
          </ac:picMkLst>
        </pc:picChg>
        <pc:picChg chg="add mod">
          <ac:chgData name="Alexandre Quach" userId="7bb690c8a6e028e4" providerId="LiveId" clId="{EA2A87B3-77E9-446E-AAFE-3A15A3F4A617}" dt="2022-03-22T12:19:11.973" v="2026" actId="1076"/>
          <ac:picMkLst>
            <pc:docMk/>
            <pc:sldMk cId="2632171527" sldId="787"/>
            <ac:picMk id="35" creationId="{81450ABA-B4D1-4D2E-B16E-C53263B0D1D1}"/>
          </ac:picMkLst>
        </pc:picChg>
        <pc:picChg chg="add mod modCrop">
          <ac:chgData name="Alexandre Quach" userId="7bb690c8a6e028e4" providerId="LiveId" clId="{EA2A87B3-77E9-446E-AAFE-3A15A3F4A617}" dt="2022-03-22T14:21:09.730" v="2781" actId="1076"/>
          <ac:picMkLst>
            <pc:docMk/>
            <pc:sldMk cId="2632171527" sldId="787"/>
            <ac:picMk id="38" creationId="{3133A7CC-F418-43AB-ADB2-941C830EF7B9}"/>
          </ac:picMkLst>
        </pc:picChg>
        <pc:picChg chg="add mod">
          <ac:chgData name="Alexandre Quach" userId="7bb690c8a6e028e4" providerId="LiveId" clId="{EA2A87B3-77E9-446E-AAFE-3A15A3F4A617}" dt="2022-03-22T14:21:12.669" v="2782" actId="1076"/>
          <ac:picMkLst>
            <pc:docMk/>
            <pc:sldMk cId="2632171527" sldId="787"/>
            <ac:picMk id="40" creationId="{AB7A5B85-277E-49DE-A5B3-DAAE031B90E3}"/>
          </ac:picMkLst>
        </pc:picChg>
        <pc:picChg chg="add del mod">
          <ac:chgData name="Alexandre Quach" userId="7bb690c8a6e028e4" providerId="LiveId" clId="{EA2A87B3-77E9-446E-AAFE-3A15A3F4A617}" dt="2022-03-22T12:18:14.664" v="2016" actId="478"/>
          <ac:picMkLst>
            <pc:docMk/>
            <pc:sldMk cId="2632171527" sldId="787"/>
            <ac:picMk id="49" creationId="{39D2BCAD-712B-4AE0-BC2C-0EE51B0C8D72}"/>
          </ac:picMkLst>
        </pc:picChg>
        <pc:picChg chg="add mod">
          <ac:chgData name="Alexandre Quach" userId="7bb690c8a6e028e4" providerId="LiveId" clId="{EA2A87B3-77E9-446E-AAFE-3A15A3F4A617}" dt="2022-03-22T14:20:46.528" v="2778" actId="1076"/>
          <ac:picMkLst>
            <pc:docMk/>
            <pc:sldMk cId="2632171527" sldId="787"/>
            <ac:picMk id="56" creationId="{4391A14E-1FD9-45B5-9E4C-85A5ED03B2DA}"/>
          </ac:picMkLst>
        </pc:picChg>
        <pc:cxnChg chg="add mod">
          <ac:chgData name="Alexandre Quach" userId="7bb690c8a6e028e4" providerId="LiveId" clId="{EA2A87B3-77E9-446E-AAFE-3A15A3F4A617}" dt="2022-03-22T14:18:29.947" v="2755" actId="1076"/>
          <ac:cxnSpMkLst>
            <pc:docMk/>
            <pc:sldMk cId="2632171527" sldId="787"/>
            <ac:cxnSpMk id="17" creationId="{322D917B-7CC7-4C9E-B7C5-F8CC087DB2A7}"/>
          </ac:cxnSpMkLst>
        </pc:cxnChg>
        <pc:cxnChg chg="add mod">
          <ac:chgData name="Alexandre Quach" userId="7bb690c8a6e028e4" providerId="LiveId" clId="{EA2A87B3-77E9-446E-AAFE-3A15A3F4A617}" dt="2022-03-22T14:18:54.574" v="2767" actId="1076"/>
          <ac:cxnSpMkLst>
            <pc:docMk/>
            <pc:sldMk cId="2632171527" sldId="787"/>
            <ac:cxnSpMk id="54" creationId="{42A25357-6D0C-4AAD-B805-4D87779364B8}"/>
          </ac:cxnSpMkLst>
        </pc:cxnChg>
        <pc:cxnChg chg="mod">
          <ac:chgData name="Alexandre Quach" userId="7bb690c8a6e028e4" providerId="LiveId" clId="{EA2A87B3-77E9-446E-AAFE-3A15A3F4A617}" dt="2022-03-22T12:19:27.381" v="2030" actId="1076"/>
          <ac:cxnSpMkLst>
            <pc:docMk/>
            <pc:sldMk cId="2632171527" sldId="787"/>
            <ac:cxnSpMk id="55" creationId="{946C25A9-9CBD-40C7-AD42-B8D87C6F38E4}"/>
          </ac:cxnSpMkLst>
        </pc:cxnChg>
        <pc:cxnChg chg="add mod">
          <ac:chgData name="Alexandre Quach" userId="7bb690c8a6e028e4" providerId="LiveId" clId="{EA2A87B3-77E9-446E-AAFE-3A15A3F4A617}" dt="2022-03-22T14:18:54.574" v="2767" actId="1076"/>
          <ac:cxnSpMkLst>
            <pc:docMk/>
            <pc:sldMk cId="2632171527" sldId="787"/>
            <ac:cxnSpMk id="57" creationId="{23F3E461-35C9-45D2-9A1E-6ABDD36ED76D}"/>
          </ac:cxnSpMkLst>
        </pc:cxnChg>
        <pc:cxnChg chg="mod">
          <ac:chgData name="Alexandre Quach" userId="7bb690c8a6e028e4" providerId="LiveId" clId="{EA2A87B3-77E9-446E-AAFE-3A15A3F4A617}" dt="2022-03-22T14:21:07.216" v="2780" actId="1076"/>
          <ac:cxnSpMkLst>
            <pc:docMk/>
            <pc:sldMk cId="2632171527" sldId="787"/>
            <ac:cxnSpMk id="69" creationId="{10B855B0-169D-42B9-A7FF-DF0FD8B2F4F4}"/>
          </ac:cxnSpMkLst>
        </pc:cxnChg>
        <pc:cxnChg chg="mod">
          <ac:chgData name="Alexandre Quach" userId="7bb690c8a6e028e4" providerId="LiveId" clId="{EA2A87B3-77E9-446E-AAFE-3A15A3F4A617}" dt="2022-03-22T12:19:11.973" v="2026" actId="1076"/>
          <ac:cxnSpMkLst>
            <pc:docMk/>
            <pc:sldMk cId="2632171527" sldId="787"/>
            <ac:cxnSpMk id="73" creationId="{5864588A-D932-4BF0-A327-8590B9816D7C}"/>
          </ac:cxnSpMkLst>
        </pc:cxnChg>
        <pc:cxnChg chg="del mod">
          <ac:chgData name="Alexandre Quach" userId="7bb690c8a6e028e4" providerId="LiveId" clId="{EA2A87B3-77E9-446E-AAFE-3A15A3F4A617}" dt="2022-03-22T10:55:53.945" v="1742" actId="478"/>
          <ac:cxnSpMkLst>
            <pc:docMk/>
            <pc:sldMk cId="2632171527" sldId="787"/>
            <ac:cxnSpMk id="76" creationId="{A849DFC5-970A-4CF0-86AF-2B283214B1E4}"/>
          </ac:cxnSpMkLst>
        </pc:cxnChg>
        <pc:cxnChg chg="add mod">
          <ac:chgData name="Alexandre Quach" userId="7bb690c8a6e028e4" providerId="LiveId" clId="{EA2A87B3-77E9-446E-AAFE-3A15A3F4A617}" dt="2022-03-22T12:19:33.214" v="2033" actId="14100"/>
          <ac:cxnSpMkLst>
            <pc:docMk/>
            <pc:sldMk cId="2632171527" sldId="787"/>
            <ac:cxnSpMk id="83" creationId="{CA835455-2A67-4618-824C-B3297DDE25D7}"/>
          </ac:cxnSpMkLst>
        </pc:cxnChg>
        <pc:cxnChg chg="add mod">
          <ac:chgData name="Alexandre Quach" userId="7bb690c8a6e028e4" providerId="LiveId" clId="{EA2A87B3-77E9-446E-AAFE-3A15A3F4A617}" dt="2022-03-22T14:21:07.216" v="2780" actId="1076"/>
          <ac:cxnSpMkLst>
            <pc:docMk/>
            <pc:sldMk cId="2632171527" sldId="787"/>
            <ac:cxnSpMk id="92" creationId="{4AAE1964-EB3A-46B2-91B0-8B67179F54F6}"/>
          </ac:cxnSpMkLst>
        </pc:cxnChg>
        <pc:cxnChg chg="add mod">
          <ac:chgData name="Alexandre Quach" userId="7bb690c8a6e028e4" providerId="LiveId" clId="{EA2A87B3-77E9-446E-AAFE-3A15A3F4A617}" dt="2022-03-22T14:18:54.574" v="2767" actId="1076"/>
          <ac:cxnSpMkLst>
            <pc:docMk/>
            <pc:sldMk cId="2632171527" sldId="787"/>
            <ac:cxnSpMk id="95" creationId="{ACE77280-6AC4-4560-8EA7-606B5E48425D}"/>
          </ac:cxnSpMkLst>
        </pc:cxnChg>
      </pc:sldChg>
      <pc:sldChg chg="addSp delSp modSp add mod ord">
        <pc:chgData name="Alexandre Quach" userId="7bb690c8a6e028e4" providerId="LiveId" clId="{EA2A87B3-77E9-446E-AAFE-3A15A3F4A617}" dt="2022-03-23T15:54:36.603" v="8142" actId="20577"/>
        <pc:sldMkLst>
          <pc:docMk/>
          <pc:sldMk cId="2836885823" sldId="788"/>
        </pc:sldMkLst>
        <pc:spChg chg="mod">
          <ac:chgData name="Alexandre Quach" userId="7bb690c8a6e028e4" providerId="LiveId" clId="{EA2A87B3-77E9-446E-AAFE-3A15A3F4A617}" dt="2022-03-23T15:54:36.603" v="8142" actId="20577"/>
          <ac:spMkLst>
            <pc:docMk/>
            <pc:sldMk cId="2836885823" sldId="788"/>
            <ac:spMk id="9" creationId="{72BCD113-BECA-4D91-B19C-73AAD8F85D65}"/>
          </ac:spMkLst>
        </pc:spChg>
        <pc:spChg chg="add mod">
          <ac:chgData name="Alexandre Quach" userId="7bb690c8a6e028e4" providerId="LiveId" clId="{EA2A87B3-77E9-446E-AAFE-3A15A3F4A617}" dt="2022-03-22T12:03:04.262" v="1840" actId="1076"/>
          <ac:spMkLst>
            <pc:docMk/>
            <pc:sldMk cId="2836885823" sldId="788"/>
            <ac:spMk id="16" creationId="{EC2BD2A9-58D1-4FAB-9EA2-936B4ED2C1E1}"/>
          </ac:spMkLst>
        </pc:spChg>
        <pc:spChg chg="mod">
          <ac:chgData name="Alexandre Quach" userId="7bb690c8a6e028e4" providerId="LiveId" clId="{EA2A87B3-77E9-446E-AAFE-3A15A3F4A617}" dt="2022-03-22T12:03:14.254" v="1859" actId="20577"/>
          <ac:spMkLst>
            <pc:docMk/>
            <pc:sldMk cId="2836885823" sldId="788"/>
            <ac:spMk id="53" creationId="{30162CA9-17A6-42A3-B3D2-D8A6CAABEEAE}"/>
          </ac:spMkLst>
        </pc:spChg>
        <pc:spChg chg="mod">
          <ac:chgData name="Alexandre Quach" userId="7bb690c8a6e028e4" providerId="LiveId" clId="{EA2A87B3-77E9-446E-AAFE-3A15A3F4A617}" dt="2022-03-22T12:31:43.226" v="2105" actId="6549"/>
          <ac:spMkLst>
            <pc:docMk/>
            <pc:sldMk cId="2836885823" sldId="788"/>
            <ac:spMk id="60" creationId="{BBA7E0CC-CED5-4F7D-AC4B-605448C25E89}"/>
          </ac:spMkLst>
        </pc:spChg>
        <pc:spChg chg="mod">
          <ac:chgData name="Alexandre Quach" userId="7bb690c8a6e028e4" providerId="LiveId" clId="{EA2A87B3-77E9-446E-AAFE-3A15A3F4A617}" dt="2022-03-22T12:03:24.582" v="1883" actId="20577"/>
          <ac:spMkLst>
            <pc:docMk/>
            <pc:sldMk cId="2836885823" sldId="788"/>
            <ac:spMk id="64" creationId="{B701C8A9-FFD5-418A-9CC8-EADB5F09C920}"/>
          </ac:spMkLst>
        </pc:spChg>
        <pc:spChg chg="del">
          <ac:chgData name="Alexandre Quach" userId="7bb690c8a6e028e4" providerId="LiveId" clId="{EA2A87B3-77E9-446E-AAFE-3A15A3F4A617}" dt="2022-03-22T11:56:01.809" v="1792" actId="478"/>
          <ac:spMkLst>
            <pc:docMk/>
            <pc:sldMk cId="2836885823" sldId="788"/>
            <ac:spMk id="65" creationId="{40E6030B-C395-46FB-950D-4CDC5FDC187E}"/>
          </ac:spMkLst>
        </pc:spChg>
        <pc:spChg chg="del">
          <ac:chgData name="Alexandre Quach" userId="7bb690c8a6e028e4" providerId="LiveId" clId="{EA2A87B3-77E9-446E-AAFE-3A15A3F4A617}" dt="2022-03-22T11:56:03.720" v="1794" actId="478"/>
          <ac:spMkLst>
            <pc:docMk/>
            <pc:sldMk cId="2836885823" sldId="788"/>
            <ac:spMk id="66" creationId="{9504F8A5-9803-468F-9C14-30990FA5F8E7}"/>
          </ac:spMkLst>
        </pc:spChg>
        <pc:picChg chg="add del mod">
          <ac:chgData name="Alexandre Quach" userId="7bb690c8a6e028e4" providerId="LiveId" clId="{EA2A87B3-77E9-446E-AAFE-3A15A3F4A617}" dt="2022-03-22T12:31:35.477" v="2104" actId="478"/>
          <ac:picMkLst>
            <pc:docMk/>
            <pc:sldMk cId="2836885823" sldId="788"/>
            <ac:picMk id="4" creationId="{C246FC74-0493-4AE8-953B-849F68BF5F71}"/>
          </ac:picMkLst>
        </pc:picChg>
        <pc:picChg chg="add del mod">
          <ac:chgData name="Alexandre Quach" userId="7bb690c8a6e028e4" providerId="LiveId" clId="{EA2A87B3-77E9-446E-AAFE-3A15A3F4A617}" dt="2022-03-22T12:03:50.541" v="1887" actId="478"/>
          <ac:picMkLst>
            <pc:docMk/>
            <pc:sldMk cId="2836885823" sldId="788"/>
            <ac:picMk id="10" creationId="{D139EDBD-4DC3-4179-8D96-BC89D9971B46}"/>
          </ac:picMkLst>
        </pc:picChg>
        <pc:picChg chg="add del mod">
          <ac:chgData name="Alexandre Quach" userId="7bb690c8a6e028e4" providerId="LiveId" clId="{EA2A87B3-77E9-446E-AAFE-3A15A3F4A617}" dt="2022-03-22T12:20:06.343" v="2034" actId="478"/>
          <ac:picMkLst>
            <pc:docMk/>
            <pc:sldMk cId="2836885823" sldId="788"/>
            <ac:picMk id="12" creationId="{F598BC76-04D6-4A6D-B796-1E15513784B5}"/>
          </ac:picMkLst>
        </pc:picChg>
        <pc:picChg chg="add mod modCrop">
          <ac:chgData name="Alexandre Quach" userId="7bb690c8a6e028e4" providerId="LiveId" clId="{EA2A87B3-77E9-446E-AAFE-3A15A3F4A617}" dt="2022-03-22T12:26:28.957" v="2054" actId="14100"/>
          <ac:picMkLst>
            <pc:docMk/>
            <pc:sldMk cId="2836885823" sldId="788"/>
            <ac:picMk id="14" creationId="{666C2F0E-F87B-4752-9551-DDCEB2CCF39A}"/>
          </ac:picMkLst>
        </pc:picChg>
        <pc:picChg chg="add mod">
          <ac:chgData name="Alexandre Quach" userId="7bb690c8a6e028e4" providerId="LiveId" clId="{EA2A87B3-77E9-446E-AAFE-3A15A3F4A617}" dt="2022-03-22T12:26:03.542" v="2047" actId="1076"/>
          <ac:picMkLst>
            <pc:docMk/>
            <pc:sldMk cId="2836885823" sldId="788"/>
            <ac:picMk id="18" creationId="{FDAE47D1-13E1-4804-BDA6-9CA2EE9F159D}"/>
          </ac:picMkLst>
        </pc:picChg>
        <pc:picChg chg="add mod">
          <ac:chgData name="Alexandre Quach" userId="7bb690c8a6e028e4" providerId="LiveId" clId="{EA2A87B3-77E9-446E-AAFE-3A15A3F4A617}" dt="2022-03-22T12:26:26.116" v="2052" actId="1076"/>
          <ac:picMkLst>
            <pc:docMk/>
            <pc:sldMk cId="2836885823" sldId="788"/>
            <ac:picMk id="20" creationId="{412228A8-04B6-42E7-816D-D40574A42B06}"/>
          </ac:picMkLst>
        </pc:picChg>
        <pc:cxnChg chg="del mod">
          <ac:chgData name="Alexandre Quach" userId="7bb690c8a6e028e4" providerId="LiveId" clId="{EA2A87B3-77E9-446E-AAFE-3A15A3F4A617}" dt="2022-03-22T11:56:04.184" v="1795" actId="478"/>
          <ac:cxnSpMkLst>
            <pc:docMk/>
            <pc:sldMk cId="2836885823" sldId="788"/>
            <ac:cxnSpMk id="17" creationId="{322D917B-7CC7-4C9E-B7C5-F8CC087DB2A7}"/>
          </ac:cxnSpMkLst>
        </pc:cxnChg>
        <pc:cxnChg chg="mod">
          <ac:chgData name="Alexandre Quach" userId="7bb690c8a6e028e4" providerId="LiveId" clId="{EA2A87B3-77E9-446E-AAFE-3A15A3F4A617}" dt="2022-03-22T12:03:06.726" v="1841" actId="1076"/>
          <ac:cxnSpMkLst>
            <pc:docMk/>
            <pc:sldMk cId="2836885823" sldId="788"/>
            <ac:cxnSpMk id="55" creationId="{946C25A9-9CBD-40C7-AD42-B8D87C6F38E4}"/>
          </ac:cxnSpMkLst>
        </pc:cxnChg>
        <pc:cxnChg chg="mod">
          <ac:chgData name="Alexandre Quach" userId="7bb690c8a6e028e4" providerId="LiveId" clId="{EA2A87B3-77E9-446E-AAFE-3A15A3F4A617}" dt="2022-03-22T12:03:06.726" v="1841" actId="1076"/>
          <ac:cxnSpMkLst>
            <pc:docMk/>
            <pc:sldMk cId="2836885823" sldId="788"/>
            <ac:cxnSpMk id="69" creationId="{10B855B0-169D-42B9-A7FF-DF0FD8B2F4F4}"/>
          </ac:cxnSpMkLst>
        </pc:cxnChg>
        <pc:cxnChg chg="del mod">
          <ac:chgData name="Alexandre Quach" userId="7bb690c8a6e028e4" providerId="LiveId" clId="{EA2A87B3-77E9-446E-AAFE-3A15A3F4A617}" dt="2022-03-22T11:56:02.400" v="1793" actId="478"/>
          <ac:cxnSpMkLst>
            <pc:docMk/>
            <pc:sldMk cId="2836885823" sldId="788"/>
            <ac:cxnSpMk id="73" creationId="{5864588A-D932-4BF0-A327-8590B9816D7C}"/>
          </ac:cxnSpMkLst>
        </pc:cxnChg>
      </pc:sldChg>
      <pc:sldChg chg="addSp delSp modSp new mod modClrScheme chgLayout">
        <pc:chgData name="Alexandre Quach" userId="7bb690c8a6e028e4" providerId="LiveId" clId="{EA2A87B3-77E9-446E-AAFE-3A15A3F4A617}" dt="2022-03-23T15:45:35.276" v="7087" actId="478"/>
        <pc:sldMkLst>
          <pc:docMk/>
          <pc:sldMk cId="1386476075" sldId="789"/>
        </pc:sldMkLst>
        <pc:spChg chg="del mod ord">
          <ac:chgData name="Alexandre Quach" userId="7bb690c8a6e028e4" providerId="LiveId" clId="{EA2A87B3-77E9-446E-AAFE-3A15A3F4A617}" dt="2022-03-23T14:33:34.722" v="2803" actId="700"/>
          <ac:spMkLst>
            <pc:docMk/>
            <pc:sldMk cId="1386476075" sldId="789"/>
            <ac:spMk id="2" creationId="{BB26F314-48F0-420F-89A9-C9FBEC9D28DD}"/>
          </ac:spMkLst>
        </pc:spChg>
        <pc:spChg chg="del">
          <ac:chgData name="Alexandre Quach" userId="7bb690c8a6e028e4" providerId="LiveId" clId="{EA2A87B3-77E9-446E-AAFE-3A15A3F4A617}" dt="2022-03-23T14:33:34.722" v="2803" actId="700"/>
          <ac:spMkLst>
            <pc:docMk/>
            <pc:sldMk cId="1386476075" sldId="789"/>
            <ac:spMk id="3" creationId="{84752006-C1C9-419D-80AF-A069992AC2C3}"/>
          </ac:spMkLst>
        </pc:spChg>
        <pc:spChg chg="del">
          <ac:chgData name="Alexandre Quach" userId="7bb690c8a6e028e4" providerId="LiveId" clId="{EA2A87B3-77E9-446E-AAFE-3A15A3F4A617}" dt="2022-03-23T14:33:34.722" v="2803" actId="700"/>
          <ac:spMkLst>
            <pc:docMk/>
            <pc:sldMk cId="1386476075" sldId="789"/>
            <ac:spMk id="4" creationId="{07C1FC46-2316-43A4-BA9A-29736391A680}"/>
          </ac:spMkLst>
        </pc:spChg>
        <pc:spChg chg="del">
          <ac:chgData name="Alexandre Quach" userId="7bb690c8a6e028e4" providerId="LiveId" clId="{EA2A87B3-77E9-446E-AAFE-3A15A3F4A617}" dt="2022-03-23T14:33:34.722" v="2803" actId="700"/>
          <ac:spMkLst>
            <pc:docMk/>
            <pc:sldMk cId="1386476075" sldId="789"/>
            <ac:spMk id="5" creationId="{370034DC-9B44-4D27-946D-D2C6B509F59C}"/>
          </ac:spMkLst>
        </pc:spChg>
        <pc:spChg chg="del mod ord">
          <ac:chgData name="Alexandre Quach" userId="7bb690c8a6e028e4" providerId="LiveId" clId="{EA2A87B3-77E9-446E-AAFE-3A15A3F4A617}" dt="2022-03-23T14:33:34.722" v="2803" actId="700"/>
          <ac:spMkLst>
            <pc:docMk/>
            <pc:sldMk cId="1386476075" sldId="789"/>
            <ac:spMk id="6" creationId="{A6597ADE-EA62-48D4-95D3-5B995FF84D12}"/>
          </ac:spMkLst>
        </pc:spChg>
        <pc:spChg chg="del">
          <ac:chgData name="Alexandre Quach" userId="7bb690c8a6e028e4" providerId="LiveId" clId="{EA2A87B3-77E9-446E-AAFE-3A15A3F4A617}" dt="2022-03-23T14:33:34.722" v="2803" actId="700"/>
          <ac:spMkLst>
            <pc:docMk/>
            <pc:sldMk cId="1386476075" sldId="789"/>
            <ac:spMk id="7" creationId="{406784D4-E48F-400E-875D-45061363FC85}"/>
          </ac:spMkLst>
        </pc:spChg>
        <pc:spChg chg="del">
          <ac:chgData name="Alexandre Quach" userId="7bb690c8a6e028e4" providerId="LiveId" clId="{EA2A87B3-77E9-446E-AAFE-3A15A3F4A617}" dt="2022-03-23T14:33:34.722" v="2803" actId="700"/>
          <ac:spMkLst>
            <pc:docMk/>
            <pc:sldMk cId="1386476075" sldId="789"/>
            <ac:spMk id="8" creationId="{CE2D9398-A3FB-4027-9CB7-2BA054A0C98D}"/>
          </ac:spMkLst>
        </pc:spChg>
        <pc:spChg chg="add mod ord">
          <ac:chgData name="Alexandre Quach" userId="7bb690c8a6e028e4" providerId="LiveId" clId="{EA2A87B3-77E9-446E-AAFE-3A15A3F4A617}" dt="2022-03-23T14:33:47.574" v="2857" actId="20577"/>
          <ac:spMkLst>
            <pc:docMk/>
            <pc:sldMk cId="1386476075" sldId="789"/>
            <ac:spMk id="9" creationId="{C56D14DD-E70D-423D-BEB7-DA6F6333A945}"/>
          </ac:spMkLst>
        </pc:spChg>
        <pc:spChg chg="add del mod ord">
          <ac:chgData name="Alexandre Quach" userId="7bb690c8a6e028e4" providerId="LiveId" clId="{EA2A87B3-77E9-446E-AAFE-3A15A3F4A617}" dt="2022-03-23T15:45:35.276" v="7087" actId="478"/>
          <ac:spMkLst>
            <pc:docMk/>
            <pc:sldMk cId="1386476075" sldId="789"/>
            <ac:spMk id="10" creationId="{7F1C1EE6-6DEB-4DFD-BA6F-BD5BB47A6162}"/>
          </ac:spMkLst>
        </pc:spChg>
        <pc:grpChg chg="add mod">
          <ac:chgData name="Alexandre Quach" userId="7bb690c8a6e028e4" providerId="LiveId" clId="{EA2A87B3-77E9-446E-AAFE-3A15A3F4A617}" dt="2022-03-23T15:45:34.025" v="7086" actId="1076"/>
          <ac:grpSpMkLst>
            <pc:docMk/>
            <pc:sldMk cId="1386476075" sldId="789"/>
            <ac:grpSpMk id="14" creationId="{0CE537BB-6A76-4B1F-BE70-5F9C9AAAE72A}"/>
          </ac:grpSpMkLst>
        </pc:grpChg>
        <pc:picChg chg="add mod">
          <ac:chgData name="Alexandre Quach" userId="7bb690c8a6e028e4" providerId="LiveId" clId="{EA2A87B3-77E9-446E-AAFE-3A15A3F4A617}" dt="2022-03-23T15:45:26.608" v="7082" actId="164"/>
          <ac:picMkLst>
            <pc:docMk/>
            <pc:sldMk cId="1386476075" sldId="789"/>
            <ac:picMk id="11" creationId="{BAFE3CB0-7856-45CA-85DF-BED3C722AA75}"/>
          </ac:picMkLst>
        </pc:picChg>
        <pc:picChg chg="add mod">
          <ac:chgData name="Alexandre Quach" userId="7bb690c8a6e028e4" providerId="LiveId" clId="{EA2A87B3-77E9-446E-AAFE-3A15A3F4A617}" dt="2022-03-23T15:45:26.608" v="7082" actId="164"/>
          <ac:picMkLst>
            <pc:docMk/>
            <pc:sldMk cId="1386476075" sldId="789"/>
            <ac:picMk id="12" creationId="{AF155801-8C81-4E6D-8695-DE18D372766B}"/>
          </ac:picMkLst>
        </pc:picChg>
        <pc:picChg chg="add mod">
          <ac:chgData name="Alexandre Quach" userId="7bb690c8a6e028e4" providerId="LiveId" clId="{EA2A87B3-77E9-446E-AAFE-3A15A3F4A617}" dt="2022-03-23T15:45:26.608" v="7082" actId="164"/>
          <ac:picMkLst>
            <pc:docMk/>
            <pc:sldMk cId="1386476075" sldId="789"/>
            <ac:picMk id="13" creationId="{FEC780BC-2F7B-4684-8F69-1E833D7A53D2}"/>
          </ac:picMkLst>
        </pc:picChg>
      </pc:sldChg>
      <pc:sldChg chg="addSp delSp modSp add mod">
        <pc:chgData name="Alexandre Quach" userId="7bb690c8a6e028e4" providerId="LiveId" clId="{EA2A87B3-77E9-446E-AAFE-3A15A3F4A617}" dt="2022-03-23T15:45:52.969" v="7089" actId="21"/>
        <pc:sldMkLst>
          <pc:docMk/>
          <pc:sldMk cId="1055337894" sldId="790"/>
        </pc:sldMkLst>
        <pc:spChg chg="mod">
          <ac:chgData name="Alexandre Quach" userId="7bb690c8a6e028e4" providerId="LiveId" clId="{EA2A87B3-77E9-446E-AAFE-3A15A3F4A617}" dt="2022-03-23T14:42:13.278" v="3221" actId="20577"/>
          <ac:spMkLst>
            <pc:docMk/>
            <pc:sldMk cId="1055337894" sldId="790"/>
            <ac:spMk id="9" creationId="{C56D14DD-E70D-423D-BEB7-DA6F6333A945}"/>
          </ac:spMkLst>
        </pc:spChg>
        <pc:picChg chg="add del mod">
          <ac:chgData name="Alexandre Quach" userId="7bb690c8a6e028e4" providerId="LiveId" clId="{EA2A87B3-77E9-446E-AAFE-3A15A3F4A617}" dt="2022-03-23T15:45:52.969" v="7089" actId="21"/>
          <ac:picMkLst>
            <pc:docMk/>
            <pc:sldMk cId="1055337894" sldId="790"/>
            <ac:picMk id="4" creationId="{1D3A5A07-C44E-49EF-8EDC-E0E0B193B313}"/>
          </ac:picMkLst>
        </pc:picChg>
        <pc:picChg chg="add del mod">
          <ac:chgData name="Alexandre Quach" userId="7bb690c8a6e028e4" providerId="LiveId" clId="{EA2A87B3-77E9-446E-AAFE-3A15A3F4A617}" dt="2022-03-23T15:45:52.969" v="7089" actId="21"/>
          <ac:picMkLst>
            <pc:docMk/>
            <pc:sldMk cId="1055337894" sldId="790"/>
            <ac:picMk id="5" creationId="{61097851-0104-4B45-9DB1-2F112BF9E8F3}"/>
          </ac:picMkLst>
        </pc:picChg>
        <pc:picChg chg="add del mod">
          <ac:chgData name="Alexandre Quach" userId="7bb690c8a6e028e4" providerId="LiveId" clId="{EA2A87B3-77E9-446E-AAFE-3A15A3F4A617}" dt="2022-03-23T15:45:52.969" v="7089" actId="21"/>
          <ac:picMkLst>
            <pc:docMk/>
            <pc:sldMk cId="1055337894" sldId="790"/>
            <ac:picMk id="6" creationId="{785E4310-459B-4912-AE2B-6DD227E25DD3}"/>
          </ac:picMkLst>
        </pc:picChg>
        <pc:picChg chg="add del mod">
          <ac:chgData name="Alexandre Quach" userId="7bb690c8a6e028e4" providerId="LiveId" clId="{EA2A87B3-77E9-446E-AAFE-3A15A3F4A617}" dt="2022-03-23T15:45:52.969" v="7089" actId="21"/>
          <ac:picMkLst>
            <pc:docMk/>
            <pc:sldMk cId="1055337894" sldId="790"/>
            <ac:picMk id="7" creationId="{E8307329-D99B-4604-A1C6-6679C45801E2}"/>
          </ac:picMkLst>
        </pc:picChg>
        <pc:picChg chg="add del mod">
          <ac:chgData name="Alexandre Quach" userId="7bb690c8a6e028e4" providerId="LiveId" clId="{EA2A87B3-77E9-446E-AAFE-3A15A3F4A617}" dt="2022-03-23T15:45:52.969" v="7089" actId="21"/>
          <ac:picMkLst>
            <pc:docMk/>
            <pc:sldMk cId="1055337894" sldId="790"/>
            <ac:picMk id="8" creationId="{60B52533-1178-4794-AA14-2160B9983D03}"/>
          </ac:picMkLst>
        </pc:picChg>
      </pc:sldChg>
      <pc:sldChg chg="addSp delSp modSp new mod">
        <pc:chgData name="Alexandre Quach" userId="7bb690c8a6e028e4" providerId="LiveId" clId="{EA2A87B3-77E9-446E-AAFE-3A15A3F4A617}" dt="2022-03-23T16:14:37.587" v="9192" actId="20577"/>
        <pc:sldMkLst>
          <pc:docMk/>
          <pc:sldMk cId="1984474069" sldId="791"/>
        </pc:sldMkLst>
        <pc:spChg chg="mod">
          <ac:chgData name="Alexandre Quach" userId="7bb690c8a6e028e4" providerId="LiveId" clId="{EA2A87B3-77E9-446E-AAFE-3A15A3F4A617}" dt="2022-03-23T14:34:01.655" v="2869" actId="20577"/>
          <ac:spMkLst>
            <pc:docMk/>
            <pc:sldMk cId="1984474069" sldId="791"/>
            <ac:spMk id="2" creationId="{A8D9A89F-8D19-4815-9EE7-47DDC6659979}"/>
          </ac:spMkLst>
        </pc:spChg>
        <pc:spChg chg="mod">
          <ac:chgData name="Alexandre Quach" userId="7bb690c8a6e028e4" providerId="LiveId" clId="{EA2A87B3-77E9-446E-AAFE-3A15A3F4A617}" dt="2022-03-23T15:48:18.070" v="7435" actId="27636"/>
          <ac:spMkLst>
            <pc:docMk/>
            <pc:sldMk cId="1984474069" sldId="791"/>
            <ac:spMk id="3" creationId="{5C2D62DA-DC8F-4DBF-9516-8E0320EB08B1}"/>
          </ac:spMkLst>
        </pc:spChg>
        <pc:spChg chg="add mod">
          <ac:chgData name="Alexandre Quach" userId="7bb690c8a6e028e4" providerId="LiveId" clId="{EA2A87B3-77E9-446E-AAFE-3A15A3F4A617}" dt="2022-03-23T16:14:37.587" v="9192" actId="20577"/>
          <ac:spMkLst>
            <pc:docMk/>
            <pc:sldMk cId="1984474069" sldId="791"/>
            <ac:spMk id="9" creationId="{F3C28E3A-9F7E-44D7-A4C3-2D075D3CD059}"/>
          </ac:spMkLst>
        </pc:spChg>
        <pc:picChg chg="add del mod">
          <ac:chgData name="Alexandre Quach" userId="7bb690c8a6e028e4" providerId="LiveId" clId="{EA2A87B3-77E9-446E-AAFE-3A15A3F4A617}" dt="2022-03-23T15:46:09.097" v="7095" actId="478"/>
          <ac:picMkLst>
            <pc:docMk/>
            <pc:sldMk cId="1984474069" sldId="791"/>
            <ac:picMk id="4" creationId="{0FE793FE-D7D0-47EC-8467-9AA3629E2420}"/>
          </ac:picMkLst>
        </pc:picChg>
        <pc:picChg chg="add del mod">
          <ac:chgData name="Alexandre Quach" userId="7bb690c8a6e028e4" providerId="LiveId" clId="{EA2A87B3-77E9-446E-AAFE-3A15A3F4A617}" dt="2022-03-23T15:46:09.097" v="7095" actId="478"/>
          <ac:picMkLst>
            <pc:docMk/>
            <pc:sldMk cId="1984474069" sldId="791"/>
            <ac:picMk id="5" creationId="{36F80A2F-6DED-4422-9A60-DC320A756BA5}"/>
          </ac:picMkLst>
        </pc:picChg>
        <pc:picChg chg="add del mod">
          <ac:chgData name="Alexandre Quach" userId="7bb690c8a6e028e4" providerId="LiveId" clId="{EA2A87B3-77E9-446E-AAFE-3A15A3F4A617}" dt="2022-03-23T15:46:09.097" v="7095" actId="478"/>
          <ac:picMkLst>
            <pc:docMk/>
            <pc:sldMk cId="1984474069" sldId="791"/>
            <ac:picMk id="6" creationId="{79086D91-5A69-4F22-9123-D9FAF30E0384}"/>
          </ac:picMkLst>
        </pc:picChg>
        <pc:picChg chg="add del mod">
          <ac:chgData name="Alexandre Quach" userId="7bb690c8a6e028e4" providerId="LiveId" clId="{EA2A87B3-77E9-446E-AAFE-3A15A3F4A617}" dt="2022-03-23T15:46:09.097" v="7095" actId="478"/>
          <ac:picMkLst>
            <pc:docMk/>
            <pc:sldMk cId="1984474069" sldId="791"/>
            <ac:picMk id="7" creationId="{6AB25D92-A3A1-4BB5-9844-A7D7033A0AFF}"/>
          </ac:picMkLst>
        </pc:picChg>
        <pc:picChg chg="add del mod">
          <ac:chgData name="Alexandre Quach" userId="7bb690c8a6e028e4" providerId="LiveId" clId="{EA2A87B3-77E9-446E-AAFE-3A15A3F4A617}" dt="2022-03-23T15:46:09.097" v="7095" actId="478"/>
          <ac:picMkLst>
            <pc:docMk/>
            <pc:sldMk cId="1984474069" sldId="791"/>
            <ac:picMk id="8" creationId="{39F855FE-C6F9-43FB-8EF6-9449D0EBAA39}"/>
          </ac:picMkLst>
        </pc:picChg>
      </pc:sldChg>
      <pc:sldChg chg="addSp delSp modSp add mod">
        <pc:chgData name="Alexandre Quach" userId="7bb690c8a6e028e4" providerId="LiveId" clId="{EA2A87B3-77E9-446E-AAFE-3A15A3F4A617}" dt="2022-03-25T09:41:43.455" v="10028" actId="790"/>
        <pc:sldMkLst>
          <pc:docMk/>
          <pc:sldMk cId="772437173" sldId="792"/>
        </pc:sldMkLst>
        <pc:spChg chg="mod">
          <ac:chgData name="Alexandre Quach" userId="7bb690c8a6e028e4" providerId="LiveId" clId="{EA2A87B3-77E9-446E-AAFE-3A15A3F4A617}" dt="2022-03-25T09:41:43.455" v="10028" actId="790"/>
          <ac:spMkLst>
            <pc:docMk/>
            <pc:sldMk cId="772437173" sldId="792"/>
            <ac:spMk id="9" creationId="{C56D14DD-E70D-423D-BEB7-DA6F6333A945}"/>
          </ac:spMkLst>
        </pc:spChg>
        <pc:spChg chg="mod">
          <ac:chgData name="Alexandre Quach" userId="7bb690c8a6e028e4" providerId="LiveId" clId="{EA2A87B3-77E9-446E-AAFE-3A15A3F4A617}" dt="2022-03-25T09:41:43.455" v="10028" actId="790"/>
          <ac:spMkLst>
            <pc:docMk/>
            <pc:sldMk cId="772437173" sldId="792"/>
            <ac:spMk id="10" creationId="{7F1C1EE6-6DEB-4DFD-BA6F-BD5BB47A6162}"/>
          </ac:spMkLst>
        </pc:spChg>
        <pc:picChg chg="add del mod">
          <ac:chgData name="Alexandre Quach" userId="7bb690c8a6e028e4" providerId="LiveId" clId="{EA2A87B3-77E9-446E-AAFE-3A15A3F4A617}" dt="2022-03-25T09:40:52.149" v="9975"/>
          <ac:picMkLst>
            <pc:docMk/>
            <pc:sldMk cId="772437173" sldId="792"/>
            <ac:picMk id="4" creationId="{BF97F7F0-6B5D-4B4F-B2BF-0F09EFE38325}"/>
          </ac:picMkLst>
        </pc:picChg>
        <pc:picChg chg="add del mod">
          <ac:chgData name="Alexandre Quach" userId="7bb690c8a6e028e4" providerId="LiveId" clId="{EA2A87B3-77E9-446E-AAFE-3A15A3F4A617}" dt="2022-03-25T09:40:52.149" v="9975"/>
          <ac:picMkLst>
            <pc:docMk/>
            <pc:sldMk cId="772437173" sldId="792"/>
            <ac:picMk id="5" creationId="{744C37C1-D9D5-424C-84E0-1E8779FFF612}"/>
          </ac:picMkLst>
        </pc:picChg>
      </pc:sldChg>
      <pc:sldChg chg="new del">
        <pc:chgData name="Alexandre Quach" userId="7bb690c8a6e028e4" providerId="LiveId" clId="{EA2A87B3-77E9-446E-AAFE-3A15A3F4A617}" dt="2022-03-23T15:48:32.066" v="7438" actId="47"/>
        <pc:sldMkLst>
          <pc:docMk/>
          <pc:sldMk cId="3191133613" sldId="793"/>
        </pc:sldMkLst>
      </pc:sldChg>
      <pc:sldChg chg="addSp delSp modSp add mod">
        <pc:chgData name="Alexandre Quach" userId="7bb690c8a6e028e4" providerId="LiveId" clId="{EA2A87B3-77E9-446E-AAFE-3A15A3F4A617}" dt="2022-03-23T17:45:06.166" v="9527" actId="478"/>
        <pc:sldMkLst>
          <pc:docMk/>
          <pc:sldMk cId="3734705461" sldId="793"/>
        </pc:sldMkLst>
        <pc:spChg chg="mod">
          <ac:chgData name="Alexandre Quach" userId="7bb690c8a6e028e4" providerId="LiveId" clId="{EA2A87B3-77E9-446E-AAFE-3A15A3F4A617}" dt="2022-03-23T15:58:54.362" v="8410" actId="20577"/>
          <ac:spMkLst>
            <pc:docMk/>
            <pc:sldMk cId="3734705461" sldId="793"/>
            <ac:spMk id="2" creationId="{21D09186-11E1-4A35-8BB1-DD05F53997D4}"/>
          </ac:spMkLst>
        </pc:spChg>
        <pc:spChg chg="del">
          <ac:chgData name="Alexandre Quach" userId="7bb690c8a6e028e4" providerId="LiveId" clId="{EA2A87B3-77E9-446E-AAFE-3A15A3F4A617}" dt="2022-03-23T17:45:06.166" v="9527" actId="478"/>
          <ac:spMkLst>
            <pc:docMk/>
            <pc:sldMk cId="3734705461" sldId="793"/>
            <ac:spMk id="10" creationId="{5EB91366-10C7-4E44-BCC0-8FB1A2C2CDE0}"/>
          </ac:spMkLst>
        </pc:spChg>
        <pc:spChg chg="del">
          <ac:chgData name="Alexandre Quach" userId="7bb690c8a6e028e4" providerId="LiveId" clId="{EA2A87B3-77E9-446E-AAFE-3A15A3F4A617}" dt="2022-03-23T17:45:06.166" v="9527" actId="478"/>
          <ac:spMkLst>
            <pc:docMk/>
            <pc:sldMk cId="3734705461" sldId="793"/>
            <ac:spMk id="12" creationId="{842B3600-9905-49C0-9279-E7C307A68501}"/>
          </ac:spMkLst>
        </pc:spChg>
        <pc:spChg chg="del">
          <ac:chgData name="Alexandre Quach" userId="7bb690c8a6e028e4" providerId="LiveId" clId="{EA2A87B3-77E9-446E-AAFE-3A15A3F4A617}" dt="2022-03-23T17:45:06.166" v="9527" actId="478"/>
          <ac:spMkLst>
            <pc:docMk/>
            <pc:sldMk cId="3734705461" sldId="793"/>
            <ac:spMk id="13" creationId="{E30CA19A-D72E-4944-A809-E6846990265C}"/>
          </ac:spMkLst>
        </pc:spChg>
        <pc:spChg chg="del mod">
          <ac:chgData name="Alexandre Quach" userId="7bb690c8a6e028e4" providerId="LiveId" clId="{EA2A87B3-77E9-446E-AAFE-3A15A3F4A617}" dt="2022-03-23T16:01:05.885" v="8450" actId="478"/>
          <ac:spMkLst>
            <pc:docMk/>
            <pc:sldMk cId="3734705461" sldId="793"/>
            <ac:spMk id="17" creationId="{EAF1AAB0-0CBC-4500-967C-93787298A904}"/>
          </ac:spMkLst>
        </pc:spChg>
        <pc:spChg chg="del mod">
          <ac:chgData name="Alexandre Quach" userId="7bb690c8a6e028e4" providerId="LiveId" clId="{EA2A87B3-77E9-446E-AAFE-3A15A3F4A617}" dt="2022-03-23T16:01:05.885" v="8450" actId="478"/>
          <ac:spMkLst>
            <pc:docMk/>
            <pc:sldMk cId="3734705461" sldId="793"/>
            <ac:spMk id="18" creationId="{1E585A7D-8703-4885-821D-5D5874F8B843}"/>
          </ac:spMkLst>
        </pc:spChg>
        <pc:spChg chg="del mod">
          <ac:chgData name="Alexandre Quach" userId="7bb690c8a6e028e4" providerId="LiveId" clId="{EA2A87B3-77E9-446E-AAFE-3A15A3F4A617}" dt="2022-03-23T16:01:05.885" v="8450" actId="478"/>
          <ac:spMkLst>
            <pc:docMk/>
            <pc:sldMk cId="3734705461" sldId="793"/>
            <ac:spMk id="26" creationId="{D636592A-832F-4E9A-B623-CBE6171DF5D6}"/>
          </ac:spMkLst>
        </pc:spChg>
        <pc:spChg chg="del mod">
          <ac:chgData name="Alexandre Quach" userId="7bb690c8a6e028e4" providerId="LiveId" clId="{EA2A87B3-77E9-446E-AAFE-3A15A3F4A617}" dt="2022-03-23T16:01:05.885" v="8450" actId="478"/>
          <ac:spMkLst>
            <pc:docMk/>
            <pc:sldMk cId="3734705461" sldId="793"/>
            <ac:spMk id="30" creationId="{050AA63D-BD67-4EFF-AC43-03E1DE8CB081}"/>
          </ac:spMkLst>
        </pc:spChg>
        <pc:spChg chg="del mod">
          <ac:chgData name="Alexandre Quach" userId="7bb690c8a6e028e4" providerId="LiveId" clId="{EA2A87B3-77E9-446E-AAFE-3A15A3F4A617}" dt="2022-03-23T16:01:05.885" v="8450" actId="478"/>
          <ac:spMkLst>
            <pc:docMk/>
            <pc:sldMk cId="3734705461" sldId="793"/>
            <ac:spMk id="34" creationId="{F7B77492-6EA4-483E-9E69-5650AC970731}"/>
          </ac:spMkLst>
        </pc:spChg>
        <pc:spChg chg="mod">
          <ac:chgData name="Alexandre Quach" userId="7bb690c8a6e028e4" providerId="LiveId" clId="{EA2A87B3-77E9-446E-AAFE-3A15A3F4A617}" dt="2022-03-23T16:01:09.931" v="8451" actId="6549"/>
          <ac:spMkLst>
            <pc:docMk/>
            <pc:sldMk cId="3734705461" sldId="793"/>
            <ac:spMk id="38" creationId="{3D5C4999-7A5B-4AF7-9B4A-B70FF5FC56BA}"/>
          </ac:spMkLst>
        </pc:spChg>
        <pc:spChg chg="del">
          <ac:chgData name="Alexandre Quach" userId="7bb690c8a6e028e4" providerId="LiveId" clId="{EA2A87B3-77E9-446E-AAFE-3A15A3F4A617}" dt="2022-03-23T15:59:12.468" v="8424" actId="478"/>
          <ac:spMkLst>
            <pc:docMk/>
            <pc:sldMk cId="3734705461" sldId="793"/>
            <ac:spMk id="41" creationId="{70492461-6E58-421A-97E1-8490AD2C5C67}"/>
          </ac:spMkLst>
        </pc:spChg>
        <pc:spChg chg="del">
          <ac:chgData name="Alexandre Quach" userId="7bb690c8a6e028e4" providerId="LiveId" clId="{EA2A87B3-77E9-446E-AAFE-3A15A3F4A617}" dt="2022-03-23T15:59:12.468" v="8424" actId="478"/>
          <ac:spMkLst>
            <pc:docMk/>
            <pc:sldMk cId="3734705461" sldId="793"/>
            <ac:spMk id="42" creationId="{4B4FCF12-52EA-49A1-9309-C1D66E98BB7C}"/>
          </ac:spMkLst>
        </pc:spChg>
        <pc:spChg chg="del">
          <ac:chgData name="Alexandre Quach" userId="7bb690c8a6e028e4" providerId="LiveId" clId="{EA2A87B3-77E9-446E-AAFE-3A15A3F4A617}" dt="2022-03-23T15:59:12.468" v="8424" actId="478"/>
          <ac:spMkLst>
            <pc:docMk/>
            <pc:sldMk cId="3734705461" sldId="793"/>
            <ac:spMk id="43" creationId="{335213F6-A809-4D8E-9C03-1FA4A7AC262E}"/>
          </ac:spMkLst>
        </pc:spChg>
        <pc:spChg chg="del">
          <ac:chgData name="Alexandre Quach" userId="7bb690c8a6e028e4" providerId="LiveId" clId="{EA2A87B3-77E9-446E-AAFE-3A15A3F4A617}" dt="2022-03-23T15:59:12.468" v="8424" actId="478"/>
          <ac:spMkLst>
            <pc:docMk/>
            <pc:sldMk cId="3734705461" sldId="793"/>
            <ac:spMk id="44" creationId="{09843526-CC0B-4EBC-B1DC-30F5687359CB}"/>
          </ac:spMkLst>
        </pc:spChg>
        <pc:spChg chg="del">
          <ac:chgData name="Alexandre Quach" userId="7bb690c8a6e028e4" providerId="LiveId" clId="{EA2A87B3-77E9-446E-AAFE-3A15A3F4A617}" dt="2022-03-23T15:59:12.468" v="8424" actId="478"/>
          <ac:spMkLst>
            <pc:docMk/>
            <pc:sldMk cId="3734705461" sldId="793"/>
            <ac:spMk id="45" creationId="{7E25C068-1AC3-4B6E-8B4B-7B4E6662DFCD}"/>
          </ac:spMkLst>
        </pc:spChg>
        <pc:spChg chg="del">
          <ac:chgData name="Alexandre Quach" userId="7bb690c8a6e028e4" providerId="LiveId" clId="{EA2A87B3-77E9-446E-AAFE-3A15A3F4A617}" dt="2022-03-23T15:59:12.468" v="8424" actId="478"/>
          <ac:spMkLst>
            <pc:docMk/>
            <pc:sldMk cId="3734705461" sldId="793"/>
            <ac:spMk id="46" creationId="{69D25101-71EF-43DE-B342-233B21124BC1}"/>
          </ac:spMkLst>
        </pc:spChg>
        <pc:spChg chg="del">
          <ac:chgData name="Alexandre Quach" userId="7bb690c8a6e028e4" providerId="LiveId" clId="{EA2A87B3-77E9-446E-AAFE-3A15A3F4A617}" dt="2022-03-23T15:59:12.468" v="8424" actId="478"/>
          <ac:spMkLst>
            <pc:docMk/>
            <pc:sldMk cId="3734705461" sldId="793"/>
            <ac:spMk id="47" creationId="{1DAAFDAC-A7AD-45E7-8BBB-17DF6F3ECD56}"/>
          </ac:spMkLst>
        </pc:spChg>
        <pc:spChg chg="del">
          <ac:chgData name="Alexandre Quach" userId="7bb690c8a6e028e4" providerId="LiveId" clId="{EA2A87B3-77E9-446E-AAFE-3A15A3F4A617}" dt="2022-03-23T15:59:12.468" v="8424" actId="478"/>
          <ac:spMkLst>
            <pc:docMk/>
            <pc:sldMk cId="3734705461" sldId="793"/>
            <ac:spMk id="48" creationId="{C4791A12-621A-4FB1-9D01-4E681E29FF9A}"/>
          </ac:spMkLst>
        </pc:spChg>
        <pc:spChg chg="del">
          <ac:chgData name="Alexandre Quach" userId="7bb690c8a6e028e4" providerId="LiveId" clId="{EA2A87B3-77E9-446E-AAFE-3A15A3F4A617}" dt="2022-03-23T15:59:12.468" v="8424" actId="478"/>
          <ac:spMkLst>
            <pc:docMk/>
            <pc:sldMk cId="3734705461" sldId="793"/>
            <ac:spMk id="49" creationId="{CAA0B993-7593-428E-9AB3-8CF64E2E5229}"/>
          </ac:spMkLst>
        </pc:spChg>
        <pc:spChg chg="del">
          <ac:chgData name="Alexandre Quach" userId="7bb690c8a6e028e4" providerId="LiveId" clId="{EA2A87B3-77E9-446E-AAFE-3A15A3F4A617}" dt="2022-03-23T15:59:12.468" v="8424" actId="478"/>
          <ac:spMkLst>
            <pc:docMk/>
            <pc:sldMk cId="3734705461" sldId="793"/>
            <ac:spMk id="50" creationId="{54AACDB3-1C32-47C7-937A-B8E96F3D3FB5}"/>
          </ac:spMkLst>
        </pc:spChg>
        <pc:spChg chg="del">
          <ac:chgData name="Alexandre Quach" userId="7bb690c8a6e028e4" providerId="LiveId" clId="{EA2A87B3-77E9-446E-AAFE-3A15A3F4A617}" dt="2022-03-23T15:59:12.468" v="8424" actId="478"/>
          <ac:spMkLst>
            <pc:docMk/>
            <pc:sldMk cId="3734705461" sldId="793"/>
            <ac:spMk id="51" creationId="{0CB7C17F-EBA7-49E7-81C2-57D4DF55A20C}"/>
          </ac:spMkLst>
        </pc:spChg>
        <pc:spChg chg="del mod">
          <ac:chgData name="Alexandre Quach" userId="7bb690c8a6e028e4" providerId="LiveId" clId="{EA2A87B3-77E9-446E-AAFE-3A15A3F4A617}" dt="2022-03-23T16:01:01.101" v="8449" actId="478"/>
          <ac:spMkLst>
            <pc:docMk/>
            <pc:sldMk cId="3734705461" sldId="793"/>
            <ac:spMk id="52" creationId="{38F5800F-854A-4AB9-A7CC-BD7BEE2E5A15}"/>
          </ac:spMkLst>
        </pc:spChg>
        <pc:spChg chg="del">
          <ac:chgData name="Alexandre Quach" userId="7bb690c8a6e028e4" providerId="LiveId" clId="{EA2A87B3-77E9-446E-AAFE-3A15A3F4A617}" dt="2022-03-23T15:59:12.468" v="8424" actId="478"/>
          <ac:spMkLst>
            <pc:docMk/>
            <pc:sldMk cId="3734705461" sldId="793"/>
            <ac:spMk id="53" creationId="{12A44FEC-0B77-4884-8928-E5B06C5CE09E}"/>
          </ac:spMkLst>
        </pc:spChg>
        <pc:spChg chg="del">
          <ac:chgData name="Alexandre Quach" userId="7bb690c8a6e028e4" providerId="LiveId" clId="{EA2A87B3-77E9-446E-AAFE-3A15A3F4A617}" dt="2022-03-23T15:59:14.953" v="8425" actId="478"/>
          <ac:spMkLst>
            <pc:docMk/>
            <pc:sldMk cId="3734705461" sldId="793"/>
            <ac:spMk id="54" creationId="{49F94054-A645-43B7-B58F-5BCE450E8A64}"/>
          </ac:spMkLst>
        </pc:spChg>
        <pc:spChg chg="del">
          <ac:chgData name="Alexandre Quach" userId="7bb690c8a6e028e4" providerId="LiveId" clId="{EA2A87B3-77E9-446E-AAFE-3A15A3F4A617}" dt="2022-03-23T15:59:12.468" v="8424" actId="478"/>
          <ac:spMkLst>
            <pc:docMk/>
            <pc:sldMk cId="3734705461" sldId="793"/>
            <ac:spMk id="55" creationId="{27EB90ED-1A8E-40BA-B0A5-C5D16121217F}"/>
          </ac:spMkLst>
        </pc:spChg>
        <pc:spChg chg="del mod">
          <ac:chgData name="Alexandre Quach" userId="7bb690c8a6e028e4" providerId="LiveId" clId="{EA2A87B3-77E9-446E-AAFE-3A15A3F4A617}" dt="2022-03-23T16:01:01.101" v="8449" actId="478"/>
          <ac:spMkLst>
            <pc:docMk/>
            <pc:sldMk cId="3734705461" sldId="793"/>
            <ac:spMk id="56" creationId="{CCF63BFE-06A7-4BE3-8227-F02A583683CA}"/>
          </ac:spMkLst>
        </pc:spChg>
        <pc:spChg chg="mod">
          <ac:chgData name="Alexandre Quach" userId="7bb690c8a6e028e4" providerId="LiveId" clId="{EA2A87B3-77E9-446E-AAFE-3A15A3F4A617}" dt="2022-03-23T16:00:37.379" v="8445" actId="6549"/>
          <ac:spMkLst>
            <pc:docMk/>
            <pc:sldMk cId="3734705461" sldId="793"/>
            <ac:spMk id="57" creationId="{924D8985-AB03-4955-9661-4E4F2AA26C41}"/>
          </ac:spMkLst>
        </pc:spChg>
        <pc:spChg chg="del">
          <ac:chgData name="Alexandre Quach" userId="7bb690c8a6e028e4" providerId="LiveId" clId="{EA2A87B3-77E9-446E-AAFE-3A15A3F4A617}" dt="2022-03-23T15:59:12.468" v="8424" actId="478"/>
          <ac:spMkLst>
            <pc:docMk/>
            <pc:sldMk cId="3734705461" sldId="793"/>
            <ac:spMk id="58" creationId="{E55BD761-7F5A-423A-9646-6CAD5853D858}"/>
          </ac:spMkLst>
        </pc:spChg>
        <pc:spChg chg="del">
          <ac:chgData name="Alexandre Quach" userId="7bb690c8a6e028e4" providerId="LiveId" clId="{EA2A87B3-77E9-446E-AAFE-3A15A3F4A617}" dt="2022-03-23T15:59:12.468" v="8424" actId="478"/>
          <ac:spMkLst>
            <pc:docMk/>
            <pc:sldMk cId="3734705461" sldId="793"/>
            <ac:spMk id="59" creationId="{EE8155CB-C18A-4FD6-B83F-6AEF39A5D2C9}"/>
          </ac:spMkLst>
        </pc:spChg>
        <pc:spChg chg="del">
          <ac:chgData name="Alexandre Quach" userId="7bb690c8a6e028e4" providerId="LiveId" clId="{EA2A87B3-77E9-446E-AAFE-3A15A3F4A617}" dt="2022-03-23T15:59:12.468" v="8424" actId="478"/>
          <ac:spMkLst>
            <pc:docMk/>
            <pc:sldMk cId="3734705461" sldId="793"/>
            <ac:spMk id="60" creationId="{32316C6F-CBCC-4D6A-A125-14DF44931CC6}"/>
          </ac:spMkLst>
        </pc:spChg>
        <pc:spChg chg="del">
          <ac:chgData name="Alexandre Quach" userId="7bb690c8a6e028e4" providerId="LiveId" clId="{EA2A87B3-77E9-446E-AAFE-3A15A3F4A617}" dt="2022-03-23T15:59:12.468" v="8424" actId="478"/>
          <ac:spMkLst>
            <pc:docMk/>
            <pc:sldMk cId="3734705461" sldId="793"/>
            <ac:spMk id="61" creationId="{DB92EF28-81C0-425F-98CB-3E5B2F21BC37}"/>
          </ac:spMkLst>
        </pc:spChg>
        <pc:spChg chg="del">
          <ac:chgData name="Alexandre Quach" userId="7bb690c8a6e028e4" providerId="LiveId" clId="{EA2A87B3-77E9-446E-AAFE-3A15A3F4A617}" dt="2022-03-23T15:59:12.468" v="8424" actId="478"/>
          <ac:spMkLst>
            <pc:docMk/>
            <pc:sldMk cId="3734705461" sldId="793"/>
            <ac:spMk id="62" creationId="{DCF975B9-BEEE-467B-B367-CF025366020D}"/>
          </ac:spMkLst>
        </pc:spChg>
        <pc:spChg chg="del">
          <ac:chgData name="Alexandre Quach" userId="7bb690c8a6e028e4" providerId="LiveId" clId="{EA2A87B3-77E9-446E-AAFE-3A15A3F4A617}" dt="2022-03-23T15:59:12.468" v="8424" actId="478"/>
          <ac:spMkLst>
            <pc:docMk/>
            <pc:sldMk cId="3734705461" sldId="793"/>
            <ac:spMk id="63" creationId="{20F0FEDE-D3CB-4DE0-8C6C-D9506F3EFAD0}"/>
          </ac:spMkLst>
        </pc:spChg>
        <pc:spChg chg="del">
          <ac:chgData name="Alexandre Quach" userId="7bb690c8a6e028e4" providerId="LiveId" clId="{EA2A87B3-77E9-446E-AAFE-3A15A3F4A617}" dt="2022-03-23T15:59:12.468" v="8424" actId="478"/>
          <ac:spMkLst>
            <pc:docMk/>
            <pc:sldMk cId="3734705461" sldId="793"/>
            <ac:spMk id="64" creationId="{3518553B-EFB4-48CD-9EFE-DCBD558E728A}"/>
          </ac:spMkLst>
        </pc:spChg>
        <pc:spChg chg="del">
          <ac:chgData name="Alexandre Quach" userId="7bb690c8a6e028e4" providerId="LiveId" clId="{EA2A87B3-77E9-446E-AAFE-3A15A3F4A617}" dt="2022-03-23T15:59:12.468" v="8424" actId="478"/>
          <ac:spMkLst>
            <pc:docMk/>
            <pc:sldMk cId="3734705461" sldId="793"/>
            <ac:spMk id="65" creationId="{C73229A6-B1BE-4804-B046-CD63AAE666CD}"/>
          </ac:spMkLst>
        </pc:spChg>
        <pc:spChg chg="del">
          <ac:chgData name="Alexandre Quach" userId="7bb690c8a6e028e4" providerId="LiveId" clId="{EA2A87B3-77E9-446E-AAFE-3A15A3F4A617}" dt="2022-03-23T15:59:12.468" v="8424" actId="478"/>
          <ac:spMkLst>
            <pc:docMk/>
            <pc:sldMk cId="3734705461" sldId="793"/>
            <ac:spMk id="70" creationId="{D6EDE76E-8DC4-4AB3-99A2-00F1AF906BFC}"/>
          </ac:spMkLst>
        </pc:spChg>
        <pc:spChg chg="del">
          <ac:chgData name="Alexandre Quach" userId="7bb690c8a6e028e4" providerId="LiveId" clId="{EA2A87B3-77E9-446E-AAFE-3A15A3F4A617}" dt="2022-03-23T15:59:12.468" v="8424" actId="478"/>
          <ac:spMkLst>
            <pc:docMk/>
            <pc:sldMk cId="3734705461" sldId="793"/>
            <ac:spMk id="71" creationId="{ACFA6C85-2521-48D2-B473-A3AAEB0ADBD2}"/>
          </ac:spMkLst>
        </pc:spChg>
        <pc:spChg chg="del">
          <ac:chgData name="Alexandre Quach" userId="7bb690c8a6e028e4" providerId="LiveId" clId="{EA2A87B3-77E9-446E-AAFE-3A15A3F4A617}" dt="2022-03-23T15:59:12.468" v="8424" actId="478"/>
          <ac:spMkLst>
            <pc:docMk/>
            <pc:sldMk cId="3734705461" sldId="793"/>
            <ac:spMk id="72" creationId="{58E05014-B8D2-419E-9C5E-844B18CC573D}"/>
          </ac:spMkLst>
        </pc:spChg>
        <pc:spChg chg="del">
          <ac:chgData name="Alexandre Quach" userId="7bb690c8a6e028e4" providerId="LiveId" clId="{EA2A87B3-77E9-446E-AAFE-3A15A3F4A617}" dt="2022-03-23T15:59:12.468" v="8424" actId="478"/>
          <ac:spMkLst>
            <pc:docMk/>
            <pc:sldMk cId="3734705461" sldId="793"/>
            <ac:spMk id="73" creationId="{4AD50DFC-BCA6-49D1-A024-3CCA18C67077}"/>
          </ac:spMkLst>
        </pc:spChg>
        <pc:spChg chg="del">
          <ac:chgData name="Alexandre Quach" userId="7bb690c8a6e028e4" providerId="LiveId" clId="{EA2A87B3-77E9-446E-AAFE-3A15A3F4A617}" dt="2022-03-23T15:59:12.468" v="8424" actId="478"/>
          <ac:spMkLst>
            <pc:docMk/>
            <pc:sldMk cId="3734705461" sldId="793"/>
            <ac:spMk id="74" creationId="{8FAD78AD-5CDB-475D-B651-90C46E4557E8}"/>
          </ac:spMkLst>
        </pc:spChg>
        <pc:spChg chg="del">
          <ac:chgData name="Alexandre Quach" userId="7bb690c8a6e028e4" providerId="LiveId" clId="{EA2A87B3-77E9-446E-AAFE-3A15A3F4A617}" dt="2022-03-23T15:59:12.468" v="8424" actId="478"/>
          <ac:spMkLst>
            <pc:docMk/>
            <pc:sldMk cId="3734705461" sldId="793"/>
            <ac:spMk id="75" creationId="{1CAE1952-94BD-4154-A98D-4B2B95044459}"/>
          </ac:spMkLst>
        </pc:spChg>
        <pc:spChg chg="del">
          <ac:chgData name="Alexandre Quach" userId="7bb690c8a6e028e4" providerId="LiveId" clId="{EA2A87B3-77E9-446E-AAFE-3A15A3F4A617}" dt="2022-03-23T15:59:12.468" v="8424" actId="478"/>
          <ac:spMkLst>
            <pc:docMk/>
            <pc:sldMk cId="3734705461" sldId="793"/>
            <ac:spMk id="76" creationId="{7432EE17-5CDC-45E3-A8BB-3A5081252AE8}"/>
          </ac:spMkLst>
        </pc:spChg>
        <pc:spChg chg="del mod">
          <ac:chgData name="Alexandre Quach" userId="7bb690c8a6e028e4" providerId="LiveId" clId="{EA2A87B3-77E9-446E-AAFE-3A15A3F4A617}" dt="2022-03-23T16:01:01.101" v="8449" actId="478"/>
          <ac:spMkLst>
            <pc:docMk/>
            <pc:sldMk cId="3734705461" sldId="793"/>
            <ac:spMk id="77" creationId="{674C9948-BC7D-4476-8731-E26D36E95A6B}"/>
          </ac:spMkLst>
        </pc:spChg>
        <pc:spChg chg="del mod">
          <ac:chgData name="Alexandre Quach" userId="7bb690c8a6e028e4" providerId="LiveId" clId="{EA2A87B3-77E9-446E-AAFE-3A15A3F4A617}" dt="2022-03-23T16:01:01.101" v="8449" actId="478"/>
          <ac:spMkLst>
            <pc:docMk/>
            <pc:sldMk cId="3734705461" sldId="793"/>
            <ac:spMk id="78" creationId="{25407C1B-5CA8-4C75-B15C-A9A55C8CAB52}"/>
          </ac:spMkLst>
        </pc:spChg>
        <pc:spChg chg="del">
          <ac:chgData name="Alexandre Quach" userId="7bb690c8a6e028e4" providerId="LiveId" clId="{EA2A87B3-77E9-446E-AAFE-3A15A3F4A617}" dt="2022-03-23T15:59:12.468" v="8424" actId="478"/>
          <ac:spMkLst>
            <pc:docMk/>
            <pc:sldMk cId="3734705461" sldId="793"/>
            <ac:spMk id="79" creationId="{9FBFED30-3B2D-4359-B3F7-F7AB7FD50ED1}"/>
          </ac:spMkLst>
        </pc:spChg>
        <pc:spChg chg="del">
          <ac:chgData name="Alexandre Quach" userId="7bb690c8a6e028e4" providerId="LiveId" clId="{EA2A87B3-77E9-446E-AAFE-3A15A3F4A617}" dt="2022-03-23T15:59:12.468" v="8424" actId="478"/>
          <ac:spMkLst>
            <pc:docMk/>
            <pc:sldMk cId="3734705461" sldId="793"/>
            <ac:spMk id="80" creationId="{DAA5A005-457A-4495-90E9-1FF20E04957F}"/>
          </ac:spMkLst>
        </pc:spChg>
        <pc:spChg chg="del">
          <ac:chgData name="Alexandre Quach" userId="7bb690c8a6e028e4" providerId="LiveId" clId="{EA2A87B3-77E9-446E-AAFE-3A15A3F4A617}" dt="2022-03-23T15:59:12.468" v="8424" actId="478"/>
          <ac:spMkLst>
            <pc:docMk/>
            <pc:sldMk cId="3734705461" sldId="793"/>
            <ac:spMk id="81" creationId="{76941B4B-F057-42A5-A2E9-30B15863D549}"/>
          </ac:spMkLst>
        </pc:spChg>
        <pc:spChg chg="del">
          <ac:chgData name="Alexandre Quach" userId="7bb690c8a6e028e4" providerId="LiveId" clId="{EA2A87B3-77E9-446E-AAFE-3A15A3F4A617}" dt="2022-03-23T15:59:12.468" v="8424" actId="478"/>
          <ac:spMkLst>
            <pc:docMk/>
            <pc:sldMk cId="3734705461" sldId="793"/>
            <ac:spMk id="82" creationId="{165BAB99-2EC2-44F5-96C8-FE74FF8909C5}"/>
          </ac:spMkLst>
        </pc:spChg>
        <pc:spChg chg="del">
          <ac:chgData name="Alexandre Quach" userId="7bb690c8a6e028e4" providerId="LiveId" clId="{EA2A87B3-77E9-446E-AAFE-3A15A3F4A617}" dt="2022-03-23T15:59:12.468" v="8424" actId="478"/>
          <ac:spMkLst>
            <pc:docMk/>
            <pc:sldMk cId="3734705461" sldId="793"/>
            <ac:spMk id="83" creationId="{0167B204-8D59-42FE-8ADA-A0E09FA34DB7}"/>
          </ac:spMkLst>
        </pc:spChg>
        <pc:spChg chg="del mod">
          <ac:chgData name="Alexandre Quach" userId="7bb690c8a6e028e4" providerId="LiveId" clId="{EA2A87B3-77E9-446E-AAFE-3A15A3F4A617}" dt="2022-03-23T16:01:01.101" v="8449" actId="478"/>
          <ac:spMkLst>
            <pc:docMk/>
            <pc:sldMk cId="3734705461" sldId="793"/>
            <ac:spMk id="84" creationId="{095C58B3-4970-4DE5-A3BC-9C25028E785A}"/>
          </ac:spMkLst>
        </pc:spChg>
        <pc:spChg chg="del mod">
          <ac:chgData name="Alexandre Quach" userId="7bb690c8a6e028e4" providerId="LiveId" clId="{EA2A87B3-77E9-446E-AAFE-3A15A3F4A617}" dt="2022-03-23T16:01:01.101" v="8449" actId="478"/>
          <ac:spMkLst>
            <pc:docMk/>
            <pc:sldMk cId="3734705461" sldId="793"/>
            <ac:spMk id="85" creationId="{A8EB369E-5321-430B-AAA3-181844C2C4CD}"/>
          </ac:spMkLst>
        </pc:spChg>
        <pc:spChg chg="del mod">
          <ac:chgData name="Alexandre Quach" userId="7bb690c8a6e028e4" providerId="LiveId" clId="{EA2A87B3-77E9-446E-AAFE-3A15A3F4A617}" dt="2022-03-23T16:01:01.101" v="8449" actId="478"/>
          <ac:spMkLst>
            <pc:docMk/>
            <pc:sldMk cId="3734705461" sldId="793"/>
            <ac:spMk id="86" creationId="{4FF09847-9F2B-45A2-9F6C-33B9AF3C4F66}"/>
          </ac:spMkLst>
        </pc:spChg>
        <pc:spChg chg="del">
          <ac:chgData name="Alexandre Quach" userId="7bb690c8a6e028e4" providerId="LiveId" clId="{EA2A87B3-77E9-446E-AAFE-3A15A3F4A617}" dt="2022-03-23T15:59:12.468" v="8424" actId="478"/>
          <ac:spMkLst>
            <pc:docMk/>
            <pc:sldMk cId="3734705461" sldId="793"/>
            <ac:spMk id="87" creationId="{4283C30E-8AE1-4DC9-8EB0-35D3490F6765}"/>
          </ac:spMkLst>
        </pc:spChg>
        <pc:spChg chg="del">
          <ac:chgData name="Alexandre Quach" userId="7bb690c8a6e028e4" providerId="LiveId" clId="{EA2A87B3-77E9-446E-AAFE-3A15A3F4A617}" dt="2022-03-23T15:59:16.529" v="8426" actId="478"/>
          <ac:spMkLst>
            <pc:docMk/>
            <pc:sldMk cId="3734705461" sldId="793"/>
            <ac:spMk id="88" creationId="{8EC0F367-FD25-46E8-8FF2-F320CCEB0150}"/>
          </ac:spMkLst>
        </pc:spChg>
        <pc:spChg chg="del">
          <ac:chgData name="Alexandre Quach" userId="7bb690c8a6e028e4" providerId="LiveId" clId="{EA2A87B3-77E9-446E-AAFE-3A15A3F4A617}" dt="2022-03-23T15:59:12.468" v="8424" actId="478"/>
          <ac:spMkLst>
            <pc:docMk/>
            <pc:sldMk cId="3734705461" sldId="793"/>
            <ac:spMk id="89" creationId="{2C8D36F5-AB34-4C78-A9E7-57A415AD33C9}"/>
          </ac:spMkLst>
        </pc:spChg>
        <pc:spChg chg="del">
          <ac:chgData name="Alexandre Quach" userId="7bb690c8a6e028e4" providerId="LiveId" clId="{EA2A87B3-77E9-446E-AAFE-3A15A3F4A617}" dt="2022-03-23T15:59:12.468" v="8424" actId="478"/>
          <ac:spMkLst>
            <pc:docMk/>
            <pc:sldMk cId="3734705461" sldId="793"/>
            <ac:spMk id="90" creationId="{58D52194-7A2D-4362-A5C4-C433A6B37FCC}"/>
          </ac:spMkLst>
        </pc:spChg>
        <pc:spChg chg="del">
          <ac:chgData name="Alexandre Quach" userId="7bb690c8a6e028e4" providerId="LiveId" clId="{EA2A87B3-77E9-446E-AAFE-3A15A3F4A617}" dt="2022-03-23T15:59:12.468" v="8424" actId="478"/>
          <ac:spMkLst>
            <pc:docMk/>
            <pc:sldMk cId="3734705461" sldId="793"/>
            <ac:spMk id="92" creationId="{9533AF17-659F-438F-8B53-6CEB03630392}"/>
          </ac:spMkLst>
        </pc:spChg>
        <pc:spChg chg="del">
          <ac:chgData name="Alexandre Quach" userId="7bb690c8a6e028e4" providerId="LiveId" clId="{EA2A87B3-77E9-446E-AAFE-3A15A3F4A617}" dt="2022-03-23T15:59:16.529" v="8426" actId="478"/>
          <ac:spMkLst>
            <pc:docMk/>
            <pc:sldMk cId="3734705461" sldId="793"/>
            <ac:spMk id="93" creationId="{F9D358DB-3797-4A0C-B4A4-80847ADE04D0}"/>
          </ac:spMkLst>
        </pc:spChg>
        <pc:spChg chg="del">
          <ac:chgData name="Alexandre Quach" userId="7bb690c8a6e028e4" providerId="LiveId" clId="{EA2A87B3-77E9-446E-AAFE-3A15A3F4A617}" dt="2022-03-23T15:59:12.468" v="8424" actId="478"/>
          <ac:spMkLst>
            <pc:docMk/>
            <pc:sldMk cId="3734705461" sldId="793"/>
            <ac:spMk id="94" creationId="{9CF0EC26-561C-4E32-928F-53CA98F05EA6}"/>
          </ac:spMkLst>
        </pc:spChg>
        <pc:spChg chg="del">
          <ac:chgData name="Alexandre Quach" userId="7bb690c8a6e028e4" providerId="LiveId" clId="{EA2A87B3-77E9-446E-AAFE-3A15A3F4A617}" dt="2022-03-23T15:59:12.468" v="8424" actId="478"/>
          <ac:spMkLst>
            <pc:docMk/>
            <pc:sldMk cId="3734705461" sldId="793"/>
            <ac:spMk id="95" creationId="{2D625FD5-DA93-42B4-A25D-01A01A04B379}"/>
          </ac:spMkLst>
        </pc:spChg>
        <pc:spChg chg="del">
          <ac:chgData name="Alexandre Quach" userId="7bb690c8a6e028e4" providerId="LiveId" clId="{EA2A87B3-77E9-446E-AAFE-3A15A3F4A617}" dt="2022-03-23T15:59:12.468" v="8424" actId="478"/>
          <ac:spMkLst>
            <pc:docMk/>
            <pc:sldMk cId="3734705461" sldId="793"/>
            <ac:spMk id="96" creationId="{6BB8805D-8AAB-4417-AD16-26090B29987D}"/>
          </ac:spMkLst>
        </pc:spChg>
        <pc:spChg chg="mod">
          <ac:chgData name="Alexandre Quach" userId="7bb690c8a6e028e4" providerId="LiveId" clId="{EA2A87B3-77E9-446E-AAFE-3A15A3F4A617}" dt="2022-03-23T16:00:39.369" v="8446" actId="6549"/>
          <ac:spMkLst>
            <pc:docMk/>
            <pc:sldMk cId="3734705461" sldId="793"/>
            <ac:spMk id="98" creationId="{3C67CFE3-A33B-417C-8044-731827C13A95}"/>
          </ac:spMkLst>
        </pc:spChg>
        <pc:spChg chg="mod">
          <ac:chgData name="Alexandre Quach" userId="7bb690c8a6e028e4" providerId="LiveId" clId="{EA2A87B3-77E9-446E-AAFE-3A15A3F4A617}" dt="2022-03-23T16:00:46.202" v="8447" actId="6549"/>
          <ac:spMkLst>
            <pc:docMk/>
            <pc:sldMk cId="3734705461" sldId="793"/>
            <ac:spMk id="99" creationId="{C7A7B2CE-A024-46E0-B695-BDC70301CF1B}"/>
          </ac:spMkLst>
        </pc:spChg>
        <pc:spChg chg="mod">
          <ac:chgData name="Alexandre Quach" userId="7bb690c8a6e028e4" providerId="LiveId" clId="{EA2A87B3-77E9-446E-AAFE-3A15A3F4A617}" dt="2022-03-23T16:00:50.387" v="8448" actId="6549"/>
          <ac:spMkLst>
            <pc:docMk/>
            <pc:sldMk cId="3734705461" sldId="793"/>
            <ac:spMk id="100" creationId="{AA26B9A8-42F0-403F-A438-1B0BBE2B3A3A}"/>
          </ac:spMkLst>
        </pc:spChg>
        <pc:spChg chg="mod topLvl">
          <ac:chgData name="Alexandre Quach" userId="7bb690c8a6e028e4" providerId="LiveId" clId="{EA2A87B3-77E9-446E-AAFE-3A15A3F4A617}" dt="2022-03-23T16:01:34.653" v="8459" actId="571"/>
          <ac:spMkLst>
            <pc:docMk/>
            <pc:sldMk cId="3734705461" sldId="793"/>
            <ac:spMk id="120" creationId="{E082CF1B-0F98-439F-9D07-115E444D750D}"/>
          </ac:spMkLst>
        </pc:spChg>
        <pc:spChg chg="mod topLvl">
          <ac:chgData name="Alexandre Quach" userId="7bb690c8a6e028e4" providerId="LiveId" clId="{EA2A87B3-77E9-446E-AAFE-3A15A3F4A617}" dt="2022-03-23T16:01:34.653" v="8459" actId="571"/>
          <ac:spMkLst>
            <pc:docMk/>
            <pc:sldMk cId="3734705461" sldId="793"/>
            <ac:spMk id="122" creationId="{4A18CD45-EDAA-4DFD-84D9-D89FC31CFED0}"/>
          </ac:spMkLst>
        </pc:spChg>
        <pc:spChg chg="mod topLvl">
          <ac:chgData name="Alexandre Quach" userId="7bb690c8a6e028e4" providerId="LiveId" clId="{EA2A87B3-77E9-446E-AAFE-3A15A3F4A617}" dt="2022-03-23T16:01:34.653" v="8459" actId="571"/>
          <ac:spMkLst>
            <pc:docMk/>
            <pc:sldMk cId="3734705461" sldId="793"/>
            <ac:spMk id="123" creationId="{67B8C118-A7F5-4963-B4A5-2BD48B6394E0}"/>
          </ac:spMkLst>
        </pc:spChg>
        <pc:spChg chg="mod topLvl">
          <ac:chgData name="Alexandre Quach" userId="7bb690c8a6e028e4" providerId="LiveId" clId="{EA2A87B3-77E9-446E-AAFE-3A15A3F4A617}" dt="2022-03-23T16:01:34.653" v="8459" actId="571"/>
          <ac:spMkLst>
            <pc:docMk/>
            <pc:sldMk cId="3734705461" sldId="793"/>
            <ac:spMk id="124" creationId="{3110883E-7874-4867-BF65-B3D972F4F54A}"/>
          </ac:spMkLst>
        </pc:spChg>
        <pc:spChg chg="mod topLvl">
          <ac:chgData name="Alexandre Quach" userId="7bb690c8a6e028e4" providerId="LiveId" clId="{EA2A87B3-77E9-446E-AAFE-3A15A3F4A617}" dt="2022-03-23T16:01:34.653" v="8459" actId="571"/>
          <ac:spMkLst>
            <pc:docMk/>
            <pc:sldMk cId="3734705461" sldId="793"/>
            <ac:spMk id="125" creationId="{E6FC1AB9-5518-43F8-BD63-BED04DEF22A5}"/>
          </ac:spMkLst>
        </pc:spChg>
        <pc:spChg chg="mod">
          <ac:chgData name="Alexandre Quach" userId="7bb690c8a6e028e4" providerId="LiveId" clId="{EA2A87B3-77E9-446E-AAFE-3A15A3F4A617}" dt="2022-03-23T16:01:56.819" v="8462" actId="571"/>
          <ac:spMkLst>
            <pc:docMk/>
            <pc:sldMk cId="3734705461" sldId="793"/>
            <ac:spMk id="147" creationId="{D202A1E7-BFA8-49CB-AF2D-369AC4AE13AA}"/>
          </ac:spMkLst>
        </pc:spChg>
        <pc:spChg chg="mod">
          <ac:chgData name="Alexandre Quach" userId="7bb690c8a6e028e4" providerId="LiveId" clId="{EA2A87B3-77E9-446E-AAFE-3A15A3F4A617}" dt="2022-03-23T16:01:56.819" v="8462" actId="571"/>
          <ac:spMkLst>
            <pc:docMk/>
            <pc:sldMk cId="3734705461" sldId="793"/>
            <ac:spMk id="149" creationId="{99F64DD7-E27D-4E6A-B118-A9DBF69655AA}"/>
          </ac:spMkLst>
        </pc:spChg>
        <pc:spChg chg="mod">
          <ac:chgData name="Alexandre Quach" userId="7bb690c8a6e028e4" providerId="LiveId" clId="{EA2A87B3-77E9-446E-AAFE-3A15A3F4A617}" dt="2022-03-23T16:01:56.819" v="8462" actId="571"/>
          <ac:spMkLst>
            <pc:docMk/>
            <pc:sldMk cId="3734705461" sldId="793"/>
            <ac:spMk id="150" creationId="{4E676D1C-4A96-4487-A531-8A1E61744255}"/>
          </ac:spMkLst>
        </pc:spChg>
        <pc:spChg chg="mod">
          <ac:chgData name="Alexandre Quach" userId="7bb690c8a6e028e4" providerId="LiveId" clId="{EA2A87B3-77E9-446E-AAFE-3A15A3F4A617}" dt="2022-03-23T16:01:56.819" v="8462" actId="571"/>
          <ac:spMkLst>
            <pc:docMk/>
            <pc:sldMk cId="3734705461" sldId="793"/>
            <ac:spMk id="151" creationId="{B26B7111-9DF4-4450-877A-85A708E098F6}"/>
          </ac:spMkLst>
        </pc:spChg>
        <pc:spChg chg="mod">
          <ac:chgData name="Alexandre Quach" userId="7bb690c8a6e028e4" providerId="LiveId" clId="{EA2A87B3-77E9-446E-AAFE-3A15A3F4A617}" dt="2022-03-23T16:01:56.819" v="8462" actId="571"/>
          <ac:spMkLst>
            <pc:docMk/>
            <pc:sldMk cId="3734705461" sldId="793"/>
            <ac:spMk id="152" creationId="{92AD6FDF-14FB-48FB-8C47-3960C28D8794}"/>
          </ac:spMkLst>
        </pc:spChg>
        <pc:spChg chg="add mod">
          <ac:chgData name="Alexandre Quach" userId="7bb690c8a6e028e4" providerId="LiveId" clId="{EA2A87B3-77E9-446E-AAFE-3A15A3F4A617}" dt="2022-03-23T16:01:56.819" v="8462" actId="571"/>
          <ac:spMkLst>
            <pc:docMk/>
            <pc:sldMk cId="3734705461" sldId="793"/>
            <ac:spMk id="153" creationId="{1AE1CE2C-56A2-49F1-A6CE-B9C396D86922}"/>
          </ac:spMkLst>
        </pc:spChg>
        <pc:spChg chg="add mod">
          <ac:chgData name="Alexandre Quach" userId="7bb690c8a6e028e4" providerId="LiveId" clId="{EA2A87B3-77E9-446E-AAFE-3A15A3F4A617}" dt="2022-03-23T16:01:56.819" v="8462" actId="571"/>
          <ac:spMkLst>
            <pc:docMk/>
            <pc:sldMk cId="3734705461" sldId="793"/>
            <ac:spMk id="154" creationId="{794EEF42-C934-43EC-B99B-FE28AE008C17}"/>
          </ac:spMkLst>
        </pc:spChg>
        <pc:spChg chg="add mod">
          <ac:chgData name="Alexandre Quach" userId="7bb690c8a6e028e4" providerId="LiveId" clId="{EA2A87B3-77E9-446E-AAFE-3A15A3F4A617}" dt="2022-03-23T16:01:56.819" v="8462" actId="571"/>
          <ac:spMkLst>
            <pc:docMk/>
            <pc:sldMk cId="3734705461" sldId="793"/>
            <ac:spMk id="155" creationId="{173229FD-84FF-44F6-A623-D1395A0EB962}"/>
          </ac:spMkLst>
        </pc:spChg>
        <pc:spChg chg="add mod">
          <ac:chgData name="Alexandre Quach" userId="7bb690c8a6e028e4" providerId="LiveId" clId="{EA2A87B3-77E9-446E-AAFE-3A15A3F4A617}" dt="2022-03-23T16:01:56.819" v="8462" actId="571"/>
          <ac:spMkLst>
            <pc:docMk/>
            <pc:sldMk cId="3734705461" sldId="793"/>
            <ac:spMk id="156" creationId="{84355E48-3B03-43CD-988D-D5E55902B188}"/>
          </ac:spMkLst>
        </pc:spChg>
        <pc:spChg chg="add mod">
          <ac:chgData name="Alexandre Quach" userId="7bb690c8a6e028e4" providerId="LiveId" clId="{EA2A87B3-77E9-446E-AAFE-3A15A3F4A617}" dt="2022-03-23T16:01:56.819" v="8462" actId="571"/>
          <ac:spMkLst>
            <pc:docMk/>
            <pc:sldMk cId="3734705461" sldId="793"/>
            <ac:spMk id="157" creationId="{606E06E3-B78C-405F-8B36-71B265286F5F}"/>
          </ac:spMkLst>
        </pc:spChg>
        <pc:spChg chg="mod">
          <ac:chgData name="Alexandre Quach" userId="7bb690c8a6e028e4" providerId="LiveId" clId="{EA2A87B3-77E9-446E-AAFE-3A15A3F4A617}" dt="2022-03-23T16:02:41.116" v="8471" actId="571"/>
          <ac:spMkLst>
            <pc:docMk/>
            <pc:sldMk cId="3734705461" sldId="793"/>
            <ac:spMk id="179" creationId="{F6E1F460-D0DC-41A1-B423-F739DDDD5077}"/>
          </ac:spMkLst>
        </pc:spChg>
        <pc:spChg chg="mod">
          <ac:chgData name="Alexandre Quach" userId="7bb690c8a6e028e4" providerId="LiveId" clId="{EA2A87B3-77E9-446E-AAFE-3A15A3F4A617}" dt="2022-03-23T16:02:41.116" v="8471" actId="571"/>
          <ac:spMkLst>
            <pc:docMk/>
            <pc:sldMk cId="3734705461" sldId="793"/>
            <ac:spMk id="181" creationId="{B0CB5A64-A99F-408A-850A-A39C927EA62A}"/>
          </ac:spMkLst>
        </pc:spChg>
        <pc:spChg chg="mod">
          <ac:chgData name="Alexandre Quach" userId="7bb690c8a6e028e4" providerId="LiveId" clId="{EA2A87B3-77E9-446E-AAFE-3A15A3F4A617}" dt="2022-03-23T16:02:41.116" v="8471" actId="571"/>
          <ac:spMkLst>
            <pc:docMk/>
            <pc:sldMk cId="3734705461" sldId="793"/>
            <ac:spMk id="182" creationId="{82F7D30B-537A-4D34-BC90-CA820B74F477}"/>
          </ac:spMkLst>
        </pc:spChg>
        <pc:spChg chg="mod">
          <ac:chgData name="Alexandre Quach" userId="7bb690c8a6e028e4" providerId="LiveId" clId="{EA2A87B3-77E9-446E-AAFE-3A15A3F4A617}" dt="2022-03-23T16:02:41.116" v="8471" actId="571"/>
          <ac:spMkLst>
            <pc:docMk/>
            <pc:sldMk cId="3734705461" sldId="793"/>
            <ac:spMk id="183" creationId="{790C9CB7-14C2-4E46-9B1B-167E7774F0B1}"/>
          </ac:spMkLst>
        </pc:spChg>
        <pc:spChg chg="mod">
          <ac:chgData name="Alexandre Quach" userId="7bb690c8a6e028e4" providerId="LiveId" clId="{EA2A87B3-77E9-446E-AAFE-3A15A3F4A617}" dt="2022-03-23T16:02:41.116" v="8471" actId="571"/>
          <ac:spMkLst>
            <pc:docMk/>
            <pc:sldMk cId="3734705461" sldId="793"/>
            <ac:spMk id="184" creationId="{CE210CC7-9C49-476C-A0E6-39F4062EA821}"/>
          </ac:spMkLst>
        </pc:spChg>
        <pc:spChg chg="mod">
          <ac:chgData name="Alexandre Quach" userId="7bb690c8a6e028e4" providerId="LiveId" clId="{EA2A87B3-77E9-446E-AAFE-3A15A3F4A617}" dt="2022-03-23T16:02:41.116" v="8471" actId="571"/>
          <ac:spMkLst>
            <pc:docMk/>
            <pc:sldMk cId="3734705461" sldId="793"/>
            <ac:spMk id="185" creationId="{1BD292C7-A161-46A0-ACF2-982AB0B2E1D8}"/>
          </ac:spMkLst>
        </pc:spChg>
        <pc:spChg chg="mod">
          <ac:chgData name="Alexandre Quach" userId="7bb690c8a6e028e4" providerId="LiveId" clId="{EA2A87B3-77E9-446E-AAFE-3A15A3F4A617}" dt="2022-03-23T16:08:01.010" v="8827" actId="1076"/>
          <ac:spMkLst>
            <pc:docMk/>
            <pc:sldMk cId="3734705461" sldId="793"/>
            <ac:spMk id="186" creationId="{D26A9D4D-44A9-41D3-9EE6-5CA593A726AF}"/>
          </ac:spMkLst>
        </pc:spChg>
        <pc:spChg chg="mod">
          <ac:chgData name="Alexandre Quach" userId="7bb690c8a6e028e4" providerId="LiveId" clId="{EA2A87B3-77E9-446E-AAFE-3A15A3F4A617}" dt="2022-03-23T16:08:01.010" v="8827" actId="1076"/>
          <ac:spMkLst>
            <pc:docMk/>
            <pc:sldMk cId="3734705461" sldId="793"/>
            <ac:spMk id="187" creationId="{6A1E6DD6-5517-4849-9FC3-70C3A3AC11FB}"/>
          </ac:spMkLst>
        </pc:spChg>
        <pc:spChg chg="mod">
          <ac:chgData name="Alexandre Quach" userId="7bb690c8a6e028e4" providerId="LiveId" clId="{EA2A87B3-77E9-446E-AAFE-3A15A3F4A617}" dt="2022-03-23T16:08:01.010" v="8827" actId="1076"/>
          <ac:spMkLst>
            <pc:docMk/>
            <pc:sldMk cId="3734705461" sldId="793"/>
            <ac:spMk id="188" creationId="{948D8979-C591-40D0-AC87-8315957B990F}"/>
          </ac:spMkLst>
        </pc:spChg>
        <pc:spChg chg="mod">
          <ac:chgData name="Alexandre Quach" userId="7bb690c8a6e028e4" providerId="LiveId" clId="{EA2A87B3-77E9-446E-AAFE-3A15A3F4A617}" dt="2022-03-23T16:08:01.010" v="8827" actId="1076"/>
          <ac:spMkLst>
            <pc:docMk/>
            <pc:sldMk cId="3734705461" sldId="793"/>
            <ac:spMk id="189" creationId="{527F7B89-BEAD-49E4-B638-89151C7796B6}"/>
          </ac:spMkLst>
        </pc:spChg>
        <pc:spChg chg="add mod">
          <ac:chgData name="Alexandre Quach" userId="7bb690c8a6e028e4" providerId="LiveId" clId="{EA2A87B3-77E9-446E-AAFE-3A15A3F4A617}" dt="2022-03-23T16:02:41.116" v="8471" actId="571"/>
          <ac:spMkLst>
            <pc:docMk/>
            <pc:sldMk cId="3734705461" sldId="793"/>
            <ac:spMk id="190" creationId="{74217E8E-BDB5-442B-A8E1-4897E837C03B}"/>
          </ac:spMkLst>
        </pc:spChg>
        <pc:spChg chg="add mod">
          <ac:chgData name="Alexandre Quach" userId="7bb690c8a6e028e4" providerId="LiveId" clId="{EA2A87B3-77E9-446E-AAFE-3A15A3F4A617}" dt="2022-03-23T16:08:01.010" v="8827" actId="1076"/>
          <ac:spMkLst>
            <pc:docMk/>
            <pc:sldMk cId="3734705461" sldId="793"/>
            <ac:spMk id="191" creationId="{04A52D59-CC89-40ED-ABE5-53FD24B8DA7B}"/>
          </ac:spMkLst>
        </pc:spChg>
        <pc:spChg chg="add mod">
          <ac:chgData name="Alexandre Quach" userId="7bb690c8a6e028e4" providerId="LiveId" clId="{EA2A87B3-77E9-446E-AAFE-3A15A3F4A617}" dt="2022-03-23T16:08:01.010" v="8827" actId="1076"/>
          <ac:spMkLst>
            <pc:docMk/>
            <pc:sldMk cId="3734705461" sldId="793"/>
            <ac:spMk id="192" creationId="{B02D4122-59D2-4A4D-B2B1-B46B6BF139DA}"/>
          </ac:spMkLst>
        </pc:spChg>
        <pc:spChg chg="add mod">
          <ac:chgData name="Alexandre Quach" userId="7bb690c8a6e028e4" providerId="LiveId" clId="{EA2A87B3-77E9-446E-AAFE-3A15A3F4A617}" dt="2022-03-23T16:08:01.010" v="8827" actId="1076"/>
          <ac:spMkLst>
            <pc:docMk/>
            <pc:sldMk cId="3734705461" sldId="793"/>
            <ac:spMk id="193" creationId="{C4D93A53-3EB9-4D58-BBD1-8916CFE95CEB}"/>
          </ac:spMkLst>
        </pc:spChg>
        <pc:spChg chg="add mod">
          <ac:chgData name="Alexandre Quach" userId="7bb690c8a6e028e4" providerId="LiveId" clId="{EA2A87B3-77E9-446E-AAFE-3A15A3F4A617}" dt="2022-03-23T16:08:01.010" v="8827" actId="1076"/>
          <ac:spMkLst>
            <pc:docMk/>
            <pc:sldMk cId="3734705461" sldId="793"/>
            <ac:spMk id="194" creationId="{37871BCC-4386-4B23-904F-BFDE4BB7399C}"/>
          </ac:spMkLst>
        </pc:spChg>
        <pc:spChg chg="add mod">
          <ac:chgData name="Alexandre Quach" userId="7bb690c8a6e028e4" providerId="LiveId" clId="{EA2A87B3-77E9-446E-AAFE-3A15A3F4A617}" dt="2022-03-23T16:02:41.116" v="8471" actId="571"/>
          <ac:spMkLst>
            <pc:docMk/>
            <pc:sldMk cId="3734705461" sldId="793"/>
            <ac:spMk id="195" creationId="{7776B81E-484F-4CAC-80A2-F13F23E5459D}"/>
          </ac:spMkLst>
        </pc:spChg>
        <pc:spChg chg="add mod">
          <ac:chgData name="Alexandre Quach" userId="7bb690c8a6e028e4" providerId="LiveId" clId="{EA2A87B3-77E9-446E-AAFE-3A15A3F4A617}" dt="2022-03-23T16:08:01.010" v="8827" actId="1076"/>
          <ac:spMkLst>
            <pc:docMk/>
            <pc:sldMk cId="3734705461" sldId="793"/>
            <ac:spMk id="196" creationId="{79AB40EA-F12E-43B9-AEFD-540F9F30DFAB}"/>
          </ac:spMkLst>
        </pc:spChg>
        <pc:spChg chg="add mod">
          <ac:chgData name="Alexandre Quach" userId="7bb690c8a6e028e4" providerId="LiveId" clId="{EA2A87B3-77E9-446E-AAFE-3A15A3F4A617}" dt="2022-03-23T16:08:01.010" v="8827" actId="1076"/>
          <ac:spMkLst>
            <pc:docMk/>
            <pc:sldMk cId="3734705461" sldId="793"/>
            <ac:spMk id="197" creationId="{AC88B1A7-7500-45AD-B7CC-D8B0C8A02DB9}"/>
          </ac:spMkLst>
        </pc:spChg>
        <pc:spChg chg="add mod">
          <ac:chgData name="Alexandre Quach" userId="7bb690c8a6e028e4" providerId="LiveId" clId="{EA2A87B3-77E9-446E-AAFE-3A15A3F4A617}" dt="2022-03-23T16:08:01.010" v="8827" actId="1076"/>
          <ac:spMkLst>
            <pc:docMk/>
            <pc:sldMk cId="3734705461" sldId="793"/>
            <ac:spMk id="198" creationId="{DD6F32AC-B812-4F1C-B23F-ADC33732DCD1}"/>
          </ac:spMkLst>
        </pc:spChg>
        <pc:spChg chg="add del mod">
          <ac:chgData name="Alexandre Quach" userId="7bb690c8a6e028e4" providerId="LiveId" clId="{EA2A87B3-77E9-446E-AAFE-3A15A3F4A617}" dt="2022-03-23T16:02:33.451" v="8469" actId="478"/>
          <ac:spMkLst>
            <pc:docMk/>
            <pc:sldMk cId="3734705461" sldId="793"/>
            <ac:spMk id="199" creationId="{77B15300-963D-4017-B939-39E95A294A7E}"/>
          </ac:spMkLst>
        </pc:spChg>
        <pc:spChg chg="add mod">
          <ac:chgData name="Alexandre Quach" userId="7bb690c8a6e028e4" providerId="LiveId" clId="{EA2A87B3-77E9-446E-AAFE-3A15A3F4A617}" dt="2022-03-23T16:02:41.116" v="8471" actId="571"/>
          <ac:spMkLst>
            <pc:docMk/>
            <pc:sldMk cId="3734705461" sldId="793"/>
            <ac:spMk id="200" creationId="{98513C03-B7C1-46DE-8300-40C052682E7E}"/>
          </ac:spMkLst>
        </pc:spChg>
        <pc:spChg chg="add mod">
          <ac:chgData name="Alexandre Quach" userId="7bb690c8a6e028e4" providerId="LiveId" clId="{EA2A87B3-77E9-446E-AAFE-3A15A3F4A617}" dt="2022-03-23T16:08:01.010" v="8827" actId="1076"/>
          <ac:spMkLst>
            <pc:docMk/>
            <pc:sldMk cId="3734705461" sldId="793"/>
            <ac:spMk id="201" creationId="{48DD8839-85A2-43C3-BF36-DE34DB481FE3}"/>
          </ac:spMkLst>
        </pc:spChg>
        <pc:spChg chg="add mod">
          <ac:chgData name="Alexandre Quach" userId="7bb690c8a6e028e4" providerId="LiveId" clId="{EA2A87B3-77E9-446E-AAFE-3A15A3F4A617}" dt="2022-03-23T16:08:01.010" v="8827" actId="1076"/>
          <ac:spMkLst>
            <pc:docMk/>
            <pc:sldMk cId="3734705461" sldId="793"/>
            <ac:spMk id="202" creationId="{50A80FBE-8BA7-4A77-88ED-974CEFAB70C9}"/>
          </ac:spMkLst>
        </pc:spChg>
        <pc:spChg chg="add mod">
          <ac:chgData name="Alexandre Quach" userId="7bb690c8a6e028e4" providerId="LiveId" clId="{EA2A87B3-77E9-446E-AAFE-3A15A3F4A617}" dt="2022-03-23T16:08:01.010" v="8827" actId="1076"/>
          <ac:spMkLst>
            <pc:docMk/>
            <pc:sldMk cId="3734705461" sldId="793"/>
            <ac:spMk id="203" creationId="{0EAEBDC1-E84C-49F3-A3AB-21E2A933286F}"/>
          </ac:spMkLst>
        </pc:spChg>
        <pc:spChg chg="add mod">
          <ac:chgData name="Alexandre Quach" userId="7bb690c8a6e028e4" providerId="LiveId" clId="{EA2A87B3-77E9-446E-AAFE-3A15A3F4A617}" dt="2022-03-23T16:08:01.010" v="8827" actId="1076"/>
          <ac:spMkLst>
            <pc:docMk/>
            <pc:sldMk cId="3734705461" sldId="793"/>
            <ac:spMk id="204" creationId="{192CE92B-1BD9-4E4F-ABBB-90DF3305E51D}"/>
          </ac:spMkLst>
        </pc:spChg>
        <pc:spChg chg="add mod">
          <ac:chgData name="Alexandre Quach" userId="7bb690c8a6e028e4" providerId="LiveId" clId="{EA2A87B3-77E9-446E-AAFE-3A15A3F4A617}" dt="2022-03-23T16:02:41.116" v="8471" actId="571"/>
          <ac:spMkLst>
            <pc:docMk/>
            <pc:sldMk cId="3734705461" sldId="793"/>
            <ac:spMk id="205" creationId="{BCEA6791-B744-46BC-8A72-13C8FCEC4CEA}"/>
          </ac:spMkLst>
        </pc:spChg>
        <pc:spChg chg="add mod">
          <ac:chgData name="Alexandre Quach" userId="7bb690c8a6e028e4" providerId="LiveId" clId="{EA2A87B3-77E9-446E-AAFE-3A15A3F4A617}" dt="2022-03-23T16:07:45.219" v="8826" actId="1076"/>
          <ac:spMkLst>
            <pc:docMk/>
            <pc:sldMk cId="3734705461" sldId="793"/>
            <ac:spMk id="206" creationId="{D645B3A3-7F12-4E4B-B143-2124CAD62F26}"/>
          </ac:spMkLst>
        </pc:spChg>
        <pc:spChg chg="add mod">
          <ac:chgData name="Alexandre Quach" userId="7bb690c8a6e028e4" providerId="LiveId" clId="{EA2A87B3-77E9-446E-AAFE-3A15A3F4A617}" dt="2022-03-23T16:07:45.219" v="8826" actId="1076"/>
          <ac:spMkLst>
            <pc:docMk/>
            <pc:sldMk cId="3734705461" sldId="793"/>
            <ac:spMk id="207" creationId="{B560EBB4-29D5-4CB2-926E-D7386D584589}"/>
          </ac:spMkLst>
        </pc:spChg>
        <pc:spChg chg="add mod">
          <ac:chgData name="Alexandre Quach" userId="7bb690c8a6e028e4" providerId="LiveId" clId="{EA2A87B3-77E9-446E-AAFE-3A15A3F4A617}" dt="2022-03-23T16:07:45.219" v="8826" actId="1076"/>
          <ac:spMkLst>
            <pc:docMk/>
            <pc:sldMk cId="3734705461" sldId="793"/>
            <ac:spMk id="208" creationId="{38F10B3C-C159-4AB1-B272-F6F400E7D505}"/>
          </ac:spMkLst>
        </pc:spChg>
        <pc:spChg chg="add del mod">
          <ac:chgData name="Alexandre Quach" userId="7bb690c8a6e028e4" providerId="LiveId" clId="{EA2A87B3-77E9-446E-AAFE-3A15A3F4A617}" dt="2022-03-23T16:02:30.562" v="8468" actId="478"/>
          <ac:spMkLst>
            <pc:docMk/>
            <pc:sldMk cId="3734705461" sldId="793"/>
            <ac:spMk id="209" creationId="{6C3F67E3-EAD0-47A9-853F-840D281A953A}"/>
          </ac:spMkLst>
        </pc:spChg>
        <pc:spChg chg="add mod">
          <ac:chgData name="Alexandre Quach" userId="7bb690c8a6e028e4" providerId="LiveId" clId="{EA2A87B3-77E9-446E-AAFE-3A15A3F4A617}" dt="2022-03-23T16:08:01.010" v="8827" actId="1076"/>
          <ac:spMkLst>
            <pc:docMk/>
            <pc:sldMk cId="3734705461" sldId="793"/>
            <ac:spMk id="210" creationId="{A74D5006-D648-4948-A849-CEC396E43D5A}"/>
          </ac:spMkLst>
        </pc:spChg>
        <pc:spChg chg="add mod">
          <ac:chgData name="Alexandre Quach" userId="7bb690c8a6e028e4" providerId="LiveId" clId="{EA2A87B3-77E9-446E-AAFE-3A15A3F4A617}" dt="2022-03-23T16:08:01.010" v="8827" actId="1076"/>
          <ac:spMkLst>
            <pc:docMk/>
            <pc:sldMk cId="3734705461" sldId="793"/>
            <ac:spMk id="211" creationId="{0356F5A7-CA64-407F-AB1D-9642519C346A}"/>
          </ac:spMkLst>
        </pc:spChg>
        <pc:spChg chg="add mod">
          <ac:chgData name="Alexandre Quach" userId="7bb690c8a6e028e4" providerId="LiveId" clId="{EA2A87B3-77E9-446E-AAFE-3A15A3F4A617}" dt="2022-03-23T16:15:07.258" v="9237" actId="20577"/>
          <ac:spMkLst>
            <pc:docMk/>
            <pc:sldMk cId="3734705461" sldId="793"/>
            <ac:spMk id="212" creationId="{266A368C-63A9-42AA-9EAD-FC19D2E2B7C9}"/>
          </ac:spMkLst>
        </pc:spChg>
        <pc:spChg chg="add mod">
          <ac:chgData name="Alexandre Quach" userId="7bb690c8a6e028e4" providerId="LiveId" clId="{EA2A87B3-77E9-446E-AAFE-3A15A3F4A617}" dt="2022-03-23T16:11:57.592" v="9053" actId="14100"/>
          <ac:spMkLst>
            <pc:docMk/>
            <pc:sldMk cId="3734705461" sldId="793"/>
            <ac:spMk id="213" creationId="{4B9EB5A0-7BD8-4FFE-AA1A-117A8A91E1C4}"/>
          </ac:spMkLst>
        </pc:spChg>
        <pc:spChg chg="add mod">
          <ac:chgData name="Alexandre Quach" userId="7bb690c8a6e028e4" providerId="LiveId" clId="{EA2A87B3-77E9-446E-AAFE-3A15A3F4A617}" dt="2022-03-23T16:11:57.592" v="9053" actId="14100"/>
          <ac:spMkLst>
            <pc:docMk/>
            <pc:sldMk cId="3734705461" sldId="793"/>
            <ac:spMk id="214" creationId="{784814B8-D6FC-4992-931F-6E65FAC11E02}"/>
          </ac:spMkLst>
        </pc:spChg>
        <pc:spChg chg="add mod">
          <ac:chgData name="Alexandre Quach" userId="7bb690c8a6e028e4" providerId="LiveId" clId="{EA2A87B3-77E9-446E-AAFE-3A15A3F4A617}" dt="2022-03-23T16:11:57.592" v="9053" actId="14100"/>
          <ac:spMkLst>
            <pc:docMk/>
            <pc:sldMk cId="3734705461" sldId="793"/>
            <ac:spMk id="215" creationId="{71E557B2-5892-4FB2-A4F3-B613CA86D3A0}"/>
          </ac:spMkLst>
        </pc:spChg>
        <pc:spChg chg="add mod">
          <ac:chgData name="Alexandre Quach" userId="7bb690c8a6e028e4" providerId="LiveId" clId="{EA2A87B3-77E9-446E-AAFE-3A15A3F4A617}" dt="2022-03-23T16:15:16.994" v="9240"/>
          <ac:spMkLst>
            <pc:docMk/>
            <pc:sldMk cId="3734705461" sldId="793"/>
            <ac:spMk id="216" creationId="{C9406A16-EA17-4591-91F1-AFBC91FADB1E}"/>
          </ac:spMkLst>
        </pc:spChg>
        <pc:spChg chg="mod">
          <ac:chgData name="Alexandre Quach" userId="7bb690c8a6e028e4" providerId="LiveId" clId="{EA2A87B3-77E9-446E-AAFE-3A15A3F4A617}" dt="2022-03-23T16:06:58.113" v="8795" actId="571"/>
          <ac:spMkLst>
            <pc:docMk/>
            <pc:sldMk cId="3734705461" sldId="793"/>
            <ac:spMk id="238" creationId="{62294B50-FE08-40DC-A16E-1A3C5DB80476}"/>
          </ac:spMkLst>
        </pc:spChg>
        <pc:spChg chg="mod">
          <ac:chgData name="Alexandre Quach" userId="7bb690c8a6e028e4" providerId="LiveId" clId="{EA2A87B3-77E9-446E-AAFE-3A15A3F4A617}" dt="2022-03-23T16:06:58.113" v="8795" actId="571"/>
          <ac:spMkLst>
            <pc:docMk/>
            <pc:sldMk cId="3734705461" sldId="793"/>
            <ac:spMk id="240" creationId="{5D773ABB-7C80-47E9-B946-748813E4C0FE}"/>
          </ac:spMkLst>
        </pc:spChg>
        <pc:spChg chg="mod">
          <ac:chgData name="Alexandre Quach" userId="7bb690c8a6e028e4" providerId="LiveId" clId="{EA2A87B3-77E9-446E-AAFE-3A15A3F4A617}" dt="2022-03-23T16:06:58.113" v="8795" actId="571"/>
          <ac:spMkLst>
            <pc:docMk/>
            <pc:sldMk cId="3734705461" sldId="793"/>
            <ac:spMk id="241" creationId="{1B083D9D-E47E-422E-A916-09592257EEBF}"/>
          </ac:spMkLst>
        </pc:spChg>
        <pc:spChg chg="mod">
          <ac:chgData name="Alexandre Quach" userId="7bb690c8a6e028e4" providerId="LiveId" clId="{EA2A87B3-77E9-446E-AAFE-3A15A3F4A617}" dt="2022-03-23T16:06:58.113" v="8795" actId="571"/>
          <ac:spMkLst>
            <pc:docMk/>
            <pc:sldMk cId="3734705461" sldId="793"/>
            <ac:spMk id="242" creationId="{25AFB757-6143-4D0B-A811-FDFCD860F929}"/>
          </ac:spMkLst>
        </pc:spChg>
        <pc:spChg chg="mod">
          <ac:chgData name="Alexandre Quach" userId="7bb690c8a6e028e4" providerId="LiveId" clId="{EA2A87B3-77E9-446E-AAFE-3A15A3F4A617}" dt="2022-03-23T16:06:58.113" v="8795" actId="571"/>
          <ac:spMkLst>
            <pc:docMk/>
            <pc:sldMk cId="3734705461" sldId="793"/>
            <ac:spMk id="243" creationId="{36070254-B751-4508-99CC-3A74690548A0}"/>
          </ac:spMkLst>
        </pc:spChg>
        <pc:spChg chg="mod">
          <ac:chgData name="Alexandre Quach" userId="7bb690c8a6e028e4" providerId="LiveId" clId="{EA2A87B3-77E9-446E-AAFE-3A15A3F4A617}" dt="2022-03-23T16:06:58.113" v="8795" actId="571"/>
          <ac:spMkLst>
            <pc:docMk/>
            <pc:sldMk cId="3734705461" sldId="793"/>
            <ac:spMk id="244" creationId="{A1236D1C-AAD1-4DE6-8D51-8DE10057757A}"/>
          </ac:spMkLst>
        </pc:spChg>
        <pc:spChg chg="mod">
          <ac:chgData name="Alexandre Quach" userId="7bb690c8a6e028e4" providerId="LiveId" clId="{EA2A87B3-77E9-446E-AAFE-3A15A3F4A617}" dt="2022-03-23T16:06:58.113" v="8795" actId="571"/>
          <ac:spMkLst>
            <pc:docMk/>
            <pc:sldMk cId="3734705461" sldId="793"/>
            <ac:spMk id="245" creationId="{F771ADBB-E2A4-4622-ADF3-F8CB8E391B97}"/>
          </ac:spMkLst>
        </pc:spChg>
        <pc:spChg chg="mod">
          <ac:chgData name="Alexandre Quach" userId="7bb690c8a6e028e4" providerId="LiveId" clId="{EA2A87B3-77E9-446E-AAFE-3A15A3F4A617}" dt="2022-03-23T16:06:58.113" v="8795" actId="571"/>
          <ac:spMkLst>
            <pc:docMk/>
            <pc:sldMk cId="3734705461" sldId="793"/>
            <ac:spMk id="246" creationId="{9D22C136-3D0D-410E-A15D-9687A4128C53}"/>
          </ac:spMkLst>
        </pc:spChg>
        <pc:spChg chg="mod">
          <ac:chgData name="Alexandre Quach" userId="7bb690c8a6e028e4" providerId="LiveId" clId="{EA2A87B3-77E9-446E-AAFE-3A15A3F4A617}" dt="2022-03-23T16:06:58.113" v="8795" actId="571"/>
          <ac:spMkLst>
            <pc:docMk/>
            <pc:sldMk cId="3734705461" sldId="793"/>
            <ac:spMk id="247" creationId="{8D0F865C-9509-4516-87A4-5353C195D0BA}"/>
          </ac:spMkLst>
        </pc:spChg>
        <pc:spChg chg="mod">
          <ac:chgData name="Alexandre Quach" userId="7bb690c8a6e028e4" providerId="LiveId" clId="{EA2A87B3-77E9-446E-AAFE-3A15A3F4A617}" dt="2022-03-23T16:06:58.113" v="8795" actId="571"/>
          <ac:spMkLst>
            <pc:docMk/>
            <pc:sldMk cId="3734705461" sldId="793"/>
            <ac:spMk id="248" creationId="{AF0334C3-D211-4825-9F81-C0F3EF36853C}"/>
          </ac:spMkLst>
        </pc:spChg>
        <pc:spChg chg="mod">
          <ac:chgData name="Alexandre Quach" userId="7bb690c8a6e028e4" providerId="LiveId" clId="{EA2A87B3-77E9-446E-AAFE-3A15A3F4A617}" dt="2022-03-23T16:06:58.113" v="8795" actId="571"/>
          <ac:spMkLst>
            <pc:docMk/>
            <pc:sldMk cId="3734705461" sldId="793"/>
            <ac:spMk id="249" creationId="{A3ACC2D4-B8EF-4976-A924-244A7935B6FA}"/>
          </ac:spMkLst>
        </pc:spChg>
        <pc:spChg chg="mod">
          <ac:chgData name="Alexandre Quach" userId="7bb690c8a6e028e4" providerId="LiveId" clId="{EA2A87B3-77E9-446E-AAFE-3A15A3F4A617}" dt="2022-03-23T16:06:58.113" v="8795" actId="571"/>
          <ac:spMkLst>
            <pc:docMk/>
            <pc:sldMk cId="3734705461" sldId="793"/>
            <ac:spMk id="250" creationId="{38BD9A3C-332F-45C2-A577-3D012B35D9E2}"/>
          </ac:spMkLst>
        </pc:spChg>
        <pc:spChg chg="mod">
          <ac:chgData name="Alexandre Quach" userId="7bb690c8a6e028e4" providerId="LiveId" clId="{EA2A87B3-77E9-446E-AAFE-3A15A3F4A617}" dt="2022-03-23T16:06:58.113" v="8795" actId="571"/>
          <ac:spMkLst>
            <pc:docMk/>
            <pc:sldMk cId="3734705461" sldId="793"/>
            <ac:spMk id="251" creationId="{70D88751-F6E2-4E6E-A85B-6903324D0AA4}"/>
          </ac:spMkLst>
        </pc:spChg>
        <pc:spChg chg="mod">
          <ac:chgData name="Alexandre Quach" userId="7bb690c8a6e028e4" providerId="LiveId" clId="{EA2A87B3-77E9-446E-AAFE-3A15A3F4A617}" dt="2022-03-23T16:06:58.113" v="8795" actId="571"/>
          <ac:spMkLst>
            <pc:docMk/>
            <pc:sldMk cId="3734705461" sldId="793"/>
            <ac:spMk id="252" creationId="{29E72F58-8A09-4259-AD91-F643E7A3D4FA}"/>
          </ac:spMkLst>
        </pc:spChg>
        <pc:spChg chg="mod">
          <ac:chgData name="Alexandre Quach" userId="7bb690c8a6e028e4" providerId="LiveId" clId="{EA2A87B3-77E9-446E-AAFE-3A15A3F4A617}" dt="2022-03-23T16:06:58.113" v="8795" actId="571"/>
          <ac:spMkLst>
            <pc:docMk/>
            <pc:sldMk cId="3734705461" sldId="793"/>
            <ac:spMk id="253" creationId="{E4489C6E-7603-4271-8E88-9BB47AAC7EFB}"/>
          </ac:spMkLst>
        </pc:spChg>
        <pc:spChg chg="mod">
          <ac:chgData name="Alexandre Quach" userId="7bb690c8a6e028e4" providerId="LiveId" clId="{EA2A87B3-77E9-446E-AAFE-3A15A3F4A617}" dt="2022-03-23T16:06:58.113" v="8795" actId="571"/>
          <ac:spMkLst>
            <pc:docMk/>
            <pc:sldMk cId="3734705461" sldId="793"/>
            <ac:spMk id="254" creationId="{CD9A043D-07FD-4409-AD1E-2C27CD58E9B5}"/>
          </ac:spMkLst>
        </pc:spChg>
        <pc:spChg chg="mod">
          <ac:chgData name="Alexandre Quach" userId="7bb690c8a6e028e4" providerId="LiveId" clId="{EA2A87B3-77E9-446E-AAFE-3A15A3F4A617}" dt="2022-03-23T16:06:58.113" v="8795" actId="571"/>
          <ac:spMkLst>
            <pc:docMk/>
            <pc:sldMk cId="3734705461" sldId="793"/>
            <ac:spMk id="255" creationId="{969278B3-2BF6-4894-A2B9-F8899CCF4F23}"/>
          </ac:spMkLst>
        </pc:spChg>
        <pc:spChg chg="mod">
          <ac:chgData name="Alexandre Quach" userId="7bb690c8a6e028e4" providerId="LiveId" clId="{EA2A87B3-77E9-446E-AAFE-3A15A3F4A617}" dt="2022-03-23T16:06:58.113" v="8795" actId="571"/>
          <ac:spMkLst>
            <pc:docMk/>
            <pc:sldMk cId="3734705461" sldId="793"/>
            <ac:spMk id="256" creationId="{898D7B2C-545D-4E33-AC39-696D0AE39B67}"/>
          </ac:spMkLst>
        </pc:spChg>
        <pc:spChg chg="mod">
          <ac:chgData name="Alexandre Quach" userId="7bb690c8a6e028e4" providerId="LiveId" clId="{EA2A87B3-77E9-446E-AAFE-3A15A3F4A617}" dt="2022-03-23T16:06:58.113" v="8795" actId="571"/>
          <ac:spMkLst>
            <pc:docMk/>
            <pc:sldMk cId="3734705461" sldId="793"/>
            <ac:spMk id="257" creationId="{AFB0E74A-CA5B-4819-9E94-173E365E7203}"/>
          </ac:spMkLst>
        </pc:spChg>
        <pc:spChg chg="mod">
          <ac:chgData name="Alexandre Quach" userId="7bb690c8a6e028e4" providerId="LiveId" clId="{EA2A87B3-77E9-446E-AAFE-3A15A3F4A617}" dt="2022-03-23T16:06:58.113" v="8795" actId="571"/>
          <ac:spMkLst>
            <pc:docMk/>
            <pc:sldMk cId="3734705461" sldId="793"/>
            <ac:spMk id="258" creationId="{AF96C422-25D5-4385-AA04-4BD5A01EDDD8}"/>
          </ac:spMkLst>
        </pc:spChg>
        <pc:spChg chg="mod">
          <ac:chgData name="Alexandre Quach" userId="7bb690c8a6e028e4" providerId="LiveId" clId="{EA2A87B3-77E9-446E-AAFE-3A15A3F4A617}" dt="2022-03-23T16:06:58.113" v="8795" actId="571"/>
          <ac:spMkLst>
            <pc:docMk/>
            <pc:sldMk cId="3734705461" sldId="793"/>
            <ac:spMk id="259" creationId="{BE54F73B-0F67-4840-8AF8-AE69D5287AF2}"/>
          </ac:spMkLst>
        </pc:spChg>
        <pc:spChg chg="mod">
          <ac:chgData name="Alexandre Quach" userId="7bb690c8a6e028e4" providerId="LiveId" clId="{EA2A87B3-77E9-446E-AAFE-3A15A3F4A617}" dt="2022-03-23T16:06:58.113" v="8795" actId="571"/>
          <ac:spMkLst>
            <pc:docMk/>
            <pc:sldMk cId="3734705461" sldId="793"/>
            <ac:spMk id="260" creationId="{C8E2276A-72F8-4899-97BC-FC9D8D068EA3}"/>
          </ac:spMkLst>
        </pc:spChg>
        <pc:spChg chg="mod">
          <ac:chgData name="Alexandre Quach" userId="7bb690c8a6e028e4" providerId="LiveId" clId="{EA2A87B3-77E9-446E-AAFE-3A15A3F4A617}" dt="2022-03-23T16:06:58.113" v="8795" actId="571"/>
          <ac:spMkLst>
            <pc:docMk/>
            <pc:sldMk cId="3734705461" sldId="793"/>
            <ac:spMk id="261" creationId="{FDDE5C64-CFEC-47B1-8E30-A0ECBC303664}"/>
          </ac:spMkLst>
        </pc:spChg>
        <pc:spChg chg="mod">
          <ac:chgData name="Alexandre Quach" userId="7bb690c8a6e028e4" providerId="LiveId" clId="{EA2A87B3-77E9-446E-AAFE-3A15A3F4A617}" dt="2022-03-23T16:06:58.113" v="8795" actId="571"/>
          <ac:spMkLst>
            <pc:docMk/>
            <pc:sldMk cId="3734705461" sldId="793"/>
            <ac:spMk id="262" creationId="{B809469C-DF15-4095-82CC-62EC093CCECB}"/>
          </ac:spMkLst>
        </pc:spChg>
        <pc:spChg chg="mod">
          <ac:chgData name="Alexandre Quach" userId="7bb690c8a6e028e4" providerId="LiveId" clId="{EA2A87B3-77E9-446E-AAFE-3A15A3F4A617}" dt="2022-03-23T16:06:58.113" v="8795" actId="571"/>
          <ac:spMkLst>
            <pc:docMk/>
            <pc:sldMk cId="3734705461" sldId="793"/>
            <ac:spMk id="263" creationId="{EE7037DC-0FF2-4EAF-BF38-07B165F1C718}"/>
          </ac:spMkLst>
        </pc:spChg>
        <pc:spChg chg="mod">
          <ac:chgData name="Alexandre Quach" userId="7bb690c8a6e028e4" providerId="LiveId" clId="{EA2A87B3-77E9-446E-AAFE-3A15A3F4A617}" dt="2022-03-23T16:06:58.113" v="8795" actId="571"/>
          <ac:spMkLst>
            <pc:docMk/>
            <pc:sldMk cId="3734705461" sldId="793"/>
            <ac:spMk id="264" creationId="{7E758533-7271-4D91-B3C4-E025C4E660B4}"/>
          </ac:spMkLst>
        </pc:spChg>
        <pc:spChg chg="mod">
          <ac:chgData name="Alexandre Quach" userId="7bb690c8a6e028e4" providerId="LiveId" clId="{EA2A87B3-77E9-446E-AAFE-3A15A3F4A617}" dt="2022-03-23T16:06:58.113" v="8795" actId="571"/>
          <ac:spMkLst>
            <pc:docMk/>
            <pc:sldMk cId="3734705461" sldId="793"/>
            <ac:spMk id="265" creationId="{B14B0C10-E568-4FF2-BDB3-BC56936E486D}"/>
          </ac:spMkLst>
        </pc:spChg>
        <pc:spChg chg="mod">
          <ac:chgData name="Alexandre Quach" userId="7bb690c8a6e028e4" providerId="LiveId" clId="{EA2A87B3-77E9-446E-AAFE-3A15A3F4A617}" dt="2022-03-23T16:06:58.113" v="8795" actId="571"/>
          <ac:spMkLst>
            <pc:docMk/>
            <pc:sldMk cId="3734705461" sldId="793"/>
            <ac:spMk id="266" creationId="{1BAABAA7-B31B-429D-9F4B-5B1EDA174080}"/>
          </ac:spMkLst>
        </pc:spChg>
        <pc:spChg chg="mod">
          <ac:chgData name="Alexandre Quach" userId="7bb690c8a6e028e4" providerId="LiveId" clId="{EA2A87B3-77E9-446E-AAFE-3A15A3F4A617}" dt="2022-03-23T16:06:58.113" v="8795" actId="571"/>
          <ac:spMkLst>
            <pc:docMk/>
            <pc:sldMk cId="3734705461" sldId="793"/>
            <ac:spMk id="267" creationId="{077030D8-BFD7-46E7-A01F-FD2719446B52}"/>
          </ac:spMkLst>
        </pc:spChg>
        <pc:spChg chg="mod">
          <ac:chgData name="Alexandre Quach" userId="7bb690c8a6e028e4" providerId="LiveId" clId="{EA2A87B3-77E9-446E-AAFE-3A15A3F4A617}" dt="2022-03-23T16:06:58.113" v="8795" actId="571"/>
          <ac:spMkLst>
            <pc:docMk/>
            <pc:sldMk cId="3734705461" sldId="793"/>
            <ac:spMk id="268" creationId="{93374087-DFAF-4B5E-8301-BB0C60D14E62}"/>
          </ac:spMkLst>
        </pc:spChg>
        <pc:spChg chg="add mod">
          <ac:chgData name="Alexandre Quach" userId="7bb690c8a6e028e4" providerId="LiveId" clId="{EA2A87B3-77E9-446E-AAFE-3A15A3F4A617}" dt="2022-03-23T16:07:06.331" v="8798" actId="1582"/>
          <ac:spMkLst>
            <pc:docMk/>
            <pc:sldMk cId="3734705461" sldId="793"/>
            <ac:spMk id="269" creationId="{B089E83C-6AC6-4826-8DCC-4E21A0EC69A0}"/>
          </ac:spMkLst>
        </pc:spChg>
        <pc:spChg chg="add mod">
          <ac:chgData name="Alexandre Quach" userId="7bb690c8a6e028e4" providerId="LiveId" clId="{EA2A87B3-77E9-446E-AAFE-3A15A3F4A617}" dt="2022-03-23T16:07:06.331" v="8798" actId="1582"/>
          <ac:spMkLst>
            <pc:docMk/>
            <pc:sldMk cId="3734705461" sldId="793"/>
            <ac:spMk id="270" creationId="{624D1FD9-ED18-447C-9918-9D21947A8E11}"/>
          </ac:spMkLst>
        </pc:spChg>
        <pc:spChg chg="add mod">
          <ac:chgData name="Alexandre Quach" userId="7bb690c8a6e028e4" providerId="LiveId" clId="{EA2A87B3-77E9-446E-AAFE-3A15A3F4A617}" dt="2022-03-23T16:07:06.331" v="8798" actId="1582"/>
          <ac:spMkLst>
            <pc:docMk/>
            <pc:sldMk cId="3734705461" sldId="793"/>
            <ac:spMk id="271" creationId="{69BB2ECB-88D7-4A0A-9B2E-7072645305E3}"/>
          </ac:spMkLst>
        </pc:spChg>
        <pc:spChg chg="mod">
          <ac:chgData name="Alexandre Quach" userId="7bb690c8a6e028e4" providerId="LiveId" clId="{EA2A87B3-77E9-446E-AAFE-3A15A3F4A617}" dt="2022-03-23T16:07:34.599" v="8825" actId="571"/>
          <ac:spMkLst>
            <pc:docMk/>
            <pc:sldMk cId="3734705461" sldId="793"/>
            <ac:spMk id="293" creationId="{33E92684-025D-4B56-ABCA-EA7293E2DD46}"/>
          </ac:spMkLst>
        </pc:spChg>
        <pc:spChg chg="mod">
          <ac:chgData name="Alexandre Quach" userId="7bb690c8a6e028e4" providerId="LiveId" clId="{EA2A87B3-77E9-446E-AAFE-3A15A3F4A617}" dt="2022-03-23T16:07:34.599" v="8825" actId="571"/>
          <ac:spMkLst>
            <pc:docMk/>
            <pc:sldMk cId="3734705461" sldId="793"/>
            <ac:spMk id="295" creationId="{27EEB293-8141-4BA3-AEA2-04ACFAD8DF8B}"/>
          </ac:spMkLst>
        </pc:spChg>
        <pc:spChg chg="mod">
          <ac:chgData name="Alexandre Quach" userId="7bb690c8a6e028e4" providerId="LiveId" clId="{EA2A87B3-77E9-446E-AAFE-3A15A3F4A617}" dt="2022-03-23T16:07:34.599" v="8825" actId="571"/>
          <ac:spMkLst>
            <pc:docMk/>
            <pc:sldMk cId="3734705461" sldId="793"/>
            <ac:spMk id="296" creationId="{3CB6354D-A17A-4F06-BC40-E628CFC0DFB4}"/>
          </ac:spMkLst>
        </pc:spChg>
        <pc:spChg chg="mod">
          <ac:chgData name="Alexandre Quach" userId="7bb690c8a6e028e4" providerId="LiveId" clId="{EA2A87B3-77E9-446E-AAFE-3A15A3F4A617}" dt="2022-03-23T16:07:34.599" v="8825" actId="571"/>
          <ac:spMkLst>
            <pc:docMk/>
            <pc:sldMk cId="3734705461" sldId="793"/>
            <ac:spMk id="297" creationId="{112D6087-3252-405B-A51A-D345CABC78D8}"/>
          </ac:spMkLst>
        </pc:spChg>
        <pc:spChg chg="mod">
          <ac:chgData name="Alexandre Quach" userId="7bb690c8a6e028e4" providerId="LiveId" clId="{EA2A87B3-77E9-446E-AAFE-3A15A3F4A617}" dt="2022-03-23T16:07:34.599" v="8825" actId="571"/>
          <ac:spMkLst>
            <pc:docMk/>
            <pc:sldMk cId="3734705461" sldId="793"/>
            <ac:spMk id="298" creationId="{D0F771FA-7D8C-4C32-9489-F1A3E70FE2C5}"/>
          </ac:spMkLst>
        </pc:spChg>
        <pc:spChg chg="mod">
          <ac:chgData name="Alexandre Quach" userId="7bb690c8a6e028e4" providerId="LiveId" clId="{EA2A87B3-77E9-446E-AAFE-3A15A3F4A617}" dt="2022-03-23T16:07:34.599" v="8825" actId="571"/>
          <ac:spMkLst>
            <pc:docMk/>
            <pc:sldMk cId="3734705461" sldId="793"/>
            <ac:spMk id="299" creationId="{E3D3D613-F91D-41D2-A6FB-8D74D91556BB}"/>
          </ac:spMkLst>
        </pc:spChg>
        <pc:spChg chg="mod">
          <ac:chgData name="Alexandre Quach" userId="7bb690c8a6e028e4" providerId="LiveId" clId="{EA2A87B3-77E9-446E-AAFE-3A15A3F4A617}" dt="2022-03-23T16:07:34.599" v="8825" actId="571"/>
          <ac:spMkLst>
            <pc:docMk/>
            <pc:sldMk cId="3734705461" sldId="793"/>
            <ac:spMk id="300" creationId="{C741B659-AA5A-4BB1-B21B-8349C471A4CE}"/>
          </ac:spMkLst>
        </pc:spChg>
        <pc:spChg chg="mod">
          <ac:chgData name="Alexandre Quach" userId="7bb690c8a6e028e4" providerId="LiveId" clId="{EA2A87B3-77E9-446E-AAFE-3A15A3F4A617}" dt="2022-03-23T16:07:34.599" v="8825" actId="571"/>
          <ac:spMkLst>
            <pc:docMk/>
            <pc:sldMk cId="3734705461" sldId="793"/>
            <ac:spMk id="301" creationId="{0D9139B9-A9FE-4043-AEB5-A894A46D4462}"/>
          </ac:spMkLst>
        </pc:spChg>
        <pc:spChg chg="mod">
          <ac:chgData name="Alexandre Quach" userId="7bb690c8a6e028e4" providerId="LiveId" clId="{EA2A87B3-77E9-446E-AAFE-3A15A3F4A617}" dt="2022-03-23T16:07:34.599" v="8825" actId="571"/>
          <ac:spMkLst>
            <pc:docMk/>
            <pc:sldMk cId="3734705461" sldId="793"/>
            <ac:spMk id="302" creationId="{C349900E-95AC-4DD5-858B-A18DDE564191}"/>
          </ac:spMkLst>
        </pc:spChg>
        <pc:spChg chg="mod">
          <ac:chgData name="Alexandre Quach" userId="7bb690c8a6e028e4" providerId="LiveId" clId="{EA2A87B3-77E9-446E-AAFE-3A15A3F4A617}" dt="2022-03-23T16:07:34.599" v="8825" actId="571"/>
          <ac:spMkLst>
            <pc:docMk/>
            <pc:sldMk cId="3734705461" sldId="793"/>
            <ac:spMk id="303" creationId="{7C622DF9-5F11-4B71-82E2-95F2CCE448FB}"/>
          </ac:spMkLst>
        </pc:spChg>
        <pc:spChg chg="mod">
          <ac:chgData name="Alexandre Quach" userId="7bb690c8a6e028e4" providerId="LiveId" clId="{EA2A87B3-77E9-446E-AAFE-3A15A3F4A617}" dt="2022-03-23T16:07:34.599" v="8825" actId="571"/>
          <ac:spMkLst>
            <pc:docMk/>
            <pc:sldMk cId="3734705461" sldId="793"/>
            <ac:spMk id="304" creationId="{D6F3F95C-6CB2-429C-B232-358FA2298B7A}"/>
          </ac:spMkLst>
        </pc:spChg>
        <pc:spChg chg="mod">
          <ac:chgData name="Alexandre Quach" userId="7bb690c8a6e028e4" providerId="LiveId" clId="{EA2A87B3-77E9-446E-AAFE-3A15A3F4A617}" dt="2022-03-23T16:07:34.599" v="8825" actId="571"/>
          <ac:spMkLst>
            <pc:docMk/>
            <pc:sldMk cId="3734705461" sldId="793"/>
            <ac:spMk id="305" creationId="{29E24C68-704D-4BF7-AAE9-C71BD12209FD}"/>
          </ac:spMkLst>
        </pc:spChg>
        <pc:spChg chg="mod">
          <ac:chgData name="Alexandre Quach" userId="7bb690c8a6e028e4" providerId="LiveId" clId="{EA2A87B3-77E9-446E-AAFE-3A15A3F4A617}" dt="2022-03-23T16:07:34.599" v="8825" actId="571"/>
          <ac:spMkLst>
            <pc:docMk/>
            <pc:sldMk cId="3734705461" sldId="793"/>
            <ac:spMk id="306" creationId="{561F63BE-8BF7-4C4D-B260-CB1FF052CAAE}"/>
          </ac:spMkLst>
        </pc:spChg>
        <pc:spChg chg="mod">
          <ac:chgData name="Alexandre Quach" userId="7bb690c8a6e028e4" providerId="LiveId" clId="{EA2A87B3-77E9-446E-AAFE-3A15A3F4A617}" dt="2022-03-23T16:07:34.599" v="8825" actId="571"/>
          <ac:spMkLst>
            <pc:docMk/>
            <pc:sldMk cId="3734705461" sldId="793"/>
            <ac:spMk id="307" creationId="{16F9D09B-A88B-4190-B24F-9B1B5FD3594C}"/>
          </ac:spMkLst>
        </pc:spChg>
        <pc:spChg chg="mod">
          <ac:chgData name="Alexandre Quach" userId="7bb690c8a6e028e4" providerId="LiveId" clId="{EA2A87B3-77E9-446E-AAFE-3A15A3F4A617}" dt="2022-03-23T16:07:34.599" v="8825" actId="571"/>
          <ac:spMkLst>
            <pc:docMk/>
            <pc:sldMk cId="3734705461" sldId="793"/>
            <ac:spMk id="308" creationId="{0A50DC04-8F76-410E-85A5-6F03258906DD}"/>
          </ac:spMkLst>
        </pc:spChg>
        <pc:spChg chg="mod">
          <ac:chgData name="Alexandre Quach" userId="7bb690c8a6e028e4" providerId="LiveId" clId="{EA2A87B3-77E9-446E-AAFE-3A15A3F4A617}" dt="2022-03-23T16:07:34.599" v="8825" actId="571"/>
          <ac:spMkLst>
            <pc:docMk/>
            <pc:sldMk cId="3734705461" sldId="793"/>
            <ac:spMk id="309" creationId="{B20BE8B8-EF5D-4D40-9A27-0EAE028B8134}"/>
          </ac:spMkLst>
        </pc:spChg>
        <pc:spChg chg="mod">
          <ac:chgData name="Alexandre Quach" userId="7bb690c8a6e028e4" providerId="LiveId" clId="{EA2A87B3-77E9-446E-AAFE-3A15A3F4A617}" dt="2022-03-23T16:07:34.599" v="8825" actId="571"/>
          <ac:spMkLst>
            <pc:docMk/>
            <pc:sldMk cId="3734705461" sldId="793"/>
            <ac:spMk id="310" creationId="{51AAE585-A267-45C4-BF34-BDB9D1AD3569}"/>
          </ac:spMkLst>
        </pc:spChg>
        <pc:spChg chg="mod">
          <ac:chgData name="Alexandre Quach" userId="7bb690c8a6e028e4" providerId="LiveId" clId="{EA2A87B3-77E9-446E-AAFE-3A15A3F4A617}" dt="2022-03-23T16:07:34.599" v="8825" actId="571"/>
          <ac:spMkLst>
            <pc:docMk/>
            <pc:sldMk cId="3734705461" sldId="793"/>
            <ac:spMk id="311" creationId="{C83B4451-46BE-45FD-AF56-1D7707215DE1}"/>
          </ac:spMkLst>
        </pc:spChg>
        <pc:spChg chg="mod">
          <ac:chgData name="Alexandre Quach" userId="7bb690c8a6e028e4" providerId="LiveId" clId="{EA2A87B3-77E9-446E-AAFE-3A15A3F4A617}" dt="2022-03-23T16:07:34.599" v="8825" actId="571"/>
          <ac:spMkLst>
            <pc:docMk/>
            <pc:sldMk cId="3734705461" sldId="793"/>
            <ac:spMk id="312" creationId="{20010CA3-5D0B-44E0-9C20-321FC8D47B37}"/>
          </ac:spMkLst>
        </pc:spChg>
        <pc:spChg chg="mod">
          <ac:chgData name="Alexandre Quach" userId="7bb690c8a6e028e4" providerId="LiveId" clId="{EA2A87B3-77E9-446E-AAFE-3A15A3F4A617}" dt="2022-03-23T16:07:34.599" v="8825" actId="571"/>
          <ac:spMkLst>
            <pc:docMk/>
            <pc:sldMk cId="3734705461" sldId="793"/>
            <ac:spMk id="313" creationId="{1076C053-C2EA-4FE4-A5E5-9DE005DF6047}"/>
          </ac:spMkLst>
        </pc:spChg>
        <pc:spChg chg="mod">
          <ac:chgData name="Alexandre Quach" userId="7bb690c8a6e028e4" providerId="LiveId" clId="{EA2A87B3-77E9-446E-AAFE-3A15A3F4A617}" dt="2022-03-23T16:07:34.599" v="8825" actId="571"/>
          <ac:spMkLst>
            <pc:docMk/>
            <pc:sldMk cId="3734705461" sldId="793"/>
            <ac:spMk id="314" creationId="{E3F6C56C-E274-47CC-8F66-3DDD06ADEC91}"/>
          </ac:spMkLst>
        </pc:spChg>
        <pc:spChg chg="mod">
          <ac:chgData name="Alexandre Quach" userId="7bb690c8a6e028e4" providerId="LiveId" clId="{EA2A87B3-77E9-446E-AAFE-3A15A3F4A617}" dt="2022-03-23T16:07:34.599" v="8825" actId="571"/>
          <ac:spMkLst>
            <pc:docMk/>
            <pc:sldMk cId="3734705461" sldId="793"/>
            <ac:spMk id="315" creationId="{83305436-3688-49E8-BF02-9E4C4F679715}"/>
          </ac:spMkLst>
        </pc:spChg>
        <pc:spChg chg="mod">
          <ac:chgData name="Alexandre Quach" userId="7bb690c8a6e028e4" providerId="LiveId" clId="{EA2A87B3-77E9-446E-AAFE-3A15A3F4A617}" dt="2022-03-23T16:07:34.599" v="8825" actId="571"/>
          <ac:spMkLst>
            <pc:docMk/>
            <pc:sldMk cId="3734705461" sldId="793"/>
            <ac:spMk id="316" creationId="{2BC892A5-2D37-43E2-82B8-BDA3E6E118FF}"/>
          </ac:spMkLst>
        </pc:spChg>
        <pc:spChg chg="mod">
          <ac:chgData name="Alexandre Quach" userId="7bb690c8a6e028e4" providerId="LiveId" clId="{EA2A87B3-77E9-446E-AAFE-3A15A3F4A617}" dt="2022-03-23T16:07:34.599" v="8825" actId="571"/>
          <ac:spMkLst>
            <pc:docMk/>
            <pc:sldMk cId="3734705461" sldId="793"/>
            <ac:spMk id="317" creationId="{5390EA65-5148-4561-AC23-C313F21CA0BD}"/>
          </ac:spMkLst>
        </pc:spChg>
        <pc:spChg chg="mod">
          <ac:chgData name="Alexandre Quach" userId="7bb690c8a6e028e4" providerId="LiveId" clId="{EA2A87B3-77E9-446E-AAFE-3A15A3F4A617}" dt="2022-03-23T16:07:34.599" v="8825" actId="571"/>
          <ac:spMkLst>
            <pc:docMk/>
            <pc:sldMk cId="3734705461" sldId="793"/>
            <ac:spMk id="318" creationId="{B79AA5C6-F1C5-4B2D-A94B-EBCE4D00C426}"/>
          </ac:spMkLst>
        </pc:spChg>
        <pc:spChg chg="mod">
          <ac:chgData name="Alexandre Quach" userId="7bb690c8a6e028e4" providerId="LiveId" clId="{EA2A87B3-77E9-446E-AAFE-3A15A3F4A617}" dt="2022-03-23T16:07:34.599" v="8825" actId="571"/>
          <ac:spMkLst>
            <pc:docMk/>
            <pc:sldMk cId="3734705461" sldId="793"/>
            <ac:spMk id="319" creationId="{2825F438-2D25-457A-B4C9-D54E352802BF}"/>
          </ac:spMkLst>
        </pc:spChg>
        <pc:spChg chg="mod">
          <ac:chgData name="Alexandre Quach" userId="7bb690c8a6e028e4" providerId="LiveId" clId="{EA2A87B3-77E9-446E-AAFE-3A15A3F4A617}" dt="2022-03-23T16:07:34.599" v="8825" actId="571"/>
          <ac:spMkLst>
            <pc:docMk/>
            <pc:sldMk cId="3734705461" sldId="793"/>
            <ac:spMk id="320" creationId="{6FF92A5C-2C4A-46FC-8489-3DC9A5AFC21C}"/>
          </ac:spMkLst>
        </pc:spChg>
        <pc:spChg chg="mod">
          <ac:chgData name="Alexandre Quach" userId="7bb690c8a6e028e4" providerId="LiveId" clId="{EA2A87B3-77E9-446E-AAFE-3A15A3F4A617}" dt="2022-03-23T16:07:34.599" v="8825" actId="571"/>
          <ac:spMkLst>
            <pc:docMk/>
            <pc:sldMk cId="3734705461" sldId="793"/>
            <ac:spMk id="321" creationId="{1DE2E86D-24C2-4BF0-AE69-E0341F8B0097}"/>
          </ac:spMkLst>
        </pc:spChg>
        <pc:spChg chg="mod">
          <ac:chgData name="Alexandre Quach" userId="7bb690c8a6e028e4" providerId="LiveId" clId="{EA2A87B3-77E9-446E-AAFE-3A15A3F4A617}" dt="2022-03-23T16:07:34.599" v="8825" actId="571"/>
          <ac:spMkLst>
            <pc:docMk/>
            <pc:sldMk cId="3734705461" sldId="793"/>
            <ac:spMk id="322" creationId="{67897A80-4125-4413-BEC7-0398E05F452C}"/>
          </ac:spMkLst>
        </pc:spChg>
        <pc:spChg chg="mod">
          <ac:chgData name="Alexandre Quach" userId="7bb690c8a6e028e4" providerId="LiveId" clId="{EA2A87B3-77E9-446E-AAFE-3A15A3F4A617}" dt="2022-03-23T16:07:34.599" v="8825" actId="571"/>
          <ac:spMkLst>
            <pc:docMk/>
            <pc:sldMk cId="3734705461" sldId="793"/>
            <ac:spMk id="323" creationId="{2F5256BC-4072-44C4-AC25-EA135993F534}"/>
          </ac:spMkLst>
        </pc:spChg>
        <pc:spChg chg="mod">
          <ac:chgData name="Alexandre Quach" userId="7bb690c8a6e028e4" providerId="LiveId" clId="{EA2A87B3-77E9-446E-AAFE-3A15A3F4A617}" dt="2022-03-23T16:07:34.599" v="8825" actId="571"/>
          <ac:spMkLst>
            <pc:docMk/>
            <pc:sldMk cId="3734705461" sldId="793"/>
            <ac:spMk id="324" creationId="{168C69CF-2BA5-49C0-BAFE-C7257F0DA6FA}"/>
          </ac:spMkLst>
        </pc:spChg>
        <pc:spChg chg="mod">
          <ac:chgData name="Alexandre Quach" userId="7bb690c8a6e028e4" providerId="LiveId" clId="{EA2A87B3-77E9-446E-AAFE-3A15A3F4A617}" dt="2022-03-23T16:07:34.599" v="8825" actId="571"/>
          <ac:spMkLst>
            <pc:docMk/>
            <pc:sldMk cId="3734705461" sldId="793"/>
            <ac:spMk id="325" creationId="{55B8BE57-9DE5-4F8F-8514-A513EE66F86E}"/>
          </ac:spMkLst>
        </pc:spChg>
        <pc:spChg chg="mod">
          <ac:chgData name="Alexandre Quach" userId="7bb690c8a6e028e4" providerId="LiveId" clId="{EA2A87B3-77E9-446E-AAFE-3A15A3F4A617}" dt="2022-03-23T16:07:34.599" v="8825" actId="571"/>
          <ac:spMkLst>
            <pc:docMk/>
            <pc:sldMk cId="3734705461" sldId="793"/>
            <ac:spMk id="326" creationId="{7C18A4D0-EA6E-482C-AAE6-38531EED7786}"/>
          </ac:spMkLst>
        </pc:spChg>
        <pc:spChg chg="mod">
          <ac:chgData name="Alexandre Quach" userId="7bb690c8a6e028e4" providerId="LiveId" clId="{EA2A87B3-77E9-446E-AAFE-3A15A3F4A617}" dt="2022-03-23T16:08:18.962" v="8831" actId="571"/>
          <ac:spMkLst>
            <pc:docMk/>
            <pc:sldMk cId="3734705461" sldId="793"/>
            <ac:spMk id="348" creationId="{AAB70F48-29A2-44E8-AC70-86F43317D3A8}"/>
          </ac:spMkLst>
        </pc:spChg>
        <pc:spChg chg="mod">
          <ac:chgData name="Alexandre Quach" userId="7bb690c8a6e028e4" providerId="LiveId" clId="{EA2A87B3-77E9-446E-AAFE-3A15A3F4A617}" dt="2022-03-23T16:08:18.962" v="8831" actId="571"/>
          <ac:spMkLst>
            <pc:docMk/>
            <pc:sldMk cId="3734705461" sldId="793"/>
            <ac:spMk id="350" creationId="{E1D7609C-5EF9-40BB-9594-DAB867862402}"/>
          </ac:spMkLst>
        </pc:spChg>
        <pc:spChg chg="mod">
          <ac:chgData name="Alexandre Quach" userId="7bb690c8a6e028e4" providerId="LiveId" clId="{EA2A87B3-77E9-446E-AAFE-3A15A3F4A617}" dt="2022-03-23T16:08:18.962" v="8831" actId="571"/>
          <ac:spMkLst>
            <pc:docMk/>
            <pc:sldMk cId="3734705461" sldId="793"/>
            <ac:spMk id="351" creationId="{EFF77BBA-A53F-46A8-9454-0455A20A7E60}"/>
          </ac:spMkLst>
        </pc:spChg>
        <pc:spChg chg="mod">
          <ac:chgData name="Alexandre Quach" userId="7bb690c8a6e028e4" providerId="LiveId" clId="{EA2A87B3-77E9-446E-AAFE-3A15A3F4A617}" dt="2022-03-23T16:08:18.962" v="8831" actId="571"/>
          <ac:spMkLst>
            <pc:docMk/>
            <pc:sldMk cId="3734705461" sldId="793"/>
            <ac:spMk id="352" creationId="{2064F218-32E4-45FA-AB0D-C43C8A505E42}"/>
          </ac:spMkLst>
        </pc:spChg>
        <pc:spChg chg="mod">
          <ac:chgData name="Alexandre Quach" userId="7bb690c8a6e028e4" providerId="LiveId" clId="{EA2A87B3-77E9-446E-AAFE-3A15A3F4A617}" dt="2022-03-23T16:08:18.962" v="8831" actId="571"/>
          <ac:spMkLst>
            <pc:docMk/>
            <pc:sldMk cId="3734705461" sldId="793"/>
            <ac:spMk id="353" creationId="{00B5755B-B7B8-4C10-A853-0F980EF06786}"/>
          </ac:spMkLst>
        </pc:spChg>
        <pc:spChg chg="mod">
          <ac:chgData name="Alexandre Quach" userId="7bb690c8a6e028e4" providerId="LiveId" clId="{EA2A87B3-77E9-446E-AAFE-3A15A3F4A617}" dt="2022-03-23T16:08:18.962" v="8831" actId="571"/>
          <ac:spMkLst>
            <pc:docMk/>
            <pc:sldMk cId="3734705461" sldId="793"/>
            <ac:spMk id="354" creationId="{0DBF13B6-9402-463D-98A3-9C7E5D13BEBF}"/>
          </ac:spMkLst>
        </pc:spChg>
        <pc:spChg chg="mod">
          <ac:chgData name="Alexandre Quach" userId="7bb690c8a6e028e4" providerId="LiveId" clId="{EA2A87B3-77E9-446E-AAFE-3A15A3F4A617}" dt="2022-03-23T16:08:18.962" v="8831" actId="571"/>
          <ac:spMkLst>
            <pc:docMk/>
            <pc:sldMk cId="3734705461" sldId="793"/>
            <ac:spMk id="355" creationId="{02AA3FF0-248E-42D9-829A-482BA697C5E4}"/>
          </ac:spMkLst>
        </pc:spChg>
        <pc:spChg chg="mod">
          <ac:chgData name="Alexandre Quach" userId="7bb690c8a6e028e4" providerId="LiveId" clId="{EA2A87B3-77E9-446E-AAFE-3A15A3F4A617}" dt="2022-03-23T16:08:18.962" v="8831" actId="571"/>
          <ac:spMkLst>
            <pc:docMk/>
            <pc:sldMk cId="3734705461" sldId="793"/>
            <ac:spMk id="356" creationId="{855E3511-51D2-47F7-A180-2491840062B5}"/>
          </ac:spMkLst>
        </pc:spChg>
        <pc:spChg chg="mod">
          <ac:chgData name="Alexandre Quach" userId="7bb690c8a6e028e4" providerId="LiveId" clId="{EA2A87B3-77E9-446E-AAFE-3A15A3F4A617}" dt="2022-03-23T16:08:18.962" v="8831" actId="571"/>
          <ac:spMkLst>
            <pc:docMk/>
            <pc:sldMk cId="3734705461" sldId="793"/>
            <ac:spMk id="357" creationId="{F4FCFB55-6142-4FBF-AA63-CFA49BE7D1D8}"/>
          </ac:spMkLst>
        </pc:spChg>
        <pc:spChg chg="mod">
          <ac:chgData name="Alexandre Quach" userId="7bb690c8a6e028e4" providerId="LiveId" clId="{EA2A87B3-77E9-446E-AAFE-3A15A3F4A617}" dt="2022-03-23T16:08:18.962" v="8831" actId="571"/>
          <ac:spMkLst>
            <pc:docMk/>
            <pc:sldMk cId="3734705461" sldId="793"/>
            <ac:spMk id="358" creationId="{7E4C2021-240A-461B-90A7-2BFE884DDCDB}"/>
          </ac:spMkLst>
        </pc:spChg>
        <pc:spChg chg="mod">
          <ac:chgData name="Alexandre Quach" userId="7bb690c8a6e028e4" providerId="LiveId" clId="{EA2A87B3-77E9-446E-AAFE-3A15A3F4A617}" dt="2022-03-23T16:08:18.962" v="8831" actId="571"/>
          <ac:spMkLst>
            <pc:docMk/>
            <pc:sldMk cId="3734705461" sldId="793"/>
            <ac:spMk id="359" creationId="{88318E91-4458-4F2F-A915-99504C6439E3}"/>
          </ac:spMkLst>
        </pc:spChg>
        <pc:spChg chg="mod">
          <ac:chgData name="Alexandre Quach" userId="7bb690c8a6e028e4" providerId="LiveId" clId="{EA2A87B3-77E9-446E-AAFE-3A15A3F4A617}" dt="2022-03-23T16:08:18.962" v="8831" actId="571"/>
          <ac:spMkLst>
            <pc:docMk/>
            <pc:sldMk cId="3734705461" sldId="793"/>
            <ac:spMk id="360" creationId="{CCB2562C-859C-4C60-B7E9-439B8053AEF6}"/>
          </ac:spMkLst>
        </pc:spChg>
        <pc:spChg chg="mod">
          <ac:chgData name="Alexandre Quach" userId="7bb690c8a6e028e4" providerId="LiveId" clId="{EA2A87B3-77E9-446E-AAFE-3A15A3F4A617}" dt="2022-03-23T16:08:18.962" v="8831" actId="571"/>
          <ac:spMkLst>
            <pc:docMk/>
            <pc:sldMk cId="3734705461" sldId="793"/>
            <ac:spMk id="361" creationId="{C6F62073-62D9-4FED-9324-F167B3BEF1AB}"/>
          </ac:spMkLst>
        </pc:spChg>
        <pc:spChg chg="mod">
          <ac:chgData name="Alexandre Quach" userId="7bb690c8a6e028e4" providerId="LiveId" clId="{EA2A87B3-77E9-446E-AAFE-3A15A3F4A617}" dt="2022-03-23T16:08:18.962" v="8831" actId="571"/>
          <ac:spMkLst>
            <pc:docMk/>
            <pc:sldMk cId="3734705461" sldId="793"/>
            <ac:spMk id="362" creationId="{767A5991-EC34-4F94-B911-FD29E8DEC434}"/>
          </ac:spMkLst>
        </pc:spChg>
        <pc:spChg chg="mod">
          <ac:chgData name="Alexandre Quach" userId="7bb690c8a6e028e4" providerId="LiveId" clId="{EA2A87B3-77E9-446E-AAFE-3A15A3F4A617}" dt="2022-03-23T16:08:18.962" v="8831" actId="571"/>
          <ac:spMkLst>
            <pc:docMk/>
            <pc:sldMk cId="3734705461" sldId="793"/>
            <ac:spMk id="363" creationId="{1D31099B-D116-4F09-9D33-688DE6DDA158}"/>
          </ac:spMkLst>
        </pc:spChg>
        <pc:spChg chg="mod">
          <ac:chgData name="Alexandre Quach" userId="7bb690c8a6e028e4" providerId="LiveId" clId="{EA2A87B3-77E9-446E-AAFE-3A15A3F4A617}" dt="2022-03-23T16:08:18.962" v="8831" actId="571"/>
          <ac:spMkLst>
            <pc:docMk/>
            <pc:sldMk cId="3734705461" sldId="793"/>
            <ac:spMk id="364" creationId="{4CF54E5B-8289-4C7B-BD1B-0C0D93E28AA3}"/>
          </ac:spMkLst>
        </pc:spChg>
        <pc:spChg chg="mod">
          <ac:chgData name="Alexandre Quach" userId="7bb690c8a6e028e4" providerId="LiveId" clId="{EA2A87B3-77E9-446E-AAFE-3A15A3F4A617}" dt="2022-03-23T16:08:18.962" v="8831" actId="571"/>
          <ac:spMkLst>
            <pc:docMk/>
            <pc:sldMk cId="3734705461" sldId="793"/>
            <ac:spMk id="365" creationId="{72D1DA24-E2C2-4E3A-BD27-28FFB5990583}"/>
          </ac:spMkLst>
        </pc:spChg>
        <pc:spChg chg="mod">
          <ac:chgData name="Alexandre Quach" userId="7bb690c8a6e028e4" providerId="LiveId" clId="{EA2A87B3-77E9-446E-AAFE-3A15A3F4A617}" dt="2022-03-23T16:08:18.962" v="8831" actId="571"/>
          <ac:spMkLst>
            <pc:docMk/>
            <pc:sldMk cId="3734705461" sldId="793"/>
            <ac:spMk id="366" creationId="{F5252041-2084-4C09-8663-4FE513653134}"/>
          </ac:spMkLst>
        </pc:spChg>
        <pc:spChg chg="mod">
          <ac:chgData name="Alexandre Quach" userId="7bb690c8a6e028e4" providerId="LiveId" clId="{EA2A87B3-77E9-446E-AAFE-3A15A3F4A617}" dt="2022-03-23T16:08:18.962" v="8831" actId="571"/>
          <ac:spMkLst>
            <pc:docMk/>
            <pc:sldMk cId="3734705461" sldId="793"/>
            <ac:spMk id="367" creationId="{6046CBAC-67CE-478C-82A8-DDDE37002364}"/>
          </ac:spMkLst>
        </pc:spChg>
        <pc:spChg chg="mod">
          <ac:chgData name="Alexandre Quach" userId="7bb690c8a6e028e4" providerId="LiveId" clId="{EA2A87B3-77E9-446E-AAFE-3A15A3F4A617}" dt="2022-03-23T16:08:18.962" v="8831" actId="571"/>
          <ac:spMkLst>
            <pc:docMk/>
            <pc:sldMk cId="3734705461" sldId="793"/>
            <ac:spMk id="368" creationId="{50178984-4714-498B-981B-4AC2B6C907AC}"/>
          </ac:spMkLst>
        </pc:spChg>
        <pc:spChg chg="mod">
          <ac:chgData name="Alexandre Quach" userId="7bb690c8a6e028e4" providerId="LiveId" clId="{EA2A87B3-77E9-446E-AAFE-3A15A3F4A617}" dt="2022-03-23T16:08:18.962" v="8831" actId="571"/>
          <ac:spMkLst>
            <pc:docMk/>
            <pc:sldMk cId="3734705461" sldId="793"/>
            <ac:spMk id="369" creationId="{398F7D71-0754-479D-856D-89454CFBDD93}"/>
          </ac:spMkLst>
        </pc:spChg>
        <pc:spChg chg="mod">
          <ac:chgData name="Alexandre Quach" userId="7bb690c8a6e028e4" providerId="LiveId" clId="{EA2A87B3-77E9-446E-AAFE-3A15A3F4A617}" dt="2022-03-23T16:08:18.962" v="8831" actId="571"/>
          <ac:spMkLst>
            <pc:docMk/>
            <pc:sldMk cId="3734705461" sldId="793"/>
            <ac:spMk id="370" creationId="{06A17B08-E2E1-4E0D-B1C7-C40DFD2590D7}"/>
          </ac:spMkLst>
        </pc:spChg>
        <pc:spChg chg="mod">
          <ac:chgData name="Alexandre Quach" userId="7bb690c8a6e028e4" providerId="LiveId" clId="{EA2A87B3-77E9-446E-AAFE-3A15A3F4A617}" dt="2022-03-23T16:08:18.962" v="8831" actId="571"/>
          <ac:spMkLst>
            <pc:docMk/>
            <pc:sldMk cId="3734705461" sldId="793"/>
            <ac:spMk id="371" creationId="{F46DE7E4-0C15-4E14-B2BA-66942620EE7A}"/>
          </ac:spMkLst>
        </pc:spChg>
        <pc:spChg chg="mod">
          <ac:chgData name="Alexandre Quach" userId="7bb690c8a6e028e4" providerId="LiveId" clId="{EA2A87B3-77E9-446E-AAFE-3A15A3F4A617}" dt="2022-03-23T16:08:18.962" v="8831" actId="571"/>
          <ac:spMkLst>
            <pc:docMk/>
            <pc:sldMk cId="3734705461" sldId="793"/>
            <ac:spMk id="372" creationId="{254CD364-34D4-4FED-B107-6FFF27DA88A3}"/>
          </ac:spMkLst>
        </pc:spChg>
        <pc:spChg chg="mod">
          <ac:chgData name="Alexandre Quach" userId="7bb690c8a6e028e4" providerId="LiveId" clId="{EA2A87B3-77E9-446E-AAFE-3A15A3F4A617}" dt="2022-03-23T16:08:18.962" v="8831" actId="571"/>
          <ac:spMkLst>
            <pc:docMk/>
            <pc:sldMk cId="3734705461" sldId="793"/>
            <ac:spMk id="373" creationId="{33D7BEF8-9327-4061-AAE7-2B86215CA1C3}"/>
          </ac:spMkLst>
        </pc:spChg>
        <pc:spChg chg="mod">
          <ac:chgData name="Alexandre Quach" userId="7bb690c8a6e028e4" providerId="LiveId" clId="{EA2A87B3-77E9-446E-AAFE-3A15A3F4A617}" dt="2022-03-23T16:08:18.962" v="8831" actId="571"/>
          <ac:spMkLst>
            <pc:docMk/>
            <pc:sldMk cId="3734705461" sldId="793"/>
            <ac:spMk id="374" creationId="{B230ECE4-925C-4A39-859F-029CBC2A5F82}"/>
          </ac:spMkLst>
        </pc:spChg>
        <pc:spChg chg="mod">
          <ac:chgData name="Alexandre Quach" userId="7bb690c8a6e028e4" providerId="LiveId" clId="{EA2A87B3-77E9-446E-AAFE-3A15A3F4A617}" dt="2022-03-23T16:08:18.962" v="8831" actId="571"/>
          <ac:spMkLst>
            <pc:docMk/>
            <pc:sldMk cId="3734705461" sldId="793"/>
            <ac:spMk id="375" creationId="{1D5CF562-1006-440E-A290-CA1DED87A2BA}"/>
          </ac:spMkLst>
        </pc:spChg>
        <pc:spChg chg="mod">
          <ac:chgData name="Alexandre Quach" userId="7bb690c8a6e028e4" providerId="LiveId" clId="{EA2A87B3-77E9-446E-AAFE-3A15A3F4A617}" dt="2022-03-23T16:08:18.962" v="8831" actId="571"/>
          <ac:spMkLst>
            <pc:docMk/>
            <pc:sldMk cId="3734705461" sldId="793"/>
            <ac:spMk id="376" creationId="{8344A6B1-9D55-47E8-9057-446B0D335EE7}"/>
          </ac:spMkLst>
        </pc:spChg>
        <pc:spChg chg="mod">
          <ac:chgData name="Alexandre Quach" userId="7bb690c8a6e028e4" providerId="LiveId" clId="{EA2A87B3-77E9-446E-AAFE-3A15A3F4A617}" dt="2022-03-23T16:08:18.962" v="8831" actId="571"/>
          <ac:spMkLst>
            <pc:docMk/>
            <pc:sldMk cId="3734705461" sldId="793"/>
            <ac:spMk id="377" creationId="{5E9919C7-7BA1-43CA-A959-614EC4CA89A8}"/>
          </ac:spMkLst>
        </pc:spChg>
        <pc:spChg chg="mod">
          <ac:chgData name="Alexandre Quach" userId="7bb690c8a6e028e4" providerId="LiveId" clId="{EA2A87B3-77E9-446E-AAFE-3A15A3F4A617}" dt="2022-03-23T16:08:18.962" v="8831" actId="571"/>
          <ac:spMkLst>
            <pc:docMk/>
            <pc:sldMk cId="3734705461" sldId="793"/>
            <ac:spMk id="378" creationId="{3A75615B-A866-4873-9C6D-95CF3A2F570C}"/>
          </ac:spMkLst>
        </pc:spChg>
        <pc:spChg chg="add mod">
          <ac:chgData name="Alexandre Quach" userId="7bb690c8a6e028e4" providerId="LiveId" clId="{EA2A87B3-77E9-446E-AAFE-3A15A3F4A617}" dt="2022-03-23T16:08:23.380" v="8834" actId="1582"/>
          <ac:spMkLst>
            <pc:docMk/>
            <pc:sldMk cId="3734705461" sldId="793"/>
            <ac:spMk id="379" creationId="{EDBF4166-7DB9-413E-9D01-552FD3B274ED}"/>
          </ac:spMkLst>
        </pc:spChg>
        <pc:spChg chg="add mod">
          <ac:chgData name="Alexandre Quach" userId="7bb690c8a6e028e4" providerId="LiveId" clId="{EA2A87B3-77E9-446E-AAFE-3A15A3F4A617}" dt="2022-03-23T16:08:23.380" v="8834" actId="1582"/>
          <ac:spMkLst>
            <pc:docMk/>
            <pc:sldMk cId="3734705461" sldId="793"/>
            <ac:spMk id="380" creationId="{538CABA3-E7BE-4C44-A9E9-03B77BBCE0E7}"/>
          </ac:spMkLst>
        </pc:spChg>
        <pc:spChg chg="add mod">
          <ac:chgData name="Alexandre Quach" userId="7bb690c8a6e028e4" providerId="LiveId" clId="{EA2A87B3-77E9-446E-AAFE-3A15A3F4A617}" dt="2022-03-23T16:08:23.380" v="8834" actId="1582"/>
          <ac:spMkLst>
            <pc:docMk/>
            <pc:sldMk cId="3734705461" sldId="793"/>
            <ac:spMk id="381" creationId="{F690EE7B-E28A-4ED4-9ADB-9DD66463D474}"/>
          </ac:spMkLst>
        </pc:spChg>
        <pc:spChg chg="mod">
          <ac:chgData name="Alexandre Quach" userId="7bb690c8a6e028e4" providerId="LiveId" clId="{EA2A87B3-77E9-446E-AAFE-3A15A3F4A617}" dt="2022-03-23T16:08:56.322" v="8885" actId="571"/>
          <ac:spMkLst>
            <pc:docMk/>
            <pc:sldMk cId="3734705461" sldId="793"/>
            <ac:spMk id="403" creationId="{05837606-41AA-4E1B-8178-503680347675}"/>
          </ac:spMkLst>
        </pc:spChg>
        <pc:spChg chg="mod">
          <ac:chgData name="Alexandre Quach" userId="7bb690c8a6e028e4" providerId="LiveId" clId="{EA2A87B3-77E9-446E-AAFE-3A15A3F4A617}" dt="2022-03-23T16:08:56.322" v="8885" actId="571"/>
          <ac:spMkLst>
            <pc:docMk/>
            <pc:sldMk cId="3734705461" sldId="793"/>
            <ac:spMk id="405" creationId="{05F5E753-EFA2-4164-8353-8E3463E04689}"/>
          </ac:spMkLst>
        </pc:spChg>
        <pc:spChg chg="mod">
          <ac:chgData name="Alexandre Quach" userId="7bb690c8a6e028e4" providerId="LiveId" clId="{EA2A87B3-77E9-446E-AAFE-3A15A3F4A617}" dt="2022-03-23T16:08:56.322" v="8885" actId="571"/>
          <ac:spMkLst>
            <pc:docMk/>
            <pc:sldMk cId="3734705461" sldId="793"/>
            <ac:spMk id="406" creationId="{62700CBF-653C-4058-81A0-456ECE635039}"/>
          </ac:spMkLst>
        </pc:spChg>
        <pc:spChg chg="mod">
          <ac:chgData name="Alexandre Quach" userId="7bb690c8a6e028e4" providerId="LiveId" clId="{EA2A87B3-77E9-446E-AAFE-3A15A3F4A617}" dt="2022-03-23T16:08:56.322" v="8885" actId="571"/>
          <ac:spMkLst>
            <pc:docMk/>
            <pc:sldMk cId="3734705461" sldId="793"/>
            <ac:spMk id="407" creationId="{8838B16B-7F03-4ECE-B4B8-E89C62D4678F}"/>
          </ac:spMkLst>
        </pc:spChg>
        <pc:spChg chg="mod">
          <ac:chgData name="Alexandre Quach" userId="7bb690c8a6e028e4" providerId="LiveId" clId="{EA2A87B3-77E9-446E-AAFE-3A15A3F4A617}" dt="2022-03-23T16:08:56.322" v="8885" actId="571"/>
          <ac:spMkLst>
            <pc:docMk/>
            <pc:sldMk cId="3734705461" sldId="793"/>
            <ac:spMk id="408" creationId="{2AF15CE6-2E7F-4BF9-B2DE-A3D06483CBD6}"/>
          </ac:spMkLst>
        </pc:spChg>
        <pc:spChg chg="mod">
          <ac:chgData name="Alexandre Quach" userId="7bb690c8a6e028e4" providerId="LiveId" clId="{EA2A87B3-77E9-446E-AAFE-3A15A3F4A617}" dt="2022-03-23T16:08:56.322" v="8885" actId="571"/>
          <ac:spMkLst>
            <pc:docMk/>
            <pc:sldMk cId="3734705461" sldId="793"/>
            <ac:spMk id="409" creationId="{C6A9F248-4531-42FC-BF70-DD0A96630676}"/>
          </ac:spMkLst>
        </pc:spChg>
        <pc:spChg chg="mod">
          <ac:chgData name="Alexandre Quach" userId="7bb690c8a6e028e4" providerId="LiveId" clId="{EA2A87B3-77E9-446E-AAFE-3A15A3F4A617}" dt="2022-03-23T16:08:56.322" v="8885" actId="571"/>
          <ac:spMkLst>
            <pc:docMk/>
            <pc:sldMk cId="3734705461" sldId="793"/>
            <ac:spMk id="410" creationId="{36DB42C2-4F0E-4BA8-A953-CDE6E0089548}"/>
          </ac:spMkLst>
        </pc:spChg>
        <pc:spChg chg="mod">
          <ac:chgData name="Alexandre Quach" userId="7bb690c8a6e028e4" providerId="LiveId" clId="{EA2A87B3-77E9-446E-AAFE-3A15A3F4A617}" dt="2022-03-23T16:08:56.322" v="8885" actId="571"/>
          <ac:spMkLst>
            <pc:docMk/>
            <pc:sldMk cId="3734705461" sldId="793"/>
            <ac:spMk id="411" creationId="{61B8A105-28E1-4D43-BF29-7231F4B346DF}"/>
          </ac:spMkLst>
        </pc:spChg>
        <pc:spChg chg="mod">
          <ac:chgData name="Alexandre Quach" userId="7bb690c8a6e028e4" providerId="LiveId" clId="{EA2A87B3-77E9-446E-AAFE-3A15A3F4A617}" dt="2022-03-23T16:08:56.322" v="8885" actId="571"/>
          <ac:spMkLst>
            <pc:docMk/>
            <pc:sldMk cId="3734705461" sldId="793"/>
            <ac:spMk id="412" creationId="{AB0AAADB-01FD-4F63-8132-6C35C2D5DC34}"/>
          </ac:spMkLst>
        </pc:spChg>
        <pc:spChg chg="mod">
          <ac:chgData name="Alexandre Quach" userId="7bb690c8a6e028e4" providerId="LiveId" clId="{EA2A87B3-77E9-446E-AAFE-3A15A3F4A617}" dt="2022-03-23T16:08:56.322" v="8885" actId="571"/>
          <ac:spMkLst>
            <pc:docMk/>
            <pc:sldMk cId="3734705461" sldId="793"/>
            <ac:spMk id="413" creationId="{C8F316CE-017C-4938-B332-8175F5BAB1B9}"/>
          </ac:spMkLst>
        </pc:spChg>
        <pc:spChg chg="mod">
          <ac:chgData name="Alexandre Quach" userId="7bb690c8a6e028e4" providerId="LiveId" clId="{EA2A87B3-77E9-446E-AAFE-3A15A3F4A617}" dt="2022-03-23T16:08:56.322" v="8885" actId="571"/>
          <ac:spMkLst>
            <pc:docMk/>
            <pc:sldMk cId="3734705461" sldId="793"/>
            <ac:spMk id="414" creationId="{06E344B7-8E41-436A-A361-C09561F55D81}"/>
          </ac:spMkLst>
        </pc:spChg>
        <pc:spChg chg="mod">
          <ac:chgData name="Alexandre Quach" userId="7bb690c8a6e028e4" providerId="LiveId" clId="{EA2A87B3-77E9-446E-AAFE-3A15A3F4A617}" dt="2022-03-23T16:08:56.322" v="8885" actId="571"/>
          <ac:spMkLst>
            <pc:docMk/>
            <pc:sldMk cId="3734705461" sldId="793"/>
            <ac:spMk id="415" creationId="{5DA4235F-51E5-4E2B-8956-64A0F461C99F}"/>
          </ac:spMkLst>
        </pc:spChg>
        <pc:spChg chg="mod">
          <ac:chgData name="Alexandre Quach" userId="7bb690c8a6e028e4" providerId="LiveId" clId="{EA2A87B3-77E9-446E-AAFE-3A15A3F4A617}" dt="2022-03-23T16:08:56.322" v="8885" actId="571"/>
          <ac:spMkLst>
            <pc:docMk/>
            <pc:sldMk cId="3734705461" sldId="793"/>
            <ac:spMk id="416" creationId="{67652E57-C729-4552-8FEE-A255F2A701F6}"/>
          </ac:spMkLst>
        </pc:spChg>
        <pc:spChg chg="mod">
          <ac:chgData name="Alexandre Quach" userId="7bb690c8a6e028e4" providerId="LiveId" clId="{EA2A87B3-77E9-446E-AAFE-3A15A3F4A617}" dt="2022-03-23T16:08:56.322" v="8885" actId="571"/>
          <ac:spMkLst>
            <pc:docMk/>
            <pc:sldMk cId="3734705461" sldId="793"/>
            <ac:spMk id="417" creationId="{F473D586-A5D3-4376-BF31-A90B066D68EB}"/>
          </ac:spMkLst>
        </pc:spChg>
        <pc:spChg chg="mod">
          <ac:chgData name="Alexandre Quach" userId="7bb690c8a6e028e4" providerId="LiveId" clId="{EA2A87B3-77E9-446E-AAFE-3A15A3F4A617}" dt="2022-03-23T16:08:56.322" v="8885" actId="571"/>
          <ac:spMkLst>
            <pc:docMk/>
            <pc:sldMk cId="3734705461" sldId="793"/>
            <ac:spMk id="418" creationId="{7BFB927F-9419-4B44-9CBE-F50ADAD554AC}"/>
          </ac:spMkLst>
        </pc:spChg>
        <pc:spChg chg="mod">
          <ac:chgData name="Alexandre Quach" userId="7bb690c8a6e028e4" providerId="LiveId" clId="{EA2A87B3-77E9-446E-AAFE-3A15A3F4A617}" dt="2022-03-23T16:08:56.322" v="8885" actId="571"/>
          <ac:spMkLst>
            <pc:docMk/>
            <pc:sldMk cId="3734705461" sldId="793"/>
            <ac:spMk id="419" creationId="{FDF27529-A7F9-4D33-B58F-72FC78AF232B}"/>
          </ac:spMkLst>
        </pc:spChg>
        <pc:spChg chg="mod">
          <ac:chgData name="Alexandre Quach" userId="7bb690c8a6e028e4" providerId="LiveId" clId="{EA2A87B3-77E9-446E-AAFE-3A15A3F4A617}" dt="2022-03-23T16:08:56.322" v="8885" actId="571"/>
          <ac:spMkLst>
            <pc:docMk/>
            <pc:sldMk cId="3734705461" sldId="793"/>
            <ac:spMk id="420" creationId="{752EB3E0-3978-4CE3-AB01-703AEB594A20}"/>
          </ac:spMkLst>
        </pc:spChg>
        <pc:spChg chg="mod">
          <ac:chgData name="Alexandre Quach" userId="7bb690c8a6e028e4" providerId="LiveId" clId="{EA2A87B3-77E9-446E-AAFE-3A15A3F4A617}" dt="2022-03-23T16:08:56.322" v="8885" actId="571"/>
          <ac:spMkLst>
            <pc:docMk/>
            <pc:sldMk cId="3734705461" sldId="793"/>
            <ac:spMk id="421" creationId="{0FBD6C33-1695-4597-BEC8-7ECCFD11CB20}"/>
          </ac:spMkLst>
        </pc:spChg>
        <pc:spChg chg="mod">
          <ac:chgData name="Alexandre Quach" userId="7bb690c8a6e028e4" providerId="LiveId" clId="{EA2A87B3-77E9-446E-AAFE-3A15A3F4A617}" dt="2022-03-23T16:08:56.322" v="8885" actId="571"/>
          <ac:spMkLst>
            <pc:docMk/>
            <pc:sldMk cId="3734705461" sldId="793"/>
            <ac:spMk id="422" creationId="{45161855-3E3C-4FCB-AF94-D3202B50DAA7}"/>
          </ac:spMkLst>
        </pc:spChg>
        <pc:spChg chg="mod">
          <ac:chgData name="Alexandre Quach" userId="7bb690c8a6e028e4" providerId="LiveId" clId="{EA2A87B3-77E9-446E-AAFE-3A15A3F4A617}" dt="2022-03-23T16:08:56.322" v="8885" actId="571"/>
          <ac:spMkLst>
            <pc:docMk/>
            <pc:sldMk cId="3734705461" sldId="793"/>
            <ac:spMk id="423" creationId="{D53B5197-5631-4CD8-8649-527663BB2CC5}"/>
          </ac:spMkLst>
        </pc:spChg>
        <pc:spChg chg="mod">
          <ac:chgData name="Alexandre Quach" userId="7bb690c8a6e028e4" providerId="LiveId" clId="{EA2A87B3-77E9-446E-AAFE-3A15A3F4A617}" dt="2022-03-23T16:08:56.322" v="8885" actId="571"/>
          <ac:spMkLst>
            <pc:docMk/>
            <pc:sldMk cId="3734705461" sldId="793"/>
            <ac:spMk id="424" creationId="{DD64DC8C-F721-468D-80FF-29BC0C4F7F8F}"/>
          </ac:spMkLst>
        </pc:spChg>
        <pc:spChg chg="mod">
          <ac:chgData name="Alexandre Quach" userId="7bb690c8a6e028e4" providerId="LiveId" clId="{EA2A87B3-77E9-446E-AAFE-3A15A3F4A617}" dt="2022-03-23T16:08:56.322" v="8885" actId="571"/>
          <ac:spMkLst>
            <pc:docMk/>
            <pc:sldMk cId="3734705461" sldId="793"/>
            <ac:spMk id="425" creationId="{9C7B8298-870B-4554-AF78-29E783E4C17D}"/>
          </ac:spMkLst>
        </pc:spChg>
        <pc:spChg chg="mod">
          <ac:chgData name="Alexandre Quach" userId="7bb690c8a6e028e4" providerId="LiveId" clId="{EA2A87B3-77E9-446E-AAFE-3A15A3F4A617}" dt="2022-03-23T16:08:56.322" v="8885" actId="571"/>
          <ac:spMkLst>
            <pc:docMk/>
            <pc:sldMk cId="3734705461" sldId="793"/>
            <ac:spMk id="426" creationId="{70B2FDBB-0A72-4145-8875-43E29620996C}"/>
          </ac:spMkLst>
        </pc:spChg>
        <pc:spChg chg="mod">
          <ac:chgData name="Alexandre Quach" userId="7bb690c8a6e028e4" providerId="LiveId" clId="{EA2A87B3-77E9-446E-AAFE-3A15A3F4A617}" dt="2022-03-23T16:08:56.322" v="8885" actId="571"/>
          <ac:spMkLst>
            <pc:docMk/>
            <pc:sldMk cId="3734705461" sldId="793"/>
            <ac:spMk id="427" creationId="{6E506B4B-DEE5-4F57-A70A-27B5F5FFCA5B}"/>
          </ac:spMkLst>
        </pc:spChg>
        <pc:spChg chg="mod">
          <ac:chgData name="Alexandre Quach" userId="7bb690c8a6e028e4" providerId="LiveId" clId="{EA2A87B3-77E9-446E-AAFE-3A15A3F4A617}" dt="2022-03-23T16:08:56.322" v="8885" actId="571"/>
          <ac:spMkLst>
            <pc:docMk/>
            <pc:sldMk cId="3734705461" sldId="793"/>
            <ac:spMk id="428" creationId="{A656BEF2-BFBA-4DC7-8304-1F33BF24B70A}"/>
          </ac:spMkLst>
        </pc:spChg>
        <pc:spChg chg="mod">
          <ac:chgData name="Alexandre Quach" userId="7bb690c8a6e028e4" providerId="LiveId" clId="{EA2A87B3-77E9-446E-AAFE-3A15A3F4A617}" dt="2022-03-23T16:08:56.322" v="8885" actId="571"/>
          <ac:spMkLst>
            <pc:docMk/>
            <pc:sldMk cId="3734705461" sldId="793"/>
            <ac:spMk id="429" creationId="{1B665367-6F8C-471B-8239-B300F62C22B1}"/>
          </ac:spMkLst>
        </pc:spChg>
        <pc:spChg chg="mod">
          <ac:chgData name="Alexandre Quach" userId="7bb690c8a6e028e4" providerId="LiveId" clId="{EA2A87B3-77E9-446E-AAFE-3A15A3F4A617}" dt="2022-03-23T16:08:56.322" v="8885" actId="571"/>
          <ac:spMkLst>
            <pc:docMk/>
            <pc:sldMk cId="3734705461" sldId="793"/>
            <ac:spMk id="430" creationId="{0A25C81B-3849-4828-A5A3-92A27DA8B38C}"/>
          </ac:spMkLst>
        </pc:spChg>
        <pc:spChg chg="mod">
          <ac:chgData name="Alexandre Quach" userId="7bb690c8a6e028e4" providerId="LiveId" clId="{EA2A87B3-77E9-446E-AAFE-3A15A3F4A617}" dt="2022-03-23T16:08:56.322" v="8885" actId="571"/>
          <ac:spMkLst>
            <pc:docMk/>
            <pc:sldMk cId="3734705461" sldId="793"/>
            <ac:spMk id="431" creationId="{998D437A-FCC2-416E-99A0-6C756C21B5ED}"/>
          </ac:spMkLst>
        </pc:spChg>
        <pc:spChg chg="mod">
          <ac:chgData name="Alexandre Quach" userId="7bb690c8a6e028e4" providerId="LiveId" clId="{EA2A87B3-77E9-446E-AAFE-3A15A3F4A617}" dt="2022-03-23T16:08:56.322" v="8885" actId="571"/>
          <ac:spMkLst>
            <pc:docMk/>
            <pc:sldMk cId="3734705461" sldId="793"/>
            <ac:spMk id="432" creationId="{BA1AF520-3F3D-48B8-A0F1-B33DD42A1D3C}"/>
          </ac:spMkLst>
        </pc:spChg>
        <pc:spChg chg="mod">
          <ac:chgData name="Alexandre Quach" userId="7bb690c8a6e028e4" providerId="LiveId" clId="{EA2A87B3-77E9-446E-AAFE-3A15A3F4A617}" dt="2022-03-23T16:08:56.322" v="8885" actId="571"/>
          <ac:spMkLst>
            <pc:docMk/>
            <pc:sldMk cId="3734705461" sldId="793"/>
            <ac:spMk id="433" creationId="{0237D254-16D1-461D-86B6-A7781CD16385}"/>
          </ac:spMkLst>
        </pc:spChg>
        <pc:spChg chg="mod">
          <ac:chgData name="Alexandre Quach" userId="7bb690c8a6e028e4" providerId="LiveId" clId="{EA2A87B3-77E9-446E-AAFE-3A15A3F4A617}" dt="2022-03-23T16:08:56.322" v="8885" actId="571"/>
          <ac:spMkLst>
            <pc:docMk/>
            <pc:sldMk cId="3734705461" sldId="793"/>
            <ac:spMk id="434" creationId="{28B37B41-3E5C-4402-87E0-08B6F11B92E0}"/>
          </ac:spMkLst>
        </pc:spChg>
        <pc:spChg chg="mod">
          <ac:chgData name="Alexandre Quach" userId="7bb690c8a6e028e4" providerId="LiveId" clId="{EA2A87B3-77E9-446E-AAFE-3A15A3F4A617}" dt="2022-03-23T16:08:56.322" v="8885" actId="571"/>
          <ac:spMkLst>
            <pc:docMk/>
            <pc:sldMk cId="3734705461" sldId="793"/>
            <ac:spMk id="435" creationId="{ECEDAD8D-A98E-4C7C-814B-F2A98DAC4FCB}"/>
          </ac:spMkLst>
        </pc:spChg>
        <pc:spChg chg="mod">
          <ac:chgData name="Alexandre Quach" userId="7bb690c8a6e028e4" providerId="LiveId" clId="{EA2A87B3-77E9-446E-AAFE-3A15A3F4A617}" dt="2022-03-23T16:08:56.322" v="8885" actId="571"/>
          <ac:spMkLst>
            <pc:docMk/>
            <pc:sldMk cId="3734705461" sldId="793"/>
            <ac:spMk id="436" creationId="{FFF6126F-1C6B-4820-9489-289BB49F2F22}"/>
          </ac:spMkLst>
        </pc:spChg>
        <pc:spChg chg="add mod">
          <ac:chgData name="Alexandre Quach" userId="7bb690c8a6e028e4" providerId="LiveId" clId="{EA2A87B3-77E9-446E-AAFE-3A15A3F4A617}" dt="2022-03-23T16:15:22.040" v="9249"/>
          <ac:spMkLst>
            <pc:docMk/>
            <pc:sldMk cId="3734705461" sldId="793"/>
            <ac:spMk id="437" creationId="{38CCBC97-CEE0-4FBD-83C0-CAEA2AB309D1}"/>
          </ac:spMkLst>
        </pc:spChg>
        <pc:spChg chg="add mod">
          <ac:chgData name="Alexandre Quach" userId="7bb690c8a6e028e4" providerId="LiveId" clId="{EA2A87B3-77E9-446E-AAFE-3A15A3F4A617}" dt="2022-03-23T16:08:58.941" v="8886" actId="207"/>
          <ac:spMkLst>
            <pc:docMk/>
            <pc:sldMk cId="3734705461" sldId="793"/>
            <ac:spMk id="438" creationId="{19E07E86-7D14-49C4-92F6-C721761BAFEC}"/>
          </ac:spMkLst>
        </pc:spChg>
        <pc:spChg chg="add mod">
          <ac:chgData name="Alexandre Quach" userId="7bb690c8a6e028e4" providerId="LiveId" clId="{EA2A87B3-77E9-446E-AAFE-3A15A3F4A617}" dt="2022-03-23T16:08:58.941" v="8886" actId="207"/>
          <ac:spMkLst>
            <pc:docMk/>
            <pc:sldMk cId="3734705461" sldId="793"/>
            <ac:spMk id="439" creationId="{DBA32BBD-4F28-4709-89C1-F5BA272D6288}"/>
          </ac:spMkLst>
        </pc:spChg>
        <pc:spChg chg="mod">
          <ac:chgData name="Alexandre Quach" userId="7bb690c8a6e028e4" providerId="LiveId" clId="{EA2A87B3-77E9-446E-AAFE-3A15A3F4A617}" dt="2022-03-23T16:10:56.280" v="8968" actId="571"/>
          <ac:spMkLst>
            <pc:docMk/>
            <pc:sldMk cId="3734705461" sldId="793"/>
            <ac:spMk id="461" creationId="{7585EE84-6D9F-4228-BE1A-E6CD5B741333}"/>
          </ac:spMkLst>
        </pc:spChg>
        <pc:spChg chg="mod">
          <ac:chgData name="Alexandre Quach" userId="7bb690c8a6e028e4" providerId="LiveId" clId="{EA2A87B3-77E9-446E-AAFE-3A15A3F4A617}" dt="2022-03-23T16:10:56.280" v="8968" actId="571"/>
          <ac:spMkLst>
            <pc:docMk/>
            <pc:sldMk cId="3734705461" sldId="793"/>
            <ac:spMk id="463" creationId="{A87FAB8E-2B45-4425-A51C-912F2173EFE8}"/>
          </ac:spMkLst>
        </pc:spChg>
        <pc:spChg chg="mod">
          <ac:chgData name="Alexandre Quach" userId="7bb690c8a6e028e4" providerId="LiveId" clId="{EA2A87B3-77E9-446E-AAFE-3A15A3F4A617}" dt="2022-03-23T16:10:56.280" v="8968" actId="571"/>
          <ac:spMkLst>
            <pc:docMk/>
            <pc:sldMk cId="3734705461" sldId="793"/>
            <ac:spMk id="464" creationId="{7499D983-DF89-403C-BAA2-2F97B3735795}"/>
          </ac:spMkLst>
        </pc:spChg>
        <pc:spChg chg="mod">
          <ac:chgData name="Alexandre Quach" userId="7bb690c8a6e028e4" providerId="LiveId" clId="{EA2A87B3-77E9-446E-AAFE-3A15A3F4A617}" dt="2022-03-23T16:10:56.280" v="8968" actId="571"/>
          <ac:spMkLst>
            <pc:docMk/>
            <pc:sldMk cId="3734705461" sldId="793"/>
            <ac:spMk id="465" creationId="{E88D9B77-3382-41EA-8865-C2052D5D43CB}"/>
          </ac:spMkLst>
        </pc:spChg>
        <pc:spChg chg="mod">
          <ac:chgData name="Alexandre Quach" userId="7bb690c8a6e028e4" providerId="LiveId" clId="{EA2A87B3-77E9-446E-AAFE-3A15A3F4A617}" dt="2022-03-23T16:10:56.280" v="8968" actId="571"/>
          <ac:spMkLst>
            <pc:docMk/>
            <pc:sldMk cId="3734705461" sldId="793"/>
            <ac:spMk id="466" creationId="{D3EB3A1B-7E90-40D9-8264-724B706398B3}"/>
          </ac:spMkLst>
        </pc:spChg>
        <pc:spChg chg="mod">
          <ac:chgData name="Alexandre Quach" userId="7bb690c8a6e028e4" providerId="LiveId" clId="{EA2A87B3-77E9-446E-AAFE-3A15A3F4A617}" dt="2022-03-23T16:10:56.280" v="8968" actId="571"/>
          <ac:spMkLst>
            <pc:docMk/>
            <pc:sldMk cId="3734705461" sldId="793"/>
            <ac:spMk id="467" creationId="{FA0563B5-8309-4D1D-8E6F-C7B59368B768}"/>
          </ac:spMkLst>
        </pc:spChg>
        <pc:spChg chg="mod">
          <ac:chgData name="Alexandre Quach" userId="7bb690c8a6e028e4" providerId="LiveId" clId="{EA2A87B3-77E9-446E-AAFE-3A15A3F4A617}" dt="2022-03-23T16:10:56.280" v="8968" actId="571"/>
          <ac:spMkLst>
            <pc:docMk/>
            <pc:sldMk cId="3734705461" sldId="793"/>
            <ac:spMk id="468" creationId="{50904E1B-7BB1-4984-8AC2-3449351F61EC}"/>
          </ac:spMkLst>
        </pc:spChg>
        <pc:spChg chg="mod">
          <ac:chgData name="Alexandre Quach" userId="7bb690c8a6e028e4" providerId="LiveId" clId="{EA2A87B3-77E9-446E-AAFE-3A15A3F4A617}" dt="2022-03-23T16:10:56.280" v="8968" actId="571"/>
          <ac:spMkLst>
            <pc:docMk/>
            <pc:sldMk cId="3734705461" sldId="793"/>
            <ac:spMk id="469" creationId="{F67AE078-C9B1-44DE-A0D9-1EA2EC43A2ED}"/>
          </ac:spMkLst>
        </pc:spChg>
        <pc:spChg chg="mod">
          <ac:chgData name="Alexandre Quach" userId="7bb690c8a6e028e4" providerId="LiveId" clId="{EA2A87B3-77E9-446E-AAFE-3A15A3F4A617}" dt="2022-03-23T16:10:56.280" v="8968" actId="571"/>
          <ac:spMkLst>
            <pc:docMk/>
            <pc:sldMk cId="3734705461" sldId="793"/>
            <ac:spMk id="470" creationId="{75272301-E23F-405B-A6F6-E825A5A11F7C}"/>
          </ac:spMkLst>
        </pc:spChg>
        <pc:spChg chg="mod">
          <ac:chgData name="Alexandre Quach" userId="7bb690c8a6e028e4" providerId="LiveId" clId="{EA2A87B3-77E9-446E-AAFE-3A15A3F4A617}" dt="2022-03-23T16:10:56.280" v="8968" actId="571"/>
          <ac:spMkLst>
            <pc:docMk/>
            <pc:sldMk cId="3734705461" sldId="793"/>
            <ac:spMk id="471" creationId="{12A40A6E-A10E-4535-B5FD-9E7FEC75D6AB}"/>
          </ac:spMkLst>
        </pc:spChg>
        <pc:spChg chg="mod">
          <ac:chgData name="Alexandre Quach" userId="7bb690c8a6e028e4" providerId="LiveId" clId="{EA2A87B3-77E9-446E-AAFE-3A15A3F4A617}" dt="2022-03-23T16:10:56.280" v="8968" actId="571"/>
          <ac:spMkLst>
            <pc:docMk/>
            <pc:sldMk cId="3734705461" sldId="793"/>
            <ac:spMk id="472" creationId="{848233F3-2E38-42EC-B33A-21092ED91847}"/>
          </ac:spMkLst>
        </pc:spChg>
        <pc:spChg chg="mod">
          <ac:chgData name="Alexandre Quach" userId="7bb690c8a6e028e4" providerId="LiveId" clId="{EA2A87B3-77E9-446E-AAFE-3A15A3F4A617}" dt="2022-03-23T16:10:56.280" v="8968" actId="571"/>
          <ac:spMkLst>
            <pc:docMk/>
            <pc:sldMk cId="3734705461" sldId="793"/>
            <ac:spMk id="473" creationId="{27CE4573-5B02-4B5E-9395-BE15EFE13BF3}"/>
          </ac:spMkLst>
        </pc:spChg>
        <pc:spChg chg="mod">
          <ac:chgData name="Alexandre Quach" userId="7bb690c8a6e028e4" providerId="LiveId" clId="{EA2A87B3-77E9-446E-AAFE-3A15A3F4A617}" dt="2022-03-23T16:10:56.280" v="8968" actId="571"/>
          <ac:spMkLst>
            <pc:docMk/>
            <pc:sldMk cId="3734705461" sldId="793"/>
            <ac:spMk id="474" creationId="{A697B250-B2E2-48E6-A2EB-EC51D26E43D3}"/>
          </ac:spMkLst>
        </pc:spChg>
        <pc:spChg chg="mod">
          <ac:chgData name="Alexandre Quach" userId="7bb690c8a6e028e4" providerId="LiveId" clId="{EA2A87B3-77E9-446E-AAFE-3A15A3F4A617}" dt="2022-03-23T16:10:56.280" v="8968" actId="571"/>
          <ac:spMkLst>
            <pc:docMk/>
            <pc:sldMk cId="3734705461" sldId="793"/>
            <ac:spMk id="475" creationId="{8C2D15D7-1BCE-4DD6-B7FF-FE23DD94E770}"/>
          </ac:spMkLst>
        </pc:spChg>
        <pc:spChg chg="mod">
          <ac:chgData name="Alexandre Quach" userId="7bb690c8a6e028e4" providerId="LiveId" clId="{EA2A87B3-77E9-446E-AAFE-3A15A3F4A617}" dt="2022-03-23T16:10:56.280" v="8968" actId="571"/>
          <ac:spMkLst>
            <pc:docMk/>
            <pc:sldMk cId="3734705461" sldId="793"/>
            <ac:spMk id="476" creationId="{0E29DD7B-3042-4D7F-92C9-70DC658EA29C}"/>
          </ac:spMkLst>
        </pc:spChg>
        <pc:spChg chg="mod">
          <ac:chgData name="Alexandre Quach" userId="7bb690c8a6e028e4" providerId="LiveId" clId="{EA2A87B3-77E9-446E-AAFE-3A15A3F4A617}" dt="2022-03-23T16:10:56.280" v="8968" actId="571"/>
          <ac:spMkLst>
            <pc:docMk/>
            <pc:sldMk cId="3734705461" sldId="793"/>
            <ac:spMk id="477" creationId="{4F5F4E60-A0EC-4C76-A389-F633A5ABABBE}"/>
          </ac:spMkLst>
        </pc:spChg>
        <pc:spChg chg="mod">
          <ac:chgData name="Alexandre Quach" userId="7bb690c8a6e028e4" providerId="LiveId" clId="{EA2A87B3-77E9-446E-AAFE-3A15A3F4A617}" dt="2022-03-23T16:10:56.280" v="8968" actId="571"/>
          <ac:spMkLst>
            <pc:docMk/>
            <pc:sldMk cId="3734705461" sldId="793"/>
            <ac:spMk id="478" creationId="{C4DFD5A4-7168-4C01-BAEF-4851CA128599}"/>
          </ac:spMkLst>
        </pc:spChg>
        <pc:spChg chg="mod">
          <ac:chgData name="Alexandre Quach" userId="7bb690c8a6e028e4" providerId="LiveId" clId="{EA2A87B3-77E9-446E-AAFE-3A15A3F4A617}" dt="2022-03-23T16:10:56.280" v="8968" actId="571"/>
          <ac:spMkLst>
            <pc:docMk/>
            <pc:sldMk cId="3734705461" sldId="793"/>
            <ac:spMk id="479" creationId="{4AD68EE2-35A6-49EE-8FDE-9F1F595349E7}"/>
          </ac:spMkLst>
        </pc:spChg>
        <pc:spChg chg="mod">
          <ac:chgData name="Alexandre Quach" userId="7bb690c8a6e028e4" providerId="LiveId" clId="{EA2A87B3-77E9-446E-AAFE-3A15A3F4A617}" dt="2022-03-23T16:10:56.280" v="8968" actId="571"/>
          <ac:spMkLst>
            <pc:docMk/>
            <pc:sldMk cId="3734705461" sldId="793"/>
            <ac:spMk id="480" creationId="{CED5EBEC-C07F-47D7-B82C-D3FC3EAF7945}"/>
          </ac:spMkLst>
        </pc:spChg>
        <pc:spChg chg="mod">
          <ac:chgData name="Alexandre Quach" userId="7bb690c8a6e028e4" providerId="LiveId" clId="{EA2A87B3-77E9-446E-AAFE-3A15A3F4A617}" dt="2022-03-23T16:10:56.280" v="8968" actId="571"/>
          <ac:spMkLst>
            <pc:docMk/>
            <pc:sldMk cId="3734705461" sldId="793"/>
            <ac:spMk id="481" creationId="{162E7914-4537-4A28-99D7-D0A2A5A90962}"/>
          </ac:spMkLst>
        </pc:spChg>
        <pc:spChg chg="mod">
          <ac:chgData name="Alexandre Quach" userId="7bb690c8a6e028e4" providerId="LiveId" clId="{EA2A87B3-77E9-446E-AAFE-3A15A3F4A617}" dt="2022-03-23T16:10:56.280" v="8968" actId="571"/>
          <ac:spMkLst>
            <pc:docMk/>
            <pc:sldMk cId="3734705461" sldId="793"/>
            <ac:spMk id="482" creationId="{8FB5B9DB-73C7-4476-9297-8BCC75A9C3AE}"/>
          </ac:spMkLst>
        </pc:spChg>
        <pc:spChg chg="mod">
          <ac:chgData name="Alexandre Quach" userId="7bb690c8a6e028e4" providerId="LiveId" clId="{EA2A87B3-77E9-446E-AAFE-3A15A3F4A617}" dt="2022-03-23T16:10:56.280" v="8968" actId="571"/>
          <ac:spMkLst>
            <pc:docMk/>
            <pc:sldMk cId="3734705461" sldId="793"/>
            <ac:spMk id="483" creationId="{CFC52B12-1268-485E-A02C-CDB75DB4A789}"/>
          </ac:spMkLst>
        </pc:spChg>
        <pc:spChg chg="mod">
          <ac:chgData name="Alexandre Quach" userId="7bb690c8a6e028e4" providerId="LiveId" clId="{EA2A87B3-77E9-446E-AAFE-3A15A3F4A617}" dt="2022-03-23T16:10:56.280" v="8968" actId="571"/>
          <ac:spMkLst>
            <pc:docMk/>
            <pc:sldMk cId="3734705461" sldId="793"/>
            <ac:spMk id="484" creationId="{3CDE80D8-A75B-4CA2-BD9F-CA1A77D8E3B5}"/>
          </ac:spMkLst>
        </pc:spChg>
        <pc:spChg chg="mod">
          <ac:chgData name="Alexandre Quach" userId="7bb690c8a6e028e4" providerId="LiveId" clId="{EA2A87B3-77E9-446E-AAFE-3A15A3F4A617}" dt="2022-03-23T16:10:56.280" v="8968" actId="571"/>
          <ac:spMkLst>
            <pc:docMk/>
            <pc:sldMk cId="3734705461" sldId="793"/>
            <ac:spMk id="485" creationId="{6CF0D840-FC13-46CE-80AA-0830A86AFB55}"/>
          </ac:spMkLst>
        </pc:spChg>
        <pc:spChg chg="mod">
          <ac:chgData name="Alexandre Quach" userId="7bb690c8a6e028e4" providerId="LiveId" clId="{EA2A87B3-77E9-446E-AAFE-3A15A3F4A617}" dt="2022-03-23T16:10:56.280" v="8968" actId="571"/>
          <ac:spMkLst>
            <pc:docMk/>
            <pc:sldMk cId="3734705461" sldId="793"/>
            <ac:spMk id="486" creationId="{6E759118-C190-4A2F-B705-E8CD0CA5638C}"/>
          </ac:spMkLst>
        </pc:spChg>
        <pc:spChg chg="mod">
          <ac:chgData name="Alexandre Quach" userId="7bb690c8a6e028e4" providerId="LiveId" clId="{EA2A87B3-77E9-446E-AAFE-3A15A3F4A617}" dt="2022-03-23T16:10:56.280" v="8968" actId="571"/>
          <ac:spMkLst>
            <pc:docMk/>
            <pc:sldMk cId="3734705461" sldId="793"/>
            <ac:spMk id="487" creationId="{91C6FA5D-F062-41B3-B0E0-164CDB8DDE59}"/>
          </ac:spMkLst>
        </pc:spChg>
        <pc:spChg chg="mod">
          <ac:chgData name="Alexandre Quach" userId="7bb690c8a6e028e4" providerId="LiveId" clId="{EA2A87B3-77E9-446E-AAFE-3A15A3F4A617}" dt="2022-03-23T16:10:56.280" v="8968" actId="571"/>
          <ac:spMkLst>
            <pc:docMk/>
            <pc:sldMk cId="3734705461" sldId="793"/>
            <ac:spMk id="488" creationId="{557A9124-C290-49BD-AEAE-31D40E1F0FFD}"/>
          </ac:spMkLst>
        </pc:spChg>
        <pc:spChg chg="mod">
          <ac:chgData name="Alexandre Quach" userId="7bb690c8a6e028e4" providerId="LiveId" clId="{EA2A87B3-77E9-446E-AAFE-3A15A3F4A617}" dt="2022-03-23T16:10:56.280" v="8968" actId="571"/>
          <ac:spMkLst>
            <pc:docMk/>
            <pc:sldMk cId="3734705461" sldId="793"/>
            <ac:spMk id="489" creationId="{CE585192-B6DA-476A-9497-BE285BFD035A}"/>
          </ac:spMkLst>
        </pc:spChg>
        <pc:spChg chg="mod">
          <ac:chgData name="Alexandre Quach" userId="7bb690c8a6e028e4" providerId="LiveId" clId="{EA2A87B3-77E9-446E-AAFE-3A15A3F4A617}" dt="2022-03-23T16:10:56.280" v="8968" actId="571"/>
          <ac:spMkLst>
            <pc:docMk/>
            <pc:sldMk cId="3734705461" sldId="793"/>
            <ac:spMk id="490" creationId="{4E2B383D-1224-42E1-ADAD-19A1B03538AF}"/>
          </ac:spMkLst>
        </pc:spChg>
        <pc:spChg chg="mod">
          <ac:chgData name="Alexandre Quach" userId="7bb690c8a6e028e4" providerId="LiveId" clId="{EA2A87B3-77E9-446E-AAFE-3A15A3F4A617}" dt="2022-03-23T16:10:56.280" v="8968" actId="571"/>
          <ac:spMkLst>
            <pc:docMk/>
            <pc:sldMk cId="3734705461" sldId="793"/>
            <ac:spMk id="491" creationId="{0EACD2B7-3EBF-4937-947E-019859D5A4C0}"/>
          </ac:spMkLst>
        </pc:spChg>
        <pc:spChg chg="mod">
          <ac:chgData name="Alexandre Quach" userId="7bb690c8a6e028e4" providerId="LiveId" clId="{EA2A87B3-77E9-446E-AAFE-3A15A3F4A617}" dt="2022-03-23T16:10:56.280" v="8968" actId="571"/>
          <ac:spMkLst>
            <pc:docMk/>
            <pc:sldMk cId="3734705461" sldId="793"/>
            <ac:spMk id="492" creationId="{2FFDAF5D-0D4C-4972-83B7-89BD0A840308}"/>
          </ac:spMkLst>
        </pc:spChg>
        <pc:spChg chg="mod">
          <ac:chgData name="Alexandre Quach" userId="7bb690c8a6e028e4" providerId="LiveId" clId="{EA2A87B3-77E9-446E-AAFE-3A15A3F4A617}" dt="2022-03-23T16:10:56.280" v="8968" actId="571"/>
          <ac:spMkLst>
            <pc:docMk/>
            <pc:sldMk cId="3734705461" sldId="793"/>
            <ac:spMk id="493" creationId="{E5CB2119-05F4-4A5B-834C-90ACF73AA6EC}"/>
          </ac:spMkLst>
        </pc:spChg>
        <pc:spChg chg="mod">
          <ac:chgData name="Alexandre Quach" userId="7bb690c8a6e028e4" providerId="LiveId" clId="{EA2A87B3-77E9-446E-AAFE-3A15A3F4A617}" dt="2022-03-23T16:10:56.280" v="8968" actId="571"/>
          <ac:spMkLst>
            <pc:docMk/>
            <pc:sldMk cId="3734705461" sldId="793"/>
            <ac:spMk id="494" creationId="{798CEBCC-7C6D-4C18-9B36-B6700B16D9DC}"/>
          </ac:spMkLst>
        </pc:spChg>
        <pc:spChg chg="mod">
          <ac:chgData name="Alexandre Quach" userId="7bb690c8a6e028e4" providerId="LiveId" clId="{EA2A87B3-77E9-446E-AAFE-3A15A3F4A617}" dt="2022-03-23T16:10:56.280" v="8968" actId="571"/>
          <ac:spMkLst>
            <pc:docMk/>
            <pc:sldMk cId="3734705461" sldId="793"/>
            <ac:spMk id="495" creationId="{1179AC97-94FD-41A2-B39F-C0064313189F}"/>
          </ac:spMkLst>
        </pc:spChg>
        <pc:spChg chg="mod">
          <ac:chgData name="Alexandre Quach" userId="7bb690c8a6e028e4" providerId="LiveId" clId="{EA2A87B3-77E9-446E-AAFE-3A15A3F4A617}" dt="2022-03-23T16:10:56.280" v="8968" actId="571"/>
          <ac:spMkLst>
            <pc:docMk/>
            <pc:sldMk cId="3734705461" sldId="793"/>
            <ac:spMk id="496" creationId="{8469FD76-643B-46D1-B72C-F8A654F0701C}"/>
          </ac:spMkLst>
        </pc:spChg>
        <pc:spChg chg="add mod">
          <ac:chgData name="Alexandre Quach" userId="7bb690c8a6e028e4" providerId="LiveId" clId="{EA2A87B3-77E9-446E-AAFE-3A15A3F4A617}" dt="2022-03-23T16:11:57.592" v="9053" actId="14100"/>
          <ac:spMkLst>
            <pc:docMk/>
            <pc:sldMk cId="3734705461" sldId="793"/>
            <ac:spMk id="497" creationId="{C3663150-7875-4E11-B1C7-73F24B90B837}"/>
          </ac:spMkLst>
        </pc:spChg>
        <pc:spChg chg="add mod">
          <ac:chgData name="Alexandre Quach" userId="7bb690c8a6e028e4" providerId="LiveId" clId="{EA2A87B3-77E9-446E-AAFE-3A15A3F4A617}" dt="2022-03-23T16:10:56.280" v="8968" actId="571"/>
          <ac:spMkLst>
            <pc:docMk/>
            <pc:sldMk cId="3734705461" sldId="793"/>
            <ac:spMk id="498" creationId="{072B5B78-ABA3-456E-985F-2F6EAB169170}"/>
          </ac:spMkLst>
        </pc:spChg>
        <pc:spChg chg="add mod">
          <ac:chgData name="Alexandre Quach" userId="7bb690c8a6e028e4" providerId="LiveId" clId="{EA2A87B3-77E9-446E-AAFE-3A15A3F4A617}" dt="2022-03-23T16:10:56.280" v="8968" actId="571"/>
          <ac:spMkLst>
            <pc:docMk/>
            <pc:sldMk cId="3734705461" sldId="793"/>
            <ac:spMk id="499" creationId="{F1CB9CBD-A47A-4367-8DB3-04C03F37C884}"/>
          </ac:spMkLst>
        </pc:spChg>
        <pc:spChg chg="add mod">
          <ac:chgData name="Alexandre Quach" userId="7bb690c8a6e028e4" providerId="LiveId" clId="{EA2A87B3-77E9-446E-AAFE-3A15A3F4A617}" dt="2022-03-23T16:10:56.280" v="8968" actId="571"/>
          <ac:spMkLst>
            <pc:docMk/>
            <pc:sldMk cId="3734705461" sldId="793"/>
            <ac:spMk id="500" creationId="{9FF49123-4638-4ED2-860E-513B78EFDE87}"/>
          </ac:spMkLst>
        </pc:spChg>
        <pc:spChg chg="add mod">
          <ac:chgData name="Alexandre Quach" userId="7bb690c8a6e028e4" providerId="LiveId" clId="{EA2A87B3-77E9-446E-AAFE-3A15A3F4A617}" dt="2022-03-23T16:10:56.280" v="8968" actId="571"/>
          <ac:spMkLst>
            <pc:docMk/>
            <pc:sldMk cId="3734705461" sldId="793"/>
            <ac:spMk id="501" creationId="{9E005F04-7C6C-4C3B-BB33-B1ED4ACBF7D4}"/>
          </ac:spMkLst>
        </pc:spChg>
        <pc:spChg chg="add mod">
          <ac:chgData name="Alexandre Quach" userId="7bb690c8a6e028e4" providerId="LiveId" clId="{EA2A87B3-77E9-446E-AAFE-3A15A3F4A617}" dt="2022-03-23T16:10:56.280" v="8968" actId="571"/>
          <ac:spMkLst>
            <pc:docMk/>
            <pc:sldMk cId="3734705461" sldId="793"/>
            <ac:spMk id="502" creationId="{EF01ED4C-60EE-49A4-BC8F-B209B6D03D59}"/>
          </ac:spMkLst>
        </pc:spChg>
        <pc:spChg chg="add mod">
          <ac:chgData name="Alexandre Quach" userId="7bb690c8a6e028e4" providerId="LiveId" clId="{EA2A87B3-77E9-446E-AAFE-3A15A3F4A617}" dt="2022-03-23T16:10:56.280" v="8968" actId="571"/>
          <ac:spMkLst>
            <pc:docMk/>
            <pc:sldMk cId="3734705461" sldId="793"/>
            <ac:spMk id="503" creationId="{5DB5D187-684F-4AC9-81FB-2598128FFC32}"/>
          </ac:spMkLst>
        </pc:spChg>
        <pc:spChg chg="add mod">
          <ac:chgData name="Alexandre Quach" userId="7bb690c8a6e028e4" providerId="LiveId" clId="{EA2A87B3-77E9-446E-AAFE-3A15A3F4A617}" dt="2022-03-23T16:10:56.280" v="8968" actId="571"/>
          <ac:spMkLst>
            <pc:docMk/>
            <pc:sldMk cId="3734705461" sldId="793"/>
            <ac:spMk id="504" creationId="{D200814E-17AC-408E-B4BA-0F7C7E860141}"/>
          </ac:spMkLst>
        </pc:spChg>
        <pc:spChg chg="add mod">
          <ac:chgData name="Alexandre Quach" userId="7bb690c8a6e028e4" providerId="LiveId" clId="{EA2A87B3-77E9-446E-AAFE-3A15A3F4A617}" dt="2022-03-23T16:10:56.280" v="8968" actId="571"/>
          <ac:spMkLst>
            <pc:docMk/>
            <pc:sldMk cId="3734705461" sldId="793"/>
            <ac:spMk id="505" creationId="{B399D41F-F2BB-4093-9790-70A4AE36DD29}"/>
          </ac:spMkLst>
        </pc:spChg>
        <pc:spChg chg="add mod">
          <ac:chgData name="Alexandre Quach" userId="7bb690c8a6e028e4" providerId="LiveId" clId="{EA2A87B3-77E9-446E-AAFE-3A15A3F4A617}" dt="2022-03-23T16:10:56.280" v="8968" actId="571"/>
          <ac:spMkLst>
            <pc:docMk/>
            <pc:sldMk cId="3734705461" sldId="793"/>
            <ac:spMk id="506" creationId="{6B6579C6-8BF9-459F-B1AC-36DA21BD4078}"/>
          </ac:spMkLst>
        </pc:spChg>
        <pc:spChg chg="add del mod">
          <ac:chgData name="Alexandre Quach" userId="7bb690c8a6e028e4" providerId="LiveId" clId="{EA2A87B3-77E9-446E-AAFE-3A15A3F4A617}" dt="2022-03-23T16:10:09.954" v="8958" actId="478"/>
          <ac:spMkLst>
            <pc:docMk/>
            <pc:sldMk cId="3734705461" sldId="793"/>
            <ac:spMk id="507" creationId="{47FC49AB-9B8B-4D8C-9ADC-D50D726E40F6}"/>
          </ac:spMkLst>
        </pc:spChg>
        <pc:spChg chg="add mod">
          <ac:chgData name="Alexandre Quach" userId="7bb690c8a6e028e4" providerId="LiveId" clId="{EA2A87B3-77E9-446E-AAFE-3A15A3F4A617}" dt="2022-03-23T16:10:56.280" v="8968" actId="571"/>
          <ac:spMkLst>
            <pc:docMk/>
            <pc:sldMk cId="3734705461" sldId="793"/>
            <ac:spMk id="508" creationId="{A9F9FCC3-4692-40A2-8E75-392DBCAE77F9}"/>
          </ac:spMkLst>
        </pc:spChg>
        <pc:spChg chg="add mod">
          <ac:chgData name="Alexandre Quach" userId="7bb690c8a6e028e4" providerId="LiveId" clId="{EA2A87B3-77E9-446E-AAFE-3A15A3F4A617}" dt="2022-03-23T16:10:56.280" v="8968" actId="571"/>
          <ac:spMkLst>
            <pc:docMk/>
            <pc:sldMk cId="3734705461" sldId="793"/>
            <ac:spMk id="509" creationId="{4F431750-B175-4524-8917-B03EB46BD9B1}"/>
          </ac:spMkLst>
        </pc:spChg>
        <pc:spChg chg="add mod">
          <ac:chgData name="Alexandre Quach" userId="7bb690c8a6e028e4" providerId="LiveId" clId="{EA2A87B3-77E9-446E-AAFE-3A15A3F4A617}" dt="2022-03-23T16:10:56.280" v="8968" actId="571"/>
          <ac:spMkLst>
            <pc:docMk/>
            <pc:sldMk cId="3734705461" sldId="793"/>
            <ac:spMk id="510" creationId="{BC23962C-4EF8-4761-9A90-670269F2F2A8}"/>
          </ac:spMkLst>
        </pc:spChg>
        <pc:spChg chg="add mod">
          <ac:chgData name="Alexandre Quach" userId="7bb690c8a6e028e4" providerId="LiveId" clId="{EA2A87B3-77E9-446E-AAFE-3A15A3F4A617}" dt="2022-03-23T16:10:56.280" v="8968" actId="571"/>
          <ac:spMkLst>
            <pc:docMk/>
            <pc:sldMk cId="3734705461" sldId="793"/>
            <ac:spMk id="511" creationId="{8EAFA7AE-1674-44C4-BC0B-213A197AF9ED}"/>
          </ac:spMkLst>
        </pc:spChg>
        <pc:spChg chg="add del mod">
          <ac:chgData name="Alexandre Quach" userId="7bb690c8a6e028e4" providerId="LiveId" clId="{EA2A87B3-77E9-446E-AAFE-3A15A3F4A617}" dt="2022-03-23T16:10:04.308" v="8954" actId="478"/>
          <ac:spMkLst>
            <pc:docMk/>
            <pc:sldMk cId="3734705461" sldId="793"/>
            <ac:spMk id="512" creationId="{471CE671-69AF-4F23-85E8-79C6D68B6324}"/>
          </ac:spMkLst>
        </pc:spChg>
        <pc:spChg chg="add mod">
          <ac:chgData name="Alexandre Quach" userId="7bb690c8a6e028e4" providerId="LiveId" clId="{EA2A87B3-77E9-446E-AAFE-3A15A3F4A617}" dt="2022-03-23T16:10:56.280" v="8968" actId="571"/>
          <ac:spMkLst>
            <pc:docMk/>
            <pc:sldMk cId="3734705461" sldId="793"/>
            <ac:spMk id="513" creationId="{FE765B64-487C-4792-B53E-8B4015B6B82C}"/>
          </ac:spMkLst>
        </pc:spChg>
        <pc:spChg chg="add mod">
          <ac:chgData name="Alexandre Quach" userId="7bb690c8a6e028e4" providerId="LiveId" clId="{EA2A87B3-77E9-446E-AAFE-3A15A3F4A617}" dt="2022-03-23T16:10:56.280" v="8968" actId="571"/>
          <ac:spMkLst>
            <pc:docMk/>
            <pc:sldMk cId="3734705461" sldId="793"/>
            <ac:spMk id="514" creationId="{015EBF1E-2B5D-4071-A6A9-8F0209187A76}"/>
          </ac:spMkLst>
        </pc:spChg>
        <pc:spChg chg="add mod">
          <ac:chgData name="Alexandre Quach" userId="7bb690c8a6e028e4" providerId="LiveId" clId="{EA2A87B3-77E9-446E-AAFE-3A15A3F4A617}" dt="2022-03-23T16:10:56.280" v="8968" actId="571"/>
          <ac:spMkLst>
            <pc:docMk/>
            <pc:sldMk cId="3734705461" sldId="793"/>
            <ac:spMk id="515" creationId="{952B88C0-D830-435B-AD62-868967129179}"/>
          </ac:spMkLst>
        </pc:spChg>
        <pc:spChg chg="add mod">
          <ac:chgData name="Alexandre Quach" userId="7bb690c8a6e028e4" providerId="LiveId" clId="{EA2A87B3-77E9-446E-AAFE-3A15A3F4A617}" dt="2022-03-23T16:10:56.280" v="8968" actId="571"/>
          <ac:spMkLst>
            <pc:docMk/>
            <pc:sldMk cId="3734705461" sldId="793"/>
            <ac:spMk id="516" creationId="{46BC26F5-88C8-410F-A414-EE53445CB4F2}"/>
          </ac:spMkLst>
        </pc:spChg>
        <pc:spChg chg="add mod">
          <ac:chgData name="Alexandre Quach" userId="7bb690c8a6e028e4" providerId="LiveId" clId="{EA2A87B3-77E9-446E-AAFE-3A15A3F4A617}" dt="2022-03-23T16:10:56.280" v="8968" actId="571"/>
          <ac:spMkLst>
            <pc:docMk/>
            <pc:sldMk cId="3734705461" sldId="793"/>
            <ac:spMk id="517" creationId="{8776A8E2-E220-4056-B114-A512CA61969A}"/>
          </ac:spMkLst>
        </pc:spChg>
        <pc:spChg chg="add del mod">
          <ac:chgData name="Alexandre Quach" userId="7bb690c8a6e028e4" providerId="LiveId" clId="{EA2A87B3-77E9-446E-AAFE-3A15A3F4A617}" dt="2022-03-23T16:10:51.497" v="8967" actId="478"/>
          <ac:spMkLst>
            <pc:docMk/>
            <pc:sldMk cId="3734705461" sldId="793"/>
            <ac:spMk id="518" creationId="{61876720-966E-42BD-A91D-9F0CC63BEF78}"/>
          </ac:spMkLst>
        </pc:spChg>
        <pc:spChg chg="add mod">
          <ac:chgData name="Alexandre Quach" userId="7bb690c8a6e028e4" providerId="LiveId" clId="{EA2A87B3-77E9-446E-AAFE-3A15A3F4A617}" dt="2022-03-23T16:10:56.280" v="8968" actId="571"/>
          <ac:spMkLst>
            <pc:docMk/>
            <pc:sldMk cId="3734705461" sldId="793"/>
            <ac:spMk id="519" creationId="{50397054-50F5-4D11-B2F1-F82E1DD99A75}"/>
          </ac:spMkLst>
        </pc:spChg>
        <pc:spChg chg="add mod">
          <ac:chgData name="Alexandre Quach" userId="7bb690c8a6e028e4" providerId="LiveId" clId="{EA2A87B3-77E9-446E-AAFE-3A15A3F4A617}" dt="2022-03-23T16:11:57.592" v="9053" actId="14100"/>
          <ac:spMkLst>
            <pc:docMk/>
            <pc:sldMk cId="3734705461" sldId="793"/>
            <ac:spMk id="520" creationId="{24705EFF-86E5-4C9C-A37A-282519636779}"/>
          </ac:spMkLst>
        </pc:spChg>
        <pc:spChg chg="add mod">
          <ac:chgData name="Alexandre Quach" userId="7bb690c8a6e028e4" providerId="LiveId" clId="{EA2A87B3-77E9-446E-AAFE-3A15A3F4A617}" dt="2022-03-23T16:15:47.881" v="9254" actId="1076"/>
          <ac:spMkLst>
            <pc:docMk/>
            <pc:sldMk cId="3734705461" sldId="793"/>
            <ac:spMk id="522" creationId="{34DAF864-96B1-4FD6-8E35-36B191BE3604}"/>
          </ac:spMkLst>
        </pc:spChg>
        <pc:spChg chg="add mod">
          <ac:chgData name="Alexandre Quach" userId="7bb690c8a6e028e4" providerId="LiveId" clId="{EA2A87B3-77E9-446E-AAFE-3A15A3F4A617}" dt="2022-03-23T16:15:58.360" v="9259" actId="1076"/>
          <ac:spMkLst>
            <pc:docMk/>
            <pc:sldMk cId="3734705461" sldId="793"/>
            <ac:spMk id="523" creationId="{48BFBFA0-2010-4948-94CC-118C9AC45A03}"/>
          </ac:spMkLst>
        </pc:spChg>
        <pc:grpChg chg="add mod">
          <ac:chgData name="Alexandre Quach" userId="7bb690c8a6e028e4" providerId="LiveId" clId="{EA2A87B3-77E9-446E-AAFE-3A15A3F4A617}" dt="2022-03-23T16:11:41.150" v="9048" actId="1076"/>
          <ac:grpSpMkLst>
            <pc:docMk/>
            <pc:sldMk cId="3734705461" sldId="793"/>
            <ac:grpSpMk id="6" creationId="{3A0D3D3A-765B-4DBA-9AF8-295332E0B619}"/>
          </ac:grpSpMkLst>
        </pc:grpChg>
        <pc:grpChg chg="add del mod">
          <ac:chgData name="Alexandre Quach" userId="7bb690c8a6e028e4" providerId="LiveId" clId="{EA2A87B3-77E9-446E-AAFE-3A15A3F4A617}" dt="2022-03-23T16:01:34.653" v="8459" actId="571"/>
          <ac:grpSpMkLst>
            <pc:docMk/>
            <pc:sldMk cId="3734705461" sldId="793"/>
            <ac:grpSpMk id="91" creationId="{1F1E7F38-64A1-49B4-817C-1E080EAB858C}"/>
          </ac:grpSpMkLst>
        </pc:grpChg>
        <pc:grpChg chg="add mod">
          <ac:chgData name="Alexandre Quach" userId="7bb690c8a6e028e4" providerId="LiveId" clId="{EA2A87B3-77E9-446E-AAFE-3A15A3F4A617}" dt="2022-03-23T16:11:41.150" v="9048" actId="1076"/>
          <ac:grpSpMkLst>
            <pc:docMk/>
            <pc:sldMk cId="3734705461" sldId="793"/>
            <ac:grpSpMk id="126" creationId="{77E1B952-9835-4FE5-8589-F37F0267E196}"/>
          </ac:grpSpMkLst>
        </pc:grpChg>
        <pc:grpChg chg="add mod">
          <ac:chgData name="Alexandre Quach" userId="7bb690c8a6e028e4" providerId="LiveId" clId="{EA2A87B3-77E9-446E-AAFE-3A15A3F4A617}" dt="2022-03-23T16:13:13.107" v="9091" actId="1076"/>
          <ac:grpSpMkLst>
            <pc:docMk/>
            <pc:sldMk cId="3734705461" sldId="793"/>
            <ac:grpSpMk id="158" creationId="{774E03CC-A377-4B52-BD6A-2832871B773B}"/>
          </ac:grpSpMkLst>
        </pc:grpChg>
        <pc:grpChg chg="add del mod">
          <ac:chgData name="Alexandre Quach" userId="7bb690c8a6e028e4" providerId="LiveId" clId="{EA2A87B3-77E9-446E-AAFE-3A15A3F4A617}" dt="2022-03-23T16:08:10.721" v="8829" actId="478"/>
          <ac:grpSpMkLst>
            <pc:docMk/>
            <pc:sldMk cId="3734705461" sldId="793"/>
            <ac:grpSpMk id="217" creationId="{87889B01-BCAE-48FB-9FD0-48D0461E21F7}"/>
          </ac:grpSpMkLst>
        </pc:grpChg>
        <pc:grpChg chg="add del mod">
          <ac:chgData name="Alexandre Quach" userId="7bb690c8a6e028e4" providerId="LiveId" clId="{EA2A87B3-77E9-446E-AAFE-3A15A3F4A617}" dt="2022-03-23T16:08:05.993" v="8828" actId="478"/>
          <ac:grpSpMkLst>
            <pc:docMk/>
            <pc:sldMk cId="3734705461" sldId="793"/>
            <ac:grpSpMk id="272" creationId="{45723CB9-4563-4D4F-88AD-65AAD2E656B9}"/>
          </ac:grpSpMkLst>
        </pc:grpChg>
        <pc:grpChg chg="add mod">
          <ac:chgData name="Alexandre Quach" userId="7bb690c8a6e028e4" providerId="LiveId" clId="{EA2A87B3-77E9-446E-AAFE-3A15A3F4A617}" dt="2022-03-23T16:11:41.150" v="9048" actId="1076"/>
          <ac:grpSpMkLst>
            <pc:docMk/>
            <pc:sldMk cId="3734705461" sldId="793"/>
            <ac:grpSpMk id="327" creationId="{5D640643-80AD-4641-8A13-6BDEEDC47B80}"/>
          </ac:grpSpMkLst>
        </pc:grpChg>
        <pc:grpChg chg="add mod">
          <ac:chgData name="Alexandre Quach" userId="7bb690c8a6e028e4" providerId="LiveId" clId="{EA2A87B3-77E9-446E-AAFE-3A15A3F4A617}" dt="2022-03-23T16:11:41.150" v="9048" actId="1076"/>
          <ac:grpSpMkLst>
            <pc:docMk/>
            <pc:sldMk cId="3734705461" sldId="793"/>
            <ac:grpSpMk id="382" creationId="{0AA66805-6751-4E6D-B279-7295278BB10C}"/>
          </ac:grpSpMkLst>
        </pc:grpChg>
        <pc:grpChg chg="add mod">
          <ac:chgData name="Alexandre Quach" userId="7bb690c8a6e028e4" providerId="LiveId" clId="{EA2A87B3-77E9-446E-AAFE-3A15A3F4A617}" dt="2022-03-23T16:11:41.150" v="9048" actId="1076"/>
          <ac:grpSpMkLst>
            <pc:docMk/>
            <pc:sldMk cId="3734705461" sldId="793"/>
            <ac:grpSpMk id="440" creationId="{84A323B8-A956-4ADE-A4AD-99C526920528}"/>
          </ac:grpSpMkLst>
        </pc:grpChg>
        <pc:picChg chg="del">
          <ac:chgData name="Alexandre Quach" userId="7bb690c8a6e028e4" providerId="LiveId" clId="{EA2A87B3-77E9-446E-AAFE-3A15A3F4A617}" dt="2022-03-23T17:45:06.166" v="9527" actId="478"/>
          <ac:picMkLst>
            <pc:docMk/>
            <pc:sldMk cId="3734705461" sldId="793"/>
            <ac:picMk id="3" creationId="{189026FC-D4A0-49BA-8810-F22002CBBB03}"/>
          </ac:picMkLst>
        </pc:picChg>
        <pc:picChg chg="del">
          <ac:chgData name="Alexandre Quach" userId="7bb690c8a6e028e4" providerId="LiveId" clId="{EA2A87B3-77E9-446E-AAFE-3A15A3F4A617}" dt="2022-03-23T17:45:06.166" v="9527" actId="478"/>
          <ac:picMkLst>
            <pc:docMk/>
            <pc:sldMk cId="3734705461" sldId="793"/>
            <ac:picMk id="4" creationId="{EC472D04-051B-4C4F-874C-7C90A0C78575}"/>
          </ac:picMkLst>
        </pc:picChg>
        <pc:picChg chg="del">
          <ac:chgData name="Alexandre Quach" userId="7bb690c8a6e028e4" providerId="LiveId" clId="{EA2A87B3-77E9-446E-AAFE-3A15A3F4A617}" dt="2022-03-23T17:45:06.166" v="9527" actId="478"/>
          <ac:picMkLst>
            <pc:docMk/>
            <pc:sldMk cId="3734705461" sldId="793"/>
            <ac:picMk id="5" creationId="{A5C77568-37EF-4AF5-950C-6A818B4B5AA8}"/>
          </ac:picMkLst>
        </pc:picChg>
        <pc:picChg chg="add mod">
          <ac:chgData name="Alexandre Quach" userId="7bb690c8a6e028e4" providerId="LiveId" clId="{EA2A87B3-77E9-446E-AAFE-3A15A3F4A617}" dt="2022-03-23T16:16:01.265" v="9260" actId="1076"/>
          <ac:picMkLst>
            <pc:docMk/>
            <pc:sldMk cId="3734705461" sldId="793"/>
            <ac:picMk id="9" creationId="{3B00185B-F0EE-4D6D-8741-5E73A9EE9D48}"/>
          </ac:picMkLst>
        </pc:picChg>
        <pc:picChg chg="mod">
          <ac:chgData name="Alexandre Quach" userId="7bb690c8a6e028e4" providerId="LiveId" clId="{EA2A87B3-77E9-446E-AAFE-3A15A3F4A617}" dt="2022-03-23T15:59:26.266" v="8428" actId="164"/>
          <ac:picMkLst>
            <pc:docMk/>
            <pc:sldMk cId="3734705461" sldId="793"/>
            <ac:picMk id="14" creationId="{AED4A88C-9AA7-44D3-803F-A738F1BFED7D}"/>
          </ac:picMkLst>
        </pc:picChg>
        <pc:picChg chg="mod">
          <ac:chgData name="Alexandre Quach" userId="7bb690c8a6e028e4" providerId="LiveId" clId="{EA2A87B3-77E9-446E-AAFE-3A15A3F4A617}" dt="2022-03-23T15:59:26.266" v="8428" actId="164"/>
          <ac:picMkLst>
            <pc:docMk/>
            <pc:sldMk cId="3734705461" sldId="793"/>
            <ac:picMk id="15" creationId="{AFC3646D-1F93-4753-A7D9-C9C057C9A530}"/>
          </ac:picMkLst>
        </pc:picChg>
        <pc:picChg chg="mod">
          <ac:chgData name="Alexandre Quach" userId="7bb690c8a6e028e4" providerId="LiveId" clId="{EA2A87B3-77E9-446E-AAFE-3A15A3F4A617}" dt="2022-03-23T15:59:26.266" v="8428" actId="164"/>
          <ac:picMkLst>
            <pc:docMk/>
            <pc:sldMk cId="3734705461" sldId="793"/>
            <ac:picMk id="16" creationId="{B71F970C-C0A7-4501-9A70-C33ECABE1EB5}"/>
          </ac:picMkLst>
        </pc:picChg>
        <pc:picChg chg="mod">
          <ac:chgData name="Alexandre Quach" userId="7bb690c8a6e028e4" providerId="LiveId" clId="{EA2A87B3-77E9-446E-AAFE-3A15A3F4A617}" dt="2022-03-23T15:59:26.266" v="8428" actId="164"/>
          <ac:picMkLst>
            <pc:docMk/>
            <pc:sldMk cId="3734705461" sldId="793"/>
            <ac:picMk id="19" creationId="{88F0F7CF-2094-4FAC-B9A9-4FA1BC610D1E}"/>
          </ac:picMkLst>
        </pc:picChg>
        <pc:picChg chg="mod">
          <ac:chgData name="Alexandre Quach" userId="7bb690c8a6e028e4" providerId="LiveId" clId="{EA2A87B3-77E9-446E-AAFE-3A15A3F4A617}" dt="2022-03-23T15:59:26.266" v="8428" actId="164"/>
          <ac:picMkLst>
            <pc:docMk/>
            <pc:sldMk cId="3734705461" sldId="793"/>
            <ac:picMk id="20" creationId="{15E82C3C-70B3-40E1-9947-5FE89C0BC3CD}"/>
          </ac:picMkLst>
        </pc:picChg>
        <pc:picChg chg="mod">
          <ac:chgData name="Alexandre Quach" userId="7bb690c8a6e028e4" providerId="LiveId" clId="{EA2A87B3-77E9-446E-AAFE-3A15A3F4A617}" dt="2022-03-23T15:59:26.266" v="8428" actId="164"/>
          <ac:picMkLst>
            <pc:docMk/>
            <pc:sldMk cId="3734705461" sldId="793"/>
            <ac:picMk id="25" creationId="{5AFAB30C-B7FC-4EBC-879E-D3794C9D7A6E}"/>
          </ac:picMkLst>
        </pc:picChg>
        <pc:picChg chg="mod">
          <ac:chgData name="Alexandre Quach" userId="7bb690c8a6e028e4" providerId="LiveId" clId="{EA2A87B3-77E9-446E-AAFE-3A15A3F4A617}" dt="2022-03-23T15:59:26.266" v="8428" actId="164"/>
          <ac:picMkLst>
            <pc:docMk/>
            <pc:sldMk cId="3734705461" sldId="793"/>
            <ac:picMk id="27" creationId="{5F97DA5E-099B-4746-A2B1-7719CBCCE5F2}"/>
          </ac:picMkLst>
        </pc:picChg>
        <pc:picChg chg="mod">
          <ac:chgData name="Alexandre Quach" userId="7bb690c8a6e028e4" providerId="LiveId" clId="{EA2A87B3-77E9-446E-AAFE-3A15A3F4A617}" dt="2022-03-23T15:59:26.266" v="8428" actId="164"/>
          <ac:picMkLst>
            <pc:docMk/>
            <pc:sldMk cId="3734705461" sldId="793"/>
            <ac:picMk id="28" creationId="{FF7DECCB-6DBB-4589-8589-D5AF480AE3CA}"/>
          </ac:picMkLst>
        </pc:picChg>
        <pc:picChg chg="mod">
          <ac:chgData name="Alexandre Quach" userId="7bb690c8a6e028e4" providerId="LiveId" clId="{EA2A87B3-77E9-446E-AAFE-3A15A3F4A617}" dt="2022-03-23T15:59:26.266" v="8428" actId="164"/>
          <ac:picMkLst>
            <pc:docMk/>
            <pc:sldMk cId="3734705461" sldId="793"/>
            <ac:picMk id="29" creationId="{2822A5DF-2461-4737-88AE-51354B1BF222}"/>
          </ac:picMkLst>
        </pc:picChg>
        <pc:picChg chg="mod">
          <ac:chgData name="Alexandre Quach" userId="7bb690c8a6e028e4" providerId="LiveId" clId="{EA2A87B3-77E9-446E-AAFE-3A15A3F4A617}" dt="2022-03-23T15:59:26.266" v="8428" actId="164"/>
          <ac:picMkLst>
            <pc:docMk/>
            <pc:sldMk cId="3734705461" sldId="793"/>
            <ac:picMk id="31" creationId="{8F7B15D5-2821-482C-8199-A92E174C27E1}"/>
          </ac:picMkLst>
        </pc:picChg>
        <pc:picChg chg="mod">
          <ac:chgData name="Alexandre Quach" userId="7bb690c8a6e028e4" providerId="LiveId" clId="{EA2A87B3-77E9-446E-AAFE-3A15A3F4A617}" dt="2022-03-23T15:59:26.266" v="8428" actId="164"/>
          <ac:picMkLst>
            <pc:docMk/>
            <pc:sldMk cId="3734705461" sldId="793"/>
            <ac:picMk id="32" creationId="{25EE6CD8-BABD-4C6F-A824-7A75F572BD59}"/>
          </ac:picMkLst>
        </pc:picChg>
        <pc:picChg chg="mod">
          <ac:chgData name="Alexandre Quach" userId="7bb690c8a6e028e4" providerId="LiveId" clId="{EA2A87B3-77E9-446E-AAFE-3A15A3F4A617}" dt="2022-03-23T15:59:26.266" v="8428" actId="164"/>
          <ac:picMkLst>
            <pc:docMk/>
            <pc:sldMk cId="3734705461" sldId="793"/>
            <ac:picMk id="33" creationId="{BE843F7A-17E2-47EF-BAEF-1FFE7A0118C6}"/>
          </ac:picMkLst>
        </pc:picChg>
        <pc:picChg chg="mod">
          <ac:chgData name="Alexandre Quach" userId="7bb690c8a6e028e4" providerId="LiveId" clId="{EA2A87B3-77E9-446E-AAFE-3A15A3F4A617}" dt="2022-03-23T15:59:26.266" v="8428" actId="164"/>
          <ac:picMkLst>
            <pc:docMk/>
            <pc:sldMk cId="3734705461" sldId="793"/>
            <ac:picMk id="35" creationId="{476AF516-5A82-4A05-841D-4EC54FFAE877}"/>
          </ac:picMkLst>
        </pc:picChg>
        <pc:picChg chg="mod">
          <ac:chgData name="Alexandre Quach" userId="7bb690c8a6e028e4" providerId="LiveId" clId="{EA2A87B3-77E9-446E-AAFE-3A15A3F4A617}" dt="2022-03-23T15:59:26.266" v="8428" actId="164"/>
          <ac:picMkLst>
            <pc:docMk/>
            <pc:sldMk cId="3734705461" sldId="793"/>
            <ac:picMk id="36" creationId="{CA172CCD-971B-448B-98ED-B3BEBFEA0EF3}"/>
          </ac:picMkLst>
        </pc:picChg>
        <pc:picChg chg="mod">
          <ac:chgData name="Alexandre Quach" userId="7bb690c8a6e028e4" providerId="LiveId" clId="{EA2A87B3-77E9-446E-AAFE-3A15A3F4A617}" dt="2022-03-23T15:59:26.266" v="8428" actId="164"/>
          <ac:picMkLst>
            <pc:docMk/>
            <pc:sldMk cId="3734705461" sldId="793"/>
            <ac:picMk id="37" creationId="{F95B6356-8E10-42BD-887C-025256D8C2A4}"/>
          </ac:picMkLst>
        </pc:picChg>
        <pc:picChg chg="mod">
          <ac:chgData name="Alexandre Quach" userId="7bb690c8a6e028e4" providerId="LiveId" clId="{EA2A87B3-77E9-446E-AAFE-3A15A3F4A617}" dt="2022-03-23T15:59:26.266" v="8428" actId="164"/>
          <ac:picMkLst>
            <pc:docMk/>
            <pc:sldMk cId="3734705461" sldId="793"/>
            <ac:picMk id="39" creationId="{A5A8504A-7CB6-4D38-8F0F-2294BEEB37C1}"/>
          </ac:picMkLst>
        </pc:picChg>
        <pc:picChg chg="mod topLvl">
          <ac:chgData name="Alexandre Quach" userId="7bb690c8a6e028e4" providerId="LiveId" clId="{EA2A87B3-77E9-446E-AAFE-3A15A3F4A617}" dt="2022-03-23T16:01:34.653" v="8459" actId="571"/>
          <ac:picMkLst>
            <pc:docMk/>
            <pc:sldMk cId="3734705461" sldId="793"/>
            <ac:picMk id="105" creationId="{F7E3D7DF-BE4B-4B9A-A293-7F1714BC50EE}"/>
          </ac:picMkLst>
        </pc:picChg>
        <pc:picChg chg="mod topLvl">
          <ac:chgData name="Alexandre Quach" userId="7bb690c8a6e028e4" providerId="LiveId" clId="{EA2A87B3-77E9-446E-AAFE-3A15A3F4A617}" dt="2022-03-23T16:01:34.653" v="8459" actId="571"/>
          <ac:picMkLst>
            <pc:docMk/>
            <pc:sldMk cId="3734705461" sldId="793"/>
            <ac:picMk id="106" creationId="{89C79868-BD97-4873-A7CD-D77BF0E5632D}"/>
          </ac:picMkLst>
        </pc:picChg>
        <pc:picChg chg="mod topLvl">
          <ac:chgData name="Alexandre Quach" userId="7bb690c8a6e028e4" providerId="LiveId" clId="{EA2A87B3-77E9-446E-AAFE-3A15A3F4A617}" dt="2022-03-23T16:01:34.653" v="8459" actId="571"/>
          <ac:picMkLst>
            <pc:docMk/>
            <pc:sldMk cId="3734705461" sldId="793"/>
            <ac:picMk id="107" creationId="{63B4F33E-AFDF-4CD4-B5BD-BE66308ABB00}"/>
          </ac:picMkLst>
        </pc:picChg>
        <pc:picChg chg="mod topLvl">
          <ac:chgData name="Alexandre Quach" userId="7bb690c8a6e028e4" providerId="LiveId" clId="{EA2A87B3-77E9-446E-AAFE-3A15A3F4A617}" dt="2022-03-23T16:01:34.653" v="8459" actId="571"/>
          <ac:picMkLst>
            <pc:docMk/>
            <pc:sldMk cId="3734705461" sldId="793"/>
            <ac:picMk id="108" creationId="{D4E88FD8-0878-442A-B92C-0D7B43E43A38}"/>
          </ac:picMkLst>
        </pc:picChg>
        <pc:picChg chg="mod topLvl">
          <ac:chgData name="Alexandre Quach" userId="7bb690c8a6e028e4" providerId="LiveId" clId="{EA2A87B3-77E9-446E-AAFE-3A15A3F4A617}" dt="2022-03-23T16:01:34.653" v="8459" actId="571"/>
          <ac:picMkLst>
            <pc:docMk/>
            <pc:sldMk cId="3734705461" sldId="793"/>
            <ac:picMk id="109" creationId="{2679A133-9544-450E-9481-44731370D1DC}"/>
          </ac:picMkLst>
        </pc:picChg>
        <pc:picChg chg="mod topLvl">
          <ac:chgData name="Alexandre Quach" userId="7bb690c8a6e028e4" providerId="LiveId" clId="{EA2A87B3-77E9-446E-AAFE-3A15A3F4A617}" dt="2022-03-23T16:01:34.653" v="8459" actId="571"/>
          <ac:picMkLst>
            <pc:docMk/>
            <pc:sldMk cId="3734705461" sldId="793"/>
            <ac:picMk id="110" creationId="{6DAFA61E-15B4-4FFD-9961-2508346CCAEA}"/>
          </ac:picMkLst>
        </pc:picChg>
        <pc:picChg chg="mod topLvl">
          <ac:chgData name="Alexandre Quach" userId="7bb690c8a6e028e4" providerId="LiveId" clId="{EA2A87B3-77E9-446E-AAFE-3A15A3F4A617}" dt="2022-03-23T16:01:34.653" v="8459" actId="571"/>
          <ac:picMkLst>
            <pc:docMk/>
            <pc:sldMk cId="3734705461" sldId="793"/>
            <ac:picMk id="111" creationId="{C6C643A6-B6D8-43FA-9488-2094D48746FB}"/>
          </ac:picMkLst>
        </pc:picChg>
        <pc:picChg chg="mod topLvl">
          <ac:chgData name="Alexandre Quach" userId="7bb690c8a6e028e4" providerId="LiveId" clId="{EA2A87B3-77E9-446E-AAFE-3A15A3F4A617}" dt="2022-03-23T16:01:34.653" v="8459" actId="571"/>
          <ac:picMkLst>
            <pc:docMk/>
            <pc:sldMk cId="3734705461" sldId="793"/>
            <ac:picMk id="112" creationId="{31D0501C-09AF-4891-A3F8-B58EDDC9C4B5}"/>
          </ac:picMkLst>
        </pc:picChg>
        <pc:picChg chg="mod topLvl">
          <ac:chgData name="Alexandre Quach" userId="7bb690c8a6e028e4" providerId="LiveId" clId="{EA2A87B3-77E9-446E-AAFE-3A15A3F4A617}" dt="2022-03-23T16:01:34.653" v="8459" actId="571"/>
          <ac:picMkLst>
            <pc:docMk/>
            <pc:sldMk cId="3734705461" sldId="793"/>
            <ac:picMk id="113" creationId="{251D93B8-9336-41BB-A4F4-8FE7EA8A03F8}"/>
          </ac:picMkLst>
        </pc:picChg>
        <pc:picChg chg="mod topLvl">
          <ac:chgData name="Alexandre Quach" userId="7bb690c8a6e028e4" providerId="LiveId" clId="{EA2A87B3-77E9-446E-AAFE-3A15A3F4A617}" dt="2022-03-23T16:01:34.653" v="8459" actId="571"/>
          <ac:picMkLst>
            <pc:docMk/>
            <pc:sldMk cId="3734705461" sldId="793"/>
            <ac:picMk id="114" creationId="{8D91AD20-6F1D-4449-B93A-332EC5706228}"/>
          </ac:picMkLst>
        </pc:picChg>
        <pc:picChg chg="mod topLvl">
          <ac:chgData name="Alexandre Quach" userId="7bb690c8a6e028e4" providerId="LiveId" clId="{EA2A87B3-77E9-446E-AAFE-3A15A3F4A617}" dt="2022-03-23T16:01:34.653" v="8459" actId="571"/>
          <ac:picMkLst>
            <pc:docMk/>
            <pc:sldMk cId="3734705461" sldId="793"/>
            <ac:picMk id="115" creationId="{89D39FF2-EFAD-4BA3-9FAA-EA5D95353763}"/>
          </ac:picMkLst>
        </pc:picChg>
        <pc:picChg chg="mod topLvl">
          <ac:chgData name="Alexandre Quach" userId="7bb690c8a6e028e4" providerId="LiveId" clId="{EA2A87B3-77E9-446E-AAFE-3A15A3F4A617}" dt="2022-03-23T16:01:34.653" v="8459" actId="571"/>
          <ac:picMkLst>
            <pc:docMk/>
            <pc:sldMk cId="3734705461" sldId="793"/>
            <ac:picMk id="116" creationId="{5F5FCFE5-3481-4C0E-99DF-8CE369439AE4}"/>
          </ac:picMkLst>
        </pc:picChg>
        <pc:picChg chg="mod topLvl">
          <ac:chgData name="Alexandre Quach" userId="7bb690c8a6e028e4" providerId="LiveId" clId="{EA2A87B3-77E9-446E-AAFE-3A15A3F4A617}" dt="2022-03-23T16:01:34.653" v="8459" actId="571"/>
          <ac:picMkLst>
            <pc:docMk/>
            <pc:sldMk cId="3734705461" sldId="793"/>
            <ac:picMk id="117" creationId="{E9908008-E4B7-40C9-9429-E72CE9EB974F}"/>
          </ac:picMkLst>
        </pc:picChg>
        <pc:picChg chg="mod topLvl">
          <ac:chgData name="Alexandre Quach" userId="7bb690c8a6e028e4" providerId="LiveId" clId="{EA2A87B3-77E9-446E-AAFE-3A15A3F4A617}" dt="2022-03-23T16:01:34.653" v="8459" actId="571"/>
          <ac:picMkLst>
            <pc:docMk/>
            <pc:sldMk cId="3734705461" sldId="793"/>
            <ac:picMk id="118" creationId="{271757EC-AEA9-43F7-B9F9-50BE63892FF2}"/>
          </ac:picMkLst>
        </pc:picChg>
        <pc:picChg chg="mod topLvl">
          <ac:chgData name="Alexandre Quach" userId="7bb690c8a6e028e4" providerId="LiveId" clId="{EA2A87B3-77E9-446E-AAFE-3A15A3F4A617}" dt="2022-03-23T16:01:34.653" v="8459" actId="571"/>
          <ac:picMkLst>
            <pc:docMk/>
            <pc:sldMk cId="3734705461" sldId="793"/>
            <ac:picMk id="119" creationId="{C12D3962-0F39-4EED-9DF9-2E3D169DB049}"/>
          </ac:picMkLst>
        </pc:picChg>
        <pc:picChg chg="mod topLvl">
          <ac:chgData name="Alexandre Quach" userId="7bb690c8a6e028e4" providerId="LiveId" clId="{EA2A87B3-77E9-446E-AAFE-3A15A3F4A617}" dt="2022-03-23T16:01:34.653" v="8459" actId="571"/>
          <ac:picMkLst>
            <pc:docMk/>
            <pc:sldMk cId="3734705461" sldId="793"/>
            <ac:picMk id="121" creationId="{63A9C761-6362-4086-A2B5-2A45CD36B9A8}"/>
          </ac:picMkLst>
        </pc:picChg>
        <pc:picChg chg="mod">
          <ac:chgData name="Alexandre Quach" userId="7bb690c8a6e028e4" providerId="LiveId" clId="{EA2A87B3-77E9-446E-AAFE-3A15A3F4A617}" dt="2022-03-23T16:01:56.819" v="8462" actId="571"/>
          <ac:picMkLst>
            <pc:docMk/>
            <pc:sldMk cId="3734705461" sldId="793"/>
            <ac:picMk id="132" creationId="{DEB7FCE7-03F2-444E-AB40-B734435804B5}"/>
          </ac:picMkLst>
        </pc:picChg>
        <pc:picChg chg="mod">
          <ac:chgData name="Alexandre Quach" userId="7bb690c8a6e028e4" providerId="LiveId" clId="{EA2A87B3-77E9-446E-AAFE-3A15A3F4A617}" dt="2022-03-23T16:01:56.819" v="8462" actId="571"/>
          <ac:picMkLst>
            <pc:docMk/>
            <pc:sldMk cId="3734705461" sldId="793"/>
            <ac:picMk id="133" creationId="{648C9E8D-1E06-4BB6-BDC3-369A4DF48637}"/>
          </ac:picMkLst>
        </pc:picChg>
        <pc:picChg chg="mod">
          <ac:chgData name="Alexandre Quach" userId="7bb690c8a6e028e4" providerId="LiveId" clId="{EA2A87B3-77E9-446E-AAFE-3A15A3F4A617}" dt="2022-03-23T16:01:56.819" v="8462" actId="571"/>
          <ac:picMkLst>
            <pc:docMk/>
            <pc:sldMk cId="3734705461" sldId="793"/>
            <ac:picMk id="134" creationId="{DAD194B2-8A43-4B43-B077-FEA694729AA6}"/>
          </ac:picMkLst>
        </pc:picChg>
        <pc:picChg chg="mod">
          <ac:chgData name="Alexandre Quach" userId="7bb690c8a6e028e4" providerId="LiveId" clId="{EA2A87B3-77E9-446E-AAFE-3A15A3F4A617}" dt="2022-03-23T16:01:56.819" v="8462" actId="571"/>
          <ac:picMkLst>
            <pc:docMk/>
            <pc:sldMk cId="3734705461" sldId="793"/>
            <ac:picMk id="135" creationId="{8222AD81-D71C-480D-83C2-BD2694D6BBFC}"/>
          </ac:picMkLst>
        </pc:picChg>
        <pc:picChg chg="mod">
          <ac:chgData name="Alexandre Quach" userId="7bb690c8a6e028e4" providerId="LiveId" clId="{EA2A87B3-77E9-446E-AAFE-3A15A3F4A617}" dt="2022-03-23T16:01:56.819" v="8462" actId="571"/>
          <ac:picMkLst>
            <pc:docMk/>
            <pc:sldMk cId="3734705461" sldId="793"/>
            <ac:picMk id="136" creationId="{03F0C629-BEC9-4076-AA9D-1CD2A6E9334D}"/>
          </ac:picMkLst>
        </pc:picChg>
        <pc:picChg chg="mod">
          <ac:chgData name="Alexandre Quach" userId="7bb690c8a6e028e4" providerId="LiveId" clId="{EA2A87B3-77E9-446E-AAFE-3A15A3F4A617}" dt="2022-03-23T16:01:56.819" v="8462" actId="571"/>
          <ac:picMkLst>
            <pc:docMk/>
            <pc:sldMk cId="3734705461" sldId="793"/>
            <ac:picMk id="137" creationId="{85A03299-583F-4B7A-AA71-D824C08B41C5}"/>
          </ac:picMkLst>
        </pc:picChg>
        <pc:picChg chg="mod">
          <ac:chgData name="Alexandre Quach" userId="7bb690c8a6e028e4" providerId="LiveId" clId="{EA2A87B3-77E9-446E-AAFE-3A15A3F4A617}" dt="2022-03-23T16:01:56.819" v="8462" actId="571"/>
          <ac:picMkLst>
            <pc:docMk/>
            <pc:sldMk cId="3734705461" sldId="793"/>
            <ac:picMk id="138" creationId="{C4A3C233-1E2F-4F80-879C-489531A1DEE5}"/>
          </ac:picMkLst>
        </pc:picChg>
        <pc:picChg chg="mod">
          <ac:chgData name="Alexandre Quach" userId="7bb690c8a6e028e4" providerId="LiveId" clId="{EA2A87B3-77E9-446E-AAFE-3A15A3F4A617}" dt="2022-03-23T16:01:56.819" v="8462" actId="571"/>
          <ac:picMkLst>
            <pc:docMk/>
            <pc:sldMk cId="3734705461" sldId="793"/>
            <ac:picMk id="139" creationId="{E56AD3C5-674E-4105-8C03-4EEFD61EE120}"/>
          </ac:picMkLst>
        </pc:picChg>
        <pc:picChg chg="mod">
          <ac:chgData name="Alexandre Quach" userId="7bb690c8a6e028e4" providerId="LiveId" clId="{EA2A87B3-77E9-446E-AAFE-3A15A3F4A617}" dt="2022-03-23T16:01:56.819" v="8462" actId="571"/>
          <ac:picMkLst>
            <pc:docMk/>
            <pc:sldMk cId="3734705461" sldId="793"/>
            <ac:picMk id="140" creationId="{5611AA10-4C0F-48B6-9122-16E84DDF7BDF}"/>
          </ac:picMkLst>
        </pc:picChg>
        <pc:picChg chg="mod">
          <ac:chgData name="Alexandre Quach" userId="7bb690c8a6e028e4" providerId="LiveId" clId="{EA2A87B3-77E9-446E-AAFE-3A15A3F4A617}" dt="2022-03-23T16:01:56.819" v="8462" actId="571"/>
          <ac:picMkLst>
            <pc:docMk/>
            <pc:sldMk cId="3734705461" sldId="793"/>
            <ac:picMk id="141" creationId="{B42C7A0A-E163-41B3-A837-B5308EB7EB7A}"/>
          </ac:picMkLst>
        </pc:picChg>
        <pc:picChg chg="mod">
          <ac:chgData name="Alexandre Quach" userId="7bb690c8a6e028e4" providerId="LiveId" clId="{EA2A87B3-77E9-446E-AAFE-3A15A3F4A617}" dt="2022-03-23T16:01:56.819" v="8462" actId="571"/>
          <ac:picMkLst>
            <pc:docMk/>
            <pc:sldMk cId="3734705461" sldId="793"/>
            <ac:picMk id="142" creationId="{3EE05FBF-2705-44F7-94C0-E1685CC57CD2}"/>
          </ac:picMkLst>
        </pc:picChg>
        <pc:picChg chg="mod">
          <ac:chgData name="Alexandre Quach" userId="7bb690c8a6e028e4" providerId="LiveId" clId="{EA2A87B3-77E9-446E-AAFE-3A15A3F4A617}" dt="2022-03-23T16:01:56.819" v="8462" actId="571"/>
          <ac:picMkLst>
            <pc:docMk/>
            <pc:sldMk cId="3734705461" sldId="793"/>
            <ac:picMk id="143" creationId="{483AF746-D48D-4CB6-9E46-F6DBA0EE2D2B}"/>
          </ac:picMkLst>
        </pc:picChg>
        <pc:picChg chg="mod">
          <ac:chgData name="Alexandre Quach" userId="7bb690c8a6e028e4" providerId="LiveId" clId="{EA2A87B3-77E9-446E-AAFE-3A15A3F4A617}" dt="2022-03-23T16:01:56.819" v="8462" actId="571"/>
          <ac:picMkLst>
            <pc:docMk/>
            <pc:sldMk cId="3734705461" sldId="793"/>
            <ac:picMk id="144" creationId="{FE790D12-73DF-4A6D-B5BD-5C89BAEADA51}"/>
          </ac:picMkLst>
        </pc:picChg>
        <pc:picChg chg="mod">
          <ac:chgData name="Alexandre Quach" userId="7bb690c8a6e028e4" providerId="LiveId" clId="{EA2A87B3-77E9-446E-AAFE-3A15A3F4A617}" dt="2022-03-23T16:01:56.819" v="8462" actId="571"/>
          <ac:picMkLst>
            <pc:docMk/>
            <pc:sldMk cId="3734705461" sldId="793"/>
            <ac:picMk id="145" creationId="{A413283E-AA9F-4050-AD41-DA380456FA5C}"/>
          </ac:picMkLst>
        </pc:picChg>
        <pc:picChg chg="mod">
          <ac:chgData name="Alexandre Quach" userId="7bb690c8a6e028e4" providerId="LiveId" clId="{EA2A87B3-77E9-446E-AAFE-3A15A3F4A617}" dt="2022-03-23T16:01:56.819" v="8462" actId="571"/>
          <ac:picMkLst>
            <pc:docMk/>
            <pc:sldMk cId="3734705461" sldId="793"/>
            <ac:picMk id="146" creationId="{0D6CBC8B-8F1D-4BFC-A31B-18AFF44C344D}"/>
          </ac:picMkLst>
        </pc:picChg>
        <pc:picChg chg="mod">
          <ac:chgData name="Alexandre Quach" userId="7bb690c8a6e028e4" providerId="LiveId" clId="{EA2A87B3-77E9-446E-AAFE-3A15A3F4A617}" dt="2022-03-23T16:01:56.819" v="8462" actId="571"/>
          <ac:picMkLst>
            <pc:docMk/>
            <pc:sldMk cId="3734705461" sldId="793"/>
            <ac:picMk id="148" creationId="{4D615FAA-E62F-42EA-9EFC-2059257EB48D}"/>
          </ac:picMkLst>
        </pc:picChg>
        <pc:picChg chg="mod">
          <ac:chgData name="Alexandre Quach" userId="7bb690c8a6e028e4" providerId="LiveId" clId="{EA2A87B3-77E9-446E-AAFE-3A15A3F4A617}" dt="2022-03-23T16:02:41.116" v="8471" actId="571"/>
          <ac:picMkLst>
            <pc:docMk/>
            <pc:sldMk cId="3734705461" sldId="793"/>
            <ac:picMk id="164" creationId="{B73E1636-DE48-492A-8AAB-FBCEF74A92A5}"/>
          </ac:picMkLst>
        </pc:picChg>
        <pc:picChg chg="mod">
          <ac:chgData name="Alexandre Quach" userId="7bb690c8a6e028e4" providerId="LiveId" clId="{EA2A87B3-77E9-446E-AAFE-3A15A3F4A617}" dt="2022-03-23T16:02:41.116" v="8471" actId="571"/>
          <ac:picMkLst>
            <pc:docMk/>
            <pc:sldMk cId="3734705461" sldId="793"/>
            <ac:picMk id="165" creationId="{A226FCDC-D722-4640-B42D-0373447CED8D}"/>
          </ac:picMkLst>
        </pc:picChg>
        <pc:picChg chg="mod">
          <ac:chgData name="Alexandre Quach" userId="7bb690c8a6e028e4" providerId="LiveId" clId="{EA2A87B3-77E9-446E-AAFE-3A15A3F4A617}" dt="2022-03-23T16:02:41.116" v="8471" actId="571"/>
          <ac:picMkLst>
            <pc:docMk/>
            <pc:sldMk cId="3734705461" sldId="793"/>
            <ac:picMk id="166" creationId="{87C150B5-A117-475D-B5E4-4220D4032AB0}"/>
          </ac:picMkLst>
        </pc:picChg>
        <pc:picChg chg="mod">
          <ac:chgData name="Alexandre Quach" userId="7bb690c8a6e028e4" providerId="LiveId" clId="{EA2A87B3-77E9-446E-AAFE-3A15A3F4A617}" dt="2022-03-23T16:02:41.116" v="8471" actId="571"/>
          <ac:picMkLst>
            <pc:docMk/>
            <pc:sldMk cId="3734705461" sldId="793"/>
            <ac:picMk id="167" creationId="{7131BB00-8E65-4B3D-888C-8A142DCD6743}"/>
          </ac:picMkLst>
        </pc:picChg>
        <pc:picChg chg="mod">
          <ac:chgData name="Alexandre Quach" userId="7bb690c8a6e028e4" providerId="LiveId" clId="{EA2A87B3-77E9-446E-AAFE-3A15A3F4A617}" dt="2022-03-23T16:02:41.116" v="8471" actId="571"/>
          <ac:picMkLst>
            <pc:docMk/>
            <pc:sldMk cId="3734705461" sldId="793"/>
            <ac:picMk id="168" creationId="{DA980DC2-8857-4D33-A372-568E005A3E4F}"/>
          </ac:picMkLst>
        </pc:picChg>
        <pc:picChg chg="mod">
          <ac:chgData name="Alexandre Quach" userId="7bb690c8a6e028e4" providerId="LiveId" clId="{EA2A87B3-77E9-446E-AAFE-3A15A3F4A617}" dt="2022-03-23T16:02:41.116" v="8471" actId="571"/>
          <ac:picMkLst>
            <pc:docMk/>
            <pc:sldMk cId="3734705461" sldId="793"/>
            <ac:picMk id="169" creationId="{2861EAA2-F946-435A-8E63-B1E2A558C249}"/>
          </ac:picMkLst>
        </pc:picChg>
        <pc:picChg chg="mod">
          <ac:chgData name="Alexandre Quach" userId="7bb690c8a6e028e4" providerId="LiveId" clId="{EA2A87B3-77E9-446E-AAFE-3A15A3F4A617}" dt="2022-03-23T16:02:41.116" v="8471" actId="571"/>
          <ac:picMkLst>
            <pc:docMk/>
            <pc:sldMk cId="3734705461" sldId="793"/>
            <ac:picMk id="170" creationId="{9068277E-0D68-4CA7-B631-D16AB4C244E8}"/>
          </ac:picMkLst>
        </pc:picChg>
        <pc:picChg chg="mod">
          <ac:chgData name="Alexandre Quach" userId="7bb690c8a6e028e4" providerId="LiveId" clId="{EA2A87B3-77E9-446E-AAFE-3A15A3F4A617}" dt="2022-03-23T16:02:41.116" v="8471" actId="571"/>
          <ac:picMkLst>
            <pc:docMk/>
            <pc:sldMk cId="3734705461" sldId="793"/>
            <ac:picMk id="171" creationId="{A4273A48-A543-4FF7-A125-4A5E841B0902}"/>
          </ac:picMkLst>
        </pc:picChg>
        <pc:picChg chg="mod">
          <ac:chgData name="Alexandre Quach" userId="7bb690c8a6e028e4" providerId="LiveId" clId="{EA2A87B3-77E9-446E-AAFE-3A15A3F4A617}" dt="2022-03-23T16:02:41.116" v="8471" actId="571"/>
          <ac:picMkLst>
            <pc:docMk/>
            <pc:sldMk cId="3734705461" sldId="793"/>
            <ac:picMk id="172" creationId="{F95EDD28-1AE3-4A69-B4EA-298BC8A7EA4D}"/>
          </ac:picMkLst>
        </pc:picChg>
        <pc:picChg chg="mod">
          <ac:chgData name="Alexandre Quach" userId="7bb690c8a6e028e4" providerId="LiveId" clId="{EA2A87B3-77E9-446E-AAFE-3A15A3F4A617}" dt="2022-03-23T16:02:41.116" v="8471" actId="571"/>
          <ac:picMkLst>
            <pc:docMk/>
            <pc:sldMk cId="3734705461" sldId="793"/>
            <ac:picMk id="173" creationId="{DF7D77B5-674D-4852-A954-5923F6E2B46E}"/>
          </ac:picMkLst>
        </pc:picChg>
        <pc:picChg chg="mod">
          <ac:chgData name="Alexandre Quach" userId="7bb690c8a6e028e4" providerId="LiveId" clId="{EA2A87B3-77E9-446E-AAFE-3A15A3F4A617}" dt="2022-03-23T16:02:41.116" v="8471" actId="571"/>
          <ac:picMkLst>
            <pc:docMk/>
            <pc:sldMk cId="3734705461" sldId="793"/>
            <ac:picMk id="174" creationId="{9D9F5720-8216-42CE-B4D5-0B8575E392D2}"/>
          </ac:picMkLst>
        </pc:picChg>
        <pc:picChg chg="mod">
          <ac:chgData name="Alexandre Quach" userId="7bb690c8a6e028e4" providerId="LiveId" clId="{EA2A87B3-77E9-446E-AAFE-3A15A3F4A617}" dt="2022-03-23T16:02:41.116" v="8471" actId="571"/>
          <ac:picMkLst>
            <pc:docMk/>
            <pc:sldMk cId="3734705461" sldId="793"/>
            <ac:picMk id="175" creationId="{97D52D2C-A6E9-4F89-B132-D5664D248E56}"/>
          </ac:picMkLst>
        </pc:picChg>
        <pc:picChg chg="mod">
          <ac:chgData name="Alexandre Quach" userId="7bb690c8a6e028e4" providerId="LiveId" clId="{EA2A87B3-77E9-446E-AAFE-3A15A3F4A617}" dt="2022-03-23T16:02:41.116" v="8471" actId="571"/>
          <ac:picMkLst>
            <pc:docMk/>
            <pc:sldMk cId="3734705461" sldId="793"/>
            <ac:picMk id="176" creationId="{1F17D723-6D4D-449F-B4BD-0152274ED7D1}"/>
          </ac:picMkLst>
        </pc:picChg>
        <pc:picChg chg="mod">
          <ac:chgData name="Alexandre Quach" userId="7bb690c8a6e028e4" providerId="LiveId" clId="{EA2A87B3-77E9-446E-AAFE-3A15A3F4A617}" dt="2022-03-23T16:02:41.116" v="8471" actId="571"/>
          <ac:picMkLst>
            <pc:docMk/>
            <pc:sldMk cId="3734705461" sldId="793"/>
            <ac:picMk id="177" creationId="{5C35094C-C8F0-48F6-A4F6-58A759B729BA}"/>
          </ac:picMkLst>
        </pc:picChg>
        <pc:picChg chg="mod">
          <ac:chgData name="Alexandre Quach" userId="7bb690c8a6e028e4" providerId="LiveId" clId="{EA2A87B3-77E9-446E-AAFE-3A15A3F4A617}" dt="2022-03-23T16:02:41.116" v="8471" actId="571"/>
          <ac:picMkLst>
            <pc:docMk/>
            <pc:sldMk cId="3734705461" sldId="793"/>
            <ac:picMk id="178" creationId="{1136E0F3-FE1A-4E49-A2C6-B09F212F55B2}"/>
          </ac:picMkLst>
        </pc:picChg>
        <pc:picChg chg="mod">
          <ac:chgData name="Alexandre Quach" userId="7bb690c8a6e028e4" providerId="LiveId" clId="{EA2A87B3-77E9-446E-AAFE-3A15A3F4A617}" dt="2022-03-23T16:02:41.116" v="8471" actId="571"/>
          <ac:picMkLst>
            <pc:docMk/>
            <pc:sldMk cId="3734705461" sldId="793"/>
            <ac:picMk id="180" creationId="{A8603F8A-22FD-4D87-A336-2ECF1256DD90}"/>
          </ac:picMkLst>
        </pc:picChg>
        <pc:picChg chg="mod">
          <ac:chgData name="Alexandre Quach" userId="7bb690c8a6e028e4" providerId="LiveId" clId="{EA2A87B3-77E9-446E-AAFE-3A15A3F4A617}" dt="2022-03-23T16:06:58.113" v="8795" actId="571"/>
          <ac:picMkLst>
            <pc:docMk/>
            <pc:sldMk cId="3734705461" sldId="793"/>
            <ac:picMk id="223" creationId="{46CE5E73-A389-4EC7-9DF6-60FA9186E5EA}"/>
          </ac:picMkLst>
        </pc:picChg>
        <pc:picChg chg="mod">
          <ac:chgData name="Alexandre Quach" userId="7bb690c8a6e028e4" providerId="LiveId" clId="{EA2A87B3-77E9-446E-AAFE-3A15A3F4A617}" dt="2022-03-23T16:06:58.113" v="8795" actId="571"/>
          <ac:picMkLst>
            <pc:docMk/>
            <pc:sldMk cId="3734705461" sldId="793"/>
            <ac:picMk id="224" creationId="{0B6AD6B8-7B15-4473-9536-DBD2BB1BEF06}"/>
          </ac:picMkLst>
        </pc:picChg>
        <pc:picChg chg="mod">
          <ac:chgData name="Alexandre Quach" userId="7bb690c8a6e028e4" providerId="LiveId" clId="{EA2A87B3-77E9-446E-AAFE-3A15A3F4A617}" dt="2022-03-23T16:06:58.113" v="8795" actId="571"/>
          <ac:picMkLst>
            <pc:docMk/>
            <pc:sldMk cId="3734705461" sldId="793"/>
            <ac:picMk id="225" creationId="{5F59569C-3164-4F8E-B77D-388CB82655BD}"/>
          </ac:picMkLst>
        </pc:picChg>
        <pc:picChg chg="mod">
          <ac:chgData name="Alexandre Quach" userId="7bb690c8a6e028e4" providerId="LiveId" clId="{EA2A87B3-77E9-446E-AAFE-3A15A3F4A617}" dt="2022-03-23T16:06:58.113" v="8795" actId="571"/>
          <ac:picMkLst>
            <pc:docMk/>
            <pc:sldMk cId="3734705461" sldId="793"/>
            <ac:picMk id="226" creationId="{353095E5-AD5A-4633-8D20-2A9141E7C3DA}"/>
          </ac:picMkLst>
        </pc:picChg>
        <pc:picChg chg="mod">
          <ac:chgData name="Alexandre Quach" userId="7bb690c8a6e028e4" providerId="LiveId" clId="{EA2A87B3-77E9-446E-AAFE-3A15A3F4A617}" dt="2022-03-23T16:06:58.113" v="8795" actId="571"/>
          <ac:picMkLst>
            <pc:docMk/>
            <pc:sldMk cId="3734705461" sldId="793"/>
            <ac:picMk id="227" creationId="{5D697E69-0BEE-40F4-86D2-9AEE42B22080}"/>
          </ac:picMkLst>
        </pc:picChg>
        <pc:picChg chg="mod">
          <ac:chgData name="Alexandre Quach" userId="7bb690c8a6e028e4" providerId="LiveId" clId="{EA2A87B3-77E9-446E-AAFE-3A15A3F4A617}" dt="2022-03-23T16:06:58.113" v="8795" actId="571"/>
          <ac:picMkLst>
            <pc:docMk/>
            <pc:sldMk cId="3734705461" sldId="793"/>
            <ac:picMk id="228" creationId="{C9C7F80D-4DEC-433B-BBC4-13D584EEFB5E}"/>
          </ac:picMkLst>
        </pc:picChg>
        <pc:picChg chg="mod">
          <ac:chgData name="Alexandre Quach" userId="7bb690c8a6e028e4" providerId="LiveId" clId="{EA2A87B3-77E9-446E-AAFE-3A15A3F4A617}" dt="2022-03-23T16:06:58.113" v="8795" actId="571"/>
          <ac:picMkLst>
            <pc:docMk/>
            <pc:sldMk cId="3734705461" sldId="793"/>
            <ac:picMk id="229" creationId="{C0C892BA-2137-4204-92CF-6E385CE6F049}"/>
          </ac:picMkLst>
        </pc:picChg>
        <pc:picChg chg="mod">
          <ac:chgData name="Alexandre Quach" userId="7bb690c8a6e028e4" providerId="LiveId" clId="{EA2A87B3-77E9-446E-AAFE-3A15A3F4A617}" dt="2022-03-23T16:06:58.113" v="8795" actId="571"/>
          <ac:picMkLst>
            <pc:docMk/>
            <pc:sldMk cId="3734705461" sldId="793"/>
            <ac:picMk id="230" creationId="{A5EC7C67-5A36-420F-9C5A-35249ED6AE8B}"/>
          </ac:picMkLst>
        </pc:picChg>
        <pc:picChg chg="mod">
          <ac:chgData name="Alexandre Quach" userId="7bb690c8a6e028e4" providerId="LiveId" clId="{EA2A87B3-77E9-446E-AAFE-3A15A3F4A617}" dt="2022-03-23T16:06:58.113" v="8795" actId="571"/>
          <ac:picMkLst>
            <pc:docMk/>
            <pc:sldMk cId="3734705461" sldId="793"/>
            <ac:picMk id="231" creationId="{F6758953-8E5B-4F10-8A48-B6827E9B0AAB}"/>
          </ac:picMkLst>
        </pc:picChg>
        <pc:picChg chg="mod">
          <ac:chgData name="Alexandre Quach" userId="7bb690c8a6e028e4" providerId="LiveId" clId="{EA2A87B3-77E9-446E-AAFE-3A15A3F4A617}" dt="2022-03-23T16:06:58.113" v="8795" actId="571"/>
          <ac:picMkLst>
            <pc:docMk/>
            <pc:sldMk cId="3734705461" sldId="793"/>
            <ac:picMk id="232" creationId="{503A550A-AC5E-456A-ABF8-6FD841892974}"/>
          </ac:picMkLst>
        </pc:picChg>
        <pc:picChg chg="mod">
          <ac:chgData name="Alexandre Quach" userId="7bb690c8a6e028e4" providerId="LiveId" clId="{EA2A87B3-77E9-446E-AAFE-3A15A3F4A617}" dt="2022-03-23T16:06:58.113" v="8795" actId="571"/>
          <ac:picMkLst>
            <pc:docMk/>
            <pc:sldMk cId="3734705461" sldId="793"/>
            <ac:picMk id="233" creationId="{5EA539BB-B989-4E7B-B3ED-535A30EC11C4}"/>
          </ac:picMkLst>
        </pc:picChg>
        <pc:picChg chg="mod">
          <ac:chgData name="Alexandre Quach" userId="7bb690c8a6e028e4" providerId="LiveId" clId="{EA2A87B3-77E9-446E-AAFE-3A15A3F4A617}" dt="2022-03-23T16:06:58.113" v="8795" actId="571"/>
          <ac:picMkLst>
            <pc:docMk/>
            <pc:sldMk cId="3734705461" sldId="793"/>
            <ac:picMk id="234" creationId="{08954BB4-DD18-4D2C-89EF-4411B3570ABB}"/>
          </ac:picMkLst>
        </pc:picChg>
        <pc:picChg chg="mod">
          <ac:chgData name="Alexandre Quach" userId="7bb690c8a6e028e4" providerId="LiveId" clId="{EA2A87B3-77E9-446E-AAFE-3A15A3F4A617}" dt="2022-03-23T16:06:58.113" v="8795" actId="571"/>
          <ac:picMkLst>
            <pc:docMk/>
            <pc:sldMk cId="3734705461" sldId="793"/>
            <ac:picMk id="235" creationId="{342A10B5-9392-4C69-A524-058A7ACF7AEB}"/>
          </ac:picMkLst>
        </pc:picChg>
        <pc:picChg chg="mod">
          <ac:chgData name="Alexandre Quach" userId="7bb690c8a6e028e4" providerId="LiveId" clId="{EA2A87B3-77E9-446E-AAFE-3A15A3F4A617}" dt="2022-03-23T16:06:58.113" v="8795" actId="571"/>
          <ac:picMkLst>
            <pc:docMk/>
            <pc:sldMk cId="3734705461" sldId="793"/>
            <ac:picMk id="236" creationId="{0DB2C172-1A8E-4F9A-AA8F-24DB0C21F6BC}"/>
          </ac:picMkLst>
        </pc:picChg>
        <pc:picChg chg="mod">
          <ac:chgData name="Alexandre Quach" userId="7bb690c8a6e028e4" providerId="LiveId" clId="{EA2A87B3-77E9-446E-AAFE-3A15A3F4A617}" dt="2022-03-23T16:06:58.113" v="8795" actId="571"/>
          <ac:picMkLst>
            <pc:docMk/>
            <pc:sldMk cId="3734705461" sldId="793"/>
            <ac:picMk id="237" creationId="{22A510F5-4C35-4095-A82D-1A160471EEA1}"/>
          </ac:picMkLst>
        </pc:picChg>
        <pc:picChg chg="mod">
          <ac:chgData name="Alexandre Quach" userId="7bb690c8a6e028e4" providerId="LiveId" clId="{EA2A87B3-77E9-446E-AAFE-3A15A3F4A617}" dt="2022-03-23T16:06:58.113" v="8795" actId="571"/>
          <ac:picMkLst>
            <pc:docMk/>
            <pc:sldMk cId="3734705461" sldId="793"/>
            <ac:picMk id="239" creationId="{C607B400-3B04-4C62-BE97-802EF90F81D1}"/>
          </ac:picMkLst>
        </pc:picChg>
        <pc:picChg chg="mod">
          <ac:chgData name="Alexandre Quach" userId="7bb690c8a6e028e4" providerId="LiveId" clId="{EA2A87B3-77E9-446E-AAFE-3A15A3F4A617}" dt="2022-03-23T16:07:34.599" v="8825" actId="571"/>
          <ac:picMkLst>
            <pc:docMk/>
            <pc:sldMk cId="3734705461" sldId="793"/>
            <ac:picMk id="278" creationId="{298B5C37-7A3D-4EFC-BC53-376D23F99680}"/>
          </ac:picMkLst>
        </pc:picChg>
        <pc:picChg chg="mod">
          <ac:chgData name="Alexandre Quach" userId="7bb690c8a6e028e4" providerId="LiveId" clId="{EA2A87B3-77E9-446E-AAFE-3A15A3F4A617}" dt="2022-03-23T16:07:34.599" v="8825" actId="571"/>
          <ac:picMkLst>
            <pc:docMk/>
            <pc:sldMk cId="3734705461" sldId="793"/>
            <ac:picMk id="279" creationId="{9E3B0537-48E0-4256-92A9-703BD463139F}"/>
          </ac:picMkLst>
        </pc:picChg>
        <pc:picChg chg="mod">
          <ac:chgData name="Alexandre Quach" userId="7bb690c8a6e028e4" providerId="LiveId" clId="{EA2A87B3-77E9-446E-AAFE-3A15A3F4A617}" dt="2022-03-23T16:07:34.599" v="8825" actId="571"/>
          <ac:picMkLst>
            <pc:docMk/>
            <pc:sldMk cId="3734705461" sldId="793"/>
            <ac:picMk id="280" creationId="{8E0BB445-6AA0-4650-9FD9-99F688FBB742}"/>
          </ac:picMkLst>
        </pc:picChg>
        <pc:picChg chg="mod">
          <ac:chgData name="Alexandre Quach" userId="7bb690c8a6e028e4" providerId="LiveId" clId="{EA2A87B3-77E9-446E-AAFE-3A15A3F4A617}" dt="2022-03-23T16:07:34.599" v="8825" actId="571"/>
          <ac:picMkLst>
            <pc:docMk/>
            <pc:sldMk cId="3734705461" sldId="793"/>
            <ac:picMk id="281" creationId="{EB929E21-8441-454F-AA7B-BD8C5689DF2F}"/>
          </ac:picMkLst>
        </pc:picChg>
        <pc:picChg chg="mod">
          <ac:chgData name="Alexandre Quach" userId="7bb690c8a6e028e4" providerId="LiveId" clId="{EA2A87B3-77E9-446E-AAFE-3A15A3F4A617}" dt="2022-03-23T16:07:34.599" v="8825" actId="571"/>
          <ac:picMkLst>
            <pc:docMk/>
            <pc:sldMk cId="3734705461" sldId="793"/>
            <ac:picMk id="282" creationId="{572B3672-CFCD-4B6B-A328-7AC978066BD6}"/>
          </ac:picMkLst>
        </pc:picChg>
        <pc:picChg chg="mod">
          <ac:chgData name="Alexandre Quach" userId="7bb690c8a6e028e4" providerId="LiveId" clId="{EA2A87B3-77E9-446E-AAFE-3A15A3F4A617}" dt="2022-03-23T16:07:34.599" v="8825" actId="571"/>
          <ac:picMkLst>
            <pc:docMk/>
            <pc:sldMk cId="3734705461" sldId="793"/>
            <ac:picMk id="283" creationId="{13842D23-CDCC-4979-AAA6-B78FEEAF32BC}"/>
          </ac:picMkLst>
        </pc:picChg>
        <pc:picChg chg="mod">
          <ac:chgData name="Alexandre Quach" userId="7bb690c8a6e028e4" providerId="LiveId" clId="{EA2A87B3-77E9-446E-AAFE-3A15A3F4A617}" dt="2022-03-23T16:07:34.599" v="8825" actId="571"/>
          <ac:picMkLst>
            <pc:docMk/>
            <pc:sldMk cId="3734705461" sldId="793"/>
            <ac:picMk id="284" creationId="{BE33D36A-F278-4810-B833-9C6BDE5D0C08}"/>
          </ac:picMkLst>
        </pc:picChg>
        <pc:picChg chg="mod">
          <ac:chgData name="Alexandre Quach" userId="7bb690c8a6e028e4" providerId="LiveId" clId="{EA2A87B3-77E9-446E-AAFE-3A15A3F4A617}" dt="2022-03-23T16:07:34.599" v="8825" actId="571"/>
          <ac:picMkLst>
            <pc:docMk/>
            <pc:sldMk cId="3734705461" sldId="793"/>
            <ac:picMk id="285" creationId="{58B79FDD-A559-4902-A6F7-D06E55CD052B}"/>
          </ac:picMkLst>
        </pc:picChg>
        <pc:picChg chg="mod">
          <ac:chgData name="Alexandre Quach" userId="7bb690c8a6e028e4" providerId="LiveId" clId="{EA2A87B3-77E9-446E-AAFE-3A15A3F4A617}" dt="2022-03-23T16:07:34.599" v="8825" actId="571"/>
          <ac:picMkLst>
            <pc:docMk/>
            <pc:sldMk cId="3734705461" sldId="793"/>
            <ac:picMk id="286" creationId="{2E5E65B1-3516-4DF5-9211-00B90B9271B5}"/>
          </ac:picMkLst>
        </pc:picChg>
        <pc:picChg chg="mod">
          <ac:chgData name="Alexandre Quach" userId="7bb690c8a6e028e4" providerId="LiveId" clId="{EA2A87B3-77E9-446E-AAFE-3A15A3F4A617}" dt="2022-03-23T16:07:34.599" v="8825" actId="571"/>
          <ac:picMkLst>
            <pc:docMk/>
            <pc:sldMk cId="3734705461" sldId="793"/>
            <ac:picMk id="287" creationId="{CDD97D54-912A-4CB7-B1D4-7339B2C85776}"/>
          </ac:picMkLst>
        </pc:picChg>
        <pc:picChg chg="mod">
          <ac:chgData name="Alexandre Quach" userId="7bb690c8a6e028e4" providerId="LiveId" clId="{EA2A87B3-77E9-446E-AAFE-3A15A3F4A617}" dt="2022-03-23T16:07:34.599" v="8825" actId="571"/>
          <ac:picMkLst>
            <pc:docMk/>
            <pc:sldMk cId="3734705461" sldId="793"/>
            <ac:picMk id="288" creationId="{3CF6485D-E255-4C4F-9F23-C8072002EFBC}"/>
          </ac:picMkLst>
        </pc:picChg>
        <pc:picChg chg="mod">
          <ac:chgData name="Alexandre Quach" userId="7bb690c8a6e028e4" providerId="LiveId" clId="{EA2A87B3-77E9-446E-AAFE-3A15A3F4A617}" dt="2022-03-23T16:07:34.599" v="8825" actId="571"/>
          <ac:picMkLst>
            <pc:docMk/>
            <pc:sldMk cId="3734705461" sldId="793"/>
            <ac:picMk id="289" creationId="{20925D48-C4C3-43E8-ADD7-F5017AAD6187}"/>
          </ac:picMkLst>
        </pc:picChg>
        <pc:picChg chg="mod">
          <ac:chgData name="Alexandre Quach" userId="7bb690c8a6e028e4" providerId="LiveId" clId="{EA2A87B3-77E9-446E-AAFE-3A15A3F4A617}" dt="2022-03-23T16:07:34.599" v="8825" actId="571"/>
          <ac:picMkLst>
            <pc:docMk/>
            <pc:sldMk cId="3734705461" sldId="793"/>
            <ac:picMk id="290" creationId="{E2A2A0AB-2D60-41F0-978E-1C2318B8B428}"/>
          </ac:picMkLst>
        </pc:picChg>
        <pc:picChg chg="mod">
          <ac:chgData name="Alexandre Quach" userId="7bb690c8a6e028e4" providerId="LiveId" clId="{EA2A87B3-77E9-446E-AAFE-3A15A3F4A617}" dt="2022-03-23T16:07:34.599" v="8825" actId="571"/>
          <ac:picMkLst>
            <pc:docMk/>
            <pc:sldMk cId="3734705461" sldId="793"/>
            <ac:picMk id="291" creationId="{388662FF-5960-428F-A8CE-42C5EB5AFE3E}"/>
          </ac:picMkLst>
        </pc:picChg>
        <pc:picChg chg="mod">
          <ac:chgData name="Alexandre Quach" userId="7bb690c8a6e028e4" providerId="LiveId" clId="{EA2A87B3-77E9-446E-AAFE-3A15A3F4A617}" dt="2022-03-23T16:07:34.599" v="8825" actId="571"/>
          <ac:picMkLst>
            <pc:docMk/>
            <pc:sldMk cId="3734705461" sldId="793"/>
            <ac:picMk id="292" creationId="{ABB7339B-9629-46E9-B317-BED15B4ACCBA}"/>
          </ac:picMkLst>
        </pc:picChg>
        <pc:picChg chg="mod">
          <ac:chgData name="Alexandre Quach" userId="7bb690c8a6e028e4" providerId="LiveId" clId="{EA2A87B3-77E9-446E-AAFE-3A15A3F4A617}" dt="2022-03-23T16:07:34.599" v="8825" actId="571"/>
          <ac:picMkLst>
            <pc:docMk/>
            <pc:sldMk cId="3734705461" sldId="793"/>
            <ac:picMk id="294" creationId="{149C0636-93A4-4A0E-AA5D-6BA47551700C}"/>
          </ac:picMkLst>
        </pc:picChg>
        <pc:picChg chg="mod">
          <ac:chgData name="Alexandre Quach" userId="7bb690c8a6e028e4" providerId="LiveId" clId="{EA2A87B3-77E9-446E-AAFE-3A15A3F4A617}" dt="2022-03-23T16:08:18.962" v="8831" actId="571"/>
          <ac:picMkLst>
            <pc:docMk/>
            <pc:sldMk cId="3734705461" sldId="793"/>
            <ac:picMk id="333" creationId="{5DFC0B6E-39E2-487A-9ED5-1146B10A51C1}"/>
          </ac:picMkLst>
        </pc:picChg>
        <pc:picChg chg="mod">
          <ac:chgData name="Alexandre Quach" userId="7bb690c8a6e028e4" providerId="LiveId" clId="{EA2A87B3-77E9-446E-AAFE-3A15A3F4A617}" dt="2022-03-23T16:08:18.962" v="8831" actId="571"/>
          <ac:picMkLst>
            <pc:docMk/>
            <pc:sldMk cId="3734705461" sldId="793"/>
            <ac:picMk id="334" creationId="{0B5790BE-BF6C-4E3D-BD33-2C5BCD7559A2}"/>
          </ac:picMkLst>
        </pc:picChg>
        <pc:picChg chg="mod">
          <ac:chgData name="Alexandre Quach" userId="7bb690c8a6e028e4" providerId="LiveId" clId="{EA2A87B3-77E9-446E-AAFE-3A15A3F4A617}" dt="2022-03-23T16:08:18.962" v="8831" actId="571"/>
          <ac:picMkLst>
            <pc:docMk/>
            <pc:sldMk cId="3734705461" sldId="793"/>
            <ac:picMk id="335" creationId="{9F41E688-7929-4BE1-8CEF-F5C40BC7DDBC}"/>
          </ac:picMkLst>
        </pc:picChg>
        <pc:picChg chg="mod">
          <ac:chgData name="Alexandre Quach" userId="7bb690c8a6e028e4" providerId="LiveId" clId="{EA2A87B3-77E9-446E-AAFE-3A15A3F4A617}" dt="2022-03-23T16:08:18.962" v="8831" actId="571"/>
          <ac:picMkLst>
            <pc:docMk/>
            <pc:sldMk cId="3734705461" sldId="793"/>
            <ac:picMk id="336" creationId="{90CC2F20-CCCC-45F5-868C-06FE76CE7E07}"/>
          </ac:picMkLst>
        </pc:picChg>
        <pc:picChg chg="mod">
          <ac:chgData name="Alexandre Quach" userId="7bb690c8a6e028e4" providerId="LiveId" clId="{EA2A87B3-77E9-446E-AAFE-3A15A3F4A617}" dt="2022-03-23T16:08:18.962" v="8831" actId="571"/>
          <ac:picMkLst>
            <pc:docMk/>
            <pc:sldMk cId="3734705461" sldId="793"/>
            <ac:picMk id="337" creationId="{6A243EB0-3F05-4880-843D-A0399396C1A4}"/>
          </ac:picMkLst>
        </pc:picChg>
        <pc:picChg chg="mod">
          <ac:chgData name="Alexandre Quach" userId="7bb690c8a6e028e4" providerId="LiveId" clId="{EA2A87B3-77E9-446E-AAFE-3A15A3F4A617}" dt="2022-03-23T16:08:18.962" v="8831" actId="571"/>
          <ac:picMkLst>
            <pc:docMk/>
            <pc:sldMk cId="3734705461" sldId="793"/>
            <ac:picMk id="338" creationId="{A124AFF1-2A47-4CF5-845F-C04AFE040460}"/>
          </ac:picMkLst>
        </pc:picChg>
        <pc:picChg chg="mod">
          <ac:chgData name="Alexandre Quach" userId="7bb690c8a6e028e4" providerId="LiveId" clId="{EA2A87B3-77E9-446E-AAFE-3A15A3F4A617}" dt="2022-03-23T16:08:18.962" v="8831" actId="571"/>
          <ac:picMkLst>
            <pc:docMk/>
            <pc:sldMk cId="3734705461" sldId="793"/>
            <ac:picMk id="339" creationId="{A0B6230E-A260-4654-8C8D-EF05097C3F02}"/>
          </ac:picMkLst>
        </pc:picChg>
        <pc:picChg chg="mod">
          <ac:chgData name="Alexandre Quach" userId="7bb690c8a6e028e4" providerId="LiveId" clId="{EA2A87B3-77E9-446E-AAFE-3A15A3F4A617}" dt="2022-03-23T16:08:18.962" v="8831" actId="571"/>
          <ac:picMkLst>
            <pc:docMk/>
            <pc:sldMk cId="3734705461" sldId="793"/>
            <ac:picMk id="340" creationId="{B6EF5725-9138-4BBC-9364-E9224C6007CE}"/>
          </ac:picMkLst>
        </pc:picChg>
        <pc:picChg chg="mod">
          <ac:chgData name="Alexandre Quach" userId="7bb690c8a6e028e4" providerId="LiveId" clId="{EA2A87B3-77E9-446E-AAFE-3A15A3F4A617}" dt="2022-03-23T16:08:18.962" v="8831" actId="571"/>
          <ac:picMkLst>
            <pc:docMk/>
            <pc:sldMk cId="3734705461" sldId="793"/>
            <ac:picMk id="341" creationId="{97EC23B4-6D66-48D7-92EA-275B5A818A88}"/>
          </ac:picMkLst>
        </pc:picChg>
        <pc:picChg chg="mod">
          <ac:chgData name="Alexandre Quach" userId="7bb690c8a6e028e4" providerId="LiveId" clId="{EA2A87B3-77E9-446E-AAFE-3A15A3F4A617}" dt="2022-03-23T16:08:18.962" v="8831" actId="571"/>
          <ac:picMkLst>
            <pc:docMk/>
            <pc:sldMk cId="3734705461" sldId="793"/>
            <ac:picMk id="342" creationId="{D19734EE-D706-468F-AB23-E137D22887EF}"/>
          </ac:picMkLst>
        </pc:picChg>
        <pc:picChg chg="mod">
          <ac:chgData name="Alexandre Quach" userId="7bb690c8a6e028e4" providerId="LiveId" clId="{EA2A87B3-77E9-446E-AAFE-3A15A3F4A617}" dt="2022-03-23T16:08:18.962" v="8831" actId="571"/>
          <ac:picMkLst>
            <pc:docMk/>
            <pc:sldMk cId="3734705461" sldId="793"/>
            <ac:picMk id="343" creationId="{7BBFC87E-DFD4-419D-900C-FF6046D57FC9}"/>
          </ac:picMkLst>
        </pc:picChg>
        <pc:picChg chg="mod">
          <ac:chgData name="Alexandre Quach" userId="7bb690c8a6e028e4" providerId="LiveId" clId="{EA2A87B3-77E9-446E-AAFE-3A15A3F4A617}" dt="2022-03-23T16:08:18.962" v="8831" actId="571"/>
          <ac:picMkLst>
            <pc:docMk/>
            <pc:sldMk cId="3734705461" sldId="793"/>
            <ac:picMk id="344" creationId="{DE958587-C714-43FF-B27F-D678BDE83EA4}"/>
          </ac:picMkLst>
        </pc:picChg>
        <pc:picChg chg="mod">
          <ac:chgData name="Alexandre Quach" userId="7bb690c8a6e028e4" providerId="LiveId" clId="{EA2A87B3-77E9-446E-AAFE-3A15A3F4A617}" dt="2022-03-23T16:08:18.962" v="8831" actId="571"/>
          <ac:picMkLst>
            <pc:docMk/>
            <pc:sldMk cId="3734705461" sldId="793"/>
            <ac:picMk id="345" creationId="{489399C2-1E1A-4D2F-92E9-6A507CBF5C1F}"/>
          </ac:picMkLst>
        </pc:picChg>
        <pc:picChg chg="mod">
          <ac:chgData name="Alexandre Quach" userId="7bb690c8a6e028e4" providerId="LiveId" clId="{EA2A87B3-77E9-446E-AAFE-3A15A3F4A617}" dt="2022-03-23T16:08:18.962" v="8831" actId="571"/>
          <ac:picMkLst>
            <pc:docMk/>
            <pc:sldMk cId="3734705461" sldId="793"/>
            <ac:picMk id="346" creationId="{F7C2313A-87E9-400E-8F4E-835D866416C0}"/>
          </ac:picMkLst>
        </pc:picChg>
        <pc:picChg chg="mod">
          <ac:chgData name="Alexandre Quach" userId="7bb690c8a6e028e4" providerId="LiveId" clId="{EA2A87B3-77E9-446E-AAFE-3A15A3F4A617}" dt="2022-03-23T16:08:18.962" v="8831" actId="571"/>
          <ac:picMkLst>
            <pc:docMk/>
            <pc:sldMk cId="3734705461" sldId="793"/>
            <ac:picMk id="347" creationId="{3DAF54DF-9337-4AEB-B606-08EA8647BCCF}"/>
          </ac:picMkLst>
        </pc:picChg>
        <pc:picChg chg="mod">
          <ac:chgData name="Alexandre Quach" userId="7bb690c8a6e028e4" providerId="LiveId" clId="{EA2A87B3-77E9-446E-AAFE-3A15A3F4A617}" dt="2022-03-23T16:08:18.962" v="8831" actId="571"/>
          <ac:picMkLst>
            <pc:docMk/>
            <pc:sldMk cId="3734705461" sldId="793"/>
            <ac:picMk id="349" creationId="{E8AB5995-B297-40AE-A7E1-9BE9B9172F77}"/>
          </ac:picMkLst>
        </pc:picChg>
        <pc:picChg chg="mod">
          <ac:chgData name="Alexandre Quach" userId="7bb690c8a6e028e4" providerId="LiveId" clId="{EA2A87B3-77E9-446E-AAFE-3A15A3F4A617}" dt="2022-03-23T16:08:56.322" v="8885" actId="571"/>
          <ac:picMkLst>
            <pc:docMk/>
            <pc:sldMk cId="3734705461" sldId="793"/>
            <ac:picMk id="388" creationId="{CFB4A80B-7122-4871-87E7-EF8C54134992}"/>
          </ac:picMkLst>
        </pc:picChg>
        <pc:picChg chg="mod">
          <ac:chgData name="Alexandre Quach" userId="7bb690c8a6e028e4" providerId="LiveId" clId="{EA2A87B3-77E9-446E-AAFE-3A15A3F4A617}" dt="2022-03-23T16:08:56.322" v="8885" actId="571"/>
          <ac:picMkLst>
            <pc:docMk/>
            <pc:sldMk cId="3734705461" sldId="793"/>
            <ac:picMk id="389" creationId="{0198B1B4-20D0-468A-89FD-D90B37FC4045}"/>
          </ac:picMkLst>
        </pc:picChg>
        <pc:picChg chg="mod">
          <ac:chgData name="Alexandre Quach" userId="7bb690c8a6e028e4" providerId="LiveId" clId="{EA2A87B3-77E9-446E-AAFE-3A15A3F4A617}" dt="2022-03-23T16:08:56.322" v="8885" actId="571"/>
          <ac:picMkLst>
            <pc:docMk/>
            <pc:sldMk cId="3734705461" sldId="793"/>
            <ac:picMk id="390" creationId="{A11F4267-DAA4-4952-9073-154A70C035BB}"/>
          </ac:picMkLst>
        </pc:picChg>
        <pc:picChg chg="mod">
          <ac:chgData name="Alexandre Quach" userId="7bb690c8a6e028e4" providerId="LiveId" clId="{EA2A87B3-77E9-446E-AAFE-3A15A3F4A617}" dt="2022-03-23T16:08:56.322" v="8885" actId="571"/>
          <ac:picMkLst>
            <pc:docMk/>
            <pc:sldMk cId="3734705461" sldId="793"/>
            <ac:picMk id="391" creationId="{5402ECF6-0D04-465B-9767-FAB50BAE3565}"/>
          </ac:picMkLst>
        </pc:picChg>
        <pc:picChg chg="mod">
          <ac:chgData name="Alexandre Quach" userId="7bb690c8a6e028e4" providerId="LiveId" clId="{EA2A87B3-77E9-446E-AAFE-3A15A3F4A617}" dt="2022-03-23T16:08:56.322" v="8885" actId="571"/>
          <ac:picMkLst>
            <pc:docMk/>
            <pc:sldMk cId="3734705461" sldId="793"/>
            <ac:picMk id="392" creationId="{5BFAC0B3-C0BD-4478-A097-FF9B61B8B12D}"/>
          </ac:picMkLst>
        </pc:picChg>
        <pc:picChg chg="mod">
          <ac:chgData name="Alexandre Quach" userId="7bb690c8a6e028e4" providerId="LiveId" clId="{EA2A87B3-77E9-446E-AAFE-3A15A3F4A617}" dt="2022-03-23T16:08:56.322" v="8885" actId="571"/>
          <ac:picMkLst>
            <pc:docMk/>
            <pc:sldMk cId="3734705461" sldId="793"/>
            <ac:picMk id="393" creationId="{F2E8D71D-E038-47CA-ABA1-18F1B8D31FC0}"/>
          </ac:picMkLst>
        </pc:picChg>
        <pc:picChg chg="mod">
          <ac:chgData name="Alexandre Quach" userId="7bb690c8a6e028e4" providerId="LiveId" clId="{EA2A87B3-77E9-446E-AAFE-3A15A3F4A617}" dt="2022-03-23T16:08:56.322" v="8885" actId="571"/>
          <ac:picMkLst>
            <pc:docMk/>
            <pc:sldMk cId="3734705461" sldId="793"/>
            <ac:picMk id="394" creationId="{80848FF6-0E0C-48BF-A019-DFCB945CCE0F}"/>
          </ac:picMkLst>
        </pc:picChg>
        <pc:picChg chg="mod">
          <ac:chgData name="Alexandre Quach" userId="7bb690c8a6e028e4" providerId="LiveId" clId="{EA2A87B3-77E9-446E-AAFE-3A15A3F4A617}" dt="2022-03-23T16:08:56.322" v="8885" actId="571"/>
          <ac:picMkLst>
            <pc:docMk/>
            <pc:sldMk cId="3734705461" sldId="793"/>
            <ac:picMk id="395" creationId="{CFAB291C-AC03-4FF2-AB22-D6F9CDBB36FE}"/>
          </ac:picMkLst>
        </pc:picChg>
        <pc:picChg chg="mod">
          <ac:chgData name="Alexandre Quach" userId="7bb690c8a6e028e4" providerId="LiveId" clId="{EA2A87B3-77E9-446E-AAFE-3A15A3F4A617}" dt="2022-03-23T16:08:56.322" v="8885" actId="571"/>
          <ac:picMkLst>
            <pc:docMk/>
            <pc:sldMk cId="3734705461" sldId="793"/>
            <ac:picMk id="396" creationId="{87DC7749-111F-40A2-AF5B-3A35FC457CA0}"/>
          </ac:picMkLst>
        </pc:picChg>
        <pc:picChg chg="mod">
          <ac:chgData name="Alexandre Quach" userId="7bb690c8a6e028e4" providerId="LiveId" clId="{EA2A87B3-77E9-446E-AAFE-3A15A3F4A617}" dt="2022-03-23T16:08:56.322" v="8885" actId="571"/>
          <ac:picMkLst>
            <pc:docMk/>
            <pc:sldMk cId="3734705461" sldId="793"/>
            <ac:picMk id="397" creationId="{5BE548A6-68C4-4ADA-8F11-36C2AFC7AE32}"/>
          </ac:picMkLst>
        </pc:picChg>
        <pc:picChg chg="mod">
          <ac:chgData name="Alexandre Quach" userId="7bb690c8a6e028e4" providerId="LiveId" clId="{EA2A87B3-77E9-446E-AAFE-3A15A3F4A617}" dt="2022-03-23T16:08:56.322" v="8885" actId="571"/>
          <ac:picMkLst>
            <pc:docMk/>
            <pc:sldMk cId="3734705461" sldId="793"/>
            <ac:picMk id="398" creationId="{0AE9DE69-FB98-4DBF-8E42-05C042353163}"/>
          </ac:picMkLst>
        </pc:picChg>
        <pc:picChg chg="mod">
          <ac:chgData name="Alexandre Quach" userId="7bb690c8a6e028e4" providerId="LiveId" clId="{EA2A87B3-77E9-446E-AAFE-3A15A3F4A617}" dt="2022-03-23T16:08:56.322" v="8885" actId="571"/>
          <ac:picMkLst>
            <pc:docMk/>
            <pc:sldMk cId="3734705461" sldId="793"/>
            <ac:picMk id="399" creationId="{95AB46D3-E5EA-4DEC-8F76-DF7C0A79A321}"/>
          </ac:picMkLst>
        </pc:picChg>
        <pc:picChg chg="mod">
          <ac:chgData name="Alexandre Quach" userId="7bb690c8a6e028e4" providerId="LiveId" clId="{EA2A87B3-77E9-446E-AAFE-3A15A3F4A617}" dt="2022-03-23T16:08:56.322" v="8885" actId="571"/>
          <ac:picMkLst>
            <pc:docMk/>
            <pc:sldMk cId="3734705461" sldId="793"/>
            <ac:picMk id="400" creationId="{3E566FC1-1FD8-4D27-9905-3E994BA78E8C}"/>
          </ac:picMkLst>
        </pc:picChg>
        <pc:picChg chg="mod">
          <ac:chgData name="Alexandre Quach" userId="7bb690c8a6e028e4" providerId="LiveId" clId="{EA2A87B3-77E9-446E-AAFE-3A15A3F4A617}" dt="2022-03-23T16:08:56.322" v="8885" actId="571"/>
          <ac:picMkLst>
            <pc:docMk/>
            <pc:sldMk cId="3734705461" sldId="793"/>
            <ac:picMk id="401" creationId="{BADDA9AD-0D54-4951-962E-7C6E86F8B9E6}"/>
          </ac:picMkLst>
        </pc:picChg>
        <pc:picChg chg="mod">
          <ac:chgData name="Alexandre Quach" userId="7bb690c8a6e028e4" providerId="LiveId" clId="{EA2A87B3-77E9-446E-AAFE-3A15A3F4A617}" dt="2022-03-23T16:08:56.322" v="8885" actId="571"/>
          <ac:picMkLst>
            <pc:docMk/>
            <pc:sldMk cId="3734705461" sldId="793"/>
            <ac:picMk id="402" creationId="{ED05F7B4-4474-47BA-B3FD-0ABDDC205E6A}"/>
          </ac:picMkLst>
        </pc:picChg>
        <pc:picChg chg="mod">
          <ac:chgData name="Alexandre Quach" userId="7bb690c8a6e028e4" providerId="LiveId" clId="{EA2A87B3-77E9-446E-AAFE-3A15A3F4A617}" dt="2022-03-23T16:08:56.322" v="8885" actId="571"/>
          <ac:picMkLst>
            <pc:docMk/>
            <pc:sldMk cId="3734705461" sldId="793"/>
            <ac:picMk id="404" creationId="{A513DAF3-F0D6-4CC5-BE3E-BA6F1B2BE761}"/>
          </ac:picMkLst>
        </pc:picChg>
        <pc:picChg chg="mod">
          <ac:chgData name="Alexandre Quach" userId="7bb690c8a6e028e4" providerId="LiveId" clId="{EA2A87B3-77E9-446E-AAFE-3A15A3F4A617}" dt="2022-03-23T16:10:56.280" v="8968" actId="571"/>
          <ac:picMkLst>
            <pc:docMk/>
            <pc:sldMk cId="3734705461" sldId="793"/>
            <ac:picMk id="446" creationId="{B5976682-2F9C-4CAC-A251-A0E5EF48657A}"/>
          </ac:picMkLst>
        </pc:picChg>
        <pc:picChg chg="mod">
          <ac:chgData name="Alexandre Quach" userId="7bb690c8a6e028e4" providerId="LiveId" clId="{EA2A87B3-77E9-446E-AAFE-3A15A3F4A617}" dt="2022-03-23T16:10:56.280" v="8968" actId="571"/>
          <ac:picMkLst>
            <pc:docMk/>
            <pc:sldMk cId="3734705461" sldId="793"/>
            <ac:picMk id="447" creationId="{F7B62B2E-CA0B-461D-982A-590BB879A001}"/>
          </ac:picMkLst>
        </pc:picChg>
        <pc:picChg chg="mod">
          <ac:chgData name="Alexandre Quach" userId="7bb690c8a6e028e4" providerId="LiveId" clId="{EA2A87B3-77E9-446E-AAFE-3A15A3F4A617}" dt="2022-03-23T16:10:56.280" v="8968" actId="571"/>
          <ac:picMkLst>
            <pc:docMk/>
            <pc:sldMk cId="3734705461" sldId="793"/>
            <ac:picMk id="448" creationId="{DC6BA7A6-D2FB-4642-B451-C0FC075DE4B3}"/>
          </ac:picMkLst>
        </pc:picChg>
        <pc:picChg chg="mod">
          <ac:chgData name="Alexandre Quach" userId="7bb690c8a6e028e4" providerId="LiveId" clId="{EA2A87B3-77E9-446E-AAFE-3A15A3F4A617}" dt="2022-03-23T16:10:56.280" v="8968" actId="571"/>
          <ac:picMkLst>
            <pc:docMk/>
            <pc:sldMk cId="3734705461" sldId="793"/>
            <ac:picMk id="449" creationId="{B20251A1-80C0-486F-AA11-ADCC58A62CED}"/>
          </ac:picMkLst>
        </pc:picChg>
        <pc:picChg chg="mod">
          <ac:chgData name="Alexandre Quach" userId="7bb690c8a6e028e4" providerId="LiveId" clId="{EA2A87B3-77E9-446E-AAFE-3A15A3F4A617}" dt="2022-03-23T16:10:56.280" v="8968" actId="571"/>
          <ac:picMkLst>
            <pc:docMk/>
            <pc:sldMk cId="3734705461" sldId="793"/>
            <ac:picMk id="450" creationId="{9FCC0DCF-8912-4160-B252-AFC85D9C3399}"/>
          </ac:picMkLst>
        </pc:picChg>
        <pc:picChg chg="mod">
          <ac:chgData name="Alexandre Quach" userId="7bb690c8a6e028e4" providerId="LiveId" clId="{EA2A87B3-77E9-446E-AAFE-3A15A3F4A617}" dt="2022-03-23T16:10:56.280" v="8968" actId="571"/>
          <ac:picMkLst>
            <pc:docMk/>
            <pc:sldMk cId="3734705461" sldId="793"/>
            <ac:picMk id="451" creationId="{2C52F38F-5C76-4567-953B-7B7CFE229128}"/>
          </ac:picMkLst>
        </pc:picChg>
        <pc:picChg chg="mod">
          <ac:chgData name="Alexandre Quach" userId="7bb690c8a6e028e4" providerId="LiveId" clId="{EA2A87B3-77E9-446E-AAFE-3A15A3F4A617}" dt="2022-03-23T16:10:56.280" v="8968" actId="571"/>
          <ac:picMkLst>
            <pc:docMk/>
            <pc:sldMk cId="3734705461" sldId="793"/>
            <ac:picMk id="452" creationId="{82DB2BD4-876A-4AEE-9016-CCC6D5BD68F0}"/>
          </ac:picMkLst>
        </pc:picChg>
        <pc:picChg chg="mod">
          <ac:chgData name="Alexandre Quach" userId="7bb690c8a6e028e4" providerId="LiveId" clId="{EA2A87B3-77E9-446E-AAFE-3A15A3F4A617}" dt="2022-03-23T16:10:56.280" v="8968" actId="571"/>
          <ac:picMkLst>
            <pc:docMk/>
            <pc:sldMk cId="3734705461" sldId="793"/>
            <ac:picMk id="453" creationId="{107F3D3D-CBD8-4ECB-97E2-9B7AB5529AD8}"/>
          </ac:picMkLst>
        </pc:picChg>
        <pc:picChg chg="mod">
          <ac:chgData name="Alexandre Quach" userId="7bb690c8a6e028e4" providerId="LiveId" clId="{EA2A87B3-77E9-446E-AAFE-3A15A3F4A617}" dt="2022-03-23T16:10:56.280" v="8968" actId="571"/>
          <ac:picMkLst>
            <pc:docMk/>
            <pc:sldMk cId="3734705461" sldId="793"/>
            <ac:picMk id="454" creationId="{DC105DB5-3B7B-4AAE-8171-91CD6302E615}"/>
          </ac:picMkLst>
        </pc:picChg>
        <pc:picChg chg="mod">
          <ac:chgData name="Alexandre Quach" userId="7bb690c8a6e028e4" providerId="LiveId" clId="{EA2A87B3-77E9-446E-AAFE-3A15A3F4A617}" dt="2022-03-23T16:10:56.280" v="8968" actId="571"/>
          <ac:picMkLst>
            <pc:docMk/>
            <pc:sldMk cId="3734705461" sldId="793"/>
            <ac:picMk id="455" creationId="{7A6EA86D-0A90-406D-B548-F778728CF148}"/>
          </ac:picMkLst>
        </pc:picChg>
        <pc:picChg chg="mod">
          <ac:chgData name="Alexandre Quach" userId="7bb690c8a6e028e4" providerId="LiveId" clId="{EA2A87B3-77E9-446E-AAFE-3A15A3F4A617}" dt="2022-03-23T16:10:56.280" v="8968" actId="571"/>
          <ac:picMkLst>
            <pc:docMk/>
            <pc:sldMk cId="3734705461" sldId="793"/>
            <ac:picMk id="456" creationId="{3084F01F-526C-4A73-9BB8-E1618BBAA046}"/>
          </ac:picMkLst>
        </pc:picChg>
        <pc:picChg chg="mod">
          <ac:chgData name="Alexandre Quach" userId="7bb690c8a6e028e4" providerId="LiveId" clId="{EA2A87B3-77E9-446E-AAFE-3A15A3F4A617}" dt="2022-03-23T16:10:56.280" v="8968" actId="571"/>
          <ac:picMkLst>
            <pc:docMk/>
            <pc:sldMk cId="3734705461" sldId="793"/>
            <ac:picMk id="457" creationId="{D0DBAA84-0746-46CA-AA96-EB4268FDDE0D}"/>
          </ac:picMkLst>
        </pc:picChg>
        <pc:picChg chg="mod">
          <ac:chgData name="Alexandre Quach" userId="7bb690c8a6e028e4" providerId="LiveId" clId="{EA2A87B3-77E9-446E-AAFE-3A15A3F4A617}" dt="2022-03-23T16:10:56.280" v="8968" actId="571"/>
          <ac:picMkLst>
            <pc:docMk/>
            <pc:sldMk cId="3734705461" sldId="793"/>
            <ac:picMk id="458" creationId="{F5ADF9EA-E583-4D5F-9DA5-869FA18933ED}"/>
          </ac:picMkLst>
        </pc:picChg>
        <pc:picChg chg="mod">
          <ac:chgData name="Alexandre Quach" userId="7bb690c8a6e028e4" providerId="LiveId" clId="{EA2A87B3-77E9-446E-AAFE-3A15A3F4A617}" dt="2022-03-23T16:10:56.280" v="8968" actId="571"/>
          <ac:picMkLst>
            <pc:docMk/>
            <pc:sldMk cId="3734705461" sldId="793"/>
            <ac:picMk id="459" creationId="{FB916C0F-D1EA-4715-9B29-F443DD33444A}"/>
          </ac:picMkLst>
        </pc:picChg>
        <pc:picChg chg="mod">
          <ac:chgData name="Alexandre Quach" userId="7bb690c8a6e028e4" providerId="LiveId" clId="{EA2A87B3-77E9-446E-AAFE-3A15A3F4A617}" dt="2022-03-23T16:10:56.280" v="8968" actId="571"/>
          <ac:picMkLst>
            <pc:docMk/>
            <pc:sldMk cId="3734705461" sldId="793"/>
            <ac:picMk id="460" creationId="{CCBFADD2-E320-412D-A6FD-A203A8443071}"/>
          </ac:picMkLst>
        </pc:picChg>
        <pc:picChg chg="mod">
          <ac:chgData name="Alexandre Quach" userId="7bb690c8a6e028e4" providerId="LiveId" clId="{EA2A87B3-77E9-446E-AAFE-3A15A3F4A617}" dt="2022-03-23T16:10:56.280" v="8968" actId="571"/>
          <ac:picMkLst>
            <pc:docMk/>
            <pc:sldMk cId="3734705461" sldId="793"/>
            <ac:picMk id="462" creationId="{DAFA5307-69AB-41C1-9777-C33C5FD53CDA}"/>
          </ac:picMkLst>
        </pc:picChg>
        <pc:picChg chg="add mod">
          <ac:chgData name="Alexandre Quach" userId="7bb690c8a6e028e4" providerId="LiveId" clId="{EA2A87B3-77E9-446E-AAFE-3A15A3F4A617}" dt="2022-03-23T16:15:49.895" v="9255" actId="1076"/>
          <ac:picMkLst>
            <pc:docMk/>
            <pc:sldMk cId="3734705461" sldId="793"/>
            <ac:picMk id="521" creationId="{992CEC5F-829F-47B6-B659-31F98963FF87}"/>
          </ac:picMkLst>
        </pc:picChg>
        <pc:cxnChg chg="mod">
          <ac:chgData name="Alexandre Quach" userId="7bb690c8a6e028e4" providerId="LiveId" clId="{EA2A87B3-77E9-446E-AAFE-3A15A3F4A617}" dt="2022-03-23T15:59:26.266" v="8428" actId="164"/>
          <ac:cxnSpMkLst>
            <pc:docMk/>
            <pc:sldMk cId="3734705461" sldId="793"/>
            <ac:cxnSpMk id="8" creationId="{68E55D39-8610-4E1C-8923-6B492CD1D24A}"/>
          </ac:cxnSpMkLst>
        </pc:cxnChg>
        <pc:cxnChg chg="mod">
          <ac:chgData name="Alexandre Quach" userId="7bb690c8a6e028e4" providerId="LiveId" clId="{EA2A87B3-77E9-446E-AAFE-3A15A3F4A617}" dt="2022-03-23T15:59:26.266" v="8428" actId="164"/>
          <ac:cxnSpMkLst>
            <pc:docMk/>
            <pc:sldMk cId="3734705461" sldId="793"/>
            <ac:cxnSpMk id="66" creationId="{EDC27FB1-1B1E-431C-B08F-F645CAB375EB}"/>
          </ac:cxnSpMkLst>
        </pc:cxnChg>
        <pc:cxnChg chg="mod">
          <ac:chgData name="Alexandre Quach" userId="7bb690c8a6e028e4" providerId="LiveId" clId="{EA2A87B3-77E9-446E-AAFE-3A15A3F4A617}" dt="2022-03-23T15:59:26.266" v="8428" actId="164"/>
          <ac:cxnSpMkLst>
            <pc:docMk/>
            <pc:sldMk cId="3734705461" sldId="793"/>
            <ac:cxnSpMk id="67" creationId="{CF758E0F-C3E5-4E87-8E7C-A1492F97162B}"/>
          </ac:cxnSpMkLst>
        </pc:cxnChg>
        <pc:cxnChg chg="mod">
          <ac:chgData name="Alexandre Quach" userId="7bb690c8a6e028e4" providerId="LiveId" clId="{EA2A87B3-77E9-446E-AAFE-3A15A3F4A617}" dt="2022-03-23T15:59:26.266" v="8428" actId="164"/>
          <ac:cxnSpMkLst>
            <pc:docMk/>
            <pc:sldMk cId="3734705461" sldId="793"/>
            <ac:cxnSpMk id="68" creationId="{AEAFFACE-2906-4C58-9072-CFF64F320A64}"/>
          </ac:cxnSpMkLst>
        </pc:cxnChg>
        <pc:cxnChg chg="mod">
          <ac:chgData name="Alexandre Quach" userId="7bb690c8a6e028e4" providerId="LiveId" clId="{EA2A87B3-77E9-446E-AAFE-3A15A3F4A617}" dt="2022-03-23T15:59:26.266" v="8428" actId="164"/>
          <ac:cxnSpMkLst>
            <pc:docMk/>
            <pc:sldMk cId="3734705461" sldId="793"/>
            <ac:cxnSpMk id="69" creationId="{866FF310-D1C3-4195-97B1-217DF644FC21}"/>
          </ac:cxnSpMkLst>
        </pc:cxnChg>
        <pc:cxnChg chg="mod topLvl">
          <ac:chgData name="Alexandre Quach" userId="7bb690c8a6e028e4" providerId="LiveId" clId="{EA2A87B3-77E9-446E-AAFE-3A15A3F4A617}" dt="2022-03-23T16:01:34.653" v="8459" actId="571"/>
          <ac:cxnSpMkLst>
            <pc:docMk/>
            <pc:sldMk cId="3734705461" sldId="793"/>
            <ac:cxnSpMk id="97" creationId="{9A866B70-2185-46AB-A677-04DCB001D3C4}"/>
          </ac:cxnSpMkLst>
        </pc:cxnChg>
        <pc:cxnChg chg="mod topLvl">
          <ac:chgData name="Alexandre Quach" userId="7bb690c8a6e028e4" providerId="LiveId" clId="{EA2A87B3-77E9-446E-AAFE-3A15A3F4A617}" dt="2022-03-23T16:01:34.653" v="8459" actId="571"/>
          <ac:cxnSpMkLst>
            <pc:docMk/>
            <pc:sldMk cId="3734705461" sldId="793"/>
            <ac:cxnSpMk id="101" creationId="{56D15729-B16A-4C35-9D8B-9F280F4D11CF}"/>
          </ac:cxnSpMkLst>
        </pc:cxnChg>
        <pc:cxnChg chg="mod topLvl">
          <ac:chgData name="Alexandre Quach" userId="7bb690c8a6e028e4" providerId="LiveId" clId="{EA2A87B3-77E9-446E-AAFE-3A15A3F4A617}" dt="2022-03-23T16:01:34.653" v="8459" actId="571"/>
          <ac:cxnSpMkLst>
            <pc:docMk/>
            <pc:sldMk cId="3734705461" sldId="793"/>
            <ac:cxnSpMk id="102" creationId="{320EF552-6678-463B-B8A9-E7655836362B}"/>
          </ac:cxnSpMkLst>
        </pc:cxnChg>
        <pc:cxnChg chg="mod topLvl">
          <ac:chgData name="Alexandre Quach" userId="7bb690c8a6e028e4" providerId="LiveId" clId="{EA2A87B3-77E9-446E-AAFE-3A15A3F4A617}" dt="2022-03-23T16:01:34.653" v="8459" actId="571"/>
          <ac:cxnSpMkLst>
            <pc:docMk/>
            <pc:sldMk cId="3734705461" sldId="793"/>
            <ac:cxnSpMk id="103" creationId="{D5722D36-0168-412B-ACC3-77FEA5FC18F3}"/>
          </ac:cxnSpMkLst>
        </pc:cxnChg>
        <pc:cxnChg chg="mod topLvl">
          <ac:chgData name="Alexandre Quach" userId="7bb690c8a6e028e4" providerId="LiveId" clId="{EA2A87B3-77E9-446E-AAFE-3A15A3F4A617}" dt="2022-03-23T16:01:34.653" v="8459" actId="571"/>
          <ac:cxnSpMkLst>
            <pc:docMk/>
            <pc:sldMk cId="3734705461" sldId="793"/>
            <ac:cxnSpMk id="104" creationId="{3B6475C6-5096-4D5D-B841-8B0056D63F3F}"/>
          </ac:cxnSpMkLst>
        </pc:cxnChg>
        <pc:cxnChg chg="mod">
          <ac:chgData name="Alexandre Quach" userId="7bb690c8a6e028e4" providerId="LiveId" clId="{EA2A87B3-77E9-446E-AAFE-3A15A3F4A617}" dt="2022-03-23T16:01:56.819" v="8462" actId="571"/>
          <ac:cxnSpMkLst>
            <pc:docMk/>
            <pc:sldMk cId="3734705461" sldId="793"/>
            <ac:cxnSpMk id="127" creationId="{F8409A9C-668B-4E72-9C96-30179D25EAEB}"/>
          </ac:cxnSpMkLst>
        </pc:cxnChg>
        <pc:cxnChg chg="mod">
          <ac:chgData name="Alexandre Quach" userId="7bb690c8a6e028e4" providerId="LiveId" clId="{EA2A87B3-77E9-446E-AAFE-3A15A3F4A617}" dt="2022-03-23T16:01:56.819" v="8462" actId="571"/>
          <ac:cxnSpMkLst>
            <pc:docMk/>
            <pc:sldMk cId="3734705461" sldId="793"/>
            <ac:cxnSpMk id="128" creationId="{BDB5F874-782E-4322-9CF9-DA15A65B7F1C}"/>
          </ac:cxnSpMkLst>
        </pc:cxnChg>
        <pc:cxnChg chg="mod">
          <ac:chgData name="Alexandre Quach" userId="7bb690c8a6e028e4" providerId="LiveId" clId="{EA2A87B3-77E9-446E-AAFE-3A15A3F4A617}" dt="2022-03-23T16:01:56.819" v="8462" actId="571"/>
          <ac:cxnSpMkLst>
            <pc:docMk/>
            <pc:sldMk cId="3734705461" sldId="793"/>
            <ac:cxnSpMk id="129" creationId="{71DBBA14-874B-44D9-8096-E494F3A425DE}"/>
          </ac:cxnSpMkLst>
        </pc:cxnChg>
        <pc:cxnChg chg="mod">
          <ac:chgData name="Alexandre Quach" userId="7bb690c8a6e028e4" providerId="LiveId" clId="{EA2A87B3-77E9-446E-AAFE-3A15A3F4A617}" dt="2022-03-23T16:01:56.819" v="8462" actId="571"/>
          <ac:cxnSpMkLst>
            <pc:docMk/>
            <pc:sldMk cId="3734705461" sldId="793"/>
            <ac:cxnSpMk id="130" creationId="{DEAAE925-2E00-43CA-9D06-C44C40D40C15}"/>
          </ac:cxnSpMkLst>
        </pc:cxnChg>
        <pc:cxnChg chg="mod">
          <ac:chgData name="Alexandre Quach" userId="7bb690c8a6e028e4" providerId="LiveId" clId="{EA2A87B3-77E9-446E-AAFE-3A15A3F4A617}" dt="2022-03-23T16:01:56.819" v="8462" actId="571"/>
          <ac:cxnSpMkLst>
            <pc:docMk/>
            <pc:sldMk cId="3734705461" sldId="793"/>
            <ac:cxnSpMk id="131" creationId="{298B8B8B-6360-46F1-93AA-339543AD6CCD}"/>
          </ac:cxnSpMkLst>
        </pc:cxnChg>
        <pc:cxnChg chg="mod">
          <ac:chgData name="Alexandre Quach" userId="7bb690c8a6e028e4" providerId="LiveId" clId="{EA2A87B3-77E9-446E-AAFE-3A15A3F4A617}" dt="2022-03-23T16:02:41.116" v="8471" actId="571"/>
          <ac:cxnSpMkLst>
            <pc:docMk/>
            <pc:sldMk cId="3734705461" sldId="793"/>
            <ac:cxnSpMk id="159" creationId="{97A80D87-5272-4A91-9EC4-2AC24158D7E4}"/>
          </ac:cxnSpMkLst>
        </pc:cxnChg>
        <pc:cxnChg chg="mod">
          <ac:chgData name="Alexandre Quach" userId="7bb690c8a6e028e4" providerId="LiveId" clId="{EA2A87B3-77E9-446E-AAFE-3A15A3F4A617}" dt="2022-03-23T16:02:41.116" v="8471" actId="571"/>
          <ac:cxnSpMkLst>
            <pc:docMk/>
            <pc:sldMk cId="3734705461" sldId="793"/>
            <ac:cxnSpMk id="160" creationId="{987DCEB7-CB0E-4839-9B73-9DEDBDB9B460}"/>
          </ac:cxnSpMkLst>
        </pc:cxnChg>
        <pc:cxnChg chg="mod">
          <ac:chgData name="Alexandre Quach" userId="7bb690c8a6e028e4" providerId="LiveId" clId="{EA2A87B3-77E9-446E-AAFE-3A15A3F4A617}" dt="2022-03-23T16:02:41.116" v="8471" actId="571"/>
          <ac:cxnSpMkLst>
            <pc:docMk/>
            <pc:sldMk cId="3734705461" sldId="793"/>
            <ac:cxnSpMk id="161" creationId="{1E2673E5-6BAA-4D3A-9A0B-FC395930262A}"/>
          </ac:cxnSpMkLst>
        </pc:cxnChg>
        <pc:cxnChg chg="mod">
          <ac:chgData name="Alexandre Quach" userId="7bb690c8a6e028e4" providerId="LiveId" clId="{EA2A87B3-77E9-446E-AAFE-3A15A3F4A617}" dt="2022-03-23T16:02:41.116" v="8471" actId="571"/>
          <ac:cxnSpMkLst>
            <pc:docMk/>
            <pc:sldMk cId="3734705461" sldId="793"/>
            <ac:cxnSpMk id="162" creationId="{EC8AB1A4-BA2C-4DDD-8B58-899D3AAA6525}"/>
          </ac:cxnSpMkLst>
        </pc:cxnChg>
        <pc:cxnChg chg="mod">
          <ac:chgData name="Alexandre Quach" userId="7bb690c8a6e028e4" providerId="LiveId" clId="{EA2A87B3-77E9-446E-AAFE-3A15A3F4A617}" dt="2022-03-23T16:02:41.116" v="8471" actId="571"/>
          <ac:cxnSpMkLst>
            <pc:docMk/>
            <pc:sldMk cId="3734705461" sldId="793"/>
            <ac:cxnSpMk id="163" creationId="{EAE50265-5613-4EBC-BC70-478954108E16}"/>
          </ac:cxnSpMkLst>
        </pc:cxnChg>
        <pc:cxnChg chg="mod">
          <ac:chgData name="Alexandre Quach" userId="7bb690c8a6e028e4" providerId="LiveId" clId="{EA2A87B3-77E9-446E-AAFE-3A15A3F4A617}" dt="2022-03-23T16:06:58.113" v="8795" actId="571"/>
          <ac:cxnSpMkLst>
            <pc:docMk/>
            <pc:sldMk cId="3734705461" sldId="793"/>
            <ac:cxnSpMk id="218" creationId="{A666A29F-37FE-4E75-9B0C-AA3AC4BA8E28}"/>
          </ac:cxnSpMkLst>
        </pc:cxnChg>
        <pc:cxnChg chg="mod">
          <ac:chgData name="Alexandre Quach" userId="7bb690c8a6e028e4" providerId="LiveId" clId="{EA2A87B3-77E9-446E-AAFE-3A15A3F4A617}" dt="2022-03-23T16:06:58.113" v="8795" actId="571"/>
          <ac:cxnSpMkLst>
            <pc:docMk/>
            <pc:sldMk cId="3734705461" sldId="793"/>
            <ac:cxnSpMk id="219" creationId="{C8863FD6-5A44-440A-8D81-9173BD4034B9}"/>
          </ac:cxnSpMkLst>
        </pc:cxnChg>
        <pc:cxnChg chg="mod">
          <ac:chgData name="Alexandre Quach" userId="7bb690c8a6e028e4" providerId="LiveId" clId="{EA2A87B3-77E9-446E-AAFE-3A15A3F4A617}" dt="2022-03-23T16:06:58.113" v="8795" actId="571"/>
          <ac:cxnSpMkLst>
            <pc:docMk/>
            <pc:sldMk cId="3734705461" sldId="793"/>
            <ac:cxnSpMk id="220" creationId="{25384416-4AD6-400A-9FFE-1FF0792754AD}"/>
          </ac:cxnSpMkLst>
        </pc:cxnChg>
        <pc:cxnChg chg="mod">
          <ac:chgData name="Alexandre Quach" userId="7bb690c8a6e028e4" providerId="LiveId" clId="{EA2A87B3-77E9-446E-AAFE-3A15A3F4A617}" dt="2022-03-23T16:06:58.113" v="8795" actId="571"/>
          <ac:cxnSpMkLst>
            <pc:docMk/>
            <pc:sldMk cId="3734705461" sldId="793"/>
            <ac:cxnSpMk id="221" creationId="{D62BDE29-96E0-479E-A5CF-1D63BC768DFA}"/>
          </ac:cxnSpMkLst>
        </pc:cxnChg>
        <pc:cxnChg chg="mod">
          <ac:chgData name="Alexandre Quach" userId="7bb690c8a6e028e4" providerId="LiveId" clId="{EA2A87B3-77E9-446E-AAFE-3A15A3F4A617}" dt="2022-03-23T16:06:58.113" v="8795" actId="571"/>
          <ac:cxnSpMkLst>
            <pc:docMk/>
            <pc:sldMk cId="3734705461" sldId="793"/>
            <ac:cxnSpMk id="222" creationId="{D630AB84-ACA4-4E9D-ACAC-87EB5BD38F76}"/>
          </ac:cxnSpMkLst>
        </pc:cxnChg>
        <pc:cxnChg chg="mod">
          <ac:chgData name="Alexandre Quach" userId="7bb690c8a6e028e4" providerId="LiveId" clId="{EA2A87B3-77E9-446E-AAFE-3A15A3F4A617}" dt="2022-03-23T16:07:34.599" v="8825" actId="571"/>
          <ac:cxnSpMkLst>
            <pc:docMk/>
            <pc:sldMk cId="3734705461" sldId="793"/>
            <ac:cxnSpMk id="273" creationId="{7BB798C8-D0AE-4997-B286-55514DCC0C6D}"/>
          </ac:cxnSpMkLst>
        </pc:cxnChg>
        <pc:cxnChg chg="mod">
          <ac:chgData name="Alexandre Quach" userId="7bb690c8a6e028e4" providerId="LiveId" clId="{EA2A87B3-77E9-446E-AAFE-3A15A3F4A617}" dt="2022-03-23T16:07:34.599" v="8825" actId="571"/>
          <ac:cxnSpMkLst>
            <pc:docMk/>
            <pc:sldMk cId="3734705461" sldId="793"/>
            <ac:cxnSpMk id="274" creationId="{69C08982-079F-4571-8EE0-EE2BC4AD6BBD}"/>
          </ac:cxnSpMkLst>
        </pc:cxnChg>
        <pc:cxnChg chg="mod">
          <ac:chgData name="Alexandre Quach" userId="7bb690c8a6e028e4" providerId="LiveId" clId="{EA2A87B3-77E9-446E-AAFE-3A15A3F4A617}" dt="2022-03-23T16:07:34.599" v="8825" actId="571"/>
          <ac:cxnSpMkLst>
            <pc:docMk/>
            <pc:sldMk cId="3734705461" sldId="793"/>
            <ac:cxnSpMk id="275" creationId="{78114CB8-2EBD-40D1-818F-669D02E0DF30}"/>
          </ac:cxnSpMkLst>
        </pc:cxnChg>
        <pc:cxnChg chg="mod">
          <ac:chgData name="Alexandre Quach" userId="7bb690c8a6e028e4" providerId="LiveId" clId="{EA2A87B3-77E9-446E-AAFE-3A15A3F4A617}" dt="2022-03-23T16:07:34.599" v="8825" actId="571"/>
          <ac:cxnSpMkLst>
            <pc:docMk/>
            <pc:sldMk cId="3734705461" sldId="793"/>
            <ac:cxnSpMk id="276" creationId="{143F37C2-4154-46E5-9BA1-C4D6B01E1D2A}"/>
          </ac:cxnSpMkLst>
        </pc:cxnChg>
        <pc:cxnChg chg="mod">
          <ac:chgData name="Alexandre Quach" userId="7bb690c8a6e028e4" providerId="LiveId" clId="{EA2A87B3-77E9-446E-AAFE-3A15A3F4A617}" dt="2022-03-23T16:07:34.599" v="8825" actId="571"/>
          <ac:cxnSpMkLst>
            <pc:docMk/>
            <pc:sldMk cId="3734705461" sldId="793"/>
            <ac:cxnSpMk id="277" creationId="{A9F7C0C9-BB9D-495F-AA87-F864B5901369}"/>
          </ac:cxnSpMkLst>
        </pc:cxnChg>
        <pc:cxnChg chg="mod">
          <ac:chgData name="Alexandre Quach" userId="7bb690c8a6e028e4" providerId="LiveId" clId="{EA2A87B3-77E9-446E-AAFE-3A15A3F4A617}" dt="2022-03-23T16:08:18.962" v="8831" actId="571"/>
          <ac:cxnSpMkLst>
            <pc:docMk/>
            <pc:sldMk cId="3734705461" sldId="793"/>
            <ac:cxnSpMk id="328" creationId="{A4BEAC53-590D-48C4-9AAA-6F52A4D7123C}"/>
          </ac:cxnSpMkLst>
        </pc:cxnChg>
        <pc:cxnChg chg="mod">
          <ac:chgData name="Alexandre Quach" userId="7bb690c8a6e028e4" providerId="LiveId" clId="{EA2A87B3-77E9-446E-AAFE-3A15A3F4A617}" dt="2022-03-23T16:08:18.962" v="8831" actId="571"/>
          <ac:cxnSpMkLst>
            <pc:docMk/>
            <pc:sldMk cId="3734705461" sldId="793"/>
            <ac:cxnSpMk id="329" creationId="{C578AEF9-4CC9-4C01-96EF-BC1625E53309}"/>
          </ac:cxnSpMkLst>
        </pc:cxnChg>
        <pc:cxnChg chg="mod">
          <ac:chgData name="Alexandre Quach" userId="7bb690c8a6e028e4" providerId="LiveId" clId="{EA2A87B3-77E9-446E-AAFE-3A15A3F4A617}" dt="2022-03-23T16:08:18.962" v="8831" actId="571"/>
          <ac:cxnSpMkLst>
            <pc:docMk/>
            <pc:sldMk cId="3734705461" sldId="793"/>
            <ac:cxnSpMk id="330" creationId="{108EEB54-082A-4ABA-84E1-FF5FBB066264}"/>
          </ac:cxnSpMkLst>
        </pc:cxnChg>
        <pc:cxnChg chg="mod">
          <ac:chgData name="Alexandre Quach" userId="7bb690c8a6e028e4" providerId="LiveId" clId="{EA2A87B3-77E9-446E-AAFE-3A15A3F4A617}" dt="2022-03-23T16:08:18.962" v="8831" actId="571"/>
          <ac:cxnSpMkLst>
            <pc:docMk/>
            <pc:sldMk cId="3734705461" sldId="793"/>
            <ac:cxnSpMk id="331" creationId="{B79EDF3E-1B73-4774-A20A-292DAB54679F}"/>
          </ac:cxnSpMkLst>
        </pc:cxnChg>
        <pc:cxnChg chg="mod">
          <ac:chgData name="Alexandre Quach" userId="7bb690c8a6e028e4" providerId="LiveId" clId="{EA2A87B3-77E9-446E-AAFE-3A15A3F4A617}" dt="2022-03-23T16:08:18.962" v="8831" actId="571"/>
          <ac:cxnSpMkLst>
            <pc:docMk/>
            <pc:sldMk cId="3734705461" sldId="793"/>
            <ac:cxnSpMk id="332" creationId="{92A32190-9382-4569-B4F1-1EC956920AFD}"/>
          </ac:cxnSpMkLst>
        </pc:cxnChg>
        <pc:cxnChg chg="mod">
          <ac:chgData name="Alexandre Quach" userId="7bb690c8a6e028e4" providerId="LiveId" clId="{EA2A87B3-77E9-446E-AAFE-3A15A3F4A617}" dt="2022-03-23T16:08:56.322" v="8885" actId="571"/>
          <ac:cxnSpMkLst>
            <pc:docMk/>
            <pc:sldMk cId="3734705461" sldId="793"/>
            <ac:cxnSpMk id="383" creationId="{405731D6-CF3B-453B-8168-82185BC73BFA}"/>
          </ac:cxnSpMkLst>
        </pc:cxnChg>
        <pc:cxnChg chg="mod">
          <ac:chgData name="Alexandre Quach" userId="7bb690c8a6e028e4" providerId="LiveId" clId="{EA2A87B3-77E9-446E-AAFE-3A15A3F4A617}" dt="2022-03-23T16:08:56.322" v="8885" actId="571"/>
          <ac:cxnSpMkLst>
            <pc:docMk/>
            <pc:sldMk cId="3734705461" sldId="793"/>
            <ac:cxnSpMk id="384" creationId="{0B6F4579-EC13-41B6-82F9-7F79E8AB696C}"/>
          </ac:cxnSpMkLst>
        </pc:cxnChg>
        <pc:cxnChg chg="mod">
          <ac:chgData name="Alexandre Quach" userId="7bb690c8a6e028e4" providerId="LiveId" clId="{EA2A87B3-77E9-446E-AAFE-3A15A3F4A617}" dt="2022-03-23T16:08:56.322" v="8885" actId="571"/>
          <ac:cxnSpMkLst>
            <pc:docMk/>
            <pc:sldMk cId="3734705461" sldId="793"/>
            <ac:cxnSpMk id="385" creationId="{7AC08BC3-1394-4EE5-BE82-CC3E7B2D943E}"/>
          </ac:cxnSpMkLst>
        </pc:cxnChg>
        <pc:cxnChg chg="mod">
          <ac:chgData name="Alexandre Quach" userId="7bb690c8a6e028e4" providerId="LiveId" clId="{EA2A87B3-77E9-446E-AAFE-3A15A3F4A617}" dt="2022-03-23T16:08:56.322" v="8885" actId="571"/>
          <ac:cxnSpMkLst>
            <pc:docMk/>
            <pc:sldMk cId="3734705461" sldId="793"/>
            <ac:cxnSpMk id="386" creationId="{E1C3AA7E-B4ED-4FC3-BCE8-9B730D85874B}"/>
          </ac:cxnSpMkLst>
        </pc:cxnChg>
        <pc:cxnChg chg="mod">
          <ac:chgData name="Alexandre Quach" userId="7bb690c8a6e028e4" providerId="LiveId" clId="{EA2A87B3-77E9-446E-AAFE-3A15A3F4A617}" dt="2022-03-23T16:08:56.322" v="8885" actId="571"/>
          <ac:cxnSpMkLst>
            <pc:docMk/>
            <pc:sldMk cId="3734705461" sldId="793"/>
            <ac:cxnSpMk id="387" creationId="{0F19736C-4E6F-4136-91F2-6C063E429EDA}"/>
          </ac:cxnSpMkLst>
        </pc:cxnChg>
        <pc:cxnChg chg="mod">
          <ac:chgData name="Alexandre Quach" userId="7bb690c8a6e028e4" providerId="LiveId" clId="{EA2A87B3-77E9-446E-AAFE-3A15A3F4A617}" dt="2022-03-23T16:10:56.280" v="8968" actId="571"/>
          <ac:cxnSpMkLst>
            <pc:docMk/>
            <pc:sldMk cId="3734705461" sldId="793"/>
            <ac:cxnSpMk id="441" creationId="{D9963DF0-2FBA-477E-8201-070C53FCB19C}"/>
          </ac:cxnSpMkLst>
        </pc:cxnChg>
        <pc:cxnChg chg="mod">
          <ac:chgData name="Alexandre Quach" userId="7bb690c8a6e028e4" providerId="LiveId" clId="{EA2A87B3-77E9-446E-AAFE-3A15A3F4A617}" dt="2022-03-23T16:10:56.280" v="8968" actId="571"/>
          <ac:cxnSpMkLst>
            <pc:docMk/>
            <pc:sldMk cId="3734705461" sldId="793"/>
            <ac:cxnSpMk id="442" creationId="{08DCAF8F-176C-460E-A594-DCAA91A6C83C}"/>
          </ac:cxnSpMkLst>
        </pc:cxnChg>
        <pc:cxnChg chg="mod">
          <ac:chgData name="Alexandre Quach" userId="7bb690c8a6e028e4" providerId="LiveId" clId="{EA2A87B3-77E9-446E-AAFE-3A15A3F4A617}" dt="2022-03-23T16:10:56.280" v="8968" actId="571"/>
          <ac:cxnSpMkLst>
            <pc:docMk/>
            <pc:sldMk cId="3734705461" sldId="793"/>
            <ac:cxnSpMk id="443" creationId="{40F58B2C-3598-4E8F-B61F-83F4C51E6C12}"/>
          </ac:cxnSpMkLst>
        </pc:cxnChg>
        <pc:cxnChg chg="mod">
          <ac:chgData name="Alexandre Quach" userId="7bb690c8a6e028e4" providerId="LiveId" clId="{EA2A87B3-77E9-446E-AAFE-3A15A3F4A617}" dt="2022-03-23T16:10:56.280" v="8968" actId="571"/>
          <ac:cxnSpMkLst>
            <pc:docMk/>
            <pc:sldMk cId="3734705461" sldId="793"/>
            <ac:cxnSpMk id="444" creationId="{B194D2BC-5AF6-4B29-8C5F-E55FCBE70C2E}"/>
          </ac:cxnSpMkLst>
        </pc:cxnChg>
        <pc:cxnChg chg="mod">
          <ac:chgData name="Alexandre Quach" userId="7bb690c8a6e028e4" providerId="LiveId" clId="{EA2A87B3-77E9-446E-AAFE-3A15A3F4A617}" dt="2022-03-23T16:10:56.280" v="8968" actId="571"/>
          <ac:cxnSpMkLst>
            <pc:docMk/>
            <pc:sldMk cId="3734705461" sldId="793"/>
            <ac:cxnSpMk id="445" creationId="{180D90E0-2369-4FD2-B40B-72B14545844E}"/>
          </ac:cxnSpMkLst>
        </pc:cxnChg>
      </pc:sldChg>
      <pc:sldChg chg="delSp modSp add mod">
        <pc:chgData name="Alexandre Quach" userId="7bb690c8a6e028e4" providerId="LiveId" clId="{EA2A87B3-77E9-446E-AAFE-3A15A3F4A617}" dt="2022-03-25T09:17:40.782" v="9930" actId="403"/>
        <pc:sldMkLst>
          <pc:docMk/>
          <pc:sldMk cId="3018593948" sldId="794"/>
        </pc:sldMkLst>
        <pc:spChg chg="mod">
          <ac:chgData name="Alexandre Quach" userId="7bb690c8a6e028e4" providerId="LiveId" clId="{EA2A87B3-77E9-446E-AAFE-3A15A3F4A617}" dt="2022-03-25T09:13:57.229" v="9910" actId="27636"/>
          <ac:spMkLst>
            <pc:docMk/>
            <pc:sldMk cId="3018593948" sldId="794"/>
            <ac:spMk id="2" creationId="{D071508F-00B6-48EB-9E05-2CF3767E59FF}"/>
          </ac:spMkLst>
        </pc:spChg>
        <pc:spChg chg="del">
          <ac:chgData name="Alexandre Quach" userId="7bb690c8a6e028e4" providerId="LiveId" clId="{EA2A87B3-77E9-446E-AAFE-3A15A3F4A617}" dt="2022-03-25T09:13:48.908" v="9905" actId="478"/>
          <ac:spMkLst>
            <pc:docMk/>
            <pc:sldMk cId="3018593948" sldId="794"/>
            <ac:spMk id="20" creationId="{33C81F4F-2942-4DCE-8D67-EAE0910C1627}"/>
          </ac:spMkLst>
        </pc:spChg>
        <pc:spChg chg="del">
          <ac:chgData name="Alexandre Quach" userId="7bb690c8a6e028e4" providerId="LiveId" clId="{EA2A87B3-77E9-446E-AAFE-3A15A3F4A617}" dt="2022-03-25T09:13:48.908" v="9905" actId="478"/>
          <ac:spMkLst>
            <pc:docMk/>
            <pc:sldMk cId="3018593948" sldId="794"/>
            <ac:spMk id="21" creationId="{AEAAF9EE-7A2C-494F-808A-D18DB5D12482}"/>
          </ac:spMkLst>
        </pc:spChg>
        <pc:spChg chg="del">
          <ac:chgData name="Alexandre Quach" userId="7bb690c8a6e028e4" providerId="LiveId" clId="{EA2A87B3-77E9-446E-AAFE-3A15A3F4A617}" dt="2022-03-25T09:13:48.908" v="9905" actId="478"/>
          <ac:spMkLst>
            <pc:docMk/>
            <pc:sldMk cId="3018593948" sldId="794"/>
            <ac:spMk id="22" creationId="{B2ACD7EC-3C54-45B4-B6FB-85483EE99977}"/>
          </ac:spMkLst>
        </pc:spChg>
        <pc:spChg chg="del">
          <ac:chgData name="Alexandre Quach" userId="7bb690c8a6e028e4" providerId="LiveId" clId="{EA2A87B3-77E9-446E-AAFE-3A15A3F4A617}" dt="2022-03-25T09:13:48.908" v="9905" actId="478"/>
          <ac:spMkLst>
            <pc:docMk/>
            <pc:sldMk cId="3018593948" sldId="794"/>
            <ac:spMk id="23" creationId="{4F2EA91F-0720-4EB9-8886-AA180CEFDDC1}"/>
          </ac:spMkLst>
        </pc:spChg>
        <pc:spChg chg="del">
          <ac:chgData name="Alexandre Quach" userId="7bb690c8a6e028e4" providerId="LiveId" clId="{EA2A87B3-77E9-446E-AAFE-3A15A3F4A617}" dt="2022-03-25T09:13:48.908" v="9905" actId="478"/>
          <ac:spMkLst>
            <pc:docMk/>
            <pc:sldMk cId="3018593948" sldId="794"/>
            <ac:spMk id="24" creationId="{B15F39E3-9475-467F-93BB-C739C254255D}"/>
          </ac:spMkLst>
        </pc:spChg>
        <pc:spChg chg="del">
          <ac:chgData name="Alexandre Quach" userId="7bb690c8a6e028e4" providerId="LiveId" clId="{EA2A87B3-77E9-446E-AAFE-3A15A3F4A617}" dt="2022-03-25T09:13:48.908" v="9905" actId="478"/>
          <ac:spMkLst>
            <pc:docMk/>
            <pc:sldMk cId="3018593948" sldId="794"/>
            <ac:spMk id="25" creationId="{358E1BF9-5E40-437B-9E38-38063C963CED}"/>
          </ac:spMkLst>
        </pc:spChg>
        <pc:spChg chg="del">
          <ac:chgData name="Alexandre Quach" userId="7bb690c8a6e028e4" providerId="LiveId" clId="{EA2A87B3-77E9-446E-AAFE-3A15A3F4A617}" dt="2022-03-25T09:13:50.628" v="9906" actId="478"/>
          <ac:spMkLst>
            <pc:docMk/>
            <pc:sldMk cId="3018593948" sldId="794"/>
            <ac:spMk id="26" creationId="{5B3449CB-D468-4623-BCD0-57752C3C9DC0}"/>
          </ac:spMkLst>
        </pc:spChg>
        <pc:spChg chg="del">
          <ac:chgData name="Alexandre Quach" userId="7bb690c8a6e028e4" providerId="LiveId" clId="{EA2A87B3-77E9-446E-AAFE-3A15A3F4A617}" dt="2022-03-25T09:13:50.628" v="9906" actId="478"/>
          <ac:spMkLst>
            <pc:docMk/>
            <pc:sldMk cId="3018593948" sldId="794"/>
            <ac:spMk id="27" creationId="{807B6C4A-0B30-40EB-8A67-9150BE6EDE0C}"/>
          </ac:spMkLst>
        </pc:spChg>
        <pc:spChg chg="del">
          <ac:chgData name="Alexandre Quach" userId="7bb690c8a6e028e4" providerId="LiveId" clId="{EA2A87B3-77E9-446E-AAFE-3A15A3F4A617}" dt="2022-03-25T09:13:48.908" v="9905" actId="478"/>
          <ac:spMkLst>
            <pc:docMk/>
            <pc:sldMk cId="3018593948" sldId="794"/>
            <ac:spMk id="28" creationId="{B390B424-EFD7-4CBA-9402-E7D75B769A03}"/>
          </ac:spMkLst>
        </pc:spChg>
        <pc:spChg chg="del">
          <ac:chgData name="Alexandre Quach" userId="7bb690c8a6e028e4" providerId="LiveId" clId="{EA2A87B3-77E9-446E-AAFE-3A15A3F4A617}" dt="2022-03-25T09:13:48.908" v="9905" actId="478"/>
          <ac:spMkLst>
            <pc:docMk/>
            <pc:sldMk cId="3018593948" sldId="794"/>
            <ac:spMk id="29" creationId="{D7130EBC-B9CE-4EEE-B949-C9025E797D68}"/>
          </ac:spMkLst>
        </pc:spChg>
        <pc:spChg chg="del">
          <ac:chgData name="Alexandre Quach" userId="7bb690c8a6e028e4" providerId="LiveId" clId="{EA2A87B3-77E9-446E-AAFE-3A15A3F4A617}" dt="2022-03-25T09:13:48.908" v="9905" actId="478"/>
          <ac:spMkLst>
            <pc:docMk/>
            <pc:sldMk cId="3018593948" sldId="794"/>
            <ac:spMk id="30" creationId="{F610BC8C-9DED-4B21-A11C-8F147E8E741A}"/>
          </ac:spMkLst>
        </pc:spChg>
        <pc:spChg chg="del">
          <ac:chgData name="Alexandre Quach" userId="7bb690c8a6e028e4" providerId="LiveId" clId="{EA2A87B3-77E9-446E-AAFE-3A15A3F4A617}" dt="2022-03-25T09:13:48.908" v="9905" actId="478"/>
          <ac:spMkLst>
            <pc:docMk/>
            <pc:sldMk cId="3018593948" sldId="794"/>
            <ac:spMk id="31" creationId="{D2E68CD3-30C8-4477-96F6-39CEEE9FC5CD}"/>
          </ac:spMkLst>
        </pc:spChg>
        <pc:spChg chg="del">
          <ac:chgData name="Alexandre Quach" userId="7bb690c8a6e028e4" providerId="LiveId" clId="{EA2A87B3-77E9-446E-AAFE-3A15A3F4A617}" dt="2022-03-25T09:13:48.908" v="9905" actId="478"/>
          <ac:spMkLst>
            <pc:docMk/>
            <pc:sldMk cId="3018593948" sldId="794"/>
            <ac:spMk id="32" creationId="{B3CDC92E-C27D-4DF4-9944-2E60887541FB}"/>
          </ac:spMkLst>
        </pc:spChg>
        <pc:spChg chg="del">
          <ac:chgData name="Alexandre Quach" userId="7bb690c8a6e028e4" providerId="LiveId" clId="{EA2A87B3-77E9-446E-AAFE-3A15A3F4A617}" dt="2022-03-25T09:13:48.908" v="9905" actId="478"/>
          <ac:spMkLst>
            <pc:docMk/>
            <pc:sldMk cId="3018593948" sldId="794"/>
            <ac:spMk id="33" creationId="{12DBC631-96B9-49EC-A408-018C730BA38F}"/>
          </ac:spMkLst>
        </pc:spChg>
        <pc:spChg chg="del mod">
          <ac:chgData name="Alexandre Quach" userId="7bb690c8a6e028e4" providerId="LiveId" clId="{EA2A87B3-77E9-446E-AAFE-3A15A3F4A617}" dt="2022-03-25T09:13:58.919" v="9911" actId="478"/>
          <ac:spMkLst>
            <pc:docMk/>
            <pc:sldMk cId="3018593948" sldId="794"/>
            <ac:spMk id="34" creationId="{C323340E-60D7-47A6-B24C-8D2DD89D7A16}"/>
          </ac:spMkLst>
        </pc:spChg>
        <pc:spChg chg="mod">
          <ac:chgData name="Alexandre Quach" userId="7bb690c8a6e028e4" providerId="LiveId" clId="{EA2A87B3-77E9-446E-AAFE-3A15A3F4A617}" dt="2022-03-25T09:17:40.782" v="9930" actId="403"/>
          <ac:spMkLst>
            <pc:docMk/>
            <pc:sldMk cId="3018593948" sldId="794"/>
            <ac:spMk id="35" creationId="{67B0F38D-F1AC-4920-A67C-30199D2FB73D}"/>
          </ac:spMkLst>
        </pc:spChg>
      </pc:sldChg>
      <pc:sldChg chg="modSp add mod">
        <pc:chgData name="Alexandre Quach" userId="7bb690c8a6e028e4" providerId="LiveId" clId="{EA2A87B3-77E9-446E-AAFE-3A15A3F4A617}" dt="2022-03-25T09:42:26.574" v="10037" actId="20577"/>
        <pc:sldMkLst>
          <pc:docMk/>
          <pc:sldMk cId="1411037743" sldId="799"/>
        </pc:sldMkLst>
        <pc:spChg chg="mod">
          <ac:chgData name="Alexandre Quach" userId="7bb690c8a6e028e4" providerId="LiveId" clId="{EA2A87B3-77E9-446E-AAFE-3A15A3F4A617}" dt="2022-03-25T09:41:53.319" v="10030" actId="790"/>
          <ac:spMkLst>
            <pc:docMk/>
            <pc:sldMk cId="1411037743" sldId="799"/>
            <ac:spMk id="2" creationId="{3C418B11-028C-43A7-9303-45C3AC4558F1}"/>
          </ac:spMkLst>
        </pc:spChg>
        <pc:spChg chg="mod">
          <ac:chgData name="Alexandre Quach" userId="7bb690c8a6e028e4" providerId="LiveId" clId="{EA2A87B3-77E9-446E-AAFE-3A15A3F4A617}" dt="2022-03-25T09:41:53.319" v="10030" actId="790"/>
          <ac:spMkLst>
            <pc:docMk/>
            <pc:sldMk cId="1411037743" sldId="799"/>
            <ac:spMk id="4" creationId="{5BB36EE7-9F45-46BA-B268-C172628CB7AF}"/>
          </ac:spMkLst>
        </pc:spChg>
        <pc:spChg chg="mod">
          <ac:chgData name="Alexandre Quach" userId="7bb690c8a6e028e4" providerId="LiveId" clId="{EA2A87B3-77E9-446E-AAFE-3A15A3F4A617}" dt="2022-03-25T09:41:53.319" v="10030" actId="790"/>
          <ac:spMkLst>
            <pc:docMk/>
            <pc:sldMk cId="1411037743" sldId="799"/>
            <ac:spMk id="5" creationId="{B519A78A-EF56-478E-A8EA-4F103DEC8D3E}"/>
          </ac:spMkLst>
        </pc:spChg>
        <pc:spChg chg="mod">
          <ac:chgData name="Alexandre Quach" userId="7bb690c8a6e028e4" providerId="LiveId" clId="{EA2A87B3-77E9-446E-AAFE-3A15A3F4A617}" dt="2022-03-25T09:41:53.319" v="10030" actId="790"/>
          <ac:spMkLst>
            <pc:docMk/>
            <pc:sldMk cId="1411037743" sldId="799"/>
            <ac:spMk id="6" creationId="{CCE2D1D1-1D46-43EB-BD80-E1A5821DCFAF}"/>
          </ac:spMkLst>
        </pc:spChg>
        <pc:spChg chg="mod">
          <ac:chgData name="Alexandre Quach" userId="7bb690c8a6e028e4" providerId="LiveId" clId="{EA2A87B3-77E9-446E-AAFE-3A15A3F4A617}" dt="2022-03-25T09:41:53.319" v="10030" actId="790"/>
          <ac:spMkLst>
            <pc:docMk/>
            <pc:sldMk cId="1411037743" sldId="799"/>
            <ac:spMk id="7" creationId="{C06D86CA-CD92-412F-BC06-9A859ACD642F}"/>
          </ac:spMkLst>
        </pc:spChg>
        <pc:spChg chg="mod">
          <ac:chgData name="Alexandre Quach" userId="7bb690c8a6e028e4" providerId="LiveId" clId="{EA2A87B3-77E9-446E-AAFE-3A15A3F4A617}" dt="2022-03-25T09:41:53.319" v="10030" actId="790"/>
          <ac:spMkLst>
            <pc:docMk/>
            <pc:sldMk cId="1411037743" sldId="799"/>
            <ac:spMk id="8" creationId="{868B7A8D-501A-4E45-A4D8-20D2C19E58BA}"/>
          </ac:spMkLst>
        </pc:spChg>
        <pc:spChg chg="mod">
          <ac:chgData name="Alexandre Quach" userId="7bb690c8a6e028e4" providerId="LiveId" clId="{EA2A87B3-77E9-446E-AAFE-3A15A3F4A617}" dt="2022-03-25T09:41:53.319" v="10030" actId="790"/>
          <ac:spMkLst>
            <pc:docMk/>
            <pc:sldMk cId="1411037743" sldId="799"/>
            <ac:spMk id="9" creationId="{0E734EA3-61E2-41B4-B3F8-B58653155A00}"/>
          </ac:spMkLst>
        </pc:spChg>
        <pc:spChg chg="mod">
          <ac:chgData name="Alexandre Quach" userId="7bb690c8a6e028e4" providerId="LiveId" clId="{EA2A87B3-77E9-446E-AAFE-3A15A3F4A617}" dt="2022-03-25T09:41:53.319" v="10030" actId="790"/>
          <ac:spMkLst>
            <pc:docMk/>
            <pc:sldMk cId="1411037743" sldId="799"/>
            <ac:spMk id="10" creationId="{D1D827BB-6549-4748-A4C1-6DA8ADA5A47C}"/>
          </ac:spMkLst>
        </pc:spChg>
        <pc:spChg chg="mod">
          <ac:chgData name="Alexandre Quach" userId="7bb690c8a6e028e4" providerId="LiveId" clId="{EA2A87B3-77E9-446E-AAFE-3A15A3F4A617}" dt="2022-03-25T09:41:53.319" v="10030" actId="790"/>
          <ac:spMkLst>
            <pc:docMk/>
            <pc:sldMk cId="1411037743" sldId="799"/>
            <ac:spMk id="11" creationId="{DEA7BD64-595B-4397-A720-A0A49B404896}"/>
          </ac:spMkLst>
        </pc:spChg>
        <pc:spChg chg="mod">
          <ac:chgData name="Alexandre Quach" userId="7bb690c8a6e028e4" providerId="LiveId" clId="{EA2A87B3-77E9-446E-AAFE-3A15A3F4A617}" dt="2022-03-25T09:41:53.319" v="10030" actId="790"/>
          <ac:spMkLst>
            <pc:docMk/>
            <pc:sldMk cId="1411037743" sldId="799"/>
            <ac:spMk id="12" creationId="{AF6A57EA-3BF2-4C03-9CA6-C315D2406C80}"/>
          </ac:spMkLst>
        </pc:spChg>
        <pc:spChg chg="mod">
          <ac:chgData name="Alexandre Quach" userId="7bb690c8a6e028e4" providerId="LiveId" clId="{EA2A87B3-77E9-446E-AAFE-3A15A3F4A617}" dt="2022-03-25T09:41:53.319" v="10030" actId="790"/>
          <ac:spMkLst>
            <pc:docMk/>
            <pc:sldMk cId="1411037743" sldId="799"/>
            <ac:spMk id="13" creationId="{34C29858-CD0A-4693-969A-56A846198CAF}"/>
          </ac:spMkLst>
        </pc:spChg>
        <pc:spChg chg="mod">
          <ac:chgData name="Alexandre Quach" userId="7bb690c8a6e028e4" providerId="LiveId" clId="{EA2A87B3-77E9-446E-AAFE-3A15A3F4A617}" dt="2022-03-25T09:41:53.319" v="10030" actId="790"/>
          <ac:spMkLst>
            <pc:docMk/>
            <pc:sldMk cId="1411037743" sldId="799"/>
            <ac:spMk id="14" creationId="{0FAF1CD8-EA51-4B53-B8AD-E81AF10A2614}"/>
          </ac:spMkLst>
        </pc:spChg>
        <pc:spChg chg="mod">
          <ac:chgData name="Alexandre Quach" userId="7bb690c8a6e028e4" providerId="LiveId" clId="{EA2A87B3-77E9-446E-AAFE-3A15A3F4A617}" dt="2022-03-25T09:41:53.319" v="10030" actId="790"/>
          <ac:spMkLst>
            <pc:docMk/>
            <pc:sldMk cId="1411037743" sldId="799"/>
            <ac:spMk id="19" creationId="{907D3ED2-78C0-490B-BEE0-ACD555B0EC77}"/>
          </ac:spMkLst>
        </pc:spChg>
        <pc:spChg chg="mod">
          <ac:chgData name="Alexandre Quach" userId="7bb690c8a6e028e4" providerId="LiveId" clId="{EA2A87B3-77E9-446E-AAFE-3A15A3F4A617}" dt="2022-03-25T09:41:53.319" v="10030" actId="790"/>
          <ac:spMkLst>
            <pc:docMk/>
            <pc:sldMk cId="1411037743" sldId="799"/>
            <ac:spMk id="20" creationId="{686BD848-2464-4647-9FF1-47530C06F7D8}"/>
          </ac:spMkLst>
        </pc:spChg>
        <pc:spChg chg="mod">
          <ac:chgData name="Alexandre Quach" userId="7bb690c8a6e028e4" providerId="LiveId" clId="{EA2A87B3-77E9-446E-AAFE-3A15A3F4A617}" dt="2022-03-25T09:41:53.319" v="10030" actId="790"/>
          <ac:spMkLst>
            <pc:docMk/>
            <pc:sldMk cId="1411037743" sldId="799"/>
            <ac:spMk id="21" creationId="{84343476-DDD6-4B35-9D6C-2FB9BCF2DCB0}"/>
          </ac:spMkLst>
        </pc:spChg>
        <pc:spChg chg="mod">
          <ac:chgData name="Alexandre Quach" userId="7bb690c8a6e028e4" providerId="LiveId" clId="{EA2A87B3-77E9-446E-AAFE-3A15A3F4A617}" dt="2022-03-25T09:41:53.319" v="10030" actId="790"/>
          <ac:spMkLst>
            <pc:docMk/>
            <pc:sldMk cId="1411037743" sldId="799"/>
            <ac:spMk id="22" creationId="{04FFA9E4-A36A-421F-BBDD-C898C4099F31}"/>
          </ac:spMkLst>
        </pc:spChg>
        <pc:spChg chg="mod">
          <ac:chgData name="Alexandre Quach" userId="7bb690c8a6e028e4" providerId="LiveId" clId="{EA2A87B3-77E9-446E-AAFE-3A15A3F4A617}" dt="2022-03-25T09:41:53.319" v="10030" actId="790"/>
          <ac:spMkLst>
            <pc:docMk/>
            <pc:sldMk cId="1411037743" sldId="799"/>
            <ac:spMk id="23" creationId="{61CBFA93-7381-4530-9DFC-7CC37F29F57A}"/>
          </ac:spMkLst>
        </pc:spChg>
        <pc:spChg chg="mod">
          <ac:chgData name="Alexandre Quach" userId="7bb690c8a6e028e4" providerId="LiveId" clId="{EA2A87B3-77E9-446E-AAFE-3A15A3F4A617}" dt="2022-03-25T09:41:53.319" v="10030" actId="790"/>
          <ac:spMkLst>
            <pc:docMk/>
            <pc:sldMk cId="1411037743" sldId="799"/>
            <ac:spMk id="24" creationId="{2DCC1762-BA9B-4AEA-9E7A-7CB8966CE9D4}"/>
          </ac:spMkLst>
        </pc:spChg>
        <pc:spChg chg="mod">
          <ac:chgData name="Alexandre Quach" userId="7bb690c8a6e028e4" providerId="LiveId" clId="{EA2A87B3-77E9-446E-AAFE-3A15A3F4A617}" dt="2022-03-25T09:41:53.319" v="10030" actId="790"/>
          <ac:spMkLst>
            <pc:docMk/>
            <pc:sldMk cId="1411037743" sldId="799"/>
            <ac:spMk id="25" creationId="{595BE2B3-1EAA-480D-9DBA-05BB3BB00774}"/>
          </ac:spMkLst>
        </pc:spChg>
        <pc:spChg chg="mod">
          <ac:chgData name="Alexandre Quach" userId="7bb690c8a6e028e4" providerId="LiveId" clId="{EA2A87B3-77E9-446E-AAFE-3A15A3F4A617}" dt="2022-03-25T09:41:53.319" v="10030" actId="790"/>
          <ac:spMkLst>
            <pc:docMk/>
            <pc:sldMk cId="1411037743" sldId="799"/>
            <ac:spMk id="26" creationId="{4BF169D6-2F10-4AAB-BF7F-29422D2B90D1}"/>
          </ac:spMkLst>
        </pc:spChg>
        <pc:spChg chg="mod">
          <ac:chgData name="Alexandre Quach" userId="7bb690c8a6e028e4" providerId="LiveId" clId="{EA2A87B3-77E9-446E-AAFE-3A15A3F4A617}" dt="2022-03-25T09:41:53.319" v="10030" actId="790"/>
          <ac:spMkLst>
            <pc:docMk/>
            <pc:sldMk cId="1411037743" sldId="799"/>
            <ac:spMk id="28" creationId="{3E1C2508-E1C0-44BA-A05D-1CE2D97E5AAF}"/>
          </ac:spMkLst>
        </pc:spChg>
        <pc:spChg chg="mod">
          <ac:chgData name="Alexandre Quach" userId="7bb690c8a6e028e4" providerId="LiveId" clId="{EA2A87B3-77E9-446E-AAFE-3A15A3F4A617}" dt="2022-03-25T09:42:26.574" v="10037" actId="20577"/>
          <ac:spMkLst>
            <pc:docMk/>
            <pc:sldMk cId="1411037743" sldId="799"/>
            <ac:spMk id="29" creationId="{2A73CD56-CF4F-4372-BE2E-462CB9269642}"/>
          </ac:spMkLst>
        </pc:spChg>
        <pc:spChg chg="mod">
          <ac:chgData name="Alexandre Quach" userId="7bb690c8a6e028e4" providerId="LiveId" clId="{EA2A87B3-77E9-446E-AAFE-3A15A3F4A617}" dt="2022-03-25T09:42:23.567" v="10036" actId="20577"/>
          <ac:spMkLst>
            <pc:docMk/>
            <pc:sldMk cId="1411037743" sldId="799"/>
            <ac:spMk id="30" creationId="{67C60A09-D33D-4084-9025-499749093753}"/>
          </ac:spMkLst>
        </pc:spChg>
        <pc:spChg chg="mod">
          <ac:chgData name="Alexandre Quach" userId="7bb690c8a6e028e4" providerId="LiveId" clId="{EA2A87B3-77E9-446E-AAFE-3A15A3F4A617}" dt="2022-03-25T09:42:22.448" v="10035" actId="20577"/>
          <ac:spMkLst>
            <pc:docMk/>
            <pc:sldMk cId="1411037743" sldId="799"/>
            <ac:spMk id="31" creationId="{B7CD4221-C04F-45E7-9BD2-6B411825E794}"/>
          </ac:spMkLst>
        </pc:spChg>
        <pc:spChg chg="mod">
          <ac:chgData name="Alexandre Quach" userId="7bb690c8a6e028e4" providerId="LiveId" clId="{EA2A87B3-77E9-446E-AAFE-3A15A3F4A617}" dt="2022-03-25T09:41:53.319" v="10030" actId="790"/>
          <ac:spMkLst>
            <pc:docMk/>
            <pc:sldMk cId="1411037743" sldId="799"/>
            <ac:spMk id="35" creationId="{6E81E57B-33B1-4280-887A-DA5C425923EB}"/>
          </ac:spMkLst>
        </pc:spChg>
        <pc:spChg chg="mod">
          <ac:chgData name="Alexandre Quach" userId="7bb690c8a6e028e4" providerId="LiveId" clId="{EA2A87B3-77E9-446E-AAFE-3A15A3F4A617}" dt="2022-03-25T09:41:53.319" v="10030" actId="790"/>
          <ac:spMkLst>
            <pc:docMk/>
            <pc:sldMk cId="1411037743" sldId="799"/>
            <ac:spMk id="36" creationId="{EBDBBD71-9DAF-438D-963E-7F0B557119B0}"/>
          </ac:spMkLst>
        </pc:spChg>
        <pc:spChg chg="mod">
          <ac:chgData name="Alexandre Quach" userId="7bb690c8a6e028e4" providerId="LiveId" clId="{EA2A87B3-77E9-446E-AAFE-3A15A3F4A617}" dt="2022-03-25T09:41:53.319" v="10030" actId="790"/>
          <ac:spMkLst>
            <pc:docMk/>
            <pc:sldMk cId="1411037743" sldId="799"/>
            <ac:spMk id="37" creationId="{DEA1DF0D-10A6-44BE-8F7A-779997AD6190}"/>
          </ac:spMkLst>
        </pc:spChg>
        <pc:spChg chg="mod">
          <ac:chgData name="Alexandre Quach" userId="7bb690c8a6e028e4" providerId="LiveId" clId="{EA2A87B3-77E9-446E-AAFE-3A15A3F4A617}" dt="2022-03-25T09:41:53.319" v="10030" actId="790"/>
          <ac:spMkLst>
            <pc:docMk/>
            <pc:sldMk cId="1411037743" sldId="799"/>
            <ac:spMk id="38" creationId="{A55CEC32-F5C0-4C51-BBAD-7F393B88DC4A}"/>
          </ac:spMkLst>
        </pc:spChg>
        <pc:spChg chg="mod">
          <ac:chgData name="Alexandre Quach" userId="7bb690c8a6e028e4" providerId="LiveId" clId="{EA2A87B3-77E9-446E-AAFE-3A15A3F4A617}" dt="2022-03-25T09:41:53.319" v="10030" actId="790"/>
          <ac:spMkLst>
            <pc:docMk/>
            <pc:sldMk cId="1411037743" sldId="799"/>
            <ac:spMk id="39" creationId="{AEACC04E-EB8E-4BF0-816C-D0E1ED374318}"/>
          </ac:spMkLst>
        </pc:spChg>
        <pc:spChg chg="mod">
          <ac:chgData name="Alexandre Quach" userId="7bb690c8a6e028e4" providerId="LiveId" clId="{EA2A87B3-77E9-446E-AAFE-3A15A3F4A617}" dt="2022-03-25T09:41:53.319" v="10030" actId="790"/>
          <ac:spMkLst>
            <pc:docMk/>
            <pc:sldMk cId="1411037743" sldId="799"/>
            <ac:spMk id="40" creationId="{3823B2E0-1EBD-4264-9E98-59F7C70934CE}"/>
          </ac:spMkLst>
        </pc:spChg>
        <pc:spChg chg="mod">
          <ac:chgData name="Alexandre Quach" userId="7bb690c8a6e028e4" providerId="LiveId" clId="{EA2A87B3-77E9-446E-AAFE-3A15A3F4A617}" dt="2022-03-25T09:41:53.319" v="10030" actId="790"/>
          <ac:spMkLst>
            <pc:docMk/>
            <pc:sldMk cId="1411037743" sldId="799"/>
            <ac:spMk id="41" creationId="{84298CBB-AA6E-4063-9AFF-A1266C9DBA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25/03/2022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a:t>
            </a:fld>
            <a:endParaRPr lang="fr-FR"/>
          </a:p>
        </p:txBody>
      </p:sp>
    </p:spTree>
    <p:extLst>
      <p:ext uri="{BB962C8B-B14F-4D97-AF65-F5344CB8AC3E}">
        <p14:creationId xmlns:p14="http://schemas.microsoft.com/office/powerpoint/2010/main" val="1077595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27</a:t>
            </a:fld>
            <a:endParaRPr lang="fr-FR"/>
          </a:p>
        </p:txBody>
      </p:sp>
    </p:spTree>
    <p:extLst>
      <p:ext uri="{BB962C8B-B14F-4D97-AF65-F5344CB8AC3E}">
        <p14:creationId xmlns:p14="http://schemas.microsoft.com/office/powerpoint/2010/main" val="1734697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28</a:t>
            </a:fld>
            <a:endParaRPr lang="fr-FR"/>
          </a:p>
        </p:txBody>
      </p:sp>
    </p:spTree>
    <p:extLst>
      <p:ext uri="{BB962C8B-B14F-4D97-AF65-F5344CB8AC3E}">
        <p14:creationId xmlns:p14="http://schemas.microsoft.com/office/powerpoint/2010/main" val="3468785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3/25/2022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3/25/2022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3/25/2022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3/25/2022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3/25/2022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3/25/2022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3/25/2022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3/25/2022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3/25/2022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25/03/2022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864643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25/03/2022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939835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3/25/2022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 id="2147483722" r:id="rId14"/>
    <p:sldLayoutId id="2147483723"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svg"/><Relationship Id="rId12" Type="http://schemas.openxmlformats.org/officeDocument/2006/relationships/image" Target="../media/image32.svg"/><Relationship Id="rId17" Type="http://schemas.openxmlformats.org/officeDocument/2006/relationships/image" Target="../media/image37.svg"/><Relationship Id="rId2" Type="http://schemas.openxmlformats.org/officeDocument/2006/relationships/image" Target="../media/image22.png"/><Relationship Id="rId16" Type="http://schemas.openxmlformats.org/officeDocument/2006/relationships/image" Target="../media/image36.png"/><Relationship Id="rId1" Type="http://schemas.openxmlformats.org/officeDocument/2006/relationships/slideLayout" Target="../slideLayouts/slideLayout1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svg"/><Relationship Id="rId15" Type="http://schemas.openxmlformats.org/officeDocument/2006/relationships/image" Target="../media/image35.svg"/><Relationship Id="rId10" Type="http://schemas.openxmlformats.org/officeDocument/2006/relationships/image" Target="../media/image30.png"/><Relationship Id="rId19" Type="http://schemas.openxmlformats.org/officeDocument/2006/relationships/image" Target="../media/image39.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s>
</file>

<file path=ppt/slides/_rels/slide3.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hyperlink" Target="https://en.wikipedia.org/wiki/Scouting" TargetMode="External"/><Relationship Id="rId1" Type="http://schemas.openxmlformats.org/officeDocument/2006/relationships/slideLayout" Target="../slideLayouts/slideLayout2.xml"/><Relationship Id="rId5" Type="http://schemas.openxmlformats.org/officeDocument/2006/relationships/image" Target="../media/image42.jpg"/><Relationship Id="rId4" Type="http://schemas.openxmlformats.org/officeDocument/2006/relationships/image" Target="../media/image41.jpg"/></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3.svg"/><Relationship Id="rId26" Type="http://schemas.openxmlformats.org/officeDocument/2006/relationships/image" Target="../media/image71.svg"/><Relationship Id="rId3" Type="http://schemas.openxmlformats.org/officeDocument/2006/relationships/image" Target="../media/image49.svg"/><Relationship Id="rId21" Type="http://schemas.openxmlformats.org/officeDocument/2006/relationships/image" Target="../media/image66.svg"/><Relationship Id="rId34" Type="http://schemas.openxmlformats.org/officeDocument/2006/relationships/image" Target="../media/image79.svg"/><Relationship Id="rId7" Type="http://schemas.openxmlformats.org/officeDocument/2006/relationships/image" Target="../media/image53.png"/><Relationship Id="rId12" Type="http://schemas.openxmlformats.org/officeDocument/2006/relationships/image" Target="../media/image58.svg"/><Relationship Id="rId17" Type="http://schemas.openxmlformats.org/officeDocument/2006/relationships/image" Target="../media/image62.png"/><Relationship Id="rId25" Type="http://schemas.openxmlformats.org/officeDocument/2006/relationships/image" Target="../media/image70.png"/><Relationship Id="rId33" Type="http://schemas.openxmlformats.org/officeDocument/2006/relationships/image" Target="../media/image78.png"/><Relationship Id="rId2" Type="http://schemas.openxmlformats.org/officeDocument/2006/relationships/image" Target="../media/image48.png"/><Relationship Id="rId16" Type="http://schemas.microsoft.com/office/2007/relationships/hdphoto" Target="../media/hdphoto1.wdp"/><Relationship Id="rId20" Type="http://schemas.openxmlformats.org/officeDocument/2006/relationships/image" Target="../media/image65.svg"/><Relationship Id="rId29"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24" Type="http://schemas.openxmlformats.org/officeDocument/2006/relationships/image" Target="../media/image69.svg"/><Relationship Id="rId32" Type="http://schemas.openxmlformats.org/officeDocument/2006/relationships/image" Target="../media/image77.svg"/><Relationship Id="rId5" Type="http://schemas.openxmlformats.org/officeDocument/2006/relationships/image" Target="../media/image51.svg"/><Relationship Id="rId15" Type="http://schemas.openxmlformats.org/officeDocument/2006/relationships/image" Target="../media/image61.png"/><Relationship Id="rId23" Type="http://schemas.openxmlformats.org/officeDocument/2006/relationships/image" Target="../media/image68.png"/><Relationship Id="rId28" Type="http://schemas.openxmlformats.org/officeDocument/2006/relationships/image" Target="../media/image73.svg"/><Relationship Id="rId10" Type="http://schemas.openxmlformats.org/officeDocument/2006/relationships/image" Target="../media/image56.svg"/><Relationship Id="rId19" Type="http://schemas.openxmlformats.org/officeDocument/2006/relationships/image" Target="../media/image64.png"/><Relationship Id="rId31" Type="http://schemas.openxmlformats.org/officeDocument/2006/relationships/image" Target="../media/image76.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svg"/><Relationship Id="rId22" Type="http://schemas.openxmlformats.org/officeDocument/2006/relationships/image" Target="../media/image67.svg"/><Relationship Id="rId27" Type="http://schemas.openxmlformats.org/officeDocument/2006/relationships/image" Target="../media/image72.png"/><Relationship Id="rId30" Type="http://schemas.openxmlformats.org/officeDocument/2006/relationships/image" Target="../media/image75.svg"/><Relationship Id="rId35" Type="http://schemas.openxmlformats.org/officeDocument/2006/relationships/image" Target="../media/image1.png"/><Relationship Id="rId8" Type="http://schemas.openxmlformats.org/officeDocument/2006/relationships/image" Target="../media/image54.svg"/></Relationships>
</file>

<file path=ppt/slides/_rels/slide7.xml.rels><?xml version="1.0" encoding="UTF-8" standalone="yes"?>
<Relationships xmlns="http://schemas.openxmlformats.org/package/2006/relationships"><Relationship Id="rId8" Type="http://schemas.openxmlformats.org/officeDocument/2006/relationships/hyperlink" Target="https://yukijudo.com.au/more-about-judo/" TargetMode="External"/><Relationship Id="rId13" Type="http://schemas.openxmlformats.org/officeDocument/2006/relationships/image" Target="../media/image85.jpg"/><Relationship Id="rId3" Type="http://schemas.openxmlformats.org/officeDocument/2006/relationships/image" Target="../media/image80.jpg"/><Relationship Id="rId7" Type="http://schemas.openxmlformats.org/officeDocument/2006/relationships/image" Target="../media/image82.jpg"/><Relationship Id="rId12" Type="http://schemas.openxmlformats.org/officeDocument/2006/relationships/hyperlink" Target="http://www.flickr.com/photos/34186459@N00/565051733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gustigifremitja.wordpress.com/2016/05/26/practiquem-judo/" TargetMode="External"/><Relationship Id="rId11" Type="http://schemas.openxmlformats.org/officeDocument/2006/relationships/image" Target="../media/image84.jpg"/><Relationship Id="rId5" Type="http://schemas.openxmlformats.org/officeDocument/2006/relationships/image" Target="../media/image81.jpg"/><Relationship Id="rId10" Type="http://schemas.openxmlformats.org/officeDocument/2006/relationships/hyperlink" Target="https://www.freestock.com/free-photos/confident-business-man-smiling-isolated-white-144893776" TargetMode="External"/><Relationship Id="rId4" Type="http://schemas.openxmlformats.org/officeDocument/2006/relationships/hyperlink" Target="https://www.flickr.com/photos/koreanet/7696371616/" TargetMode="External"/><Relationship Id="rId9" Type="http://schemas.openxmlformats.org/officeDocument/2006/relationships/image" Target="../media/image83.jpg"/><Relationship Id="rId14" Type="http://schemas.openxmlformats.org/officeDocument/2006/relationships/hyperlink" Target="https://www.flickr.com/photos/budosport/49681987703/in/set-7215771356341760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7.svg"/><Relationship Id="rId7" Type="http://schemas.openxmlformats.org/officeDocument/2006/relationships/image" Target="../media/image91.sv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s>
</file>

<file path=ppt/slides/_rels/slide12.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svg"/><Relationship Id="rId7" Type="http://schemas.openxmlformats.org/officeDocument/2006/relationships/image" Target="../media/image91.sv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 Id="rId9" Type="http://schemas.openxmlformats.org/officeDocument/2006/relationships/image" Target="../media/image9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svg"/><Relationship Id="rId18" Type="http://schemas.openxmlformats.org/officeDocument/2006/relationships/image" Target="../media/image100.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98.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97.svg"/><Relationship Id="rId5" Type="http://schemas.openxmlformats.org/officeDocument/2006/relationships/image" Target="../media/image5.svg"/><Relationship Id="rId15" Type="http://schemas.openxmlformats.org/officeDocument/2006/relationships/image" Target="../media/image9.svg"/><Relationship Id="rId10" Type="http://schemas.openxmlformats.org/officeDocument/2006/relationships/image" Target="../media/image96.png"/><Relationship Id="rId19" Type="http://schemas.openxmlformats.org/officeDocument/2006/relationships/image" Target="../media/image101.svg"/><Relationship Id="rId4" Type="http://schemas.openxmlformats.org/officeDocument/2006/relationships/image" Target="../media/image4.png"/><Relationship Id="rId9" Type="http://schemas.openxmlformats.org/officeDocument/2006/relationships/image" Target="../media/image95.svg"/><Relationship Id="rId1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3" Type="http://schemas.openxmlformats.org/officeDocument/2006/relationships/image" Target="../media/image7.svg"/><Relationship Id="rId18" Type="http://schemas.openxmlformats.org/officeDocument/2006/relationships/image" Target="../media/image10.png"/><Relationship Id="rId26" Type="http://schemas.openxmlformats.org/officeDocument/2006/relationships/image" Target="../media/image112.png"/><Relationship Id="rId3" Type="http://schemas.openxmlformats.org/officeDocument/2006/relationships/image" Target="../media/image99.svg"/><Relationship Id="rId21" Type="http://schemas.openxmlformats.org/officeDocument/2006/relationships/image" Target="../media/image107.svg"/><Relationship Id="rId7" Type="http://schemas.openxmlformats.org/officeDocument/2006/relationships/image" Target="../media/image17.svg"/><Relationship Id="rId12" Type="http://schemas.openxmlformats.org/officeDocument/2006/relationships/image" Target="../media/image6.png"/><Relationship Id="rId17" Type="http://schemas.openxmlformats.org/officeDocument/2006/relationships/image" Target="../media/image105.svg"/><Relationship Id="rId25" Type="http://schemas.openxmlformats.org/officeDocument/2006/relationships/image" Target="../media/image111.svg"/><Relationship Id="rId33" Type="http://schemas.openxmlformats.org/officeDocument/2006/relationships/image" Target="../media/image5.svg"/><Relationship Id="rId2" Type="http://schemas.openxmlformats.org/officeDocument/2006/relationships/image" Target="../media/image98.png"/><Relationship Id="rId16" Type="http://schemas.openxmlformats.org/officeDocument/2006/relationships/image" Target="../media/image104.png"/><Relationship Id="rId20" Type="http://schemas.openxmlformats.org/officeDocument/2006/relationships/image" Target="../media/image106.png"/><Relationship Id="rId29" Type="http://schemas.openxmlformats.org/officeDocument/2006/relationships/image" Target="../media/image115.sv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95.svg"/><Relationship Id="rId24" Type="http://schemas.openxmlformats.org/officeDocument/2006/relationships/image" Target="../media/image110.png"/><Relationship Id="rId32" Type="http://schemas.openxmlformats.org/officeDocument/2006/relationships/image" Target="../media/image4.png"/><Relationship Id="rId5" Type="http://schemas.openxmlformats.org/officeDocument/2006/relationships/image" Target="../media/image9.svg"/><Relationship Id="rId15" Type="http://schemas.openxmlformats.org/officeDocument/2006/relationships/image" Target="../media/image103.svg"/><Relationship Id="rId23" Type="http://schemas.openxmlformats.org/officeDocument/2006/relationships/image" Target="../media/image109.svg"/><Relationship Id="rId28" Type="http://schemas.openxmlformats.org/officeDocument/2006/relationships/image" Target="../media/image114.png"/><Relationship Id="rId10" Type="http://schemas.openxmlformats.org/officeDocument/2006/relationships/image" Target="../media/image94.png"/><Relationship Id="rId19" Type="http://schemas.openxmlformats.org/officeDocument/2006/relationships/image" Target="../media/image11.svg"/><Relationship Id="rId31" Type="http://schemas.openxmlformats.org/officeDocument/2006/relationships/image" Target="../media/image19.svg"/><Relationship Id="rId4" Type="http://schemas.openxmlformats.org/officeDocument/2006/relationships/image" Target="../media/image8.png"/><Relationship Id="rId9" Type="http://schemas.openxmlformats.org/officeDocument/2006/relationships/image" Target="../media/image101.svg"/><Relationship Id="rId14" Type="http://schemas.openxmlformats.org/officeDocument/2006/relationships/image" Target="../media/image102.png"/><Relationship Id="rId22" Type="http://schemas.openxmlformats.org/officeDocument/2006/relationships/image" Target="../media/image108.png"/><Relationship Id="rId27" Type="http://schemas.openxmlformats.org/officeDocument/2006/relationships/image" Target="../media/image113.svg"/><Relationship Id="rId30" Type="http://schemas.openxmlformats.org/officeDocument/2006/relationships/image" Target="../media/image18.png"/><Relationship Id="rId8" Type="http://schemas.openxmlformats.org/officeDocument/2006/relationships/image" Target="../media/image100.png"/></Relationships>
</file>

<file path=ppt/slides/_rels/slide20.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3.svg"/><Relationship Id="rId18" Type="http://schemas.openxmlformats.org/officeDocument/2006/relationships/image" Target="../media/image18.png"/><Relationship Id="rId3" Type="http://schemas.openxmlformats.org/officeDocument/2006/relationships/image" Target="../media/image117.svg"/><Relationship Id="rId21" Type="http://schemas.openxmlformats.org/officeDocument/2006/relationships/image" Target="../media/image97.svg"/><Relationship Id="rId7" Type="http://schemas.openxmlformats.org/officeDocument/2006/relationships/image" Target="../media/image121.svg"/><Relationship Id="rId12" Type="http://schemas.openxmlformats.org/officeDocument/2006/relationships/image" Target="../media/image2.png"/><Relationship Id="rId17" Type="http://schemas.openxmlformats.org/officeDocument/2006/relationships/image" Target="../media/image5.svg"/><Relationship Id="rId2" Type="http://schemas.openxmlformats.org/officeDocument/2006/relationships/image" Target="../media/image116.png"/><Relationship Id="rId16" Type="http://schemas.openxmlformats.org/officeDocument/2006/relationships/image" Target="../media/image4.png"/><Relationship Id="rId20"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7.svg"/><Relationship Id="rId5" Type="http://schemas.openxmlformats.org/officeDocument/2006/relationships/image" Target="../media/image119.svg"/><Relationship Id="rId15" Type="http://schemas.openxmlformats.org/officeDocument/2006/relationships/image" Target="../media/image95.svg"/><Relationship Id="rId10" Type="http://schemas.openxmlformats.org/officeDocument/2006/relationships/image" Target="../media/image6.png"/><Relationship Id="rId19" Type="http://schemas.openxmlformats.org/officeDocument/2006/relationships/image" Target="../media/image19.svg"/><Relationship Id="rId4" Type="http://schemas.openxmlformats.org/officeDocument/2006/relationships/image" Target="../media/image118.png"/><Relationship Id="rId9" Type="http://schemas.openxmlformats.org/officeDocument/2006/relationships/image" Target="../media/image21.svg"/><Relationship Id="rId14" Type="http://schemas.openxmlformats.org/officeDocument/2006/relationships/image" Target="../media/image94.png"/></Relationships>
</file>

<file path=ppt/slides/_rels/slide2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1.svg"/><Relationship Id="rId18" Type="http://schemas.openxmlformats.org/officeDocument/2006/relationships/image" Target="../media/image133.png"/><Relationship Id="rId3" Type="http://schemas.openxmlformats.org/officeDocument/2006/relationships/image" Target="../media/image124.svg"/><Relationship Id="rId21" Type="http://schemas.openxmlformats.org/officeDocument/2006/relationships/image" Target="../media/image105.svg"/><Relationship Id="rId7" Type="http://schemas.openxmlformats.org/officeDocument/2006/relationships/image" Target="../media/image99.svg"/><Relationship Id="rId12" Type="http://schemas.openxmlformats.org/officeDocument/2006/relationships/image" Target="../media/image10.png"/><Relationship Id="rId17" Type="http://schemas.openxmlformats.org/officeDocument/2006/relationships/image" Target="../media/image132.svg"/><Relationship Id="rId2" Type="http://schemas.openxmlformats.org/officeDocument/2006/relationships/image" Target="../media/image123.png"/><Relationship Id="rId16" Type="http://schemas.openxmlformats.org/officeDocument/2006/relationships/image" Target="../media/image131.png"/><Relationship Id="rId20"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9.svg"/><Relationship Id="rId5" Type="http://schemas.openxmlformats.org/officeDocument/2006/relationships/image" Target="../media/image126.svg"/><Relationship Id="rId15" Type="http://schemas.openxmlformats.org/officeDocument/2006/relationships/image" Target="../media/image130.svg"/><Relationship Id="rId10" Type="http://schemas.openxmlformats.org/officeDocument/2006/relationships/image" Target="../media/image8.png"/><Relationship Id="rId19" Type="http://schemas.openxmlformats.org/officeDocument/2006/relationships/image" Target="../media/image134.svg"/><Relationship Id="rId4" Type="http://schemas.openxmlformats.org/officeDocument/2006/relationships/image" Target="../media/image125.png"/><Relationship Id="rId9" Type="http://schemas.openxmlformats.org/officeDocument/2006/relationships/image" Target="../media/image128.svg"/><Relationship Id="rId14" Type="http://schemas.openxmlformats.org/officeDocument/2006/relationships/image" Target="../media/image129.png"/></Relationships>
</file>

<file path=ppt/slides/_rels/slide24.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36.svg"/><Relationship Id="rId18" Type="http://schemas.openxmlformats.org/officeDocument/2006/relationships/image" Target="../media/image137.png"/><Relationship Id="rId3" Type="http://schemas.openxmlformats.org/officeDocument/2006/relationships/image" Target="../media/image113.svg"/><Relationship Id="rId21" Type="http://schemas.openxmlformats.org/officeDocument/2006/relationships/image" Target="../media/image140.svg"/><Relationship Id="rId7" Type="http://schemas.openxmlformats.org/officeDocument/2006/relationships/image" Target="../media/image17.svg"/><Relationship Id="rId12" Type="http://schemas.openxmlformats.org/officeDocument/2006/relationships/image" Target="../media/image135.png"/><Relationship Id="rId17" Type="http://schemas.openxmlformats.org/officeDocument/2006/relationships/image" Target="../media/image15.svg"/><Relationship Id="rId2" Type="http://schemas.openxmlformats.org/officeDocument/2006/relationships/image" Target="../media/image112.png"/><Relationship Id="rId16" Type="http://schemas.openxmlformats.org/officeDocument/2006/relationships/image" Target="../media/image14.png"/><Relationship Id="rId20"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15.svg"/><Relationship Id="rId5" Type="http://schemas.openxmlformats.org/officeDocument/2006/relationships/image" Target="../media/image13.svg"/><Relationship Id="rId15" Type="http://schemas.openxmlformats.org/officeDocument/2006/relationships/image" Target="../media/image103.svg"/><Relationship Id="rId10" Type="http://schemas.openxmlformats.org/officeDocument/2006/relationships/image" Target="../media/image114.png"/><Relationship Id="rId19" Type="http://schemas.openxmlformats.org/officeDocument/2006/relationships/image" Target="../media/image138.svg"/><Relationship Id="rId4" Type="http://schemas.openxmlformats.org/officeDocument/2006/relationships/image" Target="../media/image12.png"/><Relationship Id="rId9" Type="http://schemas.openxmlformats.org/officeDocument/2006/relationships/image" Target="../media/image101.svg"/><Relationship Id="rId14" Type="http://schemas.openxmlformats.org/officeDocument/2006/relationships/image" Target="../media/image10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79.sv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78.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60.svg"/><Relationship Id="rId11" Type="http://schemas.openxmlformats.org/officeDocument/2006/relationships/image" Target="../media/image77.svg"/><Relationship Id="rId5" Type="http://schemas.openxmlformats.org/officeDocument/2006/relationships/image" Target="../media/image59.png"/><Relationship Id="rId10" Type="http://schemas.openxmlformats.org/officeDocument/2006/relationships/image" Target="../media/image76.png"/><Relationship Id="rId4" Type="http://schemas.openxmlformats.org/officeDocument/2006/relationships/image" Target="../media/image73.svg"/><Relationship Id="rId9" Type="http://schemas.openxmlformats.org/officeDocument/2006/relationships/image" Target="../media/image52.png"/></Relationships>
</file>

<file path=ppt/slides/_rels/slide28.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79.svg"/><Relationship Id="rId3" Type="http://schemas.openxmlformats.org/officeDocument/2006/relationships/image" Target="../media/image72.png"/><Relationship Id="rId7" Type="http://schemas.openxmlformats.org/officeDocument/2006/relationships/image" Target="../media/image74.png"/><Relationship Id="rId12" Type="http://schemas.openxmlformats.org/officeDocument/2006/relationships/image" Target="../media/image78.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60.svg"/><Relationship Id="rId11" Type="http://schemas.openxmlformats.org/officeDocument/2006/relationships/image" Target="../media/image77.svg"/><Relationship Id="rId5" Type="http://schemas.openxmlformats.org/officeDocument/2006/relationships/image" Target="../media/image59.png"/><Relationship Id="rId10" Type="http://schemas.openxmlformats.org/officeDocument/2006/relationships/image" Target="../media/image76.png"/><Relationship Id="rId4" Type="http://schemas.openxmlformats.org/officeDocument/2006/relationships/image" Target="../media/image73.svg"/><Relationship Id="rId9" Type="http://schemas.openxmlformats.org/officeDocument/2006/relationships/image" Target="../media/image52.png"/></Relationships>
</file>

<file path=ppt/slides/_rels/slide29.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5.svg"/><Relationship Id="rId3" Type="http://schemas.openxmlformats.org/officeDocument/2006/relationships/image" Target="../media/image56.svg"/><Relationship Id="rId7" Type="http://schemas.openxmlformats.org/officeDocument/2006/relationships/image" Target="../media/image60.svg"/><Relationship Id="rId12" Type="http://schemas.openxmlformats.org/officeDocument/2006/relationships/image" Target="../media/image64.png"/><Relationship Id="rId2" Type="http://schemas.openxmlformats.org/officeDocument/2006/relationships/image" Target="../media/image55.png"/><Relationship Id="rId16" Type="http://schemas.openxmlformats.org/officeDocument/2006/relationships/image" Target="../media/image67.svg"/><Relationship Id="rId1" Type="http://schemas.openxmlformats.org/officeDocument/2006/relationships/slideLayout" Target="../slideLayouts/slideLayout15.xml"/><Relationship Id="rId6" Type="http://schemas.openxmlformats.org/officeDocument/2006/relationships/image" Target="../media/image59.png"/><Relationship Id="rId11" Type="http://schemas.openxmlformats.org/officeDocument/2006/relationships/image" Target="../media/image63.svg"/><Relationship Id="rId5" Type="http://schemas.openxmlformats.org/officeDocument/2006/relationships/image" Target="../media/image58.svg"/><Relationship Id="rId15" Type="http://schemas.openxmlformats.org/officeDocument/2006/relationships/image" Target="../media/image52.png"/><Relationship Id="rId10" Type="http://schemas.openxmlformats.org/officeDocument/2006/relationships/image" Target="../media/image62.png"/><Relationship Id="rId4" Type="http://schemas.openxmlformats.org/officeDocument/2006/relationships/image" Target="../media/image57.png"/><Relationship Id="rId9" Type="http://schemas.microsoft.com/office/2007/relationships/hdphoto" Target="../media/hdphoto1.wdp"/><Relationship Id="rId14" Type="http://schemas.openxmlformats.org/officeDocument/2006/relationships/image" Target="../media/image66.svg"/></Relationships>
</file>

<file path=ppt/slides/_rels/slide30.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5.svg"/><Relationship Id="rId7" Type="http://schemas.openxmlformats.org/officeDocument/2006/relationships/image" Target="../media/image55.png"/><Relationship Id="rId2" Type="http://schemas.openxmlformats.org/officeDocument/2006/relationships/image" Target="../media/image64.png"/><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66.svg"/><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71.svg"/><Relationship Id="rId4"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a:xfrm>
            <a:off x="576072" y="1124711"/>
            <a:ext cx="11036808" cy="3268679"/>
          </a:xfrm>
        </p:spPr>
        <p:txBody>
          <a:bodyPr>
            <a:noAutofit/>
          </a:bodyPr>
          <a:lstStyle/>
          <a:p>
            <a:br>
              <a:rPr lang="en-US" sz="6600" i="1" dirty="0"/>
            </a:br>
            <a:r>
              <a:rPr lang="en-US" sz="6600" i="1" dirty="0"/>
              <a:t>W5</a:t>
            </a:r>
            <a:br>
              <a:rPr lang="en-US" sz="6600" i="1" dirty="0"/>
            </a:br>
            <a:r>
              <a:rPr lang="en-US" sz="6600" i="1" dirty="0">
                <a:solidFill>
                  <a:srgbClr val="EC7B2B"/>
                </a:solidFill>
              </a:rPr>
              <a:t>Community </a:t>
            </a:r>
            <a:br>
              <a:rPr lang="en-US" sz="6600" i="1" dirty="0"/>
            </a:br>
            <a:r>
              <a:rPr lang="en-US" sz="6600" i="1" dirty="0">
                <a:solidFill>
                  <a:srgbClr val="3494BA"/>
                </a:solidFill>
              </a:rPr>
              <a:t>Level Design </a:t>
            </a:r>
            <a:br>
              <a:rPr lang="en-US" sz="6600" i="1" dirty="0"/>
            </a:br>
            <a:r>
              <a:rPr lang="en-US" sz="6600" i="1" dirty="0"/>
              <a:t>Workshop</a:t>
            </a:r>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a:xfrm>
            <a:off x="576072" y="4727448"/>
            <a:ext cx="11036808" cy="1774020"/>
          </a:xfrm>
        </p:spPr>
        <p:txBody>
          <a:bodyPr>
            <a:normAutofit/>
          </a:bodyPr>
          <a:lstStyle/>
          <a:p>
            <a:r>
              <a:rPr lang="en-US" sz="2000"/>
              <a:t>Let members earn their way within the Community</a:t>
            </a:r>
          </a:p>
          <a:p>
            <a:r>
              <a:rPr lang="en-US" sz="2000"/>
              <a:t>Gamify progression in Community</a:t>
            </a:r>
          </a:p>
          <a:p>
            <a:r>
              <a:rPr lang="en-US" sz="2000" b="1"/>
              <a:t>For Community Boosters mostly</a:t>
            </a:r>
          </a:p>
        </p:txBody>
      </p:sp>
      <p:pic>
        <p:nvPicPr>
          <p:cNvPr id="6" name="Image 5">
            <a:extLst>
              <a:ext uri="{FF2B5EF4-FFF2-40B4-BE49-F238E27FC236}">
                <a16:creationId xmlns:a16="http://schemas.microsoft.com/office/drawing/2014/main" id="{252D7BC0-0E22-4A91-8BA2-79B7C82E2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619" y="4631050"/>
            <a:ext cx="2284429" cy="2204475"/>
          </a:xfrm>
          <a:prstGeom prst="rect">
            <a:avLst/>
          </a:prstGeom>
        </p:spPr>
      </p:pic>
      <p:sp>
        <p:nvSpPr>
          <p:cNvPr id="8" name="Rectangle 7">
            <a:extLst>
              <a:ext uri="{FF2B5EF4-FFF2-40B4-BE49-F238E27FC236}">
                <a16:creationId xmlns:a16="http://schemas.microsoft.com/office/drawing/2014/main" id="{4D420A7A-BAAC-4C31-B21D-0048B2A0917D}"/>
              </a:ext>
            </a:extLst>
          </p:cNvPr>
          <p:cNvSpPr/>
          <p:nvPr/>
        </p:nvSpPr>
        <p:spPr>
          <a:xfrm>
            <a:off x="6964316"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9" name="Rectangle 8">
            <a:extLst>
              <a:ext uri="{FF2B5EF4-FFF2-40B4-BE49-F238E27FC236}">
                <a16:creationId xmlns:a16="http://schemas.microsoft.com/office/drawing/2014/main" id="{4266508C-7CE7-4514-B87D-A8E7E4435688}"/>
              </a:ext>
            </a:extLst>
          </p:cNvPr>
          <p:cNvSpPr/>
          <p:nvPr/>
        </p:nvSpPr>
        <p:spPr>
          <a:xfrm>
            <a:off x="7886255"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0" name="Rectangle 9">
            <a:extLst>
              <a:ext uri="{FF2B5EF4-FFF2-40B4-BE49-F238E27FC236}">
                <a16:creationId xmlns:a16="http://schemas.microsoft.com/office/drawing/2014/main" id="{1E3B5609-D2C8-4BA9-A5FD-228F60FBF48D}"/>
              </a:ext>
            </a:extLst>
          </p:cNvPr>
          <p:cNvSpPr/>
          <p:nvPr/>
        </p:nvSpPr>
        <p:spPr>
          <a:xfrm>
            <a:off x="8808194"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1" name="Rectangle 10">
            <a:extLst>
              <a:ext uri="{FF2B5EF4-FFF2-40B4-BE49-F238E27FC236}">
                <a16:creationId xmlns:a16="http://schemas.microsoft.com/office/drawing/2014/main" id="{1D8FF093-D6BE-482C-93C6-6008E61CE337}"/>
              </a:ext>
            </a:extLst>
          </p:cNvPr>
          <p:cNvSpPr/>
          <p:nvPr/>
        </p:nvSpPr>
        <p:spPr>
          <a:xfrm>
            <a:off x="9816620"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2" name="Rectangle 11">
            <a:extLst>
              <a:ext uri="{FF2B5EF4-FFF2-40B4-BE49-F238E27FC236}">
                <a16:creationId xmlns:a16="http://schemas.microsoft.com/office/drawing/2014/main" id="{F054F8D8-BD87-4DCE-82C6-F56EC1BDDAC1}"/>
              </a:ext>
            </a:extLst>
          </p:cNvPr>
          <p:cNvSpPr/>
          <p:nvPr/>
        </p:nvSpPr>
        <p:spPr>
          <a:xfrm>
            <a:off x="10790272"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3" name="Rectangle 12">
            <a:extLst>
              <a:ext uri="{FF2B5EF4-FFF2-40B4-BE49-F238E27FC236}">
                <a16:creationId xmlns:a16="http://schemas.microsoft.com/office/drawing/2014/main" id="{2F0D9AE2-1AF1-49BE-A01F-50E4E614C18E}"/>
              </a:ext>
            </a:extLst>
          </p:cNvPr>
          <p:cNvSpPr/>
          <p:nvPr/>
        </p:nvSpPr>
        <p:spPr>
          <a:xfrm>
            <a:off x="9816620" y="349867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4" name="Rectangle 13">
            <a:extLst>
              <a:ext uri="{FF2B5EF4-FFF2-40B4-BE49-F238E27FC236}">
                <a16:creationId xmlns:a16="http://schemas.microsoft.com/office/drawing/2014/main" id="{144CF1F7-5A97-4892-B807-39CF99518E81}"/>
              </a:ext>
            </a:extLst>
          </p:cNvPr>
          <p:cNvSpPr/>
          <p:nvPr/>
        </p:nvSpPr>
        <p:spPr>
          <a:xfrm>
            <a:off x="10814908" y="350189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5" name="Rectangle 14">
            <a:extLst>
              <a:ext uri="{FF2B5EF4-FFF2-40B4-BE49-F238E27FC236}">
                <a16:creationId xmlns:a16="http://schemas.microsoft.com/office/drawing/2014/main" id="{6EE7B150-60A0-491A-848F-B71FEC887FD5}"/>
              </a:ext>
            </a:extLst>
          </p:cNvPr>
          <p:cNvSpPr/>
          <p:nvPr/>
        </p:nvSpPr>
        <p:spPr>
          <a:xfrm>
            <a:off x="10814908" y="118952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18" name="Connecteur droit avec flèche 17">
            <a:extLst>
              <a:ext uri="{FF2B5EF4-FFF2-40B4-BE49-F238E27FC236}">
                <a16:creationId xmlns:a16="http://schemas.microsoft.com/office/drawing/2014/main" id="{44D3F57B-A56D-495C-B764-F2239D9F06B8}"/>
              </a:ext>
            </a:extLst>
          </p:cNvPr>
          <p:cNvCxnSpPr>
            <a:cxnSpLocks/>
            <a:stCxn id="8" idx="3"/>
            <a:endCxn id="9" idx="1"/>
          </p:cNvCxnSpPr>
          <p:nvPr/>
        </p:nvCxnSpPr>
        <p:spPr>
          <a:xfrm>
            <a:off x="7642126"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67C869B4-5080-41A6-8A54-27D45E71AE40}"/>
              </a:ext>
            </a:extLst>
          </p:cNvPr>
          <p:cNvCxnSpPr>
            <a:cxnSpLocks/>
            <a:stCxn id="8" idx="3"/>
            <a:endCxn id="41" idx="1"/>
          </p:cNvCxnSpPr>
          <p:nvPr/>
        </p:nvCxnSpPr>
        <p:spPr>
          <a:xfrm flipV="1">
            <a:off x="7642126" y="1790007"/>
            <a:ext cx="252143" cy="1083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43FFA11C-AF97-493E-BC4E-3551A3C6DF46}"/>
              </a:ext>
            </a:extLst>
          </p:cNvPr>
          <p:cNvCxnSpPr>
            <a:cxnSpLocks/>
            <a:stCxn id="9" idx="3"/>
            <a:endCxn id="10" idx="1"/>
          </p:cNvCxnSpPr>
          <p:nvPr/>
        </p:nvCxnSpPr>
        <p:spPr>
          <a:xfrm>
            <a:off x="8564065"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4E59D1F1-1B22-46AA-A95E-D629A5ECB8C8}"/>
              </a:ext>
            </a:extLst>
          </p:cNvPr>
          <p:cNvCxnSpPr>
            <a:cxnSpLocks/>
            <a:stCxn id="10" idx="3"/>
            <a:endCxn id="11" idx="1"/>
          </p:cNvCxnSpPr>
          <p:nvPr/>
        </p:nvCxnSpPr>
        <p:spPr>
          <a:xfrm flipV="1">
            <a:off x="9486004" y="2581894"/>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37B7C557-1360-4737-A8C8-116260F5F79E}"/>
              </a:ext>
            </a:extLst>
          </p:cNvPr>
          <p:cNvCxnSpPr>
            <a:cxnSpLocks/>
            <a:stCxn id="10" idx="3"/>
            <a:endCxn id="13" idx="1"/>
          </p:cNvCxnSpPr>
          <p:nvPr/>
        </p:nvCxnSpPr>
        <p:spPr>
          <a:xfrm>
            <a:off x="9486004" y="2873664"/>
            <a:ext cx="330616" cy="843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7FA56B7F-79B3-4B4C-A0AF-3C87F56F9B97}"/>
              </a:ext>
            </a:extLst>
          </p:cNvPr>
          <p:cNvCxnSpPr>
            <a:cxnSpLocks/>
            <a:stCxn id="13" idx="3"/>
            <a:endCxn id="14" idx="1"/>
          </p:cNvCxnSpPr>
          <p:nvPr/>
        </p:nvCxnSpPr>
        <p:spPr>
          <a:xfrm>
            <a:off x="10494430" y="3716668"/>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27FD884E-4B93-4750-8AEF-0FE33D9CA52D}"/>
              </a:ext>
            </a:extLst>
          </p:cNvPr>
          <p:cNvCxnSpPr>
            <a:cxnSpLocks/>
            <a:stCxn id="11" idx="3"/>
            <a:endCxn id="12" idx="1"/>
          </p:cNvCxnSpPr>
          <p:nvPr/>
        </p:nvCxnSpPr>
        <p:spPr>
          <a:xfrm>
            <a:off x="10494430" y="2581894"/>
            <a:ext cx="2958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4DFC2C41-FC15-4FD5-BBE1-A416536B03B2}"/>
              </a:ext>
            </a:extLst>
          </p:cNvPr>
          <p:cNvCxnSpPr>
            <a:cxnSpLocks/>
            <a:stCxn id="11" idx="3"/>
            <a:endCxn id="15" idx="1"/>
          </p:cNvCxnSpPr>
          <p:nvPr/>
        </p:nvCxnSpPr>
        <p:spPr>
          <a:xfrm flipV="1">
            <a:off x="10494430" y="1407522"/>
            <a:ext cx="320478" cy="1174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 name="Groupe 2">
            <a:extLst>
              <a:ext uri="{FF2B5EF4-FFF2-40B4-BE49-F238E27FC236}">
                <a16:creationId xmlns:a16="http://schemas.microsoft.com/office/drawing/2014/main" id="{FAFFE4F4-8545-4687-A674-25D7983A03B7}"/>
              </a:ext>
            </a:extLst>
          </p:cNvPr>
          <p:cNvGrpSpPr/>
          <p:nvPr/>
        </p:nvGrpSpPr>
        <p:grpSpPr>
          <a:xfrm>
            <a:off x="6918587" y="2128227"/>
            <a:ext cx="620923" cy="573891"/>
            <a:chOff x="6349347" y="1954752"/>
            <a:chExt cx="914400" cy="845138"/>
          </a:xfrm>
        </p:grpSpPr>
        <p:pic>
          <p:nvPicPr>
            <p:cNvPr id="26" name="Graphique 25" descr="Profil femelle contour">
              <a:extLst>
                <a:ext uri="{FF2B5EF4-FFF2-40B4-BE49-F238E27FC236}">
                  <a16:creationId xmlns:a16="http://schemas.microsoft.com/office/drawing/2014/main" id="{41367B3A-E934-4F7A-95EA-D45CAE86617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7574"/>
            <a:stretch/>
          </p:blipFill>
          <p:spPr>
            <a:xfrm>
              <a:off x="6349347" y="1954752"/>
              <a:ext cx="914400" cy="845138"/>
            </a:xfrm>
            <a:prstGeom prst="rect">
              <a:avLst/>
            </a:prstGeom>
          </p:spPr>
        </p:pic>
        <p:pic>
          <p:nvPicPr>
            <p:cNvPr id="27" name="Graphique 26" descr="Signe pouce en haut avec un remplissage uni">
              <a:extLst>
                <a:ext uri="{FF2B5EF4-FFF2-40B4-BE49-F238E27FC236}">
                  <a16:creationId xmlns:a16="http://schemas.microsoft.com/office/drawing/2014/main" id="{B10B55D6-5FFF-4C0C-A780-BF92FA36DC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31752" y="2343373"/>
              <a:ext cx="456517" cy="456517"/>
            </a:xfrm>
            <a:prstGeom prst="rect">
              <a:avLst/>
            </a:prstGeom>
          </p:spPr>
        </p:pic>
      </p:grpSp>
      <p:grpSp>
        <p:nvGrpSpPr>
          <p:cNvPr id="28" name="Groupe 27">
            <a:extLst>
              <a:ext uri="{FF2B5EF4-FFF2-40B4-BE49-F238E27FC236}">
                <a16:creationId xmlns:a16="http://schemas.microsoft.com/office/drawing/2014/main" id="{D7DE3541-37A2-4EAF-94F3-C4EE2AC51969}"/>
              </a:ext>
            </a:extLst>
          </p:cNvPr>
          <p:cNvGrpSpPr/>
          <p:nvPr/>
        </p:nvGrpSpPr>
        <p:grpSpPr>
          <a:xfrm>
            <a:off x="7972742" y="2029838"/>
            <a:ext cx="572054" cy="704873"/>
            <a:chOff x="2647288" y="1873578"/>
            <a:chExt cx="914400" cy="1126704"/>
          </a:xfrm>
        </p:grpSpPr>
        <p:pic>
          <p:nvPicPr>
            <p:cNvPr id="29" name="Graphique 28" descr="Toque d'étudiant avec un remplissage uni">
              <a:extLst>
                <a:ext uri="{FF2B5EF4-FFF2-40B4-BE49-F238E27FC236}">
                  <a16:creationId xmlns:a16="http://schemas.microsoft.com/office/drawing/2014/main" id="{8D907456-B4EE-4E11-A199-94B7A7FBB0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02238" y="1873578"/>
              <a:ext cx="619105" cy="619105"/>
            </a:xfrm>
            <a:prstGeom prst="rect">
              <a:avLst/>
            </a:prstGeom>
          </p:spPr>
        </p:pic>
        <p:pic>
          <p:nvPicPr>
            <p:cNvPr id="30" name="Graphique 29" descr="Profil femelle contour">
              <a:extLst>
                <a:ext uri="{FF2B5EF4-FFF2-40B4-BE49-F238E27FC236}">
                  <a16:creationId xmlns:a16="http://schemas.microsoft.com/office/drawing/2014/main" id="{4A3C2BE0-1104-4EBE-A619-B9247BA03AE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6627"/>
            <a:stretch/>
          </p:blipFill>
          <p:spPr>
            <a:xfrm>
              <a:off x="2647288" y="2237923"/>
              <a:ext cx="914400" cy="762359"/>
            </a:xfrm>
            <a:prstGeom prst="rect">
              <a:avLst/>
            </a:prstGeom>
          </p:spPr>
        </p:pic>
      </p:grpSp>
      <p:pic>
        <p:nvPicPr>
          <p:cNvPr id="37" name="Graphique 36" descr="Femme pilote avec un remplissage uni">
            <a:extLst>
              <a:ext uri="{FF2B5EF4-FFF2-40B4-BE49-F238E27FC236}">
                <a16:creationId xmlns:a16="http://schemas.microsoft.com/office/drawing/2014/main" id="{125F26C0-33E7-4EB9-826B-03BD6148BF1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62299" y="2933056"/>
            <a:ext cx="640076" cy="640076"/>
          </a:xfrm>
          <a:prstGeom prst="rect">
            <a:avLst/>
          </a:prstGeom>
        </p:spPr>
      </p:pic>
      <p:pic>
        <p:nvPicPr>
          <p:cNvPr id="38" name="Graphique 37" descr="Employé de bureau avec un remplissage uni">
            <a:extLst>
              <a:ext uri="{FF2B5EF4-FFF2-40B4-BE49-F238E27FC236}">
                <a16:creationId xmlns:a16="http://schemas.microsoft.com/office/drawing/2014/main" id="{41ED7F80-D174-46DB-AC75-68FCC565073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19487" y="2902237"/>
            <a:ext cx="672076" cy="672076"/>
          </a:xfrm>
          <a:prstGeom prst="rect">
            <a:avLst/>
          </a:prstGeom>
        </p:spPr>
      </p:pic>
      <p:pic>
        <p:nvPicPr>
          <p:cNvPr id="39" name="Graphique 38" descr="Femme électricienne avec un remplissage uni">
            <a:extLst>
              <a:ext uri="{FF2B5EF4-FFF2-40B4-BE49-F238E27FC236}">
                <a16:creationId xmlns:a16="http://schemas.microsoft.com/office/drawing/2014/main" id="{246BF2F9-0B1F-4B3B-9A77-A1D5D52F5DC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834921" y="1783153"/>
            <a:ext cx="641209" cy="641209"/>
          </a:xfrm>
          <a:prstGeom prst="rect">
            <a:avLst/>
          </a:prstGeom>
        </p:spPr>
      </p:pic>
      <p:pic>
        <p:nvPicPr>
          <p:cNvPr id="40" name="Graphique 39" descr="Femme professeur avec un remplissage uni">
            <a:extLst>
              <a:ext uri="{FF2B5EF4-FFF2-40B4-BE49-F238E27FC236}">
                <a16:creationId xmlns:a16="http://schemas.microsoft.com/office/drawing/2014/main" id="{99628E7D-1802-4BF6-81B2-E460440C7F3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98121" y="2010577"/>
            <a:ext cx="697033" cy="697033"/>
          </a:xfrm>
          <a:prstGeom prst="rect">
            <a:avLst/>
          </a:prstGeom>
        </p:spPr>
      </p:pic>
      <p:sp>
        <p:nvSpPr>
          <p:cNvPr id="41" name="Rectangle 40">
            <a:extLst>
              <a:ext uri="{FF2B5EF4-FFF2-40B4-BE49-F238E27FC236}">
                <a16:creationId xmlns:a16="http://schemas.microsoft.com/office/drawing/2014/main" id="{6D81BC49-2046-45CE-AD2C-A26FF6EA383F}"/>
              </a:ext>
            </a:extLst>
          </p:cNvPr>
          <p:cNvSpPr/>
          <p:nvPr/>
        </p:nvSpPr>
        <p:spPr>
          <a:xfrm>
            <a:off x="7894269" y="15720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pic>
        <p:nvPicPr>
          <p:cNvPr id="43" name="Graphique 42" descr="Femme capitaine avec un remplissage uni">
            <a:extLst>
              <a:ext uri="{FF2B5EF4-FFF2-40B4-BE49-F238E27FC236}">
                <a16:creationId xmlns:a16="http://schemas.microsoft.com/office/drawing/2014/main" id="{A3052D1E-8732-44C7-BECF-609A9B6941B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5247" y="567752"/>
            <a:ext cx="685221" cy="685221"/>
          </a:xfrm>
          <a:prstGeom prst="rect">
            <a:avLst/>
          </a:prstGeom>
        </p:spPr>
      </p:pic>
      <p:pic>
        <p:nvPicPr>
          <p:cNvPr id="48" name="Graphique 47" descr="Centre d’appels avec un remplissage uni">
            <a:extLst>
              <a:ext uri="{FF2B5EF4-FFF2-40B4-BE49-F238E27FC236}">
                <a16:creationId xmlns:a16="http://schemas.microsoft.com/office/drawing/2014/main" id="{7C01717F-F6E5-401E-97B6-209AD09BF96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56978" y="1790007"/>
            <a:ext cx="625165" cy="625165"/>
          </a:xfrm>
          <a:prstGeom prst="rect">
            <a:avLst/>
          </a:prstGeom>
        </p:spPr>
      </p:pic>
      <p:pic>
        <p:nvPicPr>
          <p:cNvPr id="49" name="Graphique 48" descr="Homme détective avec un remplissage uni">
            <a:extLst>
              <a:ext uri="{FF2B5EF4-FFF2-40B4-BE49-F238E27FC236}">
                <a16:creationId xmlns:a16="http://schemas.microsoft.com/office/drawing/2014/main" id="{CC48EDC0-9D61-46B3-9070-DA4BF017FC4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913947" y="987065"/>
            <a:ext cx="638453" cy="638453"/>
          </a:xfrm>
          <a:prstGeom prst="rect">
            <a:avLst/>
          </a:prstGeom>
        </p:spPr>
      </p:pic>
    </p:spTree>
    <p:extLst>
      <p:ext uri="{BB962C8B-B14F-4D97-AF65-F5344CB8AC3E}">
        <p14:creationId xmlns:p14="http://schemas.microsoft.com/office/powerpoint/2010/main" val="3748362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EFD9CBDF-DBEF-42C5-986F-C0C02F219E2F}"/>
              </a:ext>
            </a:extLst>
          </p:cNvPr>
          <p:cNvSpPr/>
          <p:nvPr/>
        </p:nvSpPr>
        <p:spPr>
          <a:xfrm>
            <a:off x="2694553" y="2835387"/>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7D95483-FEB7-47E6-BF91-6878E282808D}"/>
              </a:ext>
            </a:extLst>
          </p:cNvPr>
          <p:cNvSpPr/>
          <p:nvPr/>
        </p:nvSpPr>
        <p:spPr>
          <a:xfrm>
            <a:off x="2694553" y="1943100"/>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Image 54">
            <a:extLst>
              <a:ext uri="{FF2B5EF4-FFF2-40B4-BE49-F238E27FC236}">
                <a16:creationId xmlns:a16="http://schemas.microsoft.com/office/drawing/2014/main" id="{FA2C0475-D58F-420B-9A5F-4EFC9175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4554" y="2882268"/>
            <a:ext cx="1096141" cy="718617"/>
          </a:xfrm>
          <a:prstGeom prst="rect">
            <a:avLst/>
          </a:prstGeom>
        </p:spPr>
      </p:pic>
      <p:pic>
        <p:nvPicPr>
          <p:cNvPr id="53" name="Espace réservé pour une image  52">
            <a:extLst>
              <a:ext uri="{FF2B5EF4-FFF2-40B4-BE49-F238E27FC236}">
                <a16:creationId xmlns:a16="http://schemas.microsoft.com/office/drawing/2014/main" id="{AC8A68AD-5A0B-4D6F-B113-AE9DC2B20CC5}"/>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59" r="-1819"/>
          <a:stretch/>
        </p:blipFill>
        <p:spPr>
          <a:xfrm>
            <a:off x="2762028" y="2000269"/>
            <a:ext cx="961191" cy="694576"/>
          </a:xfrm>
        </p:spPr>
      </p:pic>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en-US" dirty="0"/>
              <a:t>Level 1 : Community Level Design Workshop in a Nutshell</a:t>
            </a:r>
          </a:p>
        </p:txBody>
      </p:sp>
      <p:pic>
        <p:nvPicPr>
          <p:cNvPr id="14" name="Espace réservé pour une image  13" descr="Femme pointant vers le haut">
            <a:extLst>
              <a:ext uri="{FF2B5EF4-FFF2-40B4-BE49-F238E27FC236}">
                <a16:creationId xmlns:a16="http://schemas.microsoft.com/office/drawing/2014/main" id="{389EFF9E-2313-45EB-BFDA-81225DD34438}"/>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1589104" y="3975732"/>
            <a:ext cx="1628398" cy="1396705"/>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948678"/>
          </a:xfrm>
        </p:spPr>
        <p:txBody>
          <a:bodyPr/>
          <a:lstStyle/>
          <a:p>
            <a:r>
              <a:rPr lang="en-US" sz="1200" dirty="0"/>
              <a:t>Participants share about Communities they know in which there are levels</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67464" y="5461000"/>
            <a:ext cx="3402012" cy="948678"/>
          </a:xfrm>
        </p:spPr>
        <p:txBody>
          <a:bodyPr/>
          <a:lstStyle/>
          <a:p>
            <a:r>
              <a:rPr lang="en-US" sz="1200" dirty="0"/>
              <a:t>Together, participants define Community levels, starting from the top level and necessary intermediary levels to get there.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8095967" y="5473623"/>
            <a:ext cx="3402012" cy="948678"/>
          </a:xfrm>
        </p:spPr>
        <p:txBody>
          <a:bodyPr/>
          <a:lstStyle/>
          <a:p>
            <a:r>
              <a:rPr lang="en-US" sz="1200" dirty="0"/>
              <a:t>If relevant, participants can add customized Community rewards when members reach given levels. Iterate until obtaining a satisfying level design for the Community.</a:t>
            </a:r>
          </a:p>
        </p:txBody>
      </p:sp>
      <p:pic>
        <p:nvPicPr>
          <p:cNvPr id="22" name="Espace réservé pour une image  21" descr="Femme aux long cheveux">
            <a:extLst>
              <a:ext uri="{FF2B5EF4-FFF2-40B4-BE49-F238E27FC236}">
                <a16:creationId xmlns:a16="http://schemas.microsoft.com/office/drawing/2014/main" id="{D37A8ACD-ADD0-4E15-8695-7042A7B1D12F}"/>
              </a:ext>
            </a:extLst>
          </p:cNvPr>
          <p:cNvPicPr>
            <a:picLocks noGrp="1" noChangeAspect="1"/>
          </p:cNvPicPr>
          <p:nvPr>
            <p:ph type="pic" sz="quarter" idx="1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1728426" y="3331226"/>
            <a:ext cx="892299" cy="940884"/>
          </a:xfrm>
        </p:spPr>
      </p:pic>
      <p:pic>
        <p:nvPicPr>
          <p:cNvPr id="23" name="Graphique 22" descr="Un visage souriant">
            <a:extLst>
              <a:ext uri="{FF2B5EF4-FFF2-40B4-BE49-F238E27FC236}">
                <a16:creationId xmlns:a16="http://schemas.microsoft.com/office/drawing/2014/main" id="{AA7D1F9C-C639-4AE4-BA2E-8ECC59547EC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5646" y="3569455"/>
            <a:ext cx="343169" cy="353893"/>
          </a:xfrm>
          <a:prstGeom prst="rect">
            <a:avLst/>
          </a:prstGeom>
        </p:spPr>
      </p:pic>
      <p:pic>
        <p:nvPicPr>
          <p:cNvPr id="25" name="Image 24">
            <a:extLst>
              <a:ext uri="{FF2B5EF4-FFF2-40B4-BE49-F238E27FC236}">
                <a16:creationId xmlns:a16="http://schemas.microsoft.com/office/drawing/2014/main" id="{8D4EE911-ED16-4F5E-94AF-5F7FF2E1B5B0}"/>
              </a:ext>
            </a:extLst>
          </p:cNvPr>
          <p:cNvPicPr>
            <a:picLocks noChangeAspect="1"/>
          </p:cNvPicPr>
          <p:nvPr/>
        </p:nvPicPr>
        <p:blipFill rotWithShape="1">
          <a:blip r:embed="rId10">
            <a:extLst>
              <a:ext uri="{28A0092B-C50C-407E-A947-70E740481C1C}">
                <a14:useLocalDpi xmlns:a14="http://schemas.microsoft.com/office/drawing/2010/main" val="0"/>
              </a:ext>
            </a:extLst>
          </a:blip>
          <a:srcRect l="6181"/>
          <a:stretch/>
        </p:blipFill>
        <p:spPr>
          <a:xfrm>
            <a:off x="5389722" y="1921751"/>
            <a:ext cx="2324870" cy="1913796"/>
          </a:xfrm>
          <a:prstGeom prst="rect">
            <a:avLst/>
          </a:prstGeom>
        </p:spPr>
      </p:pic>
      <p:pic>
        <p:nvPicPr>
          <p:cNvPr id="29" name="Graphique 28" descr="Homme avec bras prothétique">
            <a:extLst>
              <a:ext uri="{FF2B5EF4-FFF2-40B4-BE49-F238E27FC236}">
                <a16:creationId xmlns:a16="http://schemas.microsoft.com/office/drawing/2014/main" id="{38409F71-CB52-44C7-89CD-6F5F2425FBE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6657260" y="3639111"/>
            <a:ext cx="1124869" cy="1601607"/>
          </a:xfrm>
          <a:prstGeom prst="rect">
            <a:avLst/>
          </a:prstGeom>
        </p:spPr>
      </p:pic>
      <p:pic>
        <p:nvPicPr>
          <p:cNvPr id="31" name="Image 30">
            <a:extLst>
              <a:ext uri="{FF2B5EF4-FFF2-40B4-BE49-F238E27FC236}">
                <a16:creationId xmlns:a16="http://schemas.microsoft.com/office/drawing/2014/main" id="{DD72579A-17CA-4E4E-ACE0-7099447E4DC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998520" y="1919907"/>
            <a:ext cx="2181459" cy="1579576"/>
          </a:xfrm>
          <a:prstGeom prst="rect">
            <a:avLst/>
          </a:prstGeom>
        </p:spPr>
      </p:pic>
      <p:pic>
        <p:nvPicPr>
          <p:cNvPr id="32" name="Espace réservé pour une image  13" descr="Femme pointant vers le haut">
            <a:extLst>
              <a:ext uri="{FF2B5EF4-FFF2-40B4-BE49-F238E27FC236}">
                <a16:creationId xmlns:a16="http://schemas.microsoft.com/office/drawing/2014/main" id="{7BCA84BB-3DBE-4FCA-88DE-CF46D6F074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r="25501" b="55556"/>
          <a:stretch/>
        </p:blipFill>
        <p:spPr>
          <a:xfrm>
            <a:off x="4496113" y="4197896"/>
            <a:ext cx="1073826" cy="1022817"/>
          </a:xfrm>
          <a:prstGeom prst="rect">
            <a:avLst/>
          </a:prstGeom>
        </p:spPr>
      </p:pic>
      <p:pic>
        <p:nvPicPr>
          <p:cNvPr id="33" name="Espace réservé pour une image  21" descr="Femme aux long cheveux">
            <a:extLst>
              <a:ext uri="{FF2B5EF4-FFF2-40B4-BE49-F238E27FC236}">
                <a16:creationId xmlns:a16="http://schemas.microsoft.com/office/drawing/2014/main" id="{F25A6779-99E7-4A60-A884-17AD8DF9ACB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4586877" y="3569455"/>
            <a:ext cx="892299" cy="940884"/>
          </a:xfrm>
          <a:prstGeom prst="rect">
            <a:avLst/>
          </a:prstGeom>
        </p:spPr>
      </p:pic>
      <p:pic>
        <p:nvPicPr>
          <p:cNvPr id="34" name="Graphique 33" descr="Un visage souriant">
            <a:extLst>
              <a:ext uri="{FF2B5EF4-FFF2-40B4-BE49-F238E27FC236}">
                <a16:creationId xmlns:a16="http://schemas.microsoft.com/office/drawing/2014/main" id="{47B8103C-7361-4ED0-9F3B-2EDBB52AE3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4097" y="3807684"/>
            <a:ext cx="343169" cy="353893"/>
          </a:xfrm>
          <a:prstGeom prst="rect">
            <a:avLst/>
          </a:prstGeom>
        </p:spPr>
      </p:pic>
      <p:pic>
        <p:nvPicPr>
          <p:cNvPr id="35" name="Graphique 34" descr="Homme en tenue professionnelle">
            <a:extLst>
              <a:ext uri="{FF2B5EF4-FFF2-40B4-BE49-F238E27FC236}">
                <a16:creationId xmlns:a16="http://schemas.microsoft.com/office/drawing/2014/main" id="{040A77A1-B00A-4FC2-A3A7-C185BDFB1A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028252" y="3688163"/>
            <a:ext cx="1233647" cy="1665873"/>
          </a:xfrm>
          <a:prstGeom prst="rect">
            <a:avLst/>
          </a:prstGeom>
        </p:spPr>
      </p:pic>
      <p:pic>
        <p:nvPicPr>
          <p:cNvPr id="37" name="Espace réservé pour une image  13" descr="Femme pointant vers le haut">
            <a:extLst>
              <a:ext uri="{FF2B5EF4-FFF2-40B4-BE49-F238E27FC236}">
                <a16:creationId xmlns:a16="http://schemas.microsoft.com/office/drawing/2014/main" id="{23DB9C6C-8BE8-4FB9-939E-5B4499DD980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8244138" y="4023722"/>
            <a:ext cx="1356551" cy="1163537"/>
          </a:xfrm>
          <a:prstGeom prst="rect">
            <a:avLst/>
          </a:prstGeom>
        </p:spPr>
      </p:pic>
      <p:pic>
        <p:nvPicPr>
          <p:cNvPr id="38" name="Espace réservé pour une image  21" descr="Femme aux long cheveux">
            <a:extLst>
              <a:ext uri="{FF2B5EF4-FFF2-40B4-BE49-F238E27FC236}">
                <a16:creationId xmlns:a16="http://schemas.microsoft.com/office/drawing/2014/main" id="{0C065279-ABA4-4F52-99AA-A97E6A6C6F5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8289412" y="3386310"/>
            <a:ext cx="892299" cy="940884"/>
          </a:xfrm>
          <a:prstGeom prst="rect">
            <a:avLst/>
          </a:prstGeom>
        </p:spPr>
      </p:pic>
      <p:pic>
        <p:nvPicPr>
          <p:cNvPr id="41" name="Graphique 40" descr="Visage souriant avec yeux en forme de cœur">
            <a:extLst>
              <a:ext uri="{FF2B5EF4-FFF2-40B4-BE49-F238E27FC236}">
                <a16:creationId xmlns:a16="http://schemas.microsoft.com/office/drawing/2014/main" id="{485A3D21-552D-47A1-8471-E07AFAFDB91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69462" y="3644912"/>
            <a:ext cx="333375" cy="352425"/>
          </a:xfrm>
          <a:prstGeom prst="rect">
            <a:avLst/>
          </a:prstGeom>
        </p:spPr>
      </p:pic>
      <p:pic>
        <p:nvPicPr>
          <p:cNvPr id="42" name="Graphique 41" descr="Homme avec bras prothétique">
            <a:extLst>
              <a:ext uri="{FF2B5EF4-FFF2-40B4-BE49-F238E27FC236}">
                <a16:creationId xmlns:a16="http://schemas.microsoft.com/office/drawing/2014/main" id="{F3525182-2C76-4326-A88B-07CB084C42D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9735764" y="3386310"/>
            <a:ext cx="1316244" cy="1874090"/>
          </a:xfrm>
          <a:prstGeom prst="rect">
            <a:avLst/>
          </a:prstGeom>
        </p:spPr>
      </p:pic>
      <p:pic>
        <p:nvPicPr>
          <p:cNvPr id="43" name="Graphique 42" descr="Homme en tenue professionnelle">
            <a:extLst>
              <a:ext uri="{FF2B5EF4-FFF2-40B4-BE49-F238E27FC236}">
                <a16:creationId xmlns:a16="http://schemas.microsoft.com/office/drawing/2014/main" id="{B362E14B-5B72-4090-96CF-03C5AD5A413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053086" y="3519401"/>
            <a:ext cx="1428597" cy="1872139"/>
          </a:xfrm>
          <a:prstGeom prst="rect">
            <a:avLst/>
          </a:prstGeom>
        </p:spPr>
      </p:pic>
      <p:sp>
        <p:nvSpPr>
          <p:cNvPr id="44" name="Rectangle 43">
            <a:extLst>
              <a:ext uri="{FF2B5EF4-FFF2-40B4-BE49-F238E27FC236}">
                <a16:creationId xmlns:a16="http://schemas.microsoft.com/office/drawing/2014/main" id="{C9710B1A-8779-4FF7-B619-B76ACFE7CC0F}"/>
              </a:ext>
            </a:extLst>
          </p:cNvPr>
          <p:cNvSpPr/>
          <p:nvPr/>
        </p:nvSpPr>
        <p:spPr>
          <a:xfrm>
            <a:off x="10644188" y="3781324"/>
            <a:ext cx="283368"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9BAD968-2E59-48D3-BDE8-33A973668ECE}"/>
              </a:ext>
            </a:extLst>
          </p:cNvPr>
          <p:cNvSpPr/>
          <p:nvPr/>
        </p:nvSpPr>
        <p:spPr>
          <a:xfrm>
            <a:off x="10100824" y="3746401"/>
            <a:ext cx="311281"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que 46" descr="Un visage souriant">
            <a:extLst>
              <a:ext uri="{FF2B5EF4-FFF2-40B4-BE49-F238E27FC236}">
                <a16:creationId xmlns:a16="http://schemas.microsoft.com/office/drawing/2014/main" id="{0264E010-98E1-4F57-B345-0A0759E7235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10089250" y="3706564"/>
            <a:ext cx="389310" cy="425701"/>
          </a:xfrm>
          <a:prstGeom prst="rect">
            <a:avLst/>
          </a:prstGeom>
        </p:spPr>
      </p:pic>
      <p:pic>
        <p:nvPicPr>
          <p:cNvPr id="49" name="Graphique 48" descr="Visage avec des sourcils épais">
            <a:extLst>
              <a:ext uri="{FF2B5EF4-FFF2-40B4-BE49-F238E27FC236}">
                <a16:creationId xmlns:a16="http://schemas.microsoft.com/office/drawing/2014/main" id="{8E77E007-94AA-4875-B339-61407058856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588511" y="3756674"/>
            <a:ext cx="435546" cy="410514"/>
          </a:xfrm>
          <a:prstGeom prst="rect">
            <a:avLst/>
          </a:prstGeom>
        </p:spPr>
      </p:pic>
    </p:spTree>
    <p:extLst>
      <p:ext uri="{BB962C8B-B14F-4D97-AF65-F5344CB8AC3E}">
        <p14:creationId xmlns:p14="http://schemas.microsoft.com/office/powerpoint/2010/main" val="2067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rmAutofit fontScale="90000"/>
          </a:bodyPr>
          <a:lstStyle/>
          <a:p>
            <a:r>
              <a:rPr lang="en-US" dirty="0"/>
              <a:t>Inspiration : Communities with levels</a:t>
            </a:r>
          </a:p>
        </p:txBody>
      </p:sp>
      <p:grpSp>
        <p:nvGrpSpPr>
          <p:cNvPr id="14" name="Groupe 13">
            <a:extLst>
              <a:ext uri="{FF2B5EF4-FFF2-40B4-BE49-F238E27FC236}">
                <a16:creationId xmlns:a16="http://schemas.microsoft.com/office/drawing/2014/main" id="{0CE537BB-6A76-4B1F-BE70-5F9C9AAAE72A}"/>
              </a:ext>
            </a:extLst>
          </p:cNvPr>
          <p:cNvGrpSpPr/>
          <p:nvPr/>
        </p:nvGrpSpPr>
        <p:grpSpPr>
          <a:xfrm flipH="1">
            <a:off x="7643674" y="2300604"/>
            <a:ext cx="3338005" cy="3994152"/>
            <a:chOff x="1589104" y="3331226"/>
            <a:chExt cx="1628398" cy="2041211"/>
          </a:xfrm>
        </p:grpSpPr>
        <p:pic>
          <p:nvPicPr>
            <p:cNvPr id="11" name="Espace réservé pour une image  13" descr="Femme pointant vers le haut">
              <a:extLst>
                <a:ext uri="{FF2B5EF4-FFF2-40B4-BE49-F238E27FC236}">
                  <a16:creationId xmlns:a16="http://schemas.microsoft.com/office/drawing/2014/main" id="{BAFE3CB0-7856-45CA-85DF-BED3C722AA7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086" b="46715"/>
            <a:stretch/>
          </p:blipFill>
          <p:spPr>
            <a:xfrm>
              <a:off x="1589104" y="3975732"/>
              <a:ext cx="1628398" cy="1396705"/>
            </a:xfrm>
            <a:prstGeom prst="rect">
              <a:avLst/>
            </a:prstGeom>
          </p:spPr>
        </p:pic>
        <p:pic>
          <p:nvPicPr>
            <p:cNvPr id="12" name="Espace réservé pour une image  21" descr="Femme aux long cheveux">
              <a:extLst>
                <a:ext uri="{FF2B5EF4-FFF2-40B4-BE49-F238E27FC236}">
                  <a16:creationId xmlns:a16="http://schemas.microsoft.com/office/drawing/2014/main" id="{AF155801-8C81-4E6D-8695-DE18D372766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925" b="2196"/>
            <a:stretch/>
          </p:blipFill>
          <p:spPr>
            <a:xfrm>
              <a:off x="1728426" y="3331226"/>
              <a:ext cx="892299" cy="940884"/>
            </a:xfrm>
            <a:prstGeom prst="rect">
              <a:avLst/>
            </a:prstGeom>
          </p:spPr>
        </p:pic>
        <p:pic>
          <p:nvPicPr>
            <p:cNvPr id="13" name="Graphique 12" descr="Un visage souriant">
              <a:extLst>
                <a:ext uri="{FF2B5EF4-FFF2-40B4-BE49-F238E27FC236}">
                  <a16:creationId xmlns:a16="http://schemas.microsoft.com/office/drawing/2014/main" id="{FEC780BC-2F7B-4684-8F69-1E833D7A53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5646" y="3569455"/>
              <a:ext cx="343169" cy="353893"/>
            </a:xfrm>
            <a:prstGeom prst="rect">
              <a:avLst/>
            </a:prstGeom>
          </p:spPr>
        </p:pic>
      </p:grpSp>
    </p:spTree>
    <p:extLst>
      <p:ext uri="{BB962C8B-B14F-4D97-AF65-F5344CB8AC3E}">
        <p14:creationId xmlns:p14="http://schemas.microsoft.com/office/powerpoint/2010/main" val="138647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en-US" sz="2800" dirty="0"/>
              <a:t>Examples for Inspiration</a:t>
            </a:r>
            <a:br>
              <a:rPr lang="en-US" sz="2800" dirty="0"/>
            </a:br>
            <a:r>
              <a:rPr lang="en-US" sz="2800" dirty="0"/>
              <a:t>Example :  Levels in Scout Groups</a:t>
            </a:r>
          </a:p>
        </p:txBody>
      </p:sp>
      <p:sp>
        <p:nvSpPr>
          <p:cNvPr id="53" name="Rectangle 52">
            <a:extLst>
              <a:ext uri="{FF2B5EF4-FFF2-40B4-BE49-F238E27FC236}">
                <a16:creationId xmlns:a16="http://schemas.microsoft.com/office/drawing/2014/main" id="{30162CA9-17A6-42A3-B3D2-D8A6CAABEEAE}"/>
              </a:ext>
            </a:extLst>
          </p:cNvPr>
          <p:cNvSpPr/>
          <p:nvPr/>
        </p:nvSpPr>
        <p:spPr>
          <a:xfrm>
            <a:off x="937655" y="4627890"/>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Wolf Cubs</a:t>
            </a:r>
          </a:p>
          <a:p>
            <a:pPr algn="ctr"/>
            <a:r>
              <a:rPr lang="en-US" sz="1200" dirty="0">
                <a:solidFill>
                  <a:schemeClr val="bg1"/>
                </a:solidFill>
              </a:rPr>
              <a:t>Brownie Guide</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377804" y="4627890"/>
            <a:ext cx="786268"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3164072" y="429432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Boy Scout</a:t>
            </a:r>
          </a:p>
          <a:p>
            <a:pPr algn="ctr"/>
            <a:r>
              <a:rPr lang="en-US" sz="1200" dirty="0">
                <a:solidFill>
                  <a:schemeClr val="bg1"/>
                </a:solidFill>
              </a:rPr>
              <a:t>Girl Scout</a:t>
            </a:r>
          </a:p>
        </p:txBody>
      </p:sp>
      <p:sp>
        <p:nvSpPr>
          <p:cNvPr id="64" name="Rectangle 63">
            <a:extLst>
              <a:ext uri="{FF2B5EF4-FFF2-40B4-BE49-F238E27FC236}">
                <a16:creationId xmlns:a16="http://schemas.microsoft.com/office/drawing/2014/main" id="{B701C8A9-FFD5-418A-9CC8-EADB5F09C920}"/>
              </a:ext>
            </a:extLst>
          </p:cNvPr>
          <p:cNvSpPr/>
          <p:nvPr/>
        </p:nvSpPr>
        <p:spPr>
          <a:xfrm>
            <a:off x="5256890" y="377407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Rover Scout</a:t>
            </a:r>
          </a:p>
          <a:p>
            <a:pPr algn="ctr"/>
            <a:r>
              <a:rPr lang="en-US" sz="1200" dirty="0">
                <a:solidFill>
                  <a:schemeClr val="bg1"/>
                </a:solidFill>
              </a:rPr>
              <a:t>Ranger Guide</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604221" y="4107639"/>
            <a:ext cx="652669" cy="520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EC2BD2A9-58D1-4FAB-9EA2-936B4ED2C1E1}"/>
              </a:ext>
            </a:extLst>
          </p:cNvPr>
          <p:cNvSpPr txBox="1"/>
          <p:nvPr/>
        </p:nvSpPr>
        <p:spPr>
          <a:xfrm>
            <a:off x="428347" y="6309360"/>
            <a:ext cx="6094520" cy="369332"/>
          </a:xfrm>
          <a:prstGeom prst="rect">
            <a:avLst/>
          </a:prstGeom>
          <a:noFill/>
        </p:spPr>
        <p:txBody>
          <a:bodyPr wrap="square">
            <a:spAutoFit/>
          </a:bodyPr>
          <a:lstStyle/>
          <a:p>
            <a:r>
              <a:rPr lang="en-US" dirty="0">
                <a:hlinkClick r:id="rId2"/>
              </a:rPr>
              <a:t>https://en.wikipedia.org/wiki/Scouting</a:t>
            </a:r>
            <a:endParaRPr lang="en-US" dirty="0"/>
          </a:p>
        </p:txBody>
      </p:sp>
      <p:pic>
        <p:nvPicPr>
          <p:cNvPr id="14" name="Image 13" descr="Une image contenant habits, personne, portant, complet&#10;&#10;Description générée automatiquement">
            <a:extLst>
              <a:ext uri="{FF2B5EF4-FFF2-40B4-BE49-F238E27FC236}">
                <a16:creationId xmlns:a16="http://schemas.microsoft.com/office/drawing/2014/main" id="{666C2F0E-F87B-4752-9551-DDCEB2CCF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9603" y="3409685"/>
            <a:ext cx="398533" cy="1211097"/>
          </a:xfrm>
          <a:prstGeom prst="rect">
            <a:avLst/>
          </a:prstGeom>
        </p:spPr>
      </p:pic>
      <p:pic>
        <p:nvPicPr>
          <p:cNvPr id="18" name="Image 17" descr="Une image contenant personne, extérieur&#10;&#10;Description générée automatiquement">
            <a:extLst>
              <a:ext uri="{FF2B5EF4-FFF2-40B4-BE49-F238E27FC236}">
                <a16:creationId xmlns:a16="http://schemas.microsoft.com/office/drawing/2014/main" id="{FDAE47D1-13E1-4804-BDA6-9CA2EE9F15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8392" y="2886663"/>
            <a:ext cx="840169" cy="1340798"/>
          </a:xfrm>
          <a:prstGeom prst="rect">
            <a:avLst/>
          </a:prstGeom>
        </p:spPr>
      </p:pic>
      <p:pic>
        <p:nvPicPr>
          <p:cNvPr id="20" name="Image 19" descr="Une image contenant personne, arbre, uniforme militaire, extérieur&#10;&#10;Description générée automatiquement">
            <a:extLst>
              <a:ext uri="{FF2B5EF4-FFF2-40B4-BE49-F238E27FC236}">
                <a16:creationId xmlns:a16="http://schemas.microsoft.com/office/drawing/2014/main" id="{412228A8-04B6-42E7-816D-D40574A42B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1895" y="2685946"/>
            <a:ext cx="1510137" cy="1075275"/>
          </a:xfrm>
          <a:prstGeom prst="rect">
            <a:avLst/>
          </a:prstGeom>
        </p:spPr>
      </p:pic>
    </p:spTree>
    <p:extLst>
      <p:ext uri="{BB962C8B-B14F-4D97-AF65-F5344CB8AC3E}">
        <p14:creationId xmlns:p14="http://schemas.microsoft.com/office/powerpoint/2010/main" val="2836885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en-US" sz="2800" dirty="0"/>
              <a:t>Examples for Inspiration</a:t>
            </a:r>
            <a:br>
              <a:rPr lang="en-US" sz="2800" dirty="0"/>
            </a:br>
            <a:r>
              <a:rPr lang="en-US" sz="2800" dirty="0"/>
              <a:t>Example :  Levels in a Consulting Company</a:t>
            </a:r>
          </a:p>
        </p:txBody>
      </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Analyst</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Consultant</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Senior Consultant</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Manager</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Partner</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Image 2" descr="Un homme d'affaires qui hausse les épaules">
            <a:extLst>
              <a:ext uri="{FF2B5EF4-FFF2-40B4-BE49-F238E27FC236}">
                <a16:creationId xmlns:a16="http://schemas.microsoft.com/office/drawing/2014/main" id="{289D7C55-9F41-4433-8522-69633C855D48}"/>
              </a:ext>
            </a:extLst>
          </p:cNvPr>
          <p:cNvPicPr>
            <a:picLocks noChangeAspect="1"/>
          </p:cNvPicPr>
          <p:nvPr/>
        </p:nvPicPr>
        <p:blipFill rotWithShape="1">
          <a:blip r:embed="rId2">
            <a:extLst>
              <a:ext uri="{28A0092B-C50C-407E-A947-70E740481C1C}">
                <a14:useLocalDpi xmlns:a14="http://schemas.microsoft.com/office/drawing/2010/main" val="0"/>
              </a:ext>
            </a:extLst>
          </a:blip>
          <a:srcRect b="54430"/>
          <a:stretch/>
        </p:blipFill>
        <p:spPr>
          <a:xfrm>
            <a:off x="2866560" y="4232152"/>
            <a:ext cx="1166323" cy="1189401"/>
          </a:xfrm>
          <a:prstGeom prst="rect">
            <a:avLst/>
          </a:prstGeom>
        </p:spPr>
      </p:pic>
      <p:pic>
        <p:nvPicPr>
          <p:cNvPr id="5" name="Image 4" descr="Une femme d'affaires montre du doigt">
            <a:extLst>
              <a:ext uri="{FF2B5EF4-FFF2-40B4-BE49-F238E27FC236}">
                <a16:creationId xmlns:a16="http://schemas.microsoft.com/office/drawing/2014/main" id="{DB899053-55A3-4F3A-AB8E-FA63395380C4}"/>
              </a:ext>
            </a:extLst>
          </p:cNvPr>
          <p:cNvPicPr>
            <a:picLocks noChangeAspect="1"/>
          </p:cNvPicPr>
          <p:nvPr/>
        </p:nvPicPr>
        <p:blipFill rotWithShape="1">
          <a:blip r:embed="rId3">
            <a:extLst>
              <a:ext uri="{28A0092B-C50C-407E-A947-70E740481C1C}">
                <a14:useLocalDpi xmlns:a14="http://schemas.microsoft.com/office/drawing/2010/main" val="0"/>
              </a:ext>
            </a:extLst>
          </a:blip>
          <a:srcRect b="60617"/>
          <a:stretch/>
        </p:blipFill>
        <p:spPr>
          <a:xfrm>
            <a:off x="4846947" y="3785554"/>
            <a:ext cx="1249053" cy="1138740"/>
          </a:xfrm>
          <a:prstGeom prst="rect">
            <a:avLst/>
          </a:prstGeom>
        </p:spPr>
      </p:pic>
      <p:pic>
        <p:nvPicPr>
          <p:cNvPr id="7" name="Image 6" descr="Un homme d'affaires qui réfléchit">
            <a:extLst>
              <a:ext uri="{FF2B5EF4-FFF2-40B4-BE49-F238E27FC236}">
                <a16:creationId xmlns:a16="http://schemas.microsoft.com/office/drawing/2014/main" id="{DAF4F8D2-07D5-4D93-812B-F93E731CF06B}"/>
              </a:ext>
            </a:extLst>
          </p:cNvPr>
          <p:cNvPicPr>
            <a:picLocks noChangeAspect="1"/>
          </p:cNvPicPr>
          <p:nvPr/>
        </p:nvPicPr>
        <p:blipFill rotWithShape="1">
          <a:blip r:embed="rId4">
            <a:extLst>
              <a:ext uri="{28A0092B-C50C-407E-A947-70E740481C1C}">
                <a14:useLocalDpi xmlns:a14="http://schemas.microsoft.com/office/drawing/2010/main" val="0"/>
              </a:ext>
            </a:extLst>
          </a:blip>
          <a:srcRect b="51391"/>
          <a:stretch/>
        </p:blipFill>
        <p:spPr>
          <a:xfrm>
            <a:off x="6675873" y="3122259"/>
            <a:ext cx="948931" cy="1377278"/>
          </a:xfrm>
          <a:prstGeom prst="rect">
            <a:avLst/>
          </a:prstGeom>
        </p:spPr>
      </p:pic>
      <p:pic>
        <p:nvPicPr>
          <p:cNvPr id="10" name="Image 9" descr="Une jeune femme d'affaires applaudissant à deux mains">
            <a:extLst>
              <a:ext uri="{FF2B5EF4-FFF2-40B4-BE49-F238E27FC236}">
                <a16:creationId xmlns:a16="http://schemas.microsoft.com/office/drawing/2014/main" id="{58B991D1-105F-42B8-A735-2B9E62A75A71}"/>
              </a:ext>
            </a:extLst>
          </p:cNvPr>
          <p:cNvPicPr>
            <a:picLocks noChangeAspect="1"/>
          </p:cNvPicPr>
          <p:nvPr/>
        </p:nvPicPr>
        <p:blipFill rotWithShape="1">
          <a:blip r:embed="rId5">
            <a:extLst>
              <a:ext uri="{28A0092B-C50C-407E-A947-70E740481C1C}">
                <a14:useLocalDpi xmlns:a14="http://schemas.microsoft.com/office/drawing/2010/main" val="0"/>
              </a:ext>
            </a:extLst>
          </a:blip>
          <a:srcRect b="54334"/>
          <a:stretch/>
        </p:blipFill>
        <p:spPr>
          <a:xfrm>
            <a:off x="731340" y="4653530"/>
            <a:ext cx="1072040" cy="1144906"/>
          </a:xfrm>
          <a:prstGeom prst="rect">
            <a:avLst/>
          </a:prstGeom>
        </p:spPr>
      </p:pic>
      <p:pic>
        <p:nvPicPr>
          <p:cNvPr id="58" name="Image 57" descr="Vieille femme mains sur les hanches">
            <a:extLst>
              <a:ext uri="{FF2B5EF4-FFF2-40B4-BE49-F238E27FC236}">
                <a16:creationId xmlns:a16="http://schemas.microsoft.com/office/drawing/2014/main" id="{61CB40B3-89CE-4589-8C71-77D69D32DA17}"/>
              </a:ext>
            </a:extLst>
          </p:cNvPr>
          <p:cNvPicPr>
            <a:picLocks noChangeAspect="1"/>
          </p:cNvPicPr>
          <p:nvPr/>
        </p:nvPicPr>
        <p:blipFill rotWithShape="1">
          <a:blip r:embed="rId6">
            <a:extLst>
              <a:ext uri="{28A0092B-C50C-407E-A947-70E740481C1C}">
                <a14:useLocalDpi xmlns:a14="http://schemas.microsoft.com/office/drawing/2010/main" val="0"/>
              </a:ext>
            </a:extLst>
          </a:blip>
          <a:srcRect b="52396"/>
          <a:stretch/>
        </p:blipFill>
        <p:spPr>
          <a:xfrm>
            <a:off x="8305859" y="2698595"/>
            <a:ext cx="1338966" cy="1316193"/>
          </a:xfrm>
          <a:prstGeom prst="rect">
            <a:avLst/>
          </a:prstGeom>
        </p:spPr>
      </p:pic>
    </p:spTree>
    <p:extLst>
      <p:ext uri="{BB962C8B-B14F-4D97-AF65-F5344CB8AC3E}">
        <p14:creationId xmlns:p14="http://schemas.microsoft.com/office/powerpoint/2010/main" val="4210234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en-US" sz="2800" dirty="0"/>
              <a:t>Examples for Inspiration</a:t>
            </a:r>
            <a:br>
              <a:rPr lang="en-US" sz="2800" dirty="0"/>
            </a:br>
            <a:r>
              <a:rPr lang="en-US" sz="2800" dirty="0"/>
              <a:t>Example :  Levels in #OpenSeriousGame Movement</a:t>
            </a:r>
          </a:p>
        </p:txBody>
      </p:sp>
      <p:grpSp>
        <p:nvGrpSpPr>
          <p:cNvPr id="11" name="Groupe 10">
            <a:extLst>
              <a:ext uri="{FF2B5EF4-FFF2-40B4-BE49-F238E27FC236}">
                <a16:creationId xmlns:a16="http://schemas.microsoft.com/office/drawing/2014/main" id="{1960A81A-56BD-4883-8812-F69AACF69DB5}"/>
              </a:ext>
            </a:extLst>
          </p:cNvPr>
          <p:cNvGrpSpPr/>
          <p:nvPr/>
        </p:nvGrpSpPr>
        <p:grpSpPr>
          <a:xfrm>
            <a:off x="2856644" y="4415373"/>
            <a:ext cx="1149591" cy="1016630"/>
            <a:chOff x="3239584" y="4265153"/>
            <a:chExt cx="944022" cy="834837"/>
          </a:xfrm>
        </p:grpSpPr>
        <p:grpSp>
          <p:nvGrpSpPr>
            <p:cNvPr id="12" name="Groupe 11">
              <a:extLst>
                <a:ext uri="{FF2B5EF4-FFF2-40B4-BE49-F238E27FC236}">
                  <a16:creationId xmlns:a16="http://schemas.microsoft.com/office/drawing/2014/main" id="{ED3C0035-10B2-4E84-9886-F16BA864D632}"/>
                </a:ext>
              </a:extLst>
            </p:cNvPr>
            <p:cNvGrpSpPr/>
            <p:nvPr/>
          </p:nvGrpSpPr>
          <p:grpSpPr>
            <a:xfrm>
              <a:off x="3239584" y="4265153"/>
              <a:ext cx="944022" cy="834837"/>
              <a:chOff x="3239584" y="4265153"/>
              <a:chExt cx="944022" cy="834837"/>
            </a:xfrm>
          </p:grpSpPr>
          <p:pic>
            <p:nvPicPr>
              <p:cNvPr id="14" name="Graphique 13" descr="Personne confuse avec un remplissage uni">
                <a:extLst>
                  <a:ext uri="{FF2B5EF4-FFF2-40B4-BE49-F238E27FC236}">
                    <a16:creationId xmlns:a16="http://schemas.microsoft.com/office/drawing/2014/main" id="{6118DCB7-ECD8-46BE-9C8F-37C2F89369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5" name="Graphique 14" descr="Calendrier journalier avec un remplissage uni">
                <a:extLst>
                  <a:ext uri="{FF2B5EF4-FFF2-40B4-BE49-F238E27FC236}">
                    <a16:creationId xmlns:a16="http://schemas.microsoft.com/office/drawing/2014/main" id="{97D58F8B-6530-43D6-9C4A-AA3816E89C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3" name="Image 12">
              <a:extLst>
                <a:ext uri="{FF2B5EF4-FFF2-40B4-BE49-F238E27FC236}">
                  <a16:creationId xmlns:a16="http://schemas.microsoft.com/office/drawing/2014/main" id="{A2019409-CBE3-47BB-8285-B1815E665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16" name="Graphique 15" descr="Homme avec un remplissage uni">
            <a:extLst>
              <a:ext uri="{FF2B5EF4-FFF2-40B4-BE49-F238E27FC236}">
                <a16:creationId xmlns:a16="http://schemas.microsoft.com/office/drawing/2014/main" id="{97D20496-8265-433E-825D-D1AF9DF05E89}"/>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759" b="1"/>
          <a:stretch/>
        </p:blipFill>
        <p:spPr>
          <a:xfrm>
            <a:off x="835143" y="4945559"/>
            <a:ext cx="848356" cy="841919"/>
          </a:xfrm>
          <a:prstGeom prst="rect">
            <a:avLst/>
          </a:prstGeom>
        </p:spPr>
      </p:pic>
      <p:grpSp>
        <p:nvGrpSpPr>
          <p:cNvPr id="17" name="Groupe 16">
            <a:extLst>
              <a:ext uri="{FF2B5EF4-FFF2-40B4-BE49-F238E27FC236}">
                <a16:creationId xmlns:a16="http://schemas.microsoft.com/office/drawing/2014/main" id="{AB73ECA1-1B0C-44C1-AD78-BC7EFBAC88CF}"/>
              </a:ext>
            </a:extLst>
          </p:cNvPr>
          <p:cNvGrpSpPr/>
          <p:nvPr/>
        </p:nvGrpSpPr>
        <p:grpSpPr>
          <a:xfrm>
            <a:off x="6524133" y="3455301"/>
            <a:ext cx="997813" cy="1075614"/>
            <a:chOff x="6060465" y="3463636"/>
            <a:chExt cx="819385" cy="883274"/>
          </a:xfrm>
          <a:solidFill>
            <a:srgbClr val="ED7D31"/>
          </a:solidFill>
        </p:grpSpPr>
        <p:pic>
          <p:nvPicPr>
            <p:cNvPr id="18" name="Graphique 17" descr="Presse-papiers mixte avec un remplissage uni">
              <a:extLst>
                <a:ext uri="{FF2B5EF4-FFF2-40B4-BE49-F238E27FC236}">
                  <a16:creationId xmlns:a16="http://schemas.microsoft.com/office/drawing/2014/main" id="{9A95A4BD-387E-4DDA-9CD2-C174F96653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20207580">
              <a:off x="6060465" y="3580343"/>
              <a:ext cx="314429" cy="314429"/>
            </a:xfrm>
            <a:prstGeom prst="rect">
              <a:avLst/>
            </a:prstGeom>
          </p:spPr>
        </p:pic>
        <p:grpSp>
          <p:nvGrpSpPr>
            <p:cNvPr id="19" name="Groupe 18">
              <a:extLst>
                <a:ext uri="{FF2B5EF4-FFF2-40B4-BE49-F238E27FC236}">
                  <a16:creationId xmlns:a16="http://schemas.microsoft.com/office/drawing/2014/main" id="{96999607-0873-49C8-A5C1-4C83F038392B}"/>
                </a:ext>
              </a:extLst>
            </p:cNvPr>
            <p:cNvGrpSpPr/>
            <p:nvPr/>
          </p:nvGrpSpPr>
          <p:grpSpPr>
            <a:xfrm>
              <a:off x="6132133" y="3463636"/>
              <a:ext cx="612923" cy="883274"/>
              <a:chOff x="6132133" y="3463636"/>
              <a:chExt cx="612923" cy="883274"/>
            </a:xfrm>
            <a:grpFill/>
          </p:grpSpPr>
          <p:pic>
            <p:nvPicPr>
              <p:cNvPr id="22" name="Graphique 21" descr="Centre d’appels avec un remplissage uni">
                <a:extLst>
                  <a:ext uri="{FF2B5EF4-FFF2-40B4-BE49-F238E27FC236}">
                    <a16:creationId xmlns:a16="http://schemas.microsoft.com/office/drawing/2014/main" id="{AD2ECE5E-FF56-4977-AF77-1207FEC3B38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b="44092"/>
              <a:stretch/>
            </p:blipFill>
            <p:spPr>
              <a:xfrm>
                <a:off x="6322855" y="3463636"/>
                <a:ext cx="422201" cy="236042"/>
              </a:xfrm>
              <a:prstGeom prst="rect">
                <a:avLst/>
              </a:prstGeom>
            </p:spPr>
          </p:pic>
          <p:grpSp>
            <p:nvGrpSpPr>
              <p:cNvPr id="23" name="Groupe 22">
                <a:extLst>
                  <a:ext uri="{FF2B5EF4-FFF2-40B4-BE49-F238E27FC236}">
                    <a16:creationId xmlns:a16="http://schemas.microsoft.com/office/drawing/2014/main" id="{D2348440-559C-473A-9AAC-8E42CA044C46}"/>
                  </a:ext>
                </a:extLst>
              </p:cNvPr>
              <p:cNvGrpSpPr/>
              <p:nvPr/>
            </p:nvGrpSpPr>
            <p:grpSpPr>
              <a:xfrm flipH="1">
                <a:off x="6132133" y="3682042"/>
                <a:ext cx="611857" cy="664868"/>
                <a:chOff x="5018285" y="4055721"/>
                <a:chExt cx="696982" cy="731970"/>
              </a:xfrm>
              <a:grpFill/>
            </p:grpSpPr>
            <p:pic>
              <p:nvPicPr>
                <p:cNvPr id="24" name="Graphique 23" descr="Personne confuse avec un remplissage uni">
                  <a:extLst>
                    <a:ext uri="{FF2B5EF4-FFF2-40B4-BE49-F238E27FC236}">
                      <a16:creationId xmlns:a16="http://schemas.microsoft.com/office/drawing/2014/main" id="{A422A957-F985-4D1A-B5E1-76B1E668BE89}"/>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t="19951" r="-1"/>
                <a:stretch/>
              </p:blipFill>
              <p:spPr>
                <a:xfrm>
                  <a:off x="5079207" y="4055721"/>
                  <a:ext cx="636060" cy="731970"/>
                </a:xfrm>
                <a:prstGeom prst="rect">
                  <a:avLst/>
                </a:prstGeom>
              </p:spPr>
            </p:pic>
            <p:sp>
              <p:nvSpPr>
                <p:cNvPr id="25" name="Rectangle : coins arrondis 24">
                  <a:extLst>
                    <a:ext uri="{FF2B5EF4-FFF2-40B4-BE49-F238E27FC236}">
                      <a16:creationId xmlns:a16="http://schemas.microsoft.com/office/drawing/2014/main" id="{43E60B3C-53D9-42DD-83DE-DFDFDCD758C5}"/>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20" name="Image 19">
              <a:extLst>
                <a:ext uri="{FF2B5EF4-FFF2-40B4-BE49-F238E27FC236}">
                  <a16:creationId xmlns:a16="http://schemas.microsoft.com/office/drawing/2014/main" id="{673A65A7-5483-483C-8825-BE7C2EC90068}"/>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1" name="Graphique 20" descr="Chronomètre avec un remplissage uni">
              <a:extLst>
                <a:ext uri="{FF2B5EF4-FFF2-40B4-BE49-F238E27FC236}">
                  <a16:creationId xmlns:a16="http://schemas.microsoft.com/office/drawing/2014/main" id="{4B275718-F79D-4810-A734-3A821611BE5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4271" y="3602551"/>
              <a:ext cx="165579" cy="165579"/>
            </a:xfrm>
            <a:prstGeom prst="rect">
              <a:avLst/>
            </a:prstGeom>
          </p:spPr>
        </p:pic>
      </p:grpSp>
      <p:grpSp>
        <p:nvGrpSpPr>
          <p:cNvPr id="26" name="Groupe 25">
            <a:extLst>
              <a:ext uri="{FF2B5EF4-FFF2-40B4-BE49-F238E27FC236}">
                <a16:creationId xmlns:a16="http://schemas.microsoft.com/office/drawing/2014/main" id="{A41E0644-E204-46A7-B851-FD93AAEAB050}"/>
              </a:ext>
            </a:extLst>
          </p:cNvPr>
          <p:cNvGrpSpPr/>
          <p:nvPr/>
        </p:nvGrpSpPr>
        <p:grpSpPr>
          <a:xfrm>
            <a:off x="8203583" y="2742997"/>
            <a:ext cx="1195890" cy="1294984"/>
            <a:chOff x="7560150" y="2879049"/>
            <a:chExt cx="982042" cy="1063416"/>
          </a:xfrm>
          <a:solidFill>
            <a:srgbClr val="ED7D31"/>
          </a:solidFill>
        </p:grpSpPr>
        <p:grpSp>
          <p:nvGrpSpPr>
            <p:cNvPr id="27" name="Groupe 26">
              <a:extLst>
                <a:ext uri="{FF2B5EF4-FFF2-40B4-BE49-F238E27FC236}">
                  <a16:creationId xmlns:a16="http://schemas.microsoft.com/office/drawing/2014/main" id="{7A5FA992-61FA-4EB8-8E5A-60FA4C3E417C}"/>
                </a:ext>
              </a:extLst>
            </p:cNvPr>
            <p:cNvGrpSpPr/>
            <p:nvPr/>
          </p:nvGrpSpPr>
          <p:grpSpPr>
            <a:xfrm>
              <a:off x="7798849" y="2879049"/>
              <a:ext cx="743343" cy="1063416"/>
              <a:chOff x="6391015" y="3260296"/>
              <a:chExt cx="743343" cy="1063416"/>
            </a:xfrm>
            <a:grpFill/>
          </p:grpSpPr>
          <p:grpSp>
            <p:nvGrpSpPr>
              <p:cNvPr id="29" name="Groupe 28">
                <a:extLst>
                  <a:ext uri="{FF2B5EF4-FFF2-40B4-BE49-F238E27FC236}">
                    <a16:creationId xmlns:a16="http://schemas.microsoft.com/office/drawing/2014/main" id="{D9608E7F-6387-4E2B-B231-B05F0A649BA1}"/>
                  </a:ext>
                </a:extLst>
              </p:cNvPr>
              <p:cNvGrpSpPr/>
              <p:nvPr/>
            </p:nvGrpSpPr>
            <p:grpSpPr>
              <a:xfrm>
                <a:off x="6391015" y="3260296"/>
                <a:ext cx="743343" cy="1063416"/>
                <a:chOff x="6298348" y="3168316"/>
                <a:chExt cx="867130" cy="1240504"/>
              </a:xfrm>
              <a:grpFill/>
            </p:grpSpPr>
            <p:pic>
              <p:nvPicPr>
                <p:cNvPr id="31" name="Graphique 30" descr="Enseignant avec un remplissage uni">
                  <a:extLst>
                    <a:ext uri="{FF2B5EF4-FFF2-40B4-BE49-F238E27FC236}">
                      <a16:creationId xmlns:a16="http://schemas.microsoft.com/office/drawing/2014/main" id="{983741C6-D844-416F-9536-9CECCBEE61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98348" y="3168316"/>
                  <a:ext cx="867130" cy="867130"/>
                </a:xfrm>
                <a:prstGeom prst="rect">
                  <a:avLst/>
                </a:prstGeom>
              </p:spPr>
            </p:pic>
            <p:pic>
              <p:nvPicPr>
                <p:cNvPr id="32" name="Graphique 31" descr="Personne confuse avec un remplissage uni">
                  <a:extLst>
                    <a:ext uri="{FF2B5EF4-FFF2-40B4-BE49-F238E27FC236}">
                      <a16:creationId xmlns:a16="http://schemas.microsoft.com/office/drawing/2014/main" id="{7982730C-F1B9-4F9C-B903-7DD69545D127}"/>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21"/>
                    </a:ext>
                  </a:extLst>
                </a:blip>
                <a:srcRect l="34664" t="32545" r="38513" b="-1"/>
                <a:stretch/>
              </p:blipFill>
              <p:spPr>
                <a:xfrm>
                  <a:off x="6367463" y="3792004"/>
                  <a:ext cx="245268" cy="616816"/>
                </a:xfrm>
                <a:prstGeom prst="rect">
                  <a:avLst/>
                </a:prstGeom>
              </p:spPr>
            </p:pic>
            <p:sp>
              <p:nvSpPr>
                <p:cNvPr id="33" name="Rectangle : coins arrondis 32">
                  <a:extLst>
                    <a:ext uri="{FF2B5EF4-FFF2-40B4-BE49-F238E27FC236}">
                      <a16:creationId xmlns:a16="http://schemas.microsoft.com/office/drawing/2014/main" id="{CC5E77EF-7073-4231-8F38-E83A037AB67D}"/>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30" name="Image 29">
                <a:extLst>
                  <a:ext uri="{FF2B5EF4-FFF2-40B4-BE49-F238E27FC236}">
                    <a16:creationId xmlns:a16="http://schemas.microsoft.com/office/drawing/2014/main" id="{625C8D1D-7088-4D92-B5CE-E6D7487DF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8" name="Graphique 27" descr="Presse-papiers mixte avec un remplissage uni">
              <a:extLst>
                <a:ext uri="{FF2B5EF4-FFF2-40B4-BE49-F238E27FC236}">
                  <a16:creationId xmlns:a16="http://schemas.microsoft.com/office/drawing/2014/main" id="{20B43277-F357-4A85-AC02-61A00E924D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207580">
              <a:off x="7560150" y="3329802"/>
              <a:ext cx="314429" cy="314429"/>
            </a:xfrm>
            <a:prstGeom prst="rect">
              <a:avLst/>
            </a:prstGeom>
          </p:spPr>
        </p:pic>
      </p:grpSp>
      <p:grpSp>
        <p:nvGrpSpPr>
          <p:cNvPr id="34" name="Groupe 33">
            <a:extLst>
              <a:ext uri="{FF2B5EF4-FFF2-40B4-BE49-F238E27FC236}">
                <a16:creationId xmlns:a16="http://schemas.microsoft.com/office/drawing/2014/main" id="{5375A724-2943-4AE9-8FD8-EE8B00333266}"/>
              </a:ext>
            </a:extLst>
          </p:cNvPr>
          <p:cNvGrpSpPr/>
          <p:nvPr/>
        </p:nvGrpSpPr>
        <p:grpSpPr>
          <a:xfrm>
            <a:off x="9872868" y="2170083"/>
            <a:ext cx="1480932" cy="1428520"/>
            <a:chOff x="8930936" y="2408583"/>
            <a:chExt cx="1216113" cy="1173074"/>
          </a:xfrm>
          <a:solidFill>
            <a:schemeClr val="accent1"/>
          </a:solidFill>
        </p:grpSpPr>
        <p:grpSp>
          <p:nvGrpSpPr>
            <p:cNvPr id="35" name="Groupe 34">
              <a:extLst>
                <a:ext uri="{FF2B5EF4-FFF2-40B4-BE49-F238E27FC236}">
                  <a16:creationId xmlns:a16="http://schemas.microsoft.com/office/drawing/2014/main" id="{6FF51573-B2C0-467A-A1B6-E20BD07E3652}"/>
                </a:ext>
              </a:extLst>
            </p:cNvPr>
            <p:cNvGrpSpPr/>
            <p:nvPr/>
          </p:nvGrpSpPr>
          <p:grpSpPr>
            <a:xfrm>
              <a:off x="8930936" y="2408583"/>
              <a:ext cx="1216113" cy="1173074"/>
              <a:chOff x="8930936" y="2401291"/>
              <a:chExt cx="1216113" cy="1173074"/>
            </a:xfrm>
            <a:grpFill/>
          </p:grpSpPr>
          <p:pic>
            <p:nvPicPr>
              <p:cNvPr id="39" name="Graphique 38" descr="Plan avec un remplissage uni">
                <a:extLst>
                  <a:ext uri="{FF2B5EF4-FFF2-40B4-BE49-F238E27FC236}">
                    <a16:creationId xmlns:a16="http://schemas.microsoft.com/office/drawing/2014/main" id="{24218FEB-EAE4-4384-899D-D98E3E82A6C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930936" y="2401291"/>
                <a:ext cx="590762" cy="590762"/>
              </a:xfrm>
              <a:prstGeom prst="rect">
                <a:avLst/>
              </a:prstGeom>
            </p:spPr>
          </p:pic>
          <p:grpSp>
            <p:nvGrpSpPr>
              <p:cNvPr id="40" name="Groupe 39">
                <a:extLst>
                  <a:ext uri="{FF2B5EF4-FFF2-40B4-BE49-F238E27FC236}">
                    <a16:creationId xmlns:a16="http://schemas.microsoft.com/office/drawing/2014/main" id="{D14FF074-6A95-4588-A077-440211B59E2D}"/>
                  </a:ext>
                </a:extLst>
              </p:cNvPr>
              <p:cNvGrpSpPr/>
              <p:nvPr/>
            </p:nvGrpSpPr>
            <p:grpSpPr>
              <a:xfrm>
                <a:off x="9450069" y="2659965"/>
                <a:ext cx="696980" cy="914400"/>
                <a:chOff x="5018285" y="3873291"/>
                <a:chExt cx="696980" cy="914400"/>
              </a:xfrm>
              <a:grpFill/>
            </p:grpSpPr>
            <p:pic>
              <p:nvPicPr>
                <p:cNvPr id="41" name="Graphique 40" descr="Personne confuse avec un remplissage uni">
                  <a:extLst>
                    <a:ext uri="{FF2B5EF4-FFF2-40B4-BE49-F238E27FC236}">
                      <a16:creationId xmlns:a16="http://schemas.microsoft.com/office/drawing/2014/main" id="{50F5E6AE-289D-4FEA-838A-239A0717348E}"/>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30440" r="-1"/>
                <a:stretch/>
              </p:blipFill>
              <p:spPr>
                <a:xfrm>
                  <a:off x="5079206" y="3873291"/>
                  <a:ext cx="636059" cy="914400"/>
                </a:xfrm>
                <a:prstGeom prst="rect">
                  <a:avLst/>
                </a:prstGeom>
              </p:spPr>
            </p:pic>
            <p:sp>
              <p:nvSpPr>
                <p:cNvPr id="42" name="Rectangle : coins arrondis 41">
                  <a:extLst>
                    <a:ext uri="{FF2B5EF4-FFF2-40B4-BE49-F238E27FC236}">
                      <a16:creationId xmlns:a16="http://schemas.microsoft.com/office/drawing/2014/main" id="{235E755E-78D6-4E42-933D-1EDB65A159C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36" name="Groupe 35">
              <a:extLst>
                <a:ext uri="{FF2B5EF4-FFF2-40B4-BE49-F238E27FC236}">
                  <a16:creationId xmlns:a16="http://schemas.microsoft.com/office/drawing/2014/main" id="{96EC6AA5-DCF4-4A54-8127-262E8BE478EC}"/>
                </a:ext>
              </a:extLst>
            </p:cNvPr>
            <p:cNvGrpSpPr/>
            <p:nvPr/>
          </p:nvGrpSpPr>
          <p:grpSpPr>
            <a:xfrm>
              <a:off x="9237852" y="2714693"/>
              <a:ext cx="199881" cy="170748"/>
              <a:chOff x="8303417" y="2625343"/>
              <a:chExt cx="199881" cy="170748"/>
            </a:xfrm>
            <a:grpFill/>
          </p:grpSpPr>
          <p:sp>
            <p:nvSpPr>
              <p:cNvPr id="37" name="Rectangle 36">
                <a:extLst>
                  <a:ext uri="{FF2B5EF4-FFF2-40B4-BE49-F238E27FC236}">
                    <a16:creationId xmlns:a16="http://schemas.microsoft.com/office/drawing/2014/main" id="{7DAA5C0B-E3D3-4EA0-9272-041D26F6E9EC}"/>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Image 37">
                <a:extLst>
                  <a:ext uri="{FF2B5EF4-FFF2-40B4-BE49-F238E27FC236}">
                    <a16:creationId xmlns:a16="http://schemas.microsoft.com/office/drawing/2014/main" id="{8FA99E97-16DC-4EB5-8370-EAD0935289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3" name="Groupe 42">
            <a:extLst>
              <a:ext uri="{FF2B5EF4-FFF2-40B4-BE49-F238E27FC236}">
                <a16:creationId xmlns:a16="http://schemas.microsoft.com/office/drawing/2014/main" id="{AB1B5877-7436-4592-A214-B7BA6906BDF1}"/>
              </a:ext>
            </a:extLst>
          </p:cNvPr>
          <p:cNvGrpSpPr/>
          <p:nvPr/>
        </p:nvGrpSpPr>
        <p:grpSpPr>
          <a:xfrm>
            <a:off x="4798012" y="3819116"/>
            <a:ext cx="1191184" cy="1126443"/>
            <a:chOff x="4763560" y="3762738"/>
            <a:chExt cx="978178" cy="925014"/>
          </a:xfrm>
        </p:grpSpPr>
        <p:grpSp>
          <p:nvGrpSpPr>
            <p:cNvPr id="44" name="Groupe 43">
              <a:extLst>
                <a:ext uri="{FF2B5EF4-FFF2-40B4-BE49-F238E27FC236}">
                  <a16:creationId xmlns:a16="http://schemas.microsoft.com/office/drawing/2014/main" id="{04A49E7E-9D5A-4BBE-A047-FF3BE9F61924}"/>
                </a:ext>
              </a:extLst>
            </p:cNvPr>
            <p:cNvGrpSpPr/>
            <p:nvPr/>
          </p:nvGrpSpPr>
          <p:grpSpPr>
            <a:xfrm flipH="1">
              <a:off x="4766064" y="3762738"/>
              <a:ext cx="975674" cy="925014"/>
              <a:chOff x="4716415" y="3792004"/>
              <a:chExt cx="1009529" cy="925014"/>
            </a:xfrm>
          </p:grpSpPr>
          <p:pic>
            <p:nvPicPr>
              <p:cNvPr id="47" name="Graphique 46" descr="Mégaphone1 avec un remplissage uni">
                <a:extLst>
                  <a:ext uri="{FF2B5EF4-FFF2-40B4-BE49-F238E27FC236}">
                    <a16:creationId xmlns:a16="http://schemas.microsoft.com/office/drawing/2014/main" id="{EE96A2D5-F384-4385-BAA1-BFEB8536320B}"/>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flipH="1">
                <a:off x="4716415" y="3792004"/>
                <a:ext cx="384826" cy="398002"/>
              </a:xfrm>
              <a:prstGeom prst="rect">
                <a:avLst/>
              </a:prstGeom>
            </p:spPr>
          </p:pic>
          <p:grpSp>
            <p:nvGrpSpPr>
              <p:cNvPr id="48" name="Groupe 47">
                <a:extLst>
                  <a:ext uri="{FF2B5EF4-FFF2-40B4-BE49-F238E27FC236}">
                    <a16:creationId xmlns:a16="http://schemas.microsoft.com/office/drawing/2014/main" id="{B70929E3-6FC7-4764-868E-CDA3387F215B}"/>
                  </a:ext>
                </a:extLst>
              </p:cNvPr>
              <p:cNvGrpSpPr/>
              <p:nvPr/>
            </p:nvGrpSpPr>
            <p:grpSpPr>
              <a:xfrm>
                <a:off x="5048496" y="3886444"/>
                <a:ext cx="633086" cy="830574"/>
                <a:chOff x="5018285" y="3873291"/>
                <a:chExt cx="696980" cy="914400"/>
              </a:xfrm>
            </p:grpSpPr>
            <p:pic>
              <p:nvPicPr>
                <p:cNvPr id="51" name="Graphique 50" descr="Personne confuse avec un remplissage uni">
                  <a:extLst>
                    <a:ext uri="{FF2B5EF4-FFF2-40B4-BE49-F238E27FC236}">
                      <a16:creationId xmlns:a16="http://schemas.microsoft.com/office/drawing/2014/main" id="{FEE3781D-5D2C-4D76-8280-7ADC9248B6E8}"/>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52" name="Rectangle : coins arrondis 51">
                  <a:extLst>
                    <a:ext uri="{FF2B5EF4-FFF2-40B4-BE49-F238E27FC236}">
                      <a16:creationId xmlns:a16="http://schemas.microsoft.com/office/drawing/2014/main" id="{70C5D44F-B39F-4159-8F4B-8D796DDF63F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49" name="Graphique 48" descr="Balance de la justice avec un remplissage uni">
                <a:extLst>
                  <a:ext uri="{FF2B5EF4-FFF2-40B4-BE49-F238E27FC236}">
                    <a16:creationId xmlns:a16="http://schemas.microsoft.com/office/drawing/2014/main" id="{95777C0A-86C6-4C5B-9197-324BE055D2B4}"/>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374349" y="3867945"/>
                <a:ext cx="351595" cy="351595"/>
              </a:xfrm>
              <a:prstGeom prst="rect">
                <a:avLst/>
              </a:prstGeom>
            </p:spPr>
          </p:pic>
          <p:pic>
            <p:nvPicPr>
              <p:cNvPr id="50" name="Image 49">
                <a:extLst>
                  <a:ext uri="{FF2B5EF4-FFF2-40B4-BE49-F238E27FC236}">
                    <a16:creationId xmlns:a16="http://schemas.microsoft.com/office/drawing/2014/main" id="{8B5726AA-E977-4CF0-A5D4-215139BF97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45" name="Graphique 44" descr="Balance de la justice avec un remplissage uni">
              <a:extLst>
                <a:ext uri="{FF2B5EF4-FFF2-40B4-BE49-F238E27FC236}">
                  <a16:creationId xmlns:a16="http://schemas.microsoft.com/office/drawing/2014/main" id="{BDABEACD-018B-4B02-A892-C70BFAECD42B}"/>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7711" t="16230" r="55712" b="32471"/>
            <a:stretch/>
          </p:blipFill>
          <p:spPr>
            <a:xfrm flipH="1">
              <a:off x="4955380" y="3895743"/>
              <a:ext cx="124289" cy="180364"/>
            </a:xfrm>
            <a:prstGeom prst="rect">
              <a:avLst/>
            </a:prstGeom>
          </p:spPr>
        </p:pic>
        <p:pic>
          <p:nvPicPr>
            <p:cNvPr id="46" name="Graphique 45" descr="Balance de la justice avec un remplissage uni">
              <a:extLst>
                <a:ext uri="{FF2B5EF4-FFF2-40B4-BE49-F238E27FC236}">
                  <a16:creationId xmlns:a16="http://schemas.microsoft.com/office/drawing/2014/main" id="{C1AFD80E-BE71-42A4-B22D-1404A0F7B3F1}"/>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58383" t="16186" b="30375"/>
            <a:stretch/>
          </p:blipFill>
          <p:spPr>
            <a:xfrm flipH="1">
              <a:off x="4763560" y="3895742"/>
              <a:ext cx="141416" cy="187889"/>
            </a:xfrm>
            <a:prstGeom prst="rect">
              <a:avLst/>
            </a:prstGeom>
          </p:spPr>
        </p:pic>
      </p:gr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Curious</a:t>
            </a:r>
          </a:p>
          <a:p>
            <a:pPr algn="ctr"/>
            <a:endParaRPr lang="en-US" sz="1200" dirty="0">
              <a:solidFill>
                <a:schemeClr val="bg1"/>
              </a:solidFill>
            </a:endParaRPr>
          </a:p>
          <a:p>
            <a:pPr algn="ctr"/>
            <a:r>
              <a:rPr lang="en-US" sz="1200" dirty="0">
                <a:solidFill>
                  <a:schemeClr val="bg1"/>
                </a:solidFill>
              </a:rPr>
              <a:t>Checks content</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Player</a:t>
            </a:r>
          </a:p>
          <a:p>
            <a:pPr algn="ctr"/>
            <a:endParaRPr lang="en-US" sz="1200" dirty="0">
              <a:solidFill>
                <a:schemeClr val="bg1"/>
              </a:solidFill>
            </a:endParaRPr>
          </a:p>
          <a:p>
            <a:pPr algn="ctr"/>
            <a:r>
              <a:rPr lang="en-US" sz="1200" dirty="0">
                <a:solidFill>
                  <a:schemeClr val="bg1"/>
                </a:solidFill>
              </a:rPr>
              <a:t>Attend events</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en-US" sz="1200" dirty="0">
                <a:solidFill>
                  <a:schemeClr val="bg1"/>
                </a:solidFill>
              </a:rPr>
              <a:t>Scout</a:t>
            </a:r>
          </a:p>
          <a:p>
            <a:pPr algn="ctr"/>
            <a:endParaRPr lang="en-US" sz="1200" dirty="0">
              <a:solidFill>
                <a:schemeClr val="bg1"/>
              </a:solidFill>
            </a:endParaRPr>
          </a:p>
          <a:p>
            <a:pPr algn="ctr"/>
            <a:r>
              <a:rPr lang="en-US" sz="1200" dirty="0">
                <a:solidFill>
                  <a:schemeClr val="bg1"/>
                </a:solidFill>
              </a:rPr>
              <a:t>Promote events with content</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Co-Host</a:t>
            </a:r>
          </a:p>
          <a:p>
            <a:pPr algn="ctr"/>
            <a:endParaRPr lang="en-US" sz="1200" dirty="0">
              <a:solidFill>
                <a:schemeClr val="bg1"/>
              </a:solidFill>
            </a:endParaRPr>
          </a:p>
          <a:p>
            <a:pPr algn="ctr"/>
            <a:r>
              <a:rPr lang="en-US" sz="1200" dirty="0">
                <a:solidFill>
                  <a:schemeClr val="bg1"/>
                </a:solidFill>
              </a:rPr>
              <a:t>Co-host events</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Host</a:t>
            </a:r>
          </a:p>
          <a:p>
            <a:pPr algn="ctr"/>
            <a:endParaRPr lang="en-US" sz="1200" dirty="0">
              <a:solidFill>
                <a:schemeClr val="bg1"/>
              </a:solidFill>
            </a:endParaRPr>
          </a:p>
          <a:p>
            <a:pPr algn="ctr"/>
            <a:r>
              <a:rPr lang="en-US" sz="1200" dirty="0">
                <a:solidFill>
                  <a:schemeClr val="bg1"/>
                </a:solidFill>
              </a:rPr>
              <a:t>Host events</a:t>
            </a:r>
          </a:p>
        </p:txBody>
      </p:sp>
      <p:sp>
        <p:nvSpPr>
          <p:cNvPr id="67" name="Rectangle 66">
            <a:extLst>
              <a:ext uri="{FF2B5EF4-FFF2-40B4-BE49-F238E27FC236}">
                <a16:creationId xmlns:a16="http://schemas.microsoft.com/office/drawing/2014/main" id="{10B7CC8A-B65D-4C4C-8026-80209AA50621}"/>
              </a:ext>
            </a:extLst>
          </p:cNvPr>
          <p:cNvSpPr/>
          <p:nvPr/>
        </p:nvSpPr>
        <p:spPr>
          <a:xfrm>
            <a:off x="10266404" y="3537471"/>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en-US" sz="1200" dirty="0">
                <a:solidFill>
                  <a:schemeClr val="bg1"/>
                </a:solidFill>
              </a:rPr>
              <a:t>Creator</a:t>
            </a:r>
          </a:p>
          <a:p>
            <a:pPr algn="ctr"/>
            <a:endParaRPr lang="en-US" sz="1200" dirty="0">
              <a:solidFill>
                <a:schemeClr val="bg1"/>
              </a:solidFill>
            </a:endParaRPr>
          </a:p>
          <a:p>
            <a:pPr algn="ctr"/>
            <a:r>
              <a:rPr lang="en-US" sz="1200" dirty="0">
                <a:solidFill>
                  <a:schemeClr val="bg1"/>
                </a:solidFill>
              </a:rPr>
              <a:t>Create events with content</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D3AF9E07-4B20-41DA-84B5-2713B8703F5A}"/>
              </a:ext>
            </a:extLst>
          </p:cNvPr>
          <p:cNvCxnSpPr>
            <a:cxnSpLocks/>
            <a:stCxn id="66" idx="3"/>
            <a:endCxn id="67" idx="1"/>
          </p:cNvCxnSpPr>
          <p:nvPr/>
        </p:nvCxnSpPr>
        <p:spPr>
          <a:xfrm flipV="1">
            <a:off x="9695417" y="3871037"/>
            <a:ext cx="570987" cy="47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2" name="Image 81">
            <a:extLst>
              <a:ext uri="{FF2B5EF4-FFF2-40B4-BE49-F238E27FC236}">
                <a16:creationId xmlns:a16="http://schemas.microsoft.com/office/drawing/2014/main" id="{D3DB6F0C-8CF6-463E-B1A8-3D8003714ECA}"/>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10032208" y="4833103"/>
            <a:ext cx="1868617" cy="1803216"/>
          </a:xfrm>
          <a:prstGeom prst="rect">
            <a:avLst/>
          </a:prstGeom>
        </p:spPr>
      </p:pic>
    </p:spTree>
    <p:extLst>
      <p:ext uri="{BB962C8B-B14F-4D97-AF65-F5344CB8AC3E}">
        <p14:creationId xmlns:p14="http://schemas.microsoft.com/office/powerpoint/2010/main" val="3452107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en-US" sz="2800" dirty="0"/>
              <a:t>Examples for Inspiration</a:t>
            </a:r>
            <a:br>
              <a:rPr lang="en-US" sz="2800" dirty="0"/>
            </a:br>
            <a:r>
              <a:rPr lang="en-US" sz="2800" dirty="0"/>
              <a:t>Example :  Levels in Sports Club</a:t>
            </a:r>
          </a:p>
        </p:txBody>
      </p:sp>
      <p:sp>
        <p:nvSpPr>
          <p:cNvPr id="53" name="Rectangle 52">
            <a:extLst>
              <a:ext uri="{FF2B5EF4-FFF2-40B4-BE49-F238E27FC236}">
                <a16:creationId xmlns:a16="http://schemas.microsoft.com/office/drawing/2014/main" id="{30162CA9-17A6-42A3-B3D2-D8A6CAABEEAE}"/>
              </a:ext>
            </a:extLst>
          </p:cNvPr>
          <p:cNvSpPr/>
          <p:nvPr/>
        </p:nvSpPr>
        <p:spPr>
          <a:xfrm>
            <a:off x="1286501" y="436117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Trainee</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726650" y="3994769"/>
            <a:ext cx="2621193" cy="699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5347843" y="366120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Club Instructor</a:t>
            </a:r>
          </a:p>
        </p:txBody>
      </p:sp>
      <p:sp>
        <p:nvSpPr>
          <p:cNvPr id="64" name="Rectangle 63">
            <a:extLst>
              <a:ext uri="{FF2B5EF4-FFF2-40B4-BE49-F238E27FC236}">
                <a16:creationId xmlns:a16="http://schemas.microsoft.com/office/drawing/2014/main" id="{B701C8A9-FFD5-418A-9CC8-EADB5F09C920}"/>
              </a:ext>
            </a:extLst>
          </p:cNvPr>
          <p:cNvSpPr/>
          <p:nvPr/>
        </p:nvSpPr>
        <p:spPr>
          <a:xfrm>
            <a:off x="7647766" y="305138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Club President</a:t>
            </a:r>
          </a:p>
        </p:txBody>
      </p:sp>
      <p:sp>
        <p:nvSpPr>
          <p:cNvPr id="65" name="Rectangle 64">
            <a:extLst>
              <a:ext uri="{FF2B5EF4-FFF2-40B4-BE49-F238E27FC236}">
                <a16:creationId xmlns:a16="http://schemas.microsoft.com/office/drawing/2014/main" id="{40E6030B-C395-46FB-950D-4CDC5FDC187E}"/>
              </a:ext>
            </a:extLst>
          </p:cNvPr>
          <p:cNvSpPr/>
          <p:nvPr/>
        </p:nvSpPr>
        <p:spPr>
          <a:xfrm>
            <a:off x="3629494" y="571942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Professional practitioner</a:t>
            </a:r>
          </a:p>
        </p:txBody>
      </p:sp>
      <p:sp>
        <p:nvSpPr>
          <p:cNvPr id="66" name="Rectangle 65">
            <a:extLst>
              <a:ext uri="{FF2B5EF4-FFF2-40B4-BE49-F238E27FC236}">
                <a16:creationId xmlns:a16="http://schemas.microsoft.com/office/drawing/2014/main" id="{9504F8A5-9803-468F-9C14-30990FA5F8E7}"/>
              </a:ext>
            </a:extLst>
          </p:cNvPr>
          <p:cNvSpPr/>
          <p:nvPr/>
        </p:nvSpPr>
        <p:spPr>
          <a:xfrm>
            <a:off x="7681792" y="605299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Top League professional competitor</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6787992" y="3384953"/>
            <a:ext cx="859774" cy="609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53" idx="3"/>
            <a:endCxn id="65" idx="1"/>
          </p:cNvCxnSpPr>
          <p:nvPr/>
        </p:nvCxnSpPr>
        <p:spPr>
          <a:xfrm>
            <a:off x="2726650" y="4694738"/>
            <a:ext cx="902844" cy="1358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322D917B-7CC7-4C9E-B7C5-F8CC087DB2A7}"/>
              </a:ext>
            </a:extLst>
          </p:cNvPr>
          <p:cNvCxnSpPr>
            <a:cxnSpLocks/>
            <a:stCxn id="65" idx="3"/>
            <a:endCxn id="66" idx="1"/>
          </p:cNvCxnSpPr>
          <p:nvPr/>
        </p:nvCxnSpPr>
        <p:spPr>
          <a:xfrm>
            <a:off x="5069643" y="6052994"/>
            <a:ext cx="2612149"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Image 28" descr="Une image contenant personne, garçon&#10;&#10;Description générée automatiquement">
            <a:extLst>
              <a:ext uri="{FF2B5EF4-FFF2-40B4-BE49-F238E27FC236}">
                <a16:creationId xmlns:a16="http://schemas.microsoft.com/office/drawing/2014/main" id="{FE36F435-D037-46F9-BD4C-1E3DB307769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681792" y="5111017"/>
            <a:ext cx="1372098" cy="941977"/>
          </a:xfrm>
          <a:prstGeom prst="rect">
            <a:avLst/>
          </a:prstGeom>
        </p:spPr>
      </p:pic>
      <p:pic>
        <p:nvPicPr>
          <p:cNvPr id="32" name="Image 31" descr="Une image contenant personne, plancher, intérieur, jouant&#10;&#10;Description générée automatiquement">
            <a:extLst>
              <a:ext uri="{FF2B5EF4-FFF2-40B4-BE49-F238E27FC236}">
                <a16:creationId xmlns:a16="http://schemas.microsoft.com/office/drawing/2014/main" id="{FE488B9C-3CF3-41B4-842C-DB3343A739B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24828" r="17834" b="26493"/>
          <a:stretch/>
        </p:blipFill>
        <p:spPr>
          <a:xfrm flipH="1">
            <a:off x="5347843" y="2231904"/>
            <a:ext cx="1440147" cy="1366995"/>
          </a:xfrm>
          <a:prstGeom prst="rect">
            <a:avLst/>
          </a:prstGeom>
        </p:spPr>
      </p:pic>
      <p:pic>
        <p:nvPicPr>
          <p:cNvPr id="35" name="Image 34" descr="Une image contenant personne, judo, sport, joueur&#10;&#10;Description générée automatiquement">
            <a:extLst>
              <a:ext uri="{FF2B5EF4-FFF2-40B4-BE49-F238E27FC236}">
                <a16:creationId xmlns:a16="http://schemas.microsoft.com/office/drawing/2014/main" id="{81450ABA-B4D1-4D2E-B16E-C53263B0D1D1}"/>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581166" y="3189947"/>
            <a:ext cx="763656" cy="1135524"/>
          </a:xfrm>
          <a:prstGeom prst="rect">
            <a:avLst/>
          </a:prstGeom>
        </p:spPr>
      </p:pic>
      <p:pic>
        <p:nvPicPr>
          <p:cNvPr id="38" name="Image 37" descr="Une image contenant personne, homme, complet, habits&#10;&#10;Description générée automatiquement">
            <a:extLst>
              <a:ext uri="{FF2B5EF4-FFF2-40B4-BE49-F238E27FC236}">
                <a16:creationId xmlns:a16="http://schemas.microsoft.com/office/drawing/2014/main" id="{3133A7CC-F418-43AB-ADB2-941C830EF7B9}"/>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10095" t="1765" r="11200" b="52687"/>
          <a:stretch/>
        </p:blipFill>
        <p:spPr>
          <a:xfrm>
            <a:off x="7860992" y="2151522"/>
            <a:ext cx="1013696" cy="853883"/>
          </a:xfrm>
          <a:prstGeom prst="rect">
            <a:avLst/>
          </a:prstGeom>
        </p:spPr>
      </p:pic>
      <p:pic>
        <p:nvPicPr>
          <p:cNvPr id="40" name="Image 39" descr="Une image contenant personne, intérieur, petit, fauteuil&#10;&#10;Description générée automatiquement">
            <a:extLst>
              <a:ext uri="{FF2B5EF4-FFF2-40B4-BE49-F238E27FC236}">
                <a16:creationId xmlns:a16="http://schemas.microsoft.com/office/drawing/2014/main" id="{AB7A5B85-277E-49DE-A5B3-DAAE031B90E3}"/>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10072043" y="2281206"/>
            <a:ext cx="912041" cy="1366994"/>
          </a:xfrm>
          <a:prstGeom prst="rect">
            <a:avLst/>
          </a:prstGeom>
        </p:spPr>
      </p:pic>
      <p:sp>
        <p:nvSpPr>
          <p:cNvPr id="52" name="Rectangle 51">
            <a:extLst>
              <a:ext uri="{FF2B5EF4-FFF2-40B4-BE49-F238E27FC236}">
                <a16:creationId xmlns:a16="http://schemas.microsoft.com/office/drawing/2014/main" id="{07ECF82E-AE2A-4FE1-B84A-2B671707D351}"/>
              </a:ext>
            </a:extLst>
          </p:cNvPr>
          <p:cNvSpPr/>
          <p:nvPr/>
        </p:nvSpPr>
        <p:spPr>
          <a:xfrm>
            <a:off x="9791013" y="368770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200" dirty="0">
                <a:solidFill>
                  <a:schemeClr val="bg1"/>
                </a:solidFill>
              </a:rPr>
              <a:t>Sport Veteran</a:t>
            </a:r>
          </a:p>
        </p:txBody>
      </p:sp>
      <p:cxnSp>
        <p:nvCxnSpPr>
          <p:cNvPr id="54" name="Connecteur droit avec flèche 53">
            <a:extLst>
              <a:ext uri="{FF2B5EF4-FFF2-40B4-BE49-F238E27FC236}">
                <a16:creationId xmlns:a16="http://schemas.microsoft.com/office/drawing/2014/main" id="{42A25357-6D0C-4AAD-B805-4D87779364B8}"/>
              </a:ext>
            </a:extLst>
          </p:cNvPr>
          <p:cNvCxnSpPr>
            <a:cxnSpLocks/>
            <a:stCxn id="65" idx="3"/>
            <a:endCxn id="52" idx="1"/>
          </p:cNvCxnSpPr>
          <p:nvPr/>
        </p:nvCxnSpPr>
        <p:spPr>
          <a:xfrm flipV="1">
            <a:off x="5069643" y="4021268"/>
            <a:ext cx="4721370" cy="2031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23F3E461-35C9-45D2-9A1E-6ABDD36ED76D}"/>
              </a:ext>
            </a:extLst>
          </p:cNvPr>
          <p:cNvCxnSpPr>
            <a:cxnSpLocks/>
            <a:stCxn id="66" idx="3"/>
            <a:endCxn id="52" idx="1"/>
          </p:cNvCxnSpPr>
          <p:nvPr/>
        </p:nvCxnSpPr>
        <p:spPr>
          <a:xfrm flipV="1">
            <a:off x="9121941" y="4021268"/>
            <a:ext cx="669072" cy="2365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Image 55" descr="Une image contenant personne, homme, joueur, sport&#10;&#10;Description générée automatiquement">
            <a:extLst>
              <a:ext uri="{FF2B5EF4-FFF2-40B4-BE49-F238E27FC236}">
                <a16:creationId xmlns:a16="http://schemas.microsoft.com/office/drawing/2014/main" id="{4391A14E-1FD9-45B5-9E4C-85A5ED03B2DA}"/>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3634772" y="4736732"/>
            <a:ext cx="1400846" cy="934364"/>
          </a:xfrm>
          <a:prstGeom prst="rect">
            <a:avLst/>
          </a:prstGeom>
        </p:spPr>
      </p:pic>
      <p:cxnSp>
        <p:nvCxnSpPr>
          <p:cNvPr id="83" name="Connecteur droit avec flèche 82">
            <a:extLst>
              <a:ext uri="{FF2B5EF4-FFF2-40B4-BE49-F238E27FC236}">
                <a16:creationId xmlns:a16="http://schemas.microsoft.com/office/drawing/2014/main" id="{CA835455-2A67-4618-824C-B3297DDE25D7}"/>
              </a:ext>
            </a:extLst>
          </p:cNvPr>
          <p:cNvCxnSpPr>
            <a:cxnSpLocks/>
            <a:stCxn id="65" idx="3"/>
            <a:endCxn id="60" idx="1"/>
          </p:cNvCxnSpPr>
          <p:nvPr/>
        </p:nvCxnSpPr>
        <p:spPr>
          <a:xfrm flipV="1">
            <a:off x="5069643" y="3994769"/>
            <a:ext cx="278200" cy="2058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eur droit avec flèche 91">
            <a:extLst>
              <a:ext uri="{FF2B5EF4-FFF2-40B4-BE49-F238E27FC236}">
                <a16:creationId xmlns:a16="http://schemas.microsoft.com/office/drawing/2014/main" id="{4AAE1964-EB3A-46B2-91B0-8B67179F54F6}"/>
              </a:ext>
            </a:extLst>
          </p:cNvPr>
          <p:cNvCxnSpPr>
            <a:cxnSpLocks/>
            <a:stCxn id="64" idx="3"/>
            <a:endCxn id="52" idx="1"/>
          </p:cNvCxnSpPr>
          <p:nvPr/>
        </p:nvCxnSpPr>
        <p:spPr>
          <a:xfrm>
            <a:off x="9087915" y="3384953"/>
            <a:ext cx="703098" cy="63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eur droit avec flèche 94">
            <a:extLst>
              <a:ext uri="{FF2B5EF4-FFF2-40B4-BE49-F238E27FC236}">
                <a16:creationId xmlns:a16="http://schemas.microsoft.com/office/drawing/2014/main" id="{ACE77280-6AC4-4560-8EA7-606B5E48425D}"/>
              </a:ext>
            </a:extLst>
          </p:cNvPr>
          <p:cNvCxnSpPr>
            <a:cxnSpLocks/>
            <a:stCxn id="60" idx="3"/>
            <a:endCxn id="52" idx="1"/>
          </p:cNvCxnSpPr>
          <p:nvPr/>
        </p:nvCxnSpPr>
        <p:spPr>
          <a:xfrm>
            <a:off x="6787992" y="3994769"/>
            <a:ext cx="3003021" cy="26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17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D9A89F-8D19-4815-9EE7-47DDC6659979}"/>
              </a:ext>
            </a:extLst>
          </p:cNvPr>
          <p:cNvSpPr>
            <a:spLocks noGrp="1"/>
          </p:cNvSpPr>
          <p:nvPr>
            <p:ph type="title"/>
          </p:nvPr>
        </p:nvSpPr>
        <p:spPr/>
        <p:txBody>
          <a:bodyPr/>
          <a:lstStyle/>
          <a:p>
            <a:r>
              <a:rPr lang="en-US" dirty="0"/>
              <a:t>Your Turn</a:t>
            </a:r>
          </a:p>
        </p:txBody>
      </p:sp>
      <p:sp>
        <p:nvSpPr>
          <p:cNvPr id="3" name="Espace réservé du contenu 2">
            <a:extLst>
              <a:ext uri="{FF2B5EF4-FFF2-40B4-BE49-F238E27FC236}">
                <a16:creationId xmlns:a16="http://schemas.microsoft.com/office/drawing/2014/main" id="{5C2D62DA-DC8F-4DBF-9516-8E0320EB08B1}"/>
              </a:ext>
            </a:extLst>
          </p:cNvPr>
          <p:cNvSpPr>
            <a:spLocks noGrp="1"/>
          </p:cNvSpPr>
          <p:nvPr>
            <p:ph idx="1"/>
          </p:nvPr>
        </p:nvSpPr>
        <p:spPr>
          <a:xfrm>
            <a:off x="1115568" y="2478024"/>
            <a:ext cx="4182296" cy="3694176"/>
          </a:xfrm>
          <a:solidFill>
            <a:schemeClr val="accent2"/>
          </a:solidFill>
        </p:spPr>
        <p:txBody>
          <a:bodyPr>
            <a:normAutofit/>
          </a:bodyPr>
          <a:lstStyle/>
          <a:p>
            <a:pPr marL="0" indent="0" algn="ctr">
              <a:buNone/>
            </a:pPr>
            <a:r>
              <a:rPr lang="en-US" sz="1400" b="1" dirty="0"/>
              <a:t>Other Communities</a:t>
            </a:r>
          </a:p>
          <a:p>
            <a:r>
              <a:rPr lang="en-US" sz="1400" dirty="0"/>
              <a:t>What other Communities with levels do you know ?</a:t>
            </a:r>
          </a:p>
          <a:p>
            <a:r>
              <a:rPr lang="en-US" sz="1400" dirty="0"/>
              <a:t>What are the benefits of the level system in these Communities ? </a:t>
            </a:r>
          </a:p>
          <a:p>
            <a:r>
              <a:rPr lang="en-US" sz="1400" dirty="0"/>
              <a:t>In these communities, how can members move from one level to another ?</a:t>
            </a:r>
          </a:p>
          <a:p>
            <a:r>
              <a:rPr lang="en-US" sz="1400" dirty="0"/>
              <a:t>What are the rewards and challenges for arriving at these levels ? </a:t>
            </a:r>
          </a:p>
          <a:p>
            <a:r>
              <a:rPr lang="en-US" sz="1400" dirty="0"/>
              <a:t>What is the way to recognize a member is from a specific level ?</a:t>
            </a:r>
          </a:p>
        </p:txBody>
      </p:sp>
      <p:sp>
        <p:nvSpPr>
          <p:cNvPr id="9" name="Espace réservé du contenu 2">
            <a:extLst>
              <a:ext uri="{FF2B5EF4-FFF2-40B4-BE49-F238E27FC236}">
                <a16:creationId xmlns:a16="http://schemas.microsoft.com/office/drawing/2014/main" id="{F3C28E3A-9F7E-44D7-A4C3-2D075D3CD059}"/>
              </a:ext>
            </a:extLst>
          </p:cNvPr>
          <p:cNvSpPr txBox="1">
            <a:spLocks/>
          </p:cNvSpPr>
          <p:nvPr/>
        </p:nvSpPr>
        <p:spPr>
          <a:xfrm>
            <a:off x="6199632" y="2478024"/>
            <a:ext cx="4182296" cy="3694176"/>
          </a:xfrm>
          <a:prstGeom prst="rect">
            <a:avLst/>
          </a:prstGeom>
          <a:solidFill>
            <a:srgbClr val="3494BA"/>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b="1" dirty="0"/>
              <a:t>Your Community Potential</a:t>
            </a:r>
          </a:p>
          <a:p>
            <a:r>
              <a:rPr lang="en-US" sz="1400" dirty="0"/>
              <a:t>What could be the benefits of a level system for your Community ? </a:t>
            </a:r>
          </a:p>
          <a:p>
            <a:r>
              <a:rPr lang="en-US" sz="1400" dirty="0"/>
              <a:t>Without details on the levels, which members would you imagine right now in the most advanced levels ? In medium levels ? In least advanced levels ? </a:t>
            </a:r>
          </a:p>
          <a:p>
            <a:r>
              <a:rPr lang="en-US" sz="1400" dirty="0"/>
              <a:t>What could levels mean for your Community ? (in other words : What would the main differences between a very high level in your Community and a very low level) </a:t>
            </a:r>
          </a:p>
          <a:p>
            <a:r>
              <a:rPr lang="en-US" sz="1400" dirty="0"/>
              <a:t>What rewards and challenges could be interesting of for your Community ?</a:t>
            </a:r>
          </a:p>
          <a:p>
            <a:pPr marL="0" indent="0">
              <a:buNone/>
            </a:pPr>
            <a:endParaRPr lang="en-US" sz="1400" dirty="0"/>
          </a:p>
        </p:txBody>
      </p:sp>
    </p:spTree>
    <p:extLst>
      <p:ext uri="{BB962C8B-B14F-4D97-AF65-F5344CB8AC3E}">
        <p14:creationId xmlns:p14="http://schemas.microsoft.com/office/powerpoint/2010/main" val="1984474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rmAutofit/>
          </a:bodyPr>
          <a:lstStyle/>
          <a:p>
            <a:r>
              <a:rPr lang="en-US" dirty="0"/>
              <a:t>Level Design Workshop</a:t>
            </a:r>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55337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a:xfrm>
            <a:off x="1115568" y="548640"/>
            <a:ext cx="8188230" cy="1179576"/>
          </a:xfrm>
        </p:spPr>
        <p:txBody>
          <a:bodyPr>
            <a:normAutofit fontScale="90000"/>
          </a:bodyPr>
          <a:lstStyle/>
          <a:p>
            <a:r>
              <a:rPr lang="en-US" dirty="0"/>
              <a:t>Level 2 : How Community Level Design Workshop is conducted</a:t>
            </a:r>
          </a:p>
        </p:txBody>
      </p:sp>
      <p:graphicFrame>
        <p:nvGraphicFramePr>
          <p:cNvPr id="3" name="Tableau 4">
            <a:extLst>
              <a:ext uri="{FF2B5EF4-FFF2-40B4-BE49-F238E27FC236}">
                <a16:creationId xmlns:a16="http://schemas.microsoft.com/office/drawing/2014/main" id="{DD1C82ED-290A-4282-91BA-89B659C01E2B}"/>
              </a:ext>
            </a:extLst>
          </p:cNvPr>
          <p:cNvGraphicFramePr>
            <a:graphicFrameLocks noGrp="1"/>
          </p:cNvGraphicFramePr>
          <p:nvPr>
            <p:extLst>
              <p:ext uri="{D42A27DB-BD31-4B8C-83A1-F6EECF244321}">
                <p14:modId xmlns:p14="http://schemas.microsoft.com/office/powerpoint/2010/main" val="3015250899"/>
              </p:ext>
            </p:extLst>
          </p:nvPr>
        </p:nvGraphicFramePr>
        <p:xfrm>
          <a:off x="145280" y="1813144"/>
          <a:ext cx="11582527" cy="4572000"/>
        </p:xfrm>
        <a:graphic>
          <a:graphicData uri="http://schemas.openxmlformats.org/drawingml/2006/table">
            <a:tbl>
              <a:tblPr firstRow="1" firstCol="1" bandRow="1">
                <a:tableStyleId>{5C22544A-7EE6-4342-B048-85BDC9FD1C3A}</a:tableStyleId>
              </a:tblPr>
              <a:tblGrid>
                <a:gridCol w="1215298">
                  <a:extLst>
                    <a:ext uri="{9D8B030D-6E8A-4147-A177-3AD203B41FA5}">
                      <a16:colId xmlns:a16="http://schemas.microsoft.com/office/drawing/2014/main" val="3637095222"/>
                    </a:ext>
                  </a:extLst>
                </a:gridCol>
                <a:gridCol w="1879659">
                  <a:extLst>
                    <a:ext uri="{9D8B030D-6E8A-4147-A177-3AD203B41FA5}">
                      <a16:colId xmlns:a16="http://schemas.microsoft.com/office/drawing/2014/main" val="1997714430"/>
                    </a:ext>
                  </a:extLst>
                </a:gridCol>
                <a:gridCol w="1732011">
                  <a:extLst>
                    <a:ext uri="{9D8B030D-6E8A-4147-A177-3AD203B41FA5}">
                      <a16:colId xmlns:a16="http://schemas.microsoft.com/office/drawing/2014/main" val="3341757670"/>
                    </a:ext>
                  </a:extLst>
                </a:gridCol>
                <a:gridCol w="1928592">
                  <a:extLst>
                    <a:ext uri="{9D8B030D-6E8A-4147-A177-3AD203B41FA5}">
                      <a16:colId xmlns:a16="http://schemas.microsoft.com/office/drawing/2014/main" val="3035350526"/>
                    </a:ext>
                  </a:extLst>
                </a:gridCol>
                <a:gridCol w="1608989">
                  <a:extLst>
                    <a:ext uri="{9D8B030D-6E8A-4147-A177-3AD203B41FA5}">
                      <a16:colId xmlns:a16="http://schemas.microsoft.com/office/drawing/2014/main" val="1419982903"/>
                    </a:ext>
                  </a:extLst>
                </a:gridCol>
                <a:gridCol w="1608989">
                  <a:extLst>
                    <a:ext uri="{9D8B030D-6E8A-4147-A177-3AD203B41FA5}">
                      <a16:colId xmlns:a16="http://schemas.microsoft.com/office/drawing/2014/main" val="2747996475"/>
                    </a:ext>
                  </a:extLst>
                </a:gridCol>
                <a:gridCol w="1608989">
                  <a:extLst>
                    <a:ext uri="{9D8B030D-6E8A-4147-A177-3AD203B41FA5}">
                      <a16:colId xmlns:a16="http://schemas.microsoft.com/office/drawing/2014/main" val="2174399618"/>
                    </a:ext>
                  </a:extLst>
                </a:gridCol>
              </a:tblGrid>
              <a:tr h="594340">
                <a:tc>
                  <a:txBody>
                    <a:bodyPr/>
                    <a:lstStyle/>
                    <a:p>
                      <a:endParaRPr lang="en-US" noProof="0"/>
                    </a:p>
                  </a:txBody>
                  <a:tcPr/>
                </a:tc>
                <a:tc>
                  <a:txBody>
                    <a:bodyPr/>
                    <a:lstStyle/>
                    <a:p>
                      <a:pPr algn="ctr"/>
                      <a:r>
                        <a:rPr lang="en-US" sz="1400" noProof="0"/>
                        <a:t>1</a:t>
                      </a:r>
                    </a:p>
                    <a:p>
                      <a:pPr algn="ctr"/>
                      <a:r>
                        <a:rPr lang="en-US" sz="1400" noProof="0"/>
                        <a:t>Introduction</a:t>
                      </a:r>
                    </a:p>
                  </a:txBody>
                  <a:tcPr/>
                </a:tc>
                <a:tc>
                  <a:txBody>
                    <a:bodyPr/>
                    <a:lstStyle/>
                    <a:p>
                      <a:pPr algn="ctr"/>
                      <a:r>
                        <a:rPr lang="en-US" sz="1400" noProof="0"/>
                        <a:t>2</a:t>
                      </a:r>
                    </a:p>
                    <a:p>
                      <a:pPr algn="ctr"/>
                      <a:r>
                        <a:rPr lang="en-US" sz="1400" noProof="0"/>
                        <a:t>Example result</a:t>
                      </a:r>
                    </a:p>
                  </a:txBody>
                  <a:tcPr/>
                </a:tc>
                <a:tc>
                  <a:txBody>
                    <a:bodyPr/>
                    <a:lstStyle/>
                    <a:p>
                      <a:pPr algn="ctr"/>
                      <a:r>
                        <a:rPr lang="en-US" sz="1400" noProof="0" dirty="0"/>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t>Define activities  🟦 and levels🟪</a:t>
                      </a:r>
                    </a:p>
                    <a:p>
                      <a:pPr algn="ctr"/>
                      <a:endParaRPr lang="en-US" sz="1400" noProof="0" dirty="0"/>
                    </a:p>
                  </a:txBody>
                  <a:tcPr/>
                </a:tc>
                <a:tc>
                  <a:txBody>
                    <a:bodyPr/>
                    <a:lstStyle/>
                    <a:p>
                      <a:pPr algn="ctr"/>
                      <a:r>
                        <a:rPr lang="en-US" sz="1400" noProof="0" dirty="0"/>
                        <a:t>4</a:t>
                      </a:r>
                    </a:p>
                    <a:p>
                      <a:pPr algn="ctr"/>
                      <a:r>
                        <a:rPr lang="en-US" sz="1400" noProof="0" dirty="0"/>
                        <a:t>Define rewards🟩 and challenges🟨</a:t>
                      </a:r>
                    </a:p>
                  </a:txBody>
                  <a:tcPr/>
                </a:tc>
                <a:tc>
                  <a:txBody>
                    <a:bodyPr/>
                    <a:lstStyle/>
                    <a:p>
                      <a:pPr algn="ctr"/>
                      <a:r>
                        <a:rPr lang="en-US" sz="1400" noProof="0" dirty="0"/>
                        <a:t>5</a:t>
                      </a:r>
                    </a:p>
                    <a:p>
                      <a:pPr algn="ctr"/>
                      <a:r>
                        <a:rPr lang="en-US" sz="1400" noProof="0" dirty="0"/>
                        <a:t>Global review of a path</a:t>
                      </a:r>
                    </a:p>
                  </a:txBody>
                  <a:tcPr/>
                </a:tc>
                <a:tc>
                  <a:txBody>
                    <a:bodyPr/>
                    <a:lstStyle/>
                    <a:p>
                      <a:pPr algn="ctr"/>
                      <a:r>
                        <a:rPr lang="en-US" sz="1400" noProof="0"/>
                        <a:t>6</a:t>
                      </a:r>
                    </a:p>
                    <a:p>
                      <a:pPr algn="ctr"/>
                      <a:r>
                        <a:rPr lang="en-US" sz="1400" noProof="0"/>
                        <a:t>Share &amp; Brainstorm about the future</a:t>
                      </a:r>
                    </a:p>
                  </a:txBody>
                  <a:tcPr/>
                </a:tc>
                <a:extLst>
                  <a:ext uri="{0D108BD9-81ED-4DB2-BD59-A6C34878D82A}">
                    <a16:rowId xmlns:a16="http://schemas.microsoft.com/office/drawing/2014/main" val="1802663392"/>
                  </a:ext>
                </a:extLst>
              </a:tr>
              <a:tr h="498335">
                <a:tc>
                  <a:txBody>
                    <a:bodyPr/>
                    <a:lstStyle/>
                    <a:p>
                      <a:r>
                        <a:rPr lang="en-US" sz="1400" noProof="0"/>
                        <a:t>Suggested timebox</a:t>
                      </a:r>
                    </a:p>
                  </a:txBody>
                  <a:tcPr/>
                </a:tc>
                <a:tc>
                  <a:txBody>
                    <a:bodyPr/>
                    <a:lstStyle/>
                    <a:p>
                      <a:r>
                        <a:rPr lang="en-US" sz="1200" noProof="0"/>
                        <a:t>5 minutes</a:t>
                      </a:r>
                    </a:p>
                  </a:txBody>
                  <a:tcPr/>
                </a:tc>
                <a:tc>
                  <a:txBody>
                    <a:bodyPr/>
                    <a:lstStyle/>
                    <a:p>
                      <a:r>
                        <a:rPr lang="en-US" sz="1200" noProof="0" dirty="0"/>
                        <a:t>20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25 minutes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+ 10 minutes Break</a:t>
                      </a:r>
                    </a:p>
                  </a:txBody>
                  <a:tcPr/>
                </a:tc>
                <a:tc>
                  <a:txBody>
                    <a:bodyPr/>
                    <a:lstStyle/>
                    <a:p>
                      <a:r>
                        <a:rPr lang="en-US" sz="1200" noProof="0"/>
                        <a:t>40 minutes</a:t>
                      </a:r>
                    </a:p>
                  </a:txBody>
                  <a:tcPr/>
                </a:tc>
                <a:tc>
                  <a:txBody>
                    <a:bodyPr/>
                    <a:lstStyle/>
                    <a:p>
                      <a:r>
                        <a:rPr lang="en-US" sz="1200" noProof="0"/>
                        <a:t>10 minutes</a:t>
                      </a:r>
                    </a:p>
                  </a:txBody>
                  <a:tcPr/>
                </a:tc>
                <a:tc>
                  <a:txBody>
                    <a:bodyPr/>
                    <a:lstStyle/>
                    <a:p>
                      <a:r>
                        <a:rPr lang="en-US" sz="1200" noProof="0"/>
                        <a:t>10 minutes</a:t>
                      </a:r>
                    </a:p>
                  </a:txBody>
                  <a:tcPr/>
                </a:tc>
                <a:extLst>
                  <a:ext uri="{0D108BD9-81ED-4DB2-BD59-A6C34878D82A}">
                    <a16:rowId xmlns:a16="http://schemas.microsoft.com/office/drawing/2014/main" val="3050051482"/>
                  </a:ext>
                </a:extLst>
              </a:tr>
              <a:tr h="2016509">
                <a:tc>
                  <a:txBody>
                    <a:bodyPr/>
                    <a:lstStyle/>
                    <a:p>
                      <a:r>
                        <a:rPr lang="en-US" sz="1400" noProof="0" dirty="0"/>
                        <a:t>Action</a:t>
                      </a:r>
                    </a:p>
                    <a:p>
                      <a:endParaRPr lang="en-US" sz="1400" noProof="0" dirty="0"/>
                    </a:p>
                    <a:p>
                      <a:endParaRPr lang="en-US" sz="1400" noProof="0" dirty="0"/>
                    </a:p>
                  </a:txBody>
                  <a:tcPr/>
                </a:tc>
                <a:tc>
                  <a:txBody>
                    <a:bodyPr/>
                    <a:lstStyle/>
                    <a:p>
                      <a:r>
                        <a:rPr lang="en-US" sz="900" noProof="0" dirty="0"/>
                        <a:t>Explain purpose of the workshop : </a:t>
                      </a:r>
                    </a:p>
                    <a:p>
                      <a:pPr marL="228600" indent="-228600">
                        <a:buFont typeface="+mj-lt"/>
                        <a:buAutoNum type="arabicPeriod"/>
                      </a:pPr>
                      <a:endParaRPr lang="en-US" sz="900" noProof="0" dirty="0"/>
                    </a:p>
                    <a:p>
                      <a:pPr marL="228600" indent="-228600">
                        <a:buFont typeface="+mj-lt"/>
                        <a:buAutoNum type="arabicPeriod"/>
                      </a:pPr>
                      <a:r>
                        <a:rPr lang="en-US" sz="900" noProof="0" dirty="0"/>
                        <a:t>Promote Engagement in Community</a:t>
                      </a:r>
                    </a:p>
                    <a:p>
                      <a:pPr marL="228600" indent="-228600">
                        <a:buFont typeface="+mj-lt"/>
                        <a:buAutoNum type="arabicPeriod"/>
                      </a:pPr>
                      <a:r>
                        <a:rPr lang="en-US" sz="900" noProof="0" dirty="0"/>
                        <a:t>Establish a step-by-step experience for members </a:t>
                      </a:r>
                    </a:p>
                    <a:p>
                      <a:pPr marL="228600" indent="-228600">
                        <a:buFont typeface="+mj-lt"/>
                        <a:buAutoNum type="arabicPeriod"/>
                      </a:pPr>
                      <a:r>
                        <a:rPr lang="en-US" sz="900" noProof="0" dirty="0"/>
                        <a:t>Become fair about Community progression</a:t>
                      </a:r>
                    </a:p>
                    <a:p>
                      <a:pPr marL="228600" indent="-228600">
                        <a:buFont typeface="+mj-lt"/>
                        <a:buAutoNum type="arabicPeriod"/>
                      </a:pPr>
                      <a:endParaRPr lang="en-US" sz="900" noProof="0" dirty="0"/>
                    </a:p>
                    <a:p>
                      <a:pPr marL="228600" indent="-228600">
                        <a:buFont typeface="+mj-lt"/>
                        <a:buAutoNum type="arabicPeriod"/>
                      </a:pPr>
                      <a:endParaRPr lang="en-US" sz="900" noProof="0" dirty="0"/>
                    </a:p>
                    <a:p>
                      <a:pPr marL="0" indent="0">
                        <a:buFont typeface="+mj-lt"/>
                        <a:buNone/>
                      </a:pPr>
                      <a:r>
                        <a:rPr lang="en-US" sz="900" noProof="0" dirty="0"/>
                        <a:t>Share about mindset :</a:t>
                      </a:r>
                    </a:p>
                    <a:p>
                      <a:pPr marL="228600" indent="-228600">
                        <a:buFont typeface="+mj-lt"/>
                        <a:buAutoNum type="arabicPeriod"/>
                      </a:pPr>
                      <a:r>
                        <a:rPr lang="en-US" sz="900" noProof="0" dirty="0"/>
                        <a:t>Fairness first</a:t>
                      </a:r>
                    </a:p>
                    <a:p>
                      <a:pPr marL="228600" indent="-228600">
                        <a:buFont typeface="+mj-lt"/>
                        <a:buAutoNum type="arabicPeriod"/>
                      </a:pPr>
                      <a:r>
                        <a:rPr lang="en-US" sz="900" noProof="0" dirty="0"/>
                        <a:t>Acceptance that not all members are equal in contribution (not guilting anyone), and </a:t>
                      </a:r>
                    </a:p>
                    <a:p>
                      <a:pPr marL="228600" indent="-228600">
                        <a:buFont typeface="+mj-lt"/>
                        <a:buAutoNum type="arabicPeriod"/>
                      </a:pPr>
                      <a:r>
                        <a:rPr lang="en-US" sz="900" noProof="0" dirty="0"/>
                        <a:t>Remember to base rewards and challenges on your own knowledge of members motivations and skills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0"/>
                        <a:t>Show example results to inspire: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noProof="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900" noProof="0"/>
                        <a:t>Ideas of levels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900" noProof="0"/>
                        <a:t>Ideas of rewards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900" noProof="0"/>
                        <a:t>Ideas of challenges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90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0"/>
                        <a:t>It is up to you to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noProof="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900" noProof="0"/>
                        <a:t>Define paths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900" noProof="0"/>
                        <a:t>Select rewards and challenges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900" noProof="0"/>
                        <a:t>Invite whoever you think is relevant to the Community </a:t>
                      </a:r>
                    </a:p>
                  </a:txBody>
                  <a:tcPr/>
                </a:tc>
                <a:tc>
                  <a:txBody>
                    <a:bodyPr/>
                    <a:lstStyle/>
                    <a:p>
                      <a:pPr marL="0" indent="0">
                        <a:buFont typeface="+mj-lt"/>
                        <a:buNone/>
                      </a:pPr>
                      <a:r>
                        <a:rPr lang="en-US" sz="900" noProof="0" dirty="0"/>
                        <a:t>The most advanced level represent what a member does when he/she has progressed through ALL the Community levels. Therefore, it is the paragon of members and must represent an ideal.</a:t>
                      </a:r>
                    </a:p>
                    <a:p>
                      <a:pPr marL="0" indent="0">
                        <a:buFont typeface="+mj-lt"/>
                        <a:buNone/>
                      </a:pPr>
                      <a:endParaRPr lang="en-US" sz="900" noProof="0" dirty="0"/>
                    </a:p>
                    <a:p>
                      <a:pPr marL="228600" indent="-228600">
                        <a:buFont typeface="+mj-lt"/>
                        <a:buAutoNum type="arabicPeriod"/>
                      </a:pPr>
                      <a:r>
                        <a:rPr lang="en-US" sz="900" noProof="0" dirty="0"/>
                        <a:t>Define activities 🟦 of the most advanced level🟪</a:t>
                      </a:r>
                    </a:p>
                    <a:p>
                      <a:pPr marL="228600" indent="-228600">
                        <a:buFont typeface="+mj-lt"/>
                        <a:buAutoNum type="arabicPeriod"/>
                      </a:pPr>
                      <a:r>
                        <a:rPr lang="en-US" sz="900" noProof="0" dirty="0"/>
                        <a:t>Name the most advanced level 🟪</a:t>
                      </a:r>
                    </a:p>
                    <a:p>
                      <a:pPr marL="228600" indent="-228600">
                        <a:buFont typeface="+mj-lt"/>
                        <a:buAutoNum type="arabicPeriod"/>
                      </a:pPr>
                      <a:endParaRPr lang="en-US" sz="900" noProof="0" dirty="0"/>
                    </a:p>
                    <a:p>
                      <a:pPr marL="228600" indent="-228600">
                        <a:buFont typeface="+mj-lt"/>
                        <a:buAutoNum type="arabicPeriod"/>
                      </a:pPr>
                      <a:endParaRPr lang="en-US" sz="900" noProof="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900" noProof="0" dirty="0"/>
                        <a:t>Define the second most advanced level🟪🟦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900" noProof="0" dirty="0"/>
                        <a:t>Continue down to the entry levels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900" noProof="0" dirty="0"/>
                        <a:t>In case of several branches, finish one full path from ideal to beginner before starting another one.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0" dirty="0"/>
                        <a:t>For each level 🟪, choose or define challenges🟨that are necessary to perform to reach the next level🟪.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0" dirty="0"/>
                        <a:t>Start with beginners.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0" dirty="0"/>
                        <a:t>Once you finished a first round of challenges, start from the top level 🟪 and define the rewards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0" dirty="0"/>
                        <a:t>During this exercise, feel free to adjust activities 🟦 and level names🟪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0" dirty="0"/>
                        <a:t>It is normal to go back and forth and iterate.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noProof="0" dirty="0"/>
                    </a:p>
                  </a:txBody>
                  <a:tcPr/>
                </a:tc>
                <a:tc>
                  <a:txBody>
                    <a:bodyPr/>
                    <a:lstStyle/>
                    <a:p>
                      <a:r>
                        <a:rPr lang="en-US" sz="900" noProof="0" dirty="0"/>
                        <a:t>Tell a story of a beginner🟪 in the Community to his advanced/level🟪.</a:t>
                      </a:r>
                    </a:p>
                    <a:p>
                      <a:endParaRPr lang="en-US" sz="900" noProof="0" dirty="0"/>
                    </a:p>
                    <a:p>
                      <a:r>
                        <a:rPr lang="en-US" sz="900" noProof="0" dirty="0"/>
                        <a:t>In case of inconsistencies or possible improvements, adjust your 🟪🟦🟩🟨 </a:t>
                      </a:r>
                    </a:p>
                    <a:p>
                      <a:endParaRPr lang="en-US" sz="900" noProof="0" dirty="0"/>
                    </a:p>
                    <a:p>
                      <a:r>
                        <a:rPr lang="en-US" sz="900" noProof="0" dirty="0"/>
                        <a:t>It is recommended to perform this global review once again a few days after the workshop</a:t>
                      </a:r>
                    </a:p>
                    <a:p>
                      <a:endParaRPr lang="en-US" sz="900" noProof="0" dirty="0"/>
                    </a:p>
                    <a:p>
                      <a:endParaRPr lang="en-US" sz="900" noProof="0" dirty="0"/>
                    </a:p>
                  </a:txBody>
                  <a:tcPr/>
                </a:tc>
                <a:tc>
                  <a:txBody>
                    <a:bodyPr/>
                    <a:lstStyle/>
                    <a:p>
                      <a:r>
                        <a:rPr lang="en-US" sz="900" noProof="0" dirty="0"/>
                        <a:t>Discuss on implementation : </a:t>
                      </a:r>
                    </a:p>
                    <a:p>
                      <a:endParaRPr lang="en-US" sz="900" noProof="0" dirty="0"/>
                    </a:p>
                    <a:p>
                      <a:pPr marL="171450" indent="-171450">
                        <a:buFontTx/>
                        <a:buChar char="-"/>
                      </a:pPr>
                      <a:r>
                        <a:rPr lang="en-US" sz="900" noProof="0" dirty="0"/>
                        <a:t>Where will the path be published ?</a:t>
                      </a:r>
                    </a:p>
                    <a:p>
                      <a:pPr marL="171450" indent="-171450">
                        <a:buFontTx/>
                        <a:buChar char="-"/>
                      </a:pPr>
                      <a:r>
                        <a:rPr lang="en-US" sz="900" noProof="0" dirty="0"/>
                        <a:t>Who should review it before publishing ?</a:t>
                      </a:r>
                    </a:p>
                    <a:p>
                      <a:pPr marL="171450" indent="-171450">
                        <a:buFontTx/>
                        <a:buChar char="-"/>
                      </a:pPr>
                      <a:r>
                        <a:rPr lang="en-US" sz="900" noProof="0" dirty="0"/>
                        <a:t>What is hidden (surprise rewards for example), what is shown ?</a:t>
                      </a:r>
                    </a:p>
                    <a:p>
                      <a:pPr marL="171450" indent="-171450">
                        <a:buFontTx/>
                        <a:buChar char="-"/>
                      </a:pPr>
                      <a:endParaRPr lang="en-US" sz="900" noProof="0" dirty="0"/>
                    </a:p>
                    <a:p>
                      <a:pPr marL="0" indent="0">
                        <a:buFontTx/>
                        <a:buNone/>
                      </a:pPr>
                      <a:r>
                        <a:rPr lang="en-US" sz="900" noProof="0" dirty="0"/>
                        <a:t>Organize FAQ session about the Community levels</a:t>
                      </a:r>
                    </a:p>
                    <a:p>
                      <a:pPr marL="0" indent="0">
                        <a:buFontTx/>
                        <a:buNone/>
                      </a:pPr>
                      <a:endParaRPr lang="en-US" sz="900" noProof="0" dirty="0"/>
                    </a:p>
                    <a:p>
                      <a:pPr marL="0" indent="0">
                        <a:buFontTx/>
                        <a:buNone/>
                      </a:pPr>
                      <a:r>
                        <a:rPr lang="en-US" sz="900" noProof="0" dirty="0"/>
                        <a:t>Check the “Using the workshop results” slide</a:t>
                      </a:r>
                    </a:p>
                  </a:txBody>
                  <a:tcPr/>
                </a:tc>
                <a:extLst>
                  <a:ext uri="{0D108BD9-81ED-4DB2-BD59-A6C34878D82A}">
                    <a16:rowId xmlns:a16="http://schemas.microsoft.com/office/drawing/2014/main" val="987626046"/>
                  </a:ext>
                </a:extLst>
              </a:tr>
            </a:tbl>
          </a:graphicData>
        </a:graphic>
      </p:graphicFrame>
    </p:spTree>
    <p:extLst>
      <p:ext uri="{BB962C8B-B14F-4D97-AF65-F5344CB8AC3E}">
        <p14:creationId xmlns:p14="http://schemas.microsoft.com/office/powerpoint/2010/main" val="1714775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5973728" cy="1179576"/>
          </a:xfrm>
        </p:spPr>
        <p:txBody>
          <a:bodyPr>
            <a:normAutofit fontScale="90000"/>
          </a:bodyPr>
          <a:lstStyle/>
          <a:p>
            <a:r>
              <a:rPr lang="en-US"/>
              <a:t>Community level Design</a:t>
            </a:r>
            <a:br>
              <a:rPr lang="en-US"/>
            </a:br>
            <a:r>
              <a:rPr lang="en-US"/>
              <a:t>Example of workshop results</a:t>
            </a:r>
          </a:p>
        </p:txBody>
      </p:sp>
      <p:pic>
        <p:nvPicPr>
          <p:cNvPr id="3" name="Graphique 2" descr="Presse-papiers partiellement vérifié contour">
            <a:extLst>
              <a:ext uri="{FF2B5EF4-FFF2-40B4-BE49-F238E27FC236}">
                <a16:creationId xmlns:a16="http://schemas.microsoft.com/office/drawing/2014/main" id="{189026FC-D4A0-49BA-8810-F22002CBBB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35100" y="1290681"/>
            <a:ext cx="480487" cy="480487"/>
          </a:xfrm>
          <a:prstGeom prst="rect">
            <a:avLst/>
          </a:prstGeom>
        </p:spPr>
      </p:pic>
      <p:pic>
        <p:nvPicPr>
          <p:cNvPr id="4" name="Graphique 3" descr="Obstacle avec un remplissage uni">
            <a:extLst>
              <a:ext uri="{FF2B5EF4-FFF2-40B4-BE49-F238E27FC236}">
                <a16:creationId xmlns:a16="http://schemas.microsoft.com/office/drawing/2014/main" id="{EC472D04-051B-4C4F-874C-7C90A0C7857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40128" y="1328084"/>
            <a:ext cx="457200" cy="457200"/>
          </a:xfrm>
          <a:prstGeom prst="rect">
            <a:avLst/>
          </a:prstGeom>
        </p:spPr>
      </p:pic>
      <p:pic>
        <p:nvPicPr>
          <p:cNvPr id="5" name="Graphique 4" descr="Médaille avec un remplissage uni">
            <a:extLst>
              <a:ext uri="{FF2B5EF4-FFF2-40B4-BE49-F238E27FC236}">
                <a16:creationId xmlns:a16="http://schemas.microsoft.com/office/drawing/2014/main" id="{A5C77568-37EF-4AF5-950C-6A818B4B5A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36450" y="1267648"/>
            <a:ext cx="492643" cy="492643"/>
          </a:xfrm>
          <a:prstGeom prst="rect">
            <a:avLst/>
          </a:prstGeom>
        </p:spPr>
      </p:pic>
      <p:sp>
        <p:nvSpPr>
          <p:cNvPr id="10" name="ZoneTexte 9">
            <a:extLst>
              <a:ext uri="{FF2B5EF4-FFF2-40B4-BE49-F238E27FC236}">
                <a16:creationId xmlns:a16="http://schemas.microsoft.com/office/drawing/2014/main" id="{5EB91366-10C7-4E44-BCC0-8FB1A2C2CDE0}"/>
              </a:ext>
            </a:extLst>
          </p:cNvPr>
          <p:cNvSpPr txBox="1"/>
          <p:nvPr/>
        </p:nvSpPr>
        <p:spPr>
          <a:xfrm>
            <a:off x="10743894" y="242584"/>
            <a:ext cx="1079603" cy="1015663"/>
          </a:xfrm>
          <a:prstGeom prst="rect">
            <a:avLst/>
          </a:prstGeom>
          <a:noFill/>
        </p:spPr>
        <p:txBody>
          <a:bodyPr wrap="square" rtlCol="0">
            <a:spAutoFit/>
          </a:bodyPr>
          <a:lstStyle/>
          <a:p>
            <a:pPr algn="ctr"/>
            <a:r>
              <a:rPr lang="en-US" sz="1000" b="1"/>
              <a:t>🎖️Community Rewards</a:t>
            </a:r>
          </a:p>
          <a:p>
            <a:pPr algn="ctr"/>
            <a:r>
              <a:rPr lang="en-US" sz="1000"/>
              <a:t>What rewards members get for going up a level</a:t>
            </a:r>
          </a:p>
        </p:txBody>
      </p:sp>
      <p:sp>
        <p:nvSpPr>
          <p:cNvPr id="12" name="ZoneTexte 11">
            <a:extLst>
              <a:ext uri="{FF2B5EF4-FFF2-40B4-BE49-F238E27FC236}">
                <a16:creationId xmlns:a16="http://schemas.microsoft.com/office/drawing/2014/main" id="{842B3600-9905-49C0-9279-E7C307A68501}"/>
              </a:ext>
            </a:extLst>
          </p:cNvPr>
          <p:cNvSpPr txBox="1"/>
          <p:nvPr/>
        </p:nvSpPr>
        <p:spPr>
          <a:xfrm>
            <a:off x="9679225" y="242584"/>
            <a:ext cx="979006" cy="1015663"/>
          </a:xfrm>
          <a:prstGeom prst="rect">
            <a:avLst/>
          </a:prstGeom>
          <a:noFill/>
        </p:spPr>
        <p:txBody>
          <a:bodyPr wrap="square" rtlCol="0">
            <a:spAutoFit/>
          </a:bodyPr>
          <a:lstStyle/>
          <a:p>
            <a:pPr algn="ctr"/>
            <a:r>
              <a:rPr lang="en-US" sz="1000" b="1"/>
              <a:t>🎖️Growth challenges</a:t>
            </a:r>
          </a:p>
          <a:p>
            <a:pPr algn="ctr"/>
            <a:r>
              <a:rPr lang="en-US" sz="1000"/>
              <a:t>What is necessary to gain access to next level</a:t>
            </a:r>
          </a:p>
        </p:txBody>
      </p:sp>
      <p:sp>
        <p:nvSpPr>
          <p:cNvPr id="13" name="ZoneTexte 12">
            <a:extLst>
              <a:ext uri="{FF2B5EF4-FFF2-40B4-BE49-F238E27FC236}">
                <a16:creationId xmlns:a16="http://schemas.microsoft.com/office/drawing/2014/main" id="{E30CA19A-D72E-4944-A809-E6846990265C}"/>
              </a:ext>
            </a:extLst>
          </p:cNvPr>
          <p:cNvSpPr txBox="1"/>
          <p:nvPr/>
        </p:nvSpPr>
        <p:spPr>
          <a:xfrm>
            <a:off x="8548683" y="242584"/>
            <a:ext cx="979006" cy="861774"/>
          </a:xfrm>
          <a:prstGeom prst="rect">
            <a:avLst/>
          </a:prstGeom>
          <a:noFill/>
        </p:spPr>
        <p:txBody>
          <a:bodyPr wrap="square" rtlCol="0">
            <a:spAutoFit/>
          </a:bodyPr>
          <a:lstStyle/>
          <a:p>
            <a:pPr algn="ctr"/>
            <a:r>
              <a:rPr lang="en-US" sz="1000" b="1"/>
              <a:t>✅Base activities</a:t>
            </a:r>
          </a:p>
          <a:p>
            <a:pPr algn="ctr"/>
            <a:r>
              <a:rPr lang="en-US" sz="1000"/>
              <a:t>What is the experience at this level</a:t>
            </a:r>
          </a:p>
        </p:txBody>
      </p: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sp>
        <p:nvSpPr>
          <p:cNvPr id="17" name="Rectangle 16">
            <a:extLst>
              <a:ext uri="{FF2B5EF4-FFF2-40B4-BE49-F238E27FC236}">
                <a16:creationId xmlns:a16="http://schemas.microsoft.com/office/drawing/2014/main" id="{EAF1AAB0-0CBC-4500-967C-93787298A904}"/>
              </a:ext>
            </a:extLst>
          </p:cNvPr>
          <p:cNvSpPr/>
          <p:nvPr/>
        </p:nvSpPr>
        <p:spPr>
          <a:xfrm>
            <a:off x="93978" y="2240096"/>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Level 1</a:t>
            </a:r>
          </a:p>
          <a:p>
            <a:pPr algn="ctr"/>
            <a:r>
              <a:rPr lang="en-US" sz="1000">
                <a:solidFill>
                  <a:schemeClr val="bg1"/>
                </a:solidFill>
              </a:rPr>
              <a:t>Bystanders</a:t>
            </a:r>
          </a:p>
        </p:txBody>
      </p:sp>
      <p:sp>
        <p:nvSpPr>
          <p:cNvPr id="18" name="Rectangle 17">
            <a:extLst>
              <a:ext uri="{FF2B5EF4-FFF2-40B4-BE49-F238E27FC236}">
                <a16:creationId xmlns:a16="http://schemas.microsoft.com/office/drawing/2014/main" id="{1E585A7D-8703-4885-821D-5D5874F8B843}"/>
              </a:ext>
            </a:extLst>
          </p:cNvPr>
          <p:cNvSpPr/>
          <p:nvPr/>
        </p:nvSpPr>
        <p:spPr>
          <a:xfrm>
            <a:off x="1952838" y="2230859"/>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Level 2</a:t>
            </a:r>
          </a:p>
          <a:p>
            <a:pPr algn="ctr"/>
            <a:r>
              <a:rPr lang="en-US" sz="1000">
                <a:solidFill>
                  <a:schemeClr val="bg1"/>
                </a:solidFill>
              </a:rPr>
              <a:t>Followers</a:t>
            </a:r>
          </a:p>
        </p:txBody>
      </p:sp>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sp>
        <p:nvSpPr>
          <p:cNvPr id="26" name="Rectangle 25">
            <a:extLst>
              <a:ext uri="{FF2B5EF4-FFF2-40B4-BE49-F238E27FC236}">
                <a16:creationId xmlns:a16="http://schemas.microsoft.com/office/drawing/2014/main" id="{D636592A-832F-4E9A-B623-CBE6171DF5D6}"/>
              </a:ext>
            </a:extLst>
          </p:cNvPr>
          <p:cNvSpPr/>
          <p:nvPr/>
        </p:nvSpPr>
        <p:spPr>
          <a:xfrm>
            <a:off x="4389305" y="2250926"/>
            <a:ext cx="1134587"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Level 3</a:t>
            </a:r>
          </a:p>
          <a:p>
            <a:pPr algn="ctr"/>
            <a:r>
              <a:rPr lang="en-US" sz="1000">
                <a:solidFill>
                  <a:schemeClr val="bg1"/>
                </a:solidFill>
              </a:rPr>
              <a:t>Rookie</a:t>
            </a:r>
          </a:p>
        </p:txBody>
      </p:sp>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sp>
        <p:nvSpPr>
          <p:cNvPr id="30" name="Rectangle 29">
            <a:extLst>
              <a:ext uri="{FF2B5EF4-FFF2-40B4-BE49-F238E27FC236}">
                <a16:creationId xmlns:a16="http://schemas.microsoft.com/office/drawing/2014/main" id="{050AA63D-BD67-4EFF-AC43-03E1DE8CB081}"/>
              </a:ext>
            </a:extLst>
          </p:cNvPr>
          <p:cNvSpPr/>
          <p:nvPr/>
        </p:nvSpPr>
        <p:spPr>
          <a:xfrm>
            <a:off x="6470278" y="2250758"/>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Level 4</a:t>
            </a:r>
          </a:p>
          <a:p>
            <a:pPr algn="ctr"/>
            <a:r>
              <a:rPr lang="en-US" sz="1000">
                <a:solidFill>
                  <a:schemeClr val="bg1"/>
                </a:solidFill>
              </a:rPr>
              <a:t>Contributors</a:t>
            </a:r>
          </a:p>
        </p:txBody>
      </p:sp>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sp>
        <p:nvSpPr>
          <p:cNvPr id="34" name="Rectangle 33">
            <a:extLst>
              <a:ext uri="{FF2B5EF4-FFF2-40B4-BE49-F238E27FC236}">
                <a16:creationId xmlns:a16="http://schemas.microsoft.com/office/drawing/2014/main" id="{F7B77492-6EA4-483E-9E69-5650AC970731}"/>
              </a:ext>
            </a:extLst>
          </p:cNvPr>
          <p:cNvSpPr/>
          <p:nvPr/>
        </p:nvSpPr>
        <p:spPr>
          <a:xfrm>
            <a:off x="8660215"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Level 5</a:t>
            </a:r>
          </a:p>
          <a:p>
            <a:pPr algn="ctr"/>
            <a:r>
              <a:rPr lang="en-US" sz="1000">
                <a:solidFill>
                  <a:schemeClr val="bg1"/>
                </a:solidFill>
              </a:rPr>
              <a:t>Ambassadors</a:t>
            </a:r>
          </a:p>
        </p:txBody>
      </p:sp>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68369"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Level 6</a:t>
            </a:r>
          </a:p>
          <a:p>
            <a:pPr algn="ctr"/>
            <a:r>
              <a:rPr lang="en-US" sz="1000">
                <a:solidFill>
                  <a:schemeClr val="bg1"/>
                </a:solidFill>
              </a:rPr>
              <a:t>All-in-Ones</a:t>
            </a: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41" name="Rectangle 40">
            <a:extLst>
              <a:ext uri="{FF2B5EF4-FFF2-40B4-BE49-F238E27FC236}">
                <a16:creationId xmlns:a16="http://schemas.microsoft.com/office/drawing/2014/main" id="{70492461-6E58-421A-97E1-8490AD2C5C67}"/>
              </a:ext>
            </a:extLst>
          </p:cNvPr>
          <p:cNvSpPr/>
          <p:nvPr/>
        </p:nvSpPr>
        <p:spPr>
          <a:xfrm>
            <a:off x="5633453"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Contribute in 1 major event organization</a:t>
            </a:r>
          </a:p>
        </p:txBody>
      </p:sp>
      <p:sp>
        <p:nvSpPr>
          <p:cNvPr id="42" name="Rectangle 41">
            <a:extLst>
              <a:ext uri="{FF2B5EF4-FFF2-40B4-BE49-F238E27FC236}">
                <a16:creationId xmlns:a16="http://schemas.microsoft.com/office/drawing/2014/main" id="{4B4FCF12-52EA-49A1-9309-C1D66E98BB7C}"/>
              </a:ext>
            </a:extLst>
          </p:cNvPr>
          <p:cNvSpPr/>
          <p:nvPr/>
        </p:nvSpPr>
        <p:spPr>
          <a:xfrm>
            <a:off x="1089300" y="350771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800">
                <a:solidFill>
                  <a:schemeClr val="tx1"/>
                </a:solidFill>
              </a:rPr>
              <a:t>Attend 3 events in a row</a:t>
            </a:r>
          </a:p>
        </p:txBody>
      </p:sp>
      <p:sp>
        <p:nvSpPr>
          <p:cNvPr id="43" name="Rectangle 42">
            <a:extLst>
              <a:ext uri="{FF2B5EF4-FFF2-40B4-BE49-F238E27FC236}">
                <a16:creationId xmlns:a16="http://schemas.microsoft.com/office/drawing/2014/main" id="{335213F6-A809-4D8E-9C03-1FA4A7AC262E}"/>
              </a:ext>
            </a:extLst>
          </p:cNvPr>
          <p:cNvSpPr/>
          <p:nvPr/>
        </p:nvSpPr>
        <p:spPr>
          <a:xfrm>
            <a:off x="1095696" y="4153930"/>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900">
                <a:solidFill>
                  <a:schemeClr val="tx1"/>
                </a:solidFill>
              </a:rPr>
              <a:t>Subscribe to newsletter</a:t>
            </a:r>
          </a:p>
        </p:txBody>
      </p:sp>
      <p:sp>
        <p:nvSpPr>
          <p:cNvPr id="44" name="Rectangle 43">
            <a:extLst>
              <a:ext uri="{FF2B5EF4-FFF2-40B4-BE49-F238E27FC236}">
                <a16:creationId xmlns:a16="http://schemas.microsoft.com/office/drawing/2014/main" id="{09843526-CC0B-4EBC-B1DC-30F5687359CB}"/>
              </a:ext>
            </a:extLst>
          </p:cNvPr>
          <p:cNvSpPr/>
          <p:nvPr/>
        </p:nvSpPr>
        <p:spPr>
          <a:xfrm>
            <a:off x="3393591"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800">
                <a:solidFill>
                  <a:schemeClr val="tx1"/>
                </a:solidFill>
              </a:rPr>
              <a:t>Bring 3 people to 2 events (total 6)</a:t>
            </a:r>
          </a:p>
        </p:txBody>
      </p:sp>
      <p:sp>
        <p:nvSpPr>
          <p:cNvPr id="45" name="Rectangle 44">
            <a:extLst>
              <a:ext uri="{FF2B5EF4-FFF2-40B4-BE49-F238E27FC236}">
                <a16:creationId xmlns:a16="http://schemas.microsoft.com/office/drawing/2014/main" id="{7E25C068-1AC3-4B6E-8B4B-7B4E6662DFCD}"/>
              </a:ext>
            </a:extLst>
          </p:cNvPr>
          <p:cNvSpPr/>
          <p:nvPr/>
        </p:nvSpPr>
        <p:spPr>
          <a:xfrm>
            <a:off x="1839177" y="3499448"/>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900">
                <a:solidFill>
                  <a:schemeClr val="tx1"/>
                </a:solidFill>
              </a:rPr>
              <a:t>📛 Community BADGE</a:t>
            </a:r>
          </a:p>
        </p:txBody>
      </p:sp>
      <p:sp>
        <p:nvSpPr>
          <p:cNvPr id="46" name="Rectangle 45">
            <a:extLst>
              <a:ext uri="{FF2B5EF4-FFF2-40B4-BE49-F238E27FC236}">
                <a16:creationId xmlns:a16="http://schemas.microsoft.com/office/drawing/2014/main" id="{69D25101-71EF-43DE-B342-233B21124BC1}"/>
              </a:ext>
            </a:extLst>
          </p:cNvPr>
          <p:cNvSpPr/>
          <p:nvPr/>
        </p:nvSpPr>
        <p:spPr>
          <a:xfrm>
            <a:off x="2650227" y="349491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Attend major events</a:t>
            </a:r>
          </a:p>
        </p:txBody>
      </p:sp>
      <p:sp>
        <p:nvSpPr>
          <p:cNvPr id="47" name="Rectangle 46">
            <a:extLst>
              <a:ext uri="{FF2B5EF4-FFF2-40B4-BE49-F238E27FC236}">
                <a16:creationId xmlns:a16="http://schemas.microsoft.com/office/drawing/2014/main" id="{1DAAFDAC-A7AD-45E7-8BBB-17DF6F3ECD56}"/>
              </a:ext>
            </a:extLst>
          </p:cNvPr>
          <p:cNvSpPr/>
          <p:nvPr/>
        </p:nvSpPr>
        <p:spPr>
          <a:xfrm>
            <a:off x="4211176" y="3501747"/>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en-US" sz="900">
                <a:solidFill>
                  <a:schemeClr val="tx1"/>
                </a:solidFill>
              </a:rPr>
              <a:t>🍛 Invitation to quarterly dinner</a:t>
            </a:r>
          </a:p>
        </p:txBody>
      </p:sp>
      <p:sp>
        <p:nvSpPr>
          <p:cNvPr id="48" name="Rectangle 47">
            <a:extLst>
              <a:ext uri="{FF2B5EF4-FFF2-40B4-BE49-F238E27FC236}">
                <a16:creationId xmlns:a16="http://schemas.microsoft.com/office/drawing/2014/main" id="{C4791A12-621A-4FB1-9D01-4E681E29FF9A}"/>
              </a:ext>
            </a:extLst>
          </p:cNvPr>
          <p:cNvSpPr/>
          <p:nvPr/>
        </p:nvSpPr>
        <p:spPr>
          <a:xfrm>
            <a:off x="4921212"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Share content</a:t>
            </a:r>
          </a:p>
        </p:txBody>
      </p:sp>
      <p:sp>
        <p:nvSpPr>
          <p:cNvPr id="49" name="Rectangle 48">
            <a:extLst>
              <a:ext uri="{FF2B5EF4-FFF2-40B4-BE49-F238E27FC236}">
                <a16:creationId xmlns:a16="http://schemas.microsoft.com/office/drawing/2014/main" id="{CAA0B993-7593-428E-9AB3-8CF64E2E5229}"/>
              </a:ext>
            </a:extLst>
          </p:cNvPr>
          <p:cNvSpPr/>
          <p:nvPr/>
        </p:nvSpPr>
        <p:spPr>
          <a:xfrm>
            <a:off x="7818730" y="3501747"/>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en-US" sz="900">
                <a:solidFill>
                  <a:schemeClr val="tx1"/>
                </a:solidFill>
              </a:rPr>
              <a:t>Set up a new tool for the Community</a:t>
            </a:r>
          </a:p>
        </p:txBody>
      </p:sp>
      <p:sp>
        <p:nvSpPr>
          <p:cNvPr id="50" name="Rectangle 49">
            <a:extLst>
              <a:ext uri="{FF2B5EF4-FFF2-40B4-BE49-F238E27FC236}">
                <a16:creationId xmlns:a16="http://schemas.microsoft.com/office/drawing/2014/main" id="{54AACDB3-1C32-47C7-937A-B8E96F3D3FB5}"/>
              </a:ext>
            </a:extLst>
          </p:cNvPr>
          <p:cNvSpPr/>
          <p:nvPr/>
        </p:nvSpPr>
        <p:spPr>
          <a:xfrm>
            <a:off x="6379560" y="3494491"/>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800">
                <a:solidFill>
                  <a:schemeClr val="tx1"/>
                </a:solidFill>
              </a:rPr>
              <a:t>📅 </a:t>
            </a:r>
          </a:p>
          <a:p>
            <a:pPr algn="ctr"/>
            <a:r>
              <a:rPr lang="en-US" sz="800">
                <a:solidFill>
                  <a:schemeClr val="tx1"/>
                </a:solidFill>
              </a:rPr>
              <a:t>Access to special events</a:t>
            </a:r>
          </a:p>
        </p:txBody>
      </p:sp>
      <p:sp>
        <p:nvSpPr>
          <p:cNvPr id="51" name="Rectangle 50">
            <a:extLst>
              <a:ext uri="{FF2B5EF4-FFF2-40B4-BE49-F238E27FC236}">
                <a16:creationId xmlns:a16="http://schemas.microsoft.com/office/drawing/2014/main" id="{0CB7C17F-EBA7-49E7-81C2-57D4DF55A20C}"/>
              </a:ext>
            </a:extLst>
          </p:cNvPr>
          <p:cNvSpPr/>
          <p:nvPr/>
        </p:nvSpPr>
        <p:spPr>
          <a:xfrm>
            <a:off x="7083389"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800">
                <a:solidFill>
                  <a:schemeClr val="tx1"/>
                </a:solidFill>
              </a:rPr>
              <a:t>Attend to major &amp;  minor events</a:t>
            </a:r>
          </a:p>
        </p:txBody>
      </p:sp>
      <p:sp>
        <p:nvSpPr>
          <p:cNvPr id="52" name="Rectangle 51">
            <a:extLst>
              <a:ext uri="{FF2B5EF4-FFF2-40B4-BE49-F238E27FC236}">
                <a16:creationId xmlns:a16="http://schemas.microsoft.com/office/drawing/2014/main" id="{38F5800F-854A-4AB9-A7CC-BD7BEE2E5A15}"/>
              </a:ext>
            </a:extLst>
          </p:cNvPr>
          <p:cNvSpPr/>
          <p:nvPr/>
        </p:nvSpPr>
        <p:spPr>
          <a:xfrm>
            <a:off x="10030311" y="350174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dirty="0">
                <a:solidFill>
                  <a:schemeClr val="tx1"/>
                </a:solidFill>
              </a:rPr>
              <a:t>Help offboard 2 members</a:t>
            </a:r>
          </a:p>
        </p:txBody>
      </p:sp>
      <p:sp>
        <p:nvSpPr>
          <p:cNvPr id="53" name="Rectangle 52">
            <a:extLst>
              <a:ext uri="{FF2B5EF4-FFF2-40B4-BE49-F238E27FC236}">
                <a16:creationId xmlns:a16="http://schemas.microsoft.com/office/drawing/2014/main" id="{12A44FEC-0B77-4884-8928-E5B06C5CE09E}"/>
              </a:ext>
            </a:extLst>
          </p:cNvPr>
          <p:cNvSpPr/>
          <p:nvPr/>
        </p:nvSpPr>
        <p:spPr>
          <a:xfrm>
            <a:off x="8551649" y="3499448"/>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Book on Community activity</a:t>
            </a:r>
          </a:p>
        </p:txBody>
      </p:sp>
      <p:sp>
        <p:nvSpPr>
          <p:cNvPr id="54" name="Rectangle 53">
            <a:extLst>
              <a:ext uri="{FF2B5EF4-FFF2-40B4-BE49-F238E27FC236}">
                <a16:creationId xmlns:a16="http://schemas.microsoft.com/office/drawing/2014/main" id="{49F94054-A645-43B7-B58F-5BCE450E8A64}"/>
              </a:ext>
            </a:extLst>
          </p:cNvPr>
          <p:cNvSpPr/>
          <p:nvPr/>
        </p:nvSpPr>
        <p:spPr>
          <a:xfrm>
            <a:off x="9290980"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900" dirty="0">
                <a:solidFill>
                  <a:schemeClr val="tx1"/>
                </a:solidFill>
              </a:rPr>
              <a:t>Lead Community Activities</a:t>
            </a:r>
          </a:p>
        </p:txBody>
      </p:sp>
      <p:sp>
        <p:nvSpPr>
          <p:cNvPr id="56" name="Rectangle 55">
            <a:extLst>
              <a:ext uri="{FF2B5EF4-FFF2-40B4-BE49-F238E27FC236}">
                <a16:creationId xmlns:a16="http://schemas.microsoft.com/office/drawing/2014/main" id="{CCF63BFE-06A7-4BE3-8227-F02A583683CA}"/>
              </a:ext>
            </a:extLst>
          </p:cNvPr>
          <p:cNvSpPr/>
          <p:nvPr/>
        </p:nvSpPr>
        <p:spPr>
          <a:xfrm>
            <a:off x="10794414" y="3523663"/>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Financial incentive</a:t>
            </a:r>
          </a:p>
        </p:txBody>
      </p:sp>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800">
                <a:solidFill>
                  <a:schemeClr val="tx1"/>
                </a:solidFill>
              </a:rPr>
              <a:t>Community big decisions</a:t>
            </a:r>
          </a:p>
        </p:txBody>
      </p:sp>
      <p:sp>
        <p:nvSpPr>
          <p:cNvPr id="58" name="Rectangle 57">
            <a:extLst>
              <a:ext uri="{FF2B5EF4-FFF2-40B4-BE49-F238E27FC236}">
                <a16:creationId xmlns:a16="http://schemas.microsoft.com/office/drawing/2014/main" id="{E55BD761-7F5A-423A-9646-6CAD5853D858}"/>
              </a:ext>
            </a:extLst>
          </p:cNvPr>
          <p:cNvSpPr/>
          <p:nvPr/>
        </p:nvSpPr>
        <p:spPr>
          <a:xfrm>
            <a:off x="7798446" y="414565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700">
                <a:solidFill>
                  <a:schemeClr val="tx1"/>
                </a:solidFill>
              </a:rPr>
              <a:t>Pass Level 2 Certification of Skill X</a:t>
            </a:r>
          </a:p>
        </p:txBody>
      </p:sp>
      <p:sp>
        <p:nvSpPr>
          <p:cNvPr id="55" name="Rectangle 54">
            <a:extLst>
              <a:ext uri="{FF2B5EF4-FFF2-40B4-BE49-F238E27FC236}">
                <a16:creationId xmlns:a16="http://schemas.microsoft.com/office/drawing/2014/main" id="{27EB90ED-1A8E-40BA-B0A5-C5D16121217F}"/>
              </a:ext>
            </a:extLst>
          </p:cNvPr>
          <p:cNvSpPr/>
          <p:nvPr/>
        </p:nvSpPr>
        <p:spPr>
          <a:xfrm>
            <a:off x="128686"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Read posts</a:t>
            </a:r>
          </a:p>
        </p:txBody>
      </p:sp>
      <p:sp>
        <p:nvSpPr>
          <p:cNvPr id="59" name="Rectangle 58">
            <a:extLst>
              <a:ext uri="{FF2B5EF4-FFF2-40B4-BE49-F238E27FC236}">
                <a16:creationId xmlns:a16="http://schemas.microsoft.com/office/drawing/2014/main" id="{EE8155CB-C18A-4FD6-B83F-6AEF39A5D2C9}"/>
              </a:ext>
            </a:extLst>
          </p:cNvPr>
          <p:cNvSpPr/>
          <p:nvPr/>
        </p:nvSpPr>
        <p:spPr>
          <a:xfrm>
            <a:off x="134050" y="414565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React to articles</a:t>
            </a:r>
          </a:p>
        </p:txBody>
      </p:sp>
      <p:sp>
        <p:nvSpPr>
          <p:cNvPr id="60" name="Rectangle 59">
            <a:extLst>
              <a:ext uri="{FF2B5EF4-FFF2-40B4-BE49-F238E27FC236}">
                <a16:creationId xmlns:a16="http://schemas.microsoft.com/office/drawing/2014/main" id="{32316C6F-CBCC-4D6A-A125-14DF44931CC6}"/>
              </a:ext>
            </a:extLst>
          </p:cNvPr>
          <p:cNvSpPr/>
          <p:nvPr/>
        </p:nvSpPr>
        <p:spPr>
          <a:xfrm>
            <a:off x="2650161" y="412087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Discuss in Forum</a:t>
            </a:r>
          </a:p>
        </p:txBody>
      </p:sp>
      <p:sp>
        <p:nvSpPr>
          <p:cNvPr id="61" name="Rectangle 60">
            <a:extLst>
              <a:ext uri="{FF2B5EF4-FFF2-40B4-BE49-F238E27FC236}">
                <a16:creationId xmlns:a16="http://schemas.microsoft.com/office/drawing/2014/main" id="{DB92EF28-81C0-425F-98CB-3E5B2F21BC37}"/>
              </a:ext>
            </a:extLst>
          </p:cNvPr>
          <p:cNvSpPr/>
          <p:nvPr/>
        </p:nvSpPr>
        <p:spPr>
          <a:xfrm>
            <a:off x="134749" y="481544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700">
                <a:solidFill>
                  <a:schemeClr val="tx1"/>
                </a:solidFill>
              </a:rPr>
              <a:t>Discover community activities</a:t>
            </a:r>
          </a:p>
        </p:txBody>
      </p:sp>
      <p:sp>
        <p:nvSpPr>
          <p:cNvPr id="62" name="Rectangle 61">
            <a:extLst>
              <a:ext uri="{FF2B5EF4-FFF2-40B4-BE49-F238E27FC236}">
                <a16:creationId xmlns:a16="http://schemas.microsoft.com/office/drawing/2014/main" id="{DCF975B9-BEEE-467B-B367-CF025366020D}"/>
              </a:ext>
            </a:extLst>
          </p:cNvPr>
          <p:cNvSpPr/>
          <p:nvPr/>
        </p:nvSpPr>
        <p:spPr>
          <a:xfrm>
            <a:off x="2650160" y="473836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Meet members</a:t>
            </a:r>
          </a:p>
        </p:txBody>
      </p:sp>
      <p:sp>
        <p:nvSpPr>
          <p:cNvPr id="63" name="Rectangle 62">
            <a:extLst>
              <a:ext uri="{FF2B5EF4-FFF2-40B4-BE49-F238E27FC236}">
                <a16:creationId xmlns:a16="http://schemas.microsoft.com/office/drawing/2014/main" id="{20F0FEDE-D3CB-4DE0-8C6C-D9506F3EFAD0}"/>
              </a:ext>
            </a:extLst>
          </p:cNvPr>
          <p:cNvSpPr/>
          <p:nvPr/>
        </p:nvSpPr>
        <p:spPr>
          <a:xfrm>
            <a:off x="7083389"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800">
                <a:solidFill>
                  <a:schemeClr val="tx1"/>
                </a:solidFill>
              </a:rPr>
              <a:t>Contribute to event organization</a:t>
            </a:r>
          </a:p>
        </p:txBody>
      </p:sp>
      <p:sp>
        <p:nvSpPr>
          <p:cNvPr id="64" name="Rectangle 63">
            <a:extLst>
              <a:ext uri="{FF2B5EF4-FFF2-40B4-BE49-F238E27FC236}">
                <a16:creationId xmlns:a16="http://schemas.microsoft.com/office/drawing/2014/main" id="{3518553B-EFB4-48CD-9EFE-DCBD558E728A}"/>
              </a:ext>
            </a:extLst>
          </p:cNvPr>
          <p:cNvSpPr/>
          <p:nvPr/>
        </p:nvSpPr>
        <p:spPr>
          <a:xfrm>
            <a:off x="4910843" y="416158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en-US" sz="900">
                <a:solidFill>
                  <a:schemeClr val="tx1"/>
                </a:solidFill>
              </a:rPr>
              <a:t>Organize small groups of attendees in event</a:t>
            </a:r>
          </a:p>
        </p:txBody>
      </p:sp>
      <p:sp>
        <p:nvSpPr>
          <p:cNvPr id="65" name="Rectangle 64">
            <a:extLst>
              <a:ext uri="{FF2B5EF4-FFF2-40B4-BE49-F238E27FC236}">
                <a16:creationId xmlns:a16="http://schemas.microsoft.com/office/drawing/2014/main" id="{C73229A6-B1BE-4804-B046-CD63AAE666CD}"/>
              </a:ext>
            </a:extLst>
          </p:cNvPr>
          <p:cNvSpPr/>
          <p:nvPr/>
        </p:nvSpPr>
        <p:spPr>
          <a:xfrm>
            <a:off x="1096052" y="4823714"/>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Answer to 4 polls</a:t>
            </a:r>
          </a:p>
        </p:txBody>
      </p:sp>
      <p:sp>
        <p:nvSpPr>
          <p:cNvPr id="70" name="Rectangle 69">
            <a:extLst>
              <a:ext uri="{FF2B5EF4-FFF2-40B4-BE49-F238E27FC236}">
                <a16:creationId xmlns:a16="http://schemas.microsoft.com/office/drawing/2014/main" id="{D6EDE76E-8DC4-4AB3-99A2-00F1AF906BFC}"/>
              </a:ext>
            </a:extLst>
          </p:cNvPr>
          <p:cNvSpPr/>
          <p:nvPr/>
        </p:nvSpPr>
        <p:spPr>
          <a:xfrm>
            <a:off x="3401743" y="4121113"/>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700">
                <a:solidFill>
                  <a:schemeClr val="tx1"/>
                </a:solidFill>
              </a:rPr>
              <a:t>Write 2 promotional articles about the Community</a:t>
            </a:r>
          </a:p>
        </p:txBody>
      </p:sp>
      <p:sp>
        <p:nvSpPr>
          <p:cNvPr id="71" name="Rectangle 70">
            <a:extLst>
              <a:ext uri="{FF2B5EF4-FFF2-40B4-BE49-F238E27FC236}">
                <a16:creationId xmlns:a16="http://schemas.microsoft.com/office/drawing/2014/main" id="{ACFA6C85-2521-48D2-B473-A3AAEB0ADBD2}"/>
              </a:ext>
            </a:extLst>
          </p:cNvPr>
          <p:cNvSpPr/>
          <p:nvPr/>
        </p:nvSpPr>
        <p:spPr>
          <a:xfrm>
            <a:off x="1830617" y="4120875"/>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900">
                <a:solidFill>
                  <a:schemeClr val="tx1"/>
                </a:solidFill>
              </a:rPr>
              <a:t>🎫 Community Lottery ticket</a:t>
            </a:r>
          </a:p>
        </p:txBody>
      </p:sp>
      <p:sp>
        <p:nvSpPr>
          <p:cNvPr id="72" name="Rectangle 71">
            <a:extLst>
              <a:ext uri="{FF2B5EF4-FFF2-40B4-BE49-F238E27FC236}">
                <a16:creationId xmlns:a16="http://schemas.microsoft.com/office/drawing/2014/main" id="{58E05014-B8D2-419E-9C5E-844B18CC573D}"/>
              </a:ext>
            </a:extLst>
          </p:cNvPr>
          <p:cNvSpPr/>
          <p:nvPr/>
        </p:nvSpPr>
        <p:spPr>
          <a:xfrm>
            <a:off x="4910842" y="482372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700">
                <a:solidFill>
                  <a:schemeClr val="tx1"/>
                </a:solidFill>
              </a:rPr>
              <a:t>Help in Community onboarding</a:t>
            </a:r>
          </a:p>
        </p:txBody>
      </p:sp>
      <p:sp>
        <p:nvSpPr>
          <p:cNvPr id="73" name="Rectangle 72">
            <a:extLst>
              <a:ext uri="{FF2B5EF4-FFF2-40B4-BE49-F238E27FC236}">
                <a16:creationId xmlns:a16="http://schemas.microsoft.com/office/drawing/2014/main" id="{4AD50DFC-BCA6-49D1-A024-3CCA18C67077}"/>
              </a:ext>
            </a:extLst>
          </p:cNvPr>
          <p:cNvSpPr/>
          <p:nvPr/>
        </p:nvSpPr>
        <p:spPr>
          <a:xfrm>
            <a:off x="8551649" y="4144649"/>
            <a:ext cx="677627" cy="6538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Ambassador naming ceremony</a:t>
            </a:r>
          </a:p>
        </p:txBody>
      </p:sp>
      <p:sp>
        <p:nvSpPr>
          <p:cNvPr id="74" name="Rectangle 73">
            <a:extLst>
              <a:ext uri="{FF2B5EF4-FFF2-40B4-BE49-F238E27FC236}">
                <a16:creationId xmlns:a16="http://schemas.microsoft.com/office/drawing/2014/main" id="{8FAD78AD-5CDB-475D-B651-90C46E4557E8}"/>
              </a:ext>
            </a:extLst>
          </p:cNvPr>
          <p:cNvSpPr/>
          <p:nvPr/>
        </p:nvSpPr>
        <p:spPr>
          <a:xfrm>
            <a:off x="6386861" y="4161588"/>
            <a:ext cx="659451"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Exclusive access to mentoring</a:t>
            </a:r>
          </a:p>
        </p:txBody>
      </p:sp>
      <p:sp>
        <p:nvSpPr>
          <p:cNvPr id="75" name="Rectangle 74">
            <a:extLst>
              <a:ext uri="{FF2B5EF4-FFF2-40B4-BE49-F238E27FC236}">
                <a16:creationId xmlns:a16="http://schemas.microsoft.com/office/drawing/2014/main" id="{1CAE1952-94BD-4154-A98D-4B2B95044459}"/>
              </a:ext>
            </a:extLst>
          </p:cNvPr>
          <p:cNvSpPr/>
          <p:nvPr/>
        </p:nvSpPr>
        <p:spPr>
          <a:xfrm>
            <a:off x="7079086" y="478426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800">
                <a:solidFill>
                  <a:schemeClr val="tx1"/>
                </a:solidFill>
              </a:rPr>
              <a:t>Organize Community Forum</a:t>
            </a:r>
          </a:p>
        </p:txBody>
      </p:sp>
      <p:sp>
        <p:nvSpPr>
          <p:cNvPr id="76" name="Rectangle 75">
            <a:extLst>
              <a:ext uri="{FF2B5EF4-FFF2-40B4-BE49-F238E27FC236}">
                <a16:creationId xmlns:a16="http://schemas.microsoft.com/office/drawing/2014/main" id="{7432EE17-5CDC-45E3-A8BB-3A5081252AE8}"/>
              </a:ext>
            </a:extLst>
          </p:cNvPr>
          <p:cNvSpPr/>
          <p:nvPr/>
        </p:nvSpPr>
        <p:spPr>
          <a:xfrm>
            <a:off x="7081836" y="542738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700">
                <a:solidFill>
                  <a:schemeClr val="tx1"/>
                </a:solidFill>
              </a:rPr>
              <a:t>Help &amp; teach new members </a:t>
            </a:r>
          </a:p>
        </p:txBody>
      </p:sp>
      <p:sp>
        <p:nvSpPr>
          <p:cNvPr id="77" name="Rectangle 76">
            <a:extLst>
              <a:ext uri="{FF2B5EF4-FFF2-40B4-BE49-F238E27FC236}">
                <a16:creationId xmlns:a16="http://schemas.microsoft.com/office/drawing/2014/main" id="{674C9948-BC7D-4476-8731-E26D36E95A6B}"/>
              </a:ext>
            </a:extLst>
          </p:cNvPr>
          <p:cNvSpPr/>
          <p:nvPr/>
        </p:nvSpPr>
        <p:spPr>
          <a:xfrm>
            <a:off x="10793487" y="4188737"/>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Access to committees with CEO</a:t>
            </a:r>
          </a:p>
        </p:txBody>
      </p:sp>
      <p:sp>
        <p:nvSpPr>
          <p:cNvPr id="78" name="Rectangle 77">
            <a:extLst>
              <a:ext uri="{FF2B5EF4-FFF2-40B4-BE49-F238E27FC236}">
                <a16:creationId xmlns:a16="http://schemas.microsoft.com/office/drawing/2014/main" id="{25407C1B-5CA8-4C75-B15C-A9A55C8CAB52}"/>
              </a:ext>
            </a:extLst>
          </p:cNvPr>
          <p:cNvSpPr/>
          <p:nvPr/>
        </p:nvSpPr>
        <p:spPr>
          <a:xfrm>
            <a:off x="10011852"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700">
                <a:solidFill>
                  <a:schemeClr val="tx1"/>
                </a:solidFill>
              </a:rPr>
              <a:t>Pass Level 4 Certification of Skill X</a:t>
            </a:r>
          </a:p>
        </p:txBody>
      </p:sp>
      <p:sp>
        <p:nvSpPr>
          <p:cNvPr id="79" name="Rectangle 78">
            <a:extLst>
              <a:ext uri="{FF2B5EF4-FFF2-40B4-BE49-F238E27FC236}">
                <a16:creationId xmlns:a16="http://schemas.microsoft.com/office/drawing/2014/main" id="{9FBFED30-3B2D-4359-B3F7-F7AB7FD50ED1}"/>
              </a:ext>
            </a:extLst>
          </p:cNvPr>
          <p:cNvSpPr/>
          <p:nvPr/>
        </p:nvSpPr>
        <p:spPr>
          <a:xfrm>
            <a:off x="5643336"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700">
                <a:solidFill>
                  <a:schemeClr val="tx1"/>
                </a:solidFill>
              </a:rPr>
              <a:t>Pass Level 1 Certification of Skill X</a:t>
            </a:r>
          </a:p>
        </p:txBody>
      </p:sp>
      <p:sp>
        <p:nvSpPr>
          <p:cNvPr id="80" name="Rectangle 79">
            <a:extLst>
              <a:ext uri="{FF2B5EF4-FFF2-40B4-BE49-F238E27FC236}">
                <a16:creationId xmlns:a16="http://schemas.microsoft.com/office/drawing/2014/main" id="{DAA5A005-457A-4495-90E9-1FF20E04957F}"/>
              </a:ext>
            </a:extLst>
          </p:cNvPr>
          <p:cNvSpPr/>
          <p:nvPr/>
        </p:nvSpPr>
        <p:spPr>
          <a:xfrm>
            <a:off x="8576899" y="4873388"/>
            <a:ext cx="64608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⏳Spare time to work freely on projects</a:t>
            </a:r>
          </a:p>
        </p:txBody>
      </p:sp>
      <p:sp>
        <p:nvSpPr>
          <p:cNvPr id="81" name="Rectangle 80">
            <a:extLst>
              <a:ext uri="{FF2B5EF4-FFF2-40B4-BE49-F238E27FC236}">
                <a16:creationId xmlns:a16="http://schemas.microsoft.com/office/drawing/2014/main" id="{76941B4B-F057-42A5-A2E9-30B15863D549}"/>
              </a:ext>
            </a:extLst>
          </p:cNvPr>
          <p:cNvSpPr/>
          <p:nvPr/>
        </p:nvSpPr>
        <p:spPr>
          <a:xfrm>
            <a:off x="9285830"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Represent Community outside</a:t>
            </a:r>
          </a:p>
        </p:txBody>
      </p:sp>
      <p:sp>
        <p:nvSpPr>
          <p:cNvPr id="82" name="Rectangle 81">
            <a:extLst>
              <a:ext uri="{FF2B5EF4-FFF2-40B4-BE49-F238E27FC236}">
                <a16:creationId xmlns:a16="http://schemas.microsoft.com/office/drawing/2014/main" id="{165BAB99-2EC2-44F5-96C8-FE74FF8909C5}"/>
              </a:ext>
            </a:extLst>
          </p:cNvPr>
          <p:cNvSpPr/>
          <p:nvPr/>
        </p:nvSpPr>
        <p:spPr>
          <a:xfrm>
            <a:off x="9285830" y="478524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900">
                <a:solidFill>
                  <a:schemeClr val="tx1"/>
                </a:solidFill>
              </a:rPr>
              <a:t>Mentor Level 4 members</a:t>
            </a:r>
          </a:p>
        </p:txBody>
      </p:sp>
      <p:sp>
        <p:nvSpPr>
          <p:cNvPr id="83" name="Rectangle 82">
            <a:extLst>
              <a:ext uri="{FF2B5EF4-FFF2-40B4-BE49-F238E27FC236}">
                <a16:creationId xmlns:a16="http://schemas.microsoft.com/office/drawing/2014/main" id="{0167B204-8D59-42FE-8ADA-A0E09FA34DB7}"/>
              </a:ext>
            </a:extLst>
          </p:cNvPr>
          <p:cNvSpPr/>
          <p:nvPr/>
        </p:nvSpPr>
        <p:spPr>
          <a:xfrm>
            <a:off x="6386861" y="4767979"/>
            <a:ext cx="65156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700">
                <a:solidFill>
                  <a:schemeClr val="tx1"/>
                </a:solidFill>
              </a:rPr>
              <a:t>🎁 Community Gift</a:t>
            </a:r>
          </a:p>
        </p:txBody>
      </p:sp>
      <p:sp>
        <p:nvSpPr>
          <p:cNvPr id="84" name="Rectangle 83">
            <a:extLst>
              <a:ext uri="{FF2B5EF4-FFF2-40B4-BE49-F238E27FC236}">
                <a16:creationId xmlns:a16="http://schemas.microsoft.com/office/drawing/2014/main" id="{095C58B3-4970-4DE5-A3BC-9C25028E785A}"/>
              </a:ext>
            </a:extLst>
          </p:cNvPr>
          <p:cNvSpPr/>
          <p:nvPr/>
        </p:nvSpPr>
        <p:spPr>
          <a:xfrm>
            <a:off x="10788123" y="4827484"/>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👍Support for future project proposition</a:t>
            </a:r>
          </a:p>
        </p:txBody>
      </p:sp>
      <p:sp>
        <p:nvSpPr>
          <p:cNvPr id="85" name="Rectangle 84">
            <a:extLst>
              <a:ext uri="{FF2B5EF4-FFF2-40B4-BE49-F238E27FC236}">
                <a16:creationId xmlns:a16="http://schemas.microsoft.com/office/drawing/2014/main" id="{A8EB369E-5321-430B-AAA3-181844C2C4CD}"/>
              </a:ext>
            </a:extLst>
          </p:cNvPr>
          <p:cNvSpPr/>
          <p:nvPr/>
        </p:nvSpPr>
        <p:spPr>
          <a:xfrm>
            <a:off x="10004621" y="478426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600">
                <a:solidFill>
                  <a:schemeClr val="tx1"/>
                </a:solidFill>
              </a:rPr>
              <a:t>Lead organization of 1 major event 3 years in a row</a:t>
            </a:r>
          </a:p>
        </p:txBody>
      </p:sp>
      <p:sp>
        <p:nvSpPr>
          <p:cNvPr id="86" name="Rectangle 85">
            <a:extLst>
              <a:ext uri="{FF2B5EF4-FFF2-40B4-BE49-F238E27FC236}">
                <a16:creationId xmlns:a16="http://schemas.microsoft.com/office/drawing/2014/main" id="{4FF09847-9F2B-45A2-9F6C-33B9AF3C4F66}"/>
              </a:ext>
            </a:extLst>
          </p:cNvPr>
          <p:cNvSpPr/>
          <p:nvPr/>
        </p:nvSpPr>
        <p:spPr>
          <a:xfrm>
            <a:off x="10012596" y="5427385"/>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800">
                <a:solidFill>
                  <a:schemeClr val="tx1"/>
                </a:solidFill>
              </a:rPr>
              <a:t>Mentor 3 members for one year each</a:t>
            </a:r>
          </a:p>
        </p:txBody>
      </p:sp>
      <p:sp>
        <p:nvSpPr>
          <p:cNvPr id="87" name="Rectangle 86">
            <a:extLst>
              <a:ext uri="{FF2B5EF4-FFF2-40B4-BE49-F238E27FC236}">
                <a16:creationId xmlns:a16="http://schemas.microsoft.com/office/drawing/2014/main" id="{4283C30E-8AE1-4DC9-8EB0-35D3490F6765}"/>
              </a:ext>
            </a:extLst>
          </p:cNvPr>
          <p:cNvSpPr/>
          <p:nvPr/>
        </p:nvSpPr>
        <p:spPr>
          <a:xfrm>
            <a:off x="7818730" y="4784269"/>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en-US" sz="900">
                <a:solidFill>
                  <a:schemeClr val="tx1"/>
                </a:solidFill>
              </a:rPr>
              <a:t>Write 5 articles for the Community</a:t>
            </a:r>
          </a:p>
        </p:txBody>
      </p:sp>
      <p:sp>
        <p:nvSpPr>
          <p:cNvPr id="88" name="Rectangle 87">
            <a:extLst>
              <a:ext uri="{FF2B5EF4-FFF2-40B4-BE49-F238E27FC236}">
                <a16:creationId xmlns:a16="http://schemas.microsoft.com/office/drawing/2014/main" id="{8EC0F367-FD25-46E8-8FF2-F320CCEB0150}"/>
              </a:ext>
            </a:extLst>
          </p:cNvPr>
          <p:cNvSpPr/>
          <p:nvPr/>
        </p:nvSpPr>
        <p:spPr>
          <a:xfrm>
            <a:off x="7082545" y="606679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700">
                <a:solidFill>
                  <a:schemeClr val="tx1"/>
                </a:solidFill>
              </a:rPr>
              <a:t>Create content</a:t>
            </a:r>
          </a:p>
        </p:txBody>
      </p:sp>
      <p:sp>
        <p:nvSpPr>
          <p:cNvPr id="89" name="Rectangle 88">
            <a:extLst>
              <a:ext uri="{FF2B5EF4-FFF2-40B4-BE49-F238E27FC236}">
                <a16:creationId xmlns:a16="http://schemas.microsoft.com/office/drawing/2014/main" id="{2C8D36F5-AB34-4C78-A9E7-57A415AD33C9}"/>
              </a:ext>
            </a:extLst>
          </p:cNvPr>
          <p:cNvSpPr/>
          <p:nvPr/>
        </p:nvSpPr>
        <p:spPr>
          <a:xfrm>
            <a:off x="5644720" y="476803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600">
                <a:solidFill>
                  <a:schemeClr val="tx1"/>
                </a:solidFill>
              </a:rPr>
              <a:t>Answer to 25 questions in Community Forum</a:t>
            </a:r>
          </a:p>
        </p:txBody>
      </p:sp>
      <p:sp>
        <p:nvSpPr>
          <p:cNvPr id="90" name="Rectangle 89">
            <a:extLst>
              <a:ext uri="{FF2B5EF4-FFF2-40B4-BE49-F238E27FC236}">
                <a16:creationId xmlns:a16="http://schemas.microsoft.com/office/drawing/2014/main" id="{58D52194-7A2D-4362-A5C4-C433A6B37FCC}"/>
              </a:ext>
            </a:extLst>
          </p:cNvPr>
          <p:cNvSpPr/>
          <p:nvPr/>
        </p:nvSpPr>
        <p:spPr>
          <a:xfrm>
            <a:off x="7791316" y="5420940"/>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600">
                <a:solidFill>
                  <a:schemeClr val="tx1"/>
                </a:solidFill>
              </a:rPr>
              <a:t>Record a video with self for Community promotion</a:t>
            </a:r>
          </a:p>
        </p:txBody>
      </p:sp>
      <p:sp>
        <p:nvSpPr>
          <p:cNvPr id="92" name="Rectangle 91">
            <a:extLst>
              <a:ext uri="{FF2B5EF4-FFF2-40B4-BE49-F238E27FC236}">
                <a16:creationId xmlns:a16="http://schemas.microsoft.com/office/drawing/2014/main" id="{9533AF17-659F-438F-8B53-6CEB03630392}"/>
              </a:ext>
            </a:extLst>
          </p:cNvPr>
          <p:cNvSpPr/>
          <p:nvPr/>
        </p:nvSpPr>
        <p:spPr>
          <a:xfrm>
            <a:off x="6363185" y="5374370"/>
            <a:ext cx="67672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🎨Exclusive access to creative rooms (</a:t>
            </a:r>
            <a:r>
              <a:rPr lang="en-US" sz="900" err="1">
                <a:solidFill>
                  <a:schemeClr val="tx1"/>
                </a:solidFill>
              </a:rPr>
              <a:t>Fablab</a:t>
            </a:r>
            <a:r>
              <a:rPr lang="en-US" sz="900">
                <a:solidFill>
                  <a:schemeClr val="tx1"/>
                </a:solidFill>
              </a:rPr>
              <a:t>, …)</a:t>
            </a:r>
          </a:p>
        </p:txBody>
      </p:sp>
      <p:sp>
        <p:nvSpPr>
          <p:cNvPr id="93" name="Rectangle 92">
            <a:extLst>
              <a:ext uri="{FF2B5EF4-FFF2-40B4-BE49-F238E27FC236}">
                <a16:creationId xmlns:a16="http://schemas.microsoft.com/office/drawing/2014/main" id="{F9D358DB-3797-4A0C-B4A4-80847ADE04D0}"/>
              </a:ext>
            </a:extLst>
          </p:cNvPr>
          <p:cNvSpPr/>
          <p:nvPr/>
        </p:nvSpPr>
        <p:spPr>
          <a:xfrm>
            <a:off x="7791316" y="6051222"/>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800">
                <a:solidFill>
                  <a:schemeClr val="tx1"/>
                </a:solidFill>
              </a:rPr>
              <a:t>Organize 3 minor events</a:t>
            </a:r>
          </a:p>
        </p:txBody>
      </p:sp>
      <p:sp>
        <p:nvSpPr>
          <p:cNvPr id="94" name="Rectangle 93">
            <a:extLst>
              <a:ext uri="{FF2B5EF4-FFF2-40B4-BE49-F238E27FC236}">
                <a16:creationId xmlns:a16="http://schemas.microsoft.com/office/drawing/2014/main" id="{9CF0EC26-561C-4E32-928F-53CA98F05EA6}"/>
              </a:ext>
            </a:extLst>
          </p:cNvPr>
          <p:cNvSpPr/>
          <p:nvPr/>
        </p:nvSpPr>
        <p:spPr>
          <a:xfrm>
            <a:off x="8576900" y="5494252"/>
            <a:ext cx="642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Community related diploma</a:t>
            </a:r>
          </a:p>
        </p:txBody>
      </p:sp>
      <p:sp>
        <p:nvSpPr>
          <p:cNvPr id="95" name="Rectangle 94">
            <a:extLst>
              <a:ext uri="{FF2B5EF4-FFF2-40B4-BE49-F238E27FC236}">
                <a16:creationId xmlns:a16="http://schemas.microsoft.com/office/drawing/2014/main" id="{2D625FD5-DA93-42B4-A25D-01A01A04B379}"/>
              </a:ext>
            </a:extLst>
          </p:cNvPr>
          <p:cNvSpPr/>
          <p:nvPr/>
        </p:nvSpPr>
        <p:spPr>
          <a:xfrm>
            <a:off x="6379560" y="5975985"/>
            <a:ext cx="656993"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Official registering in list of Contributors </a:t>
            </a:r>
          </a:p>
        </p:txBody>
      </p:sp>
      <p:sp>
        <p:nvSpPr>
          <p:cNvPr id="96" name="Rectangle 95">
            <a:extLst>
              <a:ext uri="{FF2B5EF4-FFF2-40B4-BE49-F238E27FC236}">
                <a16:creationId xmlns:a16="http://schemas.microsoft.com/office/drawing/2014/main" id="{6BB8805D-8AAB-4417-AD16-26090B29987D}"/>
              </a:ext>
            </a:extLst>
          </p:cNvPr>
          <p:cNvSpPr/>
          <p:nvPr/>
        </p:nvSpPr>
        <p:spPr>
          <a:xfrm>
            <a:off x="4210937" y="4142482"/>
            <a:ext cx="65141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Exclusive access digital library</a:t>
            </a: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600">
                <a:solidFill>
                  <a:schemeClr val="tx1"/>
                </a:solidFill>
              </a:rPr>
              <a:t>Community leadership speeches</a:t>
            </a: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700">
                <a:solidFill>
                  <a:schemeClr val="tx1"/>
                </a:solidFill>
              </a:rPr>
              <a:t>Sponsorship of initiatives</a:t>
            </a: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700">
                <a:solidFill>
                  <a:schemeClr val="tx1"/>
                </a:solidFill>
              </a:rPr>
              <a:t>Community Level Design</a:t>
            </a:r>
          </a:p>
        </p:txBody>
      </p:sp>
    </p:spTree>
    <p:extLst>
      <p:ext uri="{BB962C8B-B14F-4D97-AF65-F5344CB8AC3E}">
        <p14:creationId xmlns:p14="http://schemas.microsoft.com/office/powerpoint/2010/main" val="253394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5973728" cy="1179576"/>
          </a:xfrm>
        </p:spPr>
        <p:txBody>
          <a:bodyPr>
            <a:normAutofit fontScale="90000"/>
          </a:bodyPr>
          <a:lstStyle/>
          <a:p>
            <a:r>
              <a:rPr lang="en-US" dirty="0"/>
              <a:t>Community level Design</a:t>
            </a:r>
            <a:br>
              <a:rPr lang="en-US" dirty="0"/>
            </a:br>
            <a:r>
              <a:rPr lang="en-US" dirty="0"/>
              <a:t>Visual step by Step</a:t>
            </a:r>
          </a:p>
        </p:txBody>
      </p:sp>
      <p:grpSp>
        <p:nvGrpSpPr>
          <p:cNvPr id="6" name="Groupe 5">
            <a:extLst>
              <a:ext uri="{FF2B5EF4-FFF2-40B4-BE49-F238E27FC236}">
                <a16:creationId xmlns:a16="http://schemas.microsoft.com/office/drawing/2014/main" id="{3A0D3D3A-765B-4DBA-9AF8-295332E0B619}"/>
              </a:ext>
            </a:extLst>
          </p:cNvPr>
          <p:cNvGrpSpPr/>
          <p:nvPr/>
        </p:nvGrpSpPr>
        <p:grpSpPr>
          <a:xfrm>
            <a:off x="396359" y="2131924"/>
            <a:ext cx="2443848" cy="1058951"/>
            <a:chOff x="357912" y="2192874"/>
            <a:chExt cx="11806261" cy="439516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26" name="Groupe 125">
            <a:extLst>
              <a:ext uri="{FF2B5EF4-FFF2-40B4-BE49-F238E27FC236}">
                <a16:creationId xmlns:a16="http://schemas.microsoft.com/office/drawing/2014/main" id="{77E1B952-9835-4FE5-8589-F37F0267E196}"/>
              </a:ext>
            </a:extLst>
          </p:cNvPr>
          <p:cNvGrpSpPr/>
          <p:nvPr/>
        </p:nvGrpSpPr>
        <p:grpSpPr>
          <a:xfrm>
            <a:off x="3552309" y="2131923"/>
            <a:ext cx="2443848" cy="1058951"/>
            <a:chOff x="357912" y="2192874"/>
            <a:chExt cx="11806261" cy="4395160"/>
          </a:xfrm>
        </p:grpSpPr>
        <p:cxnSp>
          <p:nvCxnSpPr>
            <p:cNvPr id="127" name="Connecteur droit 126">
              <a:extLst>
                <a:ext uri="{FF2B5EF4-FFF2-40B4-BE49-F238E27FC236}">
                  <a16:creationId xmlns:a16="http://schemas.microsoft.com/office/drawing/2014/main" id="{F8409A9C-668B-4E72-9C96-30179D25EAEB}"/>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BDB5F874-782E-4322-9CF9-DA15A65B7F1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71DBBA14-874B-44D9-8096-E494F3A425D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DEAAE925-2E00-43CA-9D06-C44C40D40C1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298B8B8B-6360-46F1-93AA-339543AD6CC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32" name="Graphique 131" descr="Presse-papiers partiellement vérifié contour">
              <a:extLst>
                <a:ext uri="{FF2B5EF4-FFF2-40B4-BE49-F238E27FC236}">
                  <a16:creationId xmlns:a16="http://schemas.microsoft.com/office/drawing/2014/main" id="{DEB7FCE7-03F2-444E-AB40-B734435804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133" name="Graphique 132" descr="Obstacle avec un remplissage uni">
              <a:extLst>
                <a:ext uri="{FF2B5EF4-FFF2-40B4-BE49-F238E27FC236}">
                  <a16:creationId xmlns:a16="http://schemas.microsoft.com/office/drawing/2014/main" id="{648C9E8D-1E06-4BB6-BDC3-369A4DF4863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134" name="Graphique 133" descr="Médaille avec un remplissage uni">
              <a:extLst>
                <a:ext uri="{FF2B5EF4-FFF2-40B4-BE49-F238E27FC236}">
                  <a16:creationId xmlns:a16="http://schemas.microsoft.com/office/drawing/2014/main" id="{DAD194B2-8A43-4B43-B077-FEA694729AA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pic>
          <p:nvPicPr>
            <p:cNvPr id="135" name="Graphique 134" descr="Presse-papiers partiellement vérifié contour">
              <a:extLst>
                <a:ext uri="{FF2B5EF4-FFF2-40B4-BE49-F238E27FC236}">
                  <a16:creationId xmlns:a16="http://schemas.microsoft.com/office/drawing/2014/main" id="{8222AD81-D71C-480D-83C2-BD2694D6BB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136" name="Graphique 135" descr="Obstacle avec un remplissage uni">
              <a:extLst>
                <a:ext uri="{FF2B5EF4-FFF2-40B4-BE49-F238E27FC236}">
                  <a16:creationId xmlns:a16="http://schemas.microsoft.com/office/drawing/2014/main" id="{03F0C629-BEC9-4076-AA9D-1CD2A6E933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137" name="Graphique 136" descr="Médaille avec un remplissage uni">
              <a:extLst>
                <a:ext uri="{FF2B5EF4-FFF2-40B4-BE49-F238E27FC236}">
                  <a16:creationId xmlns:a16="http://schemas.microsoft.com/office/drawing/2014/main" id="{85A03299-583F-4B7A-AA71-D824C08B41C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pic>
          <p:nvPicPr>
            <p:cNvPr id="138" name="Graphique 137" descr="Presse-papiers partiellement vérifié contour">
              <a:extLst>
                <a:ext uri="{FF2B5EF4-FFF2-40B4-BE49-F238E27FC236}">
                  <a16:creationId xmlns:a16="http://schemas.microsoft.com/office/drawing/2014/main" id="{C4A3C233-1E2F-4F80-879C-489531A1DE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139" name="Graphique 138" descr="Obstacle avec un remplissage uni">
              <a:extLst>
                <a:ext uri="{FF2B5EF4-FFF2-40B4-BE49-F238E27FC236}">
                  <a16:creationId xmlns:a16="http://schemas.microsoft.com/office/drawing/2014/main" id="{E56AD3C5-674E-4105-8C03-4EEFD61EE1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140" name="Graphique 139" descr="Médaille avec un remplissage uni">
              <a:extLst>
                <a:ext uri="{FF2B5EF4-FFF2-40B4-BE49-F238E27FC236}">
                  <a16:creationId xmlns:a16="http://schemas.microsoft.com/office/drawing/2014/main" id="{5611AA10-4C0F-48B6-9122-16E84DDF7B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pic>
          <p:nvPicPr>
            <p:cNvPr id="141" name="Graphique 140" descr="Presse-papiers partiellement vérifié contour">
              <a:extLst>
                <a:ext uri="{FF2B5EF4-FFF2-40B4-BE49-F238E27FC236}">
                  <a16:creationId xmlns:a16="http://schemas.microsoft.com/office/drawing/2014/main" id="{B42C7A0A-E163-41B3-A837-B5308EB7EB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142" name="Graphique 141" descr="Obstacle avec un remplissage uni">
              <a:extLst>
                <a:ext uri="{FF2B5EF4-FFF2-40B4-BE49-F238E27FC236}">
                  <a16:creationId xmlns:a16="http://schemas.microsoft.com/office/drawing/2014/main" id="{3EE05FBF-2705-44F7-94C0-E1685CC57C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143" name="Graphique 142" descr="Médaille avec un remplissage uni">
              <a:extLst>
                <a:ext uri="{FF2B5EF4-FFF2-40B4-BE49-F238E27FC236}">
                  <a16:creationId xmlns:a16="http://schemas.microsoft.com/office/drawing/2014/main" id="{483AF746-D48D-4CB6-9E46-F6DBA0EE2D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pic>
          <p:nvPicPr>
            <p:cNvPr id="144" name="Graphique 143" descr="Presse-papiers partiellement vérifié contour">
              <a:extLst>
                <a:ext uri="{FF2B5EF4-FFF2-40B4-BE49-F238E27FC236}">
                  <a16:creationId xmlns:a16="http://schemas.microsoft.com/office/drawing/2014/main" id="{FE790D12-73DF-4A6D-B5BD-5C89BAEADA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145" name="Graphique 144" descr="Obstacle avec un remplissage uni">
              <a:extLst>
                <a:ext uri="{FF2B5EF4-FFF2-40B4-BE49-F238E27FC236}">
                  <a16:creationId xmlns:a16="http://schemas.microsoft.com/office/drawing/2014/main" id="{A413283E-AA9F-4050-AD41-DA380456FA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146" name="Graphique 145" descr="Médaille avec un remplissage uni">
              <a:extLst>
                <a:ext uri="{FF2B5EF4-FFF2-40B4-BE49-F238E27FC236}">
                  <a16:creationId xmlns:a16="http://schemas.microsoft.com/office/drawing/2014/main" id="{0D6CBC8B-8F1D-4BFC-A31B-18AFF44C344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147" name="Rectangle 146">
              <a:extLst>
                <a:ext uri="{FF2B5EF4-FFF2-40B4-BE49-F238E27FC236}">
                  <a16:creationId xmlns:a16="http://schemas.microsoft.com/office/drawing/2014/main" id="{D202A1E7-BFA8-49CB-AF2D-369AC4AE13A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48" name="Graphique 147" descr="Presse-papiers partiellement vérifié contour">
              <a:extLst>
                <a:ext uri="{FF2B5EF4-FFF2-40B4-BE49-F238E27FC236}">
                  <a16:creationId xmlns:a16="http://schemas.microsoft.com/office/drawing/2014/main" id="{4D615FAA-E62F-42EA-9EFC-2059257EB4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149" name="Rectangle 148">
              <a:extLst>
                <a:ext uri="{FF2B5EF4-FFF2-40B4-BE49-F238E27FC236}">
                  <a16:creationId xmlns:a16="http://schemas.microsoft.com/office/drawing/2014/main" id="{99F64DD7-E27D-4E6A-B118-A9DBF69655A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0" name="Rectangle 149">
              <a:extLst>
                <a:ext uri="{FF2B5EF4-FFF2-40B4-BE49-F238E27FC236}">
                  <a16:creationId xmlns:a16="http://schemas.microsoft.com/office/drawing/2014/main" id="{4E676D1C-4A96-4487-A531-8A1E6174425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1" name="Rectangle 150">
              <a:extLst>
                <a:ext uri="{FF2B5EF4-FFF2-40B4-BE49-F238E27FC236}">
                  <a16:creationId xmlns:a16="http://schemas.microsoft.com/office/drawing/2014/main" id="{B26B7111-9DF4-4450-877A-85A708E098F6}"/>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2" name="Rectangle 151">
              <a:extLst>
                <a:ext uri="{FF2B5EF4-FFF2-40B4-BE49-F238E27FC236}">
                  <a16:creationId xmlns:a16="http://schemas.microsoft.com/office/drawing/2014/main" id="{92AD6FDF-14FB-48FB-8C47-3960C28D8794}"/>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3" name="Rectangle 152">
              <a:extLst>
                <a:ext uri="{FF2B5EF4-FFF2-40B4-BE49-F238E27FC236}">
                  <a16:creationId xmlns:a16="http://schemas.microsoft.com/office/drawing/2014/main" id="{1AE1CE2C-56A2-49F1-A6CE-B9C396D86922}"/>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54" name="Rectangle 153">
              <a:extLst>
                <a:ext uri="{FF2B5EF4-FFF2-40B4-BE49-F238E27FC236}">
                  <a16:creationId xmlns:a16="http://schemas.microsoft.com/office/drawing/2014/main" id="{794EEF42-C934-43EC-B99B-FE28AE008C17}"/>
                </a:ext>
              </a:extLst>
            </p:cNvPr>
            <p:cNvSpPr/>
            <p:nvPr/>
          </p:nvSpPr>
          <p:spPr>
            <a:xfrm>
              <a:off x="9536681" y="35144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5" name="Rectangle 154">
              <a:extLst>
                <a:ext uri="{FF2B5EF4-FFF2-40B4-BE49-F238E27FC236}">
                  <a16:creationId xmlns:a16="http://schemas.microsoft.com/office/drawing/2014/main" id="{173229FD-84FF-44F6-A623-D1395A0EB962}"/>
                </a:ext>
              </a:extLst>
            </p:cNvPr>
            <p:cNvSpPr/>
            <p:nvPr/>
          </p:nvSpPr>
          <p:spPr>
            <a:xfrm>
              <a:off x="9536681" y="416470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6" name="Rectangle 155">
              <a:extLst>
                <a:ext uri="{FF2B5EF4-FFF2-40B4-BE49-F238E27FC236}">
                  <a16:creationId xmlns:a16="http://schemas.microsoft.com/office/drawing/2014/main" id="{84355E48-3B03-43CD-988D-D5E55902B188}"/>
                </a:ext>
              </a:extLst>
            </p:cNvPr>
            <p:cNvSpPr/>
            <p:nvPr/>
          </p:nvSpPr>
          <p:spPr>
            <a:xfrm>
              <a:off x="9536681" y="48098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7" name="Rectangle 156">
              <a:extLst>
                <a:ext uri="{FF2B5EF4-FFF2-40B4-BE49-F238E27FC236}">
                  <a16:creationId xmlns:a16="http://schemas.microsoft.com/office/drawing/2014/main" id="{606E06E3-B78C-405F-8B36-71B265286F5F}"/>
                </a:ext>
              </a:extLst>
            </p:cNvPr>
            <p:cNvSpPr/>
            <p:nvPr/>
          </p:nvSpPr>
          <p:spPr>
            <a:xfrm>
              <a:off x="9536681" y="54578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58" name="Groupe 157">
            <a:extLst>
              <a:ext uri="{FF2B5EF4-FFF2-40B4-BE49-F238E27FC236}">
                <a16:creationId xmlns:a16="http://schemas.microsoft.com/office/drawing/2014/main" id="{774E03CC-A377-4B52-BD6A-2832871B773B}"/>
              </a:ext>
            </a:extLst>
          </p:cNvPr>
          <p:cNvGrpSpPr/>
          <p:nvPr/>
        </p:nvGrpSpPr>
        <p:grpSpPr>
          <a:xfrm>
            <a:off x="6749470" y="2126151"/>
            <a:ext cx="2527600" cy="1082276"/>
            <a:chOff x="-46700" y="2192874"/>
            <a:chExt cx="12210873" cy="4491973"/>
          </a:xfrm>
        </p:grpSpPr>
        <p:cxnSp>
          <p:nvCxnSpPr>
            <p:cNvPr id="159" name="Connecteur droit 158">
              <a:extLst>
                <a:ext uri="{FF2B5EF4-FFF2-40B4-BE49-F238E27FC236}">
                  <a16:creationId xmlns:a16="http://schemas.microsoft.com/office/drawing/2014/main" id="{97A80D87-5272-4A91-9EC4-2AC24158D7E4}"/>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987DCEB7-CB0E-4839-9B73-9DEDBDB9B460}"/>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1E2673E5-6BAA-4D3A-9A0B-FC395930262A}"/>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EC8AB1A4-BA2C-4DDD-8B58-899D3AAA652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EAE50265-5613-4EBC-BC70-478954108E16}"/>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64" name="Graphique 163" descr="Presse-papiers partiellement vérifié contour">
              <a:extLst>
                <a:ext uri="{FF2B5EF4-FFF2-40B4-BE49-F238E27FC236}">
                  <a16:creationId xmlns:a16="http://schemas.microsoft.com/office/drawing/2014/main" id="{B73E1636-DE48-492A-8AAB-FBCEF74A92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165" name="Graphique 164" descr="Obstacle avec un remplissage uni">
              <a:extLst>
                <a:ext uri="{FF2B5EF4-FFF2-40B4-BE49-F238E27FC236}">
                  <a16:creationId xmlns:a16="http://schemas.microsoft.com/office/drawing/2014/main" id="{A226FCDC-D722-4640-B42D-0373447CED8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166" name="Graphique 165" descr="Médaille avec un remplissage uni">
              <a:extLst>
                <a:ext uri="{FF2B5EF4-FFF2-40B4-BE49-F238E27FC236}">
                  <a16:creationId xmlns:a16="http://schemas.microsoft.com/office/drawing/2014/main" id="{87C150B5-A117-475D-B5E4-4220D4032A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pic>
          <p:nvPicPr>
            <p:cNvPr id="167" name="Graphique 166" descr="Presse-papiers partiellement vérifié contour">
              <a:extLst>
                <a:ext uri="{FF2B5EF4-FFF2-40B4-BE49-F238E27FC236}">
                  <a16:creationId xmlns:a16="http://schemas.microsoft.com/office/drawing/2014/main" id="{7131BB00-8E65-4B3D-888C-8A142DCD67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168" name="Graphique 167" descr="Obstacle avec un remplissage uni">
              <a:extLst>
                <a:ext uri="{FF2B5EF4-FFF2-40B4-BE49-F238E27FC236}">
                  <a16:creationId xmlns:a16="http://schemas.microsoft.com/office/drawing/2014/main" id="{DA980DC2-8857-4D33-A372-568E005A3E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169" name="Graphique 168" descr="Médaille avec un remplissage uni">
              <a:extLst>
                <a:ext uri="{FF2B5EF4-FFF2-40B4-BE49-F238E27FC236}">
                  <a16:creationId xmlns:a16="http://schemas.microsoft.com/office/drawing/2014/main" id="{2861EAA2-F946-435A-8E63-B1E2A558C2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pic>
          <p:nvPicPr>
            <p:cNvPr id="170" name="Graphique 169" descr="Presse-papiers partiellement vérifié contour">
              <a:extLst>
                <a:ext uri="{FF2B5EF4-FFF2-40B4-BE49-F238E27FC236}">
                  <a16:creationId xmlns:a16="http://schemas.microsoft.com/office/drawing/2014/main" id="{9068277E-0D68-4CA7-B631-D16AB4C244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171" name="Graphique 170" descr="Obstacle avec un remplissage uni">
              <a:extLst>
                <a:ext uri="{FF2B5EF4-FFF2-40B4-BE49-F238E27FC236}">
                  <a16:creationId xmlns:a16="http://schemas.microsoft.com/office/drawing/2014/main" id="{A4273A48-A543-4FF7-A125-4A5E841B09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172" name="Graphique 171" descr="Médaille avec un remplissage uni">
              <a:extLst>
                <a:ext uri="{FF2B5EF4-FFF2-40B4-BE49-F238E27FC236}">
                  <a16:creationId xmlns:a16="http://schemas.microsoft.com/office/drawing/2014/main" id="{F95EDD28-1AE3-4A69-B4EA-298BC8A7EA4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pic>
          <p:nvPicPr>
            <p:cNvPr id="173" name="Graphique 172" descr="Presse-papiers partiellement vérifié contour">
              <a:extLst>
                <a:ext uri="{FF2B5EF4-FFF2-40B4-BE49-F238E27FC236}">
                  <a16:creationId xmlns:a16="http://schemas.microsoft.com/office/drawing/2014/main" id="{DF7D77B5-674D-4852-A954-5923F6E2B4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174" name="Graphique 173" descr="Obstacle avec un remplissage uni">
              <a:extLst>
                <a:ext uri="{FF2B5EF4-FFF2-40B4-BE49-F238E27FC236}">
                  <a16:creationId xmlns:a16="http://schemas.microsoft.com/office/drawing/2014/main" id="{9D9F5720-8216-42CE-B4D5-0B8575E392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175" name="Graphique 174" descr="Médaille avec un remplissage uni">
              <a:extLst>
                <a:ext uri="{FF2B5EF4-FFF2-40B4-BE49-F238E27FC236}">
                  <a16:creationId xmlns:a16="http://schemas.microsoft.com/office/drawing/2014/main" id="{97D52D2C-A6E9-4F89-B132-D5664D248E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pic>
          <p:nvPicPr>
            <p:cNvPr id="176" name="Graphique 175" descr="Presse-papiers partiellement vérifié contour">
              <a:extLst>
                <a:ext uri="{FF2B5EF4-FFF2-40B4-BE49-F238E27FC236}">
                  <a16:creationId xmlns:a16="http://schemas.microsoft.com/office/drawing/2014/main" id="{1F17D723-6D4D-449F-B4BD-0152274ED7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177" name="Graphique 176" descr="Obstacle avec un remplissage uni">
              <a:extLst>
                <a:ext uri="{FF2B5EF4-FFF2-40B4-BE49-F238E27FC236}">
                  <a16:creationId xmlns:a16="http://schemas.microsoft.com/office/drawing/2014/main" id="{5C35094C-C8F0-48F6-A4F6-58A759B729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178" name="Graphique 177" descr="Médaille avec un remplissage uni">
              <a:extLst>
                <a:ext uri="{FF2B5EF4-FFF2-40B4-BE49-F238E27FC236}">
                  <a16:creationId xmlns:a16="http://schemas.microsoft.com/office/drawing/2014/main" id="{1136E0F3-FE1A-4E49-A2C6-B09F212F55B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179" name="Rectangle 178">
              <a:extLst>
                <a:ext uri="{FF2B5EF4-FFF2-40B4-BE49-F238E27FC236}">
                  <a16:creationId xmlns:a16="http://schemas.microsoft.com/office/drawing/2014/main" id="{F6E1F460-D0DC-41A1-B423-F739DDDD5077}"/>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80" name="Graphique 179" descr="Presse-papiers partiellement vérifié contour">
              <a:extLst>
                <a:ext uri="{FF2B5EF4-FFF2-40B4-BE49-F238E27FC236}">
                  <a16:creationId xmlns:a16="http://schemas.microsoft.com/office/drawing/2014/main" id="{A8603F8A-22FD-4D87-A336-2ECF1256DD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181" name="Rectangle 180">
              <a:extLst>
                <a:ext uri="{FF2B5EF4-FFF2-40B4-BE49-F238E27FC236}">
                  <a16:creationId xmlns:a16="http://schemas.microsoft.com/office/drawing/2014/main" id="{B0CB5A64-A99F-408A-850A-A39C927EA62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2" name="Rectangle 181">
              <a:extLst>
                <a:ext uri="{FF2B5EF4-FFF2-40B4-BE49-F238E27FC236}">
                  <a16:creationId xmlns:a16="http://schemas.microsoft.com/office/drawing/2014/main" id="{82F7D30B-537A-4D34-BC90-CA820B74F477}"/>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3" name="Rectangle 182">
              <a:extLst>
                <a:ext uri="{FF2B5EF4-FFF2-40B4-BE49-F238E27FC236}">
                  <a16:creationId xmlns:a16="http://schemas.microsoft.com/office/drawing/2014/main" id="{790C9CB7-14C2-4E46-9B1B-167E7774F0B1}"/>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4" name="Rectangle 183">
              <a:extLst>
                <a:ext uri="{FF2B5EF4-FFF2-40B4-BE49-F238E27FC236}">
                  <a16:creationId xmlns:a16="http://schemas.microsoft.com/office/drawing/2014/main" id="{CE210CC7-9C49-476C-A0E6-39F4062EA821}"/>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5" name="Rectangle 184">
              <a:extLst>
                <a:ext uri="{FF2B5EF4-FFF2-40B4-BE49-F238E27FC236}">
                  <a16:creationId xmlns:a16="http://schemas.microsoft.com/office/drawing/2014/main" id="{1BD292C7-A161-46A0-ACF2-982AB0B2E1D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86" name="Rectangle 185">
              <a:extLst>
                <a:ext uri="{FF2B5EF4-FFF2-40B4-BE49-F238E27FC236}">
                  <a16:creationId xmlns:a16="http://schemas.microsoft.com/office/drawing/2014/main" id="{D26A9D4D-44A9-41D3-9EE6-5CA593A726AF}"/>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7" name="Rectangle 186">
              <a:extLst>
                <a:ext uri="{FF2B5EF4-FFF2-40B4-BE49-F238E27FC236}">
                  <a16:creationId xmlns:a16="http://schemas.microsoft.com/office/drawing/2014/main" id="{6A1E6DD6-5517-4849-9FC3-70C3A3AC11FB}"/>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8" name="Rectangle 187">
              <a:extLst>
                <a:ext uri="{FF2B5EF4-FFF2-40B4-BE49-F238E27FC236}">
                  <a16:creationId xmlns:a16="http://schemas.microsoft.com/office/drawing/2014/main" id="{948D8979-C591-40D0-AC87-8315957B990F}"/>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9" name="Rectangle 188">
              <a:extLst>
                <a:ext uri="{FF2B5EF4-FFF2-40B4-BE49-F238E27FC236}">
                  <a16:creationId xmlns:a16="http://schemas.microsoft.com/office/drawing/2014/main" id="{527F7B89-BEAD-49E4-B638-89151C7796B6}"/>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0" name="Rectangle 189">
              <a:extLst>
                <a:ext uri="{FF2B5EF4-FFF2-40B4-BE49-F238E27FC236}">
                  <a16:creationId xmlns:a16="http://schemas.microsoft.com/office/drawing/2014/main" id="{74217E8E-BDB5-442B-A8E1-4897E837C03B}"/>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1" name="Rectangle 190">
              <a:extLst>
                <a:ext uri="{FF2B5EF4-FFF2-40B4-BE49-F238E27FC236}">
                  <a16:creationId xmlns:a16="http://schemas.microsoft.com/office/drawing/2014/main" id="{04A52D59-CC89-40ED-ABE5-53FD24B8DA7B}"/>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2" name="Rectangle 191">
              <a:extLst>
                <a:ext uri="{FF2B5EF4-FFF2-40B4-BE49-F238E27FC236}">
                  <a16:creationId xmlns:a16="http://schemas.microsoft.com/office/drawing/2014/main" id="{B02D4122-59D2-4A4D-B2B1-B46B6BF139DA}"/>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3" name="Rectangle 192">
              <a:extLst>
                <a:ext uri="{FF2B5EF4-FFF2-40B4-BE49-F238E27FC236}">
                  <a16:creationId xmlns:a16="http://schemas.microsoft.com/office/drawing/2014/main" id="{C4D93A53-3EB9-4D58-BBD1-8916CFE95C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4" name="Rectangle 193">
              <a:extLst>
                <a:ext uri="{FF2B5EF4-FFF2-40B4-BE49-F238E27FC236}">
                  <a16:creationId xmlns:a16="http://schemas.microsoft.com/office/drawing/2014/main" id="{37871BCC-4386-4B23-904F-BFDE4BB739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5" name="Rectangle 194">
              <a:extLst>
                <a:ext uri="{FF2B5EF4-FFF2-40B4-BE49-F238E27FC236}">
                  <a16:creationId xmlns:a16="http://schemas.microsoft.com/office/drawing/2014/main" id="{7776B81E-484F-4CAC-80A2-F13F23E5459D}"/>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6" name="Rectangle 195">
              <a:extLst>
                <a:ext uri="{FF2B5EF4-FFF2-40B4-BE49-F238E27FC236}">
                  <a16:creationId xmlns:a16="http://schemas.microsoft.com/office/drawing/2014/main" id="{79AB40EA-F12E-43B9-AEFD-540F9F30DFAB}"/>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7" name="Rectangle 196">
              <a:extLst>
                <a:ext uri="{FF2B5EF4-FFF2-40B4-BE49-F238E27FC236}">
                  <a16:creationId xmlns:a16="http://schemas.microsoft.com/office/drawing/2014/main" id="{AC88B1A7-7500-45AD-B7CC-D8B0C8A02DB9}"/>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8" name="Rectangle 197">
              <a:extLst>
                <a:ext uri="{FF2B5EF4-FFF2-40B4-BE49-F238E27FC236}">
                  <a16:creationId xmlns:a16="http://schemas.microsoft.com/office/drawing/2014/main" id="{DD6F32AC-B812-4F1C-B23F-ADC33732DCD1}"/>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0" name="Rectangle 199">
              <a:extLst>
                <a:ext uri="{FF2B5EF4-FFF2-40B4-BE49-F238E27FC236}">
                  <a16:creationId xmlns:a16="http://schemas.microsoft.com/office/drawing/2014/main" id="{98513C03-B7C1-46DE-8300-40C052682E7E}"/>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1" name="Rectangle 200">
              <a:extLst>
                <a:ext uri="{FF2B5EF4-FFF2-40B4-BE49-F238E27FC236}">
                  <a16:creationId xmlns:a16="http://schemas.microsoft.com/office/drawing/2014/main" id="{48DD8839-85A2-43C3-BF36-DE34DB481FE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2" name="Rectangle 201">
              <a:extLst>
                <a:ext uri="{FF2B5EF4-FFF2-40B4-BE49-F238E27FC236}">
                  <a16:creationId xmlns:a16="http://schemas.microsoft.com/office/drawing/2014/main" id="{50A80FBE-8BA7-4A77-88ED-974CEFAB70C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3" name="Rectangle 202">
              <a:extLst>
                <a:ext uri="{FF2B5EF4-FFF2-40B4-BE49-F238E27FC236}">
                  <a16:creationId xmlns:a16="http://schemas.microsoft.com/office/drawing/2014/main" id="{0EAEBDC1-E84C-49F3-A3AB-21E2A933286F}"/>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4" name="Rectangle 203">
              <a:extLst>
                <a:ext uri="{FF2B5EF4-FFF2-40B4-BE49-F238E27FC236}">
                  <a16:creationId xmlns:a16="http://schemas.microsoft.com/office/drawing/2014/main" id="{192CE92B-1BD9-4E4F-ABBB-90DF3305E51D}"/>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5" name="Rectangle 204">
              <a:extLst>
                <a:ext uri="{FF2B5EF4-FFF2-40B4-BE49-F238E27FC236}">
                  <a16:creationId xmlns:a16="http://schemas.microsoft.com/office/drawing/2014/main" id="{BCEA6791-B744-46BC-8A72-13C8FCEC4CE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6" name="Rectangle 205">
              <a:extLst>
                <a:ext uri="{FF2B5EF4-FFF2-40B4-BE49-F238E27FC236}">
                  <a16:creationId xmlns:a16="http://schemas.microsoft.com/office/drawing/2014/main" id="{D645B3A3-7F12-4E4B-B143-2124CAD62F26}"/>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7" name="Rectangle 206">
              <a:extLst>
                <a:ext uri="{FF2B5EF4-FFF2-40B4-BE49-F238E27FC236}">
                  <a16:creationId xmlns:a16="http://schemas.microsoft.com/office/drawing/2014/main" id="{B560EBB4-29D5-4CB2-926E-D7386D584589}"/>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8" name="Rectangle 207">
              <a:extLst>
                <a:ext uri="{FF2B5EF4-FFF2-40B4-BE49-F238E27FC236}">
                  <a16:creationId xmlns:a16="http://schemas.microsoft.com/office/drawing/2014/main" id="{38F10B3C-C159-4AB1-B272-F6F400E7D505}"/>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0" name="Rectangle 209">
              <a:extLst>
                <a:ext uri="{FF2B5EF4-FFF2-40B4-BE49-F238E27FC236}">
                  <a16:creationId xmlns:a16="http://schemas.microsoft.com/office/drawing/2014/main" id="{A74D5006-D648-4948-A849-CEC396E43D5A}"/>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1" name="Rectangle 210">
              <a:extLst>
                <a:ext uri="{FF2B5EF4-FFF2-40B4-BE49-F238E27FC236}">
                  <a16:creationId xmlns:a16="http://schemas.microsoft.com/office/drawing/2014/main" id="{0356F5A7-CA64-407F-AB1D-9642519C346A}"/>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212" name="Espace réservé du texte 8">
            <a:extLst>
              <a:ext uri="{FF2B5EF4-FFF2-40B4-BE49-F238E27FC236}">
                <a16:creationId xmlns:a16="http://schemas.microsoft.com/office/drawing/2014/main" id="{266A368C-63A9-42AA-9EAD-FC19D2E2B7C9}"/>
              </a:ext>
            </a:extLst>
          </p:cNvPr>
          <p:cNvSpPr txBox="1">
            <a:spLocks/>
          </p:cNvSpPr>
          <p:nvPr/>
        </p:nvSpPr>
        <p:spPr>
          <a:xfrm>
            <a:off x="351954"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1</a:t>
            </a:r>
            <a:r>
              <a:rPr lang="en-US" sz="1200" dirty="0"/>
              <a:t>. Define the most advanced level (name and activities). If you lack inspiration, check resources.</a:t>
            </a:r>
          </a:p>
        </p:txBody>
      </p:sp>
      <p:sp>
        <p:nvSpPr>
          <p:cNvPr id="213" name="Espace réservé du texte 8">
            <a:extLst>
              <a:ext uri="{FF2B5EF4-FFF2-40B4-BE49-F238E27FC236}">
                <a16:creationId xmlns:a16="http://schemas.microsoft.com/office/drawing/2014/main" id="{4B9EB5A0-7BD8-4FFE-AA1A-117A8A91E1C4}"/>
              </a:ext>
            </a:extLst>
          </p:cNvPr>
          <p:cNvSpPr txBox="1">
            <a:spLocks/>
          </p:cNvSpPr>
          <p:nvPr/>
        </p:nvSpPr>
        <p:spPr>
          <a:xfrm>
            <a:off x="3537619"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2</a:t>
            </a:r>
            <a:r>
              <a:rPr lang="en-US" sz="1200" dirty="0"/>
              <a:t>. Define the level before the most advanced level</a:t>
            </a:r>
          </a:p>
        </p:txBody>
      </p:sp>
      <p:sp>
        <p:nvSpPr>
          <p:cNvPr id="214" name="Espace réservé du texte 8">
            <a:extLst>
              <a:ext uri="{FF2B5EF4-FFF2-40B4-BE49-F238E27FC236}">
                <a16:creationId xmlns:a16="http://schemas.microsoft.com/office/drawing/2014/main" id="{784814B8-D6FC-4992-931F-6E65FAC11E02}"/>
              </a:ext>
            </a:extLst>
          </p:cNvPr>
          <p:cNvSpPr txBox="1">
            <a:spLocks/>
          </p:cNvSpPr>
          <p:nvPr/>
        </p:nvSpPr>
        <p:spPr>
          <a:xfrm>
            <a:off x="6724771" y="3366943"/>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3</a:t>
            </a:r>
            <a:r>
              <a:rPr lang="en-US" sz="1200" dirty="0"/>
              <a:t>. Define the other levels</a:t>
            </a:r>
          </a:p>
        </p:txBody>
      </p:sp>
      <p:pic>
        <p:nvPicPr>
          <p:cNvPr id="9" name="Graphique 8" descr="Transférer avec un remplissage uni">
            <a:extLst>
              <a:ext uri="{FF2B5EF4-FFF2-40B4-BE49-F238E27FC236}">
                <a16:creationId xmlns:a16="http://schemas.microsoft.com/office/drawing/2014/main" id="{3B00185B-F0EE-4D6D-8741-5E73A9EE9D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70138" y="2183054"/>
            <a:ext cx="914400" cy="914400"/>
          </a:xfrm>
          <a:prstGeom prst="rect">
            <a:avLst/>
          </a:prstGeom>
        </p:spPr>
      </p:pic>
      <p:sp>
        <p:nvSpPr>
          <p:cNvPr id="215" name="Espace réservé du texte 8">
            <a:extLst>
              <a:ext uri="{FF2B5EF4-FFF2-40B4-BE49-F238E27FC236}">
                <a16:creationId xmlns:a16="http://schemas.microsoft.com/office/drawing/2014/main" id="{71E557B2-5892-4FB2-A4F3-B613CA86D3A0}"/>
              </a:ext>
            </a:extLst>
          </p:cNvPr>
          <p:cNvSpPr txBox="1">
            <a:spLocks/>
          </p:cNvSpPr>
          <p:nvPr/>
        </p:nvSpPr>
        <p:spPr>
          <a:xfrm>
            <a:off x="9518164" y="3366942"/>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4. </a:t>
            </a:r>
            <a:r>
              <a:rPr lang="en-US" sz="1200" dirty="0"/>
              <a:t>Iterate and adjust the </a:t>
            </a:r>
            <a:r>
              <a:rPr lang="en-US" sz="1200" noProof="0" dirty="0"/>
              <a:t>🟪</a:t>
            </a:r>
            <a:r>
              <a:rPr lang="en-US" sz="1200" dirty="0"/>
              <a:t>levels and </a:t>
            </a:r>
            <a:r>
              <a:rPr lang="en-US" sz="1200" noProof="0" dirty="0"/>
              <a:t>🟦</a:t>
            </a:r>
            <a:r>
              <a:rPr lang="en-US" sz="1200" dirty="0"/>
              <a:t>activities before going further</a:t>
            </a:r>
          </a:p>
        </p:txBody>
      </p:sp>
      <p:sp>
        <p:nvSpPr>
          <p:cNvPr id="216" name="Espace réservé du texte 8">
            <a:extLst>
              <a:ext uri="{FF2B5EF4-FFF2-40B4-BE49-F238E27FC236}">
                <a16:creationId xmlns:a16="http://schemas.microsoft.com/office/drawing/2014/main" id="{C9406A16-EA17-4591-91F1-AFBC91FADB1E}"/>
              </a:ext>
            </a:extLst>
          </p:cNvPr>
          <p:cNvSpPr txBox="1">
            <a:spLocks/>
          </p:cNvSpPr>
          <p:nvPr/>
        </p:nvSpPr>
        <p:spPr>
          <a:xfrm>
            <a:off x="563734" y="571921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5</a:t>
            </a:r>
            <a:r>
              <a:rPr lang="en-US" sz="1200" dirty="0"/>
              <a:t>. Define the </a:t>
            </a:r>
            <a:r>
              <a:rPr lang="en-US" sz="1200" noProof="0" dirty="0"/>
              <a:t>🟨 </a:t>
            </a:r>
            <a:r>
              <a:rPr lang="en-US" sz="1200" dirty="0"/>
              <a:t>challenges to move up starting with beginner level. If you lack inspiration, check resources.</a:t>
            </a:r>
          </a:p>
        </p:txBody>
      </p:sp>
      <p:grpSp>
        <p:nvGrpSpPr>
          <p:cNvPr id="327" name="Groupe 326">
            <a:extLst>
              <a:ext uri="{FF2B5EF4-FFF2-40B4-BE49-F238E27FC236}">
                <a16:creationId xmlns:a16="http://schemas.microsoft.com/office/drawing/2014/main" id="{5D640643-80AD-4641-8A13-6BDEEDC47B80}"/>
              </a:ext>
            </a:extLst>
          </p:cNvPr>
          <p:cNvGrpSpPr/>
          <p:nvPr/>
        </p:nvGrpSpPr>
        <p:grpSpPr>
          <a:xfrm>
            <a:off x="674136" y="4505461"/>
            <a:ext cx="2527600" cy="1082276"/>
            <a:chOff x="-46700" y="2192874"/>
            <a:chExt cx="12210873" cy="4491973"/>
          </a:xfrm>
        </p:grpSpPr>
        <p:cxnSp>
          <p:nvCxnSpPr>
            <p:cNvPr id="328" name="Connecteur droit 327">
              <a:extLst>
                <a:ext uri="{FF2B5EF4-FFF2-40B4-BE49-F238E27FC236}">
                  <a16:creationId xmlns:a16="http://schemas.microsoft.com/office/drawing/2014/main" id="{A4BEAC53-590D-48C4-9AAA-6F52A4D7123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9" name="Connecteur droit 328">
              <a:extLst>
                <a:ext uri="{FF2B5EF4-FFF2-40B4-BE49-F238E27FC236}">
                  <a16:creationId xmlns:a16="http://schemas.microsoft.com/office/drawing/2014/main" id="{C578AEF9-4CC9-4C01-96EF-BC1625E53309}"/>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108EEB54-082A-4ABA-84E1-FF5FBB066264}"/>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 name="Connecteur droit 330">
              <a:extLst>
                <a:ext uri="{FF2B5EF4-FFF2-40B4-BE49-F238E27FC236}">
                  <a16:creationId xmlns:a16="http://schemas.microsoft.com/office/drawing/2014/main" id="{B79EDF3E-1B73-4774-A20A-292DAB54679F}"/>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2" name="Connecteur droit 331">
              <a:extLst>
                <a:ext uri="{FF2B5EF4-FFF2-40B4-BE49-F238E27FC236}">
                  <a16:creationId xmlns:a16="http://schemas.microsoft.com/office/drawing/2014/main" id="{92A32190-9382-4569-B4F1-1EC956920AF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33" name="Graphique 332" descr="Presse-papiers partiellement vérifié contour">
              <a:extLst>
                <a:ext uri="{FF2B5EF4-FFF2-40B4-BE49-F238E27FC236}">
                  <a16:creationId xmlns:a16="http://schemas.microsoft.com/office/drawing/2014/main" id="{5DFC0B6E-39E2-487A-9ED5-1146B10A51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334" name="Graphique 333" descr="Obstacle avec un remplissage uni">
              <a:extLst>
                <a:ext uri="{FF2B5EF4-FFF2-40B4-BE49-F238E27FC236}">
                  <a16:creationId xmlns:a16="http://schemas.microsoft.com/office/drawing/2014/main" id="{0B5790BE-BF6C-4E3D-BD33-2C5BCD7559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335" name="Graphique 334" descr="Médaille avec un remplissage uni">
              <a:extLst>
                <a:ext uri="{FF2B5EF4-FFF2-40B4-BE49-F238E27FC236}">
                  <a16:creationId xmlns:a16="http://schemas.microsoft.com/office/drawing/2014/main" id="{9F41E688-7929-4BE1-8CEF-F5C40BC7DDB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pic>
          <p:nvPicPr>
            <p:cNvPr id="336" name="Graphique 335" descr="Presse-papiers partiellement vérifié contour">
              <a:extLst>
                <a:ext uri="{FF2B5EF4-FFF2-40B4-BE49-F238E27FC236}">
                  <a16:creationId xmlns:a16="http://schemas.microsoft.com/office/drawing/2014/main" id="{90CC2F20-CCCC-45F5-868C-06FE76CE7E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337" name="Graphique 336" descr="Obstacle avec un remplissage uni">
              <a:extLst>
                <a:ext uri="{FF2B5EF4-FFF2-40B4-BE49-F238E27FC236}">
                  <a16:creationId xmlns:a16="http://schemas.microsoft.com/office/drawing/2014/main" id="{6A243EB0-3F05-4880-843D-A0399396C1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338" name="Graphique 337" descr="Médaille avec un remplissage uni">
              <a:extLst>
                <a:ext uri="{FF2B5EF4-FFF2-40B4-BE49-F238E27FC236}">
                  <a16:creationId xmlns:a16="http://schemas.microsoft.com/office/drawing/2014/main" id="{A124AFF1-2A47-4CF5-845F-C04AFE0404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pic>
          <p:nvPicPr>
            <p:cNvPr id="339" name="Graphique 338" descr="Presse-papiers partiellement vérifié contour">
              <a:extLst>
                <a:ext uri="{FF2B5EF4-FFF2-40B4-BE49-F238E27FC236}">
                  <a16:creationId xmlns:a16="http://schemas.microsoft.com/office/drawing/2014/main" id="{A0B6230E-A260-4654-8C8D-EF05097C3F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340" name="Graphique 339" descr="Obstacle avec un remplissage uni">
              <a:extLst>
                <a:ext uri="{FF2B5EF4-FFF2-40B4-BE49-F238E27FC236}">
                  <a16:creationId xmlns:a16="http://schemas.microsoft.com/office/drawing/2014/main" id="{B6EF5725-9138-4BBC-9364-E9224C6007C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341" name="Graphique 340" descr="Médaille avec un remplissage uni">
              <a:extLst>
                <a:ext uri="{FF2B5EF4-FFF2-40B4-BE49-F238E27FC236}">
                  <a16:creationId xmlns:a16="http://schemas.microsoft.com/office/drawing/2014/main" id="{97EC23B4-6D66-48D7-92EA-275B5A818A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pic>
          <p:nvPicPr>
            <p:cNvPr id="342" name="Graphique 341" descr="Presse-papiers partiellement vérifié contour">
              <a:extLst>
                <a:ext uri="{FF2B5EF4-FFF2-40B4-BE49-F238E27FC236}">
                  <a16:creationId xmlns:a16="http://schemas.microsoft.com/office/drawing/2014/main" id="{D19734EE-D706-468F-AB23-E137D22887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343" name="Graphique 342" descr="Obstacle avec un remplissage uni">
              <a:extLst>
                <a:ext uri="{FF2B5EF4-FFF2-40B4-BE49-F238E27FC236}">
                  <a16:creationId xmlns:a16="http://schemas.microsoft.com/office/drawing/2014/main" id="{7BBFC87E-DFD4-419D-900C-FF6046D57F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344" name="Graphique 343" descr="Médaille avec un remplissage uni">
              <a:extLst>
                <a:ext uri="{FF2B5EF4-FFF2-40B4-BE49-F238E27FC236}">
                  <a16:creationId xmlns:a16="http://schemas.microsoft.com/office/drawing/2014/main" id="{DE958587-C714-43FF-B27F-D678BDE83E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pic>
          <p:nvPicPr>
            <p:cNvPr id="345" name="Graphique 344" descr="Presse-papiers partiellement vérifié contour">
              <a:extLst>
                <a:ext uri="{FF2B5EF4-FFF2-40B4-BE49-F238E27FC236}">
                  <a16:creationId xmlns:a16="http://schemas.microsoft.com/office/drawing/2014/main" id="{489399C2-1E1A-4D2F-92E9-6A507CBF5C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346" name="Graphique 345" descr="Obstacle avec un remplissage uni">
              <a:extLst>
                <a:ext uri="{FF2B5EF4-FFF2-40B4-BE49-F238E27FC236}">
                  <a16:creationId xmlns:a16="http://schemas.microsoft.com/office/drawing/2014/main" id="{F7C2313A-87E9-400E-8F4E-835D866416C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347" name="Graphique 346" descr="Médaille avec un remplissage uni">
              <a:extLst>
                <a:ext uri="{FF2B5EF4-FFF2-40B4-BE49-F238E27FC236}">
                  <a16:creationId xmlns:a16="http://schemas.microsoft.com/office/drawing/2014/main" id="{3DAF54DF-9337-4AEB-B606-08EA8647BCC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348" name="Rectangle 347">
              <a:extLst>
                <a:ext uri="{FF2B5EF4-FFF2-40B4-BE49-F238E27FC236}">
                  <a16:creationId xmlns:a16="http://schemas.microsoft.com/office/drawing/2014/main" id="{AAB70F48-29A2-44E8-AC70-86F43317D3A8}"/>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49" name="Graphique 348" descr="Presse-papiers partiellement vérifié contour">
              <a:extLst>
                <a:ext uri="{FF2B5EF4-FFF2-40B4-BE49-F238E27FC236}">
                  <a16:creationId xmlns:a16="http://schemas.microsoft.com/office/drawing/2014/main" id="{E8AB5995-B297-40AE-A7E1-9BE9B9172F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350" name="Rectangle 349">
              <a:extLst>
                <a:ext uri="{FF2B5EF4-FFF2-40B4-BE49-F238E27FC236}">
                  <a16:creationId xmlns:a16="http://schemas.microsoft.com/office/drawing/2014/main" id="{E1D7609C-5EF9-40BB-9594-DAB867862402}"/>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1" name="Rectangle 350">
              <a:extLst>
                <a:ext uri="{FF2B5EF4-FFF2-40B4-BE49-F238E27FC236}">
                  <a16:creationId xmlns:a16="http://schemas.microsoft.com/office/drawing/2014/main" id="{EFF77BBA-A53F-46A8-9454-0455A20A7E60}"/>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2" name="Rectangle 351">
              <a:extLst>
                <a:ext uri="{FF2B5EF4-FFF2-40B4-BE49-F238E27FC236}">
                  <a16:creationId xmlns:a16="http://schemas.microsoft.com/office/drawing/2014/main" id="{2064F218-32E4-45FA-AB0D-C43C8A505E42}"/>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3" name="Rectangle 352">
              <a:extLst>
                <a:ext uri="{FF2B5EF4-FFF2-40B4-BE49-F238E27FC236}">
                  <a16:creationId xmlns:a16="http://schemas.microsoft.com/office/drawing/2014/main" id="{00B5755B-B7B8-4C10-A853-0F980EF0678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4" name="Rectangle 353">
              <a:extLst>
                <a:ext uri="{FF2B5EF4-FFF2-40B4-BE49-F238E27FC236}">
                  <a16:creationId xmlns:a16="http://schemas.microsoft.com/office/drawing/2014/main" id="{0DBF13B6-9402-463D-98A3-9C7E5D13BEBF}"/>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55" name="Rectangle 354">
              <a:extLst>
                <a:ext uri="{FF2B5EF4-FFF2-40B4-BE49-F238E27FC236}">
                  <a16:creationId xmlns:a16="http://schemas.microsoft.com/office/drawing/2014/main" id="{02AA3FF0-248E-42D9-829A-482BA697C5E4}"/>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6" name="Rectangle 355">
              <a:extLst>
                <a:ext uri="{FF2B5EF4-FFF2-40B4-BE49-F238E27FC236}">
                  <a16:creationId xmlns:a16="http://schemas.microsoft.com/office/drawing/2014/main" id="{855E3511-51D2-47F7-A180-2491840062B5}"/>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7" name="Rectangle 356">
              <a:extLst>
                <a:ext uri="{FF2B5EF4-FFF2-40B4-BE49-F238E27FC236}">
                  <a16:creationId xmlns:a16="http://schemas.microsoft.com/office/drawing/2014/main" id="{F4FCFB55-6142-4FBF-AA63-CFA49BE7D1D8}"/>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8" name="Rectangle 357">
              <a:extLst>
                <a:ext uri="{FF2B5EF4-FFF2-40B4-BE49-F238E27FC236}">
                  <a16:creationId xmlns:a16="http://schemas.microsoft.com/office/drawing/2014/main" id="{7E4C2021-240A-461B-90A7-2BFE884DDCD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9" name="Rectangle 358">
              <a:extLst>
                <a:ext uri="{FF2B5EF4-FFF2-40B4-BE49-F238E27FC236}">
                  <a16:creationId xmlns:a16="http://schemas.microsoft.com/office/drawing/2014/main" id="{88318E91-4458-4F2F-A915-99504C6439E3}"/>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0" name="Rectangle 359">
              <a:extLst>
                <a:ext uri="{FF2B5EF4-FFF2-40B4-BE49-F238E27FC236}">
                  <a16:creationId xmlns:a16="http://schemas.microsoft.com/office/drawing/2014/main" id="{CCB2562C-859C-4C60-B7E9-439B8053AEF6}"/>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1" name="Rectangle 360">
              <a:extLst>
                <a:ext uri="{FF2B5EF4-FFF2-40B4-BE49-F238E27FC236}">
                  <a16:creationId xmlns:a16="http://schemas.microsoft.com/office/drawing/2014/main" id="{C6F62073-62D9-4FED-9324-F167B3BEF1AB}"/>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2" name="Rectangle 361">
              <a:extLst>
                <a:ext uri="{FF2B5EF4-FFF2-40B4-BE49-F238E27FC236}">
                  <a16:creationId xmlns:a16="http://schemas.microsoft.com/office/drawing/2014/main" id="{767A5991-EC34-4F94-B911-FD29E8DEC434}"/>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3" name="Rectangle 362">
              <a:extLst>
                <a:ext uri="{FF2B5EF4-FFF2-40B4-BE49-F238E27FC236}">
                  <a16:creationId xmlns:a16="http://schemas.microsoft.com/office/drawing/2014/main" id="{1D31099B-D116-4F09-9D33-688DE6DDA158}"/>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4" name="Rectangle 363">
              <a:extLst>
                <a:ext uri="{FF2B5EF4-FFF2-40B4-BE49-F238E27FC236}">
                  <a16:creationId xmlns:a16="http://schemas.microsoft.com/office/drawing/2014/main" id="{4CF54E5B-8289-4C7B-BD1B-0C0D93E28AA3}"/>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5" name="Rectangle 364">
              <a:extLst>
                <a:ext uri="{FF2B5EF4-FFF2-40B4-BE49-F238E27FC236}">
                  <a16:creationId xmlns:a16="http://schemas.microsoft.com/office/drawing/2014/main" id="{72D1DA24-E2C2-4E3A-BD27-28FFB5990583}"/>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6" name="Rectangle 365">
              <a:extLst>
                <a:ext uri="{FF2B5EF4-FFF2-40B4-BE49-F238E27FC236}">
                  <a16:creationId xmlns:a16="http://schemas.microsoft.com/office/drawing/2014/main" id="{F5252041-2084-4C09-8663-4FE513653134}"/>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7" name="Rectangle 366">
              <a:extLst>
                <a:ext uri="{FF2B5EF4-FFF2-40B4-BE49-F238E27FC236}">
                  <a16:creationId xmlns:a16="http://schemas.microsoft.com/office/drawing/2014/main" id="{6046CBAC-67CE-478C-82A8-DDDE37002364}"/>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8" name="Rectangle 367">
              <a:extLst>
                <a:ext uri="{FF2B5EF4-FFF2-40B4-BE49-F238E27FC236}">
                  <a16:creationId xmlns:a16="http://schemas.microsoft.com/office/drawing/2014/main" id="{50178984-4714-498B-981B-4AC2B6C907AC}"/>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9" name="Rectangle 368">
              <a:extLst>
                <a:ext uri="{FF2B5EF4-FFF2-40B4-BE49-F238E27FC236}">
                  <a16:creationId xmlns:a16="http://schemas.microsoft.com/office/drawing/2014/main" id="{398F7D71-0754-479D-856D-89454CFBDD9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0" name="Rectangle 369">
              <a:extLst>
                <a:ext uri="{FF2B5EF4-FFF2-40B4-BE49-F238E27FC236}">
                  <a16:creationId xmlns:a16="http://schemas.microsoft.com/office/drawing/2014/main" id="{06A17B08-E2E1-4E0D-B1C7-C40DFD2590D7}"/>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1" name="Rectangle 370">
              <a:extLst>
                <a:ext uri="{FF2B5EF4-FFF2-40B4-BE49-F238E27FC236}">
                  <a16:creationId xmlns:a16="http://schemas.microsoft.com/office/drawing/2014/main" id="{F46DE7E4-0C15-4E14-B2BA-66942620EE7A}"/>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2" name="Rectangle 371">
              <a:extLst>
                <a:ext uri="{FF2B5EF4-FFF2-40B4-BE49-F238E27FC236}">
                  <a16:creationId xmlns:a16="http://schemas.microsoft.com/office/drawing/2014/main" id="{254CD364-34D4-4FED-B107-6FFF27DA88A3}"/>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3" name="Rectangle 372">
              <a:extLst>
                <a:ext uri="{FF2B5EF4-FFF2-40B4-BE49-F238E27FC236}">
                  <a16:creationId xmlns:a16="http://schemas.microsoft.com/office/drawing/2014/main" id="{33D7BEF8-9327-4061-AAE7-2B86215CA1C3}"/>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74" name="Rectangle 373">
              <a:extLst>
                <a:ext uri="{FF2B5EF4-FFF2-40B4-BE49-F238E27FC236}">
                  <a16:creationId xmlns:a16="http://schemas.microsoft.com/office/drawing/2014/main" id="{B230ECE4-925C-4A39-859F-029CBC2A5F82}"/>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5" name="Rectangle 374">
              <a:extLst>
                <a:ext uri="{FF2B5EF4-FFF2-40B4-BE49-F238E27FC236}">
                  <a16:creationId xmlns:a16="http://schemas.microsoft.com/office/drawing/2014/main" id="{1D5CF562-1006-440E-A290-CA1DED87A2BA}"/>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6" name="Rectangle 375">
              <a:extLst>
                <a:ext uri="{FF2B5EF4-FFF2-40B4-BE49-F238E27FC236}">
                  <a16:creationId xmlns:a16="http://schemas.microsoft.com/office/drawing/2014/main" id="{8344A6B1-9D55-47E8-9057-446B0D335EE7}"/>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7" name="Rectangle 376">
              <a:extLst>
                <a:ext uri="{FF2B5EF4-FFF2-40B4-BE49-F238E27FC236}">
                  <a16:creationId xmlns:a16="http://schemas.microsoft.com/office/drawing/2014/main" id="{5E9919C7-7BA1-43CA-A959-614EC4CA89A8}"/>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8" name="Rectangle 377">
              <a:extLst>
                <a:ext uri="{FF2B5EF4-FFF2-40B4-BE49-F238E27FC236}">
                  <a16:creationId xmlns:a16="http://schemas.microsoft.com/office/drawing/2014/main" id="{3A75615B-A866-4873-9C6D-95CF3A2F570C}"/>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9" name="Rectangle 378">
              <a:extLst>
                <a:ext uri="{FF2B5EF4-FFF2-40B4-BE49-F238E27FC236}">
                  <a16:creationId xmlns:a16="http://schemas.microsoft.com/office/drawing/2014/main" id="{EDBF4166-7DB9-413E-9D01-552FD3B274ED}"/>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0" name="Rectangle 379">
              <a:extLst>
                <a:ext uri="{FF2B5EF4-FFF2-40B4-BE49-F238E27FC236}">
                  <a16:creationId xmlns:a16="http://schemas.microsoft.com/office/drawing/2014/main" id="{538CABA3-E7BE-4C44-A9E9-03B77BBCE0E7}"/>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1" name="Rectangle 380">
              <a:extLst>
                <a:ext uri="{FF2B5EF4-FFF2-40B4-BE49-F238E27FC236}">
                  <a16:creationId xmlns:a16="http://schemas.microsoft.com/office/drawing/2014/main" id="{F690EE7B-E28A-4ED4-9ADB-9DD66463D474}"/>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382" name="Groupe 381">
            <a:extLst>
              <a:ext uri="{FF2B5EF4-FFF2-40B4-BE49-F238E27FC236}">
                <a16:creationId xmlns:a16="http://schemas.microsoft.com/office/drawing/2014/main" id="{0AA66805-6751-4E6D-B279-7295278BB10C}"/>
              </a:ext>
            </a:extLst>
          </p:cNvPr>
          <p:cNvGrpSpPr/>
          <p:nvPr/>
        </p:nvGrpSpPr>
        <p:grpSpPr>
          <a:xfrm>
            <a:off x="3867184" y="4499907"/>
            <a:ext cx="2527600" cy="1082276"/>
            <a:chOff x="-46700" y="2192874"/>
            <a:chExt cx="12210873" cy="4491973"/>
          </a:xfrm>
        </p:grpSpPr>
        <p:cxnSp>
          <p:nvCxnSpPr>
            <p:cNvPr id="383" name="Connecteur droit 382">
              <a:extLst>
                <a:ext uri="{FF2B5EF4-FFF2-40B4-BE49-F238E27FC236}">
                  <a16:creationId xmlns:a16="http://schemas.microsoft.com/office/drawing/2014/main" id="{405731D6-CF3B-453B-8168-82185BC73BFA}"/>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4" name="Connecteur droit 383">
              <a:extLst>
                <a:ext uri="{FF2B5EF4-FFF2-40B4-BE49-F238E27FC236}">
                  <a16:creationId xmlns:a16="http://schemas.microsoft.com/office/drawing/2014/main" id="{0B6F4579-EC13-41B6-82F9-7F79E8AB696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5" name="Connecteur droit 384">
              <a:extLst>
                <a:ext uri="{FF2B5EF4-FFF2-40B4-BE49-F238E27FC236}">
                  <a16:creationId xmlns:a16="http://schemas.microsoft.com/office/drawing/2014/main" id="{7AC08BC3-1394-4EE5-BE82-CC3E7B2D943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6" name="Connecteur droit 385">
              <a:extLst>
                <a:ext uri="{FF2B5EF4-FFF2-40B4-BE49-F238E27FC236}">
                  <a16:creationId xmlns:a16="http://schemas.microsoft.com/office/drawing/2014/main" id="{E1C3AA7E-B4ED-4FC3-BCE8-9B730D85874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7" name="Connecteur droit 386">
              <a:extLst>
                <a:ext uri="{FF2B5EF4-FFF2-40B4-BE49-F238E27FC236}">
                  <a16:creationId xmlns:a16="http://schemas.microsoft.com/office/drawing/2014/main" id="{0F19736C-4E6F-4136-91F2-6C063E429ED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88" name="Graphique 387" descr="Presse-papiers partiellement vérifié contour">
              <a:extLst>
                <a:ext uri="{FF2B5EF4-FFF2-40B4-BE49-F238E27FC236}">
                  <a16:creationId xmlns:a16="http://schemas.microsoft.com/office/drawing/2014/main" id="{CFB4A80B-7122-4871-87E7-EF8C541349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389" name="Graphique 388" descr="Obstacle avec un remplissage uni">
              <a:extLst>
                <a:ext uri="{FF2B5EF4-FFF2-40B4-BE49-F238E27FC236}">
                  <a16:creationId xmlns:a16="http://schemas.microsoft.com/office/drawing/2014/main" id="{0198B1B4-20D0-468A-89FD-D90B37FC40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390" name="Graphique 389" descr="Médaille avec un remplissage uni">
              <a:extLst>
                <a:ext uri="{FF2B5EF4-FFF2-40B4-BE49-F238E27FC236}">
                  <a16:creationId xmlns:a16="http://schemas.microsoft.com/office/drawing/2014/main" id="{A11F4267-DAA4-4952-9073-154A70C035B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pic>
          <p:nvPicPr>
            <p:cNvPr id="391" name="Graphique 390" descr="Presse-papiers partiellement vérifié contour">
              <a:extLst>
                <a:ext uri="{FF2B5EF4-FFF2-40B4-BE49-F238E27FC236}">
                  <a16:creationId xmlns:a16="http://schemas.microsoft.com/office/drawing/2014/main" id="{5402ECF6-0D04-465B-9767-FAB50BAE35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392" name="Graphique 391" descr="Obstacle avec un remplissage uni">
              <a:extLst>
                <a:ext uri="{FF2B5EF4-FFF2-40B4-BE49-F238E27FC236}">
                  <a16:creationId xmlns:a16="http://schemas.microsoft.com/office/drawing/2014/main" id="{5BFAC0B3-C0BD-4478-A097-FF9B61B8B1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393" name="Graphique 392" descr="Médaille avec un remplissage uni">
              <a:extLst>
                <a:ext uri="{FF2B5EF4-FFF2-40B4-BE49-F238E27FC236}">
                  <a16:creationId xmlns:a16="http://schemas.microsoft.com/office/drawing/2014/main" id="{F2E8D71D-E038-47CA-ABA1-18F1B8D31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pic>
          <p:nvPicPr>
            <p:cNvPr id="394" name="Graphique 393" descr="Presse-papiers partiellement vérifié contour">
              <a:extLst>
                <a:ext uri="{FF2B5EF4-FFF2-40B4-BE49-F238E27FC236}">
                  <a16:creationId xmlns:a16="http://schemas.microsoft.com/office/drawing/2014/main" id="{80848FF6-0E0C-48BF-A019-DFCB945CCE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395" name="Graphique 394" descr="Obstacle avec un remplissage uni">
              <a:extLst>
                <a:ext uri="{FF2B5EF4-FFF2-40B4-BE49-F238E27FC236}">
                  <a16:creationId xmlns:a16="http://schemas.microsoft.com/office/drawing/2014/main" id="{CFAB291C-AC03-4FF2-AB22-D6F9CDBB36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396" name="Graphique 395" descr="Médaille avec un remplissage uni">
              <a:extLst>
                <a:ext uri="{FF2B5EF4-FFF2-40B4-BE49-F238E27FC236}">
                  <a16:creationId xmlns:a16="http://schemas.microsoft.com/office/drawing/2014/main" id="{87DC7749-111F-40A2-AF5B-3A35FC457CA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pic>
          <p:nvPicPr>
            <p:cNvPr id="397" name="Graphique 396" descr="Presse-papiers partiellement vérifié contour">
              <a:extLst>
                <a:ext uri="{FF2B5EF4-FFF2-40B4-BE49-F238E27FC236}">
                  <a16:creationId xmlns:a16="http://schemas.microsoft.com/office/drawing/2014/main" id="{5BE548A6-68C4-4ADA-8F11-36C2AFC7AE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398" name="Graphique 397" descr="Obstacle avec un remplissage uni">
              <a:extLst>
                <a:ext uri="{FF2B5EF4-FFF2-40B4-BE49-F238E27FC236}">
                  <a16:creationId xmlns:a16="http://schemas.microsoft.com/office/drawing/2014/main" id="{0AE9DE69-FB98-4DBF-8E42-05C0423531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399" name="Graphique 398" descr="Médaille avec un remplissage uni">
              <a:extLst>
                <a:ext uri="{FF2B5EF4-FFF2-40B4-BE49-F238E27FC236}">
                  <a16:creationId xmlns:a16="http://schemas.microsoft.com/office/drawing/2014/main" id="{95AB46D3-E5EA-4DEC-8F76-DF7C0A79A32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pic>
          <p:nvPicPr>
            <p:cNvPr id="400" name="Graphique 399" descr="Presse-papiers partiellement vérifié contour">
              <a:extLst>
                <a:ext uri="{FF2B5EF4-FFF2-40B4-BE49-F238E27FC236}">
                  <a16:creationId xmlns:a16="http://schemas.microsoft.com/office/drawing/2014/main" id="{3E566FC1-1FD8-4D27-9905-3E994BA78E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401" name="Graphique 400" descr="Obstacle avec un remplissage uni">
              <a:extLst>
                <a:ext uri="{FF2B5EF4-FFF2-40B4-BE49-F238E27FC236}">
                  <a16:creationId xmlns:a16="http://schemas.microsoft.com/office/drawing/2014/main" id="{BADDA9AD-0D54-4951-962E-7C6E86F8B9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402" name="Graphique 401" descr="Médaille avec un remplissage uni">
              <a:extLst>
                <a:ext uri="{FF2B5EF4-FFF2-40B4-BE49-F238E27FC236}">
                  <a16:creationId xmlns:a16="http://schemas.microsoft.com/office/drawing/2014/main" id="{ED05F7B4-4474-47BA-B3FD-0ABDDC205E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403" name="Rectangle 402">
              <a:extLst>
                <a:ext uri="{FF2B5EF4-FFF2-40B4-BE49-F238E27FC236}">
                  <a16:creationId xmlns:a16="http://schemas.microsoft.com/office/drawing/2014/main" id="{05837606-41AA-4E1B-8178-503680347675}"/>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04" name="Graphique 403" descr="Presse-papiers partiellement vérifié contour">
              <a:extLst>
                <a:ext uri="{FF2B5EF4-FFF2-40B4-BE49-F238E27FC236}">
                  <a16:creationId xmlns:a16="http://schemas.microsoft.com/office/drawing/2014/main" id="{A513DAF3-F0D6-4CC5-BE3E-BA6F1B2BE7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405" name="Rectangle 404">
              <a:extLst>
                <a:ext uri="{FF2B5EF4-FFF2-40B4-BE49-F238E27FC236}">
                  <a16:creationId xmlns:a16="http://schemas.microsoft.com/office/drawing/2014/main" id="{05F5E753-EFA2-4164-8353-8E3463E04689}"/>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6" name="Rectangle 405">
              <a:extLst>
                <a:ext uri="{FF2B5EF4-FFF2-40B4-BE49-F238E27FC236}">
                  <a16:creationId xmlns:a16="http://schemas.microsoft.com/office/drawing/2014/main" id="{62700CBF-653C-4058-81A0-456ECE635039}"/>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7" name="Rectangle 406">
              <a:extLst>
                <a:ext uri="{FF2B5EF4-FFF2-40B4-BE49-F238E27FC236}">
                  <a16:creationId xmlns:a16="http://schemas.microsoft.com/office/drawing/2014/main" id="{8838B16B-7F03-4ECE-B4B8-E89C62D4678F}"/>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8" name="Rectangle 407">
              <a:extLst>
                <a:ext uri="{FF2B5EF4-FFF2-40B4-BE49-F238E27FC236}">
                  <a16:creationId xmlns:a16="http://schemas.microsoft.com/office/drawing/2014/main" id="{2AF15CE6-2E7F-4BF9-B2DE-A3D06483CBD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9" name="Rectangle 408">
              <a:extLst>
                <a:ext uri="{FF2B5EF4-FFF2-40B4-BE49-F238E27FC236}">
                  <a16:creationId xmlns:a16="http://schemas.microsoft.com/office/drawing/2014/main" id="{C6A9F248-4531-42FC-BF70-DD0A96630676}"/>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0" name="Rectangle 409">
              <a:extLst>
                <a:ext uri="{FF2B5EF4-FFF2-40B4-BE49-F238E27FC236}">
                  <a16:creationId xmlns:a16="http://schemas.microsoft.com/office/drawing/2014/main" id="{36DB42C2-4F0E-4BA8-A953-CDE6E0089548}"/>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1" name="Rectangle 410">
              <a:extLst>
                <a:ext uri="{FF2B5EF4-FFF2-40B4-BE49-F238E27FC236}">
                  <a16:creationId xmlns:a16="http://schemas.microsoft.com/office/drawing/2014/main" id="{61B8A105-28E1-4D43-BF29-7231F4B346DF}"/>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2" name="Rectangle 411">
              <a:extLst>
                <a:ext uri="{FF2B5EF4-FFF2-40B4-BE49-F238E27FC236}">
                  <a16:creationId xmlns:a16="http://schemas.microsoft.com/office/drawing/2014/main" id="{AB0AAADB-01FD-4F63-8132-6C35C2D5DC34}"/>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3" name="Rectangle 412">
              <a:extLst>
                <a:ext uri="{FF2B5EF4-FFF2-40B4-BE49-F238E27FC236}">
                  <a16:creationId xmlns:a16="http://schemas.microsoft.com/office/drawing/2014/main" id="{C8F316CE-017C-4938-B332-8175F5BAB1B9}"/>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4" name="Rectangle 413">
              <a:extLst>
                <a:ext uri="{FF2B5EF4-FFF2-40B4-BE49-F238E27FC236}">
                  <a16:creationId xmlns:a16="http://schemas.microsoft.com/office/drawing/2014/main" id="{06E344B7-8E41-436A-A361-C09561F55D81}"/>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5" name="Rectangle 414">
              <a:extLst>
                <a:ext uri="{FF2B5EF4-FFF2-40B4-BE49-F238E27FC236}">
                  <a16:creationId xmlns:a16="http://schemas.microsoft.com/office/drawing/2014/main" id="{5DA4235F-51E5-4E2B-8956-64A0F461C99F}"/>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6" name="Rectangle 415">
              <a:extLst>
                <a:ext uri="{FF2B5EF4-FFF2-40B4-BE49-F238E27FC236}">
                  <a16:creationId xmlns:a16="http://schemas.microsoft.com/office/drawing/2014/main" id="{67652E57-C729-4552-8FEE-A255F2A701F6}"/>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7" name="Rectangle 416">
              <a:extLst>
                <a:ext uri="{FF2B5EF4-FFF2-40B4-BE49-F238E27FC236}">
                  <a16:creationId xmlns:a16="http://schemas.microsoft.com/office/drawing/2014/main" id="{F473D586-A5D3-4376-BF31-A90B066D68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8" name="Rectangle 417">
              <a:extLst>
                <a:ext uri="{FF2B5EF4-FFF2-40B4-BE49-F238E27FC236}">
                  <a16:creationId xmlns:a16="http://schemas.microsoft.com/office/drawing/2014/main" id="{7BFB927F-9419-4B44-9CBE-F50ADAD554A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9" name="Rectangle 418">
              <a:extLst>
                <a:ext uri="{FF2B5EF4-FFF2-40B4-BE49-F238E27FC236}">
                  <a16:creationId xmlns:a16="http://schemas.microsoft.com/office/drawing/2014/main" id="{FDF27529-A7F9-4D33-B58F-72FC78AF232B}"/>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0" name="Rectangle 419">
              <a:extLst>
                <a:ext uri="{FF2B5EF4-FFF2-40B4-BE49-F238E27FC236}">
                  <a16:creationId xmlns:a16="http://schemas.microsoft.com/office/drawing/2014/main" id="{752EB3E0-3978-4CE3-AB01-703AEB594A20}"/>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1" name="Rectangle 420">
              <a:extLst>
                <a:ext uri="{FF2B5EF4-FFF2-40B4-BE49-F238E27FC236}">
                  <a16:creationId xmlns:a16="http://schemas.microsoft.com/office/drawing/2014/main" id="{0FBD6C33-1695-4597-BEC8-7ECCFD11CB20}"/>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2" name="Rectangle 421">
              <a:extLst>
                <a:ext uri="{FF2B5EF4-FFF2-40B4-BE49-F238E27FC236}">
                  <a16:creationId xmlns:a16="http://schemas.microsoft.com/office/drawing/2014/main" id="{45161855-3E3C-4FCB-AF94-D3202B50DAA7}"/>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3" name="Rectangle 422">
              <a:extLst>
                <a:ext uri="{FF2B5EF4-FFF2-40B4-BE49-F238E27FC236}">
                  <a16:creationId xmlns:a16="http://schemas.microsoft.com/office/drawing/2014/main" id="{D53B5197-5631-4CD8-8649-527663BB2CC5}"/>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4" name="Rectangle 423">
              <a:extLst>
                <a:ext uri="{FF2B5EF4-FFF2-40B4-BE49-F238E27FC236}">
                  <a16:creationId xmlns:a16="http://schemas.microsoft.com/office/drawing/2014/main" id="{DD64DC8C-F721-468D-80FF-29BC0C4F7F8F}"/>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5" name="Rectangle 424">
              <a:extLst>
                <a:ext uri="{FF2B5EF4-FFF2-40B4-BE49-F238E27FC236}">
                  <a16:creationId xmlns:a16="http://schemas.microsoft.com/office/drawing/2014/main" id="{9C7B8298-870B-4554-AF78-29E783E4C17D}"/>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6" name="Rectangle 425">
              <a:extLst>
                <a:ext uri="{FF2B5EF4-FFF2-40B4-BE49-F238E27FC236}">
                  <a16:creationId xmlns:a16="http://schemas.microsoft.com/office/drawing/2014/main" id="{70B2FDBB-0A72-4145-8875-43E29620996C}"/>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7" name="Rectangle 426">
              <a:extLst>
                <a:ext uri="{FF2B5EF4-FFF2-40B4-BE49-F238E27FC236}">
                  <a16:creationId xmlns:a16="http://schemas.microsoft.com/office/drawing/2014/main" id="{6E506B4B-DEE5-4F57-A70A-27B5F5FFCA5B}"/>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8" name="Rectangle 427">
              <a:extLst>
                <a:ext uri="{FF2B5EF4-FFF2-40B4-BE49-F238E27FC236}">
                  <a16:creationId xmlns:a16="http://schemas.microsoft.com/office/drawing/2014/main" id="{A656BEF2-BFBA-4DC7-8304-1F33BF24B70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9" name="Rectangle 428">
              <a:extLst>
                <a:ext uri="{FF2B5EF4-FFF2-40B4-BE49-F238E27FC236}">
                  <a16:creationId xmlns:a16="http://schemas.microsoft.com/office/drawing/2014/main" id="{1B665367-6F8C-471B-8239-B300F62C22B1}"/>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0" name="Rectangle 429">
              <a:extLst>
                <a:ext uri="{FF2B5EF4-FFF2-40B4-BE49-F238E27FC236}">
                  <a16:creationId xmlns:a16="http://schemas.microsoft.com/office/drawing/2014/main" id="{0A25C81B-3849-4828-A5A3-92A27DA8B38C}"/>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1" name="Rectangle 430">
              <a:extLst>
                <a:ext uri="{FF2B5EF4-FFF2-40B4-BE49-F238E27FC236}">
                  <a16:creationId xmlns:a16="http://schemas.microsoft.com/office/drawing/2014/main" id="{998D437A-FCC2-416E-99A0-6C756C21B5ED}"/>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2" name="Rectangle 431">
              <a:extLst>
                <a:ext uri="{FF2B5EF4-FFF2-40B4-BE49-F238E27FC236}">
                  <a16:creationId xmlns:a16="http://schemas.microsoft.com/office/drawing/2014/main" id="{BA1AF520-3F3D-48B8-A0F1-B33DD42A1D3C}"/>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3" name="Rectangle 432">
              <a:extLst>
                <a:ext uri="{FF2B5EF4-FFF2-40B4-BE49-F238E27FC236}">
                  <a16:creationId xmlns:a16="http://schemas.microsoft.com/office/drawing/2014/main" id="{0237D254-16D1-461D-86B6-A7781CD16385}"/>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4" name="Rectangle 433">
              <a:extLst>
                <a:ext uri="{FF2B5EF4-FFF2-40B4-BE49-F238E27FC236}">
                  <a16:creationId xmlns:a16="http://schemas.microsoft.com/office/drawing/2014/main" id="{28B37B41-3E5C-4402-87E0-08B6F11B92E0}"/>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5" name="Rectangle 434">
              <a:extLst>
                <a:ext uri="{FF2B5EF4-FFF2-40B4-BE49-F238E27FC236}">
                  <a16:creationId xmlns:a16="http://schemas.microsoft.com/office/drawing/2014/main" id="{ECEDAD8D-A98E-4C7C-814B-F2A98DAC4FCB}"/>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6" name="Rectangle 435">
              <a:extLst>
                <a:ext uri="{FF2B5EF4-FFF2-40B4-BE49-F238E27FC236}">
                  <a16:creationId xmlns:a16="http://schemas.microsoft.com/office/drawing/2014/main" id="{FFF6126F-1C6B-4820-9489-289BB49F2F22}"/>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8" name="Rectangle 437">
              <a:extLst>
                <a:ext uri="{FF2B5EF4-FFF2-40B4-BE49-F238E27FC236}">
                  <a16:creationId xmlns:a16="http://schemas.microsoft.com/office/drawing/2014/main" id="{19E07E86-7D14-49C4-92F6-C721761BAFEC}"/>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9" name="Rectangle 438">
              <a:extLst>
                <a:ext uri="{FF2B5EF4-FFF2-40B4-BE49-F238E27FC236}">
                  <a16:creationId xmlns:a16="http://schemas.microsoft.com/office/drawing/2014/main" id="{DBA32BBD-4F28-4709-89C1-F5BA272D6288}"/>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37" name="Espace réservé du texte 8">
            <a:extLst>
              <a:ext uri="{FF2B5EF4-FFF2-40B4-BE49-F238E27FC236}">
                <a16:creationId xmlns:a16="http://schemas.microsoft.com/office/drawing/2014/main" id="{38CCBC97-CEE0-4FBD-83C0-CAEA2AB309D1}"/>
              </a:ext>
            </a:extLst>
          </p:cNvPr>
          <p:cNvSpPr txBox="1">
            <a:spLocks/>
          </p:cNvSpPr>
          <p:nvPr/>
        </p:nvSpPr>
        <p:spPr>
          <a:xfrm>
            <a:off x="3798037" y="571921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6</a:t>
            </a:r>
            <a:r>
              <a:rPr lang="en-US" sz="1200" dirty="0"/>
              <a:t>. Add the rewards for achieving these challenges (note : check warnings on rewards). If you lack inspiration, check resources.</a:t>
            </a:r>
          </a:p>
        </p:txBody>
      </p:sp>
      <p:grpSp>
        <p:nvGrpSpPr>
          <p:cNvPr id="440" name="Groupe 439">
            <a:extLst>
              <a:ext uri="{FF2B5EF4-FFF2-40B4-BE49-F238E27FC236}">
                <a16:creationId xmlns:a16="http://schemas.microsoft.com/office/drawing/2014/main" id="{84A323B8-A956-4ADE-A4AD-99C526920528}"/>
              </a:ext>
            </a:extLst>
          </p:cNvPr>
          <p:cNvGrpSpPr/>
          <p:nvPr/>
        </p:nvGrpSpPr>
        <p:grpSpPr>
          <a:xfrm>
            <a:off x="6836935" y="4464595"/>
            <a:ext cx="2527600" cy="1082276"/>
            <a:chOff x="-46700" y="2192874"/>
            <a:chExt cx="12210873" cy="4491973"/>
          </a:xfrm>
        </p:grpSpPr>
        <p:cxnSp>
          <p:nvCxnSpPr>
            <p:cNvPr id="441" name="Connecteur droit 440">
              <a:extLst>
                <a:ext uri="{FF2B5EF4-FFF2-40B4-BE49-F238E27FC236}">
                  <a16:creationId xmlns:a16="http://schemas.microsoft.com/office/drawing/2014/main" id="{D9963DF0-2FBA-477E-8201-070C53FCB19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2" name="Connecteur droit 441">
              <a:extLst>
                <a:ext uri="{FF2B5EF4-FFF2-40B4-BE49-F238E27FC236}">
                  <a16:creationId xmlns:a16="http://schemas.microsoft.com/office/drawing/2014/main" id="{08DCAF8F-176C-460E-A594-DCAA91A6C83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3" name="Connecteur droit 442">
              <a:extLst>
                <a:ext uri="{FF2B5EF4-FFF2-40B4-BE49-F238E27FC236}">
                  <a16:creationId xmlns:a16="http://schemas.microsoft.com/office/drawing/2014/main" id="{40F58B2C-3598-4E8F-B61F-83F4C51E6C12}"/>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4" name="Connecteur droit 443">
              <a:extLst>
                <a:ext uri="{FF2B5EF4-FFF2-40B4-BE49-F238E27FC236}">
                  <a16:creationId xmlns:a16="http://schemas.microsoft.com/office/drawing/2014/main" id="{B194D2BC-5AF6-4B29-8C5F-E55FCBE70C2E}"/>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5" name="Connecteur droit 444">
              <a:extLst>
                <a:ext uri="{FF2B5EF4-FFF2-40B4-BE49-F238E27FC236}">
                  <a16:creationId xmlns:a16="http://schemas.microsoft.com/office/drawing/2014/main" id="{180D90E0-2369-4FD2-B40B-72B14545844E}"/>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446" name="Graphique 445" descr="Presse-papiers partiellement vérifié contour">
              <a:extLst>
                <a:ext uri="{FF2B5EF4-FFF2-40B4-BE49-F238E27FC236}">
                  <a16:creationId xmlns:a16="http://schemas.microsoft.com/office/drawing/2014/main" id="{B5976682-2F9C-4CAC-A251-A0E5EF4865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447" name="Graphique 446" descr="Obstacle avec un remplissage uni">
              <a:extLst>
                <a:ext uri="{FF2B5EF4-FFF2-40B4-BE49-F238E27FC236}">
                  <a16:creationId xmlns:a16="http://schemas.microsoft.com/office/drawing/2014/main" id="{F7B62B2E-CA0B-461D-982A-590BB879A0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448" name="Graphique 447" descr="Médaille avec un remplissage uni">
              <a:extLst>
                <a:ext uri="{FF2B5EF4-FFF2-40B4-BE49-F238E27FC236}">
                  <a16:creationId xmlns:a16="http://schemas.microsoft.com/office/drawing/2014/main" id="{DC6BA7A6-D2FB-4642-B451-C0FC075DE4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pic>
          <p:nvPicPr>
            <p:cNvPr id="449" name="Graphique 448" descr="Presse-papiers partiellement vérifié contour">
              <a:extLst>
                <a:ext uri="{FF2B5EF4-FFF2-40B4-BE49-F238E27FC236}">
                  <a16:creationId xmlns:a16="http://schemas.microsoft.com/office/drawing/2014/main" id="{B20251A1-80C0-486F-AA11-ADCC58A62C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450" name="Graphique 449" descr="Obstacle avec un remplissage uni">
              <a:extLst>
                <a:ext uri="{FF2B5EF4-FFF2-40B4-BE49-F238E27FC236}">
                  <a16:creationId xmlns:a16="http://schemas.microsoft.com/office/drawing/2014/main" id="{9FCC0DCF-8912-4160-B252-AFC85D9C33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451" name="Graphique 450" descr="Médaille avec un remplissage uni">
              <a:extLst>
                <a:ext uri="{FF2B5EF4-FFF2-40B4-BE49-F238E27FC236}">
                  <a16:creationId xmlns:a16="http://schemas.microsoft.com/office/drawing/2014/main" id="{2C52F38F-5C76-4567-953B-7B7CFE2291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pic>
          <p:nvPicPr>
            <p:cNvPr id="452" name="Graphique 451" descr="Presse-papiers partiellement vérifié contour">
              <a:extLst>
                <a:ext uri="{FF2B5EF4-FFF2-40B4-BE49-F238E27FC236}">
                  <a16:creationId xmlns:a16="http://schemas.microsoft.com/office/drawing/2014/main" id="{82DB2BD4-876A-4AEE-9016-CCC6D5BD68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453" name="Graphique 452" descr="Obstacle avec un remplissage uni">
              <a:extLst>
                <a:ext uri="{FF2B5EF4-FFF2-40B4-BE49-F238E27FC236}">
                  <a16:creationId xmlns:a16="http://schemas.microsoft.com/office/drawing/2014/main" id="{107F3D3D-CBD8-4ECB-97E2-9B7AB5529AD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454" name="Graphique 453" descr="Médaille avec un remplissage uni">
              <a:extLst>
                <a:ext uri="{FF2B5EF4-FFF2-40B4-BE49-F238E27FC236}">
                  <a16:creationId xmlns:a16="http://schemas.microsoft.com/office/drawing/2014/main" id="{DC105DB5-3B7B-4AAE-8171-91CD6302E61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pic>
          <p:nvPicPr>
            <p:cNvPr id="455" name="Graphique 454" descr="Presse-papiers partiellement vérifié contour">
              <a:extLst>
                <a:ext uri="{FF2B5EF4-FFF2-40B4-BE49-F238E27FC236}">
                  <a16:creationId xmlns:a16="http://schemas.microsoft.com/office/drawing/2014/main" id="{7A6EA86D-0A90-406D-B548-F778728CF1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456" name="Graphique 455" descr="Obstacle avec un remplissage uni">
              <a:extLst>
                <a:ext uri="{FF2B5EF4-FFF2-40B4-BE49-F238E27FC236}">
                  <a16:creationId xmlns:a16="http://schemas.microsoft.com/office/drawing/2014/main" id="{3084F01F-526C-4A73-9BB8-E1618BBAA0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457" name="Graphique 456" descr="Médaille avec un remplissage uni">
              <a:extLst>
                <a:ext uri="{FF2B5EF4-FFF2-40B4-BE49-F238E27FC236}">
                  <a16:creationId xmlns:a16="http://schemas.microsoft.com/office/drawing/2014/main" id="{D0DBAA84-0746-46CA-AA96-EB4268FDDE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pic>
          <p:nvPicPr>
            <p:cNvPr id="458" name="Graphique 457" descr="Presse-papiers partiellement vérifié contour">
              <a:extLst>
                <a:ext uri="{FF2B5EF4-FFF2-40B4-BE49-F238E27FC236}">
                  <a16:creationId xmlns:a16="http://schemas.microsoft.com/office/drawing/2014/main" id="{F5ADF9EA-E583-4D5F-9DA5-869FA18933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459" name="Graphique 458" descr="Obstacle avec un remplissage uni">
              <a:extLst>
                <a:ext uri="{FF2B5EF4-FFF2-40B4-BE49-F238E27FC236}">
                  <a16:creationId xmlns:a16="http://schemas.microsoft.com/office/drawing/2014/main" id="{FB916C0F-D1EA-4715-9B29-F443DD3344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460" name="Graphique 459" descr="Médaille avec un remplissage uni">
              <a:extLst>
                <a:ext uri="{FF2B5EF4-FFF2-40B4-BE49-F238E27FC236}">
                  <a16:creationId xmlns:a16="http://schemas.microsoft.com/office/drawing/2014/main" id="{CCBFADD2-E320-412D-A6FD-A203A844307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461" name="Rectangle 460">
              <a:extLst>
                <a:ext uri="{FF2B5EF4-FFF2-40B4-BE49-F238E27FC236}">
                  <a16:creationId xmlns:a16="http://schemas.microsoft.com/office/drawing/2014/main" id="{7585EE84-6D9F-4228-BE1A-E6CD5B741333}"/>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62" name="Graphique 461" descr="Presse-papiers partiellement vérifié contour">
              <a:extLst>
                <a:ext uri="{FF2B5EF4-FFF2-40B4-BE49-F238E27FC236}">
                  <a16:creationId xmlns:a16="http://schemas.microsoft.com/office/drawing/2014/main" id="{DAFA5307-69AB-41C1-9777-C33C5FD53C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463" name="Rectangle 462">
              <a:extLst>
                <a:ext uri="{FF2B5EF4-FFF2-40B4-BE49-F238E27FC236}">
                  <a16:creationId xmlns:a16="http://schemas.microsoft.com/office/drawing/2014/main" id="{A87FAB8E-2B45-4425-A51C-912F2173EFE8}"/>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4" name="Rectangle 463">
              <a:extLst>
                <a:ext uri="{FF2B5EF4-FFF2-40B4-BE49-F238E27FC236}">
                  <a16:creationId xmlns:a16="http://schemas.microsoft.com/office/drawing/2014/main" id="{7499D983-DF89-403C-BAA2-2F97B37357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5" name="Rectangle 464">
              <a:extLst>
                <a:ext uri="{FF2B5EF4-FFF2-40B4-BE49-F238E27FC236}">
                  <a16:creationId xmlns:a16="http://schemas.microsoft.com/office/drawing/2014/main" id="{E88D9B77-3382-41EA-8865-C2052D5D43C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6" name="Rectangle 465">
              <a:extLst>
                <a:ext uri="{FF2B5EF4-FFF2-40B4-BE49-F238E27FC236}">
                  <a16:creationId xmlns:a16="http://schemas.microsoft.com/office/drawing/2014/main" id="{D3EB3A1B-7E90-40D9-8264-724B706398B3}"/>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7" name="Rectangle 466">
              <a:extLst>
                <a:ext uri="{FF2B5EF4-FFF2-40B4-BE49-F238E27FC236}">
                  <a16:creationId xmlns:a16="http://schemas.microsoft.com/office/drawing/2014/main" id="{FA0563B5-8309-4D1D-8E6F-C7B59368B76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68" name="Rectangle 467">
              <a:extLst>
                <a:ext uri="{FF2B5EF4-FFF2-40B4-BE49-F238E27FC236}">
                  <a16:creationId xmlns:a16="http://schemas.microsoft.com/office/drawing/2014/main" id="{50904E1B-7BB1-4984-8AC2-3449351F61EC}"/>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9" name="Rectangle 468">
              <a:extLst>
                <a:ext uri="{FF2B5EF4-FFF2-40B4-BE49-F238E27FC236}">
                  <a16:creationId xmlns:a16="http://schemas.microsoft.com/office/drawing/2014/main" id="{F67AE078-C9B1-44DE-A0D9-1EA2EC43A2ED}"/>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0" name="Rectangle 469">
              <a:extLst>
                <a:ext uri="{FF2B5EF4-FFF2-40B4-BE49-F238E27FC236}">
                  <a16:creationId xmlns:a16="http://schemas.microsoft.com/office/drawing/2014/main" id="{75272301-E23F-405B-A6F6-E825A5A11F7C}"/>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1" name="Rectangle 470">
              <a:extLst>
                <a:ext uri="{FF2B5EF4-FFF2-40B4-BE49-F238E27FC236}">
                  <a16:creationId xmlns:a16="http://schemas.microsoft.com/office/drawing/2014/main" id="{12A40A6E-A10E-4535-B5FD-9E7FEC75D6A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2" name="Rectangle 471">
              <a:extLst>
                <a:ext uri="{FF2B5EF4-FFF2-40B4-BE49-F238E27FC236}">
                  <a16:creationId xmlns:a16="http://schemas.microsoft.com/office/drawing/2014/main" id="{848233F3-2E38-42EC-B33A-21092ED91847}"/>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3" name="Rectangle 472">
              <a:extLst>
                <a:ext uri="{FF2B5EF4-FFF2-40B4-BE49-F238E27FC236}">
                  <a16:creationId xmlns:a16="http://schemas.microsoft.com/office/drawing/2014/main" id="{27CE4573-5B02-4B5E-9395-BE15EFE13BF3}"/>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4" name="Rectangle 473">
              <a:extLst>
                <a:ext uri="{FF2B5EF4-FFF2-40B4-BE49-F238E27FC236}">
                  <a16:creationId xmlns:a16="http://schemas.microsoft.com/office/drawing/2014/main" id="{A697B250-B2E2-48E6-A2EB-EC51D26E43D3}"/>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5" name="Rectangle 474">
              <a:extLst>
                <a:ext uri="{FF2B5EF4-FFF2-40B4-BE49-F238E27FC236}">
                  <a16:creationId xmlns:a16="http://schemas.microsoft.com/office/drawing/2014/main" id="{8C2D15D7-1BCE-4DD6-B7FF-FE23DD94E770}"/>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6" name="Rectangle 475">
              <a:extLst>
                <a:ext uri="{FF2B5EF4-FFF2-40B4-BE49-F238E27FC236}">
                  <a16:creationId xmlns:a16="http://schemas.microsoft.com/office/drawing/2014/main" id="{0E29DD7B-3042-4D7F-92C9-70DC658EA2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7" name="Rectangle 476">
              <a:extLst>
                <a:ext uri="{FF2B5EF4-FFF2-40B4-BE49-F238E27FC236}">
                  <a16:creationId xmlns:a16="http://schemas.microsoft.com/office/drawing/2014/main" id="{4F5F4E60-A0EC-4C76-A389-F633A5ABABBE}"/>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8" name="Rectangle 477">
              <a:extLst>
                <a:ext uri="{FF2B5EF4-FFF2-40B4-BE49-F238E27FC236}">
                  <a16:creationId xmlns:a16="http://schemas.microsoft.com/office/drawing/2014/main" id="{C4DFD5A4-7168-4C01-BAEF-4851CA128599}"/>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9" name="Rectangle 478">
              <a:extLst>
                <a:ext uri="{FF2B5EF4-FFF2-40B4-BE49-F238E27FC236}">
                  <a16:creationId xmlns:a16="http://schemas.microsoft.com/office/drawing/2014/main" id="{4AD68EE2-35A6-49EE-8FDE-9F1F595349E7}"/>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0" name="Rectangle 479">
              <a:extLst>
                <a:ext uri="{FF2B5EF4-FFF2-40B4-BE49-F238E27FC236}">
                  <a16:creationId xmlns:a16="http://schemas.microsoft.com/office/drawing/2014/main" id="{CED5EBEC-C07F-47D7-B82C-D3FC3EAF7945}"/>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1" name="Rectangle 480">
              <a:extLst>
                <a:ext uri="{FF2B5EF4-FFF2-40B4-BE49-F238E27FC236}">
                  <a16:creationId xmlns:a16="http://schemas.microsoft.com/office/drawing/2014/main" id="{162E7914-4537-4A28-99D7-D0A2A5A90962}"/>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2" name="Rectangle 481">
              <a:extLst>
                <a:ext uri="{FF2B5EF4-FFF2-40B4-BE49-F238E27FC236}">
                  <a16:creationId xmlns:a16="http://schemas.microsoft.com/office/drawing/2014/main" id="{8FB5B9DB-73C7-4476-9297-8BCC75A9C3AE}"/>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3" name="Rectangle 482">
              <a:extLst>
                <a:ext uri="{FF2B5EF4-FFF2-40B4-BE49-F238E27FC236}">
                  <a16:creationId xmlns:a16="http://schemas.microsoft.com/office/drawing/2014/main" id="{CFC52B12-1268-485E-A02C-CDB75DB4A78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4" name="Rectangle 483">
              <a:extLst>
                <a:ext uri="{FF2B5EF4-FFF2-40B4-BE49-F238E27FC236}">
                  <a16:creationId xmlns:a16="http://schemas.microsoft.com/office/drawing/2014/main" id="{3CDE80D8-A75B-4CA2-BD9F-CA1A77D8E3B5}"/>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5" name="Rectangle 484">
              <a:extLst>
                <a:ext uri="{FF2B5EF4-FFF2-40B4-BE49-F238E27FC236}">
                  <a16:creationId xmlns:a16="http://schemas.microsoft.com/office/drawing/2014/main" id="{6CF0D840-FC13-46CE-80AA-0830A86AFB55}"/>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6" name="Rectangle 485">
              <a:extLst>
                <a:ext uri="{FF2B5EF4-FFF2-40B4-BE49-F238E27FC236}">
                  <a16:creationId xmlns:a16="http://schemas.microsoft.com/office/drawing/2014/main" id="{6E759118-C190-4A2F-B705-E8CD0CA5638C}"/>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7" name="Rectangle 486">
              <a:extLst>
                <a:ext uri="{FF2B5EF4-FFF2-40B4-BE49-F238E27FC236}">
                  <a16:creationId xmlns:a16="http://schemas.microsoft.com/office/drawing/2014/main" id="{91C6FA5D-F062-41B3-B0E0-164CDB8DDE59}"/>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8" name="Rectangle 487">
              <a:extLst>
                <a:ext uri="{FF2B5EF4-FFF2-40B4-BE49-F238E27FC236}">
                  <a16:creationId xmlns:a16="http://schemas.microsoft.com/office/drawing/2014/main" id="{557A9124-C290-49BD-AEAE-31D40E1F0FFD}"/>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9" name="Rectangle 488">
              <a:extLst>
                <a:ext uri="{FF2B5EF4-FFF2-40B4-BE49-F238E27FC236}">
                  <a16:creationId xmlns:a16="http://schemas.microsoft.com/office/drawing/2014/main" id="{CE585192-B6DA-476A-9497-BE285BFD035A}"/>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0" name="Rectangle 489">
              <a:extLst>
                <a:ext uri="{FF2B5EF4-FFF2-40B4-BE49-F238E27FC236}">
                  <a16:creationId xmlns:a16="http://schemas.microsoft.com/office/drawing/2014/main" id="{4E2B383D-1224-42E1-ADAD-19A1B03538AF}"/>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1" name="Rectangle 490">
              <a:extLst>
                <a:ext uri="{FF2B5EF4-FFF2-40B4-BE49-F238E27FC236}">
                  <a16:creationId xmlns:a16="http://schemas.microsoft.com/office/drawing/2014/main" id="{0EACD2B7-3EBF-4937-947E-019859D5A4C0}"/>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2" name="Rectangle 491">
              <a:extLst>
                <a:ext uri="{FF2B5EF4-FFF2-40B4-BE49-F238E27FC236}">
                  <a16:creationId xmlns:a16="http://schemas.microsoft.com/office/drawing/2014/main" id="{2FFDAF5D-0D4C-4972-83B7-89BD0A840308}"/>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3" name="Rectangle 492">
              <a:extLst>
                <a:ext uri="{FF2B5EF4-FFF2-40B4-BE49-F238E27FC236}">
                  <a16:creationId xmlns:a16="http://schemas.microsoft.com/office/drawing/2014/main" id="{E5CB2119-05F4-4A5B-834C-90ACF73AA6EC}"/>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4" name="Rectangle 493">
              <a:extLst>
                <a:ext uri="{FF2B5EF4-FFF2-40B4-BE49-F238E27FC236}">
                  <a16:creationId xmlns:a16="http://schemas.microsoft.com/office/drawing/2014/main" id="{798CEBCC-7C6D-4C18-9B36-B6700B16D9DC}"/>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5" name="Rectangle 494">
              <a:extLst>
                <a:ext uri="{FF2B5EF4-FFF2-40B4-BE49-F238E27FC236}">
                  <a16:creationId xmlns:a16="http://schemas.microsoft.com/office/drawing/2014/main" id="{1179AC97-94FD-41A2-B39F-C0064313189F}"/>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6" name="Rectangle 495">
              <a:extLst>
                <a:ext uri="{FF2B5EF4-FFF2-40B4-BE49-F238E27FC236}">
                  <a16:creationId xmlns:a16="http://schemas.microsoft.com/office/drawing/2014/main" id="{8469FD76-643B-46D1-B72C-F8A654F0701C}"/>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8" name="Rectangle 497">
              <a:extLst>
                <a:ext uri="{FF2B5EF4-FFF2-40B4-BE49-F238E27FC236}">
                  <a16:creationId xmlns:a16="http://schemas.microsoft.com/office/drawing/2014/main" id="{072B5B78-ABA3-456E-985F-2F6EAB169170}"/>
                </a:ext>
              </a:extLst>
            </p:cNvPr>
            <p:cNvSpPr/>
            <p:nvPr/>
          </p:nvSpPr>
          <p:spPr>
            <a:xfrm>
              <a:off x="3380996" y="3536920"/>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9" name="Rectangle 498">
              <a:extLst>
                <a:ext uri="{FF2B5EF4-FFF2-40B4-BE49-F238E27FC236}">
                  <a16:creationId xmlns:a16="http://schemas.microsoft.com/office/drawing/2014/main" id="{F1CB9CBD-A47A-4367-8DB3-04C03F37C884}"/>
                </a:ext>
              </a:extLst>
            </p:cNvPr>
            <p:cNvSpPr/>
            <p:nvPr/>
          </p:nvSpPr>
          <p:spPr>
            <a:xfrm>
              <a:off x="3380996" y="4187199"/>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0" name="Rectangle 499">
              <a:extLst>
                <a:ext uri="{FF2B5EF4-FFF2-40B4-BE49-F238E27FC236}">
                  <a16:creationId xmlns:a16="http://schemas.microsoft.com/office/drawing/2014/main" id="{9FF49123-4638-4ED2-860E-513B78EFDE87}"/>
                </a:ext>
              </a:extLst>
            </p:cNvPr>
            <p:cNvSpPr/>
            <p:nvPr/>
          </p:nvSpPr>
          <p:spPr>
            <a:xfrm>
              <a:off x="3380996" y="483232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1" name="Rectangle 500">
              <a:extLst>
                <a:ext uri="{FF2B5EF4-FFF2-40B4-BE49-F238E27FC236}">
                  <a16:creationId xmlns:a16="http://schemas.microsoft.com/office/drawing/2014/main" id="{9E005F04-7C6C-4C3B-BB33-B1ED4ACBF7D4}"/>
                </a:ext>
              </a:extLst>
            </p:cNvPr>
            <p:cNvSpPr/>
            <p:nvPr/>
          </p:nvSpPr>
          <p:spPr>
            <a:xfrm>
              <a:off x="4234905" y="3529606"/>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2" name="Rectangle 501">
              <a:extLst>
                <a:ext uri="{FF2B5EF4-FFF2-40B4-BE49-F238E27FC236}">
                  <a16:creationId xmlns:a16="http://schemas.microsoft.com/office/drawing/2014/main" id="{EF01ED4C-60EE-49A4-BC8F-B209B6D03D59}"/>
                </a:ext>
              </a:extLst>
            </p:cNvPr>
            <p:cNvSpPr/>
            <p:nvPr/>
          </p:nvSpPr>
          <p:spPr>
            <a:xfrm>
              <a:off x="4234905" y="41798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3" name="Rectangle 502">
              <a:extLst>
                <a:ext uri="{FF2B5EF4-FFF2-40B4-BE49-F238E27FC236}">
                  <a16:creationId xmlns:a16="http://schemas.microsoft.com/office/drawing/2014/main" id="{5DB5D187-684F-4AC9-81FB-2598128FFC32}"/>
                </a:ext>
              </a:extLst>
            </p:cNvPr>
            <p:cNvSpPr/>
            <p:nvPr/>
          </p:nvSpPr>
          <p:spPr>
            <a:xfrm>
              <a:off x="5636193" y="3478582"/>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4" name="Rectangle 503">
              <a:extLst>
                <a:ext uri="{FF2B5EF4-FFF2-40B4-BE49-F238E27FC236}">
                  <a16:creationId xmlns:a16="http://schemas.microsoft.com/office/drawing/2014/main" id="{D200814E-17AC-408E-B4BA-0F7C7E860141}"/>
                </a:ext>
              </a:extLst>
            </p:cNvPr>
            <p:cNvSpPr/>
            <p:nvPr/>
          </p:nvSpPr>
          <p:spPr>
            <a:xfrm>
              <a:off x="5636193" y="412886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5" name="Rectangle 504">
              <a:extLst>
                <a:ext uri="{FF2B5EF4-FFF2-40B4-BE49-F238E27FC236}">
                  <a16:creationId xmlns:a16="http://schemas.microsoft.com/office/drawing/2014/main" id="{B399D41F-F2BB-4093-9790-70A4AE36DD29}"/>
                </a:ext>
              </a:extLst>
            </p:cNvPr>
            <p:cNvSpPr/>
            <p:nvPr/>
          </p:nvSpPr>
          <p:spPr>
            <a:xfrm>
              <a:off x="5636193" y="477398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6" name="Rectangle 505">
              <a:extLst>
                <a:ext uri="{FF2B5EF4-FFF2-40B4-BE49-F238E27FC236}">
                  <a16:creationId xmlns:a16="http://schemas.microsoft.com/office/drawing/2014/main" id="{6B6579C6-8BF9-459F-B1AC-36DA21BD4078}"/>
                </a:ext>
              </a:extLst>
            </p:cNvPr>
            <p:cNvSpPr/>
            <p:nvPr/>
          </p:nvSpPr>
          <p:spPr>
            <a:xfrm>
              <a:off x="6358336" y="3490590"/>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8" name="Rectangle 507">
              <a:extLst>
                <a:ext uri="{FF2B5EF4-FFF2-40B4-BE49-F238E27FC236}">
                  <a16:creationId xmlns:a16="http://schemas.microsoft.com/office/drawing/2014/main" id="{A9F9FCC3-4692-40A2-8E75-392DBCAE77F9}"/>
                </a:ext>
              </a:extLst>
            </p:cNvPr>
            <p:cNvSpPr/>
            <p:nvPr/>
          </p:nvSpPr>
          <p:spPr>
            <a:xfrm>
              <a:off x="7818654" y="350620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9" name="Rectangle 508">
              <a:extLst>
                <a:ext uri="{FF2B5EF4-FFF2-40B4-BE49-F238E27FC236}">
                  <a16:creationId xmlns:a16="http://schemas.microsoft.com/office/drawing/2014/main" id="{4F431750-B175-4524-8917-B03EB46BD9B1}"/>
                </a:ext>
              </a:extLst>
            </p:cNvPr>
            <p:cNvSpPr/>
            <p:nvPr/>
          </p:nvSpPr>
          <p:spPr>
            <a:xfrm>
              <a:off x="7818654" y="4156483"/>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0" name="Rectangle 509">
              <a:extLst>
                <a:ext uri="{FF2B5EF4-FFF2-40B4-BE49-F238E27FC236}">
                  <a16:creationId xmlns:a16="http://schemas.microsoft.com/office/drawing/2014/main" id="{BC23962C-4EF8-4761-9A90-670269F2F2A8}"/>
                </a:ext>
              </a:extLst>
            </p:cNvPr>
            <p:cNvSpPr/>
            <p:nvPr/>
          </p:nvSpPr>
          <p:spPr>
            <a:xfrm>
              <a:off x="7818654" y="480160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1" name="Rectangle 510">
              <a:extLst>
                <a:ext uri="{FF2B5EF4-FFF2-40B4-BE49-F238E27FC236}">
                  <a16:creationId xmlns:a16="http://schemas.microsoft.com/office/drawing/2014/main" id="{8EAFA7AE-1674-44C4-BC0B-213A197AF9ED}"/>
                </a:ext>
              </a:extLst>
            </p:cNvPr>
            <p:cNvSpPr/>
            <p:nvPr/>
          </p:nvSpPr>
          <p:spPr>
            <a:xfrm>
              <a:off x="8503188" y="34970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3" name="Rectangle 512">
              <a:extLst>
                <a:ext uri="{FF2B5EF4-FFF2-40B4-BE49-F238E27FC236}">
                  <a16:creationId xmlns:a16="http://schemas.microsoft.com/office/drawing/2014/main" id="{FE765B64-487C-4792-B53E-8B4015B6B82C}"/>
                </a:ext>
              </a:extLst>
            </p:cNvPr>
            <p:cNvSpPr/>
            <p:nvPr/>
          </p:nvSpPr>
          <p:spPr>
            <a:xfrm>
              <a:off x="9924713" y="348589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4" name="Rectangle 513">
              <a:extLst>
                <a:ext uri="{FF2B5EF4-FFF2-40B4-BE49-F238E27FC236}">
                  <a16:creationId xmlns:a16="http://schemas.microsoft.com/office/drawing/2014/main" id="{015EBF1E-2B5D-4071-A6A9-8F0209187A76}"/>
                </a:ext>
              </a:extLst>
            </p:cNvPr>
            <p:cNvSpPr/>
            <p:nvPr/>
          </p:nvSpPr>
          <p:spPr>
            <a:xfrm>
              <a:off x="9924713" y="413617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5" name="Rectangle 514">
              <a:extLst>
                <a:ext uri="{FF2B5EF4-FFF2-40B4-BE49-F238E27FC236}">
                  <a16:creationId xmlns:a16="http://schemas.microsoft.com/office/drawing/2014/main" id="{952B88C0-D830-435B-AD62-868967129179}"/>
                </a:ext>
              </a:extLst>
            </p:cNvPr>
            <p:cNvSpPr/>
            <p:nvPr/>
          </p:nvSpPr>
          <p:spPr>
            <a:xfrm>
              <a:off x="9924713" y="478129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6" name="Rectangle 515">
              <a:extLst>
                <a:ext uri="{FF2B5EF4-FFF2-40B4-BE49-F238E27FC236}">
                  <a16:creationId xmlns:a16="http://schemas.microsoft.com/office/drawing/2014/main" id="{46BC26F5-88C8-410F-A414-EE53445CB4F2}"/>
                </a:ext>
              </a:extLst>
            </p:cNvPr>
            <p:cNvSpPr/>
            <p:nvPr/>
          </p:nvSpPr>
          <p:spPr>
            <a:xfrm>
              <a:off x="10778622" y="347858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7" name="Rectangle 516">
              <a:extLst>
                <a:ext uri="{FF2B5EF4-FFF2-40B4-BE49-F238E27FC236}">
                  <a16:creationId xmlns:a16="http://schemas.microsoft.com/office/drawing/2014/main" id="{8776A8E2-E220-4056-B114-A512CA61969A}"/>
                </a:ext>
              </a:extLst>
            </p:cNvPr>
            <p:cNvSpPr/>
            <p:nvPr/>
          </p:nvSpPr>
          <p:spPr>
            <a:xfrm>
              <a:off x="10778622" y="412886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9" name="Rectangle 518">
              <a:extLst>
                <a:ext uri="{FF2B5EF4-FFF2-40B4-BE49-F238E27FC236}">
                  <a16:creationId xmlns:a16="http://schemas.microsoft.com/office/drawing/2014/main" id="{50397054-50F5-4D11-B2F1-F82E1DD99A75}"/>
                </a:ext>
              </a:extLst>
            </p:cNvPr>
            <p:cNvSpPr/>
            <p:nvPr/>
          </p:nvSpPr>
          <p:spPr>
            <a:xfrm>
              <a:off x="4201197" y="4864609"/>
              <a:ext cx="635080"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97" name="Espace réservé du texte 8">
            <a:extLst>
              <a:ext uri="{FF2B5EF4-FFF2-40B4-BE49-F238E27FC236}">
                <a16:creationId xmlns:a16="http://schemas.microsoft.com/office/drawing/2014/main" id="{C3663150-7875-4E11-B1C7-73F24B90B837}"/>
              </a:ext>
            </a:extLst>
          </p:cNvPr>
          <p:cNvSpPr txBox="1">
            <a:spLocks/>
          </p:cNvSpPr>
          <p:nvPr/>
        </p:nvSpPr>
        <p:spPr>
          <a:xfrm>
            <a:off x="6791066"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7</a:t>
            </a:r>
            <a:r>
              <a:rPr lang="en-US" sz="1200" dirty="0"/>
              <a:t>. Complete repeating the same step to the last level</a:t>
            </a:r>
          </a:p>
        </p:txBody>
      </p:sp>
      <p:sp>
        <p:nvSpPr>
          <p:cNvPr id="520" name="Espace réservé du texte 8">
            <a:extLst>
              <a:ext uri="{FF2B5EF4-FFF2-40B4-BE49-F238E27FC236}">
                <a16:creationId xmlns:a16="http://schemas.microsoft.com/office/drawing/2014/main" id="{24705EFF-86E5-4C9C-A37A-282519636779}"/>
              </a:ext>
            </a:extLst>
          </p:cNvPr>
          <p:cNvSpPr txBox="1">
            <a:spLocks/>
          </p:cNvSpPr>
          <p:nvPr/>
        </p:nvSpPr>
        <p:spPr>
          <a:xfrm>
            <a:off x="9613021"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8. </a:t>
            </a:r>
            <a:r>
              <a:rPr lang="en-US" sz="1200" dirty="0"/>
              <a:t>Iterate and adjust the </a:t>
            </a:r>
            <a:r>
              <a:rPr lang="en-US" sz="1200" noProof="0" dirty="0"/>
              <a:t>🟪🟦🟩🟨 until time is up or when you reach a satisfying testable version</a:t>
            </a:r>
            <a:endParaRPr lang="en-US" sz="1200" dirty="0"/>
          </a:p>
        </p:txBody>
      </p:sp>
      <p:pic>
        <p:nvPicPr>
          <p:cNvPr id="521" name="Graphique 520" descr="Transférer avec un remplissage uni">
            <a:extLst>
              <a:ext uri="{FF2B5EF4-FFF2-40B4-BE49-F238E27FC236}">
                <a16:creationId xmlns:a16="http://schemas.microsoft.com/office/drawing/2014/main" id="{992CEC5F-829F-47B6-B659-31F98963FF8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82733" y="4443553"/>
            <a:ext cx="914400" cy="914400"/>
          </a:xfrm>
          <a:prstGeom prst="rect">
            <a:avLst/>
          </a:prstGeom>
        </p:spPr>
      </p:pic>
      <p:sp>
        <p:nvSpPr>
          <p:cNvPr id="522" name="ZoneTexte 521">
            <a:extLst>
              <a:ext uri="{FF2B5EF4-FFF2-40B4-BE49-F238E27FC236}">
                <a16:creationId xmlns:a16="http://schemas.microsoft.com/office/drawing/2014/main" id="{34DAF864-96B1-4FD6-8E35-36B191BE3604}"/>
              </a:ext>
            </a:extLst>
          </p:cNvPr>
          <p:cNvSpPr txBox="1"/>
          <p:nvPr/>
        </p:nvSpPr>
        <p:spPr>
          <a:xfrm>
            <a:off x="10009238" y="5199803"/>
            <a:ext cx="1527471" cy="369332"/>
          </a:xfrm>
          <a:prstGeom prst="rect">
            <a:avLst/>
          </a:prstGeom>
          <a:noFill/>
        </p:spPr>
        <p:txBody>
          <a:bodyPr wrap="square">
            <a:spAutoFit/>
          </a:bodyPr>
          <a:lstStyle/>
          <a:p>
            <a:pPr algn="ctr"/>
            <a:r>
              <a:rPr lang="en-US" sz="1800" noProof="0" dirty="0"/>
              <a:t>🟪🟦🟩🟨</a:t>
            </a:r>
            <a:endParaRPr lang="en-US" dirty="0"/>
          </a:p>
        </p:txBody>
      </p:sp>
      <p:sp>
        <p:nvSpPr>
          <p:cNvPr id="523" name="ZoneTexte 522">
            <a:extLst>
              <a:ext uri="{FF2B5EF4-FFF2-40B4-BE49-F238E27FC236}">
                <a16:creationId xmlns:a16="http://schemas.microsoft.com/office/drawing/2014/main" id="{48BFBFA0-2010-4948-94CC-118C9AC45A03}"/>
              </a:ext>
            </a:extLst>
          </p:cNvPr>
          <p:cNvSpPr txBox="1"/>
          <p:nvPr/>
        </p:nvSpPr>
        <p:spPr>
          <a:xfrm>
            <a:off x="9933129" y="2818932"/>
            <a:ext cx="1527471" cy="369332"/>
          </a:xfrm>
          <a:prstGeom prst="rect">
            <a:avLst/>
          </a:prstGeom>
          <a:noFill/>
        </p:spPr>
        <p:txBody>
          <a:bodyPr wrap="square">
            <a:spAutoFit/>
          </a:bodyPr>
          <a:lstStyle/>
          <a:p>
            <a:pPr algn="ctr"/>
            <a:r>
              <a:rPr lang="en-US" sz="1800" noProof="0" dirty="0"/>
              <a:t>🟪🟦</a:t>
            </a:r>
            <a:endParaRPr lang="en-US" dirty="0"/>
          </a:p>
        </p:txBody>
      </p:sp>
    </p:spTree>
    <p:extLst>
      <p:ext uri="{BB962C8B-B14F-4D97-AF65-F5344CB8AC3E}">
        <p14:creationId xmlns:p14="http://schemas.microsoft.com/office/powerpoint/2010/main" val="3734705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lstStyle/>
          <a:p>
            <a:r>
              <a:rPr lang="en-US"/>
              <a:t>Using the workshop results</a:t>
            </a:r>
          </a:p>
        </p:txBody>
      </p:sp>
      <p:sp>
        <p:nvSpPr>
          <p:cNvPr id="3" name="Espace réservé du contenu 2">
            <a:extLst>
              <a:ext uri="{FF2B5EF4-FFF2-40B4-BE49-F238E27FC236}">
                <a16:creationId xmlns:a16="http://schemas.microsoft.com/office/drawing/2014/main" id="{B78F5973-11FE-47DA-9479-62749C9C34C4}"/>
              </a:ext>
            </a:extLst>
          </p:cNvPr>
          <p:cNvSpPr>
            <a:spLocks noGrp="1"/>
          </p:cNvSpPr>
          <p:nvPr>
            <p:ph idx="1"/>
          </p:nvPr>
        </p:nvSpPr>
        <p:spPr>
          <a:xfrm>
            <a:off x="1087521" y="2248250"/>
            <a:ext cx="10016958" cy="3456264"/>
          </a:xfrm>
        </p:spPr>
        <p:txBody>
          <a:bodyPr>
            <a:normAutofit fontScale="55000" lnSpcReduction="20000"/>
          </a:bodyPr>
          <a:lstStyle/>
          <a:p>
            <a:pPr marL="0" indent="0">
              <a:buNone/>
            </a:pPr>
            <a:r>
              <a:rPr lang="en-US"/>
              <a:t>☑️Review the results a few days after to take some hindsight</a:t>
            </a:r>
          </a:p>
          <a:p>
            <a:pPr marL="0" indent="0">
              <a:buNone/>
            </a:pPr>
            <a:endParaRPr lang="en-US"/>
          </a:p>
          <a:p>
            <a:pPr marL="0" indent="0">
              <a:buNone/>
            </a:pPr>
            <a:r>
              <a:rPr lang="en-US"/>
              <a:t>🤝Review with Community Sponsor (Clarify Governance, validate rewards, …)</a:t>
            </a:r>
          </a:p>
          <a:p>
            <a:pPr marL="0" indent="0">
              <a:buNone/>
            </a:pPr>
            <a:endParaRPr lang="en-US"/>
          </a:p>
          <a:p>
            <a:pPr marL="0" indent="0">
              <a:buNone/>
            </a:pPr>
            <a:r>
              <a:rPr lang="en-US"/>
              <a:t>📣Identify where, when, how, to whom, the levels should be shared</a:t>
            </a:r>
          </a:p>
          <a:p>
            <a:pPr marL="0" indent="0">
              <a:buNone/>
            </a:pPr>
            <a:endParaRPr lang="en-US"/>
          </a:p>
          <a:p>
            <a:pPr marL="0" indent="0">
              <a:buNone/>
            </a:pPr>
            <a:r>
              <a:rPr lang="en-US"/>
              <a:t>✨Beautify and make the result fun and engaging (in the format)</a:t>
            </a:r>
          </a:p>
          <a:p>
            <a:pPr marL="0" indent="0">
              <a:buNone/>
            </a:pPr>
            <a:endParaRPr lang="en-US"/>
          </a:p>
          <a:p>
            <a:pPr marL="0" indent="0">
              <a:buNone/>
            </a:pPr>
            <a:r>
              <a:rPr lang="en-US"/>
              <a:t>⚒️Decide on implementation tools and processes : When, where, who, how will you track members levels (example : use workshop 6 #OpenSeriousPath)</a:t>
            </a:r>
          </a:p>
          <a:p>
            <a:pPr marL="0" indent="0">
              <a:buNone/>
            </a:pP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3943490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lstStyle/>
          <a:p>
            <a:r>
              <a:rPr lang="en-US"/>
              <a:t>Questions to ask yourself on rewards</a:t>
            </a:r>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normAutofit fontScale="55000" lnSpcReduction="20000"/>
          </a:bodyPr>
          <a:lstStyle/>
          <a:p>
            <a:r>
              <a:rPr lang="en-US" dirty="0"/>
              <a:t>Should the reward be more external or internal ? (Warning : Excess of external rewards can have negative effects over time)</a:t>
            </a:r>
          </a:p>
          <a:p>
            <a:endParaRPr lang="en-US" dirty="0"/>
          </a:p>
          <a:p>
            <a:r>
              <a:rPr lang="en-US" dirty="0"/>
              <a:t>Should a given reward  be 🧍individual or 🧑🏽‍🤝‍🧑🏻 collective ? </a:t>
            </a:r>
          </a:p>
          <a:p>
            <a:pPr lvl="1"/>
            <a:r>
              <a:rPr lang="en-US" dirty="0"/>
              <a:t>Individual rewards can foster individualistic behavior</a:t>
            </a:r>
          </a:p>
          <a:p>
            <a:pPr lvl="1"/>
            <a:r>
              <a:rPr lang="en-US" dirty="0"/>
              <a:t>Collective rewards can be slower to implement </a:t>
            </a:r>
          </a:p>
          <a:p>
            <a:endParaRPr lang="en-US" dirty="0"/>
          </a:p>
          <a:p>
            <a:r>
              <a:rPr lang="en-US" dirty="0"/>
              <a:t>Should it be known beforehand by members (can trigger reward-driven behavior) or unknown beforehand and given by Community Booster only after challenges are completed ?</a:t>
            </a:r>
          </a:p>
          <a:p>
            <a:endParaRPr lang="en-US" dirty="0"/>
          </a:p>
          <a:p>
            <a:r>
              <a:rPr lang="en-US" dirty="0"/>
              <a:t>Should it always be the same reward for all or should it depend on the person ? If the latter, among what shortlist would you pick ?</a:t>
            </a:r>
          </a:p>
        </p:txBody>
      </p:sp>
      <p:pic>
        <p:nvPicPr>
          <p:cNvPr id="4" name="Graphique 3" descr="Médaille avec un remplissage uni">
            <a:extLst>
              <a:ext uri="{FF2B5EF4-FFF2-40B4-BE49-F238E27FC236}">
                <a16:creationId xmlns:a16="http://schemas.microsoft.com/office/drawing/2014/main" id="{0E104EE8-4D15-4DAD-904D-15BF032084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Tree>
    <p:extLst>
      <p:ext uri="{BB962C8B-B14F-4D97-AF65-F5344CB8AC3E}">
        <p14:creationId xmlns:p14="http://schemas.microsoft.com/office/powerpoint/2010/main" val="3954206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normAutofit fontScale="90000"/>
          </a:bodyPr>
          <a:lstStyle/>
          <a:p>
            <a:r>
              <a:rPr lang="en-US"/>
              <a:t>Questions to ask yourself on growth challenges</a:t>
            </a:r>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lstStyle/>
          <a:p>
            <a:r>
              <a:rPr lang="en-US"/>
              <a:t>Should a challenge be 🧍individual or 🧑🏽‍🤝‍🧑🏻 collective ? Or collective beyond a certain level ? </a:t>
            </a:r>
          </a:p>
          <a:p>
            <a:r>
              <a:rPr lang="en-US"/>
              <a:t>How can you make a challenge meaningful (difficult enough but not too difficult, useful for the Community, …) ?</a:t>
            </a:r>
          </a:p>
          <a:p>
            <a:endParaRPr lang="en-US"/>
          </a:p>
        </p:txBody>
      </p:sp>
      <p:pic>
        <p:nvPicPr>
          <p:cNvPr id="5" name="Graphique 4" descr="Obstacle avec un remplissage uni">
            <a:extLst>
              <a:ext uri="{FF2B5EF4-FFF2-40B4-BE49-F238E27FC236}">
                <a16:creationId xmlns:a16="http://schemas.microsoft.com/office/drawing/2014/main" id="{33D7F340-F652-457C-BC55-20CAD8F8CD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548640"/>
            <a:ext cx="951508" cy="951508"/>
          </a:xfrm>
          <a:prstGeom prst="rect">
            <a:avLst/>
          </a:prstGeom>
        </p:spPr>
      </p:pic>
    </p:spTree>
    <p:extLst>
      <p:ext uri="{BB962C8B-B14F-4D97-AF65-F5344CB8AC3E}">
        <p14:creationId xmlns:p14="http://schemas.microsoft.com/office/powerpoint/2010/main" val="358950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lstStyle/>
          <a:p>
            <a:r>
              <a:rPr lang="en-US" dirty="0"/>
              <a:t>From one Path to many paths</a:t>
            </a:r>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7500" lnSpcReduction="20000"/>
          </a:bodyPr>
          <a:lstStyle/>
          <a:p>
            <a:r>
              <a:rPr lang="en-US" sz="2000"/>
              <a:t>In case of high diversity in Community Profiles, you can choose to set up different paths instead of one</a:t>
            </a:r>
          </a:p>
          <a:p>
            <a:endParaRPr lang="en-US" sz="2000"/>
          </a:p>
          <a:p>
            <a:r>
              <a:rPr lang="en-US" sz="2000"/>
              <a:t>🗺️Mostly apply to larger communities than to small communities</a:t>
            </a:r>
          </a:p>
          <a:p>
            <a:endParaRPr lang="en-US" sz="2000"/>
          </a:p>
          <a:p>
            <a:r>
              <a:rPr lang="en-US" sz="2000"/>
              <a:t>Adding several paths allows more alignment between levels and members preferences, but also adds more complexity in Community Management</a:t>
            </a:r>
          </a:p>
        </p:txBody>
      </p:sp>
      <p:sp>
        <p:nvSpPr>
          <p:cNvPr id="4" name="Rectangle 3">
            <a:extLst>
              <a:ext uri="{FF2B5EF4-FFF2-40B4-BE49-F238E27FC236}">
                <a16:creationId xmlns:a16="http://schemas.microsoft.com/office/drawing/2014/main" id="{69942EB3-3299-4089-9B20-539164365AE6}"/>
              </a:ext>
            </a:extLst>
          </p:cNvPr>
          <p:cNvSpPr/>
          <p:nvPr/>
        </p:nvSpPr>
        <p:spPr>
          <a:xfrm>
            <a:off x="5345486"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 name="Rectangle 4">
            <a:extLst>
              <a:ext uri="{FF2B5EF4-FFF2-40B4-BE49-F238E27FC236}">
                <a16:creationId xmlns:a16="http://schemas.microsoft.com/office/drawing/2014/main" id="{71F87AA1-35E6-4348-A4E7-F84782D16C5E}"/>
              </a:ext>
            </a:extLst>
          </p:cNvPr>
          <p:cNvSpPr/>
          <p:nvPr/>
        </p:nvSpPr>
        <p:spPr>
          <a:xfrm>
            <a:off x="6511555"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6" name="Rectangle 5">
            <a:extLst>
              <a:ext uri="{FF2B5EF4-FFF2-40B4-BE49-F238E27FC236}">
                <a16:creationId xmlns:a16="http://schemas.microsoft.com/office/drawing/2014/main" id="{16135A4F-DD0C-4EA2-B5BB-CF3F103DF1EF}"/>
              </a:ext>
            </a:extLst>
          </p:cNvPr>
          <p:cNvSpPr/>
          <p:nvPr/>
        </p:nvSpPr>
        <p:spPr>
          <a:xfrm>
            <a:off x="7677624"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7" name="Rectangle 6">
            <a:extLst>
              <a:ext uri="{FF2B5EF4-FFF2-40B4-BE49-F238E27FC236}">
                <a16:creationId xmlns:a16="http://schemas.microsoft.com/office/drawing/2014/main" id="{B86FB5F1-85F9-48DB-A856-55FCEF1CE9DB}"/>
              </a:ext>
            </a:extLst>
          </p:cNvPr>
          <p:cNvSpPr/>
          <p:nvPr/>
        </p:nvSpPr>
        <p:spPr>
          <a:xfrm>
            <a:off x="8843693"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8" name="Rectangle 7">
            <a:extLst>
              <a:ext uri="{FF2B5EF4-FFF2-40B4-BE49-F238E27FC236}">
                <a16:creationId xmlns:a16="http://schemas.microsoft.com/office/drawing/2014/main" id="{6D245CEA-55B5-49B0-97E1-922C06806396}"/>
              </a:ext>
            </a:extLst>
          </p:cNvPr>
          <p:cNvSpPr/>
          <p:nvPr/>
        </p:nvSpPr>
        <p:spPr>
          <a:xfrm>
            <a:off x="10009762"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10" name="Connecteur droit avec flèche 9">
            <a:extLst>
              <a:ext uri="{FF2B5EF4-FFF2-40B4-BE49-F238E27FC236}">
                <a16:creationId xmlns:a16="http://schemas.microsoft.com/office/drawing/2014/main" id="{60580DF7-B5ED-49A8-903D-903C4585BD2F}"/>
              </a:ext>
            </a:extLst>
          </p:cNvPr>
          <p:cNvCxnSpPr>
            <a:stCxn id="4" idx="3"/>
            <a:endCxn id="5" idx="1"/>
          </p:cNvCxnSpPr>
          <p:nvPr/>
        </p:nvCxnSpPr>
        <p:spPr>
          <a:xfrm>
            <a:off x="6023296"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FD776714-DFCF-4B86-AD26-E9B4D9DFA159}"/>
              </a:ext>
            </a:extLst>
          </p:cNvPr>
          <p:cNvCxnSpPr>
            <a:cxnSpLocks/>
            <a:stCxn id="5" idx="3"/>
            <a:endCxn id="6" idx="1"/>
          </p:cNvCxnSpPr>
          <p:nvPr/>
        </p:nvCxnSpPr>
        <p:spPr>
          <a:xfrm>
            <a:off x="7189365"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1708BB29-DF08-437F-AEFE-DFD9A26DBCF7}"/>
              </a:ext>
            </a:extLst>
          </p:cNvPr>
          <p:cNvCxnSpPr>
            <a:cxnSpLocks/>
            <a:stCxn id="6" idx="3"/>
            <a:endCxn id="7" idx="1"/>
          </p:cNvCxnSpPr>
          <p:nvPr/>
        </p:nvCxnSpPr>
        <p:spPr>
          <a:xfrm>
            <a:off x="8355434"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500C8534-2F25-47DC-9AC3-CACA0333E357}"/>
              </a:ext>
            </a:extLst>
          </p:cNvPr>
          <p:cNvCxnSpPr>
            <a:cxnSpLocks/>
            <a:stCxn id="7" idx="3"/>
            <a:endCxn id="8" idx="1"/>
          </p:cNvCxnSpPr>
          <p:nvPr/>
        </p:nvCxnSpPr>
        <p:spPr>
          <a:xfrm>
            <a:off x="9521503"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BD91388-636A-45E4-B666-BAF8A52A8856}"/>
              </a:ext>
            </a:extLst>
          </p:cNvPr>
          <p:cNvSpPr/>
          <p:nvPr/>
        </p:nvSpPr>
        <p:spPr>
          <a:xfrm>
            <a:off x="5488947"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1" name="Rectangle 20">
            <a:extLst>
              <a:ext uri="{FF2B5EF4-FFF2-40B4-BE49-F238E27FC236}">
                <a16:creationId xmlns:a16="http://schemas.microsoft.com/office/drawing/2014/main" id="{72DC894F-B970-4076-8BD3-F630ACAAF2BF}"/>
              </a:ext>
            </a:extLst>
          </p:cNvPr>
          <p:cNvSpPr/>
          <p:nvPr/>
        </p:nvSpPr>
        <p:spPr>
          <a:xfrm>
            <a:off x="6511555"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2" name="Rectangle 21">
            <a:extLst>
              <a:ext uri="{FF2B5EF4-FFF2-40B4-BE49-F238E27FC236}">
                <a16:creationId xmlns:a16="http://schemas.microsoft.com/office/drawing/2014/main" id="{951F338B-74F5-4452-B791-E1491CDBAEAD}"/>
              </a:ext>
            </a:extLst>
          </p:cNvPr>
          <p:cNvSpPr/>
          <p:nvPr/>
        </p:nvSpPr>
        <p:spPr>
          <a:xfrm>
            <a:off x="7433494"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3" name="Rectangle 22">
            <a:extLst>
              <a:ext uri="{FF2B5EF4-FFF2-40B4-BE49-F238E27FC236}">
                <a16:creationId xmlns:a16="http://schemas.microsoft.com/office/drawing/2014/main" id="{D322F431-BE83-4AB2-944B-A892841B3A59}"/>
              </a:ext>
            </a:extLst>
          </p:cNvPr>
          <p:cNvSpPr/>
          <p:nvPr/>
        </p:nvSpPr>
        <p:spPr>
          <a:xfrm>
            <a:off x="8355433"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4" name="Rectangle 23">
            <a:extLst>
              <a:ext uri="{FF2B5EF4-FFF2-40B4-BE49-F238E27FC236}">
                <a16:creationId xmlns:a16="http://schemas.microsoft.com/office/drawing/2014/main" id="{C86B48E3-C1BC-4F80-8608-A74B0CA9CB0D}"/>
              </a:ext>
            </a:extLst>
          </p:cNvPr>
          <p:cNvSpPr/>
          <p:nvPr/>
        </p:nvSpPr>
        <p:spPr>
          <a:xfrm>
            <a:off x="9363859"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5" name="Rectangle 24">
            <a:extLst>
              <a:ext uri="{FF2B5EF4-FFF2-40B4-BE49-F238E27FC236}">
                <a16:creationId xmlns:a16="http://schemas.microsoft.com/office/drawing/2014/main" id="{201C079D-23FB-4F1F-9C22-46A3CBF8C932}"/>
              </a:ext>
            </a:extLst>
          </p:cNvPr>
          <p:cNvSpPr/>
          <p:nvPr/>
        </p:nvSpPr>
        <p:spPr>
          <a:xfrm>
            <a:off x="10362147"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6" name="Rectangle 25">
            <a:extLst>
              <a:ext uri="{FF2B5EF4-FFF2-40B4-BE49-F238E27FC236}">
                <a16:creationId xmlns:a16="http://schemas.microsoft.com/office/drawing/2014/main" id="{271C898D-3C50-4309-884D-99A189674351}"/>
              </a:ext>
            </a:extLst>
          </p:cNvPr>
          <p:cNvSpPr/>
          <p:nvPr/>
        </p:nvSpPr>
        <p:spPr>
          <a:xfrm>
            <a:off x="9331952" y="587563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7" name="Rectangle 26">
            <a:extLst>
              <a:ext uri="{FF2B5EF4-FFF2-40B4-BE49-F238E27FC236}">
                <a16:creationId xmlns:a16="http://schemas.microsoft.com/office/drawing/2014/main" id="{BA4BF5AC-4B00-43CA-9B20-A12EE9E1BC41}"/>
              </a:ext>
            </a:extLst>
          </p:cNvPr>
          <p:cNvSpPr/>
          <p:nvPr/>
        </p:nvSpPr>
        <p:spPr>
          <a:xfrm>
            <a:off x="10330240" y="58788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8" name="Rectangle 27">
            <a:extLst>
              <a:ext uri="{FF2B5EF4-FFF2-40B4-BE49-F238E27FC236}">
                <a16:creationId xmlns:a16="http://schemas.microsoft.com/office/drawing/2014/main" id="{F308B5B9-DB0E-4EE0-95E0-3136ACE88D17}"/>
              </a:ext>
            </a:extLst>
          </p:cNvPr>
          <p:cNvSpPr/>
          <p:nvPr/>
        </p:nvSpPr>
        <p:spPr>
          <a:xfrm>
            <a:off x="10362147" y="41199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9" name="Rectangle 28">
            <a:extLst>
              <a:ext uri="{FF2B5EF4-FFF2-40B4-BE49-F238E27FC236}">
                <a16:creationId xmlns:a16="http://schemas.microsoft.com/office/drawing/2014/main" id="{D00BF388-F9E2-479B-8B41-82E5D850CD04}"/>
              </a:ext>
            </a:extLst>
          </p:cNvPr>
          <p:cNvSpPr/>
          <p:nvPr/>
        </p:nvSpPr>
        <p:spPr>
          <a:xfrm>
            <a:off x="7433494" y="595420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30" name="Connecteur droit avec flèche 29">
            <a:extLst>
              <a:ext uri="{FF2B5EF4-FFF2-40B4-BE49-F238E27FC236}">
                <a16:creationId xmlns:a16="http://schemas.microsoft.com/office/drawing/2014/main" id="{8301C4CE-913D-403C-B950-EDECDF90A5A2}"/>
              </a:ext>
            </a:extLst>
          </p:cNvPr>
          <p:cNvCxnSpPr>
            <a:cxnSpLocks/>
            <a:stCxn id="20" idx="3"/>
            <a:endCxn id="21" idx="1"/>
          </p:cNvCxnSpPr>
          <p:nvPr/>
        </p:nvCxnSpPr>
        <p:spPr>
          <a:xfrm>
            <a:off x="6166757" y="5421555"/>
            <a:ext cx="344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B8D960D0-A28E-42D2-BB59-78E7B9A622F8}"/>
              </a:ext>
            </a:extLst>
          </p:cNvPr>
          <p:cNvCxnSpPr>
            <a:cxnSpLocks/>
            <a:stCxn id="21" idx="3"/>
            <a:endCxn id="22" idx="1"/>
          </p:cNvCxnSpPr>
          <p:nvPr/>
        </p:nvCxnSpPr>
        <p:spPr>
          <a:xfrm>
            <a:off x="7189365"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D5941D01-D3A2-41C7-98F3-0FDF42440A51}"/>
              </a:ext>
            </a:extLst>
          </p:cNvPr>
          <p:cNvCxnSpPr>
            <a:cxnSpLocks/>
            <a:stCxn id="21" idx="3"/>
            <a:endCxn id="29" idx="1"/>
          </p:cNvCxnSpPr>
          <p:nvPr/>
        </p:nvCxnSpPr>
        <p:spPr>
          <a:xfrm>
            <a:off x="7189365" y="5421555"/>
            <a:ext cx="244129" cy="750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A1B467FA-1C90-4FC5-A239-B23A06C7B05C}"/>
              </a:ext>
            </a:extLst>
          </p:cNvPr>
          <p:cNvCxnSpPr>
            <a:cxnSpLocks/>
            <a:stCxn id="22" idx="3"/>
            <a:endCxn id="23" idx="1"/>
          </p:cNvCxnSpPr>
          <p:nvPr/>
        </p:nvCxnSpPr>
        <p:spPr>
          <a:xfrm>
            <a:off x="8111304"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930932EC-146F-41A0-8BD6-D2634E6CE363}"/>
              </a:ext>
            </a:extLst>
          </p:cNvPr>
          <p:cNvCxnSpPr>
            <a:cxnSpLocks/>
            <a:stCxn id="23" idx="3"/>
            <a:endCxn id="24" idx="1"/>
          </p:cNvCxnSpPr>
          <p:nvPr/>
        </p:nvCxnSpPr>
        <p:spPr>
          <a:xfrm flipV="1">
            <a:off x="9033243" y="5129785"/>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DBA9A952-4474-4F70-B681-4089AB85555C}"/>
              </a:ext>
            </a:extLst>
          </p:cNvPr>
          <p:cNvCxnSpPr>
            <a:cxnSpLocks/>
            <a:stCxn id="23" idx="3"/>
            <a:endCxn id="26" idx="1"/>
          </p:cNvCxnSpPr>
          <p:nvPr/>
        </p:nvCxnSpPr>
        <p:spPr>
          <a:xfrm>
            <a:off x="9033243" y="5421555"/>
            <a:ext cx="298709" cy="672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6AFA37E6-3C6D-4348-A186-6E3EAD4EC618}"/>
              </a:ext>
            </a:extLst>
          </p:cNvPr>
          <p:cNvCxnSpPr>
            <a:cxnSpLocks/>
            <a:stCxn id="26" idx="3"/>
            <a:endCxn id="27" idx="1"/>
          </p:cNvCxnSpPr>
          <p:nvPr/>
        </p:nvCxnSpPr>
        <p:spPr>
          <a:xfrm>
            <a:off x="10009762" y="6093631"/>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3CA61EB-BF8C-44CF-A30F-12A78A0AF223}"/>
              </a:ext>
            </a:extLst>
          </p:cNvPr>
          <p:cNvCxnSpPr>
            <a:cxnSpLocks/>
            <a:stCxn id="24" idx="3"/>
            <a:endCxn id="25" idx="1"/>
          </p:cNvCxnSpPr>
          <p:nvPr/>
        </p:nvCxnSpPr>
        <p:spPr>
          <a:xfrm>
            <a:off x="10041669" y="5129785"/>
            <a:ext cx="3204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FB2D5FFA-45E2-451C-93BC-D8A5E9BFEA88}"/>
              </a:ext>
            </a:extLst>
          </p:cNvPr>
          <p:cNvCxnSpPr>
            <a:cxnSpLocks/>
            <a:stCxn id="24" idx="3"/>
            <a:endCxn id="28" idx="1"/>
          </p:cNvCxnSpPr>
          <p:nvPr/>
        </p:nvCxnSpPr>
        <p:spPr>
          <a:xfrm flipV="1">
            <a:off x="10041669" y="4337898"/>
            <a:ext cx="320478" cy="791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Flèche : bas 57">
            <a:extLst>
              <a:ext uri="{FF2B5EF4-FFF2-40B4-BE49-F238E27FC236}">
                <a16:creationId xmlns:a16="http://schemas.microsoft.com/office/drawing/2014/main" id="{451935BD-7B01-4236-AE6C-119D2F2BF742}"/>
              </a:ext>
            </a:extLst>
          </p:cNvPr>
          <p:cNvSpPr/>
          <p:nvPr/>
        </p:nvSpPr>
        <p:spPr>
          <a:xfrm>
            <a:off x="7122253" y="3342087"/>
            <a:ext cx="1308683" cy="929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222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lstStyle/>
          <a:p>
            <a:r>
              <a:rPr lang="en-US"/>
              <a:t>Multiplayer level design</a:t>
            </a:r>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7500" lnSpcReduction="20000"/>
          </a:bodyPr>
          <a:lstStyle/>
          <a:p>
            <a:r>
              <a:rPr lang="en-US" sz="2000" dirty="0"/>
              <a:t>Single player level design can create competitive side effects, which can be damageable</a:t>
            </a:r>
          </a:p>
          <a:p>
            <a:endParaRPr lang="en-US" sz="2000" dirty="0"/>
          </a:p>
          <a:p>
            <a:r>
              <a:rPr lang="en-US" sz="2000" dirty="0"/>
              <a:t>Multiplayer level design insists on the necessity of cooperation and collaboration to succeed on collective challenges and receive collective rewards.</a:t>
            </a:r>
          </a:p>
          <a:p>
            <a:endParaRPr lang="en-US" sz="2000" dirty="0"/>
          </a:p>
          <a:p>
            <a:r>
              <a:rPr lang="en-US" sz="2000" dirty="0"/>
              <a:t>You can include challenges that require cooperation, and levels that can be reached only collectively</a:t>
            </a:r>
          </a:p>
          <a:p>
            <a:endParaRPr lang="en-US" sz="2000" dirty="0"/>
          </a:p>
          <a:p>
            <a:endParaRPr lang="en-US" sz="2000" dirty="0"/>
          </a:p>
        </p:txBody>
      </p:sp>
      <p:sp>
        <p:nvSpPr>
          <p:cNvPr id="4" name="Rectangle 3">
            <a:extLst>
              <a:ext uri="{FF2B5EF4-FFF2-40B4-BE49-F238E27FC236}">
                <a16:creationId xmlns:a16="http://schemas.microsoft.com/office/drawing/2014/main" id="{8C7184D8-50D1-44F1-988C-FEE5332AC9E4}"/>
              </a:ext>
            </a:extLst>
          </p:cNvPr>
          <p:cNvSpPr/>
          <p:nvPr/>
        </p:nvSpPr>
        <p:spPr>
          <a:xfrm>
            <a:off x="5203974"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 name="Rectangle 4">
            <a:extLst>
              <a:ext uri="{FF2B5EF4-FFF2-40B4-BE49-F238E27FC236}">
                <a16:creationId xmlns:a16="http://schemas.microsoft.com/office/drawing/2014/main" id="{4CDE9817-22B5-4024-B02D-D0558732779E}"/>
              </a:ext>
            </a:extLst>
          </p:cNvPr>
          <p:cNvSpPr/>
          <p:nvPr/>
        </p:nvSpPr>
        <p:spPr>
          <a:xfrm>
            <a:off x="6370043"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6" name="Rectangle 5">
            <a:extLst>
              <a:ext uri="{FF2B5EF4-FFF2-40B4-BE49-F238E27FC236}">
                <a16:creationId xmlns:a16="http://schemas.microsoft.com/office/drawing/2014/main" id="{24DF7AB4-62A0-4F73-B8AB-989FC2856F81}"/>
              </a:ext>
            </a:extLst>
          </p:cNvPr>
          <p:cNvSpPr/>
          <p:nvPr/>
        </p:nvSpPr>
        <p:spPr>
          <a:xfrm>
            <a:off x="7536112"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7" name="Connecteur droit avec flèche 6">
            <a:extLst>
              <a:ext uri="{FF2B5EF4-FFF2-40B4-BE49-F238E27FC236}">
                <a16:creationId xmlns:a16="http://schemas.microsoft.com/office/drawing/2014/main" id="{68D273C6-8950-4726-9D2E-566CD61F231C}"/>
              </a:ext>
            </a:extLst>
          </p:cNvPr>
          <p:cNvCxnSpPr>
            <a:stCxn id="4" idx="3"/>
            <a:endCxn id="5" idx="1"/>
          </p:cNvCxnSpPr>
          <p:nvPr/>
        </p:nvCxnSpPr>
        <p:spPr>
          <a:xfrm>
            <a:off x="5881784"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CECB2210-27C7-40DD-9EAB-D6DFC90F2C81}"/>
              </a:ext>
            </a:extLst>
          </p:cNvPr>
          <p:cNvCxnSpPr>
            <a:cxnSpLocks/>
            <a:stCxn id="5" idx="3"/>
            <a:endCxn id="6" idx="1"/>
          </p:cNvCxnSpPr>
          <p:nvPr/>
        </p:nvCxnSpPr>
        <p:spPr>
          <a:xfrm>
            <a:off x="7047853"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C18966C-27E7-4D1E-9DB8-A00A35A846D1}"/>
              </a:ext>
            </a:extLst>
          </p:cNvPr>
          <p:cNvSpPr/>
          <p:nvPr/>
        </p:nvSpPr>
        <p:spPr>
          <a:xfrm>
            <a:off x="5203974"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0" name="Rectangle 9">
            <a:extLst>
              <a:ext uri="{FF2B5EF4-FFF2-40B4-BE49-F238E27FC236}">
                <a16:creationId xmlns:a16="http://schemas.microsoft.com/office/drawing/2014/main" id="{614A4909-DBA1-441A-91CD-76FD9DE0A6B1}"/>
              </a:ext>
            </a:extLst>
          </p:cNvPr>
          <p:cNvSpPr/>
          <p:nvPr/>
        </p:nvSpPr>
        <p:spPr>
          <a:xfrm>
            <a:off x="6370043"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1" name="Rectangle 10">
            <a:extLst>
              <a:ext uri="{FF2B5EF4-FFF2-40B4-BE49-F238E27FC236}">
                <a16:creationId xmlns:a16="http://schemas.microsoft.com/office/drawing/2014/main" id="{9EAABB7F-0A77-4D69-96D5-6BCD1EC0EC9B}"/>
              </a:ext>
            </a:extLst>
          </p:cNvPr>
          <p:cNvSpPr/>
          <p:nvPr/>
        </p:nvSpPr>
        <p:spPr>
          <a:xfrm>
            <a:off x="7536112"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12" name="Connecteur droit avec flèche 11">
            <a:extLst>
              <a:ext uri="{FF2B5EF4-FFF2-40B4-BE49-F238E27FC236}">
                <a16:creationId xmlns:a16="http://schemas.microsoft.com/office/drawing/2014/main" id="{91C278D6-F755-4C27-83A4-647AC7F81257}"/>
              </a:ext>
            </a:extLst>
          </p:cNvPr>
          <p:cNvCxnSpPr>
            <a:stCxn id="9" idx="3"/>
            <a:endCxn id="10" idx="1"/>
          </p:cNvCxnSpPr>
          <p:nvPr/>
        </p:nvCxnSpPr>
        <p:spPr>
          <a:xfrm>
            <a:off x="5881784"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3F54E7C6-02C0-45BA-B6FE-CDCCEE7FC1AC}"/>
              </a:ext>
            </a:extLst>
          </p:cNvPr>
          <p:cNvCxnSpPr>
            <a:cxnSpLocks/>
            <a:stCxn id="10" idx="3"/>
            <a:endCxn id="11" idx="1"/>
          </p:cNvCxnSpPr>
          <p:nvPr/>
        </p:nvCxnSpPr>
        <p:spPr>
          <a:xfrm>
            <a:off x="7047853"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0A04B12A-F372-4879-9C64-946CC435DADF}"/>
              </a:ext>
            </a:extLst>
          </p:cNvPr>
          <p:cNvCxnSpPr>
            <a:cxnSpLocks/>
            <a:stCxn id="6" idx="3"/>
            <a:endCxn id="21" idx="1"/>
          </p:cNvCxnSpPr>
          <p:nvPr/>
        </p:nvCxnSpPr>
        <p:spPr>
          <a:xfrm>
            <a:off x="8213922" y="3521643"/>
            <a:ext cx="1001549" cy="729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7698326C-33BC-45C5-BC55-8A4250B4DB35}"/>
              </a:ext>
            </a:extLst>
          </p:cNvPr>
          <p:cNvCxnSpPr>
            <a:cxnSpLocks/>
            <a:stCxn id="11" idx="3"/>
            <a:endCxn id="21" idx="1"/>
          </p:cNvCxnSpPr>
          <p:nvPr/>
        </p:nvCxnSpPr>
        <p:spPr>
          <a:xfrm flipV="1">
            <a:off x="8213922" y="4251298"/>
            <a:ext cx="1001549" cy="1224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8A5CA65-374A-45A5-AD86-A4A9F798A977}"/>
              </a:ext>
            </a:extLst>
          </p:cNvPr>
          <p:cNvSpPr/>
          <p:nvPr/>
        </p:nvSpPr>
        <p:spPr>
          <a:xfrm>
            <a:off x="9215471" y="40333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6" name="Rectangle 25">
            <a:extLst>
              <a:ext uri="{FF2B5EF4-FFF2-40B4-BE49-F238E27FC236}">
                <a16:creationId xmlns:a16="http://schemas.microsoft.com/office/drawing/2014/main" id="{634FAA31-6DBC-437B-B0B7-704DD6BFB35A}"/>
              </a:ext>
            </a:extLst>
          </p:cNvPr>
          <p:cNvSpPr/>
          <p:nvPr/>
        </p:nvSpPr>
        <p:spPr>
          <a:xfrm>
            <a:off x="9350115" y="4182886"/>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pic>
        <p:nvPicPr>
          <p:cNvPr id="27" name="Graphique 26" descr="Profil femelle contour">
            <a:extLst>
              <a:ext uri="{FF2B5EF4-FFF2-40B4-BE49-F238E27FC236}">
                <a16:creationId xmlns:a16="http://schemas.microsoft.com/office/drawing/2014/main" id="{10121F19-3481-4601-BDFE-5C55EF13ED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5084417" y="2532982"/>
            <a:ext cx="914400" cy="845138"/>
          </a:xfrm>
          <a:prstGeom prst="rect">
            <a:avLst/>
          </a:prstGeom>
        </p:spPr>
      </p:pic>
      <p:pic>
        <p:nvPicPr>
          <p:cNvPr id="28" name="Graphique 27" descr="Signe pouce en haut avec un remplissage uni">
            <a:extLst>
              <a:ext uri="{FF2B5EF4-FFF2-40B4-BE49-F238E27FC236}">
                <a16:creationId xmlns:a16="http://schemas.microsoft.com/office/drawing/2014/main" id="{8D9078EB-6967-43F1-B5EC-41200257A7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66822" y="2921603"/>
            <a:ext cx="456517" cy="456517"/>
          </a:xfrm>
          <a:prstGeom prst="rect">
            <a:avLst/>
          </a:prstGeom>
        </p:spPr>
      </p:pic>
      <p:grpSp>
        <p:nvGrpSpPr>
          <p:cNvPr id="29" name="Groupe 28">
            <a:extLst>
              <a:ext uri="{FF2B5EF4-FFF2-40B4-BE49-F238E27FC236}">
                <a16:creationId xmlns:a16="http://schemas.microsoft.com/office/drawing/2014/main" id="{7DAF7439-4EB2-4152-8A7B-FBACD5664FDB}"/>
              </a:ext>
            </a:extLst>
          </p:cNvPr>
          <p:cNvGrpSpPr/>
          <p:nvPr/>
        </p:nvGrpSpPr>
        <p:grpSpPr>
          <a:xfrm>
            <a:off x="6251748" y="2317407"/>
            <a:ext cx="914400" cy="1126704"/>
            <a:chOff x="2647288" y="1873578"/>
            <a:chExt cx="914400" cy="1126704"/>
          </a:xfrm>
        </p:grpSpPr>
        <p:pic>
          <p:nvPicPr>
            <p:cNvPr id="30" name="Graphique 29" descr="Toque d'étudiant avec un remplissage uni">
              <a:extLst>
                <a:ext uri="{FF2B5EF4-FFF2-40B4-BE49-F238E27FC236}">
                  <a16:creationId xmlns:a16="http://schemas.microsoft.com/office/drawing/2014/main" id="{8C8ED4F9-8AE2-4625-870C-0C5DC33987B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02238" y="1873578"/>
              <a:ext cx="619105" cy="619105"/>
            </a:xfrm>
            <a:prstGeom prst="rect">
              <a:avLst/>
            </a:prstGeom>
          </p:spPr>
        </p:pic>
        <p:pic>
          <p:nvPicPr>
            <p:cNvPr id="31" name="Graphique 30" descr="Profil femelle contour">
              <a:extLst>
                <a:ext uri="{FF2B5EF4-FFF2-40B4-BE49-F238E27FC236}">
                  <a16:creationId xmlns:a16="http://schemas.microsoft.com/office/drawing/2014/main" id="{DC3C95A6-0608-4F87-8A67-3E6D1903355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27"/>
            <a:stretch/>
          </p:blipFill>
          <p:spPr>
            <a:xfrm>
              <a:off x="2647288" y="2237923"/>
              <a:ext cx="914400" cy="762359"/>
            </a:xfrm>
            <a:prstGeom prst="rect">
              <a:avLst/>
            </a:prstGeom>
          </p:spPr>
        </p:pic>
      </p:grpSp>
      <p:grpSp>
        <p:nvGrpSpPr>
          <p:cNvPr id="32" name="Groupe 31">
            <a:extLst>
              <a:ext uri="{FF2B5EF4-FFF2-40B4-BE49-F238E27FC236}">
                <a16:creationId xmlns:a16="http://schemas.microsoft.com/office/drawing/2014/main" id="{D3CE2C2C-9626-4736-98E6-6CAF8B5C49B3}"/>
              </a:ext>
            </a:extLst>
          </p:cNvPr>
          <p:cNvGrpSpPr/>
          <p:nvPr/>
        </p:nvGrpSpPr>
        <p:grpSpPr>
          <a:xfrm>
            <a:off x="6213230" y="4299662"/>
            <a:ext cx="914400" cy="1107992"/>
            <a:chOff x="3312901" y="1895471"/>
            <a:chExt cx="914400" cy="1107992"/>
          </a:xfrm>
        </p:grpSpPr>
        <p:pic>
          <p:nvPicPr>
            <p:cNvPr id="33" name="Graphique 32" descr="Profil mâle contour">
              <a:extLst>
                <a:ext uri="{FF2B5EF4-FFF2-40B4-BE49-F238E27FC236}">
                  <a16:creationId xmlns:a16="http://schemas.microsoft.com/office/drawing/2014/main" id="{51C17B7D-9E9B-4F39-BB41-92F95661A57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23077"/>
            <a:stretch/>
          </p:blipFill>
          <p:spPr>
            <a:xfrm>
              <a:off x="3312901" y="2300074"/>
              <a:ext cx="914400" cy="703389"/>
            </a:xfrm>
            <a:prstGeom prst="rect">
              <a:avLst/>
            </a:prstGeom>
          </p:spPr>
        </p:pic>
        <p:pic>
          <p:nvPicPr>
            <p:cNvPr id="34" name="Graphique 33" descr="Toque d'étudiant avec un remplissage uni">
              <a:extLst>
                <a:ext uri="{FF2B5EF4-FFF2-40B4-BE49-F238E27FC236}">
                  <a16:creationId xmlns:a16="http://schemas.microsoft.com/office/drawing/2014/main" id="{98F20766-139E-4616-8048-4DA5F855CE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5409" y="1895471"/>
              <a:ext cx="599626" cy="599626"/>
            </a:xfrm>
            <a:prstGeom prst="rect">
              <a:avLst/>
            </a:prstGeom>
          </p:spPr>
        </p:pic>
      </p:grpSp>
      <p:pic>
        <p:nvPicPr>
          <p:cNvPr id="36" name="Graphique 35" descr="Profil mâle contour">
            <a:extLst>
              <a:ext uri="{FF2B5EF4-FFF2-40B4-BE49-F238E27FC236}">
                <a16:creationId xmlns:a16="http://schemas.microsoft.com/office/drawing/2014/main" id="{12588907-77FB-4536-902A-FD6CA52734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5078220" y="4522433"/>
            <a:ext cx="914400" cy="848318"/>
          </a:xfrm>
          <a:prstGeom prst="rect">
            <a:avLst/>
          </a:prstGeom>
        </p:spPr>
      </p:pic>
      <p:pic>
        <p:nvPicPr>
          <p:cNvPr id="38" name="Graphique 37" descr="Signe pouce en haut avec un remplissage uni">
            <a:extLst>
              <a:ext uri="{FF2B5EF4-FFF2-40B4-BE49-F238E27FC236}">
                <a16:creationId xmlns:a16="http://schemas.microsoft.com/office/drawing/2014/main" id="{97B1ED44-12F1-4A74-9234-66B187E70A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5408976" y="4866196"/>
            <a:ext cx="454183" cy="456517"/>
          </a:xfrm>
          <a:prstGeom prst="rect">
            <a:avLst/>
          </a:prstGeom>
        </p:spPr>
      </p:pic>
      <p:pic>
        <p:nvPicPr>
          <p:cNvPr id="39" name="Graphique 38" descr="Profil femelle contour">
            <a:extLst>
              <a:ext uri="{FF2B5EF4-FFF2-40B4-BE49-F238E27FC236}">
                <a16:creationId xmlns:a16="http://schemas.microsoft.com/office/drawing/2014/main" id="{F7B9A3F5-827F-49FF-B53D-C944B136C8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7518149" y="2567726"/>
            <a:ext cx="914400" cy="845138"/>
          </a:xfrm>
          <a:prstGeom prst="rect">
            <a:avLst/>
          </a:prstGeom>
        </p:spPr>
      </p:pic>
      <p:pic>
        <p:nvPicPr>
          <p:cNvPr id="40" name="Graphique 39" descr="Profil mâle contour">
            <a:extLst>
              <a:ext uri="{FF2B5EF4-FFF2-40B4-BE49-F238E27FC236}">
                <a16:creationId xmlns:a16="http://schemas.microsoft.com/office/drawing/2014/main" id="{CE545B33-FAC6-48F9-84CF-C28D9B75BBA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7518149" y="4542884"/>
            <a:ext cx="914400" cy="848318"/>
          </a:xfrm>
          <a:prstGeom prst="rect">
            <a:avLst/>
          </a:prstGeom>
        </p:spPr>
      </p:pic>
      <p:sp>
        <p:nvSpPr>
          <p:cNvPr id="41" name="Bulle narrative : ronde 40">
            <a:extLst>
              <a:ext uri="{FF2B5EF4-FFF2-40B4-BE49-F238E27FC236}">
                <a16:creationId xmlns:a16="http://schemas.microsoft.com/office/drawing/2014/main" id="{C732A839-CDBE-4E78-BE85-633DBA55E01A}"/>
              </a:ext>
            </a:extLst>
          </p:cNvPr>
          <p:cNvSpPr/>
          <p:nvPr/>
        </p:nvSpPr>
        <p:spPr>
          <a:xfrm>
            <a:off x="7675574" y="4078710"/>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Bulle narrative : ronde 41">
            <a:extLst>
              <a:ext uri="{FF2B5EF4-FFF2-40B4-BE49-F238E27FC236}">
                <a16:creationId xmlns:a16="http://schemas.microsoft.com/office/drawing/2014/main" id="{025F19A5-3F85-42C7-AC26-26F8F1C80556}"/>
              </a:ext>
            </a:extLst>
          </p:cNvPr>
          <p:cNvSpPr/>
          <p:nvPr/>
        </p:nvSpPr>
        <p:spPr>
          <a:xfrm>
            <a:off x="7127630" y="2103552"/>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3" name="Graphique 42" descr="Utilisateur avec un remplissage uni">
            <a:extLst>
              <a:ext uri="{FF2B5EF4-FFF2-40B4-BE49-F238E27FC236}">
                <a16:creationId xmlns:a16="http://schemas.microsoft.com/office/drawing/2014/main" id="{989034F5-5861-4D78-B0D5-1ACC2F823ED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69871" y="2140615"/>
            <a:ext cx="326774" cy="326774"/>
          </a:xfrm>
          <a:prstGeom prst="rect">
            <a:avLst/>
          </a:prstGeom>
        </p:spPr>
      </p:pic>
      <p:pic>
        <p:nvPicPr>
          <p:cNvPr id="44" name="Graphique 43" descr="Utilisateur avec un remplissage uni">
            <a:extLst>
              <a:ext uri="{FF2B5EF4-FFF2-40B4-BE49-F238E27FC236}">
                <a16:creationId xmlns:a16="http://schemas.microsoft.com/office/drawing/2014/main" id="{3C426C09-BB0A-44AD-9E84-E1479043E7D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71291" y="4115772"/>
            <a:ext cx="326774" cy="326774"/>
          </a:xfrm>
          <a:prstGeom prst="rect">
            <a:avLst/>
          </a:prstGeom>
        </p:spPr>
      </p:pic>
      <p:pic>
        <p:nvPicPr>
          <p:cNvPr id="47" name="Graphique 46" descr="Homme pilote avec un remplissage uni">
            <a:extLst>
              <a:ext uri="{FF2B5EF4-FFF2-40B4-BE49-F238E27FC236}">
                <a16:creationId xmlns:a16="http://schemas.microsoft.com/office/drawing/2014/main" id="{289F63A3-336F-48AD-AE4A-D408DBA5E7A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79991" y="3073949"/>
            <a:ext cx="914400" cy="914400"/>
          </a:xfrm>
          <a:prstGeom prst="rect">
            <a:avLst/>
          </a:prstGeom>
        </p:spPr>
      </p:pic>
      <p:pic>
        <p:nvPicPr>
          <p:cNvPr id="48" name="Graphique 47" descr="Femme pilote avec un remplissage uni">
            <a:extLst>
              <a:ext uri="{FF2B5EF4-FFF2-40B4-BE49-F238E27FC236}">
                <a16:creationId xmlns:a16="http://schemas.microsoft.com/office/drawing/2014/main" id="{F02FA2C1-5F12-4446-A4ED-06A6B37B472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03336" y="3245003"/>
            <a:ext cx="914400" cy="914400"/>
          </a:xfrm>
          <a:prstGeom prst="rect">
            <a:avLst/>
          </a:prstGeom>
        </p:spPr>
      </p:pic>
      <p:sp>
        <p:nvSpPr>
          <p:cNvPr id="49" name="Rectangle 48">
            <a:extLst>
              <a:ext uri="{FF2B5EF4-FFF2-40B4-BE49-F238E27FC236}">
                <a16:creationId xmlns:a16="http://schemas.microsoft.com/office/drawing/2014/main" id="{36276686-1D4B-4B59-9922-33F39BBD2715}"/>
              </a:ext>
            </a:extLst>
          </p:cNvPr>
          <p:cNvSpPr/>
          <p:nvPr/>
        </p:nvSpPr>
        <p:spPr>
          <a:xfrm>
            <a:off x="9228963" y="58733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0" name="Rectangle 49">
            <a:extLst>
              <a:ext uri="{FF2B5EF4-FFF2-40B4-BE49-F238E27FC236}">
                <a16:creationId xmlns:a16="http://schemas.microsoft.com/office/drawing/2014/main" id="{D9143EE8-D5EA-4704-911D-8A360B5158A4}"/>
              </a:ext>
            </a:extLst>
          </p:cNvPr>
          <p:cNvSpPr/>
          <p:nvPr/>
        </p:nvSpPr>
        <p:spPr>
          <a:xfrm>
            <a:off x="9363607" y="6022952"/>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1" name="Rectangle 50">
            <a:extLst>
              <a:ext uri="{FF2B5EF4-FFF2-40B4-BE49-F238E27FC236}">
                <a16:creationId xmlns:a16="http://schemas.microsoft.com/office/drawing/2014/main" id="{CA78F5D6-E7B1-4913-B516-C70AAE6EE5E3}"/>
              </a:ext>
            </a:extLst>
          </p:cNvPr>
          <p:cNvSpPr/>
          <p:nvPr/>
        </p:nvSpPr>
        <p:spPr>
          <a:xfrm>
            <a:off x="10705699" y="495513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2" name="Rectangle 51">
            <a:extLst>
              <a:ext uri="{FF2B5EF4-FFF2-40B4-BE49-F238E27FC236}">
                <a16:creationId xmlns:a16="http://schemas.microsoft.com/office/drawing/2014/main" id="{2879CEED-D616-4107-931D-1E01B2C0B5D7}"/>
              </a:ext>
            </a:extLst>
          </p:cNvPr>
          <p:cNvSpPr/>
          <p:nvPr/>
        </p:nvSpPr>
        <p:spPr>
          <a:xfrm>
            <a:off x="10840343" y="5104717"/>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pic>
        <p:nvPicPr>
          <p:cNvPr id="53" name="Graphique 52" descr="Homme pilote avec un remplissage uni">
            <a:extLst>
              <a:ext uri="{FF2B5EF4-FFF2-40B4-BE49-F238E27FC236}">
                <a16:creationId xmlns:a16="http://schemas.microsoft.com/office/drawing/2014/main" id="{5027F6C4-E219-425D-8977-E721AAD1979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68387" y="4996684"/>
            <a:ext cx="914400" cy="914400"/>
          </a:xfrm>
          <a:prstGeom prst="rect">
            <a:avLst/>
          </a:prstGeom>
        </p:spPr>
      </p:pic>
      <p:pic>
        <p:nvPicPr>
          <p:cNvPr id="54" name="Graphique 53" descr="Femme pilote avec un remplissage uni">
            <a:extLst>
              <a:ext uri="{FF2B5EF4-FFF2-40B4-BE49-F238E27FC236}">
                <a16:creationId xmlns:a16="http://schemas.microsoft.com/office/drawing/2014/main" id="{D6C14767-665B-4C64-9917-4EA57AB739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91732" y="5167738"/>
            <a:ext cx="914400" cy="914400"/>
          </a:xfrm>
          <a:prstGeom prst="rect">
            <a:avLst/>
          </a:prstGeom>
        </p:spPr>
      </p:pic>
      <p:cxnSp>
        <p:nvCxnSpPr>
          <p:cNvPr id="55" name="Connecteur droit avec flèche 54">
            <a:extLst>
              <a:ext uri="{FF2B5EF4-FFF2-40B4-BE49-F238E27FC236}">
                <a16:creationId xmlns:a16="http://schemas.microsoft.com/office/drawing/2014/main" id="{550C4954-C91D-4C56-B37A-1F9709D7AE1E}"/>
              </a:ext>
            </a:extLst>
          </p:cNvPr>
          <p:cNvCxnSpPr>
            <a:cxnSpLocks/>
            <a:stCxn id="26" idx="3"/>
            <a:endCxn id="51" idx="1"/>
          </p:cNvCxnSpPr>
          <p:nvPr/>
        </p:nvCxnSpPr>
        <p:spPr>
          <a:xfrm>
            <a:off x="10027925" y="4400882"/>
            <a:ext cx="677774" cy="772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36AB2091-73B8-44EB-AFCA-E398C67384A4}"/>
              </a:ext>
            </a:extLst>
          </p:cNvPr>
          <p:cNvCxnSpPr>
            <a:cxnSpLocks/>
            <a:stCxn id="50" idx="3"/>
            <a:endCxn id="51" idx="1"/>
          </p:cNvCxnSpPr>
          <p:nvPr/>
        </p:nvCxnSpPr>
        <p:spPr>
          <a:xfrm flipV="1">
            <a:off x="10041417" y="5173129"/>
            <a:ext cx="664282" cy="106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que 60" descr="Femme capitaine avec un remplissage uni">
            <a:extLst>
              <a:ext uri="{FF2B5EF4-FFF2-40B4-BE49-F238E27FC236}">
                <a16:creationId xmlns:a16="http://schemas.microsoft.com/office/drawing/2014/main" id="{9E6B3D45-00B1-4AB1-A87E-E58BEA0A42E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74029" y="4109145"/>
            <a:ext cx="914400" cy="914400"/>
          </a:xfrm>
          <a:prstGeom prst="rect">
            <a:avLst/>
          </a:prstGeom>
        </p:spPr>
      </p:pic>
      <p:pic>
        <p:nvPicPr>
          <p:cNvPr id="62" name="Graphique 61" descr="Homme capitaine avec un remplissage uni">
            <a:extLst>
              <a:ext uri="{FF2B5EF4-FFF2-40B4-BE49-F238E27FC236}">
                <a16:creationId xmlns:a16="http://schemas.microsoft.com/office/drawing/2014/main" id="{BAD7B4D6-E5AF-4F32-AA56-64F960D37D7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r="7775"/>
          <a:stretch/>
        </p:blipFill>
        <p:spPr>
          <a:xfrm>
            <a:off x="10905337" y="4194253"/>
            <a:ext cx="843310" cy="914400"/>
          </a:xfrm>
          <a:prstGeom prst="rect">
            <a:avLst/>
          </a:prstGeom>
        </p:spPr>
      </p:pic>
    </p:spTree>
    <p:extLst>
      <p:ext uri="{BB962C8B-B14F-4D97-AF65-F5344CB8AC3E}">
        <p14:creationId xmlns:p14="http://schemas.microsoft.com/office/powerpoint/2010/main" val="312702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rmAutofit/>
          </a:bodyPr>
          <a:lstStyle/>
          <a:p>
            <a:r>
              <a:rPr lang="en-US" dirty="0"/>
              <a:t>Workshop resources</a:t>
            </a:r>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lstStyle/>
          <a:p>
            <a:r>
              <a:rPr lang="en-US" sz="2800" noProof="0" dirty="0"/>
              <a:t>🟪</a:t>
            </a:r>
            <a:r>
              <a:rPr lang="en-US" sz="2800" dirty="0"/>
              <a:t>Roles, </a:t>
            </a:r>
            <a:r>
              <a:rPr lang="en-US" sz="2800" noProof="0" dirty="0"/>
              <a:t>🟨</a:t>
            </a:r>
            <a:r>
              <a:rPr lang="en-US" sz="2800" dirty="0"/>
              <a:t>Challenges, </a:t>
            </a:r>
            <a:r>
              <a:rPr lang="en-US" sz="2800" noProof="0" dirty="0"/>
              <a:t>🟩</a:t>
            </a:r>
            <a:r>
              <a:rPr lang="en-US" sz="2800" dirty="0"/>
              <a:t>Rewards, </a:t>
            </a:r>
            <a:r>
              <a:rPr lang="en-US" dirty="0"/>
              <a:t>↗️ Usual progression paths</a:t>
            </a:r>
          </a:p>
        </p:txBody>
      </p:sp>
    </p:spTree>
    <p:extLst>
      <p:ext uri="{BB962C8B-B14F-4D97-AF65-F5344CB8AC3E}">
        <p14:creationId xmlns:p14="http://schemas.microsoft.com/office/powerpoint/2010/main" val="77243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418B11-028C-43A7-9303-45C3AC4558F1}"/>
              </a:ext>
            </a:extLst>
          </p:cNvPr>
          <p:cNvSpPr>
            <a:spLocks noGrp="1"/>
          </p:cNvSpPr>
          <p:nvPr>
            <p:ph type="title"/>
          </p:nvPr>
        </p:nvSpPr>
        <p:spPr/>
        <p:txBody>
          <a:bodyPr>
            <a:normAutofit/>
          </a:bodyPr>
          <a:lstStyle/>
          <a:p>
            <a:r>
              <a:rPr lang="en-US"/>
              <a:t>Usual progression paths</a:t>
            </a:r>
          </a:p>
        </p:txBody>
      </p:sp>
      <p:sp>
        <p:nvSpPr>
          <p:cNvPr id="4" name="Flèche : droite 3">
            <a:extLst>
              <a:ext uri="{FF2B5EF4-FFF2-40B4-BE49-F238E27FC236}">
                <a16:creationId xmlns:a16="http://schemas.microsoft.com/office/drawing/2014/main" id="{5BB36EE7-9F45-46BA-B268-C172628CB7AF}"/>
              </a:ext>
            </a:extLst>
          </p:cNvPr>
          <p:cNvSpPr/>
          <p:nvPr/>
        </p:nvSpPr>
        <p:spPr>
          <a:xfrm rot="20613191">
            <a:off x="1180729" y="278758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519A78A-EF56-478E-A8EA-4F103DEC8D3E}"/>
              </a:ext>
            </a:extLst>
          </p:cNvPr>
          <p:cNvSpPr/>
          <p:nvPr/>
        </p:nvSpPr>
        <p:spPr>
          <a:xfrm>
            <a:off x="1399653" y="317278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6" name="Rectangle 5">
            <a:extLst>
              <a:ext uri="{FF2B5EF4-FFF2-40B4-BE49-F238E27FC236}">
                <a16:creationId xmlns:a16="http://schemas.microsoft.com/office/drawing/2014/main" id="{CCE2D1D1-1D46-43EB-BD80-E1A5821DCFAF}"/>
              </a:ext>
            </a:extLst>
          </p:cNvPr>
          <p:cNvSpPr/>
          <p:nvPr/>
        </p:nvSpPr>
        <p:spPr>
          <a:xfrm>
            <a:off x="2327626" y="294985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7" name="Rectangle 6">
            <a:extLst>
              <a:ext uri="{FF2B5EF4-FFF2-40B4-BE49-F238E27FC236}">
                <a16:creationId xmlns:a16="http://schemas.microsoft.com/office/drawing/2014/main" id="{C06D86CA-CD92-412F-BC06-9A859ACD642F}"/>
              </a:ext>
            </a:extLst>
          </p:cNvPr>
          <p:cNvSpPr/>
          <p:nvPr/>
        </p:nvSpPr>
        <p:spPr>
          <a:xfrm>
            <a:off x="3327984" y="265146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8" name="Rectangle 7">
            <a:extLst>
              <a:ext uri="{FF2B5EF4-FFF2-40B4-BE49-F238E27FC236}">
                <a16:creationId xmlns:a16="http://schemas.microsoft.com/office/drawing/2014/main" id="{868B7A8D-501A-4E45-A4D8-20D2C19E58BA}"/>
              </a:ext>
            </a:extLst>
          </p:cNvPr>
          <p:cNvSpPr/>
          <p:nvPr/>
        </p:nvSpPr>
        <p:spPr>
          <a:xfrm>
            <a:off x="4255957" y="237576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9" name="Flèche : droite 8">
            <a:extLst>
              <a:ext uri="{FF2B5EF4-FFF2-40B4-BE49-F238E27FC236}">
                <a16:creationId xmlns:a16="http://schemas.microsoft.com/office/drawing/2014/main" id="{0E734EA3-61E2-41B4-B3F8-B58653155A00}"/>
              </a:ext>
            </a:extLst>
          </p:cNvPr>
          <p:cNvSpPr/>
          <p:nvPr/>
        </p:nvSpPr>
        <p:spPr>
          <a:xfrm rot="20613191">
            <a:off x="7169569" y="264751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D827BB-6549-4748-A4C1-6DA8ADA5A47C}"/>
              </a:ext>
            </a:extLst>
          </p:cNvPr>
          <p:cNvSpPr/>
          <p:nvPr/>
        </p:nvSpPr>
        <p:spPr>
          <a:xfrm>
            <a:off x="7388493" y="30327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1" name="Rectangle 10">
            <a:extLst>
              <a:ext uri="{FF2B5EF4-FFF2-40B4-BE49-F238E27FC236}">
                <a16:creationId xmlns:a16="http://schemas.microsoft.com/office/drawing/2014/main" id="{DEA7BD64-595B-4397-A720-A0A49B404896}"/>
              </a:ext>
            </a:extLst>
          </p:cNvPr>
          <p:cNvSpPr/>
          <p:nvPr/>
        </p:nvSpPr>
        <p:spPr>
          <a:xfrm>
            <a:off x="8316466" y="280978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2" name="Rectangle 11">
            <a:extLst>
              <a:ext uri="{FF2B5EF4-FFF2-40B4-BE49-F238E27FC236}">
                <a16:creationId xmlns:a16="http://schemas.microsoft.com/office/drawing/2014/main" id="{AF6A57EA-3BF2-4C03-9CA6-C315D2406C80}"/>
              </a:ext>
            </a:extLst>
          </p:cNvPr>
          <p:cNvSpPr/>
          <p:nvPr/>
        </p:nvSpPr>
        <p:spPr>
          <a:xfrm>
            <a:off x="9316824" y="251139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3" name="Rectangle 12">
            <a:extLst>
              <a:ext uri="{FF2B5EF4-FFF2-40B4-BE49-F238E27FC236}">
                <a16:creationId xmlns:a16="http://schemas.microsoft.com/office/drawing/2014/main" id="{34C29858-CD0A-4693-969A-56A846198CAF}"/>
              </a:ext>
            </a:extLst>
          </p:cNvPr>
          <p:cNvSpPr/>
          <p:nvPr/>
        </p:nvSpPr>
        <p:spPr>
          <a:xfrm>
            <a:off x="10244797" y="22356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14" name="Flèche : droite 13">
            <a:extLst>
              <a:ext uri="{FF2B5EF4-FFF2-40B4-BE49-F238E27FC236}">
                <a16:creationId xmlns:a16="http://schemas.microsoft.com/office/drawing/2014/main" id="{0FAF1CD8-EA51-4B53-B8AD-E81AF10A2614}"/>
              </a:ext>
            </a:extLst>
          </p:cNvPr>
          <p:cNvSpPr/>
          <p:nvPr/>
        </p:nvSpPr>
        <p:spPr>
          <a:xfrm>
            <a:off x="1021313" y="5280250"/>
            <a:ext cx="237405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Flèche : droite 18">
            <a:extLst>
              <a:ext uri="{FF2B5EF4-FFF2-40B4-BE49-F238E27FC236}">
                <a16:creationId xmlns:a16="http://schemas.microsoft.com/office/drawing/2014/main" id="{907D3ED2-78C0-490B-BEE0-ACD555B0EC77}"/>
              </a:ext>
            </a:extLst>
          </p:cNvPr>
          <p:cNvSpPr/>
          <p:nvPr/>
        </p:nvSpPr>
        <p:spPr>
          <a:xfrm rot="19950427">
            <a:off x="3217961" y="4818192"/>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Flèche : droite 19">
            <a:extLst>
              <a:ext uri="{FF2B5EF4-FFF2-40B4-BE49-F238E27FC236}">
                <a16:creationId xmlns:a16="http://schemas.microsoft.com/office/drawing/2014/main" id="{686BD848-2464-4647-9FF1-47530C06F7D8}"/>
              </a:ext>
            </a:extLst>
          </p:cNvPr>
          <p:cNvSpPr/>
          <p:nvPr/>
        </p:nvSpPr>
        <p:spPr>
          <a:xfrm rot="1793002">
            <a:off x="3145576" y="5741008"/>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343476-DDD6-4B35-9D6C-2FB9BCF2DCB0}"/>
              </a:ext>
            </a:extLst>
          </p:cNvPr>
          <p:cNvSpPr/>
          <p:nvPr/>
        </p:nvSpPr>
        <p:spPr>
          <a:xfrm>
            <a:off x="1216868" y="5280250"/>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2" name="Rectangle 21">
            <a:extLst>
              <a:ext uri="{FF2B5EF4-FFF2-40B4-BE49-F238E27FC236}">
                <a16:creationId xmlns:a16="http://schemas.microsoft.com/office/drawing/2014/main" id="{04FFA9E4-A36A-421F-BBDD-C898C4099F31}"/>
              </a:ext>
            </a:extLst>
          </p:cNvPr>
          <p:cNvSpPr/>
          <p:nvPr/>
        </p:nvSpPr>
        <p:spPr>
          <a:xfrm>
            <a:off x="2144841" y="528081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3" name="Rectangle 22">
            <a:extLst>
              <a:ext uri="{FF2B5EF4-FFF2-40B4-BE49-F238E27FC236}">
                <a16:creationId xmlns:a16="http://schemas.microsoft.com/office/drawing/2014/main" id="{61CBFA93-7381-4530-9DFC-7CC37F29F57A}"/>
              </a:ext>
            </a:extLst>
          </p:cNvPr>
          <p:cNvSpPr/>
          <p:nvPr/>
        </p:nvSpPr>
        <p:spPr>
          <a:xfrm>
            <a:off x="3321130" y="495416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4" name="Rectangle 23">
            <a:extLst>
              <a:ext uri="{FF2B5EF4-FFF2-40B4-BE49-F238E27FC236}">
                <a16:creationId xmlns:a16="http://schemas.microsoft.com/office/drawing/2014/main" id="{2DCC1762-BA9B-4AEA-9E7A-7CB8966CE9D4}"/>
              </a:ext>
            </a:extLst>
          </p:cNvPr>
          <p:cNvSpPr/>
          <p:nvPr/>
        </p:nvSpPr>
        <p:spPr>
          <a:xfrm>
            <a:off x="4140197" y="451817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5" name="Rectangle 24">
            <a:extLst>
              <a:ext uri="{FF2B5EF4-FFF2-40B4-BE49-F238E27FC236}">
                <a16:creationId xmlns:a16="http://schemas.microsoft.com/office/drawing/2014/main" id="{595BE2B3-1EAA-480D-9DBA-05BB3BB00774}"/>
              </a:ext>
            </a:extLst>
          </p:cNvPr>
          <p:cNvSpPr/>
          <p:nvPr/>
        </p:nvSpPr>
        <p:spPr>
          <a:xfrm>
            <a:off x="3321130" y="549824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6" name="Rectangle 25">
            <a:extLst>
              <a:ext uri="{FF2B5EF4-FFF2-40B4-BE49-F238E27FC236}">
                <a16:creationId xmlns:a16="http://schemas.microsoft.com/office/drawing/2014/main" id="{4BF169D6-2F10-4AAB-BF7F-29422D2B90D1}"/>
              </a:ext>
            </a:extLst>
          </p:cNvPr>
          <p:cNvSpPr/>
          <p:nvPr/>
        </p:nvSpPr>
        <p:spPr>
          <a:xfrm>
            <a:off x="4140197" y="581507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8" name="ZoneTexte 27">
            <a:extLst>
              <a:ext uri="{FF2B5EF4-FFF2-40B4-BE49-F238E27FC236}">
                <a16:creationId xmlns:a16="http://schemas.microsoft.com/office/drawing/2014/main" id="{3E1C2508-E1C0-44BA-A05D-1CE2D97E5AAF}"/>
              </a:ext>
            </a:extLst>
          </p:cNvPr>
          <p:cNvSpPr txBox="1"/>
          <p:nvPr/>
        </p:nvSpPr>
        <p:spPr>
          <a:xfrm>
            <a:off x="1318026" y="3586929"/>
            <a:ext cx="3764745" cy="369332"/>
          </a:xfrm>
          <a:prstGeom prst="rect">
            <a:avLst/>
          </a:prstGeom>
          <a:noFill/>
        </p:spPr>
        <p:txBody>
          <a:bodyPr wrap="square">
            <a:spAutoFit/>
          </a:bodyPr>
          <a:lstStyle/>
          <a:p>
            <a:r>
              <a:rPr lang="en-US"/>
              <a:t>Increasing skill level</a:t>
            </a:r>
          </a:p>
        </p:txBody>
      </p:sp>
      <p:sp>
        <p:nvSpPr>
          <p:cNvPr id="29" name="ZoneTexte 28">
            <a:extLst>
              <a:ext uri="{FF2B5EF4-FFF2-40B4-BE49-F238E27FC236}">
                <a16:creationId xmlns:a16="http://schemas.microsoft.com/office/drawing/2014/main" id="{2A73CD56-CF4F-4372-BE2E-462CB9269642}"/>
              </a:ext>
            </a:extLst>
          </p:cNvPr>
          <p:cNvSpPr txBox="1"/>
          <p:nvPr/>
        </p:nvSpPr>
        <p:spPr>
          <a:xfrm>
            <a:off x="7205708" y="3578402"/>
            <a:ext cx="4123115" cy="369332"/>
          </a:xfrm>
          <a:prstGeom prst="rect">
            <a:avLst/>
          </a:prstGeom>
          <a:noFill/>
        </p:spPr>
        <p:txBody>
          <a:bodyPr wrap="square">
            <a:spAutoFit/>
          </a:bodyPr>
          <a:lstStyle/>
          <a:p>
            <a:r>
              <a:rPr lang="en-US" dirty="0"/>
              <a:t>Increasing level of responsibility</a:t>
            </a:r>
          </a:p>
        </p:txBody>
      </p:sp>
      <p:sp>
        <p:nvSpPr>
          <p:cNvPr id="30" name="ZoneTexte 29">
            <a:extLst>
              <a:ext uri="{FF2B5EF4-FFF2-40B4-BE49-F238E27FC236}">
                <a16:creationId xmlns:a16="http://schemas.microsoft.com/office/drawing/2014/main" id="{67C60A09-D33D-4084-9025-499749093753}"/>
              </a:ext>
            </a:extLst>
          </p:cNvPr>
          <p:cNvSpPr txBox="1"/>
          <p:nvPr/>
        </p:nvSpPr>
        <p:spPr>
          <a:xfrm>
            <a:off x="962258" y="6265621"/>
            <a:ext cx="4123115" cy="369332"/>
          </a:xfrm>
          <a:prstGeom prst="rect">
            <a:avLst/>
          </a:prstGeom>
          <a:noFill/>
        </p:spPr>
        <p:txBody>
          <a:bodyPr wrap="square">
            <a:spAutoFit/>
          </a:bodyPr>
          <a:lstStyle/>
          <a:p>
            <a:r>
              <a:rPr lang="en-US" dirty="0"/>
              <a:t>Common core and specialties</a:t>
            </a:r>
          </a:p>
        </p:txBody>
      </p:sp>
      <p:sp>
        <p:nvSpPr>
          <p:cNvPr id="31" name="ZoneTexte 30">
            <a:extLst>
              <a:ext uri="{FF2B5EF4-FFF2-40B4-BE49-F238E27FC236}">
                <a16:creationId xmlns:a16="http://schemas.microsoft.com/office/drawing/2014/main" id="{B7CD4221-C04F-45E7-9BD2-6B411825E794}"/>
              </a:ext>
            </a:extLst>
          </p:cNvPr>
          <p:cNvSpPr txBox="1"/>
          <p:nvPr/>
        </p:nvSpPr>
        <p:spPr>
          <a:xfrm>
            <a:off x="7617611" y="6265621"/>
            <a:ext cx="3783206" cy="369332"/>
          </a:xfrm>
          <a:prstGeom prst="rect">
            <a:avLst/>
          </a:prstGeom>
          <a:noFill/>
        </p:spPr>
        <p:txBody>
          <a:bodyPr wrap="square">
            <a:spAutoFit/>
          </a:bodyPr>
          <a:lstStyle/>
          <a:p>
            <a:r>
              <a:rPr lang="en-US" dirty="0"/>
              <a:t>Individual then collective</a:t>
            </a:r>
          </a:p>
        </p:txBody>
      </p:sp>
      <p:sp>
        <p:nvSpPr>
          <p:cNvPr id="35" name="Flèche : droite 34">
            <a:extLst>
              <a:ext uri="{FF2B5EF4-FFF2-40B4-BE49-F238E27FC236}">
                <a16:creationId xmlns:a16="http://schemas.microsoft.com/office/drawing/2014/main" id="{6E81E57B-33B1-4280-887A-DA5C425923EB}"/>
              </a:ext>
            </a:extLst>
          </p:cNvPr>
          <p:cNvSpPr/>
          <p:nvPr/>
        </p:nvSpPr>
        <p:spPr>
          <a:xfrm rot="20613191">
            <a:off x="7197790" y="5298412"/>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BDBBD71-9DAF-438D-963E-7F0B557119B0}"/>
              </a:ext>
            </a:extLst>
          </p:cNvPr>
          <p:cNvSpPr/>
          <p:nvPr/>
        </p:nvSpPr>
        <p:spPr>
          <a:xfrm>
            <a:off x="7416714" y="568360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37" name="Rectangle 36">
            <a:extLst>
              <a:ext uri="{FF2B5EF4-FFF2-40B4-BE49-F238E27FC236}">
                <a16:creationId xmlns:a16="http://schemas.microsoft.com/office/drawing/2014/main" id="{DEA1DF0D-10A6-44BE-8F7A-779997AD6190}"/>
              </a:ext>
            </a:extLst>
          </p:cNvPr>
          <p:cNvSpPr/>
          <p:nvPr/>
        </p:nvSpPr>
        <p:spPr>
          <a:xfrm>
            <a:off x="8344687" y="546067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38" name="Rectangle 37">
            <a:extLst>
              <a:ext uri="{FF2B5EF4-FFF2-40B4-BE49-F238E27FC236}">
                <a16:creationId xmlns:a16="http://schemas.microsoft.com/office/drawing/2014/main" id="{A55CEC32-F5C0-4C51-BBAD-7F393B88DC4A}"/>
              </a:ext>
            </a:extLst>
          </p:cNvPr>
          <p:cNvSpPr/>
          <p:nvPr/>
        </p:nvSpPr>
        <p:spPr>
          <a:xfrm>
            <a:off x="9345045" y="516228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39" name="Rectangle 38">
            <a:extLst>
              <a:ext uri="{FF2B5EF4-FFF2-40B4-BE49-F238E27FC236}">
                <a16:creationId xmlns:a16="http://schemas.microsoft.com/office/drawing/2014/main" id="{AEACC04E-EB8E-4BF0-816C-D0E1ED374318}"/>
              </a:ext>
            </a:extLst>
          </p:cNvPr>
          <p:cNvSpPr/>
          <p:nvPr/>
        </p:nvSpPr>
        <p:spPr>
          <a:xfrm>
            <a:off x="10273018" y="488658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40" name="Rectangle 39">
            <a:extLst>
              <a:ext uri="{FF2B5EF4-FFF2-40B4-BE49-F238E27FC236}">
                <a16:creationId xmlns:a16="http://schemas.microsoft.com/office/drawing/2014/main" id="{3823B2E0-1EBD-4264-9E98-59F7C70934CE}"/>
              </a:ext>
            </a:extLst>
          </p:cNvPr>
          <p:cNvSpPr/>
          <p:nvPr/>
        </p:nvSpPr>
        <p:spPr>
          <a:xfrm>
            <a:off x="9433934" y="5242680"/>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41" name="Rectangle 40">
            <a:extLst>
              <a:ext uri="{FF2B5EF4-FFF2-40B4-BE49-F238E27FC236}">
                <a16:creationId xmlns:a16="http://schemas.microsoft.com/office/drawing/2014/main" id="{84298CBB-AA6E-4063-9AFF-A1266C9DBA00}"/>
              </a:ext>
            </a:extLst>
          </p:cNvPr>
          <p:cNvSpPr/>
          <p:nvPr/>
        </p:nvSpPr>
        <p:spPr>
          <a:xfrm>
            <a:off x="10354714" y="4972898"/>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pic>
        <p:nvPicPr>
          <p:cNvPr id="46" name="Graphique 45" descr="Homme pilote avec un remplissage uni">
            <a:extLst>
              <a:ext uri="{FF2B5EF4-FFF2-40B4-BE49-F238E27FC236}">
                <a16:creationId xmlns:a16="http://schemas.microsoft.com/office/drawing/2014/main" id="{2E686A0A-EE6A-4838-984D-4C5F12528F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73273" y="4766133"/>
            <a:ext cx="498265" cy="498265"/>
          </a:xfrm>
          <a:prstGeom prst="rect">
            <a:avLst/>
          </a:prstGeom>
        </p:spPr>
      </p:pic>
      <p:pic>
        <p:nvPicPr>
          <p:cNvPr id="47" name="Graphique 46" descr="Femme pilote avec un remplissage uni">
            <a:extLst>
              <a:ext uri="{FF2B5EF4-FFF2-40B4-BE49-F238E27FC236}">
                <a16:creationId xmlns:a16="http://schemas.microsoft.com/office/drawing/2014/main" id="{B8F1FEB0-7CD2-4DD6-BB6F-CFCE0E0180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38405" y="4698668"/>
            <a:ext cx="498265" cy="498265"/>
          </a:xfrm>
          <a:prstGeom prst="rect">
            <a:avLst/>
          </a:prstGeom>
        </p:spPr>
      </p:pic>
      <p:pic>
        <p:nvPicPr>
          <p:cNvPr id="48" name="Graphique 47" descr="Femme capitaine avec un remplissage uni">
            <a:extLst>
              <a:ext uri="{FF2B5EF4-FFF2-40B4-BE49-F238E27FC236}">
                <a16:creationId xmlns:a16="http://schemas.microsoft.com/office/drawing/2014/main" id="{9BD45437-E735-4487-87E9-C5074EC5A4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24301" y="4421388"/>
            <a:ext cx="498265" cy="498265"/>
          </a:xfrm>
          <a:prstGeom prst="rect">
            <a:avLst/>
          </a:prstGeom>
        </p:spPr>
      </p:pic>
      <p:pic>
        <p:nvPicPr>
          <p:cNvPr id="49" name="Graphique 48" descr="Homme capitaine avec un remplissage uni">
            <a:extLst>
              <a:ext uri="{FF2B5EF4-FFF2-40B4-BE49-F238E27FC236}">
                <a16:creationId xmlns:a16="http://schemas.microsoft.com/office/drawing/2014/main" id="{5EF416A2-F786-4D34-9206-5789AED18BB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7775"/>
          <a:stretch/>
        </p:blipFill>
        <p:spPr>
          <a:xfrm>
            <a:off x="10577036" y="4507699"/>
            <a:ext cx="459527" cy="498265"/>
          </a:xfrm>
          <a:prstGeom prst="rect">
            <a:avLst/>
          </a:prstGeom>
        </p:spPr>
      </p:pic>
      <p:grpSp>
        <p:nvGrpSpPr>
          <p:cNvPr id="50" name="Groupe 49">
            <a:extLst>
              <a:ext uri="{FF2B5EF4-FFF2-40B4-BE49-F238E27FC236}">
                <a16:creationId xmlns:a16="http://schemas.microsoft.com/office/drawing/2014/main" id="{86F712FB-15C9-4272-AD96-0AAD5F4E5EB6}"/>
              </a:ext>
            </a:extLst>
          </p:cNvPr>
          <p:cNvGrpSpPr/>
          <p:nvPr/>
        </p:nvGrpSpPr>
        <p:grpSpPr>
          <a:xfrm>
            <a:off x="8402316" y="4839436"/>
            <a:ext cx="570167" cy="690880"/>
            <a:chOff x="3312901" y="1895471"/>
            <a:chExt cx="914400" cy="1107992"/>
          </a:xfrm>
        </p:grpSpPr>
        <p:pic>
          <p:nvPicPr>
            <p:cNvPr id="51" name="Graphique 50" descr="Profil mâle contour">
              <a:extLst>
                <a:ext uri="{FF2B5EF4-FFF2-40B4-BE49-F238E27FC236}">
                  <a16:creationId xmlns:a16="http://schemas.microsoft.com/office/drawing/2014/main" id="{31C096F4-9FA6-481C-836C-BC1E65587A9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2" name="Graphique 51" descr="Toque d'étudiant avec un remplissage uni">
              <a:extLst>
                <a:ext uri="{FF2B5EF4-FFF2-40B4-BE49-F238E27FC236}">
                  <a16:creationId xmlns:a16="http://schemas.microsoft.com/office/drawing/2014/main" id="{D48CE376-E312-4F7A-B5F7-09164D1C01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3" name="Graphique 52" descr="Profil mâle contour">
            <a:extLst>
              <a:ext uri="{FF2B5EF4-FFF2-40B4-BE49-F238E27FC236}">
                <a16:creationId xmlns:a16="http://schemas.microsoft.com/office/drawing/2014/main" id="{0AA7FBF3-636C-4C81-9F4B-F69ACC2DFAD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70969" y="5242680"/>
            <a:ext cx="570167" cy="528962"/>
          </a:xfrm>
          <a:prstGeom prst="rect">
            <a:avLst/>
          </a:prstGeom>
        </p:spPr>
      </p:pic>
      <p:grpSp>
        <p:nvGrpSpPr>
          <p:cNvPr id="54" name="Groupe 53">
            <a:extLst>
              <a:ext uri="{FF2B5EF4-FFF2-40B4-BE49-F238E27FC236}">
                <a16:creationId xmlns:a16="http://schemas.microsoft.com/office/drawing/2014/main" id="{00190FD2-6C35-45BE-B5A4-E4D1CBC4D033}"/>
              </a:ext>
            </a:extLst>
          </p:cNvPr>
          <p:cNvGrpSpPr/>
          <p:nvPr/>
        </p:nvGrpSpPr>
        <p:grpSpPr>
          <a:xfrm>
            <a:off x="2346942" y="2300240"/>
            <a:ext cx="570167" cy="690880"/>
            <a:chOff x="3312901" y="1895471"/>
            <a:chExt cx="914400" cy="1107992"/>
          </a:xfrm>
        </p:grpSpPr>
        <p:pic>
          <p:nvPicPr>
            <p:cNvPr id="55" name="Graphique 54" descr="Profil mâle contour">
              <a:extLst>
                <a:ext uri="{FF2B5EF4-FFF2-40B4-BE49-F238E27FC236}">
                  <a16:creationId xmlns:a16="http://schemas.microsoft.com/office/drawing/2014/main" id="{6A80ABB8-66EB-4231-AF16-7F5367F8962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6" name="Graphique 55" descr="Toque d'étudiant avec un remplissage uni">
              <a:extLst>
                <a:ext uri="{FF2B5EF4-FFF2-40B4-BE49-F238E27FC236}">
                  <a16:creationId xmlns:a16="http://schemas.microsoft.com/office/drawing/2014/main" id="{781D35E3-669A-490D-9F19-672B9C9982B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7" name="Graphique 56" descr="Profil mâle contour">
            <a:extLst>
              <a:ext uri="{FF2B5EF4-FFF2-40B4-BE49-F238E27FC236}">
                <a16:creationId xmlns:a16="http://schemas.microsoft.com/office/drawing/2014/main" id="{97D0757A-4350-4229-9E75-1C2947D3875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415595" y="2703484"/>
            <a:ext cx="570167" cy="528962"/>
          </a:xfrm>
          <a:prstGeom prst="rect">
            <a:avLst/>
          </a:prstGeom>
        </p:spPr>
      </p:pic>
      <p:pic>
        <p:nvPicPr>
          <p:cNvPr id="58" name="Graphique 57" descr="Homme professeur avec un remplissage uni">
            <a:extLst>
              <a:ext uri="{FF2B5EF4-FFF2-40B4-BE49-F238E27FC236}">
                <a16:creationId xmlns:a16="http://schemas.microsoft.com/office/drawing/2014/main" id="{9BA7D4BF-BC7B-48A5-B7FB-51E0389F456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95363" y="2120905"/>
            <a:ext cx="570168" cy="570168"/>
          </a:xfrm>
          <a:prstGeom prst="rect">
            <a:avLst/>
          </a:prstGeom>
        </p:spPr>
      </p:pic>
      <p:pic>
        <p:nvPicPr>
          <p:cNvPr id="59" name="Graphique 58" descr="Femme conductrice avec un remplissage uni">
            <a:extLst>
              <a:ext uri="{FF2B5EF4-FFF2-40B4-BE49-F238E27FC236}">
                <a16:creationId xmlns:a16="http://schemas.microsoft.com/office/drawing/2014/main" id="{8D3153A4-986C-4D7A-B257-0A53C1570EC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67592" y="1765387"/>
            <a:ext cx="654539" cy="654539"/>
          </a:xfrm>
          <a:prstGeom prst="rect">
            <a:avLst/>
          </a:prstGeom>
        </p:spPr>
      </p:pic>
      <p:pic>
        <p:nvPicPr>
          <p:cNvPr id="60" name="Graphique 59" descr="Profil mâle contour">
            <a:extLst>
              <a:ext uri="{FF2B5EF4-FFF2-40B4-BE49-F238E27FC236}">
                <a16:creationId xmlns:a16="http://schemas.microsoft.com/office/drawing/2014/main" id="{FC0B9357-3AF1-4EC7-A8C4-C3E72890F91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60626" y="2552152"/>
            <a:ext cx="570167" cy="528962"/>
          </a:xfrm>
          <a:prstGeom prst="rect">
            <a:avLst/>
          </a:prstGeom>
        </p:spPr>
      </p:pic>
      <p:pic>
        <p:nvPicPr>
          <p:cNvPr id="61" name="Graphique 60" descr="Employé de bureau avec un remplissage uni">
            <a:extLst>
              <a:ext uri="{FF2B5EF4-FFF2-40B4-BE49-F238E27FC236}">
                <a16:creationId xmlns:a16="http://schemas.microsoft.com/office/drawing/2014/main" id="{3AE59BF9-5A9A-428C-BB48-4491E047BBE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345418" y="2278515"/>
            <a:ext cx="577321" cy="577321"/>
          </a:xfrm>
          <a:prstGeom prst="rect">
            <a:avLst/>
          </a:prstGeom>
        </p:spPr>
      </p:pic>
      <p:pic>
        <p:nvPicPr>
          <p:cNvPr id="65" name="Graphique 64" descr="Groupe de personnes avec un remplissage uni">
            <a:extLst>
              <a:ext uri="{FF2B5EF4-FFF2-40B4-BE49-F238E27FC236}">
                <a16:creationId xmlns:a16="http://schemas.microsoft.com/office/drawing/2014/main" id="{57DE616E-4A66-4E0F-AC40-AEDDEADE83F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133783" y="1932028"/>
            <a:ext cx="516988" cy="516988"/>
          </a:xfrm>
          <a:prstGeom prst="rect">
            <a:avLst/>
          </a:prstGeom>
        </p:spPr>
      </p:pic>
      <p:pic>
        <p:nvPicPr>
          <p:cNvPr id="67" name="Graphique 66" descr="Groupe avec un remplissage uni">
            <a:extLst>
              <a:ext uri="{FF2B5EF4-FFF2-40B4-BE49-F238E27FC236}">
                <a16:creationId xmlns:a16="http://schemas.microsoft.com/office/drawing/2014/main" id="{1BC8D7F0-4AD5-4677-AB28-FF6E8DD7D03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38688" y="2377056"/>
            <a:ext cx="433406" cy="433406"/>
          </a:xfrm>
          <a:prstGeom prst="rect">
            <a:avLst/>
          </a:prstGeom>
        </p:spPr>
      </p:pic>
      <p:pic>
        <p:nvPicPr>
          <p:cNvPr id="68" name="Graphique 67" descr="Employé de bureau avec un remplissage uni">
            <a:extLst>
              <a:ext uri="{FF2B5EF4-FFF2-40B4-BE49-F238E27FC236}">
                <a16:creationId xmlns:a16="http://schemas.microsoft.com/office/drawing/2014/main" id="{E53DA729-95C8-4BBF-958C-C3425CA603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367068" y="1998689"/>
            <a:ext cx="577321" cy="577321"/>
          </a:xfrm>
          <a:prstGeom prst="rect">
            <a:avLst/>
          </a:prstGeom>
        </p:spPr>
      </p:pic>
      <p:pic>
        <p:nvPicPr>
          <p:cNvPr id="70" name="Graphique 69" descr="Bâtiment avec un remplissage uni">
            <a:extLst>
              <a:ext uri="{FF2B5EF4-FFF2-40B4-BE49-F238E27FC236}">
                <a16:creationId xmlns:a16="http://schemas.microsoft.com/office/drawing/2014/main" id="{9E4D7A6E-6A6C-4E18-A56A-C3936221706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095100" y="1614953"/>
            <a:ext cx="575569" cy="575569"/>
          </a:xfrm>
          <a:prstGeom prst="rect">
            <a:avLst/>
          </a:prstGeom>
        </p:spPr>
      </p:pic>
      <p:pic>
        <p:nvPicPr>
          <p:cNvPr id="71" name="Graphique 70" descr="Employé de bureau avec un remplissage uni">
            <a:extLst>
              <a:ext uri="{FF2B5EF4-FFF2-40B4-BE49-F238E27FC236}">
                <a16:creationId xmlns:a16="http://schemas.microsoft.com/office/drawing/2014/main" id="{4EBE99DF-8056-4A73-8651-D0872F4511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67196" y="1727387"/>
            <a:ext cx="577321" cy="577321"/>
          </a:xfrm>
          <a:prstGeom prst="rect">
            <a:avLst/>
          </a:prstGeom>
        </p:spPr>
      </p:pic>
      <p:grpSp>
        <p:nvGrpSpPr>
          <p:cNvPr id="72" name="Groupe 71">
            <a:extLst>
              <a:ext uri="{FF2B5EF4-FFF2-40B4-BE49-F238E27FC236}">
                <a16:creationId xmlns:a16="http://schemas.microsoft.com/office/drawing/2014/main" id="{15649DE3-017C-4748-98B6-E93F0B74C2AE}"/>
              </a:ext>
            </a:extLst>
          </p:cNvPr>
          <p:cNvGrpSpPr/>
          <p:nvPr/>
        </p:nvGrpSpPr>
        <p:grpSpPr>
          <a:xfrm>
            <a:off x="2230373" y="4652241"/>
            <a:ext cx="570167" cy="690880"/>
            <a:chOff x="3312901" y="1895471"/>
            <a:chExt cx="914400" cy="1107992"/>
          </a:xfrm>
        </p:grpSpPr>
        <p:pic>
          <p:nvPicPr>
            <p:cNvPr id="73" name="Graphique 72" descr="Profil mâle contour">
              <a:extLst>
                <a:ext uri="{FF2B5EF4-FFF2-40B4-BE49-F238E27FC236}">
                  <a16:creationId xmlns:a16="http://schemas.microsoft.com/office/drawing/2014/main" id="{7705BDC8-D3D3-4A23-8ED4-39E447D9FBA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74" name="Graphique 73" descr="Toque d'étudiant avec un remplissage uni">
              <a:extLst>
                <a:ext uri="{FF2B5EF4-FFF2-40B4-BE49-F238E27FC236}">
                  <a16:creationId xmlns:a16="http://schemas.microsoft.com/office/drawing/2014/main" id="{D3A03576-1F20-40F0-91F7-D1F7AB32DE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75" name="Graphique 74" descr="Profil mâle contour">
            <a:extLst>
              <a:ext uri="{FF2B5EF4-FFF2-40B4-BE49-F238E27FC236}">
                <a16:creationId xmlns:a16="http://schemas.microsoft.com/office/drawing/2014/main" id="{F42DF878-78DB-450B-9596-3325D0D0A20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273305" y="4808065"/>
            <a:ext cx="570167" cy="528962"/>
          </a:xfrm>
          <a:prstGeom prst="rect">
            <a:avLst/>
          </a:prstGeom>
        </p:spPr>
      </p:pic>
      <p:pic>
        <p:nvPicPr>
          <p:cNvPr id="76" name="Graphique 75" descr="Homme électricien avec un remplissage uni">
            <a:extLst>
              <a:ext uri="{FF2B5EF4-FFF2-40B4-BE49-F238E27FC236}">
                <a16:creationId xmlns:a16="http://schemas.microsoft.com/office/drawing/2014/main" id="{B34570CF-EC62-412B-A71C-858CD1D42AC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948197" y="4180992"/>
            <a:ext cx="914400" cy="914400"/>
          </a:xfrm>
          <a:prstGeom prst="rect">
            <a:avLst/>
          </a:prstGeom>
        </p:spPr>
      </p:pic>
      <p:pic>
        <p:nvPicPr>
          <p:cNvPr id="77" name="Graphique 76" descr="Un artiste masculin avec un remplissage uni">
            <a:extLst>
              <a:ext uri="{FF2B5EF4-FFF2-40B4-BE49-F238E27FC236}">
                <a16:creationId xmlns:a16="http://schemas.microsoft.com/office/drawing/2014/main" id="{1E03CDBD-7870-4CB6-9DD7-FC2FFEE2064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872262" y="5575870"/>
            <a:ext cx="914400" cy="914400"/>
          </a:xfrm>
          <a:prstGeom prst="rect">
            <a:avLst/>
          </a:prstGeom>
        </p:spPr>
      </p:pic>
      <p:pic>
        <p:nvPicPr>
          <p:cNvPr id="78" name="Graphique 77" descr="Centre d’appels avec un remplissage uni">
            <a:extLst>
              <a:ext uri="{FF2B5EF4-FFF2-40B4-BE49-F238E27FC236}">
                <a16:creationId xmlns:a16="http://schemas.microsoft.com/office/drawing/2014/main" id="{DD91B6EB-E14B-4F13-AD6B-D065074AE61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3374454" y="4380054"/>
            <a:ext cx="612980" cy="612980"/>
          </a:xfrm>
          <a:prstGeom prst="rect">
            <a:avLst/>
          </a:prstGeom>
        </p:spPr>
      </p:pic>
      <p:grpSp>
        <p:nvGrpSpPr>
          <p:cNvPr id="82" name="Groupe 81">
            <a:extLst>
              <a:ext uri="{FF2B5EF4-FFF2-40B4-BE49-F238E27FC236}">
                <a16:creationId xmlns:a16="http://schemas.microsoft.com/office/drawing/2014/main" id="{35A6BA93-A129-467C-9F67-B3443E1F22E3}"/>
              </a:ext>
            </a:extLst>
          </p:cNvPr>
          <p:cNvGrpSpPr/>
          <p:nvPr/>
        </p:nvGrpSpPr>
        <p:grpSpPr>
          <a:xfrm>
            <a:off x="3395514" y="5874492"/>
            <a:ext cx="542750" cy="503526"/>
            <a:chOff x="5078220" y="4522433"/>
            <a:chExt cx="914400" cy="848318"/>
          </a:xfrm>
        </p:grpSpPr>
        <p:pic>
          <p:nvPicPr>
            <p:cNvPr id="80" name="Graphique 79" descr="Profil mâle contour">
              <a:extLst>
                <a:ext uri="{FF2B5EF4-FFF2-40B4-BE49-F238E27FC236}">
                  <a16:creationId xmlns:a16="http://schemas.microsoft.com/office/drawing/2014/main" id="{28701214-68FB-4FF6-A325-CB09E80DE44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5078220" y="4522433"/>
              <a:ext cx="914400" cy="848318"/>
            </a:xfrm>
            <a:prstGeom prst="rect">
              <a:avLst/>
            </a:prstGeom>
          </p:spPr>
        </p:pic>
        <p:pic>
          <p:nvPicPr>
            <p:cNvPr id="81" name="Graphique 80" descr="Signe pouce en haut avec un remplissage uni">
              <a:extLst>
                <a:ext uri="{FF2B5EF4-FFF2-40B4-BE49-F238E27FC236}">
                  <a16:creationId xmlns:a16="http://schemas.microsoft.com/office/drawing/2014/main" id="{9000001D-1B14-4942-A8C9-4B8BE325DC2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5408976" y="4866196"/>
              <a:ext cx="454183" cy="456517"/>
            </a:xfrm>
            <a:prstGeom prst="rect">
              <a:avLst/>
            </a:prstGeom>
          </p:spPr>
        </p:pic>
      </p:grpSp>
    </p:spTree>
    <p:extLst>
      <p:ext uri="{BB962C8B-B14F-4D97-AF65-F5344CB8AC3E}">
        <p14:creationId xmlns:p14="http://schemas.microsoft.com/office/powerpoint/2010/main" val="1411037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en-US" sz="2400"/>
              <a:t>Optional preparatory workshop : </a:t>
            </a:r>
            <a:br>
              <a:rPr lang="en-US" sz="2400"/>
            </a:br>
            <a:r>
              <a:rPr lang="en-US" sz="2400"/>
              <a:t>Pre-define level rewards based on members motivations. </a:t>
            </a:r>
            <a:br>
              <a:rPr lang="en-US" sz="2400"/>
            </a:br>
            <a:r>
              <a:rPr lang="en-US" sz="2400"/>
              <a:t>Ideas for Community rewards</a:t>
            </a:r>
          </a:p>
        </p:txBody>
      </p:sp>
      <p:sp>
        <p:nvSpPr>
          <p:cNvPr id="3" name="ZoneTexte 2">
            <a:extLst>
              <a:ext uri="{FF2B5EF4-FFF2-40B4-BE49-F238E27FC236}">
                <a16:creationId xmlns:a16="http://schemas.microsoft.com/office/drawing/2014/main" id="{568B5E8A-8E2F-448A-AB62-816F4E4F56A5}"/>
              </a:ext>
            </a:extLst>
          </p:cNvPr>
          <p:cNvSpPr txBox="1"/>
          <p:nvPr/>
        </p:nvSpPr>
        <p:spPr>
          <a:xfrm>
            <a:off x="2007113" y="2214033"/>
            <a:ext cx="979006" cy="400110"/>
          </a:xfrm>
          <a:prstGeom prst="rect">
            <a:avLst/>
          </a:prstGeom>
          <a:noFill/>
        </p:spPr>
        <p:txBody>
          <a:bodyPr wrap="square" rtlCol="0">
            <a:spAutoFit/>
          </a:bodyPr>
          <a:lstStyle/>
          <a:p>
            <a:pPr algn="ctr"/>
            <a:r>
              <a:rPr lang="en-US" sz="1000" b="1"/>
              <a:t>🥇Social recognition</a:t>
            </a:r>
          </a:p>
        </p:txBody>
      </p:sp>
      <p:sp>
        <p:nvSpPr>
          <p:cNvPr id="5" name="ZoneTexte 4">
            <a:extLst>
              <a:ext uri="{FF2B5EF4-FFF2-40B4-BE49-F238E27FC236}">
                <a16:creationId xmlns:a16="http://schemas.microsoft.com/office/drawing/2014/main" id="{9D1B87E7-A81B-4F82-8DD3-557207767876}"/>
              </a:ext>
            </a:extLst>
          </p:cNvPr>
          <p:cNvSpPr txBox="1"/>
          <p:nvPr/>
        </p:nvSpPr>
        <p:spPr>
          <a:xfrm>
            <a:off x="7353741" y="2199558"/>
            <a:ext cx="1673182" cy="400110"/>
          </a:xfrm>
          <a:prstGeom prst="rect">
            <a:avLst/>
          </a:prstGeom>
          <a:noFill/>
        </p:spPr>
        <p:txBody>
          <a:bodyPr wrap="square" rtlCol="0">
            <a:spAutoFit/>
          </a:bodyPr>
          <a:lstStyle/>
          <a:p>
            <a:pPr algn="ctr"/>
            <a:r>
              <a:rPr lang="en-US" sz="1000" b="1"/>
              <a:t>🏋️Skill development &amp; achievement</a:t>
            </a:r>
          </a:p>
        </p:txBody>
      </p:sp>
      <p:sp>
        <p:nvSpPr>
          <p:cNvPr id="6" name="ZoneTexte 5">
            <a:extLst>
              <a:ext uri="{FF2B5EF4-FFF2-40B4-BE49-F238E27FC236}">
                <a16:creationId xmlns:a16="http://schemas.microsoft.com/office/drawing/2014/main" id="{CD8F236F-3546-40C8-81E7-A87FC47C41BB}"/>
              </a:ext>
            </a:extLst>
          </p:cNvPr>
          <p:cNvSpPr txBox="1"/>
          <p:nvPr/>
        </p:nvSpPr>
        <p:spPr>
          <a:xfrm>
            <a:off x="5983741" y="2176856"/>
            <a:ext cx="1274810" cy="400110"/>
          </a:xfrm>
          <a:prstGeom prst="rect">
            <a:avLst/>
          </a:prstGeom>
          <a:noFill/>
        </p:spPr>
        <p:txBody>
          <a:bodyPr wrap="square" rtlCol="0">
            <a:spAutoFit/>
          </a:bodyPr>
          <a:lstStyle/>
          <a:p>
            <a:pPr algn="ctr"/>
            <a:r>
              <a:rPr lang="en-US" sz="1000" b="1"/>
              <a:t>🎗️Positive Impact &amp; meaning</a:t>
            </a:r>
          </a:p>
        </p:txBody>
      </p:sp>
      <p:sp>
        <p:nvSpPr>
          <p:cNvPr id="7" name="ZoneTexte 6">
            <a:extLst>
              <a:ext uri="{FF2B5EF4-FFF2-40B4-BE49-F238E27FC236}">
                <a16:creationId xmlns:a16="http://schemas.microsoft.com/office/drawing/2014/main" id="{0307DFF1-32F7-4E1F-B2BA-D051DAF756CA}"/>
              </a:ext>
            </a:extLst>
          </p:cNvPr>
          <p:cNvSpPr txBox="1"/>
          <p:nvPr/>
        </p:nvSpPr>
        <p:spPr>
          <a:xfrm>
            <a:off x="529373" y="2203232"/>
            <a:ext cx="1152065" cy="400110"/>
          </a:xfrm>
          <a:prstGeom prst="rect">
            <a:avLst/>
          </a:prstGeom>
          <a:noFill/>
        </p:spPr>
        <p:txBody>
          <a:bodyPr wrap="square" rtlCol="0">
            <a:spAutoFit/>
          </a:bodyPr>
          <a:lstStyle/>
          <a:p>
            <a:pPr algn="ctr"/>
            <a:r>
              <a:rPr lang="en-US" sz="1000" b="1"/>
              <a:t>🎁Material possessions</a:t>
            </a:r>
          </a:p>
        </p:txBody>
      </p:sp>
      <p:sp>
        <p:nvSpPr>
          <p:cNvPr id="8" name="ZoneTexte 7">
            <a:extLst>
              <a:ext uri="{FF2B5EF4-FFF2-40B4-BE49-F238E27FC236}">
                <a16:creationId xmlns:a16="http://schemas.microsoft.com/office/drawing/2014/main" id="{98C0D23E-298D-41AE-8796-B5CE40656D1B}"/>
              </a:ext>
            </a:extLst>
          </p:cNvPr>
          <p:cNvSpPr txBox="1"/>
          <p:nvPr/>
        </p:nvSpPr>
        <p:spPr>
          <a:xfrm>
            <a:off x="8991079" y="2228494"/>
            <a:ext cx="1152065" cy="400110"/>
          </a:xfrm>
          <a:prstGeom prst="rect">
            <a:avLst/>
          </a:prstGeom>
          <a:noFill/>
        </p:spPr>
        <p:txBody>
          <a:bodyPr wrap="square" rtlCol="0">
            <a:spAutoFit/>
          </a:bodyPr>
          <a:lstStyle/>
          <a:p>
            <a:pPr algn="ctr"/>
            <a:r>
              <a:rPr lang="en-US" sz="1000" b="1"/>
              <a:t>⏳Freedom &amp; Free Time</a:t>
            </a:r>
          </a:p>
        </p:txBody>
      </p:sp>
      <p:sp>
        <p:nvSpPr>
          <p:cNvPr id="9" name="ZoneTexte 8">
            <a:extLst>
              <a:ext uri="{FF2B5EF4-FFF2-40B4-BE49-F238E27FC236}">
                <a16:creationId xmlns:a16="http://schemas.microsoft.com/office/drawing/2014/main" id="{0F3784A8-E819-4B03-A008-CC592A27E890}"/>
              </a:ext>
            </a:extLst>
          </p:cNvPr>
          <p:cNvSpPr txBox="1"/>
          <p:nvPr/>
        </p:nvSpPr>
        <p:spPr>
          <a:xfrm>
            <a:off x="10412924" y="2228494"/>
            <a:ext cx="979007" cy="400110"/>
          </a:xfrm>
          <a:prstGeom prst="rect">
            <a:avLst/>
          </a:prstGeom>
          <a:noFill/>
        </p:spPr>
        <p:txBody>
          <a:bodyPr wrap="square" rtlCol="0">
            <a:spAutoFit/>
          </a:bodyPr>
          <a:lstStyle/>
          <a:p>
            <a:pPr algn="ctr"/>
            <a:r>
              <a:rPr lang="en-US" sz="1000" b="1"/>
              <a:t>💡Creative space</a:t>
            </a:r>
          </a:p>
        </p:txBody>
      </p:sp>
      <p:sp>
        <p:nvSpPr>
          <p:cNvPr id="10" name="ZoneTexte 9">
            <a:extLst>
              <a:ext uri="{FF2B5EF4-FFF2-40B4-BE49-F238E27FC236}">
                <a16:creationId xmlns:a16="http://schemas.microsoft.com/office/drawing/2014/main" id="{D10797BA-1958-42CD-A065-2B9E910DC08D}"/>
              </a:ext>
            </a:extLst>
          </p:cNvPr>
          <p:cNvSpPr txBox="1"/>
          <p:nvPr/>
        </p:nvSpPr>
        <p:spPr>
          <a:xfrm>
            <a:off x="4721223" y="2173360"/>
            <a:ext cx="979007" cy="400110"/>
          </a:xfrm>
          <a:prstGeom prst="rect">
            <a:avLst/>
          </a:prstGeom>
          <a:noFill/>
        </p:spPr>
        <p:txBody>
          <a:bodyPr wrap="square" rtlCol="0">
            <a:spAutoFit/>
          </a:bodyPr>
          <a:lstStyle/>
          <a:p>
            <a:pPr algn="ctr"/>
            <a:r>
              <a:rPr lang="en-US" sz="1000" b="1"/>
              <a:t>🤝Bonding with others</a:t>
            </a:r>
          </a:p>
        </p:txBody>
      </p:sp>
      <p:sp>
        <p:nvSpPr>
          <p:cNvPr id="11" name="ZoneTexte 10">
            <a:extLst>
              <a:ext uri="{FF2B5EF4-FFF2-40B4-BE49-F238E27FC236}">
                <a16:creationId xmlns:a16="http://schemas.microsoft.com/office/drawing/2014/main" id="{5EEA3761-0E12-4976-88EE-BB120C5E9646}"/>
              </a:ext>
            </a:extLst>
          </p:cNvPr>
          <p:cNvSpPr txBox="1"/>
          <p:nvPr/>
        </p:nvSpPr>
        <p:spPr>
          <a:xfrm>
            <a:off x="3282322" y="2174671"/>
            <a:ext cx="1143423" cy="400110"/>
          </a:xfrm>
          <a:prstGeom prst="rect">
            <a:avLst/>
          </a:prstGeom>
          <a:noFill/>
        </p:spPr>
        <p:txBody>
          <a:bodyPr wrap="square" rtlCol="0">
            <a:spAutoFit/>
          </a:bodyPr>
          <a:lstStyle/>
          <a:p>
            <a:pPr algn="ctr"/>
            <a:r>
              <a:rPr lang="en-US" sz="1000" b="1"/>
              <a:t>✨Stimulation &amp; Well-being</a:t>
            </a:r>
          </a:p>
        </p:txBody>
      </p:sp>
      <p:sp>
        <p:nvSpPr>
          <p:cNvPr id="13" name="Rectangle 12">
            <a:extLst>
              <a:ext uri="{FF2B5EF4-FFF2-40B4-BE49-F238E27FC236}">
                <a16:creationId xmlns:a16="http://schemas.microsoft.com/office/drawing/2014/main" id="{9B2838C3-2E4C-4F0E-94F6-22EE4F6A0231}"/>
              </a:ext>
            </a:extLst>
          </p:cNvPr>
          <p:cNvSpPr/>
          <p:nvPr/>
        </p:nvSpPr>
        <p:spPr>
          <a:xfrm>
            <a:off x="616345"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Financial incentives</a:t>
            </a:r>
          </a:p>
        </p:txBody>
      </p:sp>
      <p:sp>
        <p:nvSpPr>
          <p:cNvPr id="14" name="Rectangle 13">
            <a:extLst>
              <a:ext uri="{FF2B5EF4-FFF2-40B4-BE49-F238E27FC236}">
                <a16:creationId xmlns:a16="http://schemas.microsoft.com/office/drawing/2014/main" id="{3826FD08-150C-40B6-93BA-CAECEACC5BC7}"/>
              </a:ext>
            </a:extLst>
          </p:cNvPr>
          <p:cNvSpPr/>
          <p:nvPr/>
        </p:nvSpPr>
        <p:spPr>
          <a:xfrm>
            <a:off x="2003342"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Badges</a:t>
            </a:r>
          </a:p>
        </p:txBody>
      </p:sp>
      <p:sp>
        <p:nvSpPr>
          <p:cNvPr id="15" name="Rectangle 14">
            <a:extLst>
              <a:ext uri="{FF2B5EF4-FFF2-40B4-BE49-F238E27FC236}">
                <a16:creationId xmlns:a16="http://schemas.microsoft.com/office/drawing/2014/main" id="{12682C43-70D2-4C73-88FB-D51AF93CF94C}"/>
              </a:ext>
            </a:extLst>
          </p:cNvPr>
          <p:cNvSpPr/>
          <p:nvPr/>
        </p:nvSpPr>
        <p:spPr>
          <a:xfrm>
            <a:off x="7666514"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Access to training courses</a:t>
            </a:r>
          </a:p>
        </p:txBody>
      </p:sp>
      <p:sp>
        <p:nvSpPr>
          <p:cNvPr id="16" name="Rectangle 15">
            <a:extLst>
              <a:ext uri="{FF2B5EF4-FFF2-40B4-BE49-F238E27FC236}">
                <a16:creationId xmlns:a16="http://schemas.microsoft.com/office/drawing/2014/main" id="{522F56E3-3FFA-415E-A091-CAAFAF4882E4}"/>
              </a:ext>
            </a:extLst>
          </p:cNvPr>
          <p:cNvSpPr/>
          <p:nvPr/>
        </p:nvSpPr>
        <p:spPr>
          <a:xfrm>
            <a:off x="3383176" y="2627722"/>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Participation to games</a:t>
            </a:r>
          </a:p>
        </p:txBody>
      </p:sp>
      <p:sp>
        <p:nvSpPr>
          <p:cNvPr id="17" name="Rectangle 16">
            <a:extLst>
              <a:ext uri="{FF2B5EF4-FFF2-40B4-BE49-F238E27FC236}">
                <a16:creationId xmlns:a16="http://schemas.microsoft.com/office/drawing/2014/main" id="{7227FD7D-0756-4788-9C68-1E1B20BE5171}"/>
              </a:ext>
            </a:extLst>
          </p:cNvPr>
          <p:cNvSpPr/>
          <p:nvPr/>
        </p:nvSpPr>
        <p:spPr>
          <a:xfrm>
            <a:off x="616345" y="325002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b="1">
                <a:solidFill>
                  <a:schemeClr val="tx1"/>
                </a:solidFill>
              </a:rPr>
              <a:t>🎁 </a:t>
            </a:r>
            <a:r>
              <a:rPr lang="en-US" sz="900">
                <a:solidFill>
                  <a:schemeClr val="tx1"/>
                </a:solidFill>
              </a:rPr>
              <a:t>Gifts</a:t>
            </a:r>
          </a:p>
        </p:txBody>
      </p:sp>
      <p:sp>
        <p:nvSpPr>
          <p:cNvPr id="18" name="Rectangle 17">
            <a:extLst>
              <a:ext uri="{FF2B5EF4-FFF2-40B4-BE49-F238E27FC236}">
                <a16:creationId xmlns:a16="http://schemas.microsoft.com/office/drawing/2014/main" id="{4AAAD4B3-7BF1-412A-9325-0F434FCAE43A}"/>
              </a:ext>
            </a:extLst>
          </p:cNvPr>
          <p:cNvSpPr/>
          <p:nvPr/>
        </p:nvSpPr>
        <p:spPr>
          <a:xfrm>
            <a:off x="6108083" y="262563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a:t>
            </a:r>
            <a:r>
              <a:rPr lang="en-US" sz="900" b="1">
                <a:solidFill>
                  <a:schemeClr val="tx1"/>
                </a:solidFill>
              </a:rPr>
              <a:t> ❤️</a:t>
            </a:r>
            <a:r>
              <a:rPr lang="en-US" sz="900">
                <a:solidFill>
                  <a:schemeClr val="tx1"/>
                </a:solidFill>
              </a:rPr>
              <a:t> Financial reward to give to non-profit</a:t>
            </a:r>
          </a:p>
        </p:txBody>
      </p:sp>
      <p:sp>
        <p:nvSpPr>
          <p:cNvPr id="19" name="Rectangle 18">
            <a:extLst>
              <a:ext uri="{FF2B5EF4-FFF2-40B4-BE49-F238E27FC236}">
                <a16:creationId xmlns:a16="http://schemas.microsoft.com/office/drawing/2014/main" id="{4BBEF4B8-A823-4CC5-BDAA-43641F28B2AA}"/>
              </a:ext>
            </a:extLst>
          </p:cNvPr>
          <p:cNvSpPr/>
          <p:nvPr/>
        </p:nvSpPr>
        <p:spPr>
          <a:xfrm>
            <a:off x="6114434" y="323779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b="1">
                <a:solidFill>
                  <a:schemeClr val="tx1"/>
                </a:solidFill>
              </a:rPr>
              <a:t>🎁 ❤️ </a:t>
            </a:r>
            <a:r>
              <a:rPr lang="en-US" sz="900">
                <a:solidFill>
                  <a:schemeClr val="tx1"/>
                </a:solidFill>
              </a:rPr>
              <a:t>Gift to offer to someone of choice</a:t>
            </a:r>
          </a:p>
        </p:txBody>
      </p:sp>
      <p:sp>
        <p:nvSpPr>
          <p:cNvPr id="20" name="Rectangle 19">
            <a:extLst>
              <a:ext uri="{FF2B5EF4-FFF2-40B4-BE49-F238E27FC236}">
                <a16:creationId xmlns:a16="http://schemas.microsoft.com/office/drawing/2014/main" id="{8A272FF8-E44B-4AC5-AF5D-9815408CD870}"/>
              </a:ext>
            </a:extLst>
          </p:cNvPr>
          <p:cNvSpPr/>
          <p:nvPr/>
        </p:nvSpPr>
        <p:spPr>
          <a:xfrm>
            <a:off x="10403984" y="26705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🎨Exclusive access to creative rooms (</a:t>
            </a:r>
            <a:r>
              <a:rPr lang="en-US" sz="900" err="1">
                <a:solidFill>
                  <a:schemeClr val="tx1"/>
                </a:solidFill>
              </a:rPr>
              <a:t>Fablab</a:t>
            </a:r>
            <a:r>
              <a:rPr lang="en-US" sz="900">
                <a:solidFill>
                  <a:schemeClr val="tx1"/>
                </a:solidFill>
              </a:rPr>
              <a:t>, …)</a:t>
            </a:r>
          </a:p>
        </p:txBody>
      </p:sp>
      <p:sp>
        <p:nvSpPr>
          <p:cNvPr id="21" name="Rectangle 20">
            <a:extLst>
              <a:ext uri="{FF2B5EF4-FFF2-40B4-BE49-F238E27FC236}">
                <a16:creationId xmlns:a16="http://schemas.microsoft.com/office/drawing/2014/main" id="{9A49587F-B4F6-4463-9205-8166DAA33D89}"/>
              </a:ext>
            </a:extLst>
          </p:cNvPr>
          <p:cNvSpPr/>
          <p:nvPr/>
        </p:nvSpPr>
        <p:spPr>
          <a:xfrm>
            <a:off x="9068668" y="266619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⏳Spare time to work freely on projects</a:t>
            </a:r>
          </a:p>
        </p:txBody>
      </p:sp>
      <p:sp>
        <p:nvSpPr>
          <p:cNvPr id="22" name="Rectangle 21">
            <a:extLst>
              <a:ext uri="{FF2B5EF4-FFF2-40B4-BE49-F238E27FC236}">
                <a16:creationId xmlns:a16="http://schemas.microsoft.com/office/drawing/2014/main" id="{31DD4CF5-99A5-4607-B620-81C6F5CB449C}"/>
              </a:ext>
            </a:extLst>
          </p:cNvPr>
          <p:cNvSpPr/>
          <p:nvPr/>
        </p:nvSpPr>
        <p:spPr>
          <a:xfrm>
            <a:off x="7666514" y="322861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Books</a:t>
            </a:r>
          </a:p>
        </p:txBody>
      </p:sp>
      <p:sp>
        <p:nvSpPr>
          <p:cNvPr id="23" name="Rectangle 22">
            <a:extLst>
              <a:ext uri="{FF2B5EF4-FFF2-40B4-BE49-F238E27FC236}">
                <a16:creationId xmlns:a16="http://schemas.microsoft.com/office/drawing/2014/main" id="{D913465C-5BF2-4E27-BF12-20AA15102B1C}"/>
              </a:ext>
            </a:extLst>
          </p:cNvPr>
          <p:cNvSpPr/>
          <p:nvPr/>
        </p:nvSpPr>
        <p:spPr>
          <a:xfrm>
            <a:off x="1998170" y="321877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Official titles in the organizational chart</a:t>
            </a:r>
          </a:p>
        </p:txBody>
      </p:sp>
      <p:sp>
        <p:nvSpPr>
          <p:cNvPr id="24" name="Rectangle 23">
            <a:extLst>
              <a:ext uri="{FF2B5EF4-FFF2-40B4-BE49-F238E27FC236}">
                <a16:creationId xmlns:a16="http://schemas.microsoft.com/office/drawing/2014/main" id="{8D3E4F01-4576-4C0A-9340-6AEC7A8DD5F1}"/>
              </a:ext>
            </a:extLst>
          </p:cNvPr>
          <p:cNvSpPr/>
          <p:nvPr/>
        </p:nvSpPr>
        <p:spPr>
          <a:xfrm>
            <a:off x="1989228" y="38142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Accolade / Coronation / title giving ceremony</a:t>
            </a:r>
          </a:p>
        </p:txBody>
      </p:sp>
      <p:sp>
        <p:nvSpPr>
          <p:cNvPr id="25" name="Rectangle 24">
            <a:extLst>
              <a:ext uri="{FF2B5EF4-FFF2-40B4-BE49-F238E27FC236}">
                <a16:creationId xmlns:a16="http://schemas.microsoft.com/office/drawing/2014/main" id="{D03E92EF-5098-4C77-9BC4-7D701FB5B803}"/>
              </a:ext>
            </a:extLst>
          </p:cNvPr>
          <p:cNvSpPr/>
          <p:nvPr/>
        </p:nvSpPr>
        <p:spPr>
          <a:xfrm>
            <a:off x="4751986" y="26262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Celebration moments</a:t>
            </a:r>
          </a:p>
        </p:txBody>
      </p:sp>
      <p:sp>
        <p:nvSpPr>
          <p:cNvPr id="26" name="Rectangle 25">
            <a:extLst>
              <a:ext uri="{FF2B5EF4-FFF2-40B4-BE49-F238E27FC236}">
                <a16:creationId xmlns:a16="http://schemas.microsoft.com/office/drawing/2014/main" id="{C319EA3E-69BF-4E27-B3F8-951B40712D1D}"/>
              </a:ext>
            </a:extLst>
          </p:cNvPr>
          <p:cNvSpPr/>
          <p:nvPr/>
        </p:nvSpPr>
        <p:spPr>
          <a:xfrm>
            <a:off x="1998169" y="440749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Exclusive access rights or decision rights / power </a:t>
            </a:r>
          </a:p>
        </p:txBody>
      </p:sp>
      <p:sp>
        <p:nvSpPr>
          <p:cNvPr id="28" name="Rectangle 27">
            <a:extLst>
              <a:ext uri="{FF2B5EF4-FFF2-40B4-BE49-F238E27FC236}">
                <a16:creationId xmlns:a16="http://schemas.microsoft.com/office/drawing/2014/main" id="{69D6F557-7868-4B10-B45D-F3749CDFA938}"/>
              </a:ext>
            </a:extLst>
          </p:cNvPr>
          <p:cNvSpPr/>
          <p:nvPr/>
        </p:nvSpPr>
        <p:spPr>
          <a:xfrm>
            <a:off x="4741552" y="32223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b="1">
                <a:solidFill>
                  <a:schemeClr val="tx1"/>
                </a:solidFill>
              </a:rPr>
              <a:t>🎁 ❤️ </a:t>
            </a:r>
            <a:r>
              <a:rPr lang="en-US" sz="900">
                <a:solidFill>
                  <a:schemeClr val="tx1"/>
                </a:solidFill>
              </a:rPr>
              <a:t>Gift to offer to someone of choice</a:t>
            </a:r>
          </a:p>
        </p:txBody>
      </p:sp>
      <p:sp>
        <p:nvSpPr>
          <p:cNvPr id="29" name="Rectangle 28">
            <a:extLst>
              <a:ext uri="{FF2B5EF4-FFF2-40B4-BE49-F238E27FC236}">
                <a16:creationId xmlns:a16="http://schemas.microsoft.com/office/drawing/2014/main" id="{FF1E601F-E7BC-4171-A00C-60990417D91C}"/>
              </a:ext>
            </a:extLst>
          </p:cNvPr>
          <p:cNvSpPr/>
          <p:nvPr/>
        </p:nvSpPr>
        <p:spPr>
          <a:xfrm>
            <a:off x="616344" y="385349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Community themed Wearable (t-shirt, caps, …)</a:t>
            </a:r>
          </a:p>
        </p:txBody>
      </p:sp>
      <p:sp>
        <p:nvSpPr>
          <p:cNvPr id="30" name="Rectangle 29">
            <a:extLst>
              <a:ext uri="{FF2B5EF4-FFF2-40B4-BE49-F238E27FC236}">
                <a16:creationId xmlns:a16="http://schemas.microsoft.com/office/drawing/2014/main" id="{C10734B7-4DB8-455C-9D41-BAEB7B76EF7C}"/>
              </a:ext>
            </a:extLst>
          </p:cNvPr>
          <p:cNvSpPr/>
          <p:nvPr/>
        </p:nvSpPr>
        <p:spPr>
          <a:xfrm>
            <a:off x="4746267" y="382302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b="1">
                <a:solidFill>
                  <a:schemeClr val="tx1"/>
                </a:solidFill>
              </a:rPr>
              <a:t>🎁 ❤️ </a:t>
            </a:r>
            <a:r>
              <a:rPr lang="en-US" sz="900">
                <a:solidFill>
                  <a:schemeClr val="tx1"/>
                </a:solidFill>
              </a:rPr>
              <a:t>Gift to offer to another member</a:t>
            </a:r>
          </a:p>
        </p:txBody>
      </p:sp>
      <p:sp>
        <p:nvSpPr>
          <p:cNvPr id="31" name="Rectangle 30">
            <a:extLst>
              <a:ext uri="{FF2B5EF4-FFF2-40B4-BE49-F238E27FC236}">
                <a16:creationId xmlns:a16="http://schemas.microsoft.com/office/drawing/2014/main" id="{C4306298-8F56-4898-8CF3-3A64E6D4AC87}"/>
              </a:ext>
            </a:extLst>
          </p:cNvPr>
          <p:cNvSpPr/>
          <p:nvPr/>
        </p:nvSpPr>
        <p:spPr>
          <a:xfrm>
            <a:off x="6108082" y="382346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Statement or acknowledgment of contribution</a:t>
            </a:r>
          </a:p>
        </p:txBody>
      </p:sp>
      <p:sp>
        <p:nvSpPr>
          <p:cNvPr id="33" name="Rectangle 32">
            <a:extLst>
              <a:ext uri="{FF2B5EF4-FFF2-40B4-BE49-F238E27FC236}">
                <a16:creationId xmlns:a16="http://schemas.microsoft.com/office/drawing/2014/main" id="{626ED528-30FF-41E9-872E-C2E3F937B59E}"/>
              </a:ext>
            </a:extLst>
          </p:cNvPr>
          <p:cNvSpPr/>
          <p:nvPr/>
        </p:nvSpPr>
        <p:spPr>
          <a:xfrm>
            <a:off x="1997158" y="49985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Promotional campaign about member</a:t>
            </a:r>
          </a:p>
        </p:txBody>
      </p:sp>
      <p:sp>
        <p:nvSpPr>
          <p:cNvPr id="34" name="Rectangle 33">
            <a:extLst>
              <a:ext uri="{FF2B5EF4-FFF2-40B4-BE49-F238E27FC236}">
                <a16:creationId xmlns:a16="http://schemas.microsoft.com/office/drawing/2014/main" id="{5DD29DCD-2696-4132-B12A-FE7058B74965}"/>
              </a:ext>
            </a:extLst>
          </p:cNvPr>
          <p:cNvSpPr/>
          <p:nvPr/>
        </p:nvSpPr>
        <p:spPr>
          <a:xfrm>
            <a:off x="10403984" y="332595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🎨Exclusive access to creative tools (creative pen display, drawing equipment…)</a:t>
            </a:r>
          </a:p>
        </p:txBody>
      </p:sp>
      <p:sp>
        <p:nvSpPr>
          <p:cNvPr id="35" name="Rectangle 34">
            <a:extLst>
              <a:ext uri="{FF2B5EF4-FFF2-40B4-BE49-F238E27FC236}">
                <a16:creationId xmlns:a16="http://schemas.microsoft.com/office/drawing/2014/main" id="{20D963E5-CCEE-4CA4-B25A-2979C75011D0}"/>
              </a:ext>
            </a:extLst>
          </p:cNvPr>
          <p:cNvSpPr/>
          <p:nvPr/>
        </p:nvSpPr>
        <p:spPr>
          <a:xfrm>
            <a:off x="9068666" y="331147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👍Support for future project proposition</a:t>
            </a:r>
          </a:p>
        </p:txBody>
      </p:sp>
      <p:sp>
        <p:nvSpPr>
          <p:cNvPr id="36" name="Rectangle 35">
            <a:extLst>
              <a:ext uri="{FF2B5EF4-FFF2-40B4-BE49-F238E27FC236}">
                <a16:creationId xmlns:a16="http://schemas.microsoft.com/office/drawing/2014/main" id="{01168905-0C73-471C-A69D-6F4AC12E48DD}"/>
              </a:ext>
            </a:extLst>
          </p:cNvPr>
          <p:cNvSpPr/>
          <p:nvPr/>
        </p:nvSpPr>
        <p:spPr>
          <a:xfrm>
            <a:off x="10403982" y="398056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Support for future project proposition (ex: bonus votes at arbitration event)</a:t>
            </a:r>
          </a:p>
        </p:txBody>
      </p:sp>
      <p:sp>
        <p:nvSpPr>
          <p:cNvPr id="37" name="Rectangle 36">
            <a:extLst>
              <a:ext uri="{FF2B5EF4-FFF2-40B4-BE49-F238E27FC236}">
                <a16:creationId xmlns:a16="http://schemas.microsoft.com/office/drawing/2014/main" id="{9EC724DB-8F58-4F21-925C-C65493AE0A82}"/>
              </a:ext>
            </a:extLst>
          </p:cNvPr>
          <p:cNvSpPr/>
          <p:nvPr/>
        </p:nvSpPr>
        <p:spPr>
          <a:xfrm>
            <a:off x="3383176" y="327300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Tickets to Innovation events</a:t>
            </a:r>
          </a:p>
        </p:txBody>
      </p:sp>
      <p:sp>
        <p:nvSpPr>
          <p:cNvPr id="40" name="Rectangle 39">
            <a:extLst>
              <a:ext uri="{FF2B5EF4-FFF2-40B4-BE49-F238E27FC236}">
                <a16:creationId xmlns:a16="http://schemas.microsoft.com/office/drawing/2014/main" id="{78BC21C6-9B91-4BCB-B894-B8F2A2B371D6}"/>
              </a:ext>
            </a:extLst>
          </p:cNvPr>
          <p:cNvSpPr/>
          <p:nvPr/>
        </p:nvSpPr>
        <p:spPr>
          <a:xfrm>
            <a:off x="7657573" y="383264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Exclusive access to mentoring</a:t>
            </a:r>
          </a:p>
        </p:txBody>
      </p:sp>
      <p:sp>
        <p:nvSpPr>
          <p:cNvPr id="41" name="Rectangle 40">
            <a:extLst>
              <a:ext uri="{FF2B5EF4-FFF2-40B4-BE49-F238E27FC236}">
                <a16:creationId xmlns:a16="http://schemas.microsoft.com/office/drawing/2014/main" id="{1805A496-EF80-46BF-8248-413365334BB9}"/>
              </a:ext>
            </a:extLst>
          </p:cNvPr>
          <p:cNvSpPr/>
          <p:nvPr/>
        </p:nvSpPr>
        <p:spPr>
          <a:xfrm>
            <a:off x="7657573" y="442306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Exclusive access to physical or digital library</a:t>
            </a:r>
          </a:p>
        </p:txBody>
      </p:sp>
      <p:sp>
        <p:nvSpPr>
          <p:cNvPr id="42" name="Rectangle 41">
            <a:extLst>
              <a:ext uri="{FF2B5EF4-FFF2-40B4-BE49-F238E27FC236}">
                <a16:creationId xmlns:a16="http://schemas.microsoft.com/office/drawing/2014/main" id="{6A751157-B0B1-4D11-922B-0CD6E301A770}"/>
              </a:ext>
            </a:extLst>
          </p:cNvPr>
          <p:cNvSpPr/>
          <p:nvPr/>
        </p:nvSpPr>
        <p:spPr>
          <a:xfrm>
            <a:off x="3383175" y="39121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Personal services (massage, Yoga course …)</a:t>
            </a:r>
          </a:p>
        </p:txBody>
      </p:sp>
      <p:sp>
        <p:nvSpPr>
          <p:cNvPr id="43" name="Rectangle 42">
            <a:extLst>
              <a:ext uri="{FF2B5EF4-FFF2-40B4-BE49-F238E27FC236}">
                <a16:creationId xmlns:a16="http://schemas.microsoft.com/office/drawing/2014/main" id="{0F1A6448-8F4B-49F3-B0C6-B8C599E93728}"/>
              </a:ext>
            </a:extLst>
          </p:cNvPr>
          <p:cNvSpPr/>
          <p:nvPr/>
        </p:nvSpPr>
        <p:spPr>
          <a:xfrm>
            <a:off x="3383175" y="4546875"/>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Food and restaurant invitations</a:t>
            </a:r>
          </a:p>
        </p:txBody>
      </p:sp>
      <p:sp>
        <p:nvSpPr>
          <p:cNvPr id="44" name="Rectangle 43">
            <a:extLst>
              <a:ext uri="{FF2B5EF4-FFF2-40B4-BE49-F238E27FC236}">
                <a16:creationId xmlns:a16="http://schemas.microsoft.com/office/drawing/2014/main" id="{6E006EB5-0229-47D7-8EF9-DEDDA92C502C}"/>
              </a:ext>
            </a:extLst>
          </p:cNvPr>
          <p:cNvSpPr/>
          <p:nvPr/>
        </p:nvSpPr>
        <p:spPr>
          <a:xfrm>
            <a:off x="2005647" y="559199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Contribution plaque (“This is here thanks to …” </a:t>
            </a:r>
          </a:p>
        </p:txBody>
      </p:sp>
      <p:sp>
        <p:nvSpPr>
          <p:cNvPr id="45" name="Rectangle 44">
            <a:extLst>
              <a:ext uri="{FF2B5EF4-FFF2-40B4-BE49-F238E27FC236}">
                <a16:creationId xmlns:a16="http://schemas.microsoft.com/office/drawing/2014/main" id="{8E60D9D2-507C-4251-9A85-B9F584C5D0E0}"/>
              </a:ext>
            </a:extLst>
          </p:cNvPr>
          <p:cNvSpPr/>
          <p:nvPr/>
        </p:nvSpPr>
        <p:spPr>
          <a:xfrm>
            <a:off x="2005647" y="618544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Community themed exclusive Wearable (t-shirt, caps, belt…)</a:t>
            </a:r>
          </a:p>
        </p:txBody>
      </p:sp>
      <p:sp>
        <p:nvSpPr>
          <p:cNvPr id="46" name="Rectangle 45">
            <a:extLst>
              <a:ext uri="{FF2B5EF4-FFF2-40B4-BE49-F238E27FC236}">
                <a16:creationId xmlns:a16="http://schemas.microsoft.com/office/drawing/2014/main" id="{A44C96C6-9834-4470-835B-B3D3A1127F36}"/>
              </a:ext>
            </a:extLst>
          </p:cNvPr>
          <p:cNvSpPr/>
          <p:nvPr/>
        </p:nvSpPr>
        <p:spPr>
          <a:xfrm>
            <a:off x="600930" y="447600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Community themed Goodies (mugs, USB key, …)</a:t>
            </a:r>
          </a:p>
        </p:txBody>
      </p:sp>
      <p:sp>
        <p:nvSpPr>
          <p:cNvPr id="47" name="Rectangle 46">
            <a:extLst>
              <a:ext uri="{FF2B5EF4-FFF2-40B4-BE49-F238E27FC236}">
                <a16:creationId xmlns:a16="http://schemas.microsoft.com/office/drawing/2014/main" id="{83BE859A-71D8-433A-A817-DBFF1937268A}"/>
              </a:ext>
            </a:extLst>
          </p:cNvPr>
          <p:cNvSpPr/>
          <p:nvPr/>
        </p:nvSpPr>
        <p:spPr>
          <a:xfrm>
            <a:off x="7657573" y="503000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Community related diploma</a:t>
            </a:r>
          </a:p>
        </p:txBody>
      </p:sp>
      <p:sp>
        <p:nvSpPr>
          <p:cNvPr id="48" name="Rectangle 47">
            <a:extLst>
              <a:ext uri="{FF2B5EF4-FFF2-40B4-BE49-F238E27FC236}">
                <a16:creationId xmlns:a16="http://schemas.microsoft.com/office/drawing/2014/main" id="{4F7AD0B3-1A30-4E30-98E7-864D00C9A323}"/>
              </a:ext>
            </a:extLst>
          </p:cNvPr>
          <p:cNvSpPr/>
          <p:nvPr/>
        </p:nvSpPr>
        <p:spPr>
          <a:xfrm>
            <a:off x="10395042" y="460107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Allocated timeslot in large Community event for showcasing new project</a:t>
            </a:r>
          </a:p>
        </p:txBody>
      </p:sp>
      <p:sp>
        <p:nvSpPr>
          <p:cNvPr id="49" name="Rectangle 48">
            <a:extLst>
              <a:ext uri="{FF2B5EF4-FFF2-40B4-BE49-F238E27FC236}">
                <a16:creationId xmlns:a16="http://schemas.microsoft.com/office/drawing/2014/main" id="{E16DC30F-5B81-43F1-811C-58F1AF8C298C}"/>
              </a:ext>
            </a:extLst>
          </p:cNvPr>
          <p:cNvSpPr/>
          <p:nvPr/>
        </p:nvSpPr>
        <p:spPr>
          <a:xfrm>
            <a:off x="7657573" y="564401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b="1">
                <a:solidFill>
                  <a:schemeClr val="tx1"/>
                </a:solidFill>
              </a:rPr>
              <a:t>🏋️</a:t>
            </a:r>
            <a:r>
              <a:rPr lang="en-US" sz="900">
                <a:solidFill>
                  <a:schemeClr val="tx1"/>
                </a:solidFill>
              </a:rPr>
              <a:t> Statement of achievement</a:t>
            </a:r>
          </a:p>
        </p:txBody>
      </p:sp>
      <p:sp>
        <p:nvSpPr>
          <p:cNvPr id="50" name="Rectangle 49">
            <a:extLst>
              <a:ext uri="{FF2B5EF4-FFF2-40B4-BE49-F238E27FC236}">
                <a16:creationId xmlns:a16="http://schemas.microsoft.com/office/drawing/2014/main" id="{1D953045-435D-4FDF-89D9-0C7178030AF0}"/>
              </a:ext>
            </a:extLst>
          </p:cNvPr>
          <p:cNvSpPr/>
          <p:nvPr/>
        </p:nvSpPr>
        <p:spPr>
          <a:xfrm>
            <a:off x="3383175" y="519660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Lottery tickets</a:t>
            </a:r>
          </a:p>
        </p:txBody>
      </p:sp>
      <p:sp>
        <p:nvSpPr>
          <p:cNvPr id="51" name="Rectangle 50">
            <a:extLst>
              <a:ext uri="{FF2B5EF4-FFF2-40B4-BE49-F238E27FC236}">
                <a16:creationId xmlns:a16="http://schemas.microsoft.com/office/drawing/2014/main" id="{F46AD084-6E92-403C-88E5-46EBA5CABCC2}"/>
              </a:ext>
            </a:extLst>
          </p:cNvPr>
          <p:cNvSpPr/>
          <p:nvPr/>
        </p:nvSpPr>
        <p:spPr>
          <a:xfrm>
            <a:off x="9068666" y="39506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🧹Logistics services (cleaning service, team extension …)</a:t>
            </a:r>
          </a:p>
        </p:txBody>
      </p:sp>
      <p:sp>
        <p:nvSpPr>
          <p:cNvPr id="52" name="Rectangle 51">
            <a:extLst>
              <a:ext uri="{FF2B5EF4-FFF2-40B4-BE49-F238E27FC236}">
                <a16:creationId xmlns:a16="http://schemas.microsoft.com/office/drawing/2014/main" id="{750546A0-9E9A-441B-A7D8-25B225AC6677}"/>
              </a:ext>
            </a:extLst>
          </p:cNvPr>
          <p:cNvSpPr/>
          <p:nvPr/>
        </p:nvSpPr>
        <p:spPr>
          <a:xfrm>
            <a:off x="3383175" y="582308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Access to bonus challenges</a:t>
            </a:r>
          </a:p>
        </p:txBody>
      </p:sp>
      <p:sp>
        <p:nvSpPr>
          <p:cNvPr id="53" name="Rectangle 52">
            <a:extLst>
              <a:ext uri="{FF2B5EF4-FFF2-40B4-BE49-F238E27FC236}">
                <a16:creationId xmlns:a16="http://schemas.microsoft.com/office/drawing/2014/main" id="{ECB91003-DE5A-4592-8E74-C0D8226AB432}"/>
              </a:ext>
            </a:extLst>
          </p:cNvPr>
          <p:cNvSpPr/>
          <p:nvPr/>
        </p:nvSpPr>
        <p:spPr>
          <a:xfrm>
            <a:off x="4751986" y="442925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One-time access to VIP or difficult to access (President,  …)</a:t>
            </a:r>
          </a:p>
        </p:txBody>
      </p:sp>
      <p:sp>
        <p:nvSpPr>
          <p:cNvPr id="54" name="Rectangle 53">
            <a:extLst>
              <a:ext uri="{FF2B5EF4-FFF2-40B4-BE49-F238E27FC236}">
                <a16:creationId xmlns:a16="http://schemas.microsoft.com/office/drawing/2014/main" id="{022E6571-9BCF-4ED7-8355-0B49EEF39D64}"/>
              </a:ext>
            </a:extLst>
          </p:cNvPr>
          <p:cNvSpPr/>
          <p:nvPr/>
        </p:nvSpPr>
        <p:spPr>
          <a:xfrm>
            <a:off x="6108082" y="440913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🙏Thank you cards</a:t>
            </a:r>
          </a:p>
        </p:txBody>
      </p:sp>
      <p:sp>
        <p:nvSpPr>
          <p:cNvPr id="55" name="Rectangle 54">
            <a:extLst>
              <a:ext uri="{FF2B5EF4-FFF2-40B4-BE49-F238E27FC236}">
                <a16:creationId xmlns:a16="http://schemas.microsoft.com/office/drawing/2014/main" id="{822A90DA-A471-4C9C-A0D5-FA03DCC7F2D5}"/>
              </a:ext>
            </a:extLst>
          </p:cNvPr>
          <p:cNvSpPr/>
          <p:nvPr/>
        </p:nvSpPr>
        <p:spPr>
          <a:xfrm>
            <a:off x="9068666" y="458534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🔓Freedom to unfollow some existing rules or restrictions</a:t>
            </a:r>
          </a:p>
        </p:txBody>
      </p:sp>
      <p:sp>
        <p:nvSpPr>
          <p:cNvPr id="56" name="Rectangle 55">
            <a:extLst>
              <a:ext uri="{FF2B5EF4-FFF2-40B4-BE49-F238E27FC236}">
                <a16:creationId xmlns:a16="http://schemas.microsoft.com/office/drawing/2014/main" id="{8638238B-C0A3-42B6-9BCC-F9E6CE240DA7}"/>
              </a:ext>
            </a:extLst>
          </p:cNvPr>
          <p:cNvSpPr/>
          <p:nvPr/>
        </p:nvSpPr>
        <p:spPr>
          <a:xfrm>
            <a:off x="7666514" y="625803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b="1">
                <a:solidFill>
                  <a:schemeClr val="tx1"/>
                </a:solidFill>
              </a:rPr>
              <a:t>🎯 </a:t>
            </a:r>
            <a:r>
              <a:rPr lang="en-US" sz="900">
                <a:solidFill>
                  <a:schemeClr val="tx1"/>
                </a:solidFill>
              </a:rPr>
              <a:t>Exclusive access to bonus challenges</a:t>
            </a:r>
          </a:p>
        </p:txBody>
      </p:sp>
      <p:sp>
        <p:nvSpPr>
          <p:cNvPr id="57" name="Rectangle 56">
            <a:extLst>
              <a:ext uri="{FF2B5EF4-FFF2-40B4-BE49-F238E27FC236}">
                <a16:creationId xmlns:a16="http://schemas.microsoft.com/office/drawing/2014/main" id="{C297AA46-31D0-401D-ADDF-99E031AE8A5D}"/>
              </a:ext>
            </a:extLst>
          </p:cNvPr>
          <p:cNvSpPr/>
          <p:nvPr/>
        </p:nvSpPr>
        <p:spPr>
          <a:xfrm>
            <a:off x="9068665" y="522005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Exclusive access rights or decision rights / power </a:t>
            </a:r>
          </a:p>
        </p:txBody>
      </p:sp>
      <p:sp>
        <p:nvSpPr>
          <p:cNvPr id="4" name="Flèche : double flèche horizontale 3">
            <a:extLst>
              <a:ext uri="{FF2B5EF4-FFF2-40B4-BE49-F238E27FC236}">
                <a16:creationId xmlns:a16="http://schemas.microsoft.com/office/drawing/2014/main" id="{384779CE-F599-4F0D-9B65-AEC04766BCF1}"/>
              </a:ext>
            </a:extLst>
          </p:cNvPr>
          <p:cNvSpPr/>
          <p:nvPr/>
        </p:nvSpPr>
        <p:spPr>
          <a:xfrm>
            <a:off x="369116" y="1776485"/>
            <a:ext cx="11293511" cy="529746"/>
          </a:xfrm>
          <a:prstGeom prst="leftRightArrow">
            <a:avLst/>
          </a:prstGeom>
          <a:gradFill>
            <a:gsLst>
              <a:gs pos="0">
                <a:srgbClr val="EC7B2B"/>
              </a:gs>
              <a:gs pos="100000">
                <a:srgbClr val="3494B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external motivations                                                                                                              internal motivations</a:t>
            </a:r>
          </a:p>
        </p:txBody>
      </p:sp>
      <p:pic>
        <p:nvPicPr>
          <p:cNvPr id="58" name="Graphique 57" descr="Médaille avec un remplissage uni">
            <a:extLst>
              <a:ext uri="{FF2B5EF4-FFF2-40B4-BE49-F238E27FC236}">
                <a16:creationId xmlns:a16="http://schemas.microsoft.com/office/drawing/2014/main" id="{4EA84966-EAAA-49FC-B050-7AD0560A45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
        <p:nvSpPr>
          <p:cNvPr id="59" name="Rectangle 58">
            <a:extLst>
              <a:ext uri="{FF2B5EF4-FFF2-40B4-BE49-F238E27FC236}">
                <a16:creationId xmlns:a16="http://schemas.microsoft.com/office/drawing/2014/main" id="{05878D9B-EB44-48D2-B136-808FC001B7F0}"/>
              </a:ext>
            </a:extLst>
          </p:cNvPr>
          <p:cNvSpPr/>
          <p:nvPr/>
        </p:nvSpPr>
        <p:spPr>
          <a:xfrm>
            <a:off x="617458" y="509002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Community currency (loyalty points…)</a:t>
            </a:r>
          </a:p>
        </p:txBody>
      </p:sp>
      <p:sp>
        <p:nvSpPr>
          <p:cNvPr id="60" name="Rectangle 59">
            <a:extLst>
              <a:ext uri="{FF2B5EF4-FFF2-40B4-BE49-F238E27FC236}">
                <a16:creationId xmlns:a16="http://schemas.microsoft.com/office/drawing/2014/main" id="{6FE4543E-1EE3-4FB4-BD60-D32803C45A7C}"/>
              </a:ext>
            </a:extLst>
          </p:cNvPr>
          <p:cNvSpPr/>
          <p:nvPr/>
        </p:nvSpPr>
        <p:spPr>
          <a:xfrm>
            <a:off x="6114434" y="500812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🙏Opportunity to serve others</a:t>
            </a:r>
          </a:p>
        </p:txBody>
      </p:sp>
      <p:sp>
        <p:nvSpPr>
          <p:cNvPr id="61" name="Rectangle 60">
            <a:extLst>
              <a:ext uri="{FF2B5EF4-FFF2-40B4-BE49-F238E27FC236}">
                <a16:creationId xmlns:a16="http://schemas.microsoft.com/office/drawing/2014/main" id="{8A12F2BE-A9FB-475B-B9E5-F7AB956D5FAA}"/>
              </a:ext>
            </a:extLst>
          </p:cNvPr>
          <p:cNvSpPr/>
          <p:nvPr/>
        </p:nvSpPr>
        <p:spPr>
          <a:xfrm>
            <a:off x="4760845" y="502993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🙏Opportunity to serve other members</a:t>
            </a:r>
          </a:p>
        </p:txBody>
      </p:sp>
    </p:spTree>
    <p:extLst>
      <p:ext uri="{BB962C8B-B14F-4D97-AF65-F5344CB8AC3E}">
        <p14:creationId xmlns:p14="http://schemas.microsoft.com/office/powerpoint/2010/main" val="3369368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en-US" sz="3200" dirty="0"/>
              <a:t>Examples of challenges &amp; activities</a:t>
            </a:r>
          </a:p>
        </p:txBody>
      </p:sp>
      <p:sp>
        <p:nvSpPr>
          <p:cNvPr id="6" name="ZoneTexte 5">
            <a:extLst>
              <a:ext uri="{FF2B5EF4-FFF2-40B4-BE49-F238E27FC236}">
                <a16:creationId xmlns:a16="http://schemas.microsoft.com/office/drawing/2014/main" id="{EF0AFA93-ABD0-474C-8DA4-EE7D53054D35}"/>
              </a:ext>
            </a:extLst>
          </p:cNvPr>
          <p:cNvSpPr txBox="1"/>
          <p:nvPr/>
        </p:nvSpPr>
        <p:spPr>
          <a:xfrm>
            <a:off x="1489578" y="2094175"/>
            <a:ext cx="1152065" cy="707886"/>
          </a:xfrm>
          <a:prstGeom prst="rect">
            <a:avLst/>
          </a:prstGeom>
          <a:noFill/>
        </p:spPr>
        <p:txBody>
          <a:bodyPr wrap="square" rtlCol="0">
            <a:spAutoFit/>
          </a:bodyPr>
          <a:lstStyle/>
          <a:p>
            <a:pPr algn="ctr"/>
            <a:r>
              <a:rPr lang="en-US" sz="1000" b="1"/>
              <a:t>✔️Perform Actions for current members-</a:t>
            </a:r>
          </a:p>
        </p:txBody>
      </p:sp>
      <p:sp>
        <p:nvSpPr>
          <p:cNvPr id="11" name="ZoneTexte 10">
            <a:extLst>
              <a:ext uri="{FF2B5EF4-FFF2-40B4-BE49-F238E27FC236}">
                <a16:creationId xmlns:a16="http://schemas.microsoft.com/office/drawing/2014/main" id="{000DDE18-F4B1-4A3F-BE27-E4F9FAE0BEA5}"/>
              </a:ext>
            </a:extLst>
          </p:cNvPr>
          <p:cNvSpPr txBox="1"/>
          <p:nvPr/>
        </p:nvSpPr>
        <p:spPr>
          <a:xfrm>
            <a:off x="3295028" y="2094175"/>
            <a:ext cx="1152065" cy="553998"/>
          </a:xfrm>
          <a:prstGeom prst="rect">
            <a:avLst/>
          </a:prstGeom>
          <a:noFill/>
        </p:spPr>
        <p:txBody>
          <a:bodyPr wrap="square" rtlCol="0">
            <a:spAutoFit/>
          </a:bodyPr>
          <a:lstStyle/>
          <a:p>
            <a:pPr algn="ctr"/>
            <a:r>
              <a:rPr lang="en-US" sz="1000" b="1"/>
              <a:t>🎓Develop Community related Skills</a:t>
            </a:r>
          </a:p>
        </p:txBody>
      </p:sp>
      <p:sp>
        <p:nvSpPr>
          <p:cNvPr id="12" name="ZoneTexte 11">
            <a:extLst>
              <a:ext uri="{FF2B5EF4-FFF2-40B4-BE49-F238E27FC236}">
                <a16:creationId xmlns:a16="http://schemas.microsoft.com/office/drawing/2014/main" id="{C3A3EBB5-FC11-477A-B2CB-895950F835E8}"/>
              </a:ext>
            </a:extLst>
          </p:cNvPr>
          <p:cNvSpPr txBox="1"/>
          <p:nvPr/>
        </p:nvSpPr>
        <p:spPr>
          <a:xfrm>
            <a:off x="4937593" y="2094175"/>
            <a:ext cx="1152065" cy="707886"/>
          </a:xfrm>
          <a:prstGeom prst="rect">
            <a:avLst/>
          </a:prstGeom>
          <a:noFill/>
        </p:spPr>
        <p:txBody>
          <a:bodyPr wrap="square" rtlCol="0">
            <a:spAutoFit/>
          </a:bodyPr>
          <a:lstStyle/>
          <a:p>
            <a:pPr algn="ctr"/>
            <a:r>
              <a:rPr lang="en-US" sz="1000" b="1"/>
              <a:t>📣Act outside of the Community for the Community</a:t>
            </a:r>
          </a:p>
        </p:txBody>
      </p:sp>
      <p:sp>
        <p:nvSpPr>
          <p:cNvPr id="13" name="ZoneTexte 12">
            <a:extLst>
              <a:ext uri="{FF2B5EF4-FFF2-40B4-BE49-F238E27FC236}">
                <a16:creationId xmlns:a16="http://schemas.microsoft.com/office/drawing/2014/main" id="{48C9C926-F196-426C-A5CD-312774458E20}"/>
              </a:ext>
            </a:extLst>
          </p:cNvPr>
          <p:cNvSpPr txBox="1"/>
          <p:nvPr/>
        </p:nvSpPr>
        <p:spPr>
          <a:xfrm>
            <a:off x="6580158" y="2094175"/>
            <a:ext cx="1152065" cy="707886"/>
          </a:xfrm>
          <a:prstGeom prst="rect">
            <a:avLst/>
          </a:prstGeom>
          <a:noFill/>
        </p:spPr>
        <p:txBody>
          <a:bodyPr wrap="square" rtlCol="0">
            <a:spAutoFit/>
          </a:bodyPr>
          <a:lstStyle/>
          <a:p>
            <a:pPr algn="ctr"/>
            <a:r>
              <a:rPr lang="en-US" sz="1000" b="1"/>
              <a:t>✍️Create or curate content for the Community</a:t>
            </a:r>
          </a:p>
        </p:txBody>
      </p:sp>
      <p:sp>
        <p:nvSpPr>
          <p:cNvPr id="15" name="ZoneTexte 14">
            <a:extLst>
              <a:ext uri="{FF2B5EF4-FFF2-40B4-BE49-F238E27FC236}">
                <a16:creationId xmlns:a16="http://schemas.microsoft.com/office/drawing/2014/main" id="{2E6B0283-BE05-4AAB-8770-36AABB699B6A}"/>
              </a:ext>
            </a:extLst>
          </p:cNvPr>
          <p:cNvSpPr txBox="1"/>
          <p:nvPr/>
        </p:nvSpPr>
        <p:spPr>
          <a:xfrm>
            <a:off x="8222723" y="2094175"/>
            <a:ext cx="1152065" cy="553998"/>
          </a:xfrm>
          <a:prstGeom prst="rect">
            <a:avLst/>
          </a:prstGeom>
          <a:noFill/>
        </p:spPr>
        <p:txBody>
          <a:bodyPr wrap="square" rtlCol="0">
            <a:spAutoFit/>
          </a:bodyPr>
          <a:lstStyle/>
          <a:p>
            <a:pPr algn="ctr"/>
            <a:r>
              <a:rPr lang="en-US" sz="1000" b="1"/>
              <a:t>🎯Serve Community purpose </a:t>
            </a:r>
          </a:p>
        </p:txBody>
      </p:sp>
      <p:sp>
        <p:nvSpPr>
          <p:cNvPr id="16" name="ZoneTexte 15">
            <a:extLst>
              <a:ext uri="{FF2B5EF4-FFF2-40B4-BE49-F238E27FC236}">
                <a16:creationId xmlns:a16="http://schemas.microsoft.com/office/drawing/2014/main" id="{B8081A24-EF99-4A1A-A12A-090CC82EC249}"/>
              </a:ext>
            </a:extLst>
          </p:cNvPr>
          <p:cNvSpPr txBox="1"/>
          <p:nvPr/>
        </p:nvSpPr>
        <p:spPr>
          <a:xfrm>
            <a:off x="9865286" y="2094175"/>
            <a:ext cx="1152065" cy="553998"/>
          </a:xfrm>
          <a:prstGeom prst="rect">
            <a:avLst/>
          </a:prstGeom>
          <a:noFill/>
        </p:spPr>
        <p:txBody>
          <a:bodyPr wrap="square" rtlCol="0">
            <a:spAutoFit/>
          </a:bodyPr>
          <a:lstStyle/>
          <a:p>
            <a:pPr algn="ctr"/>
            <a:r>
              <a:rPr lang="en-US" sz="1000" b="1"/>
              <a:t>📚Learn about the Community culture</a:t>
            </a:r>
          </a:p>
        </p:txBody>
      </p:sp>
      <p:sp>
        <p:nvSpPr>
          <p:cNvPr id="17" name="Rectangle 16">
            <a:extLst>
              <a:ext uri="{FF2B5EF4-FFF2-40B4-BE49-F238E27FC236}">
                <a16:creationId xmlns:a16="http://schemas.microsoft.com/office/drawing/2014/main" id="{DC5A530A-6282-49F1-8A26-BADA3F47106D}"/>
              </a:ext>
            </a:extLst>
          </p:cNvPr>
          <p:cNvSpPr/>
          <p:nvPr/>
        </p:nvSpPr>
        <p:spPr>
          <a:xfrm>
            <a:off x="2065609" y="289372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🚪Help in onboarding a new member</a:t>
            </a:r>
          </a:p>
        </p:txBody>
      </p:sp>
      <p:sp>
        <p:nvSpPr>
          <p:cNvPr id="18" name="Rectangle 17">
            <a:extLst>
              <a:ext uri="{FF2B5EF4-FFF2-40B4-BE49-F238E27FC236}">
                <a16:creationId xmlns:a16="http://schemas.microsoft.com/office/drawing/2014/main" id="{EC6506E3-455B-4956-B548-82803BC8C787}"/>
              </a:ext>
            </a:extLst>
          </p:cNvPr>
          <p:cNvSpPr/>
          <p:nvPr/>
        </p:nvSpPr>
        <p:spPr>
          <a:xfrm>
            <a:off x="2065609" y="4714906"/>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Host or co-host a Community event</a:t>
            </a:r>
          </a:p>
        </p:txBody>
      </p:sp>
      <p:sp>
        <p:nvSpPr>
          <p:cNvPr id="19" name="Rectangle 18">
            <a:extLst>
              <a:ext uri="{FF2B5EF4-FFF2-40B4-BE49-F238E27FC236}">
                <a16:creationId xmlns:a16="http://schemas.microsoft.com/office/drawing/2014/main" id="{1DECC510-75E1-4EFF-B547-C2B692CA858E}"/>
              </a:ext>
            </a:extLst>
          </p:cNvPr>
          <p:cNvSpPr/>
          <p:nvPr/>
        </p:nvSpPr>
        <p:spPr>
          <a:xfrm>
            <a:off x="2065609"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Help in the organization of a Community event</a:t>
            </a:r>
          </a:p>
        </p:txBody>
      </p:sp>
      <p:sp>
        <p:nvSpPr>
          <p:cNvPr id="20" name="Rectangle 19">
            <a:extLst>
              <a:ext uri="{FF2B5EF4-FFF2-40B4-BE49-F238E27FC236}">
                <a16:creationId xmlns:a16="http://schemas.microsoft.com/office/drawing/2014/main" id="{DC976343-4D12-4E3D-8828-D4F5EAA90970}"/>
              </a:ext>
            </a:extLst>
          </p:cNvPr>
          <p:cNvSpPr/>
          <p:nvPr/>
        </p:nvSpPr>
        <p:spPr>
          <a:xfrm>
            <a:off x="2065609" y="4107847"/>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❓Answer members’ questions in Community Forum</a:t>
            </a:r>
          </a:p>
        </p:txBody>
      </p:sp>
      <p:sp>
        <p:nvSpPr>
          <p:cNvPr id="21" name="Rectangle 20">
            <a:extLst>
              <a:ext uri="{FF2B5EF4-FFF2-40B4-BE49-F238E27FC236}">
                <a16:creationId xmlns:a16="http://schemas.microsoft.com/office/drawing/2014/main" id="{23C0B9DB-B97C-4ADE-A2E1-276A0F33F4DD}"/>
              </a:ext>
            </a:extLst>
          </p:cNvPr>
          <p:cNvSpPr/>
          <p:nvPr/>
        </p:nvSpPr>
        <p:spPr>
          <a:xfrm>
            <a:off x="991134" y="2894568"/>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👋Help in offboarding a (soon) former member</a:t>
            </a:r>
          </a:p>
        </p:txBody>
      </p:sp>
      <p:sp>
        <p:nvSpPr>
          <p:cNvPr id="22" name="Rectangle 21">
            <a:extLst>
              <a:ext uri="{FF2B5EF4-FFF2-40B4-BE49-F238E27FC236}">
                <a16:creationId xmlns:a16="http://schemas.microsoft.com/office/drawing/2014/main" id="{4AB68A06-3855-4AAC-9D7E-E5D4F364AA92}"/>
              </a:ext>
            </a:extLst>
          </p:cNvPr>
          <p:cNvSpPr/>
          <p:nvPr/>
        </p:nvSpPr>
        <p:spPr>
          <a:xfrm>
            <a:off x="2065609" y="350078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💁🏻Help a current member or group of members</a:t>
            </a:r>
          </a:p>
        </p:txBody>
      </p:sp>
      <p:sp>
        <p:nvSpPr>
          <p:cNvPr id="23" name="Rectangle 22">
            <a:extLst>
              <a:ext uri="{FF2B5EF4-FFF2-40B4-BE49-F238E27FC236}">
                <a16:creationId xmlns:a16="http://schemas.microsoft.com/office/drawing/2014/main" id="{1EEB88C8-3EFA-4D8F-A9CB-07A468BC348B}"/>
              </a:ext>
            </a:extLst>
          </p:cNvPr>
          <p:cNvSpPr/>
          <p:nvPr/>
        </p:nvSpPr>
        <p:spPr>
          <a:xfrm>
            <a:off x="501518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b="1"/>
              <a:t>📣 </a:t>
            </a:r>
            <a:r>
              <a:rPr lang="en-US" sz="900">
                <a:solidFill>
                  <a:schemeClr val="tx1"/>
                </a:solidFill>
              </a:rPr>
              <a:t>Help promote the Community (host or organize event)</a:t>
            </a:r>
          </a:p>
        </p:txBody>
      </p:sp>
      <p:sp>
        <p:nvSpPr>
          <p:cNvPr id="24" name="Rectangle 23">
            <a:extLst>
              <a:ext uri="{FF2B5EF4-FFF2-40B4-BE49-F238E27FC236}">
                <a16:creationId xmlns:a16="http://schemas.microsoft.com/office/drawing/2014/main" id="{302E83FA-F508-455B-AB99-67C8A6C20CB1}"/>
              </a:ext>
            </a:extLst>
          </p:cNvPr>
          <p:cNvSpPr/>
          <p:nvPr/>
        </p:nvSpPr>
        <p:spPr>
          <a:xfrm>
            <a:off x="5015180" y="353612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Bring new members in</a:t>
            </a:r>
          </a:p>
        </p:txBody>
      </p:sp>
      <p:sp>
        <p:nvSpPr>
          <p:cNvPr id="25" name="Rectangle 24">
            <a:extLst>
              <a:ext uri="{FF2B5EF4-FFF2-40B4-BE49-F238E27FC236}">
                <a16:creationId xmlns:a16="http://schemas.microsoft.com/office/drawing/2014/main" id="{7447F23A-57FB-4584-93F0-C369B7B9D480}"/>
              </a:ext>
            </a:extLst>
          </p:cNvPr>
          <p:cNvSpPr/>
          <p:nvPr/>
        </p:nvSpPr>
        <p:spPr>
          <a:xfrm>
            <a:off x="5015180" y="414334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Establish partnerships with the Community</a:t>
            </a:r>
          </a:p>
        </p:txBody>
      </p:sp>
      <p:sp>
        <p:nvSpPr>
          <p:cNvPr id="26" name="Rectangle 25">
            <a:extLst>
              <a:ext uri="{FF2B5EF4-FFF2-40B4-BE49-F238E27FC236}">
                <a16:creationId xmlns:a16="http://schemas.microsoft.com/office/drawing/2014/main" id="{C8113C42-84B8-4C4D-A1D3-05E8376A702B}"/>
              </a:ext>
            </a:extLst>
          </p:cNvPr>
          <p:cNvSpPr/>
          <p:nvPr/>
        </p:nvSpPr>
        <p:spPr>
          <a:xfrm>
            <a:off x="6657745"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Start a discussion in Community Forum </a:t>
            </a:r>
          </a:p>
        </p:txBody>
      </p:sp>
      <p:sp>
        <p:nvSpPr>
          <p:cNvPr id="27" name="Rectangle 26">
            <a:extLst>
              <a:ext uri="{FF2B5EF4-FFF2-40B4-BE49-F238E27FC236}">
                <a16:creationId xmlns:a16="http://schemas.microsoft.com/office/drawing/2014/main" id="{657035FE-8FB6-4EDA-B8F9-6CDB460871ED}"/>
              </a:ext>
            </a:extLst>
          </p:cNvPr>
          <p:cNvSpPr/>
          <p:nvPr/>
        </p:nvSpPr>
        <p:spPr>
          <a:xfrm>
            <a:off x="991133" y="351563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🤝Introduce members to each other</a:t>
            </a:r>
          </a:p>
        </p:txBody>
      </p:sp>
      <p:sp>
        <p:nvSpPr>
          <p:cNvPr id="28" name="Rectangle 27">
            <a:extLst>
              <a:ext uri="{FF2B5EF4-FFF2-40B4-BE49-F238E27FC236}">
                <a16:creationId xmlns:a16="http://schemas.microsoft.com/office/drawing/2014/main" id="{1B27BE6F-E81B-4E48-A9BC-29012AB1D4C6}"/>
              </a:ext>
            </a:extLst>
          </p:cNvPr>
          <p:cNvSpPr/>
          <p:nvPr/>
        </p:nvSpPr>
        <p:spPr>
          <a:xfrm>
            <a:off x="5015180" y="475056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Introduce members (as members) outside the Community</a:t>
            </a:r>
          </a:p>
        </p:txBody>
      </p:sp>
      <p:sp>
        <p:nvSpPr>
          <p:cNvPr id="29" name="Rectangle 28">
            <a:extLst>
              <a:ext uri="{FF2B5EF4-FFF2-40B4-BE49-F238E27FC236}">
                <a16:creationId xmlns:a16="http://schemas.microsoft.com/office/drawing/2014/main" id="{EA88F709-4B56-4E0C-9C23-6A4EE0B5687E}"/>
              </a:ext>
            </a:extLst>
          </p:cNvPr>
          <p:cNvSpPr/>
          <p:nvPr/>
        </p:nvSpPr>
        <p:spPr>
          <a:xfrm>
            <a:off x="5015180" y="535778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Share Community related content</a:t>
            </a:r>
          </a:p>
        </p:txBody>
      </p:sp>
      <p:sp>
        <p:nvSpPr>
          <p:cNvPr id="30" name="Rectangle 29">
            <a:extLst>
              <a:ext uri="{FF2B5EF4-FFF2-40B4-BE49-F238E27FC236}">
                <a16:creationId xmlns:a16="http://schemas.microsoft.com/office/drawing/2014/main" id="{BCAABB93-BC4B-48F1-8D35-21F63659CA43}"/>
              </a:ext>
            </a:extLst>
          </p:cNvPr>
          <p:cNvSpPr/>
          <p:nvPr/>
        </p:nvSpPr>
        <p:spPr>
          <a:xfrm>
            <a:off x="5015180" y="59650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Review, Comment, add likes, subscribe to the Community in outside platforms</a:t>
            </a:r>
          </a:p>
        </p:txBody>
      </p:sp>
      <p:sp>
        <p:nvSpPr>
          <p:cNvPr id="31" name="Rectangle 30">
            <a:extLst>
              <a:ext uri="{FF2B5EF4-FFF2-40B4-BE49-F238E27FC236}">
                <a16:creationId xmlns:a16="http://schemas.microsoft.com/office/drawing/2014/main" id="{CF15A6A6-7D0B-44A4-821E-49C5AF4474AB}"/>
              </a:ext>
            </a:extLst>
          </p:cNvPr>
          <p:cNvSpPr/>
          <p:nvPr/>
        </p:nvSpPr>
        <p:spPr>
          <a:xfrm>
            <a:off x="6657745" y="352144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Write an article for the Community</a:t>
            </a:r>
          </a:p>
        </p:txBody>
      </p:sp>
      <p:sp>
        <p:nvSpPr>
          <p:cNvPr id="32" name="Rectangle 31">
            <a:extLst>
              <a:ext uri="{FF2B5EF4-FFF2-40B4-BE49-F238E27FC236}">
                <a16:creationId xmlns:a16="http://schemas.microsoft.com/office/drawing/2014/main" id="{0A2E89FD-8C89-4E2E-8866-EB5E862CD18B}"/>
              </a:ext>
            </a:extLst>
          </p:cNvPr>
          <p:cNvSpPr/>
          <p:nvPr/>
        </p:nvSpPr>
        <p:spPr>
          <a:xfrm>
            <a:off x="6657745" y="411397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Record a video or a podcast or music</a:t>
            </a:r>
          </a:p>
        </p:txBody>
      </p:sp>
      <p:sp>
        <p:nvSpPr>
          <p:cNvPr id="33" name="Rectangle 32">
            <a:extLst>
              <a:ext uri="{FF2B5EF4-FFF2-40B4-BE49-F238E27FC236}">
                <a16:creationId xmlns:a16="http://schemas.microsoft.com/office/drawing/2014/main" id="{0A6D8C9A-C3F2-40FA-A050-197BB7DF5F7F}"/>
              </a:ext>
            </a:extLst>
          </p:cNvPr>
          <p:cNvSpPr/>
          <p:nvPr/>
        </p:nvSpPr>
        <p:spPr>
          <a:xfrm>
            <a:off x="6657745" y="469733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 Organize Community Wiki</a:t>
            </a:r>
          </a:p>
        </p:txBody>
      </p:sp>
      <p:sp>
        <p:nvSpPr>
          <p:cNvPr id="34" name="Rectangle 33">
            <a:extLst>
              <a:ext uri="{FF2B5EF4-FFF2-40B4-BE49-F238E27FC236}">
                <a16:creationId xmlns:a16="http://schemas.microsoft.com/office/drawing/2014/main" id="{651C6FF2-D42F-4DD6-B86C-F9C604550040}"/>
              </a:ext>
            </a:extLst>
          </p:cNvPr>
          <p:cNvSpPr/>
          <p:nvPr/>
        </p:nvSpPr>
        <p:spPr>
          <a:xfrm>
            <a:off x="991133" y="412285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🛠️Set up tools and processes for the Community</a:t>
            </a:r>
          </a:p>
        </p:txBody>
      </p:sp>
      <p:sp>
        <p:nvSpPr>
          <p:cNvPr id="35" name="Rectangle 34">
            <a:extLst>
              <a:ext uri="{FF2B5EF4-FFF2-40B4-BE49-F238E27FC236}">
                <a16:creationId xmlns:a16="http://schemas.microsoft.com/office/drawing/2014/main" id="{EC020CF5-E25D-49C6-B43E-4082F8644888}"/>
              </a:ext>
            </a:extLst>
          </p:cNvPr>
          <p:cNvSpPr/>
          <p:nvPr/>
        </p:nvSpPr>
        <p:spPr>
          <a:xfrm>
            <a:off x="991133" y="473007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tx1"/>
                </a:solidFill>
              </a:rPr>
              <a:t>🤡Entertain the Community</a:t>
            </a:r>
          </a:p>
        </p:txBody>
      </p:sp>
      <p:sp>
        <p:nvSpPr>
          <p:cNvPr id="36" name="Rectangle 35">
            <a:extLst>
              <a:ext uri="{FF2B5EF4-FFF2-40B4-BE49-F238E27FC236}">
                <a16:creationId xmlns:a16="http://schemas.microsoft.com/office/drawing/2014/main" id="{75D96781-0945-459C-8DB2-E56FE81D07EE}"/>
              </a:ext>
            </a:extLst>
          </p:cNvPr>
          <p:cNvSpPr/>
          <p:nvPr/>
        </p:nvSpPr>
        <p:spPr>
          <a:xfrm>
            <a:off x="830031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Perform actions for which the Community was created </a:t>
            </a:r>
          </a:p>
        </p:txBody>
      </p:sp>
      <p:sp>
        <p:nvSpPr>
          <p:cNvPr id="37" name="Rectangle 36">
            <a:extLst>
              <a:ext uri="{FF2B5EF4-FFF2-40B4-BE49-F238E27FC236}">
                <a16:creationId xmlns:a16="http://schemas.microsoft.com/office/drawing/2014/main" id="{B8BB9228-1EF5-4630-BDBA-B8AB2F7C72FC}"/>
              </a:ext>
            </a:extLst>
          </p:cNvPr>
          <p:cNvSpPr/>
          <p:nvPr/>
        </p:nvSpPr>
        <p:spPr>
          <a:xfrm>
            <a:off x="8300310" y="3540563"/>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Share results about Community purpose related actions</a:t>
            </a:r>
          </a:p>
        </p:txBody>
      </p:sp>
      <p:sp>
        <p:nvSpPr>
          <p:cNvPr id="38" name="Rectangle 37">
            <a:extLst>
              <a:ext uri="{FF2B5EF4-FFF2-40B4-BE49-F238E27FC236}">
                <a16:creationId xmlns:a16="http://schemas.microsoft.com/office/drawing/2014/main" id="{ECF345FE-68DE-42FD-8935-7C4FD41BD0A2}"/>
              </a:ext>
            </a:extLst>
          </p:cNvPr>
          <p:cNvSpPr/>
          <p:nvPr/>
        </p:nvSpPr>
        <p:spPr>
          <a:xfrm>
            <a:off x="9942875" y="292890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b="1"/>
              <a:t>🎓 </a:t>
            </a:r>
            <a:r>
              <a:rPr lang="en-US" sz="900">
                <a:solidFill>
                  <a:schemeClr val="tx1"/>
                </a:solidFill>
              </a:rPr>
              <a:t>Discover Community Artifacts (see #OpenSeriousCommmunity)</a:t>
            </a:r>
          </a:p>
        </p:txBody>
      </p:sp>
      <p:sp>
        <p:nvSpPr>
          <p:cNvPr id="39" name="Rectangle 38">
            <a:extLst>
              <a:ext uri="{FF2B5EF4-FFF2-40B4-BE49-F238E27FC236}">
                <a16:creationId xmlns:a16="http://schemas.microsoft.com/office/drawing/2014/main" id="{7EC0F3F5-136A-43EF-A89C-EB0EF3D4054D}"/>
              </a:ext>
            </a:extLst>
          </p:cNvPr>
          <p:cNvSpPr/>
          <p:nvPr/>
        </p:nvSpPr>
        <p:spPr>
          <a:xfrm>
            <a:off x="3442259" y="289689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b="1"/>
              <a:t>🎓 </a:t>
            </a:r>
            <a:r>
              <a:rPr lang="en-US" sz="900">
                <a:solidFill>
                  <a:schemeClr val="tx1"/>
                </a:solidFill>
              </a:rPr>
              <a:t>Learn about a Community related skill</a:t>
            </a:r>
          </a:p>
        </p:txBody>
      </p:sp>
      <p:sp>
        <p:nvSpPr>
          <p:cNvPr id="40" name="Rectangle 39">
            <a:extLst>
              <a:ext uri="{FF2B5EF4-FFF2-40B4-BE49-F238E27FC236}">
                <a16:creationId xmlns:a16="http://schemas.microsoft.com/office/drawing/2014/main" id="{487189E3-51C4-4E6F-B0B4-19953624068A}"/>
              </a:ext>
            </a:extLst>
          </p:cNvPr>
          <p:cNvSpPr/>
          <p:nvPr/>
        </p:nvSpPr>
        <p:spPr>
          <a:xfrm>
            <a:off x="3442259" y="3504352"/>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Pass a Community exam about a Community related skill</a:t>
            </a:r>
          </a:p>
        </p:txBody>
      </p:sp>
      <p:sp>
        <p:nvSpPr>
          <p:cNvPr id="41" name="Rectangle 40">
            <a:extLst>
              <a:ext uri="{FF2B5EF4-FFF2-40B4-BE49-F238E27FC236}">
                <a16:creationId xmlns:a16="http://schemas.microsoft.com/office/drawing/2014/main" id="{EC0742E2-3018-4DC8-8F99-EF126F11A284}"/>
              </a:ext>
            </a:extLst>
          </p:cNvPr>
          <p:cNvSpPr/>
          <p:nvPr/>
        </p:nvSpPr>
        <p:spPr>
          <a:xfrm>
            <a:off x="3442259" y="410784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Pass an external exam about a Community related skill</a:t>
            </a:r>
          </a:p>
        </p:txBody>
      </p:sp>
      <p:sp>
        <p:nvSpPr>
          <p:cNvPr id="42" name="Rectangle 41">
            <a:extLst>
              <a:ext uri="{FF2B5EF4-FFF2-40B4-BE49-F238E27FC236}">
                <a16:creationId xmlns:a16="http://schemas.microsoft.com/office/drawing/2014/main" id="{2EB5BE04-C8F1-45CF-8F1A-B2D98B51041A}"/>
              </a:ext>
            </a:extLst>
          </p:cNvPr>
          <p:cNvSpPr/>
          <p:nvPr/>
        </p:nvSpPr>
        <p:spPr>
          <a:xfrm>
            <a:off x="3442259" y="4714906"/>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tx1"/>
                </a:solidFill>
              </a:rPr>
              <a:t>📤 Share knowledge about a Community related skill</a:t>
            </a:r>
          </a:p>
        </p:txBody>
      </p:sp>
      <p:sp>
        <p:nvSpPr>
          <p:cNvPr id="43" name="Rectangle 42">
            <a:extLst>
              <a:ext uri="{FF2B5EF4-FFF2-40B4-BE49-F238E27FC236}">
                <a16:creationId xmlns:a16="http://schemas.microsoft.com/office/drawing/2014/main" id="{2E2ABF57-2BC2-4018-BB8A-7A90484559A3}"/>
              </a:ext>
            </a:extLst>
          </p:cNvPr>
          <p:cNvSpPr/>
          <p:nvPr/>
        </p:nvSpPr>
        <p:spPr>
          <a:xfrm>
            <a:off x="6657745" y="530455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b="1"/>
              <a:t>🎓 </a:t>
            </a:r>
            <a:r>
              <a:rPr lang="en-US" sz="900">
                <a:solidFill>
                  <a:schemeClr val="tx1"/>
                </a:solidFill>
              </a:rPr>
              <a:t>Create a training course / program for the Community</a:t>
            </a:r>
          </a:p>
        </p:txBody>
      </p:sp>
      <p:sp>
        <p:nvSpPr>
          <p:cNvPr id="44" name="Rectangle 43">
            <a:extLst>
              <a:ext uri="{FF2B5EF4-FFF2-40B4-BE49-F238E27FC236}">
                <a16:creationId xmlns:a16="http://schemas.microsoft.com/office/drawing/2014/main" id="{65C08207-1996-4A2A-BFA8-FCBB31BE649D}"/>
              </a:ext>
            </a:extLst>
          </p:cNvPr>
          <p:cNvSpPr/>
          <p:nvPr/>
        </p:nvSpPr>
        <p:spPr>
          <a:xfrm>
            <a:off x="6657745" y="591177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tx1"/>
                </a:solidFill>
              </a:rPr>
              <a:t>👍 React to posts in Community Forum</a:t>
            </a:r>
          </a:p>
        </p:txBody>
      </p:sp>
      <p:sp>
        <p:nvSpPr>
          <p:cNvPr id="45" name="Rectangle 44">
            <a:extLst>
              <a:ext uri="{FF2B5EF4-FFF2-40B4-BE49-F238E27FC236}">
                <a16:creationId xmlns:a16="http://schemas.microsoft.com/office/drawing/2014/main" id="{4335EFA8-D2BE-4973-A41E-15FA99E8845A}"/>
              </a:ext>
            </a:extLst>
          </p:cNvPr>
          <p:cNvSpPr/>
          <p:nvPr/>
        </p:nvSpPr>
        <p:spPr>
          <a:xfrm>
            <a:off x="991134"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tx1"/>
                </a:solidFill>
              </a:rPr>
              <a:t>🕴️ Represent the voice of the Community among members</a:t>
            </a:r>
          </a:p>
        </p:txBody>
      </p:sp>
    </p:spTree>
    <p:extLst>
      <p:ext uri="{BB962C8B-B14F-4D97-AF65-F5344CB8AC3E}">
        <p14:creationId xmlns:p14="http://schemas.microsoft.com/office/powerpoint/2010/main" val="1015549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en-US"/>
              <a:t>Examples of basic (usually entry level) Community Roles</a:t>
            </a:r>
          </a:p>
        </p:txBody>
      </p:sp>
      <p:sp>
        <p:nvSpPr>
          <p:cNvPr id="8" name="Rectangle 7">
            <a:extLst>
              <a:ext uri="{FF2B5EF4-FFF2-40B4-BE49-F238E27FC236}">
                <a16:creationId xmlns:a16="http://schemas.microsoft.com/office/drawing/2014/main" id="{90FEB3CB-FB45-4F17-8F54-B3E066B812F5}"/>
              </a:ext>
            </a:extLst>
          </p:cNvPr>
          <p:cNvSpPr/>
          <p:nvPr/>
        </p:nvSpPr>
        <p:spPr>
          <a:xfrm>
            <a:off x="569773"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Curious Reactor</a:t>
            </a:r>
          </a:p>
        </p:txBody>
      </p:sp>
      <p:sp>
        <p:nvSpPr>
          <p:cNvPr id="9" name="Rectangle 8">
            <a:extLst>
              <a:ext uri="{FF2B5EF4-FFF2-40B4-BE49-F238E27FC236}">
                <a16:creationId xmlns:a16="http://schemas.microsoft.com/office/drawing/2014/main" id="{7CF535A7-262A-4C67-A207-8D33EF931D5C}"/>
              </a:ext>
            </a:extLst>
          </p:cNvPr>
          <p:cNvSpPr/>
          <p:nvPr/>
        </p:nvSpPr>
        <p:spPr>
          <a:xfrm>
            <a:off x="2287502" y="3384143"/>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Student</a:t>
            </a:r>
          </a:p>
        </p:txBody>
      </p:sp>
      <p:sp>
        <p:nvSpPr>
          <p:cNvPr id="10" name="Rectangle 9">
            <a:extLst>
              <a:ext uri="{FF2B5EF4-FFF2-40B4-BE49-F238E27FC236}">
                <a16:creationId xmlns:a16="http://schemas.microsoft.com/office/drawing/2014/main" id="{3739CA36-1F6E-49FF-9220-D178EBEF677E}"/>
              </a:ext>
            </a:extLst>
          </p:cNvPr>
          <p:cNvSpPr/>
          <p:nvPr/>
        </p:nvSpPr>
        <p:spPr>
          <a:xfrm>
            <a:off x="6161670" y="3438391"/>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Shadow</a:t>
            </a:r>
          </a:p>
        </p:txBody>
      </p:sp>
      <p:sp>
        <p:nvSpPr>
          <p:cNvPr id="11" name="Rectangle 10">
            <a:extLst>
              <a:ext uri="{FF2B5EF4-FFF2-40B4-BE49-F238E27FC236}">
                <a16:creationId xmlns:a16="http://schemas.microsoft.com/office/drawing/2014/main" id="{0BBEB798-6CE0-4A58-85EB-628BCDBD2701}"/>
              </a:ext>
            </a:extLst>
          </p:cNvPr>
          <p:cNvSpPr/>
          <p:nvPr/>
        </p:nvSpPr>
        <p:spPr>
          <a:xfrm>
            <a:off x="8223693" y="3439122"/>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Micro-Contributor</a:t>
            </a:r>
          </a:p>
        </p:txBody>
      </p:sp>
      <p:sp>
        <p:nvSpPr>
          <p:cNvPr id="43" name="Rectangle 42">
            <a:extLst>
              <a:ext uri="{FF2B5EF4-FFF2-40B4-BE49-F238E27FC236}">
                <a16:creationId xmlns:a16="http://schemas.microsoft.com/office/drawing/2014/main" id="{0813177B-B298-434B-A4DD-99CB2DFAC9BA}"/>
              </a:ext>
            </a:extLst>
          </p:cNvPr>
          <p:cNvSpPr/>
          <p:nvPr/>
        </p:nvSpPr>
        <p:spPr>
          <a:xfrm>
            <a:off x="10117599"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Micro Hotline</a:t>
            </a:r>
          </a:p>
        </p:txBody>
      </p:sp>
      <p:pic>
        <p:nvPicPr>
          <p:cNvPr id="4" name="Graphique 3" descr="Femme agricultrice avec un remplissage uni">
            <a:extLst>
              <a:ext uri="{FF2B5EF4-FFF2-40B4-BE49-F238E27FC236}">
                <a16:creationId xmlns:a16="http://schemas.microsoft.com/office/drawing/2014/main" id="{FAAB6965-2D7A-416D-AE51-5CFCBF3C96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9536" y="2524698"/>
            <a:ext cx="914400" cy="914400"/>
          </a:xfrm>
          <a:prstGeom prst="rect">
            <a:avLst/>
          </a:prstGeom>
        </p:spPr>
      </p:pic>
      <p:pic>
        <p:nvPicPr>
          <p:cNvPr id="6" name="Graphique 5" descr="Homme agriculteur avec un remplissage uni">
            <a:extLst>
              <a:ext uri="{FF2B5EF4-FFF2-40B4-BE49-F238E27FC236}">
                <a16:creationId xmlns:a16="http://schemas.microsoft.com/office/drawing/2014/main" id="{3C9C13D4-B5E1-414B-81B3-9821F29F71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16365" y="2524698"/>
            <a:ext cx="914400" cy="914400"/>
          </a:xfrm>
          <a:prstGeom prst="rect">
            <a:avLst/>
          </a:prstGeom>
        </p:spPr>
      </p:pic>
      <p:pic>
        <p:nvPicPr>
          <p:cNvPr id="12" name="Graphique 11" descr="Femme détective avec un remplissage uni">
            <a:extLst>
              <a:ext uri="{FF2B5EF4-FFF2-40B4-BE49-F238E27FC236}">
                <a16:creationId xmlns:a16="http://schemas.microsoft.com/office/drawing/2014/main" id="{29864E89-51F4-4E73-84A6-7E74FCE5D0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31208" y="2523967"/>
            <a:ext cx="914400" cy="914400"/>
          </a:xfrm>
          <a:prstGeom prst="rect">
            <a:avLst/>
          </a:prstGeom>
        </p:spPr>
      </p:pic>
      <p:pic>
        <p:nvPicPr>
          <p:cNvPr id="18" name="Graphique 17" descr="Homme détective avec un remplissage uni">
            <a:extLst>
              <a:ext uri="{FF2B5EF4-FFF2-40B4-BE49-F238E27FC236}">
                <a16:creationId xmlns:a16="http://schemas.microsoft.com/office/drawing/2014/main" id="{887D5566-2343-4B4F-BF9C-A58586D3C5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97688" y="2523943"/>
            <a:ext cx="914400" cy="914400"/>
          </a:xfrm>
          <a:prstGeom prst="rect">
            <a:avLst/>
          </a:prstGeom>
        </p:spPr>
      </p:pic>
      <p:sp>
        <p:nvSpPr>
          <p:cNvPr id="13" name="Rectangle 12">
            <a:extLst>
              <a:ext uri="{FF2B5EF4-FFF2-40B4-BE49-F238E27FC236}">
                <a16:creationId xmlns:a16="http://schemas.microsoft.com/office/drawing/2014/main" id="{C58900D9-258A-4D71-A2A8-27CAD4B1D756}"/>
              </a:ext>
            </a:extLst>
          </p:cNvPr>
          <p:cNvSpPr/>
          <p:nvPr/>
        </p:nvSpPr>
        <p:spPr>
          <a:xfrm>
            <a:off x="2230748" y="410782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b="1">
                <a:solidFill>
                  <a:schemeClr val="bg1"/>
                </a:solidFill>
              </a:rPr>
              <a:t>🎓 </a:t>
            </a:r>
            <a:r>
              <a:rPr lang="en-US" sz="900">
                <a:solidFill>
                  <a:schemeClr val="bg1"/>
                </a:solidFill>
              </a:rPr>
              <a:t>Learn about a Community related skill</a:t>
            </a:r>
          </a:p>
        </p:txBody>
      </p:sp>
      <p:sp>
        <p:nvSpPr>
          <p:cNvPr id="14" name="Rectangle 13">
            <a:extLst>
              <a:ext uri="{FF2B5EF4-FFF2-40B4-BE49-F238E27FC236}">
                <a16:creationId xmlns:a16="http://schemas.microsoft.com/office/drawing/2014/main" id="{A625284A-9F92-41F6-8311-13202C8DB72B}"/>
              </a:ext>
            </a:extLst>
          </p:cNvPr>
          <p:cNvSpPr/>
          <p:nvPr/>
        </p:nvSpPr>
        <p:spPr>
          <a:xfrm>
            <a:off x="2239065" y="472397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Attend an external exam about a Community related skill</a:t>
            </a:r>
          </a:p>
        </p:txBody>
      </p:sp>
      <p:grpSp>
        <p:nvGrpSpPr>
          <p:cNvPr id="24" name="Groupe 23">
            <a:extLst>
              <a:ext uri="{FF2B5EF4-FFF2-40B4-BE49-F238E27FC236}">
                <a16:creationId xmlns:a16="http://schemas.microsoft.com/office/drawing/2014/main" id="{4BA1867B-AC60-4262-A297-4190A8DDF9A9}"/>
              </a:ext>
            </a:extLst>
          </p:cNvPr>
          <p:cNvGrpSpPr/>
          <p:nvPr/>
        </p:nvGrpSpPr>
        <p:grpSpPr>
          <a:xfrm>
            <a:off x="1977715" y="2285149"/>
            <a:ext cx="914400" cy="1126704"/>
            <a:chOff x="2647288" y="1873578"/>
            <a:chExt cx="914400" cy="1126704"/>
          </a:xfrm>
        </p:grpSpPr>
        <p:pic>
          <p:nvPicPr>
            <p:cNvPr id="5" name="Graphique 4" descr="Toque d'étudiant avec un remplissage uni">
              <a:extLst>
                <a:ext uri="{FF2B5EF4-FFF2-40B4-BE49-F238E27FC236}">
                  <a16:creationId xmlns:a16="http://schemas.microsoft.com/office/drawing/2014/main" id="{35A6DDB3-7DDC-4A4B-BBDE-EBB6ACE6110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02238" y="1873578"/>
              <a:ext cx="619105" cy="619105"/>
            </a:xfrm>
            <a:prstGeom prst="rect">
              <a:avLst/>
            </a:prstGeom>
          </p:spPr>
        </p:pic>
        <p:pic>
          <p:nvPicPr>
            <p:cNvPr id="15" name="Graphique 14" descr="Profil femelle contour">
              <a:extLst>
                <a:ext uri="{FF2B5EF4-FFF2-40B4-BE49-F238E27FC236}">
                  <a16:creationId xmlns:a16="http://schemas.microsoft.com/office/drawing/2014/main" id="{4014C303-6CFC-4022-AF6C-FC951357F16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6627"/>
            <a:stretch/>
          </p:blipFill>
          <p:spPr>
            <a:xfrm>
              <a:off x="2647288" y="2237923"/>
              <a:ext cx="914400" cy="762359"/>
            </a:xfrm>
            <a:prstGeom prst="rect">
              <a:avLst/>
            </a:prstGeom>
          </p:spPr>
        </p:pic>
      </p:grpSp>
      <p:grpSp>
        <p:nvGrpSpPr>
          <p:cNvPr id="19" name="Groupe 18">
            <a:extLst>
              <a:ext uri="{FF2B5EF4-FFF2-40B4-BE49-F238E27FC236}">
                <a16:creationId xmlns:a16="http://schemas.microsoft.com/office/drawing/2014/main" id="{5BBACADE-EEB6-4027-BF04-5312A00B2713}"/>
              </a:ext>
            </a:extLst>
          </p:cNvPr>
          <p:cNvGrpSpPr/>
          <p:nvPr/>
        </p:nvGrpSpPr>
        <p:grpSpPr>
          <a:xfrm>
            <a:off x="2643328" y="2307042"/>
            <a:ext cx="914400" cy="1107992"/>
            <a:chOff x="3312901" y="1895471"/>
            <a:chExt cx="914400" cy="1107992"/>
          </a:xfrm>
        </p:grpSpPr>
        <p:pic>
          <p:nvPicPr>
            <p:cNvPr id="17" name="Graphique 16" descr="Profil mâle contour">
              <a:extLst>
                <a:ext uri="{FF2B5EF4-FFF2-40B4-BE49-F238E27FC236}">
                  <a16:creationId xmlns:a16="http://schemas.microsoft.com/office/drawing/2014/main" id="{00780DAB-EB12-4435-95D3-9AF37FEE840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23077"/>
            <a:stretch/>
          </p:blipFill>
          <p:spPr>
            <a:xfrm>
              <a:off x="3312901" y="2300074"/>
              <a:ext cx="914400" cy="703389"/>
            </a:xfrm>
            <a:prstGeom prst="rect">
              <a:avLst/>
            </a:prstGeom>
          </p:spPr>
        </p:pic>
        <p:pic>
          <p:nvPicPr>
            <p:cNvPr id="23" name="Graphique 22" descr="Toque d'étudiant avec un remplissage uni">
              <a:extLst>
                <a:ext uri="{FF2B5EF4-FFF2-40B4-BE49-F238E27FC236}">
                  <a16:creationId xmlns:a16="http://schemas.microsoft.com/office/drawing/2014/main" id="{AABCF31B-32C5-4B85-8C15-DFB9AAB7E5A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55409" y="1895471"/>
              <a:ext cx="599626" cy="599626"/>
            </a:xfrm>
            <a:prstGeom prst="rect">
              <a:avLst/>
            </a:prstGeom>
          </p:spPr>
        </p:pic>
      </p:grpSp>
      <p:sp>
        <p:nvSpPr>
          <p:cNvPr id="26" name="Rectangle 25">
            <a:extLst>
              <a:ext uri="{FF2B5EF4-FFF2-40B4-BE49-F238E27FC236}">
                <a16:creationId xmlns:a16="http://schemas.microsoft.com/office/drawing/2014/main" id="{247BC703-69EB-436F-AF0C-75088B7F79E9}"/>
              </a:ext>
            </a:extLst>
          </p:cNvPr>
          <p:cNvSpPr/>
          <p:nvPr/>
        </p:nvSpPr>
        <p:spPr>
          <a:xfrm>
            <a:off x="493213" y="410695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Read and react to posts in Community Forum</a:t>
            </a:r>
          </a:p>
        </p:txBody>
      </p:sp>
      <p:sp>
        <p:nvSpPr>
          <p:cNvPr id="27" name="Rectangle 26">
            <a:extLst>
              <a:ext uri="{FF2B5EF4-FFF2-40B4-BE49-F238E27FC236}">
                <a16:creationId xmlns:a16="http://schemas.microsoft.com/office/drawing/2014/main" id="{74EFB869-41A4-49CB-9CC6-F62F75C45BCD}"/>
              </a:ext>
            </a:extLst>
          </p:cNvPr>
          <p:cNvSpPr/>
          <p:nvPr/>
        </p:nvSpPr>
        <p:spPr>
          <a:xfrm>
            <a:off x="493213" y="472309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Attend a Community event</a:t>
            </a:r>
          </a:p>
        </p:txBody>
      </p:sp>
      <p:sp>
        <p:nvSpPr>
          <p:cNvPr id="28" name="Rectangle 27">
            <a:extLst>
              <a:ext uri="{FF2B5EF4-FFF2-40B4-BE49-F238E27FC236}">
                <a16:creationId xmlns:a16="http://schemas.microsoft.com/office/drawing/2014/main" id="{25DF1633-C173-40DA-AE4F-D2905893A555}"/>
              </a:ext>
            </a:extLst>
          </p:cNvPr>
          <p:cNvSpPr/>
          <p:nvPr/>
        </p:nvSpPr>
        <p:spPr>
          <a:xfrm>
            <a:off x="10053304" y="4106951"/>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❓Answer members’ questions in Community Forum</a:t>
            </a:r>
          </a:p>
        </p:txBody>
      </p:sp>
      <p:sp>
        <p:nvSpPr>
          <p:cNvPr id="29" name="Rectangle 28">
            <a:extLst>
              <a:ext uri="{FF2B5EF4-FFF2-40B4-BE49-F238E27FC236}">
                <a16:creationId xmlns:a16="http://schemas.microsoft.com/office/drawing/2014/main" id="{49969C2A-CC5C-4650-8E9A-169940DA37D8}"/>
              </a:ext>
            </a:extLst>
          </p:cNvPr>
          <p:cNvSpPr/>
          <p:nvPr/>
        </p:nvSpPr>
        <p:spPr>
          <a:xfrm>
            <a:off x="10050391" y="472309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💁🏻Help a current member or group of members</a:t>
            </a:r>
          </a:p>
        </p:txBody>
      </p:sp>
      <p:sp>
        <p:nvSpPr>
          <p:cNvPr id="30" name="Rectangle 29">
            <a:extLst>
              <a:ext uri="{FF2B5EF4-FFF2-40B4-BE49-F238E27FC236}">
                <a16:creationId xmlns:a16="http://schemas.microsoft.com/office/drawing/2014/main" id="{B10DC449-0E89-46B4-9B95-CEF04A19380B}"/>
              </a:ext>
            </a:extLst>
          </p:cNvPr>
          <p:cNvSpPr/>
          <p:nvPr/>
        </p:nvSpPr>
        <p:spPr>
          <a:xfrm>
            <a:off x="8150703" y="41611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Perform actions for which the Community was created </a:t>
            </a:r>
          </a:p>
        </p:txBody>
      </p:sp>
      <p:sp>
        <p:nvSpPr>
          <p:cNvPr id="31" name="Rectangle 30">
            <a:extLst>
              <a:ext uri="{FF2B5EF4-FFF2-40B4-BE49-F238E27FC236}">
                <a16:creationId xmlns:a16="http://schemas.microsoft.com/office/drawing/2014/main" id="{3504A571-9B54-40F9-8DC3-ED886BC085C7}"/>
              </a:ext>
            </a:extLst>
          </p:cNvPr>
          <p:cNvSpPr/>
          <p:nvPr/>
        </p:nvSpPr>
        <p:spPr>
          <a:xfrm>
            <a:off x="6085293" y="4160468"/>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Attend a Community event</a:t>
            </a:r>
          </a:p>
        </p:txBody>
      </p:sp>
      <p:sp>
        <p:nvSpPr>
          <p:cNvPr id="32" name="Rectangle 31">
            <a:extLst>
              <a:ext uri="{FF2B5EF4-FFF2-40B4-BE49-F238E27FC236}">
                <a16:creationId xmlns:a16="http://schemas.microsoft.com/office/drawing/2014/main" id="{5BA488AC-AD22-4924-A6BF-A9CCD03EA131}"/>
              </a:ext>
            </a:extLst>
          </p:cNvPr>
          <p:cNvSpPr/>
          <p:nvPr/>
        </p:nvSpPr>
        <p:spPr>
          <a:xfrm>
            <a:off x="6090107" y="475770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b="1">
                <a:solidFill>
                  <a:schemeClr val="bg1"/>
                </a:solidFill>
              </a:rPr>
              <a:t>🎓 </a:t>
            </a:r>
            <a:r>
              <a:rPr lang="en-US" sz="900">
                <a:solidFill>
                  <a:schemeClr val="bg1"/>
                </a:solidFill>
              </a:rPr>
              <a:t>Follow a mentor as a Shadow to learn a Community related skill</a:t>
            </a:r>
          </a:p>
        </p:txBody>
      </p:sp>
      <p:pic>
        <p:nvPicPr>
          <p:cNvPr id="44" name="Graphique 43" descr="Profil femelle contour">
            <a:extLst>
              <a:ext uri="{FF2B5EF4-FFF2-40B4-BE49-F238E27FC236}">
                <a16:creationId xmlns:a16="http://schemas.microsoft.com/office/drawing/2014/main" id="{662173B5-B648-4A84-89F1-E9BB733FCD4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201168" y="2583862"/>
            <a:ext cx="914400" cy="845138"/>
          </a:xfrm>
          <a:prstGeom prst="rect">
            <a:avLst/>
          </a:prstGeom>
        </p:spPr>
      </p:pic>
      <p:pic>
        <p:nvPicPr>
          <p:cNvPr id="45" name="Graphique 44" descr="Profil mâle contour">
            <a:extLst>
              <a:ext uri="{FF2B5EF4-FFF2-40B4-BE49-F238E27FC236}">
                <a16:creationId xmlns:a16="http://schemas.microsoft.com/office/drawing/2014/main" id="{2D8A6F7B-6094-44F3-AE37-0D6200DA0E5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866781" y="2583863"/>
            <a:ext cx="914400" cy="848318"/>
          </a:xfrm>
          <a:prstGeom prst="rect">
            <a:avLst/>
          </a:prstGeom>
        </p:spPr>
      </p:pic>
      <p:pic>
        <p:nvPicPr>
          <p:cNvPr id="48" name="Graphique 47" descr="Signe pouce en haut avec un remplissage uni">
            <a:extLst>
              <a:ext uri="{FF2B5EF4-FFF2-40B4-BE49-F238E27FC236}">
                <a16:creationId xmlns:a16="http://schemas.microsoft.com/office/drawing/2014/main" id="{F9169816-5336-4780-946C-E66D1786444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3573" y="2972483"/>
            <a:ext cx="456517" cy="456517"/>
          </a:xfrm>
          <a:prstGeom prst="rect">
            <a:avLst/>
          </a:prstGeom>
        </p:spPr>
      </p:pic>
      <p:pic>
        <p:nvPicPr>
          <p:cNvPr id="49" name="Graphique 48" descr="Signe pouce en haut avec un remplissage uni">
            <a:extLst>
              <a:ext uri="{FF2B5EF4-FFF2-40B4-BE49-F238E27FC236}">
                <a16:creationId xmlns:a16="http://schemas.microsoft.com/office/drawing/2014/main" id="{4C3515AF-997B-49E1-9839-FE7EA59E9B5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1197537" y="2927626"/>
            <a:ext cx="454183" cy="456517"/>
          </a:xfrm>
          <a:prstGeom prst="rect">
            <a:avLst/>
          </a:prstGeom>
        </p:spPr>
      </p:pic>
      <p:sp>
        <p:nvSpPr>
          <p:cNvPr id="50" name="Rectangle 49">
            <a:extLst>
              <a:ext uri="{FF2B5EF4-FFF2-40B4-BE49-F238E27FC236}">
                <a16:creationId xmlns:a16="http://schemas.microsoft.com/office/drawing/2014/main" id="{34B9B213-3EA7-41E6-92E2-4DE015D99714}"/>
              </a:ext>
            </a:extLst>
          </p:cNvPr>
          <p:cNvSpPr/>
          <p:nvPr/>
        </p:nvSpPr>
        <p:spPr>
          <a:xfrm>
            <a:off x="8150704" y="475843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Help in the organization of a Community event</a:t>
            </a:r>
          </a:p>
        </p:txBody>
      </p:sp>
      <p:pic>
        <p:nvPicPr>
          <p:cNvPr id="52" name="Graphique 51" descr="Centre d’appels avec un remplissage uni">
            <a:extLst>
              <a:ext uri="{FF2B5EF4-FFF2-40B4-BE49-F238E27FC236}">
                <a16:creationId xmlns:a16="http://schemas.microsoft.com/office/drawing/2014/main" id="{2F2A129A-61B9-43D8-A20A-C18D6A311C7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65707" y="2496576"/>
            <a:ext cx="914400" cy="914400"/>
          </a:xfrm>
          <a:prstGeom prst="rect">
            <a:avLst/>
          </a:prstGeom>
        </p:spPr>
      </p:pic>
      <p:pic>
        <p:nvPicPr>
          <p:cNvPr id="53" name="Graphique 52" descr="Centre d’appels avec un remplissage uni">
            <a:extLst>
              <a:ext uri="{FF2B5EF4-FFF2-40B4-BE49-F238E27FC236}">
                <a16:creationId xmlns:a16="http://schemas.microsoft.com/office/drawing/2014/main" id="{C2CEF563-23E2-42CC-A24F-FBF1AF5019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20189" y="2483525"/>
            <a:ext cx="914400" cy="914400"/>
          </a:xfrm>
          <a:prstGeom prst="rect">
            <a:avLst/>
          </a:prstGeom>
        </p:spPr>
      </p:pic>
      <p:sp>
        <p:nvSpPr>
          <p:cNvPr id="34" name="Rectangle 33">
            <a:extLst>
              <a:ext uri="{FF2B5EF4-FFF2-40B4-BE49-F238E27FC236}">
                <a16:creationId xmlns:a16="http://schemas.microsoft.com/office/drawing/2014/main" id="{21F04E9D-E8AC-438C-9D99-33DEE18455D5}"/>
              </a:ext>
            </a:extLst>
          </p:cNvPr>
          <p:cNvSpPr/>
          <p:nvPr/>
        </p:nvSpPr>
        <p:spPr>
          <a:xfrm>
            <a:off x="4270243" y="3404500"/>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Connector</a:t>
            </a:r>
          </a:p>
        </p:txBody>
      </p:sp>
      <p:sp>
        <p:nvSpPr>
          <p:cNvPr id="35" name="Rectangle 34">
            <a:extLst>
              <a:ext uri="{FF2B5EF4-FFF2-40B4-BE49-F238E27FC236}">
                <a16:creationId xmlns:a16="http://schemas.microsoft.com/office/drawing/2014/main" id="{A4E84284-90CE-4E5C-9DC5-A22A7209B7DC}"/>
              </a:ext>
            </a:extLst>
          </p:cNvPr>
          <p:cNvSpPr/>
          <p:nvPr/>
        </p:nvSpPr>
        <p:spPr>
          <a:xfrm>
            <a:off x="4208743" y="414298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🤝Introduce members to each other</a:t>
            </a:r>
          </a:p>
        </p:txBody>
      </p:sp>
      <p:sp>
        <p:nvSpPr>
          <p:cNvPr id="36" name="Rectangle 35">
            <a:extLst>
              <a:ext uri="{FF2B5EF4-FFF2-40B4-BE49-F238E27FC236}">
                <a16:creationId xmlns:a16="http://schemas.microsoft.com/office/drawing/2014/main" id="{D91B2316-59AC-4674-9C13-5CABF2ADA34B}"/>
              </a:ext>
            </a:extLst>
          </p:cNvPr>
          <p:cNvSpPr/>
          <p:nvPr/>
        </p:nvSpPr>
        <p:spPr>
          <a:xfrm>
            <a:off x="4199136" y="472639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Introduce members (as members) outside the Community</a:t>
            </a:r>
          </a:p>
        </p:txBody>
      </p:sp>
      <p:pic>
        <p:nvPicPr>
          <p:cNvPr id="37" name="Graphique 36" descr="Profil femelle contour">
            <a:extLst>
              <a:ext uri="{FF2B5EF4-FFF2-40B4-BE49-F238E27FC236}">
                <a16:creationId xmlns:a16="http://schemas.microsoft.com/office/drawing/2014/main" id="{27B21433-B7F4-44C3-82C7-211304B597E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3920640" y="2583862"/>
            <a:ext cx="914400" cy="845138"/>
          </a:xfrm>
          <a:prstGeom prst="rect">
            <a:avLst/>
          </a:prstGeom>
        </p:spPr>
      </p:pic>
      <p:pic>
        <p:nvPicPr>
          <p:cNvPr id="38" name="Graphique 37" descr="Profil mâle contour">
            <a:extLst>
              <a:ext uri="{FF2B5EF4-FFF2-40B4-BE49-F238E27FC236}">
                <a16:creationId xmlns:a16="http://schemas.microsoft.com/office/drawing/2014/main" id="{9D699778-BC3A-4275-A469-EF73FB1399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4586253" y="2583863"/>
            <a:ext cx="914400" cy="848318"/>
          </a:xfrm>
          <a:prstGeom prst="rect">
            <a:avLst/>
          </a:prstGeom>
        </p:spPr>
      </p:pic>
      <p:sp>
        <p:nvSpPr>
          <p:cNvPr id="3" name="Bulle narrative : ronde 2">
            <a:extLst>
              <a:ext uri="{FF2B5EF4-FFF2-40B4-BE49-F238E27FC236}">
                <a16:creationId xmlns:a16="http://schemas.microsoft.com/office/drawing/2014/main" id="{FBB025D3-B7BA-469E-B190-7A92D7E1A067}"/>
              </a:ext>
            </a:extLst>
          </p:cNvPr>
          <p:cNvSpPr/>
          <p:nvPr/>
        </p:nvSpPr>
        <p:spPr>
          <a:xfrm>
            <a:off x="4743678" y="2119689"/>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Bulle narrative : ronde 39">
            <a:extLst>
              <a:ext uri="{FF2B5EF4-FFF2-40B4-BE49-F238E27FC236}">
                <a16:creationId xmlns:a16="http://schemas.microsoft.com/office/drawing/2014/main" id="{A5782218-7C76-4EBE-8827-73A58527AB28}"/>
              </a:ext>
            </a:extLst>
          </p:cNvPr>
          <p:cNvSpPr/>
          <p:nvPr/>
        </p:nvSpPr>
        <p:spPr>
          <a:xfrm>
            <a:off x="3530121" y="2119688"/>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6" name="Graphique 15" descr="Utilisateur avec un remplissage uni">
            <a:extLst>
              <a:ext uri="{FF2B5EF4-FFF2-40B4-BE49-F238E27FC236}">
                <a16:creationId xmlns:a16="http://schemas.microsoft.com/office/drawing/2014/main" id="{FFEA85C1-5D0C-499E-9FBE-72FA2473532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72362" y="2156751"/>
            <a:ext cx="326774" cy="326774"/>
          </a:xfrm>
          <a:prstGeom prst="rect">
            <a:avLst/>
          </a:prstGeom>
        </p:spPr>
      </p:pic>
      <p:pic>
        <p:nvPicPr>
          <p:cNvPr id="46" name="Graphique 45" descr="Utilisateur avec un remplissage uni">
            <a:extLst>
              <a:ext uri="{FF2B5EF4-FFF2-40B4-BE49-F238E27FC236}">
                <a16:creationId xmlns:a16="http://schemas.microsoft.com/office/drawing/2014/main" id="{C77A6349-616B-40D5-B9A2-64DC9E22A71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39395" y="2156751"/>
            <a:ext cx="326774" cy="326774"/>
          </a:xfrm>
          <a:prstGeom prst="rect">
            <a:avLst/>
          </a:prstGeom>
        </p:spPr>
      </p:pic>
    </p:spTree>
    <p:extLst>
      <p:ext uri="{BB962C8B-B14F-4D97-AF65-F5344CB8AC3E}">
        <p14:creationId xmlns:p14="http://schemas.microsoft.com/office/powerpoint/2010/main" val="209496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en-US"/>
              <a:t>Examples of intermediary (usually mid level) Community Roles</a:t>
            </a:r>
          </a:p>
        </p:txBody>
      </p:sp>
      <p:sp>
        <p:nvSpPr>
          <p:cNvPr id="8" name="Rectangle 7">
            <a:extLst>
              <a:ext uri="{FF2B5EF4-FFF2-40B4-BE49-F238E27FC236}">
                <a16:creationId xmlns:a16="http://schemas.microsoft.com/office/drawing/2014/main" id="{90FEB3CB-FB45-4F17-8F54-B3E066B812F5}"/>
              </a:ext>
            </a:extLst>
          </p:cNvPr>
          <p:cNvSpPr/>
          <p:nvPr/>
        </p:nvSpPr>
        <p:spPr>
          <a:xfrm>
            <a:off x="875604"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Recruiter</a:t>
            </a:r>
          </a:p>
        </p:txBody>
      </p:sp>
      <p:sp>
        <p:nvSpPr>
          <p:cNvPr id="9" name="Rectangle 8">
            <a:extLst>
              <a:ext uri="{FF2B5EF4-FFF2-40B4-BE49-F238E27FC236}">
                <a16:creationId xmlns:a16="http://schemas.microsoft.com/office/drawing/2014/main" id="{7CF535A7-262A-4C67-A207-8D33EF931D5C}"/>
              </a:ext>
            </a:extLst>
          </p:cNvPr>
          <p:cNvSpPr/>
          <p:nvPr/>
        </p:nvSpPr>
        <p:spPr>
          <a:xfrm>
            <a:off x="3317294"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Godparent</a:t>
            </a:r>
          </a:p>
        </p:txBody>
      </p:sp>
      <p:sp>
        <p:nvSpPr>
          <p:cNvPr id="10" name="Rectangle 9">
            <a:extLst>
              <a:ext uri="{FF2B5EF4-FFF2-40B4-BE49-F238E27FC236}">
                <a16:creationId xmlns:a16="http://schemas.microsoft.com/office/drawing/2014/main" id="{3739CA36-1F6E-49FF-9220-D178EBEF677E}"/>
              </a:ext>
            </a:extLst>
          </p:cNvPr>
          <p:cNvSpPr/>
          <p:nvPr/>
        </p:nvSpPr>
        <p:spPr>
          <a:xfrm>
            <a:off x="5914389"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Scout</a:t>
            </a:r>
          </a:p>
        </p:txBody>
      </p:sp>
      <p:sp>
        <p:nvSpPr>
          <p:cNvPr id="11" name="Rectangle 10">
            <a:extLst>
              <a:ext uri="{FF2B5EF4-FFF2-40B4-BE49-F238E27FC236}">
                <a16:creationId xmlns:a16="http://schemas.microsoft.com/office/drawing/2014/main" id="{0BBEB798-6CE0-4A58-85EB-628BCDBD2701}"/>
              </a:ext>
            </a:extLst>
          </p:cNvPr>
          <p:cNvSpPr/>
          <p:nvPr/>
        </p:nvSpPr>
        <p:spPr>
          <a:xfrm>
            <a:off x="8247502"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a:t>
            </a:r>
          </a:p>
          <a:p>
            <a:pPr algn="ctr"/>
            <a:r>
              <a:rPr lang="en-US" sz="1000">
                <a:solidFill>
                  <a:schemeClr val="bg1"/>
                </a:solidFill>
              </a:rPr>
              <a:t>Mentor</a:t>
            </a:r>
          </a:p>
        </p:txBody>
      </p:sp>
      <p:sp>
        <p:nvSpPr>
          <p:cNvPr id="14" name="Rectangle 13">
            <a:extLst>
              <a:ext uri="{FF2B5EF4-FFF2-40B4-BE49-F238E27FC236}">
                <a16:creationId xmlns:a16="http://schemas.microsoft.com/office/drawing/2014/main" id="{F0008BA7-7C19-41D0-AD1F-AC24C3691EC0}"/>
              </a:ext>
            </a:extLst>
          </p:cNvPr>
          <p:cNvSpPr/>
          <p:nvPr/>
        </p:nvSpPr>
        <p:spPr>
          <a:xfrm>
            <a:off x="5850093" y="4184062"/>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Help in the organization of a Community event</a:t>
            </a:r>
          </a:p>
        </p:txBody>
      </p:sp>
      <p:sp>
        <p:nvSpPr>
          <p:cNvPr id="15" name="Rectangle 14">
            <a:extLst>
              <a:ext uri="{FF2B5EF4-FFF2-40B4-BE49-F238E27FC236}">
                <a16:creationId xmlns:a16="http://schemas.microsoft.com/office/drawing/2014/main" id="{91708410-A743-4C3E-99CA-717551B933A8}"/>
              </a:ext>
            </a:extLst>
          </p:cNvPr>
          <p:cNvSpPr/>
          <p:nvPr/>
        </p:nvSpPr>
        <p:spPr>
          <a:xfrm>
            <a:off x="3240143" y="600493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❓Answer godchildren’ questions</a:t>
            </a:r>
          </a:p>
        </p:txBody>
      </p:sp>
      <p:sp>
        <p:nvSpPr>
          <p:cNvPr id="17" name="Rectangle 16">
            <a:extLst>
              <a:ext uri="{FF2B5EF4-FFF2-40B4-BE49-F238E27FC236}">
                <a16:creationId xmlns:a16="http://schemas.microsoft.com/office/drawing/2014/main" id="{7781ED39-4A9C-4D6F-ADE2-38AE6E9F436E}"/>
              </a:ext>
            </a:extLst>
          </p:cNvPr>
          <p:cNvSpPr/>
          <p:nvPr/>
        </p:nvSpPr>
        <p:spPr>
          <a:xfrm>
            <a:off x="3240143" y="54098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💁🏻Help godchildren</a:t>
            </a:r>
          </a:p>
        </p:txBody>
      </p:sp>
      <p:sp>
        <p:nvSpPr>
          <p:cNvPr id="19" name="Rectangle 18">
            <a:extLst>
              <a:ext uri="{FF2B5EF4-FFF2-40B4-BE49-F238E27FC236}">
                <a16:creationId xmlns:a16="http://schemas.microsoft.com/office/drawing/2014/main" id="{8E9F96EB-8100-4EED-AB5B-149A3AB4BFCA}"/>
              </a:ext>
            </a:extLst>
          </p:cNvPr>
          <p:cNvSpPr/>
          <p:nvPr/>
        </p:nvSpPr>
        <p:spPr>
          <a:xfrm>
            <a:off x="811309"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Bring new members in</a:t>
            </a:r>
          </a:p>
        </p:txBody>
      </p:sp>
      <p:sp>
        <p:nvSpPr>
          <p:cNvPr id="21" name="Rectangle 20">
            <a:extLst>
              <a:ext uri="{FF2B5EF4-FFF2-40B4-BE49-F238E27FC236}">
                <a16:creationId xmlns:a16="http://schemas.microsoft.com/office/drawing/2014/main" id="{FB0A7E0B-D641-4F40-9CE4-BB96D044406E}"/>
              </a:ext>
            </a:extLst>
          </p:cNvPr>
          <p:cNvSpPr/>
          <p:nvPr/>
        </p:nvSpPr>
        <p:spPr>
          <a:xfrm>
            <a:off x="5848111" y="600493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Start discussions in Community Forum </a:t>
            </a:r>
          </a:p>
        </p:txBody>
      </p:sp>
      <p:sp>
        <p:nvSpPr>
          <p:cNvPr id="22" name="Rectangle 21">
            <a:extLst>
              <a:ext uri="{FF2B5EF4-FFF2-40B4-BE49-F238E27FC236}">
                <a16:creationId xmlns:a16="http://schemas.microsoft.com/office/drawing/2014/main" id="{3504E75A-097D-4430-988A-8F08668CFA46}"/>
              </a:ext>
            </a:extLst>
          </p:cNvPr>
          <p:cNvSpPr/>
          <p:nvPr/>
        </p:nvSpPr>
        <p:spPr>
          <a:xfrm>
            <a:off x="2741697"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🤝Introduce members to godchildren</a:t>
            </a:r>
          </a:p>
        </p:txBody>
      </p:sp>
      <p:sp>
        <p:nvSpPr>
          <p:cNvPr id="23" name="Rectangle 22">
            <a:extLst>
              <a:ext uri="{FF2B5EF4-FFF2-40B4-BE49-F238E27FC236}">
                <a16:creationId xmlns:a16="http://schemas.microsoft.com/office/drawing/2014/main" id="{B4775008-9949-49F0-8FB6-CBD5BE151DC7}"/>
              </a:ext>
            </a:extLst>
          </p:cNvPr>
          <p:cNvSpPr/>
          <p:nvPr/>
        </p:nvSpPr>
        <p:spPr>
          <a:xfrm>
            <a:off x="3805388"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Introduce godchildren (as members) outside the Community</a:t>
            </a:r>
          </a:p>
        </p:txBody>
      </p:sp>
      <p:sp>
        <p:nvSpPr>
          <p:cNvPr id="24" name="Rectangle 23">
            <a:extLst>
              <a:ext uri="{FF2B5EF4-FFF2-40B4-BE49-F238E27FC236}">
                <a16:creationId xmlns:a16="http://schemas.microsoft.com/office/drawing/2014/main" id="{F07E1DF1-D14E-4D01-811B-889FC667E902}"/>
              </a:ext>
            </a:extLst>
          </p:cNvPr>
          <p:cNvSpPr/>
          <p:nvPr/>
        </p:nvSpPr>
        <p:spPr>
          <a:xfrm>
            <a:off x="5848111" y="480020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Share Community related content</a:t>
            </a:r>
          </a:p>
        </p:txBody>
      </p:sp>
      <p:sp>
        <p:nvSpPr>
          <p:cNvPr id="32" name="Rectangle 31">
            <a:extLst>
              <a:ext uri="{FF2B5EF4-FFF2-40B4-BE49-F238E27FC236}">
                <a16:creationId xmlns:a16="http://schemas.microsoft.com/office/drawing/2014/main" id="{7980FCBD-8540-4763-AD45-F20619DF00C7}"/>
              </a:ext>
            </a:extLst>
          </p:cNvPr>
          <p:cNvSpPr/>
          <p:nvPr/>
        </p:nvSpPr>
        <p:spPr>
          <a:xfrm>
            <a:off x="811309" y="54098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Share results about Community purpose related actions</a:t>
            </a:r>
          </a:p>
        </p:txBody>
      </p:sp>
      <p:sp>
        <p:nvSpPr>
          <p:cNvPr id="34" name="Rectangle 33">
            <a:extLst>
              <a:ext uri="{FF2B5EF4-FFF2-40B4-BE49-F238E27FC236}">
                <a16:creationId xmlns:a16="http://schemas.microsoft.com/office/drawing/2014/main" id="{F7F08393-C4F9-4E84-8A5A-42AC60FC4901}"/>
              </a:ext>
            </a:extLst>
          </p:cNvPr>
          <p:cNvSpPr/>
          <p:nvPr/>
        </p:nvSpPr>
        <p:spPr>
          <a:xfrm>
            <a:off x="8183207" y="418406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b="1">
                <a:solidFill>
                  <a:schemeClr val="bg1"/>
                </a:solidFill>
              </a:rPr>
              <a:t>🎓 </a:t>
            </a:r>
            <a:r>
              <a:rPr lang="en-US" sz="900">
                <a:solidFill>
                  <a:schemeClr val="bg1"/>
                </a:solidFill>
              </a:rPr>
              <a:t>Learn about a Community related skill</a:t>
            </a:r>
          </a:p>
        </p:txBody>
      </p:sp>
      <p:sp>
        <p:nvSpPr>
          <p:cNvPr id="37" name="Rectangle 36">
            <a:extLst>
              <a:ext uri="{FF2B5EF4-FFF2-40B4-BE49-F238E27FC236}">
                <a16:creationId xmlns:a16="http://schemas.microsoft.com/office/drawing/2014/main" id="{52722258-91AE-44FD-94F4-96ECC34F80D4}"/>
              </a:ext>
            </a:extLst>
          </p:cNvPr>
          <p:cNvSpPr/>
          <p:nvPr/>
        </p:nvSpPr>
        <p:spPr>
          <a:xfrm>
            <a:off x="8183207"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Share knowledge about a Community related skill</a:t>
            </a:r>
          </a:p>
        </p:txBody>
      </p:sp>
      <p:sp>
        <p:nvSpPr>
          <p:cNvPr id="40" name="Rectangle 39">
            <a:extLst>
              <a:ext uri="{FF2B5EF4-FFF2-40B4-BE49-F238E27FC236}">
                <a16:creationId xmlns:a16="http://schemas.microsoft.com/office/drawing/2014/main" id="{02E513B5-1DF4-43F7-A513-E7DE0F6E004F}"/>
              </a:ext>
            </a:extLst>
          </p:cNvPr>
          <p:cNvSpPr/>
          <p:nvPr/>
        </p:nvSpPr>
        <p:spPr>
          <a:xfrm>
            <a:off x="5850094" y="356791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Represent the voice of the Community among members</a:t>
            </a:r>
          </a:p>
        </p:txBody>
      </p:sp>
      <p:sp>
        <p:nvSpPr>
          <p:cNvPr id="41" name="Rectangle 40">
            <a:extLst>
              <a:ext uri="{FF2B5EF4-FFF2-40B4-BE49-F238E27FC236}">
                <a16:creationId xmlns:a16="http://schemas.microsoft.com/office/drawing/2014/main" id="{F996E6C9-91D9-4524-A897-554E2EFA022D}"/>
              </a:ext>
            </a:extLst>
          </p:cNvPr>
          <p:cNvSpPr/>
          <p:nvPr/>
        </p:nvSpPr>
        <p:spPr>
          <a:xfrm>
            <a:off x="3240143" y="480020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🚪Help in onboarding godchildren</a:t>
            </a:r>
          </a:p>
        </p:txBody>
      </p:sp>
      <p:sp>
        <p:nvSpPr>
          <p:cNvPr id="42" name="Rectangle 41">
            <a:extLst>
              <a:ext uri="{FF2B5EF4-FFF2-40B4-BE49-F238E27FC236}">
                <a16:creationId xmlns:a16="http://schemas.microsoft.com/office/drawing/2014/main" id="{48AFEB8F-39C4-4AE5-AEC7-18C52F02D419}"/>
              </a:ext>
            </a:extLst>
          </p:cNvPr>
          <p:cNvSpPr/>
          <p:nvPr/>
        </p:nvSpPr>
        <p:spPr>
          <a:xfrm>
            <a:off x="3240143" y="4184062"/>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👋Help in offboarding godchildren</a:t>
            </a:r>
          </a:p>
        </p:txBody>
      </p:sp>
      <p:sp>
        <p:nvSpPr>
          <p:cNvPr id="44" name="Rectangle 43">
            <a:extLst>
              <a:ext uri="{FF2B5EF4-FFF2-40B4-BE49-F238E27FC236}">
                <a16:creationId xmlns:a16="http://schemas.microsoft.com/office/drawing/2014/main" id="{E03E7D39-E653-4898-AD24-7AE3C38F0150}"/>
              </a:ext>
            </a:extLst>
          </p:cNvPr>
          <p:cNvSpPr/>
          <p:nvPr/>
        </p:nvSpPr>
        <p:spPr>
          <a:xfrm>
            <a:off x="5848111" y="54098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b="1">
                <a:solidFill>
                  <a:schemeClr val="bg1"/>
                </a:solidFill>
              </a:rPr>
              <a:t>📣 </a:t>
            </a:r>
            <a:r>
              <a:rPr lang="en-US" sz="900">
                <a:solidFill>
                  <a:schemeClr val="bg1"/>
                </a:solidFill>
              </a:rPr>
              <a:t>Help promote the Community (host or organize event)</a:t>
            </a:r>
          </a:p>
        </p:txBody>
      </p:sp>
      <p:sp>
        <p:nvSpPr>
          <p:cNvPr id="46" name="Rectangle 45">
            <a:extLst>
              <a:ext uri="{FF2B5EF4-FFF2-40B4-BE49-F238E27FC236}">
                <a16:creationId xmlns:a16="http://schemas.microsoft.com/office/drawing/2014/main" id="{33DBDB01-632E-4252-96F9-738425D86986}"/>
              </a:ext>
            </a:extLst>
          </p:cNvPr>
          <p:cNvSpPr/>
          <p:nvPr/>
        </p:nvSpPr>
        <p:spPr>
          <a:xfrm>
            <a:off x="8183207" y="4800209"/>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❓Answer members’ questions in Community Forum</a:t>
            </a:r>
          </a:p>
        </p:txBody>
      </p:sp>
      <p:sp>
        <p:nvSpPr>
          <p:cNvPr id="47" name="Rectangle 46">
            <a:extLst>
              <a:ext uri="{FF2B5EF4-FFF2-40B4-BE49-F238E27FC236}">
                <a16:creationId xmlns:a16="http://schemas.microsoft.com/office/drawing/2014/main" id="{F957048C-9901-4291-B453-044F7B7B97ED}"/>
              </a:ext>
            </a:extLst>
          </p:cNvPr>
          <p:cNvSpPr/>
          <p:nvPr/>
        </p:nvSpPr>
        <p:spPr>
          <a:xfrm>
            <a:off x="811309" y="418406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🚪Help in onboarding new members</a:t>
            </a:r>
          </a:p>
        </p:txBody>
      </p:sp>
      <p:sp>
        <p:nvSpPr>
          <p:cNvPr id="48" name="Rectangle 47">
            <a:extLst>
              <a:ext uri="{FF2B5EF4-FFF2-40B4-BE49-F238E27FC236}">
                <a16:creationId xmlns:a16="http://schemas.microsoft.com/office/drawing/2014/main" id="{A802EE46-AB1C-4AEC-BF35-FE4A2B7B577E}"/>
              </a:ext>
            </a:extLst>
          </p:cNvPr>
          <p:cNvSpPr/>
          <p:nvPr/>
        </p:nvSpPr>
        <p:spPr>
          <a:xfrm>
            <a:off x="811309" y="480020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b="1">
                <a:solidFill>
                  <a:schemeClr val="bg1"/>
                </a:solidFill>
              </a:rPr>
              <a:t>📣 </a:t>
            </a:r>
            <a:r>
              <a:rPr lang="en-US" sz="900">
                <a:solidFill>
                  <a:schemeClr val="bg1"/>
                </a:solidFill>
              </a:rPr>
              <a:t>Help promote the Community (host or organize event)</a:t>
            </a:r>
          </a:p>
        </p:txBody>
      </p:sp>
      <p:pic>
        <p:nvPicPr>
          <p:cNvPr id="4" name="Graphique 3" descr="Femme DJ avec un remplissage uni">
            <a:extLst>
              <a:ext uri="{FF2B5EF4-FFF2-40B4-BE49-F238E27FC236}">
                <a16:creationId xmlns:a16="http://schemas.microsoft.com/office/drawing/2014/main" id="{E98D33F4-6C96-4D34-84AA-24D88128EB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9605" y="1987664"/>
            <a:ext cx="914400" cy="914400"/>
          </a:xfrm>
          <a:prstGeom prst="rect">
            <a:avLst/>
          </a:prstGeom>
        </p:spPr>
      </p:pic>
      <p:pic>
        <p:nvPicPr>
          <p:cNvPr id="6" name="Graphique 5" descr="Homme DJ avec un remplissage uni">
            <a:extLst>
              <a:ext uri="{FF2B5EF4-FFF2-40B4-BE49-F238E27FC236}">
                <a16:creationId xmlns:a16="http://schemas.microsoft.com/office/drawing/2014/main" id="{D3F9FD1C-9A66-478F-A6D2-C1B3D26507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8937" y="1987664"/>
            <a:ext cx="914400" cy="914400"/>
          </a:xfrm>
          <a:prstGeom prst="rect">
            <a:avLst/>
          </a:prstGeom>
        </p:spPr>
      </p:pic>
      <p:pic>
        <p:nvPicPr>
          <p:cNvPr id="45" name="Graphique 44" descr="Homme pilote avec un remplissage uni">
            <a:extLst>
              <a:ext uri="{FF2B5EF4-FFF2-40B4-BE49-F238E27FC236}">
                <a16:creationId xmlns:a16="http://schemas.microsoft.com/office/drawing/2014/main" id="{2C2164E3-4A79-4D03-A74C-C5D95E74E4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05886" y="1987664"/>
            <a:ext cx="914400" cy="914400"/>
          </a:xfrm>
          <a:prstGeom prst="rect">
            <a:avLst/>
          </a:prstGeom>
        </p:spPr>
      </p:pic>
      <p:pic>
        <p:nvPicPr>
          <p:cNvPr id="53" name="Graphique 52" descr="Employée de bureau avec un remplissage uni">
            <a:extLst>
              <a:ext uri="{FF2B5EF4-FFF2-40B4-BE49-F238E27FC236}">
                <a16:creationId xmlns:a16="http://schemas.microsoft.com/office/drawing/2014/main" id="{5B132842-1D4E-429C-AEDB-8E8C903922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17593" y="1987664"/>
            <a:ext cx="914400" cy="914400"/>
          </a:xfrm>
          <a:prstGeom prst="rect">
            <a:avLst/>
          </a:prstGeom>
        </p:spPr>
      </p:pic>
      <p:pic>
        <p:nvPicPr>
          <p:cNvPr id="57" name="Graphique 56" descr="Femme pilote avec un remplissage uni">
            <a:extLst>
              <a:ext uri="{FF2B5EF4-FFF2-40B4-BE49-F238E27FC236}">
                <a16:creationId xmlns:a16="http://schemas.microsoft.com/office/drawing/2014/main" id="{AB6BC45D-67DC-48E3-8F0D-C573AAA5A4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45088" y="1987664"/>
            <a:ext cx="914400" cy="914400"/>
          </a:xfrm>
          <a:prstGeom prst="rect">
            <a:avLst/>
          </a:prstGeom>
        </p:spPr>
      </p:pic>
      <p:pic>
        <p:nvPicPr>
          <p:cNvPr id="65" name="Graphique 64" descr="Employé de bureau avec un remplissage uni">
            <a:extLst>
              <a:ext uri="{FF2B5EF4-FFF2-40B4-BE49-F238E27FC236}">
                <a16:creationId xmlns:a16="http://schemas.microsoft.com/office/drawing/2014/main" id="{5062F0E3-03DC-4769-9AB4-B7397E7B0C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78391" y="1987664"/>
            <a:ext cx="914400" cy="914400"/>
          </a:xfrm>
          <a:prstGeom prst="rect">
            <a:avLst/>
          </a:prstGeom>
        </p:spPr>
      </p:pic>
      <p:pic>
        <p:nvPicPr>
          <p:cNvPr id="67" name="Graphique 66" descr="Femme cowboy avec un remplissage uni">
            <a:extLst>
              <a:ext uri="{FF2B5EF4-FFF2-40B4-BE49-F238E27FC236}">
                <a16:creationId xmlns:a16="http://schemas.microsoft.com/office/drawing/2014/main" id="{734714FB-283C-492A-82DD-5BF9A4D6C15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91448" y="1987664"/>
            <a:ext cx="914400" cy="914400"/>
          </a:xfrm>
          <a:prstGeom prst="rect">
            <a:avLst/>
          </a:prstGeom>
        </p:spPr>
      </p:pic>
      <p:pic>
        <p:nvPicPr>
          <p:cNvPr id="69" name="Graphique 68" descr="Cowboy mâle avec un remplissage uni">
            <a:extLst>
              <a:ext uri="{FF2B5EF4-FFF2-40B4-BE49-F238E27FC236}">
                <a16:creationId xmlns:a16="http://schemas.microsoft.com/office/drawing/2014/main" id="{3D5259C4-8DDB-4C9E-8471-F591ADA91E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29006" y="1987664"/>
            <a:ext cx="914400" cy="914400"/>
          </a:xfrm>
          <a:prstGeom prst="rect">
            <a:avLst/>
          </a:prstGeom>
        </p:spPr>
      </p:pic>
      <p:sp>
        <p:nvSpPr>
          <p:cNvPr id="35" name="Rectangle 34">
            <a:extLst>
              <a:ext uri="{FF2B5EF4-FFF2-40B4-BE49-F238E27FC236}">
                <a16:creationId xmlns:a16="http://schemas.microsoft.com/office/drawing/2014/main" id="{D4F10BFD-9CC5-41C3-BCDE-581306CB7417}"/>
              </a:ext>
            </a:extLst>
          </p:cNvPr>
          <p:cNvSpPr/>
          <p:nvPr/>
        </p:nvSpPr>
        <p:spPr>
          <a:xfrm>
            <a:off x="10355658" y="287702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Event Host or co-host</a:t>
            </a:r>
          </a:p>
        </p:txBody>
      </p:sp>
      <p:sp>
        <p:nvSpPr>
          <p:cNvPr id="61" name="Rectangle 60">
            <a:extLst>
              <a:ext uri="{FF2B5EF4-FFF2-40B4-BE49-F238E27FC236}">
                <a16:creationId xmlns:a16="http://schemas.microsoft.com/office/drawing/2014/main" id="{BF210B62-1E2F-471A-B7BA-D2179D825E7F}"/>
              </a:ext>
            </a:extLst>
          </p:cNvPr>
          <p:cNvSpPr/>
          <p:nvPr/>
        </p:nvSpPr>
        <p:spPr>
          <a:xfrm>
            <a:off x="10291363" y="3551542"/>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bg1"/>
                </a:solidFill>
              </a:rPr>
              <a:t>🎤 Host or co-host  Community events</a:t>
            </a:r>
          </a:p>
        </p:txBody>
      </p:sp>
      <p:pic>
        <p:nvPicPr>
          <p:cNvPr id="5" name="Graphique 4" descr="Homme conductrice avec un remplissage uni">
            <a:extLst>
              <a:ext uri="{FF2B5EF4-FFF2-40B4-BE49-F238E27FC236}">
                <a16:creationId xmlns:a16="http://schemas.microsoft.com/office/drawing/2014/main" id="{43ED176D-8581-4C8A-9589-C5AABE4BB50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89473" y="1987664"/>
            <a:ext cx="914400" cy="914400"/>
          </a:xfrm>
          <a:prstGeom prst="rect">
            <a:avLst/>
          </a:prstGeom>
        </p:spPr>
      </p:pic>
      <p:pic>
        <p:nvPicPr>
          <p:cNvPr id="12" name="Graphique 11" descr="Femme conductrice avec un remplissage uni">
            <a:extLst>
              <a:ext uri="{FF2B5EF4-FFF2-40B4-BE49-F238E27FC236}">
                <a16:creationId xmlns:a16="http://schemas.microsoft.com/office/drawing/2014/main" id="{DDEA225F-8E93-43C4-A60C-3917006D7D7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759525" y="1962627"/>
            <a:ext cx="914400" cy="914400"/>
          </a:xfrm>
          <a:prstGeom prst="rect">
            <a:avLst/>
          </a:prstGeom>
        </p:spPr>
      </p:pic>
    </p:spTree>
    <p:extLst>
      <p:ext uri="{BB962C8B-B14F-4D97-AF65-F5344CB8AC3E}">
        <p14:creationId xmlns:p14="http://schemas.microsoft.com/office/powerpoint/2010/main" val="382214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en-US"/>
              <a:t>Examples of advanced (usually high level) Community Roles</a:t>
            </a:r>
          </a:p>
        </p:txBody>
      </p:sp>
      <p:sp>
        <p:nvSpPr>
          <p:cNvPr id="8" name="Rectangle 7">
            <a:extLst>
              <a:ext uri="{FF2B5EF4-FFF2-40B4-BE49-F238E27FC236}">
                <a16:creationId xmlns:a16="http://schemas.microsoft.com/office/drawing/2014/main" id="{90FEB3CB-FB45-4F17-8F54-B3E066B812F5}"/>
              </a:ext>
            </a:extLst>
          </p:cNvPr>
          <p:cNvSpPr/>
          <p:nvPr/>
        </p:nvSpPr>
        <p:spPr>
          <a:xfrm>
            <a:off x="5481134"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OPS</a:t>
            </a:r>
          </a:p>
        </p:txBody>
      </p:sp>
      <p:sp>
        <p:nvSpPr>
          <p:cNvPr id="9" name="Rectangle 8">
            <a:extLst>
              <a:ext uri="{FF2B5EF4-FFF2-40B4-BE49-F238E27FC236}">
                <a16:creationId xmlns:a16="http://schemas.microsoft.com/office/drawing/2014/main" id="{7CF535A7-262A-4C67-A207-8D33EF931D5C}"/>
              </a:ext>
            </a:extLst>
          </p:cNvPr>
          <p:cNvSpPr/>
          <p:nvPr/>
        </p:nvSpPr>
        <p:spPr>
          <a:xfrm>
            <a:off x="7922824"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Booster</a:t>
            </a:r>
          </a:p>
        </p:txBody>
      </p:sp>
      <p:sp>
        <p:nvSpPr>
          <p:cNvPr id="10" name="Rectangle 9">
            <a:extLst>
              <a:ext uri="{FF2B5EF4-FFF2-40B4-BE49-F238E27FC236}">
                <a16:creationId xmlns:a16="http://schemas.microsoft.com/office/drawing/2014/main" id="{3739CA36-1F6E-49FF-9220-D178EBEF677E}"/>
              </a:ext>
            </a:extLst>
          </p:cNvPr>
          <p:cNvSpPr/>
          <p:nvPr/>
        </p:nvSpPr>
        <p:spPr>
          <a:xfrm>
            <a:off x="10519919"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Manager</a:t>
            </a:r>
          </a:p>
        </p:txBody>
      </p:sp>
      <p:sp>
        <p:nvSpPr>
          <p:cNvPr id="11" name="Rectangle 10">
            <a:extLst>
              <a:ext uri="{FF2B5EF4-FFF2-40B4-BE49-F238E27FC236}">
                <a16:creationId xmlns:a16="http://schemas.microsoft.com/office/drawing/2014/main" id="{0BBEB798-6CE0-4A58-85EB-628BCDBD2701}"/>
              </a:ext>
            </a:extLst>
          </p:cNvPr>
          <p:cNvSpPr/>
          <p:nvPr/>
        </p:nvSpPr>
        <p:spPr>
          <a:xfrm>
            <a:off x="787288"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Expert</a:t>
            </a:r>
          </a:p>
        </p:txBody>
      </p:sp>
      <p:sp>
        <p:nvSpPr>
          <p:cNvPr id="13" name="Rectangle 12">
            <a:extLst>
              <a:ext uri="{FF2B5EF4-FFF2-40B4-BE49-F238E27FC236}">
                <a16:creationId xmlns:a16="http://schemas.microsoft.com/office/drawing/2014/main" id="{4235C843-9FFD-4365-B66C-F807BCA6B1CD}"/>
              </a:ext>
            </a:extLst>
          </p:cNvPr>
          <p:cNvSpPr/>
          <p:nvPr/>
        </p:nvSpPr>
        <p:spPr>
          <a:xfrm>
            <a:off x="10961799" y="3634799"/>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Host or co-host a Community event</a:t>
            </a:r>
          </a:p>
        </p:txBody>
      </p:sp>
      <p:sp>
        <p:nvSpPr>
          <p:cNvPr id="14" name="Rectangle 13">
            <a:extLst>
              <a:ext uri="{FF2B5EF4-FFF2-40B4-BE49-F238E27FC236}">
                <a16:creationId xmlns:a16="http://schemas.microsoft.com/office/drawing/2014/main" id="{F0008BA7-7C19-41D0-AD1F-AC24C3691EC0}"/>
              </a:ext>
            </a:extLst>
          </p:cNvPr>
          <p:cNvSpPr/>
          <p:nvPr/>
        </p:nvSpPr>
        <p:spPr>
          <a:xfrm>
            <a:off x="5415249" y="424840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Help in the organization of a Community event</a:t>
            </a:r>
          </a:p>
        </p:txBody>
      </p:sp>
      <p:sp>
        <p:nvSpPr>
          <p:cNvPr id="15" name="Rectangle 14">
            <a:extLst>
              <a:ext uri="{FF2B5EF4-FFF2-40B4-BE49-F238E27FC236}">
                <a16:creationId xmlns:a16="http://schemas.microsoft.com/office/drawing/2014/main" id="{91708410-A743-4C3E-99CA-717551B933A8}"/>
              </a:ext>
            </a:extLst>
          </p:cNvPr>
          <p:cNvSpPr/>
          <p:nvPr/>
        </p:nvSpPr>
        <p:spPr>
          <a:xfrm>
            <a:off x="7288172" y="545747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❓Answer members’ questions in Community Forum</a:t>
            </a:r>
          </a:p>
        </p:txBody>
      </p:sp>
      <p:sp>
        <p:nvSpPr>
          <p:cNvPr id="17" name="Rectangle 16">
            <a:extLst>
              <a:ext uri="{FF2B5EF4-FFF2-40B4-BE49-F238E27FC236}">
                <a16:creationId xmlns:a16="http://schemas.microsoft.com/office/drawing/2014/main" id="{7781ED39-4A9C-4D6F-ADE2-38AE6E9F436E}"/>
              </a:ext>
            </a:extLst>
          </p:cNvPr>
          <p:cNvSpPr/>
          <p:nvPr/>
        </p:nvSpPr>
        <p:spPr>
          <a:xfrm>
            <a:off x="8367074" y="484919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💁🏻Help a current member or group of members</a:t>
            </a:r>
          </a:p>
        </p:txBody>
      </p:sp>
      <p:sp>
        <p:nvSpPr>
          <p:cNvPr id="19" name="Rectangle 18">
            <a:extLst>
              <a:ext uri="{FF2B5EF4-FFF2-40B4-BE49-F238E27FC236}">
                <a16:creationId xmlns:a16="http://schemas.microsoft.com/office/drawing/2014/main" id="{8E9F96EB-8100-4EED-AB5B-149A3AB4BFCA}"/>
              </a:ext>
            </a:extLst>
          </p:cNvPr>
          <p:cNvSpPr/>
          <p:nvPr/>
        </p:nvSpPr>
        <p:spPr>
          <a:xfrm>
            <a:off x="7786616" y="607521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Bring new members in</a:t>
            </a:r>
          </a:p>
        </p:txBody>
      </p:sp>
      <p:sp>
        <p:nvSpPr>
          <p:cNvPr id="20" name="Rectangle 19">
            <a:extLst>
              <a:ext uri="{FF2B5EF4-FFF2-40B4-BE49-F238E27FC236}">
                <a16:creationId xmlns:a16="http://schemas.microsoft.com/office/drawing/2014/main" id="{F05086A1-90F4-4471-8278-4319D1821697}"/>
              </a:ext>
            </a:extLst>
          </p:cNvPr>
          <p:cNvSpPr/>
          <p:nvPr/>
        </p:nvSpPr>
        <p:spPr>
          <a:xfrm>
            <a:off x="9924264"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bg1"/>
                </a:solidFill>
              </a:rPr>
              <a:t>🤝 Establish partnerships with the Community</a:t>
            </a:r>
          </a:p>
        </p:txBody>
      </p:sp>
      <p:sp>
        <p:nvSpPr>
          <p:cNvPr id="21" name="Rectangle 20">
            <a:extLst>
              <a:ext uri="{FF2B5EF4-FFF2-40B4-BE49-F238E27FC236}">
                <a16:creationId xmlns:a16="http://schemas.microsoft.com/office/drawing/2014/main" id="{FB0A7E0B-D641-4F40-9CE4-BB96D044406E}"/>
              </a:ext>
            </a:extLst>
          </p:cNvPr>
          <p:cNvSpPr/>
          <p:nvPr/>
        </p:nvSpPr>
        <p:spPr>
          <a:xfrm>
            <a:off x="7291028"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Start discussions in Community Forum </a:t>
            </a:r>
          </a:p>
        </p:txBody>
      </p:sp>
      <p:sp>
        <p:nvSpPr>
          <p:cNvPr id="22" name="Rectangle 21">
            <a:extLst>
              <a:ext uri="{FF2B5EF4-FFF2-40B4-BE49-F238E27FC236}">
                <a16:creationId xmlns:a16="http://schemas.microsoft.com/office/drawing/2014/main" id="{3504E75A-097D-4430-988A-8F08668CFA46}"/>
              </a:ext>
            </a:extLst>
          </p:cNvPr>
          <p:cNvSpPr/>
          <p:nvPr/>
        </p:nvSpPr>
        <p:spPr>
          <a:xfrm>
            <a:off x="7291028"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🤝Introduce members to each other</a:t>
            </a:r>
          </a:p>
        </p:txBody>
      </p:sp>
      <p:sp>
        <p:nvSpPr>
          <p:cNvPr id="23" name="Rectangle 22">
            <a:extLst>
              <a:ext uri="{FF2B5EF4-FFF2-40B4-BE49-F238E27FC236}">
                <a16:creationId xmlns:a16="http://schemas.microsoft.com/office/drawing/2014/main" id="{B4775008-9949-49F0-8FB6-CBD5BE151DC7}"/>
              </a:ext>
            </a:extLst>
          </p:cNvPr>
          <p:cNvSpPr/>
          <p:nvPr/>
        </p:nvSpPr>
        <p:spPr>
          <a:xfrm>
            <a:off x="10955350"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Introduce members (as members) outside the Community</a:t>
            </a:r>
          </a:p>
        </p:txBody>
      </p:sp>
      <p:sp>
        <p:nvSpPr>
          <p:cNvPr id="24" name="Rectangle 23">
            <a:extLst>
              <a:ext uri="{FF2B5EF4-FFF2-40B4-BE49-F238E27FC236}">
                <a16:creationId xmlns:a16="http://schemas.microsoft.com/office/drawing/2014/main" id="{F07E1DF1-D14E-4D01-811B-889FC667E902}"/>
              </a:ext>
            </a:extLst>
          </p:cNvPr>
          <p:cNvSpPr/>
          <p:nvPr/>
        </p:nvSpPr>
        <p:spPr>
          <a:xfrm>
            <a:off x="3176743" y="484919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Share Community related content</a:t>
            </a:r>
          </a:p>
        </p:txBody>
      </p:sp>
      <p:sp>
        <p:nvSpPr>
          <p:cNvPr id="25" name="Rectangle 24">
            <a:extLst>
              <a:ext uri="{FF2B5EF4-FFF2-40B4-BE49-F238E27FC236}">
                <a16:creationId xmlns:a16="http://schemas.microsoft.com/office/drawing/2014/main" id="{1F8B3CF5-75B7-4617-8E2F-C4C4A9A2AD41}"/>
              </a:ext>
            </a:extLst>
          </p:cNvPr>
          <p:cNvSpPr/>
          <p:nvPr/>
        </p:nvSpPr>
        <p:spPr>
          <a:xfrm>
            <a:off x="1299059"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Review, Comment, add likes, subscribe to the Community in outside platforms</a:t>
            </a:r>
          </a:p>
        </p:txBody>
      </p:sp>
      <p:sp>
        <p:nvSpPr>
          <p:cNvPr id="26" name="Rectangle 25">
            <a:extLst>
              <a:ext uri="{FF2B5EF4-FFF2-40B4-BE49-F238E27FC236}">
                <a16:creationId xmlns:a16="http://schemas.microsoft.com/office/drawing/2014/main" id="{A1846449-4AF8-4048-9B81-ACB331613C03}"/>
              </a:ext>
            </a:extLst>
          </p:cNvPr>
          <p:cNvSpPr/>
          <p:nvPr/>
        </p:nvSpPr>
        <p:spPr>
          <a:xfrm>
            <a:off x="2698372"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Write articles for the Community</a:t>
            </a:r>
          </a:p>
        </p:txBody>
      </p:sp>
      <p:sp>
        <p:nvSpPr>
          <p:cNvPr id="27" name="Rectangle 26">
            <a:extLst>
              <a:ext uri="{FF2B5EF4-FFF2-40B4-BE49-F238E27FC236}">
                <a16:creationId xmlns:a16="http://schemas.microsoft.com/office/drawing/2014/main" id="{F88A7170-F469-4B43-A950-73D45AB8B26D}"/>
              </a:ext>
            </a:extLst>
          </p:cNvPr>
          <p:cNvSpPr/>
          <p:nvPr/>
        </p:nvSpPr>
        <p:spPr>
          <a:xfrm>
            <a:off x="3776444"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bg1"/>
                </a:solidFill>
              </a:rPr>
              <a:t>📹 Record &amp; edit videos or a podcast or music</a:t>
            </a:r>
          </a:p>
        </p:txBody>
      </p:sp>
      <p:sp>
        <p:nvSpPr>
          <p:cNvPr id="28" name="Rectangle 27">
            <a:extLst>
              <a:ext uri="{FF2B5EF4-FFF2-40B4-BE49-F238E27FC236}">
                <a16:creationId xmlns:a16="http://schemas.microsoft.com/office/drawing/2014/main" id="{A60B72AD-7269-48B8-8572-FB57C567160D}"/>
              </a:ext>
            </a:extLst>
          </p:cNvPr>
          <p:cNvSpPr/>
          <p:nvPr/>
        </p:nvSpPr>
        <p:spPr>
          <a:xfrm>
            <a:off x="2705777"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Organize Community Wiki</a:t>
            </a:r>
          </a:p>
        </p:txBody>
      </p:sp>
      <p:sp>
        <p:nvSpPr>
          <p:cNvPr id="29" name="Rectangle 28">
            <a:extLst>
              <a:ext uri="{FF2B5EF4-FFF2-40B4-BE49-F238E27FC236}">
                <a16:creationId xmlns:a16="http://schemas.microsoft.com/office/drawing/2014/main" id="{4CEB8733-1F63-4C56-85E9-116709687074}"/>
              </a:ext>
            </a:extLst>
          </p:cNvPr>
          <p:cNvSpPr/>
          <p:nvPr/>
        </p:nvSpPr>
        <p:spPr>
          <a:xfrm>
            <a:off x="5415249"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🛠️Set up tools and processes for the Community</a:t>
            </a:r>
          </a:p>
        </p:txBody>
      </p:sp>
      <p:sp>
        <p:nvSpPr>
          <p:cNvPr id="30" name="Rectangle 29">
            <a:extLst>
              <a:ext uri="{FF2B5EF4-FFF2-40B4-BE49-F238E27FC236}">
                <a16:creationId xmlns:a16="http://schemas.microsoft.com/office/drawing/2014/main" id="{48A2CB0E-7A99-4AD0-959C-BE10C5F8ACE9}"/>
              </a:ext>
            </a:extLst>
          </p:cNvPr>
          <p:cNvSpPr/>
          <p:nvPr/>
        </p:nvSpPr>
        <p:spPr>
          <a:xfrm>
            <a:off x="8367074" y="545747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🤡Entertain the Community</a:t>
            </a:r>
          </a:p>
        </p:txBody>
      </p:sp>
      <p:sp>
        <p:nvSpPr>
          <p:cNvPr id="31" name="Rectangle 30">
            <a:extLst>
              <a:ext uri="{FF2B5EF4-FFF2-40B4-BE49-F238E27FC236}">
                <a16:creationId xmlns:a16="http://schemas.microsoft.com/office/drawing/2014/main" id="{96E36A76-C4B3-41DD-A814-EB5D64B6023C}"/>
              </a:ext>
            </a:extLst>
          </p:cNvPr>
          <p:cNvSpPr/>
          <p:nvPr/>
        </p:nvSpPr>
        <p:spPr>
          <a:xfrm>
            <a:off x="10469183" y="545747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Define rules, manage arbitration and conflicts within the Community</a:t>
            </a:r>
          </a:p>
        </p:txBody>
      </p:sp>
      <p:sp>
        <p:nvSpPr>
          <p:cNvPr id="32" name="Rectangle 31">
            <a:extLst>
              <a:ext uri="{FF2B5EF4-FFF2-40B4-BE49-F238E27FC236}">
                <a16:creationId xmlns:a16="http://schemas.microsoft.com/office/drawing/2014/main" id="{7980FCBD-8540-4763-AD45-F20619DF00C7}"/>
              </a:ext>
            </a:extLst>
          </p:cNvPr>
          <p:cNvSpPr/>
          <p:nvPr/>
        </p:nvSpPr>
        <p:spPr>
          <a:xfrm>
            <a:off x="10463353" y="484919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Share results about Community purpose related actions</a:t>
            </a:r>
          </a:p>
        </p:txBody>
      </p:sp>
      <p:sp>
        <p:nvSpPr>
          <p:cNvPr id="34" name="Rectangle 33">
            <a:extLst>
              <a:ext uri="{FF2B5EF4-FFF2-40B4-BE49-F238E27FC236}">
                <a16:creationId xmlns:a16="http://schemas.microsoft.com/office/drawing/2014/main" id="{F7F08393-C4F9-4E84-8A5A-42AC60FC4901}"/>
              </a:ext>
            </a:extLst>
          </p:cNvPr>
          <p:cNvSpPr/>
          <p:nvPr/>
        </p:nvSpPr>
        <p:spPr>
          <a:xfrm>
            <a:off x="224548"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b="1">
                <a:solidFill>
                  <a:schemeClr val="bg1"/>
                </a:solidFill>
              </a:rPr>
              <a:t>🎓 </a:t>
            </a:r>
            <a:r>
              <a:rPr lang="en-US" sz="900">
                <a:solidFill>
                  <a:schemeClr val="bg1"/>
                </a:solidFill>
              </a:rPr>
              <a:t>Learn about a Community related skill</a:t>
            </a:r>
          </a:p>
        </p:txBody>
      </p:sp>
      <p:sp>
        <p:nvSpPr>
          <p:cNvPr id="35" name="Rectangle 34">
            <a:extLst>
              <a:ext uri="{FF2B5EF4-FFF2-40B4-BE49-F238E27FC236}">
                <a16:creationId xmlns:a16="http://schemas.microsoft.com/office/drawing/2014/main" id="{CA358F1B-E28C-4D1C-A6D2-17EDADC7BE9E}"/>
              </a:ext>
            </a:extLst>
          </p:cNvPr>
          <p:cNvSpPr/>
          <p:nvPr/>
        </p:nvSpPr>
        <p:spPr>
          <a:xfrm>
            <a:off x="220321" y="484919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Pass a Community exam about a Community related skill</a:t>
            </a:r>
          </a:p>
        </p:txBody>
      </p:sp>
      <p:sp>
        <p:nvSpPr>
          <p:cNvPr id="36" name="Rectangle 35">
            <a:extLst>
              <a:ext uri="{FF2B5EF4-FFF2-40B4-BE49-F238E27FC236}">
                <a16:creationId xmlns:a16="http://schemas.microsoft.com/office/drawing/2014/main" id="{380B00D9-FF8B-42ED-A27B-7179C54F42A8}"/>
              </a:ext>
            </a:extLst>
          </p:cNvPr>
          <p:cNvSpPr/>
          <p:nvPr/>
        </p:nvSpPr>
        <p:spPr>
          <a:xfrm>
            <a:off x="1299059"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Pass an external exam about a Community related skill</a:t>
            </a:r>
          </a:p>
        </p:txBody>
      </p:sp>
      <p:sp>
        <p:nvSpPr>
          <p:cNvPr id="37" name="Rectangle 36">
            <a:extLst>
              <a:ext uri="{FF2B5EF4-FFF2-40B4-BE49-F238E27FC236}">
                <a16:creationId xmlns:a16="http://schemas.microsoft.com/office/drawing/2014/main" id="{52722258-91AE-44FD-94F4-96ECC34F80D4}"/>
              </a:ext>
            </a:extLst>
          </p:cNvPr>
          <p:cNvSpPr/>
          <p:nvPr/>
        </p:nvSpPr>
        <p:spPr>
          <a:xfrm>
            <a:off x="1299059" y="484919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 Share knowledge about a Community related skill</a:t>
            </a:r>
          </a:p>
        </p:txBody>
      </p:sp>
      <p:sp>
        <p:nvSpPr>
          <p:cNvPr id="38" name="Rectangle 37">
            <a:extLst>
              <a:ext uri="{FF2B5EF4-FFF2-40B4-BE49-F238E27FC236}">
                <a16:creationId xmlns:a16="http://schemas.microsoft.com/office/drawing/2014/main" id="{A2F275EE-06B1-4670-A1A7-9258BC500C53}"/>
              </a:ext>
            </a:extLst>
          </p:cNvPr>
          <p:cNvSpPr/>
          <p:nvPr/>
        </p:nvSpPr>
        <p:spPr>
          <a:xfrm>
            <a:off x="3776444"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b="1">
                <a:solidFill>
                  <a:schemeClr val="bg1"/>
                </a:solidFill>
              </a:rPr>
              <a:t>🎓 </a:t>
            </a:r>
            <a:r>
              <a:rPr lang="en-US" sz="900">
                <a:solidFill>
                  <a:schemeClr val="bg1"/>
                </a:solidFill>
              </a:rPr>
              <a:t>Create a training course / program for the Community</a:t>
            </a:r>
          </a:p>
        </p:txBody>
      </p:sp>
      <p:sp>
        <p:nvSpPr>
          <p:cNvPr id="39" name="Rectangle 38">
            <a:extLst>
              <a:ext uri="{FF2B5EF4-FFF2-40B4-BE49-F238E27FC236}">
                <a16:creationId xmlns:a16="http://schemas.microsoft.com/office/drawing/2014/main" id="{E6BFDEEA-6BE3-4F69-9F4C-82C51328ABCC}"/>
              </a:ext>
            </a:extLst>
          </p:cNvPr>
          <p:cNvSpPr/>
          <p:nvPr/>
        </p:nvSpPr>
        <p:spPr>
          <a:xfrm>
            <a:off x="220321" y="545747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900">
                <a:solidFill>
                  <a:schemeClr val="bg1"/>
                </a:solidFill>
              </a:rPr>
              <a:t>👍 React to posts in Community Forum</a:t>
            </a:r>
          </a:p>
        </p:txBody>
      </p:sp>
      <p:sp>
        <p:nvSpPr>
          <p:cNvPr id="40" name="Rectangle 39">
            <a:extLst>
              <a:ext uri="{FF2B5EF4-FFF2-40B4-BE49-F238E27FC236}">
                <a16:creationId xmlns:a16="http://schemas.microsoft.com/office/drawing/2014/main" id="{02E513B5-1DF4-43F7-A513-E7DE0F6E004F}"/>
              </a:ext>
            </a:extLst>
          </p:cNvPr>
          <p:cNvSpPr/>
          <p:nvPr/>
        </p:nvSpPr>
        <p:spPr>
          <a:xfrm>
            <a:off x="9926098" y="3634799"/>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Represent the voice of the Community among members</a:t>
            </a:r>
          </a:p>
        </p:txBody>
      </p:sp>
      <p:sp>
        <p:nvSpPr>
          <p:cNvPr id="41" name="Rectangle 40">
            <a:extLst>
              <a:ext uri="{FF2B5EF4-FFF2-40B4-BE49-F238E27FC236}">
                <a16:creationId xmlns:a16="http://schemas.microsoft.com/office/drawing/2014/main" id="{F996E6C9-91D9-4524-A897-554E2EFA022D}"/>
              </a:ext>
            </a:extLst>
          </p:cNvPr>
          <p:cNvSpPr/>
          <p:nvPr/>
        </p:nvSpPr>
        <p:spPr>
          <a:xfrm>
            <a:off x="8367074"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🚪Help in onboarding  new members</a:t>
            </a:r>
          </a:p>
        </p:txBody>
      </p:sp>
      <p:sp>
        <p:nvSpPr>
          <p:cNvPr id="42" name="Rectangle 41">
            <a:extLst>
              <a:ext uri="{FF2B5EF4-FFF2-40B4-BE49-F238E27FC236}">
                <a16:creationId xmlns:a16="http://schemas.microsoft.com/office/drawing/2014/main" id="{48AFEB8F-39C4-4AE5-AEC7-18C52F02D419}"/>
              </a:ext>
            </a:extLst>
          </p:cNvPr>
          <p:cNvSpPr/>
          <p:nvPr/>
        </p:nvSpPr>
        <p:spPr>
          <a:xfrm>
            <a:off x="8369208" y="3634799"/>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👋Help in offboarding  members</a:t>
            </a:r>
          </a:p>
        </p:txBody>
      </p:sp>
      <p:sp>
        <p:nvSpPr>
          <p:cNvPr id="43" name="Rectangle 42">
            <a:extLst>
              <a:ext uri="{FF2B5EF4-FFF2-40B4-BE49-F238E27FC236}">
                <a16:creationId xmlns:a16="http://schemas.microsoft.com/office/drawing/2014/main" id="{0813177B-B298-434B-A4DD-99CB2DFAC9BA}"/>
              </a:ext>
            </a:extLst>
          </p:cNvPr>
          <p:cNvSpPr/>
          <p:nvPr/>
        </p:nvSpPr>
        <p:spPr>
          <a:xfrm>
            <a:off x="3176743"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Content Champions</a:t>
            </a:r>
          </a:p>
        </p:txBody>
      </p:sp>
      <p:sp>
        <p:nvSpPr>
          <p:cNvPr id="44" name="Rectangle 43">
            <a:extLst>
              <a:ext uri="{FF2B5EF4-FFF2-40B4-BE49-F238E27FC236}">
                <a16:creationId xmlns:a16="http://schemas.microsoft.com/office/drawing/2014/main" id="{E03E7D39-E653-4898-AD24-7AE3C38F0150}"/>
              </a:ext>
            </a:extLst>
          </p:cNvPr>
          <p:cNvSpPr/>
          <p:nvPr/>
        </p:nvSpPr>
        <p:spPr>
          <a:xfrm>
            <a:off x="7288171" y="484919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b="1">
                <a:solidFill>
                  <a:schemeClr val="bg1"/>
                </a:solidFill>
              </a:rPr>
              <a:t>📣 </a:t>
            </a:r>
            <a:r>
              <a:rPr lang="en-US" sz="900">
                <a:solidFill>
                  <a:schemeClr val="bg1"/>
                </a:solidFill>
              </a:rPr>
              <a:t>Help promote the Community (host or organize event)</a:t>
            </a:r>
          </a:p>
        </p:txBody>
      </p:sp>
      <p:sp>
        <p:nvSpPr>
          <p:cNvPr id="46" name="Rectangle 45">
            <a:extLst>
              <a:ext uri="{FF2B5EF4-FFF2-40B4-BE49-F238E27FC236}">
                <a16:creationId xmlns:a16="http://schemas.microsoft.com/office/drawing/2014/main" id="{33DBDB01-632E-4252-96F9-738425D86986}"/>
              </a:ext>
            </a:extLst>
          </p:cNvPr>
          <p:cNvSpPr/>
          <p:nvPr/>
        </p:nvSpPr>
        <p:spPr>
          <a:xfrm>
            <a:off x="224548" y="424235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a:solidFill>
                  <a:schemeClr val="bg1"/>
                </a:solidFill>
              </a:rPr>
              <a:t>❓Answer members’ questions in Community Forum</a:t>
            </a:r>
          </a:p>
        </p:txBody>
      </p:sp>
      <p:pic>
        <p:nvPicPr>
          <p:cNvPr id="50" name="Graphique 49" descr="Homme électricien avec un remplissage uni">
            <a:extLst>
              <a:ext uri="{FF2B5EF4-FFF2-40B4-BE49-F238E27FC236}">
                <a16:creationId xmlns:a16="http://schemas.microsoft.com/office/drawing/2014/main" id="{AD927913-485A-4CD9-8F5E-0F80C532D8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5466" y="2003978"/>
            <a:ext cx="914400" cy="914400"/>
          </a:xfrm>
          <a:prstGeom prst="rect">
            <a:avLst/>
          </a:prstGeom>
        </p:spPr>
      </p:pic>
      <p:pic>
        <p:nvPicPr>
          <p:cNvPr id="52" name="Graphique 51" descr="Femme électricienne avec un remplissage uni">
            <a:extLst>
              <a:ext uri="{FF2B5EF4-FFF2-40B4-BE49-F238E27FC236}">
                <a16:creationId xmlns:a16="http://schemas.microsoft.com/office/drawing/2014/main" id="{E6B1028D-7485-4DD2-9B56-7A39C820F7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0702" y="2003978"/>
            <a:ext cx="914400" cy="914400"/>
          </a:xfrm>
          <a:prstGeom prst="rect">
            <a:avLst/>
          </a:prstGeom>
        </p:spPr>
      </p:pic>
      <p:pic>
        <p:nvPicPr>
          <p:cNvPr id="54" name="Graphique 53" descr="Femme capitaine avec un remplissage uni">
            <a:extLst>
              <a:ext uri="{FF2B5EF4-FFF2-40B4-BE49-F238E27FC236}">
                <a16:creationId xmlns:a16="http://schemas.microsoft.com/office/drawing/2014/main" id="{90AFD79E-7238-4B8B-99B9-4F8931AD74F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11380" y="2003978"/>
            <a:ext cx="914400" cy="914400"/>
          </a:xfrm>
          <a:prstGeom prst="rect">
            <a:avLst/>
          </a:prstGeom>
        </p:spPr>
      </p:pic>
      <p:pic>
        <p:nvPicPr>
          <p:cNvPr id="56" name="Graphique 55" descr="Homme capitaine avec un remplissage uni">
            <a:extLst>
              <a:ext uri="{FF2B5EF4-FFF2-40B4-BE49-F238E27FC236}">
                <a16:creationId xmlns:a16="http://schemas.microsoft.com/office/drawing/2014/main" id="{918D310F-65CC-4996-8329-E606901D71D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26496" y="2003978"/>
            <a:ext cx="914400" cy="914400"/>
          </a:xfrm>
          <a:prstGeom prst="rect">
            <a:avLst/>
          </a:prstGeom>
        </p:spPr>
      </p:pic>
      <p:pic>
        <p:nvPicPr>
          <p:cNvPr id="58" name="Graphique 57" descr="Un artiste masculin avec un remplissage uni">
            <a:extLst>
              <a:ext uri="{FF2B5EF4-FFF2-40B4-BE49-F238E27FC236}">
                <a16:creationId xmlns:a16="http://schemas.microsoft.com/office/drawing/2014/main" id="{7BFDF9FE-EA75-4B65-A3BD-2FFAD6A0C9A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37939" y="2003978"/>
            <a:ext cx="914400" cy="914400"/>
          </a:xfrm>
          <a:prstGeom prst="rect">
            <a:avLst/>
          </a:prstGeom>
        </p:spPr>
      </p:pic>
      <p:pic>
        <p:nvPicPr>
          <p:cNvPr id="60" name="Graphique 59" descr="Une artiste avec un remplissage uni">
            <a:extLst>
              <a:ext uri="{FF2B5EF4-FFF2-40B4-BE49-F238E27FC236}">
                <a16:creationId xmlns:a16="http://schemas.microsoft.com/office/drawing/2014/main" id="{3F4364D2-C5FC-4268-A05E-31CECABBF0D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87843" y="2003978"/>
            <a:ext cx="914400" cy="914400"/>
          </a:xfrm>
          <a:prstGeom prst="rect">
            <a:avLst/>
          </a:prstGeom>
        </p:spPr>
      </p:pic>
      <p:pic>
        <p:nvPicPr>
          <p:cNvPr id="62" name="Graphique 61" descr="Homme professeur avec un remplissage uni">
            <a:extLst>
              <a:ext uri="{FF2B5EF4-FFF2-40B4-BE49-F238E27FC236}">
                <a16:creationId xmlns:a16="http://schemas.microsoft.com/office/drawing/2014/main" id="{1C86D240-1A3E-4F1E-A473-9B794DB10EB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6604" y="2003978"/>
            <a:ext cx="914400" cy="914400"/>
          </a:xfrm>
          <a:prstGeom prst="rect">
            <a:avLst/>
          </a:prstGeom>
        </p:spPr>
      </p:pic>
      <p:pic>
        <p:nvPicPr>
          <p:cNvPr id="64" name="Graphique 63" descr="Femme professeur avec un remplissage uni">
            <a:extLst>
              <a:ext uri="{FF2B5EF4-FFF2-40B4-BE49-F238E27FC236}">
                <a16:creationId xmlns:a16="http://schemas.microsoft.com/office/drawing/2014/main" id="{F9C521C1-9D92-4075-A319-AC5C38C3BC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3952" y="2003978"/>
            <a:ext cx="914400" cy="914400"/>
          </a:xfrm>
          <a:prstGeom prst="rect">
            <a:avLst/>
          </a:prstGeom>
        </p:spPr>
      </p:pic>
      <p:pic>
        <p:nvPicPr>
          <p:cNvPr id="73" name="Graphique 72" descr="Serveuse avec un remplissage uni">
            <a:extLst>
              <a:ext uri="{FF2B5EF4-FFF2-40B4-BE49-F238E27FC236}">
                <a16:creationId xmlns:a16="http://schemas.microsoft.com/office/drawing/2014/main" id="{AB4CFAD3-D5AA-4C85-BE1D-63A0E6A563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83361" y="2003978"/>
            <a:ext cx="914400" cy="914400"/>
          </a:xfrm>
          <a:prstGeom prst="rect">
            <a:avLst/>
          </a:prstGeom>
        </p:spPr>
      </p:pic>
      <p:pic>
        <p:nvPicPr>
          <p:cNvPr id="75" name="Graphique 74" descr="Serveur avec un remplissage uni">
            <a:extLst>
              <a:ext uri="{FF2B5EF4-FFF2-40B4-BE49-F238E27FC236}">
                <a16:creationId xmlns:a16="http://schemas.microsoft.com/office/drawing/2014/main" id="{A16406AA-5B8B-4DA3-93F9-CCD76D2951E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33265" y="2003978"/>
            <a:ext cx="914400" cy="914400"/>
          </a:xfrm>
          <a:prstGeom prst="rect">
            <a:avLst/>
          </a:prstGeom>
        </p:spPr>
      </p:pic>
      <p:sp>
        <p:nvSpPr>
          <p:cNvPr id="77" name="Rectangle 76">
            <a:extLst>
              <a:ext uri="{FF2B5EF4-FFF2-40B4-BE49-F238E27FC236}">
                <a16:creationId xmlns:a16="http://schemas.microsoft.com/office/drawing/2014/main" id="{131556A6-DB97-41CD-8F38-38B7D0BD05C8}"/>
              </a:ext>
            </a:extLst>
          </p:cNvPr>
          <p:cNvSpPr/>
          <p:nvPr/>
        </p:nvSpPr>
        <p:spPr>
          <a:xfrm>
            <a:off x="685507" y="605205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Organize Community Wiki</a:t>
            </a:r>
          </a:p>
        </p:txBody>
      </p:sp>
      <p:sp>
        <p:nvSpPr>
          <p:cNvPr id="79" name="Rectangle 78">
            <a:extLst>
              <a:ext uri="{FF2B5EF4-FFF2-40B4-BE49-F238E27FC236}">
                <a16:creationId xmlns:a16="http://schemas.microsoft.com/office/drawing/2014/main" id="{01A51DFA-994C-41E1-B934-82DD1718E86F}"/>
              </a:ext>
            </a:extLst>
          </p:cNvPr>
          <p:cNvSpPr/>
          <p:nvPr/>
        </p:nvSpPr>
        <p:spPr>
          <a:xfrm>
            <a:off x="1299060" y="545747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900">
                <a:solidFill>
                  <a:schemeClr val="bg1"/>
                </a:solidFill>
              </a:rPr>
              <a:t>🎤 Host or co-host a Community event</a:t>
            </a:r>
          </a:p>
        </p:txBody>
      </p:sp>
      <p:sp>
        <p:nvSpPr>
          <p:cNvPr id="80" name="Rectangle 79">
            <a:extLst>
              <a:ext uri="{FF2B5EF4-FFF2-40B4-BE49-F238E27FC236}">
                <a16:creationId xmlns:a16="http://schemas.microsoft.com/office/drawing/2014/main" id="{9F57B455-8D41-4EA5-8682-1C47C58E6569}"/>
              </a:ext>
            </a:extLst>
          </p:cNvPr>
          <p:cNvSpPr/>
          <p:nvPr/>
        </p:nvSpPr>
        <p:spPr>
          <a:xfrm>
            <a:off x="5427381" y="486201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a:solidFill>
                  <a:schemeClr val="bg1"/>
                </a:solidFill>
              </a:rPr>
              <a:t>⚖️ Define rules within the Community</a:t>
            </a:r>
          </a:p>
        </p:txBody>
      </p:sp>
    </p:spTree>
    <p:extLst>
      <p:ext uri="{BB962C8B-B14F-4D97-AF65-F5344CB8AC3E}">
        <p14:creationId xmlns:p14="http://schemas.microsoft.com/office/powerpoint/2010/main" val="3477599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ZoneTexte 25">
            <a:extLst>
              <a:ext uri="{FF2B5EF4-FFF2-40B4-BE49-F238E27FC236}">
                <a16:creationId xmlns:a16="http://schemas.microsoft.com/office/drawing/2014/main" id="{BD995149-786D-4327-A4F9-3C18459BACCC}"/>
              </a:ext>
            </a:extLst>
          </p:cNvPr>
          <p:cNvSpPr txBox="1"/>
          <p:nvPr/>
        </p:nvSpPr>
        <p:spPr>
          <a:xfrm>
            <a:off x="1237372" y="2120100"/>
            <a:ext cx="1440000" cy="4638840"/>
          </a:xfrm>
          <a:prstGeom prst="rect">
            <a:avLst/>
          </a:prstGeom>
          <a:solidFill>
            <a:schemeClr val="bg1">
              <a:lumMod val="95000"/>
            </a:schemeClr>
          </a:solidFill>
        </p:spPr>
        <p:txBody>
          <a:bodyPr wrap="none" rtlCol="0">
            <a:normAutofit/>
          </a:bodyPr>
          <a:lstStyle/>
          <a:p>
            <a:pPr algn="ctr"/>
            <a:r>
              <a:rPr lang="en-US" sz="1100" b="1" dirty="0"/>
              <a:t>Help Knowing </a:t>
            </a:r>
          </a:p>
          <a:p>
            <a:pPr algn="ctr"/>
            <a:r>
              <a:rPr lang="en-US" sz="1100" dirty="0"/>
              <a:t>the Community</a:t>
            </a:r>
          </a:p>
        </p:txBody>
      </p:sp>
      <p:sp>
        <p:nvSpPr>
          <p:cNvPr id="28" name="ZoneTexte 27">
            <a:extLst>
              <a:ext uri="{FF2B5EF4-FFF2-40B4-BE49-F238E27FC236}">
                <a16:creationId xmlns:a16="http://schemas.microsoft.com/office/drawing/2014/main" id="{5C9E9820-E327-4871-B500-DCD9D8D8E902}"/>
              </a:ext>
            </a:extLst>
          </p:cNvPr>
          <p:cNvSpPr txBox="1"/>
          <p:nvPr/>
        </p:nvSpPr>
        <p:spPr>
          <a:xfrm>
            <a:off x="2710610" y="2120100"/>
            <a:ext cx="1440000" cy="4638840"/>
          </a:xfrm>
          <a:prstGeom prst="rect">
            <a:avLst/>
          </a:prstGeom>
          <a:solidFill>
            <a:schemeClr val="bg1"/>
          </a:solidFill>
          <a:ln w="38100">
            <a:solidFill>
              <a:srgbClr val="3494BA"/>
            </a:solidFill>
            <a:prstDash val="dash"/>
          </a:ln>
        </p:spPr>
        <p:txBody>
          <a:bodyPr wrap="none" rtlCol="0">
            <a:noAutofit/>
          </a:bodyPr>
          <a:lstStyle/>
          <a:p>
            <a:pPr algn="ctr"/>
            <a:r>
              <a:rPr lang="en-US" sz="1100" b="1" dirty="0"/>
              <a:t>Help Experiencing</a:t>
            </a:r>
          </a:p>
          <a:p>
            <a:pPr algn="ctr"/>
            <a:r>
              <a:rPr lang="en-US" sz="1100" dirty="0"/>
              <a:t>the Community</a:t>
            </a:r>
          </a:p>
        </p:txBody>
      </p:sp>
      <p:sp>
        <p:nvSpPr>
          <p:cNvPr id="29" name="ZoneTexte 28">
            <a:extLst>
              <a:ext uri="{FF2B5EF4-FFF2-40B4-BE49-F238E27FC236}">
                <a16:creationId xmlns:a16="http://schemas.microsoft.com/office/drawing/2014/main" id="{AD62614F-2907-446D-9F43-26A0A59AB05C}"/>
              </a:ext>
            </a:extLst>
          </p:cNvPr>
          <p:cNvSpPr txBox="1"/>
          <p:nvPr/>
        </p:nvSpPr>
        <p:spPr>
          <a:xfrm>
            <a:off x="5657086" y="2120100"/>
            <a:ext cx="1440000" cy="4638840"/>
          </a:xfrm>
          <a:prstGeom prst="rect">
            <a:avLst/>
          </a:prstGeom>
          <a:noFill/>
          <a:ln w="38100">
            <a:solidFill>
              <a:srgbClr val="EC7B2B"/>
            </a:solidFill>
            <a:prstDash val="dash"/>
          </a:ln>
        </p:spPr>
        <p:txBody>
          <a:bodyPr wrap="none" rtlCol="0">
            <a:noAutofit/>
          </a:bodyPr>
          <a:lstStyle/>
          <a:p>
            <a:pPr algn="ctr"/>
            <a:r>
              <a:rPr lang="en-US" sz="1100" b="1" dirty="0"/>
              <a:t>Help Achieving</a:t>
            </a:r>
            <a:r>
              <a:rPr lang="en-US" sz="1100" dirty="0"/>
              <a:t> with </a:t>
            </a:r>
          </a:p>
          <a:p>
            <a:pPr algn="ctr"/>
            <a:r>
              <a:rPr lang="en-US" sz="1100" dirty="0"/>
              <a:t>the Community</a:t>
            </a:r>
          </a:p>
        </p:txBody>
      </p:sp>
      <p:sp>
        <p:nvSpPr>
          <p:cNvPr id="30" name="ZoneTexte 29">
            <a:extLst>
              <a:ext uri="{FF2B5EF4-FFF2-40B4-BE49-F238E27FC236}">
                <a16:creationId xmlns:a16="http://schemas.microsoft.com/office/drawing/2014/main" id="{41AB2C86-6D35-436B-9676-B5D1113F4397}"/>
              </a:ext>
            </a:extLst>
          </p:cNvPr>
          <p:cNvSpPr txBox="1"/>
          <p:nvPr/>
        </p:nvSpPr>
        <p:spPr>
          <a:xfrm>
            <a:off x="4183848" y="2120100"/>
            <a:ext cx="1440000" cy="4638840"/>
          </a:xfrm>
          <a:prstGeom prst="rect">
            <a:avLst/>
          </a:prstGeom>
          <a:solidFill>
            <a:schemeClr val="bg1">
              <a:lumMod val="95000"/>
            </a:schemeClr>
          </a:solidFill>
          <a:ln w="38100">
            <a:solidFill>
              <a:schemeClr val="accent1"/>
            </a:solidFill>
          </a:ln>
        </p:spPr>
        <p:txBody>
          <a:bodyPr wrap="none" rtlCol="0">
            <a:noAutofit/>
          </a:bodyPr>
          <a:lstStyle/>
          <a:p>
            <a:pPr algn="ctr"/>
            <a:r>
              <a:rPr lang="en-US" sz="1100" b="1" dirty="0"/>
              <a:t>Help Agreeing </a:t>
            </a:r>
            <a:r>
              <a:rPr lang="en-US" sz="1100" dirty="0"/>
              <a:t>on</a:t>
            </a:r>
            <a:r>
              <a:rPr lang="en-US" sz="1100" b="1" dirty="0"/>
              <a:t> </a:t>
            </a:r>
          </a:p>
          <a:p>
            <a:pPr algn="ctr"/>
            <a:r>
              <a:rPr lang="en-US" sz="1100" dirty="0"/>
              <a:t>the Community</a:t>
            </a:r>
          </a:p>
        </p:txBody>
      </p:sp>
      <p:sp>
        <p:nvSpPr>
          <p:cNvPr id="31" name="ZoneTexte 30">
            <a:extLst>
              <a:ext uri="{FF2B5EF4-FFF2-40B4-BE49-F238E27FC236}">
                <a16:creationId xmlns:a16="http://schemas.microsoft.com/office/drawing/2014/main" id="{EC07FA9A-52F7-4B18-AB8B-B20544E5BF02}"/>
              </a:ext>
            </a:extLst>
          </p:cNvPr>
          <p:cNvSpPr txBox="1"/>
          <p:nvPr/>
        </p:nvSpPr>
        <p:spPr>
          <a:xfrm>
            <a:off x="7130323" y="2120100"/>
            <a:ext cx="1440000" cy="4638840"/>
          </a:xfrm>
          <a:prstGeom prst="rect">
            <a:avLst/>
          </a:prstGeom>
          <a:solidFill>
            <a:schemeClr val="bg1">
              <a:lumMod val="95000"/>
            </a:schemeClr>
          </a:solidFill>
          <a:ln w="38100">
            <a:solidFill>
              <a:srgbClr val="EC7B2B"/>
            </a:solidFill>
            <a:prstDash val="solid"/>
          </a:ln>
        </p:spPr>
        <p:txBody>
          <a:bodyPr wrap="none" rtlCol="0">
            <a:noAutofit/>
          </a:bodyPr>
          <a:lstStyle/>
          <a:p>
            <a:pPr algn="ctr"/>
            <a:r>
              <a:rPr lang="en-US" sz="1100" b="1" dirty="0"/>
              <a:t>Help Belonging</a:t>
            </a:r>
            <a:r>
              <a:rPr lang="en-US" sz="1100" dirty="0"/>
              <a:t> to </a:t>
            </a:r>
          </a:p>
          <a:p>
            <a:pPr algn="ctr"/>
            <a:r>
              <a:rPr lang="en-US" sz="1100" dirty="0"/>
              <a:t>the Community</a:t>
            </a:r>
          </a:p>
        </p:txBody>
      </p:sp>
      <p:sp>
        <p:nvSpPr>
          <p:cNvPr id="10" name="Rectangle 9">
            <a:extLst>
              <a:ext uri="{FF2B5EF4-FFF2-40B4-BE49-F238E27FC236}">
                <a16:creationId xmlns:a16="http://schemas.microsoft.com/office/drawing/2014/main" id="{7583C7B6-D591-4EC6-9F45-A3B2E7150CBE}"/>
              </a:ext>
            </a:extLst>
          </p:cNvPr>
          <p:cNvSpPr/>
          <p:nvPr/>
        </p:nvSpPr>
        <p:spPr>
          <a:xfrm>
            <a:off x="1512150" y="3274423"/>
            <a:ext cx="967741" cy="7885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Social onboarders</a:t>
            </a:r>
          </a:p>
          <a:p>
            <a:pPr algn="ctr"/>
            <a:r>
              <a:rPr lang="en-US" sz="800" i="1">
                <a:solidFill>
                  <a:schemeClr val="tx1"/>
                </a:solidFill>
              </a:rPr>
              <a:t>“We introduce members to each other”</a:t>
            </a:r>
          </a:p>
        </p:txBody>
      </p:sp>
      <p:sp>
        <p:nvSpPr>
          <p:cNvPr id="19" name="Rectangle 18">
            <a:extLst>
              <a:ext uri="{FF2B5EF4-FFF2-40B4-BE49-F238E27FC236}">
                <a16:creationId xmlns:a16="http://schemas.microsoft.com/office/drawing/2014/main" id="{EA49EA4E-8A19-4FC4-A28E-BFAAC7C37DDC}"/>
              </a:ext>
            </a:extLst>
          </p:cNvPr>
          <p:cNvSpPr/>
          <p:nvPr/>
        </p:nvSpPr>
        <p:spPr>
          <a:xfrm>
            <a:off x="1523762" y="5501103"/>
            <a:ext cx="967741" cy="808257"/>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Reminders</a:t>
            </a:r>
          </a:p>
          <a:p>
            <a:pPr algn="ctr"/>
            <a:r>
              <a:rPr lang="en-US" sz="800" i="1">
                <a:solidFill>
                  <a:schemeClr val="tx1"/>
                </a:solidFill>
              </a:rPr>
              <a:t>“I keep the Community in members attention”</a:t>
            </a:r>
          </a:p>
        </p:txBody>
      </p:sp>
      <p:sp>
        <p:nvSpPr>
          <p:cNvPr id="27" name="Rectangle 26">
            <a:extLst>
              <a:ext uri="{FF2B5EF4-FFF2-40B4-BE49-F238E27FC236}">
                <a16:creationId xmlns:a16="http://schemas.microsoft.com/office/drawing/2014/main" id="{7A562801-822C-43EA-BE38-0AEFC595D541}"/>
              </a:ext>
            </a:extLst>
          </p:cNvPr>
          <p:cNvSpPr/>
          <p:nvPr/>
        </p:nvSpPr>
        <p:spPr>
          <a:xfrm>
            <a:off x="4431459" y="3579541"/>
            <a:ext cx="967741" cy="82426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Futurists</a:t>
            </a:r>
          </a:p>
          <a:p>
            <a:pPr algn="ctr"/>
            <a:r>
              <a:rPr lang="en-US" sz="800" i="1">
                <a:solidFill>
                  <a:schemeClr val="tx1"/>
                </a:solidFill>
              </a:rPr>
              <a:t>“We help members share a vision of a collective future”</a:t>
            </a:r>
          </a:p>
        </p:txBody>
      </p:sp>
      <p:sp>
        <p:nvSpPr>
          <p:cNvPr id="35" name="Rectangle 34">
            <a:extLst>
              <a:ext uri="{FF2B5EF4-FFF2-40B4-BE49-F238E27FC236}">
                <a16:creationId xmlns:a16="http://schemas.microsoft.com/office/drawing/2014/main" id="{6EDEC46F-9B7C-4BE6-B018-339B0CB91E19}"/>
              </a:ext>
            </a:extLst>
          </p:cNvPr>
          <p:cNvSpPr/>
          <p:nvPr/>
        </p:nvSpPr>
        <p:spPr>
          <a:xfrm>
            <a:off x="5902037" y="4438760"/>
            <a:ext cx="967741" cy="76280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Memory makers</a:t>
            </a:r>
          </a:p>
          <a:p>
            <a:pPr algn="ctr"/>
            <a:r>
              <a:rPr lang="en-US" sz="800" i="1">
                <a:solidFill>
                  <a:schemeClr val="tx1"/>
                </a:solidFill>
              </a:rPr>
              <a:t>“We help create good memories, storage and share them”</a:t>
            </a:r>
          </a:p>
        </p:txBody>
      </p:sp>
      <p:sp>
        <p:nvSpPr>
          <p:cNvPr id="43" name="Rectangle 42">
            <a:extLst>
              <a:ext uri="{FF2B5EF4-FFF2-40B4-BE49-F238E27FC236}">
                <a16:creationId xmlns:a16="http://schemas.microsoft.com/office/drawing/2014/main" id="{C9641E24-E68B-4E94-AD7C-AAD155C47B95}"/>
              </a:ext>
            </a:extLst>
          </p:cNvPr>
          <p:cNvSpPr/>
          <p:nvPr/>
        </p:nvSpPr>
        <p:spPr>
          <a:xfrm>
            <a:off x="5899570" y="3500162"/>
            <a:ext cx="967741" cy="76280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Achievement engagers</a:t>
            </a:r>
          </a:p>
          <a:p>
            <a:pPr algn="ctr"/>
            <a:r>
              <a:rPr lang="en-US" sz="800" i="1">
                <a:solidFill>
                  <a:schemeClr val="tx1"/>
                </a:solidFill>
              </a:rPr>
              <a:t>“We help push members into collective achievements”</a:t>
            </a:r>
          </a:p>
        </p:txBody>
      </p:sp>
      <p:sp>
        <p:nvSpPr>
          <p:cNvPr id="51" name="Rectangle 50">
            <a:extLst>
              <a:ext uri="{FF2B5EF4-FFF2-40B4-BE49-F238E27FC236}">
                <a16:creationId xmlns:a16="http://schemas.microsoft.com/office/drawing/2014/main" id="{12AA336B-E4E8-44BC-9689-7F2AE8DA9841}"/>
              </a:ext>
            </a:extLst>
          </p:cNvPr>
          <p:cNvSpPr/>
          <p:nvPr/>
        </p:nvSpPr>
        <p:spPr>
          <a:xfrm>
            <a:off x="4419761" y="2768158"/>
            <a:ext cx="967741" cy="64458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Trusted Third Parties</a:t>
            </a:r>
          </a:p>
          <a:p>
            <a:pPr algn="ctr"/>
            <a:r>
              <a:rPr lang="en-US" sz="800" i="1">
                <a:solidFill>
                  <a:schemeClr val="tx1"/>
                </a:solidFill>
              </a:rPr>
              <a:t>“We help members trust each other”</a:t>
            </a:r>
          </a:p>
        </p:txBody>
      </p:sp>
      <p:sp>
        <p:nvSpPr>
          <p:cNvPr id="59" name="Rectangle 58">
            <a:extLst>
              <a:ext uri="{FF2B5EF4-FFF2-40B4-BE49-F238E27FC236}">
                <a16:creationId xmlns:a16="http://schemas.microsoft.com/office/drawing/2014/main" id="{62A22133-AFA4-4370-8679-C253B4800F1E}"/>
              </a:ext>
            </a:extLst>
          </p:cNvPr>
          <p:cNvSpPr/>
          <p:nvPr/>
        </p:nvSpPr>
        <p:spPr>
          <a:xfrm>
            <a:off x="2953095" y="3506441"/>
            <a:ext cx="967741" cy="70937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p>
          <a:p>
            <a:pPr algn="ctr"/>
            <a:r>
              <a:rPr lang="en-US" sz="800" b="1">
                <a:solidFill>
                  <a:schemeClr val="tx1"/>
                </a:solidFill>
              </a:rPr>
              <a:t>Matchmakers</a:t>
            </a:r>
          </a:p>
          <a:p>
            <a:pPr algn="ctr"/>
            <a:r>
              <a:rPr lang="en-US" sz="800" i="1">
                <a:solidFill>
                  <a:schemeClr val="tx1"/>
                </a:solidFill>
              </a:rPr>
              <a:t>“We help members appreciate each other”</a:t>
            </a:r>
          </a:p>
        </p:txBody>
      </p:sp>
      <p:sp>
        <p:nvSpPr>
          <p:cNvPr id="67" name="Rectangle 66">
            <a:extLst>
              <a:ext uri="{FF2B5EF4-FFF2-40B4-BE49-F238E27FC236}">
                <a16:creationId xmlns:a16="http://schemas.microsoft.com/office/drawing/2014/main" id="{1A212986-54DB-4040-AC67-17BB08C65286}"/>
              </a:ext>
            </a:extLst>
          </p:cNvPr>
          <p:cNvSpPr/>
          <p:nvPr/>
        </p:nvSpPr>
        <p:spPr>
          <a:xfrm>
            <a:off x="7373732" y="4062946"/>
            <a:ext cx="967741" cy="115287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 </a:t>
            </a:r>
          </a:p>
          <a:p>
            <a:pPr algn="ctr"/>
            <a:r>
              <a:rPr lang="en-US" sz="800" b="1">
                <a:solidFill>
                  <a:schemeClr val="tx1"/>
                </a:solidFill>
              </a:rPr>
              <a:t>Standard bearers</a:t>
            </a:r>
          </a:p>
          <a:p>
            <a:pPr algn="ctr"/>
            <a:r>
              <a:rPr lang="en-US" sz="800" i="1">
                <a:solidFill>
                  <a:schemeClr val="tx1"/>
                </a:solidFill>
              </a:rPr>
              <a:t>“We help members gather under the same banner”</a:t>
            </a:r>
            <a:endParaRPr lang="en-US" sz="800" b="1" i="1">
              <a:solidFill>
                <a:schemeClr val="tx1"/>
              </a:solidFill>
            </a:endParaRPr>
          </a:p>
        </p:txBody>
      </p:sp>
      <p:sp>
        <p:nvSpPr>
          <p:cNvPr id="91" name="Rectangle 90">
            <a:extLst>
              <a:ext uri="{FF2B5EF4-FFF2-40B4-BE49-F238E27FC236}">
                <a16:creationId xmlns:a16="http://schemas.microsoft.com/office/drawing/2014/main" id="{6D9CECEB-FA49-4275-9C7C-5E470407F893}"/>
              </a:ext>
            </a:extLst>
          </p:cNvPr>
          <p:cNvSpPr/>
          <p:nvPr/>
        </p:nvSpPr>
        <p:spPr>
          <a:xfrm>
            <a:off x="5880781" y="2774336"/>
            <a:ext cx="967741" cy="62581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 Helpers</a:t>
            </a:r>
          </a:p>
          <a:p>
            <a:pPr algn="ctr"/>
            <a:r>
              <a:rPr lang="en-US" sz="800" i="1">
                <a:solidFill>
                  <a:schemeClr val="tx1"/>
                </a:solidFill>
              </a:rPr>
              <a:t>“We help and make members support each other”</a:t>
            </a:r>
          </a:p>
        </p:txBody>
      </p:sp>
      <p:sp>
        <p:nvSpPr>
          <p:cNvPr id="102" name="Rectangle 101">
            <a:extLst>
              <a:ext uri="{FF2B5EF4-FFF2-40B4-BE49-F238E27FC236}">
                <a16:creationId xmlns:a16="http://schemas.microsoft.com/office/drawing/2014/main" id="{7FA3412C-D1F9-40A3-A96D-D429453FF4BF}"/>
              </a:ext>
            </a:extLst>
          </p:cNvPr>
          <p:cNvSpPr/>
          <p:nvPr/>
        </p:nvSpPr>
        <p:spPr>
          <a:xfrm>
            <a:off x="2949660" y="4248862"/>
            <a:ext cx="967741" cy="74175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 </a:t>
            </a:r>
          </a:p>
          <a:p>
            <a:pPr algn="ctr"/>
            <a:r>
              <a:rPr lang="en-US" sz="800" b="1">
                <a:solidFill>
                  <a:schemeClr val="tx1"/>
                </a:solidFill>
              </a:rPr>
              <a:t>Idealists</a:t>
            </a:r>
          </a:p>
          <a:p>
            <a:pPr algn="ctr"/>
            <a:r>
              <a:rPr lang="en-US" sz="800" i="1">
                <a:solidFill>
                  <a:schemeClr val="tx1"/>
                </a:solidFill>
              </a:rPr>
              <a:t>“We help members expect from the Community”</a:t>
            </a:r>
          </a:p>
        </p:txBody>
      </p:sp>
      <p:sp>
        <p:nvSpPr>
          <p:cNvPr id="104" name="Rectangle 103">
            <a:extLst>
              <a:ext uri="{FF2B5EF4-FFF2-40B4-BE49-F238E27FC236}">
                <a16:creationId xmlns:a16="http://schemas.microsoft.com/office/drawing/2014/main" id="{3AB66B9D-B428-4C5B-B598-7D74D8815482}"/>
              </a:ext>
            </a:extLst>
          </p:cNvPr>
          <p:cNvSpPr/>
          <p:nvPr/>
        </p:nvSpPr>
        <p:spPr>
          <a:xfrm>
            <a:off x="4432986" y="4562784"/>
            <a:ext cx="967741" cy="788663"/>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Operatives</a:t>
            </a:r>
          </a:p>
          <a:p>
            <a:pPr algn="ctr"/>
            <a:r>
              <a:rPr lang="en-US" sz="800" i="1">
                <a:solidFill>
                  <a:schemeClr val="tx1"/>
                </a:solidFill>
              </a:rPr>
              <a:t>“We improve the efficiency of Community rules and processes”</a:t>
            </a:r>
          </a:p>
        </p:txBody>
      </p:sp>
      <p:sp>
        <p:nvSpPr>
          <p:cNvPr id="33" name="Rectangle 32">
            <a:extLst>
              <a:ext uri="{FF2B5EF4-FFF2-40B4-BE49-F238E27FC236}">
                <a16:creationId xmlns:a16="http://schemas.microsoft.com/office/drawing/2014/main" id="{E753E7A9-4002-45FF-9759-B8DECE3912DC}"/>
              </a:ext>
            </a:extLst>
          </p:cNvPr>
          <p:cNvSpPr/>
          <p:nvPr/>
        </p:nvSpPr>
        <p:spPr>
          <a:xfrm>
            <a:off x="5880463" y="5316746"/>
            <a:ext cx="967741" cy="99261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Community Trainers</a:t>
            </a:r>
          </a:p>
          <a:p>
            <a:pPr algn="ctr"/>
            <a:r>
              <a:rPr lang="en-US" sz="800" i="1">
                <a:solidFill>
                  <a:schemeClr val="tx1"/>
                </a:solidFill>
              </a:rPr>
              <a:t>“We help members self actualize thanks to the Community”</a:t>
            </a:r>
          </a:p>
        </p:txBody>
      </p:sp>
      <p:sp>
        <p:nvSpPr>
          <p:cNvPr id="99" name="Rectangle 98">
            <a:extLst>
              <a:ext uri="{FF2B5EF4-FFF2-40B4-BE49-F238E27FC236}">
                <a16:creationId xmlns:a16="http://schemas.microsoft.com/office/drawing/2014/main" id="{44D583E1-7EC7-41D9-9C11-E441C874E659}"/>
              </a:ext>
            </a:extLst>
          </p:cNvPr>
          <p:cNvSpPr/>
          <p:nvPr/>
        </p:nvSpPr>
        <p:spPr>
          <a:xfrm>
            <a:off x="2963762" y="5023804"/>
            <a:ext cx="967741" cy="96854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t>
            </a:r>
          </a:p>
          <a:p>
            <a:pPr algn="ctr"/>
            <a:r>
              <a:rPr lang="en-US" sz="800" b="1" dirty="0">
                <a:solidFill>
                  <a:schemeClr val="tx1"/>
                </a:solidFill>
              </a:rPr>
              <a:t>Self-Vision Coaches</a:t>
            </a:r>
          </a:p>
          <a:p>
            <a:pPr algn="ctr"/>
            <a:r>
              <a:rPr lang="en-US" sz="800" i="1" dirty="0">
                <a:solidFill>
                  <a:schemeClr val="tx1"/>
                </a:solidFill>
              </a:rPr>
              <a:t>“We help members envision their future in the Community”</a:t>
            </a:r>
          </a:p>
        </p:txBody>
      </p:sp>
      <p:sp>
        <p:nvSpPr>
          <p:cNvPr id="131" name="Rectangle 130">
            <a:extLst>
              <a:ext uri="{FF2B5EF4-FFF2-40B4-BE49-F238E27FC236}">
                <a16:creationId xmlns:a16="http://schemas.microsoft.com/office/drawing/2014/main" id="{81912D9F-FFAD-4F58-B0E5-4151881031A3}"/>
              </a:ext>
            </a:extLst>
          </p:cNvPr>
          <p:cNvSpPr/>
          <p:nvPr/>
        </p:nvSpPr>
        <p:spPr>
          <a:xfrm>
            <a:off x="7370297" y="5551192"/>
            <a:ext cx="967741" cy="77391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a:t>
            </a:r>
          </a:p>
          <a:p>
            <a:pPr algn="ctr"/>
            <a:r>
              <a:rPr lang="en-US" sz="800" b="1">
                <a:solidFill>
                  <a:schemeClr val="tx1"/>
                </a:solidFill>
              </a:rPr>
              <a:t>Motivator </a:t>
            </a:r>
          </a:p>
          <a:p>
            <a:pPr algn="ctr"/>
            <a:r>
              <a:rPr lang="en-US" sz="800" i="1">
                <a:solidFill>
                  <a:schemeClr val="tx1"/>
                </a:solidFill>
              </a:rPr>
              <a:t>“We facilitate members engagement”</a:t>
            </a:r>
          </a:p>
        </p:txBody>
      </p:sp>
      <p:sp>
        <p:nvSpPr>
          <p:cNvPr id="199" name="Rectangle 198">
            <a:extLst>
              <a:ext uri="{FF2B5EF4-FFF2-40B4-BE49-F238E27FC236}">
                <a16:creationId xmlns:a16="http://schemas.microsoft.com/office/drawing/2014/main" id="{D31CE938-5509-4335-AC53-E2294568D107}"/>
              </a:ext>
            </a:extLst>
          </p:cNvPr>
          <p:cNvSpPr/>
          <p:nvPr/>
        </p:nvSpPr>
        <p:spPr>
          <a:xfrm>
            <a:off x="2975373" y="6040717"/>
            <a:ext cx="967741" cy="61958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✨Entertainers</a:t>
            </a:r>
          </a:p>
          <a:p>
            <a:pPr algn="ctr"/>
            <a:r>
              <a:rPr lang="en-US" sz="800" i="1">
                <a:solidFill>
                  <a:schemeClr val="tx1"/>
                </a:solidFill>
              </a:rPr>
              <a:t>“We make Community experience enjoyable”</a:t>
            </a:r>
          </a:p>
        </p:txBody>
      </p:sp>
      <p:sp>
        <p:nvSpPr>
          <p:cNvPr id="537" name="Rectangle 536">
            <a:extLst>
              <a:ext uri="{FF2B5EF4-FFF2-40B4-BE49-F238E27FC236}">
                <a16:creationId xmlns:a16="http://schemas.microsoft.com/office/drawing/2014/main" id="{BA33963F-B4DB-4275-9308-2CE7F7B62354}"/>
              </a:ext>
            </a:extLst>
          </p:cNvPr>
          <p:cNvSpPr/>
          <p:nvPr/>
        </p:nvSpPr>
        <p:spPr>
          <a:xfrm>
            <a:off x="7366452" y="2792555"/>
            <a:ext cx="967741" cy="9350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 </a:t>
            </a:r>
          </a:p>
          <a:p>
            <a:pPr algn="ctr"/>
            <a:r>
              <a:rPr lang="en-US" sz="800" b="1">
                <a:solidFill>
                  <a:schemeClr val="tx1"/>
                </a:solidFill>
              </a:rPr>
              <a:t>Preachers</a:t>
            </a:r>
          </a:p>
          <a:p>
            <a:pPr algn="ctr"/>
            <a:r>
              <a:rPr lang="en-US" sz="800">
                <a:solidFill>
                  <a:schemeClr val="tx1"/>
                </a:solidFill>
              </a:rPr>
              <a:t>“</a:t>
            </a:r>
            <a:r>
              <a:rPr lang="en-US" sz="800" i="1">
                <a:solidFill>
                  <a:schemeClr val="tx1"/>
                </a:solidFill>
              </a:rPr>
              <a:t>We help members share their pride of belonging</a:t>
            </a:r>
            <a:r>
              <a:rPr lang="en-US" sz="800">
                <a:solidFill>
                  <a:schemeClr val="tx1"/>
                </a:solidFill>
              </a:rPr>
              <a:t>” </a:t>
            </a:r>
          </a:p>
        </p:txBody>
      </p:sp>
      <p:sp>
        <p:nvSpPr>
          <p:cNvPr id="584" name="Rectangle 583">
            <a:extLst>
              <a:ext uri="{FF2B5EF4-FFF2-40B4-BE49-F238E27FC236}">
                <a16:creationId xmlns:a16="http://schemas.microsoft.com/office/drawing/2014/main" id="{94DB25F8-4839-4288-8C0A-75CB3739549B}"/>
              </a:ext>
            </a:extLst>
          </p:cNvPr>
          <p:cNvSpPr/>
          <p:nvPr/>
        </p:nvSpPr>
        <p:spPr>
          <a:xfrm>
            <a:off x="2953095" y="2725427"/>
            <a:ext cx="967741" cy="747883"/>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Facilitators </a:t>
            </a:r>
          </a:p>
          <a:p>
            <a:pPr algn="ctr"/>
            <a:r>
              <a:rPr lang="en-US" sz="800" i="1">
                <a:solidFill>
                  <a:schemeClr val="tx1"/>
                </a:solidFill>
              </a:rPr>
              <a:t>”We help members interact with each other”</a:t>
            </a:r>
          </a:p>
        </p:txBody>
      </p:sp>
      <p:sp>
        <p:nvSpPr>
          <p:cNvPr id="217" name="Titre 1">
            <a:extLst>
              <a:ext uri="{FF2B5EF4-FFF2-40B4-BE49-F238E27FC236}">
                <a16:creationId xmlns:a16="http://schemas.microsoft.com/office/drawing/2014/main" id="{2551ADE9-39AD-4FBE-A8DB-62C155F9EBF7}"/>
              </a:ext>
            </a:extLst>
          </p:cNvPr>
          <p:cNvSpPr>
            <a:spLocks noGrp="1"/>
          </p:cNvSpPr>
          <p:nvPr>
            <p:ph type="title"/>
          </p:nvPr>
        </p:nvSpPr>
        <p:spPr>
          <a:xfrm>
            <a:off x="1115568" y="548640"/>
            <a:ext cx="10168128" cy="1179576"/>
          </a:xfrm>
        </p:spPr>
        <p:txBody>
          <a:bodyPr>
            <a:normAutofit fontScale="90000"/>
          </a:bodyPr>
          <a:lstStyle/>
          <a:p>
            <a:r>
              <a:rPr lang="en-US" dirty="0"/>
              <a:t>Another way to define roles : </a:t>
            </a:r>
            <a:br>
              <a:rPr lang="en-US" dirty="0"/>
            </a:br>
            <a:r>
              <a:rPr lang="en-US" dirty="0"/>
              <a:t>KCIs related roles</a:t>
            </a:r>
            <a:br>
              <a:rPr lang="en-US" dirty="0"/>
            </a:br>
            <a:r>
              <a:rPr lang="en-US" dirty="0"/>
              <a:t>Defining roles by KCIs families</a:t>
            </a:r>
          </a:p>
        </p:txBody>
      </p:sp>
      <p:sp>
        <p:nvSpPr>
          <p:cNvPr id="60" name="Rectangle 59">
            <a:extLst>
              <a:ext uri="{FF2B5EF4-FFF2-40B4-BE49-F238E27FC236}">
                <a16:creationId xmlns:a16="http://schemas.microsoft.com/office/drawing/2014/main" id="{284DF82C-6E6E-4B40-9559-28D4F7CF53F5}"/>
              </a:ext>
            </a:extLst>
          </p:cNvPr>
          <p:cNvSpPr/>
          <p:nvPr/>
        </p:nvSpPr>
        <p:spPr>
          <a:xfrm>
            <a:off x="4440463" y="5612906"/>
            <a:ext cx="967741" cy="727001"/>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a:t>
            </a:r>
            <a:r>
              <a:rPr lang="en-US" sz="800" b="1">
                <a:solidFill>
                  <a:schemeClr val="tx1"/>
                </a:solidFill>
              </a:rPr>
              <a:t>People Organizers</a:t>
            </a:r>
          </a:p>
          <a:p>
            <a:pPr algn="ctr"/>
            <a:r>
              <a:rPr lang="en-US" sz="800" i="1">
                <a:solidFill>
                  <a:schemeClr val="tx1"/>
                </a:solidFill>
              </a:rPr>
              <a:t>“We make  Community Roles consistent”</a:t>
            </a:r>
          </a:p>
        </p:txBody>
      </p:sp>
    </p:spTree>
    <p:extLst>
      <p:ext uri="{BB962C8B-B14F-4D97-AF65-F5344CB8AC3E}">
        <p14:creationId xmlns:p14="http://schemas.microsoft.com/office/powerpoint/2010/main" val="19967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4924" y="320302"/>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576072" y="4599894"/>
            <a:ext cx="5589058" cy="646331"/>
          </a:xfrm>
          <a:prstGeom prst="rect">
            <a:avLst/>
          </a:prstGeom>
          <a:noFill/>
        </p:spPr>
        <p:txBody>
          <a:bodyPr wrap="square" rtlCol="0">
            <a:spAutoFit/>
          </a:bodyPr>
          <a:lstStyle/>
          <a:p>
            <a:pPr algn="ctr"/>
            <a:r>
              <a:rPr lang="en-US" sz="3600" b="1" i="1" dirty="0">
                <a:solidFill>
                  <a:srgbClr val="0683AA"/>
                </a:solidFill>
              </a:rPr>
              <a:t>It's up to you to pass on</a:t>
            </a:r>
            <a:endParaRPr lang="fr-FR" sz="3600" b="1" i="1" dirty="0">
              <a:solidFill>
                <a:srgbClr val="0683AA"/>
              </a:solidFill>
            </a:endParaRPr>
          </a:p>
        </p:txBody>
      </p:sp>
      <p:sp>
        <p:nvSpPr>
          <p:cNvPr id="2" name="Titre 1">
            <a:extLst>
              <a:ext uri="{FF2B5EF4-FFF2-40B4-BE49-F238E27FC236}">
                <a16:creationId xmlns:a16="http://schemas.microsoft.com/office/drawing/2014/main" id="{B3BCC103-6B1E-4C1D-85AF-485CD6870A5E}"/>
              </a:ext>
            </a:extLst>
          </p:cNvPr>
          <p:cNvSpPr>
            <a:spLocks noGrp="1"/>
          </p:cNvSpPr>
          <p:nvPr>
            <p:ph type="ctrTitle"/>
          </p:nvPr>
        </p:nvSpPr>
        <p:spPr/>
        <p:txBody>
          <a:bodyPr/>
          <a:lstStyle/>
          <a:p>
            <a:r>
              <a:rPr lang="en-US" dirty="0"/>
              <a:t>Appendix</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192915" cy="1325563"/>
          </a:xfrm>
        </p:spPr>
        <p:txBody>
          <a:bodyPr>
            <a:normAutofit fontScale="90000"/>
          </a:bodyPr>
          <a:lstStyle/>
          <a:p>
            <a:r>
              <a:rPr lang="en-US" dirty="0"/>
              <a:t>Level 3 : Organizing Community Level Design Workshop</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verify that it corresponds to my needs and abilities. </a:t>
            </a:r>
          </a:p>
          <a:p>
            <a:pPr algn="ctr"/>
            <a:endParaRPr lang="en-US" sz="1200" dirty="0">
              <a:solidFill>
                <a:schemeClr val="tx1"/>
              </a:solidFill>
            </a:endParaRPr>
          </a:p>
          <a:p>
            <a:pPr algn="ctr"/>
            <a:r>
              <a:rPr lang="en-US" sz="1200" dirty="0">
                <a:solidFill>
                  <a:schemeClr val="tx1"/>
                </a:solidFill>
              </a:rPr>
              <a:t>Then to easily organize the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🎓Educational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Learn that Community members can be motivated by various types of rewards (not always badges, points or financial rewards !). </a:t>
            </a:r>
          </a:p>
          <a:p>
            <a:pPr marL="0" indent="0">
              <a:buFont typeface="Arial" panose="020B0604020202020204" pitchFamily="34" charset="0"/>
              <a:buNone/>
            </a:pPr>
            <a:r>
              <a:rPr lang="en-US" sz="1200" dirty="0"/>
              <a:t>Learn general culture about rewards (can be internal or external, collective, …) and about community challenges</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🎯Operational goals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Improved engagement after level system is set up</a:t>
            </a:r>
          </a:p>
          <a:p>
            <a:pPr marL="0" indent="0">
              <a:buFont typeface="Arial" panose="020B0604020202020204" pitchFamily="34" charset="0"/>
              <a:buNone/>
            </a:pPr>
            <a:r>
              <a:rPr lang="en-US" sz="1200" dirty="0"/>
              <a:t>Better visibility over Members progression</a:t>
            </a:r>
          </a:p>
          <a:p>
            <a:pPr marL="0" indent="0">
              <a:buFont typeface="Arial" panose="020B0604020202020204" pitchFamily="34" charset="0"/>
              <a:buNone/>
            </a:pPr>
            <a:r>
              <a:rPr lang="en-US" sz="1200" dirty="0"/>
              <a:t>Define a Community Path and experience</a:t>
            </a:r>
          </a:p>
          <a:p>
            <a:pPr marL="0" indent="0">
              <a:buFont typeface="Arial" panose="020B0604020202020204" pitchFamily="34" charset="0"/>
              <a:buNone/>
            </a:pPr>
            <a:endParaRPr lang="en-US"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5 participants max (for more, change the gameplay to distribute levels in small groups)</a:t>
            </a:r>
          </a:p>
          <a:p>
            <a:pPr marL="0" indent="0">
              <a:buNone/>
            </a:pPr>
            <a:r>
              <a:rPr lang="en-US" sz="1200" dirty="0"/>
              <a:t>Ideal participants must be decision makers of the Community (at least there must be one)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4125668"/>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The XYZ business community has many members who express difficulty in projecting themselves. Activities are often too easy or difficult, many are lost and have trouble finding the right fit, even though everyone recognizes that there is plenty to do.</a:t>
            </a:r>
          </a:p>
          <a:p>
            <a:pPr marL="0" indent="0">
              <a:buNone/>
            </a:pPr>
            <a:r>
              <a:rPr lang="en-US" sz="1200" dirty="0"/>
              <a:t>The XYZ community leaders decide to meet and define levels together, which help clarify the member experience and design their progression path. </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35006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92927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Details of experience at a given level</a:t>
            </a:r>
          </a:p>
          <a:p>
            <a:pPr marL="0" indent="0">
              <a:buFont typeface="Arial" panose="020B0604020202020204" pitchFamily="34" charset="0"/>
              <a:buNone/>
            </a:pPr>
            <a:r>
              <a:rPr lang="en-US" sz="1200" dirty="0"/>
              <a:t>Progression not related to levels in the Community </a:t>
            </a:r>
          </a:p>
          <a:p>
            <a:pPr marL="0" indent="0">
              <a:buFont typeface="Arial" panose="020B0604020202020204" pitchFamily="34" charset="0"/>
              <a:buNone/>
            </a:pPr>
            <a:r>
              <a:rPr lang="en-US" sz="1200" dirty="0"/>
              <a:t>Setting up the level system in real life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35006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92927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1hour min-2hours max for a session.</a:t>
            </a:r>
          </a:p>
          <a:p>
            <a:pPr marL="0" indent="0">
              <a:buFont typeface="Arial" panose="020B0604020202020204" pitchFamily="34" charset="0"/>
              <a:buNone/>
            </a:pPr>
            <a:r>
              <a:rPr lang="en-US" sz="1200" dirty="0"/>
              <a:t>Goal is to reach a testable version within 2 hours max</a:t>
            </a:r>
          </a:p>
          <a:p>
            <a:pPr marL="0" indent="0">
              <a:buFont typeface="Arial" panose="020B0604020202020204" pitchFamily="34" charset="0"/>
              <a:buNone/>
            </a:pPr>
            <a:r>
              <a:rPr lang="en-US" sz="1200"/>
              <a:t>Virtual Wall</a:t>
            </a:r>
            <a:endParaRPr lang="en-US" sz="1200" dirty="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35006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💡Ideas of complementary content</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92927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Session to define how to set up the levels</a:t>
            </a:r>
          </a:p>
        </p:txBody>
      </p:sp>
    </p:spTree>
    <p:extLst>
      <p:ext uri="{BB962C8B-B14F-4D97-AF65-F5344CB8AC3E}">
        <p14:creationId xmlns:p14="http://schemas.microsoft.com/office/powerpoint/2010/main" val="471399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192915" cy="1325563"/>
          </a:xfrm>
        </p:spPr>
        <p:txBody>
          <a:bodyPr>
            <a:normAutofit/>
          </a:bodyPr>
          <a:lstStyle/>
          <a:p>
            <a:r>
              <a:rPr lang="en-US" sz="4400" dirty="0"/>
              <a:t>🎤Pitch to copy-paste in invitations</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verify that it corresponds to my needs and abilities. </a:t>
            </a:r>
          </a:p>
          <a:p>
            <a:pPr algn="ctr"/>
            <a:endParaRPr lang="en-US" sz="1200" dirty="0">
              <a:solidFill>
                <a:schemeClr val="tx1"/>
              </a:solidFill>
            </a:endParaRPr>
          </a:p>
          <a:p>
            <a:pPr algn="ctr"/>
            <a:r>
              <a:rPr lang="en-US" sz="1200" dirty="0">
                <a:solidFill>
                  <a:schemeClr val="tx1"/>
                </a:solidFill>
              </a:rPr>
              <a:t>Then to easily organize the session</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838200" y="2019857"/>
            <a:ext cx="11166421" cy="4600240"/>
          </a:xfrm>
          <a:prstGeom prst="rect">
            <a:avLst/>
          </a:prstGeom>
          <a:solidFill>
            <a:schemeClr val="bg1"/>
          </a:solidFill>
          <a:ln>
            <a:no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🙁"I don't really feel like I'm making progress in this Community." </a:t>
            </a:r>
          </a:p>
          <a:p>
            <a:pPr marL="0" indent="0">
              <a:buNone/>
            </a:pPr>
            <a:r>
              <a:rPr lang="en-US" sz="1600" dirty="0"/>
              <a:t>😕" Sometimes we find ourselves doing things that are too easy, sometimes way too hard for where we are at.“</a:t>
            </a:r>
          </a:p>
          <a:p>
            <a:pPr marL="0" indent="0">
              <a:buNone/>
            </a:pPr>
            <a:r>
              <a:rPr lang="en-US" sz="1600" dirty="0"/>
              <a:t>😐"It's good to mix the levels for transmission, but sometimes it's counterproductive, and we haven't found the balance yet.“</a:t>
            </a:r>
          </a:p>
          <a:p>
            <a:pPr marL="0" indent="0">
              <a:buNone/>
            </a:pPr>
            <a:r>
              <a:rPr lang="en-US" sz="1600" dirty="0"/>
              <a:t>😤"There are some who got a lot of favors, some who got nothing, but it's not on merit, more on cronyism. I'm not saying we contribute for recognition, but a little justice wouldn't hurt.“</a:t>
            </a:r>
          </a:p>
          <a:p>
            <a:pPr marL="0" indent="0">
              <a:buNone/>
            </a:pPr>
            <a:r>
              <a:rPr lang="en-US" sz="1600" dirty="0"/>
              <a:t>There are many responses that can address these issues, among them, many long-lasting and successful communities that have implemented level systems. From scouting groups to sports clubs, consulting firms to religious groups to customer loyalty programs, many communities have structured progression with level systems. </a:t>
            </a:r>
          </a:p>
          <a:p>
            <a:pPr marL="0" indent="0">
              <a:buNone/>
            </a:pPr>
            <a:r>
              <a:rPr lang="en-US" sz="1600" dirty="0"/>
              <a:t>Could your community benefit from levels as well? </a:t>
            </a:r>
          </a:p>
          <a:p>
            <a:pPr marL="0" indent="0">
              <a:buNone/>
            </a:pPr>
            <a:r>
              <a:rPr lang="en-US" sz="1600" dirty="0"/>
              <a:t>And if so, how do you design them? </a:t>
            </a:r>
          </a:p>
          <a:p>
            <a:pPr marL="0" indent="0">
              <a:buNone/>
            </a:pPr>
            <a:r>
              <a:rPr lang="en-US" sz="1600" dirty="0"/>
              <a:t>What questions should be asked to make this system just right, even over the long term?  </a:t>
            </a:r>
          </a:p>
          <a:p>
            <a:pPr marL="0" indent="0">
              <a:buNone/>
            </a:pPr>
            <a:r>
              <a:rPr lang="en-US" sz="1600" dirty="0"/>
              <a:t>The Community Progression Design Workshop is a basic workshop to help you design and agree on progression within your Community. It opens up discussions, provides examples and possibilities so that you too can help your members progress.</a:t>
            </a:r>
          </a:p>
        </p:txBody>
      </p:sp>
    </p:spTree>
    <p:extLst>
      <p:ext uri="{BB962C8B-B14F-4D97-AF65-F5344CB8AC3E}">
        <p14:creationId xmlns:p14="http://schemas.microsoft.com/office/powerpoint/2010/main" val="3018593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110630" cy="1325563"/>
          </a:xfrm>
        </p:spPr>
        <p:txBody>
          <a:bodyPr>
            <a:normAutofit fontScale="90000"/>
          </a:bodyPr>
          <a:lstStyle/>
          <a:p>
            <a:r>
              <a:rPr lang="en-US" dirty="0"/>
              <a:t>Level 4 : Co-hosting of Community Level Design workshop</a:t>
            </a:r>
          </a:p>
        </p:txBody>
      </p:sp>
      <p:grpSp>
        <p:nvGrpSpPr>
          <p:cNvPr id="18" name="Groupe 17">
            <a:extLst>
              <a:ext uri="{FF2B5EF4-FFF2-40B4-BE49-F238E27FC236}">
                <a16:creationId xmlns:a16="http://schemas.microsoft.com/office/drawing/2014/main" id="{FEA878E7-D150-4A6E-8BD6-C5CD12DC290D}"/>
              </a:ext>
            </a:extLst>
          </p:cNvPr>
          <p:cNvGrpSpPr/>
          <p:nvPr/>
        </p:nvGrpSpPr>
        <p:grpSpPr>
          <a:xfrm>
            <a:off x="11042867" y="436351"/>
            <a:ext cx="997813" cy="1075614"/>
            <a:chOff x="6060465" y="3463636"/>
            <a:chExt cx="819385" cy="883274"/>
          </a:xfrm>
          <a:solidFill>
            <a:srgbClr val="ED7D31"/>
          </a:solidFill>
        </p:grpSpPr>
        <p:pic>
          <p:nvPicPr>
            <p:cNvPr id="19" name="Graphique 18" descr="Presse-papiers mixte avec un remplissage uni">
              <a:extLst>
                <a:ext uri="{FF2B5EF4-FFF2-40B4-BE49-F238E27FC236}">
                  <a16:creationId xmlns:a16="http://schemas.microsoft.com/office/drawing/2014/main" id="{7A307930-3C71-4CB0-B10D-4B31FCB6DB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20" name="Groupe 19">
              <a:extLst>
                <a:ext uri="{FF2B5EF4-FFF2-40B4-BE49-F238E27FC236}">
                  <a16:creationId xmlns:a16="http://schemas.microsoft.com/office/drawing/2014/main" id="{4891B46A-A77A-4B9E-B37A-385ECFF1CBB7}"/>
                </a:ext>
              </a:extLst>
            </p:cNvPr>
            <p:cNvGrpSpPr/>
            <p:nvPr/>
          </p:nvGrpSpPr>
          <p:grpSpPr>
            <a:xfrm>
              <a:off x="6132133" y="3463636"/>
              <a:ext cx="612923" cy="883274"/>
              <a:chOff x="6132133" y="3463636"/>
              <a:chExt cx="612923" cy="883274"/>
            </a:xfrm>
            <a:grpFill/>
          </p:grpSpPr>
          <p:pic>
            <p:nvPicPr>
              <p:cNvPr id="32" name="Graphique 31" descr="Centre d’appels avec un remplissage uni">
                <a:extLst>
                  <a:ext uri="{FF2B5EF4-FFF2-40B4-BE49-F238E27FC236}">
                    <a16:creationId xmlns:a16="http://schemas.microsoft.com/office/drawing/2014/main" id="{7E93096D-DAFE-431C-832B-7A9B2D0E6B9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33" name="Groupe 32">
                <a:extLst>
                  <a:ext uri="{FF2B5EF4-FFF2-40B4-BE49-F238E27FC236}">
                    <a16:creationId xmlns:a16="http://schemas.microsoft.com/office/drawing/2014/main" id="{1594F69A-6905-4394-A350-C327DC43E09E}"/>
                  </a:ext>
                </a:extLst>
              </p:cNvPr>
              <p:cNvGrpSpPr/>
              <p:nvPr/>
            </p:nvGrpSpPr>
            <p:grpSpPr>
              <a:xfrm flipH="1">
                <a:off x="6132133" y="3682042"/>
                <a:ext cx="611857" cy="664868"/>
                <a:chOff x="5018285" y="4055721"/>
                <a:chExt cx="696982" cy="731970"/>
              </a:xfrm>
              <a:grpFill/>
            </p:grpSpPr>
            <p:pic>
              <p:nvPicPr>
                <p:cNvPr id="34" name="Graphique 33" descr="Personne confuse avec un remplissage uni">
                  <a:extLst>
                    <a:ext uri="{FF2B5EF4-FFF2-40B4-BE49-F238E27FC236}">
                      <a16:creationId xmlns:a16="http://schemas.microsoft.com/office/drawing/2014/main" id="{8EBCEC49-234C-4615-823D-8998B74A7F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35" name="Rectangle : coins arrondis 34">
                  <a:extLst>
                    <a:ext uri="{FF2B5EF4-FFF2-40B4-BE49-F238E27FC236}">
                      <a16:creationId xmlns:a16="http://schemas.microsoft.com/office/drawing/2014/main" id="{E4178915-20AA-4969-B49F-47A5DEBA3014}"/>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1" name="Image 20">
              <a:extLst>
                <a:ext uri="{FF2B5EF4-FFF2-40B4-BE49-F238E27FC236}">
                  <a16:creationId xmlns:a16="http://schemas.microsoft.com/office/drawing/2014/main" id="{8B57994B-DC57-4ADD-A8B2-934385E4E975}"/>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31" name="Graphique 30" descr="Chronomètre avec un remplissage uni">
              <a:extLst>
                <a:ext uri="{FF2B5EF4-FFF2-40B4-BE49-F238E27FC236}">
                  <a16:creationId xmlns:a16="http://schemas.microsoft.com/office/drawing/2014/main" id="{0F2D1000-C76F-4767-B6B2-0081CA164C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sp>
        <p:nvSpPr>
          <p:cNvPr id="36" name="Bulle narrative : ronde 35">
            <a:extLst>
              <a:ext uri="{FF2B5EF4-FFF2-40B4-BE49-F238E27FC236}">
                <a16:creationId xmlns:a16="http://schemas.microsoft.com/office/drawing/2014/main" id="{05194C88-BBE8-496F-A2E1-1DBD292A265D}"/>
              </a:ext>
            </a:extLst>
          </p:cNvPr>
          <p:cNvSpPr/>
          <p:nvPr/>
        </p:nvSpPr>
        <p:spPr>
          <a:xfrm>
            <a:off x="8541831" y="44134"/>
            <a:ext cx="2811969" cy="730142"/>
          </a:xfrm>
          <a:prstGeom prst="wedgeEllipseCallout">
            <a:avLst>
              <a:gd name="adj1" fmla="val 53043"/>
              <a:gd name="adj2" fmla="val 3210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be able to divide the tasks easily</a:t>
            </a:r>
            <a:endParaRPr lang="fr-FR" sz="1200" dirty="0">
              <a:solidFill>
                <a:schemeClr val="tx1"/>
              </a:solidFill>
            </a:endParaRPr>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2941568213"/>
              </p:ext>
            </p:extLst>
          </p:nvPr>
        </p:nvGraphicFramePr>
        <p:xfrm>
          <a:off x="838200" y="2345604"/>
          <a:ext cx="9296376" cy="445284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Co-host</a:t>
                      </a:r>
                    </a:p>
                  </a:txBody>
                  <a:tcPr>
                    <a:solidFill>
                      <a:srgbClr val="0683AA"/>
                    </a:solidFill>
                  </a:tcPr>
                </a:tc>
                <a:tc>
                  <a:txBody>
                    <a:bodyPr/>
                    <a:lstStyle/>
                    <a:p>
                      <a:pPr algn="ctr"/>
                      <a:r>
                        <a:rPr lang="fr-FR" sz="1200" noProof="0" dirty="0"/>
                        <a:t>Niv 5</a:t>
                      </a:r>
                    </a:p>
                    <a:p>
                      <a:pPr algn="ctr"/>
                      <a:r>
                        <a:rPr lang="fr-FR" sz="1200" noProof="0" dirty="0"/>
                        <a:t>Lead Host</a:t>
                      </a:r>
                    </a:p>
                  </a:txBody>
                  <a:tcPr>
                    <a:solidFill>
                      <a:srgbClr val="0683AA"/>
                    </a:solidFill>
                  </a:tcPr>
                </a:tc>
                <a:extLst>
                  <a:ext uri="{0D108BD9-81ED-4DB2-BD59-A6C34878D82A}">
                    <a16:rowId xmlns:a16="http://schemas.microsoft.com/office/drawing/2014/main" val="1531808552"/>
                  </a:ext>
                </a:extLst>
              </a:tr>
              <a:tr h="208025">
                <a:tc>
                  <a:txBody>
                    <a:bodyPr/>
                    <a:lstStyle/>
                    <a:p>
                      <a:r>
                        <a:rPr lang="en-US" sz="1000" noProof="0"/>
                        <a:t>Intro - Home - Opening</a:t>
                      </a:r>
                    </a:p>
                  </a:txBody>
                  <a:tcPr>
                    <a:solidFill>
                      <a:srgbClr val="0683AA"/>
                    </a:solidFill>
                  </a:tcPr>
                </a:tc>
                <a:tc>
                  <a:txBody>
                    <a:bodyPr/>
                    <a:lstStyle/>
                    <a:p>
                      <a:pPr algn="ctr"/>
                      <a:endParaRPr lang="en-US" sz="1000" noProof="0"/>
                    </a:p>
                  </a:txBody>
                  <a:tcPr/>
                </a:tc>
                <a:tc>
                  <a:txBody>
                    <a:bodyPr/>
                    <a:lstStyle/>
                    <a:p>
                      <a:pPr algn="ctr"/>
                      <a:r>
                        <a:rPr lang="en-US" sz="1000" noProof="0"/>
                        <a:t>X</a:t>
                      </a:r>
                    </a:p>
                  </a:txBody>
                  <a:tcPr/>
                </a:tc>
                <a:extLst>
                  <a:ext uri="{0D108BD9-81ED-4DB2-BD59-A6C34878D82A}">
                    <a16:rowId xmlns:a16="http://schemas.microsoft.com/office/drawing/2014/main" val="3466427935"/>
                  </a:ext>
                </a:extLst>
              </a:tr>
              <a:tr h="208025">
                <a:tc>
                  <a:txBody>
                    <a:bodyPr/>
                    <a:lstStyle/>
                    <a:p>
                      <a:r>
                        <a:rPr lang="en-US" sz="1000" noProof="0"/>
                        <a:t>Presentation of the event hosting the #OpenSeriousGame</a:t>
                      </a:r>
                    </a:p>
                  </a:txBody>
                  <a:tcPr>
                    <a:solidFill>
                      <a:srgbClr val="0683AA"/>
                    </a:solidFill>
                  </a:tcPr>
                </a:tc>
                <a:tc>
                  <a:txBody>
                    <a:bodyPr/>
                    <a:lstStyle/>
                    <a:p>
                      <a:pPr algn="ctr"/>
                      <a:r>
                        <a:rPr lang="en-US" sz="1000" noProof="0"/>
                        <a:t>x</a:t>
                      </a:r>
                    </a:p>
                  </a:txBody>
                  <a:tcPr/>
                </a:tc>
                <a:tc>
                  <a:txBody>
                    <a:bodyPr/>
                    <a:lstStyle/>
                    <a:p>
                      <a:pPr algn="ctr"/>
                      <a:endParaRPr lang="en-US" sz="1000" noProof="0"/>
                    </a:p>
                  </a:txBody>
                  <a:tcPr/>
                </a:tc>
                <a:extLst>
                  <a:ext uri="{0D108BD9-81ED-4DB2-BD59-A6C34878D82A}">
                    <a16:rowId xmlns:a16="http://schemas.microsoft.com/office/drawing/2014/main" val="61588632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a:t>Presentation of the interest (educational or operational objectives of the game)</a:t>
                      </a:r>
                    </a:p>
                  </a:txBody>
                  <a:tcPr>
                    <a:solidFill>
                      <a:srgbClr val="0683AA"/>
                    </a:solidFill>
                  </a:tcPr>
                </a:tc>
                <a:tc>
                  <a:txBody>
                    <a:bodyPr/>
                    <a:lstStyle/>
                    <a:p>
                      <a:pPr algn="ctr"/>
                      <a:r>
                        <a:rPr lang="en-US" sz="1000" noProof="0"/>
                        <a:t>x</a:t>
                      </a:r>
                    </a:p>
                  </a:txBody>
                  <a:tcPr/>
                </a:tc>
                <a:tc>
                  <a:txBody>
                    <a:bodyPr/>
                    <a:lstStyle/>
                    <a:p>
                      <a:pPr algn="ctr"/>
                      <a:endParaRPr lang="en-US" sz="1000" noProof="0"/>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a:t>Presentation of the rules of the game</a:t>
                      </a:r>
                    </a:p>
                  </a:txBody>
                  <a:tcPr>
                    <a:solidFill>
                      <a:srgbClr val="0683AA"/>
                    </a:solidFill>
                  </a:tcPr>
                </a:tc>
                <a:tc>
                  <a:txBody>
                    <a:bodyPr/>
                    <a:lstStyle/>
                    <a:p>
                      <a:pPr algn="ctr"/>
                      <a:endParaRPr lang="en-US" sz="1000" noProof="0"/>
                    </a:p>
                  </a:txBody>
                  <a:tcPr/>
                </a:tc>
                <a:tc>
                  <a:txBody>
                    <a:bodyPr/>
                    <a:lstStyle/>
                    <a:p>
                      <a:pPr algn="ctr"/>
                      <a:r>
                        <a:rPr lang="en-US" sz="1000" noProof="0"/>
                        <a:t>X</a:t>
                      </a:r>
                    </a:p>
                  </a:txBody>
                  <a:tcPr/>
                </a:tc>
                <a:extLst>
                  <a:ext uri="{0D108BD9-81ED-4DB2-BD59-A6C34878D82A}">
                    <a16:rowId xmlns:a16="http://schemas.microsoft.com/office/drawing/2014/main" val="1881446753"/>
                  </a:ext>
                </a:extLst>
              </a:tr>
              <a:tr h="208025">
                <a:tc>
                  <a:txBody>
                    <a:bodyPr/>
                    <a:lstStyle/>
                    <a:p>
                      <a:r>
                        <a:rPr lang="en-US" sz="1000" noProof="0"/>
                        <a:t>Facilitating Game Part I</a:t>
                      </a:r>
                    </a:p>
                  </a:txBody>
                  <a:tcPr>
                    <a:solidFill>
                      <a:srgbClr val="0683AA"/>
                    </a:solidFill>
                  </a:tcPr>
                </a:tc>
                <a:tc>
                  <a:txBody>
                    <a:bodyPr/>
                    <a:lstStyle/>
                    <a:p>
                      <a:pPr algn="ctr"/>
                      <a:endParaRPr lang="en-US" sz="1000" noProof="0"/>
                    </a:p>
                  </a:txBody>
                  <a:tcPr/>
                </a:tc>
                <a:tc>
                  <a:txBody>
                    <a:bodyPr/>
                    <a:lstStyle/>
                    <a:p>
                      <a:pPr algn="ctr"/>
                      <a:r>
                        <a:rPr lang="en-US" sz="1000" noProof="0"/>
                        <a:t>X</a:t>
                      </a:r>
                    </a:p>
                  </a:txBody>
                  <a:tcPr/>
                </a:tc>
                <a:extLst>
                  <a:ext uri="{0D108BD9-81ED-4DB2-BD59-A6C34878D82A}">
                    <a16:rowId xmlns:a16="http://schemas.microsoft.com/office/drawing/2014/main" val="792998367"/>
                  </a:ext>
                </a:extLst>
              </a:tr>
              <a:tr h="208025">
                <a:tc>
                  <a:txBody>
                    <a:bodyPr/>
                    <a:lstStyle/>
                    <a:p>
                      <a:r>
                        <a:rPr lang="en-US" sz="1000" noProof="0"/>
                        <a:t>Facilitating Game Part II</a:t>
                      </a:r>
                    </a:p>
                  </a:txBody>
                  <a:tcPr>
                    <a:solidFill>
                      <a:srgbClr val="0683AA"/>
                    </a:solidFill>
                  </a:tcPr>
                </a:tc>
                <a:tc>
                  <a:txBody>
                    <a:bodyPr/>
                    <a:lstStyle/>
                    <a:p>
                      <a:pPr algn="ctr"/>
                      <a:r>
                        <a:rPr lang="en-US" sz="1000" noProof="0"/>
                        <a:t>X</a:t>
                      </a:r>
                    </a:p>
                  </a:txBody>
                  <a:tcPr/>
                </a:tc>
                <a:tc>
                  <a:txBody>
                    <a:bodyPr/>
                    <a:lstStyle/>
                    <a:p>
                      <a:pPr algn="ctr"/>
                      <a:endParaRPr lang="en-US" sz="1000" noProof="0"/>
                    </a:p>
                  </a:txBody>
                  <a:tcPr/>
                </a:tc>
                <a:extLst>
                  <a:ext uri="{0D108BD9-81ED-4DB2-BD59-A6C34878D82A}">
                    <a16:rowId xmlns:a16="http://schemas.microsoft.com/office/drawing/2014/main" val="1110937315"/>
                  </a:ext>
                </a:extLst>
              </a:tr>
              <a:tr h="208025">
                <a:tc>
                  <a:txBody>
                    <a:bodyPr/>
                    <a:lstStyle/>
                    <a:p>
                      <a:r>
                        <a:rPr lang="en-US" sz="1000" noProof="0"/>
                        <a:t>…</a:t>
                      </a:r>
                    </a:p>
                  </a:txBody>
                  <a:tcPr>
                    <a:solidFill>
                      <a:srgbClr val="0683AA"/>
                    </a:solidFill>
                  </a:tcPr>
                </a:tc>
                <a:tc>
                  <a:txBody>
                    <a:bodyPr/>
                    <a:lstStyle/>
                    <a:p>
                      <a:pPr algn="ctr"/>
                      <a:endParaRPr lang="en-US" sz="1000" noProof="0"/>
                    </a:p>
                  </a:txBody>
                  <a:tcPr/>
                </a:tc>
                <a:tc>
                  <a:txBody>
                    <a:bodyPr/>
                    <a:lstStyle/>
                    <a:p>
                      <a:pPr algn="ctr"/>
                      <a:r>
                        <a:rPr lang="en-US" sz="1000" noProof="0"/>
                        <a:t>X</a:t>
                      </a:r>
                    </a:p>
                  </a:txBody>
                  <a:tcPr/>
                </a:tc>
                <a:extLst>
                  <a:ext uri="{0D108BD9-81ED-4DB2-BD59-A6C34878D82A}">
                    <a16:rowId xmlns:a16="http://schemas.microsoft.com/office/drawing/2014/main" val="3635335861"/>
                  </a:ext>
                </a:extLst>
              </a:tr>
              <a:tr h="208025">
                <a:tc>
                  <a:txBody>
                    <a:bodyPr/>
                    <a:lstStyle/>
                    <a:p>
                      <a:endParaRPr lang="en-US" sz="1000" noProof="0"/>
                    </a:p>
                  </a:txBody>
                  <a:tcPr>
                    <a:solidFill>
                      <a:srgbClr val="0683AA"/>
                    </a:solidFill>
                  </a:tcPr>
                </a:tc>
                <a:tc>
                  <a:txBody>
                    <a:bodyPr/>
                    <a:lstStyle/>
                    <a:p>
                      <a:pPr algn="ctr"/>
                      <a:endParaRPr lang="en-US" sz="1000" noProof="0"/>
                    </a:p>
                  </a:txBody>
                  <a:tcPr/>
                </a:tc>
                <a:tc>
                  <a:txBody>
                    <a:bodyPr/>
                    <a:lstStyle/>
                    <a:p>
                      <a:pPr algn="ctr"/>
                      <a:endParaRPr lang="en-US" sz="1000" noProof="0"/>
                    </a:p>
                  </a:txBody>
                  <a:tcPr/>
                </a:tc>
                <a:extLst>
                  <a:ext uri="{0D108BD9-81ED-4DB2-BD59-A6C34878D82A}">
                    <a16:rowId xmlns:a16="http://schemas.microsoft.com/office/drawing/2014/main" val="808980427"/>
                  </a:ext>
                </a:extLst>
              </a:tr>
              <a:tr h="208025">
                <a:tc>
                  <a:txBody>
                    <a:bodyPr/>
                    <a:lstStyle/>
                    <a:p>
                      <a:r>
                        <a:rPr lang="en-US" sz="1000" noProof="0"/>
                        <a:t>Debriefing</a:t>
                      </a:r>
                    </a:p>
                  </a:txBody>
                  <a:tcPr>
                    <a:solidFill>
                      <a:srgbClr val="0683AA"/>
                    </a:solidFill>
                  </a:tcPr>
                </a:tc>
                <a:tc>
                  <a:txBody>
                    <a:bodyPr/>
                    <a:lstStyle/>
                    <a:p>
                      <a:pPr algn="ctr"/>
                      <a:endParaRPr lang="en-US" sz="1000" noProof="0"/>
                    </a:p>
                  </a:txBody>
                  <a:tcPr/>
                </a:tc>
                <a:tc>
                  <a:txBody>
                    <a:bodyPr/>
                    <a:lstStyle/>
                    <a:p>
                      <a:pPr algn="ctr"/>
                      <a:r>
                        <a:rPr lang="en-US" sz="1000" noProof="0"/>
                        <a:t>X</a:t>
                      </a:r>
                    </a:p>
                  </a:txBody>
                  <a:tcPr/>
                </a:tc>
                <a:extLst>
                  <a:ext uri="{0D108BD9-81ED-4DB2-BD59-A6C34878D82A}">
                    <a16:rowId xmlns:a16="http://schemas.microsoft.com/office/drawing/2014/main" val="2513039241"/>
                  </a:ext>
                </a:extLst>
              </a:tr>
              <a:tr h="208025">
                <a:tc>
                  <a:txBody>
                    <a:bodyPr/>
                    <a:lstStyle/>
                    <a:p>
                      <a:r>
                        <a:rPr lang="en-US" sz="1000" noProof="0"/>
                        <a:t>Closing</a:t>
                      </a:r>
                    </a:p>
                  </a:txBody>
                  <a:tcPr>
                    <a:solidFill>
                      <a:srgbClr val="0683AA"/>
                    </a:solidFill>
                  </a:tcPr>
                </a:tc>
                <a:tc>
                  <a:txBody>
                    <a:bodyPr/>
                    <a:lstStyle/>
                    <a:p>
                      <a:pPr algn="ctr"/>
                      <a:r>
                        <a:rPr lang="en-US" sz="1000" noProof="0"/>
                        <a:t>X</a:t>
                      </a:r>
                    </a:p>
                  </a:txBody>
                  <a:tcPr/>
                </a:tc>
                <a:tc>
                  <a:txBody>
                    <a:bodyPr/>
                    <a:lstStyle/>
                    <a:p>
                      <a:pPr algn="ctr"/>
                      <a:endParaRPr lang="en-US" sz="1000" noProof="0"/>
                    </a:p>
                  </a:txBody>
                  <a:tcPr/>
                </a:tc>
                <a:extLst>
                  <a:ext uri="{0D108BD9-81ED-4DB2-BD59-A6C34878D82A}">
                    <a16:rowId xmlns:a16="http://schemas.microsoft.com/office/drawing/2014/main" val="2460667773"/>
                  </a:ext>
                </a:extLst>
              </a:tr>
              <a:tr h="208025">
                <a:tc>
                  <a:txBody>
                    <a:bodyPr/>
                    <a:lstStyle/>
                    <a:p>
                      <a:r>
                        <a:rPr lang="en-US" sz="1000" noProof="0" dirty="0"/>
                        <a:t>Facilitation - Time management</a:t>
                      </a:r>
                    </a:p>
                  </a:txBody>
                  <a:tcPr>
                    <a:solidFill>
                      <a:srgbClr val="0683AA"/>
                    </a:solidFill>
                  </a:tcPr>
                </a:tc>
                <a:tc>
                  <a:txBody>
                    <a:bodyPr/>
                    <a:lstStyle/>
                    <a:p>
                      <a:pPr algn="ctr"/>
                      <a:r>
                        <a:rPr lang="en-US" sz="1000" noProof="0"/>
                        <a:t>X</a:t>
                      </a:r>
                    </a:p>
                  </a:txBody>
                  <a:tcPr/>
                </a:tc>
                <a:tc>
                  <a:txBody>
                    <a:bodyPr/>
                    <a:lstStyle/>
                    <a:p>
                      <a:pPr algn="ctr"/>
                      <a:endParaRPr lang="en-US" sz="1000" noProof="0"/>
                    </a:p>
                  </a:txBody>
                  <a:tcPr/>
                </a:tc>
                <a:extLst>
                  <a:ext uri="{0D108BD9-81ED-4DB2-BD59-A6C34878D82A}">
                    <a16:rowId xmlns:a16="http://schemas.microsoft.com/office/drawing/2014/main" val="3978756449"/>
                  </a:ext>
                </a:extLst>
              </a:tr>
              <a:tr h="208025">
                <a:tc>
                  <a:txBody>
                    <a:bodyPr/>
                    <a:lstStyle/>
                    <a:p>
                      <a:r>
                        <a:rPr lang="en-US" sz="1000" noProof="0" dirty="0"/>
                        <a:t>Facilitation - Note taking</a:t>
                      </a:r>
                    </a:p>
                  </a:txBody>
                  <a:tcPr>
                    <a:solidFill>
                      <a:srgbClr val="0683AA"/>
                    </a:solidFill>
                  </a:tcPr>
                </a:tc>
                <a:tc>
                  <a:txBody>
                    <a:bodyPr/>
                    <a:lstStyle/>
                    <a:p>
                      <a:pPr algn="ctr"/>
                      <a:endParaRPr lang="en-US" sz="1000" noProof="0"/>
                    </a:p>
                  </a:txBody>
                  <a:tcPr/>
                </a:tc>
                <a:tc>
                  <a:txBody>
                    <a:bodyPr/>
                    <a:lstStyle/>
                    <a:p>
                      <a:pPr algn="ctr"/>
                      <a:endParaRPr lang="en-US" sz="1000" noProof="0"/>
                    </a:p>
                  </a:txBody>
                  <a:tcPr/>
                </a:tc>
                <a:extLst>
                  <a:ext uri="{0D108BD9-81ED-4DB2-BD59-A6C34878D82A}">
                    <a16:rowId xmlns:a16="http://schemas.microsoft.com/office/drawing/2014/main" val="2030757097"/>
                  </a:ext>
                </a:extLst>
              </a:tr>
              <a:tr h="208025">
                <a:tc>
                  <a:txBody>
                    <a:bodyPr/>
                    <a:lstStyle/>
                    <a:p>
                      <a:r>
                        <a:rPr lang="en-US" sz="1000" noProof="0" dirty="0"/>
                        <a:t>Facilitation - Arrival / departure management</a:t>
                      </a:r>
                    </a:p>
                  </a:txBody>
                  <a:tcPr>
                    <a:solidFill>
                      <a:srgbClr val="0683AA"/>
                    </a:solidFill>
                  </a:tcPr>
                </a:tc>
                <a:tc>
                  <a:txBody>
                    <a:bodyPr/>
                    <a:lstStyle/>
                    <a:p>
                      <a:pPr algn="ctr"/>
                      <a:r>
                        <a:rPr lang="en-US" sz="1000" noProof="0"/>
                        <a:t>X</a:t>
                      </a:r>
                    </a:p>
                  </a:txBody>
                  <a:tcPr/>
                </a:tc>
                <a:tc>
                  <a:txBody>
                    <a:bodyPr/>
                    <a:lstStyle/>
                    <a:p>
                      <a:pPr algn="ctr"/>
                      <a:endParaRPr lang="en-US" sz="1000" noProof="0"/>
                    </a:p>
                  </a:txBody>
                  <a:tcPr/>
                </a:tc>
                <a:extLst>
                  <a:ext uri="{0D108BD9-81ED-4DB2-BD59-A6C34878D82A}">
                    <a16:rowId xmlns:a16="http://schemas.microsoft.com/office/drawing/2014/main" val="3549685355"/>
                  </a:ext>
                </a:extLst>
              </a:tr>
              <a:tr h="208025">
                <a:tc>
                  <a:txBody>
                    <a:bodyPr/>
                    <a:lstStyle/>
                    <a:p>
                      <a:r>
                        <a:rPr lang="en-US" sz="1000" noProof="0" dirty="0"/>
                        <a:t>Facilitation - Question Management</a:t>
                      </a:r>
                    </a:p>
                  </a:txBody>
                  <a:tcPr>
                    <a:solidFill>
                      <a:srgbClr val="0683AA"/>
                    </a:solidFill>
                  </a:tcPr>
                </a:tc>
                <a:tc>
                  <a:txBody>
                    <a:bodyPr/>
                    <a:lstStyle/>
                    <a:p>
                      <a:pPr algn="ctr"/>
                      <a:r>
                        <a:rPr lang="en-US" sz="1000" noProof="0"/>
                        <a:t>X</a:t>
                      </a:r>
                    </a:p>
                  </a:txBody>
                  <a:tcPr/>
                </a:tc>
                <a:tc>
                  <a:txBody>
                    <a:bodyPr/>
                    <a:lstStyle/>
                    <a:p>
                      <a:pPr algn="ctr"/>
                      <a:r>
                        <a:rPr lang="en-US" sz="1000" noProof="0"/>
                        <a:t>X</a:t>
                      </a:r>
                    </a:p>
                  </a:txBody>
                  <a:tcPr/>
                </a:tc>
                <a:extLst>
                  <a:ext uri="{0D108BD9-81ED-4DB2-BD59-A6C34878D82A}">
                    <a16:rowId xmlns:a16="http://schemas.microsoft.com/office/drawing/2014/main" val="3808332777"/>
                  </a:ext>
                </a:extLst>
              </a:tr>
              <a:tr h="208025">
                <a:tc>
                  <a:txBody>
                    <a:bodyPr/>
                    <a:lstStyle/>
                    <a:p>
                      <a:r>
                        <a:rPr lang="en-US" sz="1000" noProof="0" dirty="0"/>
                        <a:t>Facilitation – Tool Management</a:t>
                      </a:r>
                    </a:p>
                  </a:txBody>
                  <a:tcPr>
                    <a:solidFill>
                      <a:srgbClr val="0683AA"/>
                    </a:solidFill>
                  </a:tcPr>
                </a:tc>
                <a:tc>
                  <a:txBody>
                    <a:bodyPr/>
                    <a:lstStyle/>
                    <a:p>
                      <a:pPr algn="ctr"/>
                      <a:r>
                        <a:rPr lang="en-US" sz="1000" noProof="0"/>
                        <a:t>X</a:t>
                      </a:r>
                    </a:p>
                  </a:txBody>
                  <a:tcPr/>
                </a:tc>
                <a:tc>
                  <a:txBody>
                    <a:bodyPr/>
                    <a:lstStyle/>
                    <a:p>
                      <a:pPr algn="ctr"/>
                      <a:endParaRPr lang="en-US" sz="1000" noProof="0"/>
                    </a:p>
                  </a:txBody>
                  <a:tcPr/>
                </a:tc>
                <a:extLst>
                  <a:ext uri="{0D108BD9-81ED-4DB2-BD59-A6C34878D82A}">
                    <a16:rowId xmlns:a16="http://schemas.microsoft.com/office/drawing/2014/main" val="2963018515"/>
                  </a:ext>
                </a:extLst>
              </a:tr>
              <a:tr h="208025">
                <a:tc>
                  <a:txBody>
                    <a:bodyPr/>
                    <a:lstStyle/>
                    <a:p>
                      <a:r>
                        <a:rPr lang="en-US" sz="1000" noProof="0"/>
                        <a:t>…</a:t>
                      </a:r>
                    </a:p>
                  </a:txBody>
                  <a:tcPr>
                    <a:solidFill>
                      <a:srgbClr val="0683AA"/>
                    </a:solidFill>
                  </a:tcPr>
                </a:tc>
                <a:tc>
                  <a:txBody>
                    <a:bodyPr/>
                    <a:lstStyle/>
                    <a:p>
                      <a:pPr algn="ctr"/>
                      <a:endParaRPr lang="en-US" sz="1000" noProof="0"/>
                    </a:p>
                  </a:txBody>
                  <a:tcPr/>
                </a:tc>
                <a:tc>
                  <a:txBody>
                    <a:bodyPr/>
                    <a:lstStyle/>
                    <a:p>
                      <a:pPr algn="ctr"/>
                      <a:endParaRPr lang="en-US" sz="1000" noProof="0" dirty="0"/>
                    </a:p>
                  </a:txBody>
                  <a:tcPr/>
                </a:tc>
                <a:extLst>
                  <a:ext uri="{0D108BD9-81ED-4DB2-BD59-A6C34878D82A}">
                    <a16:rowId xmlns:a16="http://schemas.microsoft.com/office/drawing/2014/main" val="1291689408"/>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299447" cy="1325563"/>
          </a:xfrm>
        </p:spPr>
        <p:txBody>
          <a:bodyPr>
            <a:normAutofit fontScale="90000"/>
          </a:bodyPr>
          <a:lstStyle/>
          <a:p>
            <a:r>
              <a:rPr lang="en-US" dirty="0"/>
              <a:t>Level 5 : Hosting Community Level Design Workshop</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634142"/>
          </a:xfrm>
          <a:prstGeom prst="wedgeEllipseCallout">
            <a:avLst>
              <a:gd name="adj1" fmla="val 43113"/>
              <a:gd name="adj2" fmla="val 72065"/>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Tips to host the event</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4099264"/>
          </a:xfrm>
        </p:spPr>
        <p:txBody>
          <a:bodyPr/>
          <a:lstStyle/>
          <a:p>
            <a:r>
              <a:rPr lang="en-US" sz="1400" dirty="0"/>
              <a:t>Do not take part in decisions, but be there to warn participants about : </a:t>
            </a:r>
          </a:p>
          <a:p>
            <a:pPr marL="285750" indent="-285750">
              <a:buFont typeface="Arial" panose="020B0604020202020204" pitchFamily="34" charset="0"/>
              <a:buChar char="•"/>
            </a:pPr>
            <a:r>
              <a:rPr lang="en-US" sz="1400" dirty="0"/>
              <a:t>Dangers of multiplying external rewards on motivation of members</a:t>
            </a:r>
          </a:p>
          <a:p>
            <a:pPr marL="285750" indent="-285750">
              <a:buFont typeface="Arial" panose="020B0604020202020204" pitchFamily="34" charset="0"/>
              <a:buChar char="•"/>
            </a:pPr>
            <a:r>
              <a:rPr lang="en-US" sz="1400" dirty="0"/>
              <a:t>Risk when revealing all the rewards (trigger reward-driven behavior instead of Community contribution behavior)</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fontScale="92500"/>
          </a:bodyPr>
          <a:lstStyle/>
          <a:p>
            <a:r>
              <a:rPr lang="en-US" sz="1400" dirty="0"/>
              <a:t>⚖️Posture and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4099264"/>
          </a:xfrm>
        </p:spPr>
        <p:txBody>
          <a:bodyPr/>
          <a:lstStyle/>
          <a:p>
            <a:r>
              <a:rPr lang="en-US" sz="1100" dirty="0"/>
              <a:t>It is recommended to put easy levels to pass at the beginning, and to make sure that the higher the levels, the harder it becomes to climb. </a:t>
            </a:r>
          </a:p>
          <a:p>
            <a:r>
              <a:rPr lang="en-US" sz="1100" dirty="0"/>
              <a:t>The idea of levels within the Community and rewards may be ethically challenged by participants who are more egalitarian in their view of the community experience. It is recommended in this case to:</a:t>
            </a:r>
          </a:p>
          <a:p>
            <a:pPr marL="171450" indent="-171450">
              <a:buFont typeface="Arial" panose="020B0604020202020204" pitchFamily="34" charset="0"/>
              <a:buChar char="•"/>
            </a:pPr>
            <a:r>
              <a:rPr lang="en-US" sz="1100" dirty="0"/>
              <a:t>Design fewer levels to separate members less.</a:t>
            </a:r>
          </a:p>
          <a:p>
            <a:pPr marL="171450" indent="-171450">
              <a:buFont typeface="Arial" panose="020B0604020202020204" pitchFamily="34" charset="0"/>
              <a:buChar char="•"/>
            </a:pPr>
            <a:r>
              <a:rPr lang="en-US" sz="1100" dirty="0"/>
              <a:t>Use levels primarily to help integration into the community.  </a:t>
            </a:r>
          </a:p>
          <a:p>
            <a:pPr marL="171450" indent="-171450">
              <a:buFont typeface="Arial" panose="020B0604020202020204" pitchFamily="34" charset="0"/>
              <a:buChar char="•"/>
            </a:pPr>
            <a:r>
              <a:rPr lang="en-US" sz="1100" dirty="0"/>
              <a:t>Avoid some forms of rewards</a:t>
            </a:r>
          </a:p>
          <a:p>
            <a:pPr marL="171450" indent="-171450">
              <a:buFont typeface="Arial" panose="020B0604020202020204" pitchFamily="34" charset="0"/>
              <a:buChar char="•"/>
            </a:pPr>
            <a:r>
              <a:rPr lang="en-US" sz="1100" dirty="0"/>
              <a:t>Keep symbolic rewards for achievements and focus on challenge levels.</a:t>
            </a:r>
          </a:p>
          <a:p>
            <a:r>
              <a:rPr lang="en-US" sz="1100" dirty="0"/>
              <a:t>Levels can represent the level of challenge and difficulty, and they should NEVER represent the internal value of people. </a:t>
            </a:r>
          </a:p>
          <a:p>
            <a:r>
              <a:rPr lang="en-US" sz="1100" dirty="0"/>
              <a:t>Sometimes it is easier to start with the first level (newcomer) and wonder how the story is going from there.</a:t>
            </a:r>
          </a:p>
          <a:p>
            <a:r>
              <a:rPr lang="en-US" sz="1100" dirty="0"/>
              <a:t>False progression can be disastrous, so make sense of it and structure the levels around a really significant factor in your Community (e.g., skill in a discipline) before adding variations.</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dirty="0"/>
              <a:t>👨‍🏫Facilitation tips and tricks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4099264"/>
          </a:xfrm>
        </p:spPr>
        <p:txBody>
          <a:bodyPr/>
          <a:lstStyle/>
          <a:p>
            <a:r>
              <a:rPr lang="en-US" sz="1400" dirty="0"/>
              <a:t>What level do you want to implement first ?</a:t>
            </a:r>
          </a:p>
          <a:p>
            <a:r>
              <a:rPr lang="en-US" sz="1400" dirty="0"/>
              <a:t>How will you communicate the Community levels to all the members ? </a:t>
            </a:r>
          </a:p>
          <a:p>
            <a:r>
              <a:rPr lang="en-US" sz="1400" dirty="0"/>
              <a:t>Who will maintain this Community Level Design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dirty="0"/>
              <a:t>🙋Debriefing</a:t>
            </a:r>
          </a:p>
        </p:txBody>
      </p:sp>
    </p:spTree>
    <p:extLst>
      <p:ext uri="{BB962C8B-B14F-4D97-AF65-F5344CB8AC3E}">
        <p14:creationId xmlns:p14="http://schemas.microsoft.com/office/powerpoint/2010/main" val="427037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311501" cy="1325563"/>
          </a:xfrm>
        </p:spPr>
        <p:txBody>
          <a:bodyPr>
            <a:normAutofit fontScale="90000"/>
          </a:bodyPr>
          <a:lstStyle/>
          <a:p>
            <a:r>
              <a:rPr lang="en-US" dirty="0"/>
              <a:t>Level 6 : Adapting Community Level Design Workshop</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809540"/>
          </a:xfrm>
          <a:prstGeom prst="wedgeEllipseCallout">
            <a:avLst>
              <a:gd name="adj1" fmla="val 55741"/>
              <a:gd name="adj2" fmla="val 84012"/>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easily adapt the workshop and create variations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489534601"/>
              </p:ext>
            </p:extLst>
          </p:nvPr>
        </p:nvGraphicFramePr>
        <p:xfrm>
          <a:off x="6961023" y="1821540"/>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en-US" sz="1200" noProof="0"/>
                        <a:t>Ideas for variations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en-US" sz="1200" b="1" kern="1200" noProof="0">
                          <a:solidFill>
                            <a:schemeClr val="lt1"/>
                          </a:solidFill>
                          <a:latin typeface="+mn-lt"/>
                          <a:ea typeface="+mn-ea"/>
                          <a:cs typeface="+mn-cs"/>
                        </a:rPr>
                        <a:t>Title of the variation or extension</a:t>
                      </a:r>
                    </a:p>
                  </a:txBody>
                  <a:tcPr>
                    <a:solidFill>
                      <a:srgbClr val="0683AA"/>
                    </a:solidFill>
                  </a:tcPr>
                </a:tc>
                <a:tc>
                  <a:txBody>
                    <a:bodyPr/>
                    <a:lstStyle/>
                    <a:p>
                      <a:pPr marL="0" algn="l" defTabSz="914400" rtl="0" eaLnBrk="1" latinLnBrk="0" hangingPunct="1"/>
                      <a:r>
                        <a:rPr lang="en-US" sz="1200" b="1" kern="1200" noProof="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en-US" sz="1100" noProof="0" dirty="0">
                          <a:solidFill>
                            <a:srgbClr val="000000"/>
                          </a:solidFill>
                          <a:cs typeface="Calibri"/>
                        </a:rPr>
                        <a:t>Include Subcommunities</a:t>
                      </a:r>
                      <a:endParaRPr lang="en-US" sz="1100" noProof="0" dirty="0"/>
                    </a:p>
                  </a:txBody>
                  <a:tcPr/>
                </a:tc>
                <a:tc>
                  <a:txBody>
                    <a:bodyPr/>
                    <a:lstStyle/>
                    <a:p>
                      <a:r>
                        <a:rPr lang="en-US" sz="1100" noProof="0" dirty="0"/>
                        <a:t>You can design levels for the main community, and “branch” the tree to levels in subcommunities.</a:t>
                      </a:r>
                    </a:p>
                  </a:txBody>
                  <a:tcPr/>
                </a:tc>
                <a:extLst>
                  <a:ext uri="{0D108BD9-81ED-4DB2-BD59-A6C34878D82A}">
                    <a16:rowId xmlns:a16="http://schemas.microsoft.com/office/drawing/2014/main" val="4249539521"/>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1824107877"/>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035027814"/>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22548462"/>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131353005"/>
              </p:ext>
            </p:extLst>
          </p:nvPr>
        </p:nvGraphicFramePr>
        <p:xfrm>
          <a:off x="362762" y="1821540"/>
          <a:ext cx="6191648" cy="23977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en-US" sz="1200" noProof="0"/>
                        <a:t>Version History</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en-US" sz="1200" b="1" kern="1200" noProof="0">
                          <a:solidFill>
                            <a:schemeClr val="lt1"/>
                          </a:solidFill>
                          <a:latin typeface="+mn-lt"/>
                          <a:ea typeface="+mn-ea"/>
                          <a:cs typeface="+mn-cs"/>
                        </a:rPr>
                        <a:t>Version </a:t>
                      </a:r>
                    </a:p>
                  </a:txBody>
                  <a:tcPr>
                    <a:solidFill>
                      <a:srgbClr val="ED7D31"/>
                    </a:solidFill>
                  </a:tcPr>
                </a:tc>
                <a:tc>
                  <a:txBody>
                    <a:bodyPr/>
                    <a:lstStyle/>
                    <a:p>
                      <a:r>
                        <a:rPr lang="en-US" sz="1200" b="1" kern="1200" noProof="0">
                          <a:solidFill>
                            <a:schemeClr val="lt1"/>
                          </a:solidFill>
                          <a:latin typeface="+mn-lt"/>
                          <a:ea typeface="+mn-ea"/>
                          <a:cs typeface="+mn-cs"/>
                        </a:rPr>
                        <a:t>Contributors</a:t>
                      </a:r>
                    </a:p>
                  </a:txBody>
                  <a:tcPr>
                    <a:solidFill>
                      <a:srgbClr val="ED7D31"/>
                    </a:solidFill>
                  </a:tcPr>
                </a:tc>
                <a:tc>
                  <a:txBody>
                    <a:bodyPr/>
                    <a:lstStyle/>
                    <a:p>
                      <a:r>
                        <a:rPr lang="en-US" sz="1200" b="1" kern="1200" noProof="0">
                          <a:solidFill>
                            <a:schemeClr val="lt1"/>
                          </a:solidFill>
                          <a:latin typeface="+mn-lt"/>
                          <a:ea typeface="+mn-ea"/>
                          <a:cs typeface="+mn-cs"/>
                        </a:rPr>
                        <a:t>Licence</a:t>
                      </a:r>
                    </a:p>
                  </a:txBody>
                  <a:tcPr>
                    <a:solidFill>
                      <a:srgbClr val="ED7D31"/>
                    </a:solidFill>
                  </a:tcPr>
                </a:tc>
                <a:tc>
                  <a:txBody>
                    <a:bodyPr/>
                    <a:lstStyle/>
                    <a:p>
                      <a:r>
                        <a:rPr lang="en-US" sz="1200" b="1" kern="1200" noProof="0">
                          <a:solidFill>
                            <a:schemeClr val="lt1"/>
                          </a:solidFill>
                          <a:latin typeface="+mn-lt"/>
                          <a:ea typeface="+mn-ea"/>
                          <a:cs typeface="+mn-cs"/>
                        </a:rPr>
                        <a:t>Comments</a:t>
                      </a:r>
                    </a:p>
                  </a:txBody>
                  <a:tcPr>
                    <a:solidFill>
                      <a:srgbClr val="ED7D31"/>
                    </a:solidFill>
                  </a:tcPr>
                </a:tc>
                <a:extLst>
                  <a:ext uri="{0D108BD9-81ED-4DB2-BD59-A6C34878D82A}">
                    <a16:rowId xmlns:a16="http://schemas.microsoft.com/office/drawing/2014/main" val="748113296"/>
                  </a:ext>
                </a:extLst>
              </a:tr>
              <a:tr h="370840">
                <a:tc>
                  <a:txBody>
                    <a:bodyPr/>
                    <a:lstStyle/>
                    <a:p>
                      <a:r>
                        <a:rPr lang="en-US" sz="1200" noProof="0"/>
                        <a:t>1.0</a:t>
                      </a:r>
                    </a:p>
                  </a:txBody>
                  <a:tcPr/>
                </a:tc>
                <a:tc>
                  <a:txBody>
                    <a:bodyPr/>
                    <a:lstStyle/>
                    <a:p>
                      <a:r>
                        <a:rPr lang="en-US" sz="1200" noProof="0" dirty="0"/>
                        <a:t>Alexandre QUACH</a:t>
                      </a:r>
                    </a:p>
                  </a:txBody>
                  <a:tcPr/>
                </a:tc>
                <a:tc>
                  <a:txBody>
                    <a:bodyPr/>
                    <a:lstStyle/>
                    <a:p>
                      <a:r>
                        <a:rPr lang="en-US" sz="1200" noProof="0" dirty="0"/>
                        <a:t>CC-BY-4.0</a:t>
                      </a:r>
                    </a:p>
                  </a:txBody>
                  <a:tcPr/>
                </a:tc>
                <a:tc>
                  <a:txBody>
                    <a:bodyPr/>
                    <a:lstStyle/>
                    <a:p>
                      <a:r>
                        <a:rPr lang="en-US" sz="1200" noProof="0" dirty="0"/>
                        <a:t>First version</a:t>
                      </a:r>
                    </a:p>
                  </a:txBody>
                  <a:tcPr/>
                </a:tc>
                <a:extLst>
                  <a:ext uri="{0D108BD9-81ED-4DB2-BD59-A6C34878D82A}">
                    <a16:rowId xmlns:a16="http://schemas.microsoft.com/office/drawing/2014/main" val="233750057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56534786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a:p>
                  </a:txBody>
                  <a:tcPr/>
                </a:tc>
                <a:extLst>
                  <a:ext uri="{0D108BD9-81ED-4DB2-BD59-A6C34878D82A}">
                    <a16:rowId xmlns:a16="http://schemas.microsoft.com/office/drawing/2014/main" val="26495474"/>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3845</TotalTime>
  <Words>4011</Words>
  <Application>Microsoft Office PowerPoint</Application>
  <PresentationFormat>Grand écran</PresentationFormat>
  <Paragraphs>607</Paragraphs>
  <Slides>31</Slides>
  <Notes>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31</vt:i4>
      </vt:variant>
    </vt:vector>
  </HeadingPairs>
  <TitlesOfParts>
    <vt:vector size="35" baseType="lpstr">
      <vt:lpstr>Arial</vt:lpstr>
      <vt:lpstr>Avenir Next LT Pro</vt:lpstr>
      <vt:lpstr>Calibri</vt:lpstr>
      <vt:lpstr>AccentBoxVTI</vt:lpstr>
      <vt:lpstr> W5 Community  Level Design  Workshop</vt:lpstr>
      <vt:lpstr>Level 1 : Community Level Design Workshop in a Nutshell</vt:lpstr>
      <vt:lpstr>Inspiration : Communities with levels</vt:lpstr>
      <vt:lpstr>Examples for Inspiration Example :  Levels in Scout Groups</vt:lpstr>
      <vt:lpstr>Examples for Inspiration Example :  Levels in a Consulting Company</vt:lpstr>
      <vt:lpstr>Examples for Inspiration Example :  Levels in #OpenSeriousGame Movement</vt:lpstr>
      <vt:lpstr>Examples for Inspiration Example :  Levels in Sports Club</vt:lpstr>
      <vt:lpstr>Your Turn</vt:lpstr>
      <vt:lpstr>Level Design Workshop</vt:lpstr>
      <vt:lpstr>Level 2 : How Community Level Design Workshop is conducted</vt:lpstr>
      <vt:lpstr>Community level Design Example of workshop results</vt:lpstr>
      <vt:lpstr>Community level Design Visual step by Step</vt:lpstr>
      <vt:lpstr>Using the workshop results</vt:lpstr>
      <vt:lpstr>Questions to ask yourself on rewards</vt:lpstr>
      <vt:lpstr>Questions to ask yourself on growth challenges</vt:lpstr>
      <vt:lpstr>From one Path to many paths</vt:lpstr>
      <vt:lpstr>Multiplayer level design</vt:lpstr>
      <vt:lpstr>Workshop resources</vt:lpstr>
      <vt:lpstr>Usual progression paths</vt:lpstr>
      <vt:lpstr>Optional preparatory workshop :  Pre-define level rewards based on members motivations.  Ideas for Community rewards</vt:lpstr>
      <vt:lpstr>Examples of challenges &amp; activities</vt:lpstr>
      <vt:lpstr>Examples of basic (usually entry level) Community Roles</vt:lpstr>
      <vt:lpstr>Examples of intermediary (usually mid level) Community Roles</vt:lpstr>
      <vt:lpstr>Examples of advanced (usually high level) Community Roles</vt:lpstr>
      <vt:lpstr>Another way to define roles :  KCIs related roles Defining roles by KCIs families</vt:lpstr>
      <vt:lpstr>Appendix</vt:lpstr>
      <vt:lpstr>Level 3 : Organizing Community Level Design Workshop</vt:lpstr>
      <vt:lpstr>🎤Pitch to copy-paste in invitations</vt:lpstr>
      <vt:lpstr>Level 4 : Co-hosting of Community Level Design workshop</vt:lpstr>
      <vt:lpstr>Level 5 : Hosting Community Level Design Workshop</vt:lpstr>
      <vt:lpstr>Level 6 : Adapting Community Level Design Workshop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3</cp:revision>
  <dcterms:created xsi:type="dcterms:W3CDTF">2020-12-16T10:05:09Z</dcterms:created>
  <dcterms:modified xsi:type="dcterms:W3CDTF">2022-03-25T10:20:02Z</dcterms:modified>
</cp:coreProperties>
</file>