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362" r:id="rId3"/>
    <p:sldId id="363" r:id="rId4"/>
    <p:sldId id="366" r:id="rId5"/>
    <p:sldId id="351" r:id="rId6"/>
    <p:sldId id="394" r:id="rId7"/>
    <p:sldId id="395" r:id="rId8"/>
    <p:sldId id="396" r:id="rId9"/>
    <p:sldId id="397" r:id="rId10"/>
    <p:sldId id="398" r:id="rId11"/>
    <p:sldId id="388" r:id="rId12"/>
    <p:sldId id="257" r:id="rId13"/>
    <p:sldId id="262" r:id="rId14"/>
    <p:sldId id="256" r:id="rId15"/>
    <p:sldId id="258" r:id="rId16"/>
    <p:sldId id="259" r:id="rId17"/>
    <p:sldId id="260" r:id="rId18"/>
    <p:sldId id="261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83AA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5CC57-ECCE-4060-A879-33FEC09D28AB}" v="6" dt="2021-09-10T15:58:41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>
        <p:scale>
          <a:sx n="125" d="100"/>
          <a:sy n="125" d="100"/>
        </p:scale>
        <p:origin x="-36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B3785C87-2152-4CA1-A60F-B34C0AD29C44}"/>
    <pc:docChg chg="custSel modSld">
      <pc:chgData name="Alexandre Quach" userId="7bb690c8a6e028e4" providerId="LiveId" clId="{B3785C87-2152-4CA1-A60F-B34C0AD29C44}" dt="2021-08-13T21:45:28.559" v="793" actId="20577"/>
      <pc:docMkLst>
        <pc:docMk/>
      </pc:docMkLst>
      <pc:sldChg chg="modSp mod">
        <pc:chgData name="Alexandre Quach" userId="7bb690c8a6e028e4" providerId="LiveId" clId="{B3785C87-2152-4CA1-A60F-B34C0AD29C44}" dt="2021-08-13T21:45:28.559" v="793" actId="20577"/>
        <pc:sldMkLst>
          <pc:docMk/>
          <pc:sldMk cId="2854473053" sldId="362"/>
        </pc:sldMkLst>
        <pc:spChg chg="mod">
          <ac:chgData name="Alexandre Quach" userId="7bb690c8a6e028e4" providerId="LiveId" clId="{B3785C87-2152-4CA1-A60F-B34C0AD29C44}" dt="2021-08-13T21:45:28.559" v="793" actId="20577"/>
          <ac:spMkLst>
            <pc:docMk/>
            <pc:sldMk cId="2854473053" sldId="362"/>
            <ac:spMk id="3" creationId="{C6C9DE5E-1522-41A0-A178-5BAB610C88C0}"/>
          </ac:spMkLst>
        </pc:spChg>
      </pc:sldChg>
    </pc:docChg>
  </pc:docChgLst>
  <pc:docChgLst>
    <pc:chgData clId="Web-{7275CC57-ECCE-4060-A879-33FEC09D28AB}"/>
    <pc:docChg chg="modSld">
      <pc:chgData name="" userId="" providerId="" clId="Web-{7275CC57-ECCE-4060-A879-33FEC09D28AB}" dt="2021-09-10T15:58:39.908" v="1" actId="20577"/>
      <pc:docMkLst>
        <pc:docMk/>
      </pc:docMkLst>
      <pc:sldChg chg="modSp">
        <pc:chgData name="" userId="" providerId="" clId="Web-{7275CC57-ECCE-4060-A879-33FEC09D28AB}" dt="2021-09-10T15:58:39.908" v="1" actId="20577"/>
        <pc:sldMkLst>
          <pc:docMk/>
          <pc:sldMk cId="2854473053" sldId="362"/>
        </pc:sldMkLst>
        <pc:spChg chg="mod">
          <ac:chgData name="" userId="" providerId="" clId="Web-{7275CC57-ECCE-4060-A879-33FEC09D28AB}" dt="2021-09-10T15:58:39.908" v="1" actId="20577"/>
          <ac:spMkLst>
            <pc:docMk/>
            <pc:sldMk cId="2854473053" sldId="362"/>
            <ac:spMk id="3" creationId="{C6C9DE5E-1522-41A0-A178-5BAB610C88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E9CBB-FACB-47FD-B993-887944B72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68065A3-CD36-4164-9DDB-3E2639475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552175-BAFE-4F92-B696-0F83C414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852C2C-69DA-4AC7-A36A-DDAE5331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4E8798-FB35-4792-8C3C-333152B9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7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8E3C08-3B8A-4248-9153-FD5C65CA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E192F8-860A-4DDD-8F96-B17665712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569FC0-DAE5-414F-8F0C-B7762573F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8CD329-E73A-44BC-80BF-C593D734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07B1C5-7BBA-4505-8490-94B61E6D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9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13CC0C-C1C3-46E6-89D1-6884E548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CED3C0-8E9C-4B56-8F4E-F4C78BB4D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21BE06-9934-47E6-9FBE-F798252B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247E01-55AC-46F0-82B8-6EAC86874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87277C-0101-4FD2-BFF0-2BB95AF6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4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AD6342-6A65-4620-9F13-B3B43606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145976-777D-4686-9C22-BA534C7D8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313E78-AEF4-4371-9D1A-616EDB561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5DB9D5-285D-4865-8B1D-270C3716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71B15D-90F6-4BA5-ABD1-55D19491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0E5D91-8855-4634-9E44-337527DE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7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99012-955C-4B60-8751-37EFA647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9008CA-BF35-4E5B-B0B4-FD92B5C0B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39AE10-AE85-4D2F-A369-4FDCF70B4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DD706E-F062-4496-81A4-EA3DAE605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D2302C-5B3E-4747-9F78-F90268DCB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1C3D165-71FD-47F8-AE2C-B3B2785D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1EC934-A1AE-4553-91BC-4D95CAF7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9020A61-0790-4D9D-A932-CA375991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3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E58840-E969-4675-8EB6-04451302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90386A-9B1C-41A5-ACC9-711F6B59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614FD0-32EA-46E6-B52A-4EF3D3C9D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D53633D-BBE0-4A5A-8A2E-8F1EA4D6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5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24AA916-D826-4AB2-8B68-BF5DF707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A88194-F9C7-4781-B8F5-F9BAA523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55E920-0D41-4482-BDB7-6FF52484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5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E2E83-EB9C-4E7D-8980-CEE8145B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BBAE58-BFA6-48EB-B391-EAE262B3D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7D4C93-3A8B-4E05-9150-CC09C2704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4B1C0B-4343-4D98-83F1-CFDC9D6B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11C34D-29C4-4B36-B5CD-F6C3FDFD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DD9994-90E1-4197-A9F3-CE208910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6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1D4FBF-1327-4BB4-ABCF-096036C0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548FB8-5EBD-4DAA-AA58-268BABEB3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B1C3D0-EFC6-439A-BC96-F25EBE4AE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AF2540-394F-4265-A8DB-7FCA866F1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C45076-DE27-4D9F-8AFB-AD7EE0DF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30AE1C-F1F4-4CD0-A934-25810C1D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8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297EAA-BFCB-454E-9190-2E62987C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16C0A0A-FB44-4869-9539-3A423708D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231D9B-F96E-47CA-BF6D-1D0B643B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99B192-A3FC-449B-B4CD-D61095CB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13C6B-6EDE-4D05-824F-89611C87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1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F7722B3-A9B4-4E78-9A13-0C6D062EF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356F56-36EC-4DAB-A4E5-28E048B97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D959A6-0D72-42D0-BE94-828B0791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2E9CAB-0C2F-411C-862C-F3718B03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FAEBAA-1FF0-41AC-B6C8-DBF78032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1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7ABEA60-D6A7-40FF-B684-A158C12A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041C70-2CCC-4DF6-AA63-4919668CD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B4FBA6-BD3F-4C35-B7EF-D8A24BA4B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863FB-1D05-453E-A071-E19A74A57CD6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A6E4AE-5B6D-4349-934D-1FB060221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E48235-4BBB-474C-9DDC-F4726A3B5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2924E-A6FE-49E9-BB6D-453D1C29ED4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6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domainpictures.net/en/view-image.php?image=265143&amp;picture=mentorhelp-climbing-hand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13" Type="http://schemas.openxmlformats.org/officeDocument/2006/relationships/image" Target="../media/image23.jpg"/><Relationship Id="rId18" Type="http://schemas.openxmlformats.org/officeDocument/2006/relationships/image" Target="../media/image28.jpg"/><Relationship Id="rId26" Type="http://schemas.openxmlformats.org/officeDocument/2006/relationships/image" Target="../media/image36.jpg"/><Relationship Id="rId3" Type="http://schemas.openxmlformats.org/officeDocument/2006/relationships/image" Target="../media/image13.jpg"/><Relationship Id="rId21" Type="http://schemas.openxmlformats.org/officeDocument/2006/relationships/image" Target="../media/image31.jpg"/><Relationship Id="rId7" Type="http://schemas.openxmlformats.org/officeDocument/2006/relationships/image" Target="../media/image17.jpg"/><Relationship Id="rId12" Type="http://schemas.openxmlformats.org/officeDocument/2006/relationships/image" Target="../media/image22.jpg"/><Relationship Id="rId17" Type="http://schemas.openxmlformats.org/officeDocument/2006/relationships/image" Target="../media/image27.jpg"/><Relationship Id="rId25" Type="http://schemas.openxmlformats.org/officeDocument/2006/relationships/image" Target="../media/image35.jpg"/><Relationship Id="rId2" Type="http://schemas.openxmlformats.org/officeDocument/2006/relationships/image" Target="../media/image12.jpg"/><Relationship Id="rId16" Type="http://schemas.openxmlformats.org/officeDocument/2006/relationships/image" Target="../media/image26.jpg"/><Relationship Id="rId20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24" Type="http://schemas.openxmlformats.org/officeDocument/2006/relationships/image" Target="../media/image34.jpg"/><Relationship Id="rId5" Type="http://schemas.openxmlformats.org/officeDocument/2006/relationships/image" Target="../media/image15.jpg"/><Relationship Id="rId15" Type="http://schemas.openxmlformats.org/officeDocument/2006/relationships/image" Target="../media/image25.jpg"/><Relationship Id="rId23" Type="http://schemas.openxmlformats.org/officeDocument/2006/relationships/image" Target="../media/image33.jpg"/><Relationship Id="rId28" Type="http://schemas.openxmlformats.org/officeDocument/2006/relationships/image" Target="../media/image38.jpg"/><Relationship Id="rId10" Type="http://schemas.openxmlformats.org/officeDocument/2006/relationships/image" Target="../media/image20.jpg"/><Relationship Id="rId19" Type="http://schemas.openxmlformats.org/officeDocument/2006/relationships/image" Target="../media/image29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Relationship Id="rId14" Type="http://schemas.openxmlformats.org/officeDocument/2006/relationships/image" Target="../media/image24.jpg"/><Relationship Id="rId22" Type="http://schemas.openxmlformats.org/officeDocument/2006/relationships/image" Target="../media/image32.jpg"/><Relationship Id="rId27" Type="http://schemas.openxmlformats.org/officeDocument/2006/relationships/image" Target="../media/image3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sv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svg"/><Relationship Id="rId5" Type="http://schemas.openxmlformats.org/officeDocument/2006/relationships/image" Target="../media/image51.svg"/><Relationship Id="rId15" Type="http://schemas.openxmlformats.org/officeDocument/2006/relationships/image" Target="../media/image61.sv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svg"/><Relationship Id="rId1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svg"/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svg"/><Relationship Id="rId5" Type="http://schemas.openxmlformats.org/officeDocument/2006/relationships/image" Target="../media/image77.svg"/><Relationship Id="rId15" Type="http://schemas.openxmlformats.org/officeDocument/2006/relationships/image" Target="../media/image87.sv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svg"/><Relationship Id="rId1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svg"/><Relationship Id="rId3" Type="http://schemas.openxmlformats.org/officeDocument/2006/relationships/image" Target="../media/image89.svg"/><Relationship Id="rId7" Type="http://schemas.openxmlformats.org/officeDocument/2006/relationships/image" Target="../media/image93.svg"/><Relationship Id="rId12" Type="http://schemas.openxmlformats.org/officeDocument/2006/relationships/image" Target="../media/image98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svg"/><Relationship Id="rId5" Type="http://schemas.openxmlformats.org/officeDocument/2006/relationships/image" Target="../media/image91.sv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09.svg"/><Relationship Id="rId3" Type="http://schemas.openxmlformats.org/officeDocument/2006/relationships/image" Target="../media/image101.svg"/><Relationship Id="rId7" Type="http://schemas.openxmlformats.org/officeDocument/2006/relationships/image" Target="../media/image105.svg"/><Relationship Id="rId12" Type="http://schemas.openxmlformats.org/officeDocument/2006/relationships/image" Target="../media/image108.png"/><Relationship Id="rId17" Type="http://schemas.openxmlformats.org/officeDocument/2006/relationships/image" Target="../media/image113.svg"/><Relationship Id="rId2" Type="http://schemas.openxmlformats.org/officeDocument/2006/relationships/image" Target="../media/image100.pn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7.svg"/><Relationship Id="rId5" Type="http://schemas.openxmlformats.org/officeDocument/2006/relationships/image" Target="../media/image103.svg"/><Relationship Id="rId15" Type="http://schemas.openxmlformats.org/officeDocument/2006/relationships/image" Target="../media/image111.svg"/><Relationship Id="rId10" Type="http://schemas.openxmlformats.org/officeDocument/2006/relationships/image" Target="../media/image106.png"/><Relationship Id="rId4" Type="http://schemas.openxmlformats.org/officeDocument/2006/relationships/image" Target="../media/image102.png"/><Relationship Id="rId9" Type="http://schemas.openxmlformats.org/officeDocument/2006/relationships/image" Target="../media/image51.svg"/><Relationship Id="rId1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re 1">
            <a:extLst>
              <a:ext uri="{FF2B5EF4-FFF2-40B4-BE49-F238E27FC236}">
                <a16:creationId xmlns:a16="http://schemas.microsoft.com/office/drawing/2014/main" id="{065A1710-095B-4220-88EC-52590635CCBC}"/>
              </a:ext>
            </a:extLst>
          </p:cNvPr>
          <p:cNvSpPr txBox="1">
            <a:spLocks/>
          </p:cNvSpPr>
          <p:nvPr/>
        </p:nvSpPr>
        <p:spPr>
          <a:xfrm>
            <a:off x="6250014" y="6275467"/>
            <a:ext cx="5941986" cy="488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1800" b="1" dirty="0"/>
              <a:t>Version 1 – Alexandre QUACH</a:t>
            </a:r>
          </a:p>
        </p:txBody>
      </p:sp>
      <p:pic>
        <p:nvPicPr>
          <p:cNvPr id="36" name="Image 35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DA0EF64C-2F24-43C4-BA48-DC2DE503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811" y="6376692"/>
            <a:ext cx="789196" cy="286130"/>
          </a:xfrm>
          <a:prstGeom prst="rect">
            <a:avLst/>
          </a:prstGeom>
        </p:spPr>
      </p:pic>
      <p:sp>
        <p:nvSpPr>
          <p:cNvPr id="26" name="Titre 1">
            <a:extLst>
              <a:ext uri="{FF2B5EF4-FFF2-40B4-BE49-F238E27FC236}">
                <a16:creationId xmlns:a16="http://schemas.microsoft.com/office/drawing/2014/main" id="{4E720B81-7367-463A-BEA5-5080DC093B9C}"/>
              </a:ext>
            </a:extLst>
          </p:cNvPr>
          <p:cNvSpPr txBox="1">
            <a:spLocks/>
          </p:cNvSpPr>
          <p:nvPr/>
        </p:nvSpPr>
        <p:spPr>
          <a:xfrm>
            <a:off x="504689" y="1897975"/>
            <a:ext cx="5282821" cy="25301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600" b="1" i="1" dirty="0">
                <a:solidFill>
                  <a:srgbClr val="ED7D31"/>
                </a:solidFill>
              </a:rPr>
              <a:t>Thanker</a:t>
            </a:r>
            <a:r>
              <a:rPr lang="fr-FR" sz="9600" b="1" i="1" dirty="0">
                <a:solidFill>
                  <a:srgbClr val="000000"/>
                </a:solidFill>
              </a:rPr>
              <a:t> </a:t>
            </a:r>
          </a:p>
          <a:p>
            <a:r>
              <a:rPr lang="fr-FR" sz="9600" b="1" i="1" dirty="0">
                <a:solidFill>
                  <a:srgbClr val="0683AA"/>
                </a:solidFill>
              </a:rPr>
              <a:t>Cards</a:t>
            </a:r>
          </a:p>
        </p:txBody>
      </p:sp>
      <p:sp>
        <p:nvSpPr>
          <p:cNvPr id="27" name="Titre 1">
            <a:extLst>
              <a:ext uri="{FF2B5EF4-FFF2-40B4-BE49-F238E27FC236}">
                <a16:creationId xmlns:a16="http://schemas.microsoft.com/office/drawing/2014/main" id="{7B7DD5ED-A143-4FE8-9627-B98AB824079B}"/>
              </a:ext>
            </a:extLst>
          </p:cNvPr>
          <p:cNvSpPr txBox="1">
            <a:spLocks/>
          </p:cNvSpPr>
          <p:nvPr/>
        </p:nvSpPr>
        <p:spPr>
          <a:xfrm>
            <a:off x="482715" y="4190198"/>
            <a:ext cx="5440734" cy="14868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000" i="1" dirty="0">
                <a:solidFill>
                  <a:srgbClr val="000000"/>
                </a:solidFill>
              </a:rPr>
              <a:t>Le jeu fil rouge de la gratitude entre personnes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9636DAE-8185-4C52-A969-AA66C4236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442" y="5393128"/>
            <a:ext cx="912765" cy="882339"/>
          </a:xfrm>
          <a:prstGeom prst="rect">
            <a:avLst/>
          </a:prstGeom>
        </p:spPr>
      </p:pic>
      <p:grpSp>
        <p:nvGrpSpPr>
          <p:cNvPr id="22" name="Groupe 21">
            <a:extLst>
              <a:ext uri="{FF2B5EF4-FFF2-40B4-BE49-F238E27FC236}">
                <a16:creationId xmlns:a16="http://schemas.microsoft.com/office/drawing/2014/main" id="{274AE301-35D1-4016-A412-4A69546BD613}"/>
              </a:ext>
            </a:extLst>
          </p:cNvPr>
          <p:cNvGrpSpPr/>
          <p:nvPr/>
        </p:nvGrpSpPr>
        <p:grpSpPr>
          <a:xfrm>
            <a:off x="5858055" y="1040099"/>
            <a:ext cx="5851230" cy="3208228"/>
            <a:chOff x="5679899" y="983432"/>
            <a:chExt cx="5851230" cy="3208228"/>
          </a:xfrm>
        </p:grpSpPr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69E61FD8-A0D1-48A0-9426-A1B6879FC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5704">
              <a:off x="5679899" y="1374028"/>
              <a:ext cx="1837537" cy="2570542"/>
            </a:xfrm>
            <a:prstGeom prst="rect">
              <a:avLst/>
            </a:prstGeom>
          </p:spPr>
        </p:pic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13E420CC-8B42-4C2B-A1A3-C368B315068E}"/>
                </a:ext>
              </a:extLst>
            </p:cNvPr>
            <p:cNvGrpSpPr/>
            <p:nvPr/>
          </p:nvGrpSpPr>
          <p:grpSpPr>
            <a:xfrm rot="1129606">
              <a:off x="6388438" y="983432"/>
              <a:ext cx="5142691" cy="3208228"/>
              <a:chOff x="5005390" y="1023794"/>
              <a:chExt cx="3175360" cy="1980924"/>
            </a:xfrm>
          </p:grpSpPr>
          <p:pic>
            <p:nvPicPr>
              <p:cNvPr id="13" name="Image 12" descr="Une image contenant texte&#10;&#10;Description générée automatiquement">
                <a:extLst>
                  <a:ext uri="{FF2B5EF4-FFF2-40B4-BE49-F238E27FC236}">
                    <a16:creationId xmlns:a16="http://schemas.microsoft.com/office/drawing/2014/main" id="{FDB9E7F3-D796-4B16-A5B1-D62B14D0AC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122133">
                <a:off x="5005390" y="1291373"/>
                <a:ext cx="1224774" cy="1713345"/>
              </a:xfrm>
              <a:prstGeom prst="rect">
                <a:avLst/>
              </a:prstGeom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D9A1714E-A2AA-4074-85C5-4A67E56D8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0037" y="1023794"/>
                <a:ext cx="1224774" cy="1713345"/>
              </a:xfrm>
              <a:prstGeom prst="rect">
                <a:avLst/>
              </a:prstGeom>
            </p:spPr>
          </p:pic>
          <p:pic>
            <p:nvPicPr>
              <p:cNvPr id="17" name="Image 16">
                <a:extLst>
                  <a:ext uri="{FF2B5EF4-FFF2-40B4-BE49-F238E27FC236}">
                    <a16:creationId xmlns:a16="http://schemas.microsoft.com/office/drawing/2014/main" id="{E8C1DFB0-2A7B-44F0-B8CA-425B9295E4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478176">
                <a:off x="6250136" y="1146136"/>
                <a:ext cx="1224774" cy="1713345"/>
              </a:xfrm>
              <a:prstGeom prst="rect">
                <a:avLst/>
              </a:prstGeom>
            </p:spPr>
          </p:pic>
          <p:pic>
            <p:nvPicPr>
              <p:cNvPr id="19" name="Image 18">
                <a:extLst>
                  <a:ext uri="{FF2B5EF4-FFF2-40B4-BE49-F238E27FC236}">
                    <a16:creationId xmlns:a16="http://schemas.microsoft.com/office/drawing/2014/main" id="{3D1A5060-3A07-4D97-A4E0-DDF46731B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849747">
                <a:off x="6760743" y="1574225"/>
                <a:ext cx="1183878" cy="165613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424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92"/>
    </mc:Choice>
    <mc:Fallback xmlns="">
      <p:transition spd="slow" advTm="143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50BCF-F490-42C3-84D7-68B191DD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fr-FR" dirty="0"/>
              <a:t>Pitch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9DE5E-1522-41A0-A178-5BAB610C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1700" dirty="0">
                <a:cs typeface="Calibri"/>
              </a:rPr>
              <a:t>Lorsqu’on reçoit quelque chose de quelqu’un, remercier semble évident mais bien le faire n’est pas toujours facile !</a:t>
            </a:r>
          </a:p>
          <a:p>
            <a:pPr marL="0" indent="0">
              <a:buNone/>
            </a:pPr>
            <a:r>
              <a:rPr lang="fr-FR" sz="1700" dirty="0">
                <a:cs typeface="Calibri"/>
              </a:rPr>
              <a:t>Comment dépasser le remerciement plat par politesse ou par obligation ? 🤐 Comment privilégier le merci significatif (celui qui montre à autrui qu’il ou elle a eu un impact positif sur nous) ? </a:t>
            </a:r>
          </a:p>
          <a:p>
            <a:pPr marL="0" indent="0">
              <a:buNone/>
            </a:pPr>
            <a:r>
              <a:rPr lang="fr-FR" sz="1700" dirty="0">
                <a:cs typeface="Calibri"/>
              </a:rPr>
              <a:t>Et si pour s’entraîner, on jouait à bien remercier ? 😊 </a:t>
            </a:r>
          </a:p>
          <a:p>
            <a:pPr marL="0" indent="0">
              <a:buNone/>
            </a:pPr>
            <a:r>
              <a:rPr lang="fr-FR" sz="1700" dirty="0">
                <a:cs typeface="Calibri"/>
              </a:rPr>
              <a:t>Créées dans le but de stimuler les interactions et la gratitude entre personnes dans des événements longs, les Thanker Cards sont un jeu « Fil rouge » où des cartes de remerciement passent de main en main au fur et à mesure des échanges et services rendus. Le jeu entraîne à adresser des remerciements spécifiques à chaque fois que l’occasion se présente.</a:t>
            </a:r>
          </a:p>
          <a:p>
            <a:pPr marL="0" indent="0">
              <a:buNone/>
            </a:pPr>
            <a:r>
              <a:rPr lang="fr-FR" sz="1700" dirty="0">
                <a:cs typeface="Calibri"/>
              </a:rPr>
              <a:t>Ce jeu de 32 cartes propose plusieurs usages (en séminaire, en équipe, en binôme, en entretien de départs). C’est aussi un #OpenSeriousGame dont vous trouverez toutes les sources pour l’enrichir et l’adapter à votre guise.</a:t>
            </a:r>
          </a:p>
          <a:p>
            <a:pPr marL="0" indent="0">
              <a:buNone/>
            </a:pPr>
            <a:r>
              <a:rPr lang="fr-FR" sz="1700" dirty="0">
                <a:cs typeface="Calibri"/>
              </a:rPr>
              <a:t>Laissez circuler ces cartes entre les membres de votre communauté et que la gratitude soit avec vous !</a:t>
            </a:r>
          </a:p>
        </p:txBody>
      </p:sp>
      <p:pic>
        <p:nvPicPr>
          <p:cNvPr id="5" name="Image 4" descr="Une image contenant ciel, extérieur, homme, personne&#10;&#10;Description générée automatiquement">
            <a:extLst>
              <a:ext uri="{FF2B5EF4-FFF2-40B4-BE49-F238E27FC236}">
                <a16:creationId xmlns:a16="http://schemas.microsoft.com/office/drawing/2014/main" id="{8B05F7F6-5872-40C1-8FAE-CFE0175F72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896" r="50055" b="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10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4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33"/>
    </mc:Choice>
    <mc:Fallback xmlns="">
      <p:transition spd="slow" advTm="680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A20B0C-5EE5-4018-88F9-7B59C52F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235" y="341282"/>
            <a:ext cx="2832018" cy="823912"/>
          </a:xfrm>
          <a:solidFill>
            <a:srgbClr val="0683AA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BE7A0-CEA8-49C7-B1F5-66B64629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235" y="1165194"/>
            <a:ext cx="2832018" cy="235036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Apprendre à remercier et à saisir les occasions de remercier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9D5684-6FEC-4A8D-8A46-2DC2690BD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50035" y="341282"/>
            <a:ext cx="2845965" cy="823912"/>
          </a:xfrm>
          <a:solidFill>
            <a:srgbClr val="ED7D31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opérationnels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095321-BAD2-4D1A-B0BD-058E76C10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50035" y="1165194"/>
            <a:ext cx="2845965" cy="235036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Créer du lien entre les joueurs ou les membres d’un événement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627597CC-54B5-4CC6-98C2-B0FCFCCBB5FC}"/>
              </a:ext>
            </a:extLst>
          </p:cNvPr>
          <p:cNvSpPr txBox="1">
            <a:spLocks/>
          </p:cNvSpPr>
          <p:nvPr/>
        </p:nvSpPr>
        <p:spPr>
          <a:xfrm>
            <a:off x="6182782" y="341282"/>
            <a:ext cx="2832018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Public idéal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860C364-CB07-4157-B3FC-72ADE7FC8BE0}"/>
              </a:ext>
            </a:extLst>
          </p:cNvPr>
          <p:cNvSpPr txBox="1">
            <a:spLocks/>
          </p:cNvSpPr>
          <p:nvPr/>
        </p:nvSpPr>
        <p:spPr>
          <a:xfrm>
            <a:off x="6182782" y="1165194"/>
            <a:ext cx="2832018" cy="23503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Membres d’un séminaire professionnel long (sur plusieurs jours)</a:t>
            </a:r>
          </a:p>
          <a:p>
            <a:pPr marL="0" indent="0">
              <a:buNone/>
            </a:pPr>
            <a:r>
              <a:rPr lang="fr-FR" sz="1200" dirty="0"/>
              <a:t>Equipe qui se connaît bien et qui a du vécu ensemble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0DD88472-455B-4EB6-9408-03600B961185}"/>
              </a:ext>
            </a:extLst>
          </p:cNvPr>
          <p:cNvSpPr txBox="1">
            <a:spLocks/>
          </p:cNvSpPr>
          <p:nvPr/>
        </p:nvSpPr>
        <p:spPr>
          <a:xfrm>
            <a:off x="9101582" y="341282"/>
            <a:ext cx="2832018" cy="823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Problèmes et défis adressés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2DC21F5-C271-429F-B995-155ADD05F5EE}"/>
              </a:ext>
            </a:extLst>
          </p:cNvPr>
          <p:cNvSpPr txBox="1">
            <a:spLocks/>
          </p:cNvSpPr>
          <p:nvPr/>
        </p:nvSpPr>
        <p:spPr>
          <a:xfrm>
            <a:off x="9101582" y="1165194"/>
            <a:ext cx="2832018" cy="2350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Manque de développement du lien non organisé entre les personnes d’un même groupe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4583658D-96D2-4428-8C04-12BABFB02F15}"/>
              </a:ext>
            </a:extLst>
          </p:cNvPr>
          <p:cNvSpPr txBox="1">
            <a:spLocks/>
          </p:cNvSpPr>
          <p:nvPr/>
        </p:nvSpPr>
        <p:spPr>
          <a:xfrm>
            <a:off x="541537" y="3661531"/>
            <a:ext cx="3753555" cy="8239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Sujets non couverts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35C97B3F-F2BF-4533-B31C-BBC0A63139D1}"/>
              </a:ext>
            </a:extLst>
          </p:cNvPr>
          <p:cNvSpPr txBox="1">
            <a:spLocks/>
          </p:cNvSpPr>
          <p:nvPr/>
        </p:nvSpPr>
        <p:spPr>
          <a:xfrm>
            <a:off x="541537" y="4485443"/>
            <a:ext cx="3753555" cy="2163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Culture plus générale du feedback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Messages personnalisés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dirty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F86EE06-D8B2-422B-8FD5-44E3A9C9053E}"/>
              </a:ext>
            </a:extLst>
          </p:cNvPr>
          <p:cNvSpPr txBox="1">
            <a:spLocks/>
          </p:cNvSpPr>
          <p:nvPr/>
        </p:nvSpPr>
        <p:spPr>
          <a:xfrm>
            <a:off x="4381874" y="3661531"/>
            <a:ext cx="3865481" cy="823912"/>
          </a:xfrm>
          <a:prstGeom prst="rect">
            <a:avLst/>
          </a:prstGeom>
          <a:solidFill>
            <a:srgbClr val="ED7D3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Avec quoi compléter ?</a:t>
            </a:r>
            <a:endParaRPr lang="fr-FR" sz="2000" dirty="0"/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0C6E07FB-30F1-47EB-B01D-66E07C71C10D}"/>
              </a:ext>
            </a:extLst>
          </p:cNvPr>
          <p:cNvSpPr txBox="1">
            <a:spLocks/>
          </p:cNvSpPr>
          <p:nvPr/>
        </p:nvSpPr>
        <p:spPr>
          <a:xfrm>
            <a:off x="4381874" y="4485443"/>
            <a:ext cx="3865481" cy="2163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Jeu totem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Jeu du verre d’eau #OpenSeriousGame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dirty="0" err="1"/>
              <a:t>Kudos</a:t>
            </a:r>
            <a:r>
              <a:rPr lang="fr-FR" sz="1200" dirty="0"/>
              <a:t> Cards de </a:t>
            </a:r>
            <a:r>
              <a:rPr lang="fr-FR" sz="1200" dirty="0" err="1"/>
              <a:t>Manaegment</a:t>
            </a:r>
            <a:r>
              <a:rPr lang="fr-FR" sz="1200" dirty="0"/>
              <a:t> 3.0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423CEF8-9171-4369-90C5-9648B987B047}"/>
              </a:ext>
            </a:extLst>
          </p:cNvPr>
          <p:cNvSpPr txBox="1">
            <a:spLocks/>
          </p:cNvSpPr>
          <p:nvPr/>
        </p:nvSpPr>
        <p:spPr>
          <a:xfrm>
            <a:off x="8334137" y="3661531"/>
            <a:ext cx="3440612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Ce qu’on suppose des utilisateurs au-delà de la session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54358775-AA17-4797-AFBA-7CA6F9428214}"/>
              </a:ext>
            </a:extLst>
          </p:cNvPr>
          <p:cNvSpPr txBox="1">
            <a:spLocks/>
          </p:cNvSpPr>
          <p:nvPr/>
        </p:nvSpPr>
        <p:spPr>
          <a:xfrm>
            <a:off x="8334137" y="4485443"/>
            <a:ext cx="3440612" cy="2163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Vous souhaitez construire du lien naturel dans une communauté, c’est-à-dire du lien qui s’appuie sur une activité réelle venant des membres eux-mêmes. Les Thanker Cards visent à mettre en valeur ces activités en invitant les membres d’une communauté à se remercier les uns les autres.</a:t>
            </a:r>
          </a:p>
        </p:txBody>
      </p:sp>
    </p:spTree>
    <p:extLst>
      <p:ext uri="{BB962C8B-B14F-4D97-AF65-F5344CB8AC3E}">
        <p14:creationId xmlns:p14="http://schemas.microsoft.com/office/powerpoint/2010/main" val="119057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94"/>
    </mc:Choice>
    <mc:Fallback xmlns="">
      <p:transition spd="slow" advTm="6089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 des modifications et licences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8BEB17-09DF-461E-9CA2-AC3AEFDC5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74377"/>
              </p:ext>
            </p:extLst>
          </p:nvPr>
        </p:nvGraphicFramePr>
        <p:xfrm>
          <a:off x="478172" y="1532010"/>
          <a:ext cx="114090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257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Version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Contributeurs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Commentaires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043D0-9ED6-4303-8B4E-D7E1301D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Questions de Debriefing spécifiques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E70F61-9E1E-415E-B79B-8C028D3BA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Qu’avez-vous appris grâce à ce jeu ?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Comment allez vous aborder le remerciement dans le futur ?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068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16"/>
    </mc:Choice>
    <mc:Fallback xmlns="">
      <p:transition spd="slow" advTm="2621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BF11794-6274-417B-BB20-3FA80B7B9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Cartes</a:t>
            </a:r>
            <a:endParaRPr lang="en-US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92C106E-B5D6-4891-8175-50D176D1F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0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07F7A7B-2AB7-45B8-9902-2425FFAF2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7" y="0"/>
            <a:ext cx="4902398" cy="6858000"/>
          </a:xfrm>
          <a:prstGeom prst="rect">
            <a:avLst/>
          </a:prstGeom>
        </p:spPr>
      </p:pic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C4F66AEC-046C-4680-89CD-112AFF269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819" y="0"/>
            <a:ext cx="4902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44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B2DAFAB-3815-44CC-B55D-1B7C4D65D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10" y="0"/>
            <a:ext cx="4902398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80027BB-5FD1-485E-98AC-1FAFEFC52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524" y="0"/>
            <a:ext cx="4902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14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9653498-9E0A-47F4-B1C5-B66DCF9D9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912" y="4798291"/>
            <a:ext cx="1360127" cy="19026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5AE2E4D-13B4-4DA3-AB59-6D47F88D8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140" y="4798291"/>
            <a:ext cx="1360127" cy="1902691"/>
          </a:xfrm>
          <a:prstGeom prst="rect">
            <a:avLst/>
          </a:prstGeom>
        </p:spPr>
      </p:pic>
      <p:pic>
        <p:nvPicPr>
          <p:cNvPr id="13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D9642FC2-65BC-4917-9DC6-A689989E5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68" y="4798291"/>
            <a:ext cx="1360127" cy="1902691"/>
          </a:xfrm>
          <a:prstGeom prst="rect">
            <a:avLst/>
          </a:prstGeom>
        </p:spPr>
      </p:pic>
      <p:pic>
        <p:nvPicPr>
          <p:cNvPr id="15" name="Image 14" descr="Une image contenant flèche&#10;&#10;Description générée automatiquement">
            <a:extLst>
              <a:ext uri="{FF2B5EF4-FFF2-40B4-BE49-F238E27FC236}">
                <a16:creationId xmlns:a16="http://schemas.microsoft.com/office/drawing/2014/main" id="{7BF6175A-33A4-4F75-9486-29562F04B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596" y="4798291"/>
            <a:ext cx="1360127" cy="1902691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A7B83E3A-BA3F-476F-871C-939D698D2B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552" y="4798291"/>
            <a:ext cx="1360127" cy="1902691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01F1E9F9-8EE6-4EF5-8617-2DF65044FB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775" y="0"/>
            <a:ext cx="1360127" cy="1902691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74D9808E-D06F-4030-B76E-F822D9982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550" y="0"/>
            <a:ext cx="1360127" cy="190269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F3231598-A74E-41C3-9C46-083D0A4288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325" y="0"/>
            <a:ext cx="1360127" cy="1902691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E94471A-0629-4C56-BC38-CC2B052710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100" y="0"/>
            <a:ext cx="1360127" cy="1902691"/>
          </a:xfrm>
          <a:prstGeom prst="rect">
            <a:avLst/>
          </a:prstGeom>
        </p:spPr>
      </p:pic>
      <p:pic>
        <p:nvPicPr>
          <p:cNvPr id="27" name="Image 26" descr="Une image contenant texte&#10;&#10;Description générée automatiquement">
            <a:extLst>
              <a:ext uri="{FF2B5EF4-FFF2-40B4-BE49-F238E27FC236}">
                <a16:creationId xmlns:a16="http://schemas.microsoft.com/office/drawing/2014/main" id="{DB3B7B75-A710-4EA6-939A-B2B0B497F8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875" y="0"/>
            <a:ext cx="1360127" cy="1902691"/>
          </a:xfrm>
          <a:prstGeom prst="rect">
            <a:avLst/>
          </a:prstGeom>
        </p:spPr>
      </p:pic>
      <p:pic>
        <p:nvPicPr>
          <p:cNvPr id="33" name="Image 32" descr="Une image contenant texte&#10;&#10;Description générée automatiquement">
            <a:extLst>
              <a:ext uri="{FF2B5EF4-FFF2-40B4-BE49-F238E27FC236}">
                <a16:creationId xmlns:a16="http://schemas.microsoft.com/office/drawing/2014/main" id="{5E744006-BAAE-41E2-BE16-2294B276A0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650" y="0"/>
            <a:ext cx="1360127" cy="1902691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D520DBFE-CE97-43F3-A89E-7A2DBEC789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425" y="0"/>
            <a:ext cx="1360127" cy="1902691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D401C60D-B4D3-40DE-B100-1845FF3C3AA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203" y="0"/>
            <a:ext cx="1360127" cy="190269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8A75D0D9-CAB9-461F-8020-0BAF91CBBB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2" y="2313710"/>
            <a:ext cx="1360127" cy="1902691"/>
          </a:xfrm>
          <a:prstGeom prst="rect">
            <a:avLst/>
          </a:prstGeom>
        </p:spPr>
      </p:pic>
      <p:pic>
        <p:nvPicPr>
          <p:cNvPr id="41" name="Image 40" descr="Une image contenant texte&#10;&#10;Description générée automatiquement">
            <a:extLst>
              <a:ext uri="{FF2B5EF4-FFF2-40B4-BE49-F238E27FC236}">
                <a16:creationId xmlns:a16="http://schemas.microsoft.com/office/drawing/2014/main" id="{84D5653C-C6D9-4179-B0B7-FE18E185D94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423" y="2313710"/>
            <a:ext cx="1360127" cy="1902691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3F1595AF-F21E-48C2-9614-F4B9C833FA8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198" y="2313710"/>
            <a:ext cx="1360127" cy="1902691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DE680A6A-10B1-40BD-8A06-332F2DE56D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973" y="2313710"/>
            <a:ext cx="1360127" cy="1902691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0E8775E0-234F-4061-93D2-058BB247B75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748" y="2313710"/>
            <a:ext cx="1360127" cy="1902691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EB83EB15-2664-4869-B938-8EAFF615BE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523" y="2313710"/>
            <a:ext cx="1360127" cy="1902691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BD837C2C-6E65-4492-A15C-A515A207C2C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298" y="2313710"/>
            <a:ext cx="1360127" cy="1902691"/>
          </a:xfrm>
          <a:prstGeom prst="rect">
            <a:avLst/>
          </a:prstGeom>
        </p:spPr>
      </p:pic>
      <p:pic>
        <p:nvPicPr>
          <p:cNvPr id="53" name="Image 52" descr="Une image contenant texte&#10;&#10;Description générée automatiquement">
            <a:extLst>
              <a:ext uri="{FF2B5EF4-FFF2-40B4-BE49-F238E27FC236}">
                <a16:creationId xmlns:a16="http://schemas.microsoft.com/office/drawing/2014/main" id="{CC81FEB8-900A-48AB-91A2-4879BB8A927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073" y="2313710"/>
            <a:ext cx="1360127" cy="1902691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85CEC0F1-E31E-4DA1-94DF-CD40641FD58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850" y="2313710"/>
            <a:ext cx="1360127" cy="1902691"/>
          </a:xfrm>
          <a:prstGeom prst="rect">
            <a:avLst/>
          </a:prstGeom>
        </p:spPr>
      </p:pic>
      <p:pic>
        <p:nvPicPr>
          <p:cNvPr id="57" name="Image 56" descr="Une image contenant texte&#10;&#10;Description générée automatiquement">
            <a:extLst>
              <a:ext uri="{FF2B5EF4-FFF2-40B4-BE49-F238E27FC236}">
                <a16:creationId xmlns:a16="http://schemas.microsoft.com/office/drawing/2014/main" id="{F20DB708-F19F-40E9-ADB4-5FDEDA681B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8291"/>
            <a:ext cx="1360127" cy="1902691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B52C4336-B4E2-4051-95F0-C2ED0FEEEB7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228" y="4798291"/>
            <a:ext cx="1360127" cy="1902691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E0282D58-8FF5-4624-983D-C4204CE2BBD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56" y="4798291"/>
            <a:ext cx="1360127" cy="1902691"/>
          </a:xfrm>
          <a:prstGeom prst="rect">
            <a:avLst/>
          </a:prstGeom>
        </p:spPr>
      </p:pic>
      <p:pic>
        <p:nvPicPr>
          <p:cNvPr id="63" name="Image 6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117B65-9436-4B1E-93D6-170404D6D5E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684" y="4798291"/>
            <a:ext cx="1360127" cy="1902691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47908BA9-160B-4B85-ABF6-65B5C2EF9A8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60127" cy="19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78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3442AF4-4BA9-45F4-B386-16C6A66D2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895" y="0"/>
            <a:ext cx="1360127" cy="190269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3291B7B-EF60-41EA-AD0A-D7A437720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60" y="0"/>
            <a:ext cx="1360127" cy="190269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66F8490-36F4-4F81-B5BA-D01D93D613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60127" cy="1902691"/>
          </a:xfrm>
          <a:prstGeom prst="rect">
            <a:avLst/>
          </a:prstGeom>
        </p:spPr>
      </p:pic>
      <p:pic>
        <p:nvPicPr>
          <p:cNvPr id="10" name="Image 9" descr="Une image contenant texte&#10;&#10;Description générée automatiquement">
            <a:extLst>
              <a:ext uri="{FF2B5EF4-FFF2-40B4-BE49-F238E27FC236}">
                <a16:creationId xmlns:a16="http://schemas.microsoft.com/office/drawing/2014/main" id="{13BC45C7-8BC2-4A3A-910A-8FA9600FA5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965" y="2"/>
            <a:ext cx="1360127" cy="19026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51C3B99-5B12-443D-9C58-003CC74EE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930" y="1"/>
            <a:ext cx="1360127" cy="19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Eléments graphiques</a:t>
            </a:r>
          </a:p>
        </p:txBody>
      </p:sp>
    </p:spTree>
    <p:extLst>
      <p:ext uri="{BB962C8B-B14F-4D97-AF65-F5344CB8AC3E}">
        <p14:creationId xmlns:p14="http://schemas.microsoft.com/office/powerpoint/2010/main" val="242510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3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60CE9C-ADBA-47C9-89DE-8727618FCD4F}"/>
              </a:ext>
            </a:extLst>
          </p:cNvPr>
          <p:cNvSpPr/>
          <p:nvPr/>
        </p:nvSpPr>
        <p:spPr>
          <a:xfrm>
            <a:off x="4324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F3DAD-2E50-41AD-B53B-6DC5F92D46BF}"/>
              </a:ext>
            </a:extLst>
          </p:cNvPr>
          <p:cNvSpPr/>
          <p:nvPr/>
        </p:nvSpPr>
        <p:spPr>
          <a:xfrm>
            <a:off x="4324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834E4-27A6-44B4-AA12-64AE74297962}"/>
              </a:ext>
            </a:extLst>
          </p:cNvPr>
          <p:cNvSpPr/>
          <p:nvPr/>
        </p:nvSpPr>
        <p:spPr>
          <a:xfrm>
            <a:off x="42839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B2A28-5B2C-4F5D-8C2E-759E292621D7}"/>
              </a:ext>
            </a:extLst>
          </p:cNvPr>
          <p:cNvSpPr/>
          <p:nvPr/>
        </p:nvSpPr>
        <p:spPr>
          <a:xfrm>
            <a:off x="42839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DCE77-97D1-4F07-8482-706BA40AAEA9}"/>
              </a:ext>
            </a:extLst>
          </p:cNvPr>
          <p:cNvSpPr/>
          <p:nvPr/>
        </p:nvSpPr>
        <p:spPr>
          <a:xfrm>
            <a:off x="8135490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485ED-4919-4BD3-9C94-B2A4C91EE745}"/>
              </a:ext>
            </a:extLst>
          </p:cNvPr>
          <p:cNvSpPr/>
          <p:nvPr/>
        </p:nvSpPr>
        <p:spPr>
          <a:xfrm>
            <a:off x="8135490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Utilisateur avec un remplissage uni">
            <a:extLst>
              <a:ext uri="{FF2B5EF4-FFF2-40B4-BE49-F238E27FC236}">
                <a16:creationId xmlns:a16="http://schemas.microsoft.com/office/drawing/2014/main" id="{A685F10E-3822-4D45-BA03-4B5846391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0942" y="700293"/>
            <a:ext cx="716587" cy="716587"/>
          </a:xfrm>
          <a:prstGeom prst="rect">
            <a:avLst/>
          </a:prstGeom>
        </p:spPr>
      </p:pic>
      <p:pic>
        <p:nvPicPr>
          <p:cNvPr id="18" name="Graphique 17" descr="Utilisateur avec un remplissage uni">
            <a:extLst>
              <a:ext uri="{FF2B5EF4-FFF2-40B4-BE49-F238E27FC236}">
                <a16:creationId xmlns:a16="http://schemas.microsoft.com/office/drawing/2014/main" id="{C16F416B-7C8D-47D8-BF0A-A5358E17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6145" y="700293"/>
            <a:ext cx="716587" cy="716587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DD528E93-B1F9-4AC7-B114-681677FF72BF}"/>
              </a:ext>
            </a:extLst>
          </p:cNvPr>
          <p:cNvGrpSpPr/>
          <p:nvPr/>
        </p:nvGrpSpPr>
        <p:grpSpPr>
          <a:xfrm rot="20384250">
            <a:off x="1300370" y="1249009"/>
            <a:ext cx="223837" cy="300038"/>
            <a:chOff x="1418816" y="1345394"/>
            <a:chExt cx="278085" cy="372754"/>
          </a:xfrm>
        </p:grpSpPr>
        <p:pic>
          <p:nvPicPr>
            <p:cNvPr id="5" name="Graphique 4" descr="Joker avec un remplissage uni">
              <a:extLst>
                <a:ext uri="{FF2B5EF4-FFF2-40B4-BE49-F238E27FC236}">
                  <a16:creationId xmlns:a16="http://schemas.microsoft.com/office/drawing/2014/main" id="{3F800C99-9D67-4CC8-8FD6-C91DC7ACB0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E62AFB-BF13-4D9A-9A6A-392FC29E3A47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3C4DF41D-2FB9-46FF-9051-886C126E08C8}"/>
              </a:ext>
            </a:extLst>
          </p:cNvPr>
          <p:cNvGrpSpPr/>
          <p:nvPr/>
        </p:nvGrpSpPr>
        <p:grpSpPr>
          <a:xfrm rot="21356593">
            <a:off x="1395204" y="1243728"/>
            <a:ext cx="223837" cy="300038"/>
            <a:chOff x="1418816" y="1345394"/>
            <a:chExt cx="278085" cy="372754"/>
          </a:xfrm>
        </p:grpSpPr>
        <p:pic>
          <p:nvPicPr>
            <p:cNvPr id="28" name="Graphique 27" descr="Joker avec un remplissage uni">
              <a:extLst>
                <a:ext uri="{FF2B5EF4-FFF2-40B4-BE49-F238E27FC236}">
                  <a16:creationId xmlns:a16="http://schemas.microsoft.com/office/drawing/2014/main" id="{2F880FC2-614C-47F9-B4CC-50C3C313DC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AC5004A-A217-409F-91B6-A4D3C8A56B9E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9F4CE773-C278-4EAE-93D7-6DA0B0586B20}"/>
              </a:ext>
            </a:extLst>
          </p:cNvPr>
          <p:cNvGrpSpPr/>
          <p:nvPr/>
        </p:nvGrpSpPr>
        <p:grpSpPr>
          <a:xfrm rot="617371">
            <a:off x="1475827" y="1243644"/>
            <a:ext cx="223837" cy="300038"/>
            <a:chOff x="1418816" y="1345394"/>
            <a:chExt cx="278085" cy="372754"/>
          </a:xfrm>
        </p:grpSpPr>
        <p:pic>
          <p:nvPicPr>
            <p:cNvPr id="34" name="Graphique 33" descr="Joker avec un remplissage uni">
              <a:extLst>
                <a:ext uri="{FF2B5EF4-FFF2-40B4-BE49-F238E27FC236}">
                  <a16:creationId xmlns:a16="http://schemas.microsoft.com/office/drawing/2014/main" id="{9CEAA865-39FC-4142-9485-3A1548221D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CAC3E42-CB29-4920-8DE0-BE92C0E9F662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477E5730-5A71-4E26-869C-42F6D9AC44DC}"/>
              </a:ext>
            </a:extLst>
          </p:cNvPr>
          <p:cNvGrpSpPr/>
          <p:nvPr/>
        </p:nvGrpSpPr>
        <p:grpSpPr>
          <a:xfrm rot="1356263">
            <a:off x="1552104" y="1262853"/>
            <a:ext cx="223837" cy="300038"/>
            <a:chOff x="1418816" y="1345394"/>
            <a:chExt cx="278085" cy="372754"/>
          </a:xfrm>
        </p:grpSpPr>
        <p:pic>
          <p:nvPicPr>
            <p:cNvPr id="40" name="Graphique 39" descr="Joker avec un remplissage uni">
              <a:extLst>
                <a:ext uri="{FF2B5EF4-FFF2-40B4-BE49-F238E27FC236}">
                  <a16:creationId xmlns:a16="http://schemas.microsoft.com/office/drawing/2014/main" id="{AC122F69-77FF-4077-B9D0-1088BFA91C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DD62A0E-20B4-4F40-97B1-280CB967F226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081E5FBB-F062-43E5-9697-DAFFE1C6D68F}"/>
              </a:ext>
            </a:extLst>
          </p:cNvPr>
          <p:cNvGrpSpPr/>
          <p:nvPr/>
        </p:nvGrpSpPr>
        <p:grpSpPr>
          <a:xfrm rot="20384250">
            <a:off x="1503239" y="2099909"/>
            <a:ext cx="223837" cy="300038"/>
            <a:chOff x="1418816" y="1345394"/>
            <a:chExt cx="278085" cy="372754"/>
          </a:xfrm>
        </p:grpSpPr>
        <p:pic>
          <p:nvPicPr>
            <p:cNvPr id="43" name="Graphique 42" descr="Joker avec un remplissage uni">
              <a:extLst>
                <a:ext uri="{FF2B5EF4-FFF2-40B4-BE49-F238E27FC236}">
                  <a16:creationId xmlns:a16="http://schemas.microsoft.com/office/drawing/2014/main" id="{5B00DCF3-53C0-4DBA-AF03-BAB51742D4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B076285-39EC-4037-9500-0D22F4A58AB7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DF8E2D79-AB03-4A50-94C2-8DAB2CB707E3}"/>
              </a:ext>
            </a:extLst>
          </p:cNvPr>
          <p:cNvGrpSpPr/>
          <p:nvPr/>
        </p:nvGrpSpPr>
        <p:grpSpPr>
          <a:xfrm rot="21356593">
            <a:off x="1598073" y="2094628"/>
            <a:ext cx="223837" cy="300038"/>
            <a:chOff x="1418816" y="1345394"/>
            <a:chExt cx="278085" cy="372754"/>
          </a:xfrm>
        </p:grpSpPr>
        <p:pic>
          <p:nvPicPr>
            <p:cNvPr id="46" name="Graphique 45" descr="Joker avec un remplissage uni">
              <a:extLst>
                <a:ext uri="{FF2B5EF4-FFF2-40B4-BE49-F238E27FC236}">
                  <a16:creationId xmlns:a16="http://schemas.microsoft.com/office/drawing/2014/main" id="{60164315-6D14-429F-A4C8-0DFBB8C358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9FF450A-6A75-4714-A5F4-D8B5B35463B8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4DF5DB53-8D43-4D91-8F65-9F37B495555F}"/>
              </a:ext>
            </a:extLst>
          </p:cNvPr>
          <p:cNvGrpSpPr/>
          <p:nvPr/>
        </p:nvGrpSpPr>
        <p:grpSpPr>
          <a:xfrm rot="617371">
            <a:off x="1678696" y="2094544"/>
            <a:ext cx="223837" cy="300038"/>
            <a:chOff x="1418816" y="1345394"/>
            <a:chExt cx="278085" cy="372754"/>
          </a:xfrm>
        </p:grpSpPr>
        <p:pic>
          <p:nvPicPr>
            <p:cNvPr id="49" name="Graphique 48" descr="Joker avec un remplissage uni">
              <a:extLst>
                <a:ext uri="{FF2B5EF4-FFF2-40B4-BE49-F238E27FC236}">
                  <a16:creationId xmlns:a16="http://schemas.microsoft.com/office/drawing/2014/main" id="{3AB1E4EF-4BAE-4163-BA8A-C2108119D4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F73FD7-D7EF-4520-B6D7-1E4CA04AD487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12C6CB36-A3DA-46A0-9AA2-8F5F29DBA1F2}"/>
              </a:ext>
            </a:extLst>
          </p:cNvPr>
          <p:cNvGrpSpPr/>
          <p:nvPr/>
        </p:nvGrpSpPr>
        <p:grpSpPr>
          <a:xfrm rot="1356263">
            <a:off x="1754973" y="2113753"/>
            <a:ext cx="223837" cy="300038"/>
            <a:chOff x="1418816" y="1345394"/>
            <a:chExt cx="278085" cy="372754"/>
          </a:xfrm>
        </p:grpSpPr>
        <p:pic>
          <p:nvPicPr>
            <p:cNvPr id="52" name="Graphique 51" descr="Joker avec un remplissage uni">
              <a:extLst>
                <a:ext uri="{FF2B5EF4-FFF2-40B4-BE49-F238E27FC236}">
                  <a16:creationId xmlns:a16="http://schemas.microsoft.com/office/drawing/2014/main" id="{93863F48-51E0-49C5-A850-60F43FFE97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8B34417-FD48-4520-972F-A3828BB49C61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E5A8F5A3-40ED-4D0A-B2CF-C1EE2DBE6BFF}"/>
              </a:ext>
            </a:extLst>
          </p:cNvPr>
          <p:cNvGrpSpPr/>
          <p:nvPr/>
        </p:nvGrpSpPr>
        <p:grpSpPr>
          <a:xfrm rot="20384250">
            <a:off x="2545906" y="2035775"/>
            <a:ext cx="223837" cy="300038"/>
            <a:chOff x="1418816" y="1345394"/>
            <a:chExt cx="278085" cy="372754"/>
          </a:xfrm>
        </p:grpSpPr>
        <p:pic>
          <p:nvPicPr>
            <p:cNvPr id="55" name="Graphique 54" descr="Joker avec un remplissage uni">
              <a:extLst>
                <a:ext uri="{FF2B5EF4-FFF2-40B4-BE49-F238E27FC236}">
                  <a16:creationId xmlns:a16="http://schemas.microsoft.com/office/drawing/2014/main" id="{403E8BA4-02E0-4347-B6D6-4F091E5570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29C689-1D91-4CE7-9590-374510E2E66D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9B5B66D8-0728-4984-A505-0EBAB8F6A1DB}"/>
              </a:ext>
            </a:extLst>
          </p:cNvPr>
          <p:cNvGrpSpPr/>
          <p:nvPr/>
        </p:nvGrpSpPr>
        <p:grpSpPr>
          <a:xfrm rot="21356593">
            <a:off x="2640740" y="2030494"/>
            <a:ext cx="223837" cy="300038"/>
            <a:chOff x="1418816" y="1345394"/>
            <a:chExt cx="278085" cy="372754"/>
          </a:xfrm>
        </p:grpSpPr>
        <p:pic>
          <p:nvPicPr>
            <p:cNvPr id="58" name="Graphique 57" descr="Joker avec un remplissage uni">
              <a:extLst>
                <a:ext uri="{FF2B5EF4-FFF2-40B4-BE49-F238E27FC236}">
                  <a16:creationId xmlns:a16="http://schemas.microsoft.com/office/drawing/2014/main" id="{A2DD84B3-BB19-4D6A-82B9-25A00225D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0F6A1C4-719C-4D08-8C0F-50C0756ED712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5386C1DD-D875-4015-BE01-510AF05D351E}"/>
              </a:ext>
            </a:extLst>
          </p:cNvPr>
          <p:cNvGrpSpPr/>
          <p:nvPr/>
        </p:nvGrpSpPr>
        <p:grpSpPr>
          <a:xfrm rot="617371">
            <a:off x="2721363" y="2030410"/>
            <a:ext cx="223837" cy="300038"/>
            <a:chOff x="1418816" y="1345394"/>
            <a:chExt cx="278085" cy="372754"/>
          </a:xfrm>
        </p:grpSpPr>
        <p:pic>
          <p:nvPicPr>
            <p:cNvPr id="61" name="Graphique 60" descr="Joker avec un remplissage uni">
              <a:extLst>
                <a:ext uri="{FF2B5EF4-FFF2-40B4-BE49-F238E27FC236}">
                  <a16:creationId xmlns:a16="http://schemas.microsoft.com/office/drawing/2014/main" id="{F5DCC19C-5EFE-4271-A43D-3174C0E98F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A3D1ABF-C4F0-4A03-BC45-AD6513D148DB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6C3ED7B-A8E9-4BE7-8798-F39F024EE735}"/>
              </a:ext>
            </a:extLst>
          </p:cNvPr>
          <p:cNvGrpSpPr/>
          <p:nvPr/>
        </p:nvGrpSpPr>
        <p:grpSpPr>
          <a:xfrm rot="1356263">
            <a:off x="2797640" y="2049619"/>
            <a:ext cx="223837" cy="300038"/>
            <a:chOff x="1418816" y="1345394"/>
            <a:chExt cx="278085" cy="372754"/>
          </a:xfrm>
        </p:grpSpPr>
        <p:pic>
          <p:nvPicPr>
            <p:cNvPr id="64" name="Graphique 63" descr="Joker avec un remplissage uni">
              <a:extLst>
                <a:ext uri="{FF2B5EF4-FFF2-40B4-BE49-F238E27FC236}">
                  <a16:creationId xmlns:a16="http://schemas.microsoft.com/office/drawing/2014/main" id="{864CF184-96D9-4C38-B389-6BA4789A43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7DEDE1B-278B-4542-A196-A854E0792A05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C8B117AF-FA5C-46DA-BE46-19E238FE6DE3}"/>
              </a:ext>
            </a:extLst>
          </p:cNvPr>
          <p:cNvGrpSpPr/>
          <p:nvPr/>
        </p:nvGrpSpPr>
        <p:grpSpPr>
          <a:xfrm rot="20384250">
            <a:off x="2588006" y="1116862"/>
            <a:ext cx="223837" cy="300038"/>
            <a:chOff x="1418816" y="1345394"/>
            <a:chExt cx="278085" cy="372754"/>
          </a:xfrm>
        </p:grpSpPr>
        <p:pic>
          <p:nvPicPr>
            <p:cNvPr id="67" name="Graphique 66" descr="Joker avec un remplissage uni">
              <a:extLst>
                <a:ext uri="{FF2B5EF4-FFF2-40B4-BE49-F238E27FC236}">
                  <a16:creationId xmlns:a16="http://schemas.microsoft.com/office/drawing/2014/main" id="{B0E157C4-F913-4460-B5EE-4CE80257DA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B2F9EA1-EB4F-4471-BD38-7BB89FD9A765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89749C3C-F068-4FC8-AF30-DA751A6A3569}"/>
              </a:ext>
            </a:extLst>
          </p:cNvPr>
          <p:cNvGrpSpPr/>
          <p:nvPr/>
        </p:nvGrpSpPr>
        <p:grpSpPr>
          <a:xfrm rot="21356593">
            <a:off x="2682840" y="1111581"/>
            <a:ext cx="223837" cy="300038"/>
            <a:chOff x="1418816" y="1345394"/>
            <a:chExt cx="278085" cy="372754"/>
          </a:xfrm>
        </p:grpSpPr>
        <p:pic>
          <p:nvPicPr>
            <p:cNvPr id="70" name="Graphique 69" descr="Joker avec un remplissage uni">
              <a:extLst>
                <a:ext uri="{FF2B5EF4-FFF2-40B4-BE49-F238E27FC236}">
                  <a16:creationId xmlns:a16="http://schemas.microsoft.com/office/drawing/2014/main" id="{DF8296AE-F972-4F9F-82B7-EE1A7C044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E7CE050-2006-4CC7-89B3-9DF828C3C774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EC707624-1438-4638-A6C2-5740F980A604}"/>
              </a:ext>
            </a:extLst>
          </p:cNvPr>
          <p:cNvGrpSpPr/>
          <p:nvPr/>
        </p:nvGrpSpPr>
        <p:grpSpPr>
          <a:xfrm rot="617371">
            <a:off x="2763463" y="1111497"/>
            <a:ext cx="223837" cy="300038"/>
            <a:chOff x="1418816" y="1345394"/>
            <a:chExt cx="278085" cy="372754"/>
          </a:xfrm>
        </p:grpSpPr>
        <p:pic>
          <p:nvPicPr>
            <p:cNvPr id="73" name="Graphique 72" descr="Joker avec un remplissage uni">
              <a:extLst>
                <a:ext uri="{FF2B5EF4-FFF2-40B4-BE49-F238E27FC236}">
                  <a16:creationId xmlns:a16="http://schemas.microsoft.com/office/drawing/2014/main" id="{EE79B436-1783-4EA6-A8F1-0B19D0B09F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D6E6150-60E9-44A6-A677-1C18F3A7574B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8CEF6CD7-9038-4D35-B324-B085C3610C2C}"/>
              </a:ext>
            </a:extLst>
          </p:cNvPr>
          <p:cNvGrpSpPr/>
          <p:nvPr/>
        </p:nvGrpSpPr>
        <p:grpSpPr>
          <a:xfrm rot="1356263">
            <a:off x="2839740" y="1130706"/>
            <a:ext cx="223837" cy="300038"/>
            <a:chOff x="1418816" y="1345394"/>
            <a:chExt cx="278085" cy="372754"/>
          </a:xfrm>
        </p:grpSpPr>
        <p:pic>
          <p:nvPicPr>
            <p:cNvPr id="76" name="Graphique 75" descr="Joker avec un remplissage uni">
              <a:extLst>
                <a:ext uri="{FF2B5EF4-FFF2-40B4-BE49-F238E27FC236}">
                  <a16:creationId xmlns:a16="http://schemas.microsoft.com/office/drawing/2014/main" id="{6651C2F8-6B14-4119-A930-24671C87AF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3121514-1A60-4127-B04D-51010994965C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8" name="Graphique 77" descr="Utilisateur avec un remplissage uni">
            <a:extLst>
              <a:ext uri="{FF2B5EF4-FFF2-40B4-BE49-F238E27FC236}">
                <a16:creationId xmlns:a16="http://schemas.microsoft.com/office/drawing/2014/main" id="{09F95F23-7B13-4A9E-B393-B912B63E5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0943" y="1879359"/>
            <a:ext cx="716587" cy="716587"/>
          </a:xfrm>
          <a:prstGeom prst="rect">
            <a:avLst/>
          </a:prstGeom>
        </p:spPr>
      </p:pic>
      <p:pic>
        <p:nvPicPr>
          <p:cNvPr id="79" name="Graphique 78" descr="Utilisateur avec un remplissage uni">
            <a:extLst>
              <a:ext uri="{FF2B5EF4-FFF2-40B4-BE49-F238E27FC236}">
                <a16:creationId xmlns:a16="http://schemas.microsoft.com/office/drawing/2014/main" id="{9B54792F-F765-4830-B313-71E9D5E83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6144" y="1834768"/>
            <a:ext cx="716587" cy="716587"/>
          </a:xfrm>
          <a:prstGeom prst="rect">
            <a:avLst/>
          </a:prstGeom>
        </p:spPr>
      </p:pic>
      <p:pic>
        <p:nvPicPr>
          <p:cNvPr id="80" name="Graphique 79" descr="Utilisateur avec un remplissage uni">
            <a:extLst>
              <a:ext uri="{FF2B5EF4-FFF2-40B4-BE49-F238E27FC236}">
                <a16:creationId xmlns:a16="http://schemas.microsoft.com/office/drawing/2014/main" id="{38C6DCC3-5E63-4B56-8634-1C6EA0328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009" y="1578524"/>
            <a:ext cx="382568" cy="382568"/>
          </a:xfrm>
          <a:prstGeom prst="rect">
            <a:avLst/>
          </a:prstGeom>
        </p:spPr>
      </p:pic>
      <p:pic>
        <p:nvPicPr>
          <p:cNvPr id="81" name="Graphique 80" descr="Utilisateur avec un remplissage uni">
            <a:extLst>
              <a:ext uri="{FF2B5EF4-FFF2-40B4-BE49-F238E27FC236}">
                <a16:creationId xmlns:a16="http://schemas.microsoft.com/office/drawing/2014/main" id="{2CB57ADC-39F5-44E6-8055-5DBAE10F1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447" y="1578524"/>
            <a:ext cx="382568" cy="382568"/>
          </a:xfrm>
          <a:prstGeom prst="rect">
            <a:avLst/>
          </a:prstGeom>
        </p:spPr>
      </p:pic>
      <p:pic>
        <p:nvPicPr>
          <p:cNvPr id="82" name="Graphique 81" descr="Utilisateur avec un remplissage uni">
            <a:extLst>
              <a:ext uri="{FF2B5EF4-FFF2-40B4-BE49-F238E27FC236}">
                <a16:creationId xmlns:a16="http://schemas.microsoft.com/office/drawing/2014/main" id="{75F1B4E7-36AB-408B-929A-9E4D717E1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8431" y="2298621"/>
            <a:ext cx="382568" cy="382568"/>
          </a:xfrm>
          <a:prstGeom prst="rect">
            <a:avLst/>
          </a:prstGeom>
        </p:spPr>
      </p:pic>
      <p:pic>
        <p:nvPicPr>
          <p:cNvPr id="83" name="Graphique 82" descr="Utilisateur avec un remplissage uni">
            <a:extLst>
              <a:ext uri="{FF2B5EF4-FFF2-40B4-BE49-F238E27FC236}">
                <a16:creationId xmlns:a16="http://schemas.microsoft.com/office/drawing/2014/main" id="{B4FA52F6-F683-4700-8300-A8230B92C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729" y="2298621"/>
            <a:ext cx="382568" cy="382568"/>
          </a:xfrm>
          <a:prstGeom prst="rect">
            <a:avLst/>
          </a:prstGeom>
        </p:spPr>
      </p:pic>
      <p:pic>
        <p:nvPicPr>
          <p:cNvPr id="92" name="Graphique 91" descr="Utilisateur avec un remplissage uni">
            <a:extLst>
              <a:ext uri="{FF2B5EF4-FFF2-40B4-BE49-F238E27FC236}">
                <a16:creationId xmlns:a16="http://schemas.microsoft.com/office/drawing/2014/main" id="{4E2A2027-C105-4FFE-9AD6-8A6A837DA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1885" y="1578524"/>
            <a:ext cx="382568" cy="382568"/>
          </a:xfrm>
          <a:prstGeom prst="rect">
            <a:avLst/>
          </a:prstGeom>
        </p:spPr>
      </p:pic>
      <p:pic>
        <p:nvPicPr>
          <p:cNvPr id="93" name="Graphique 92" descr="Utilisateur avec un remplissage uni">
            <a:extLst>
              <a:ext uri="{FF2B5EF4-FFF2-40B4-BE49-F238E27FC236}">
                <a16:creationId xmlns:a16="http://schemas.microsoft.com/office/drawing/2014/main" id="{AAFBB7D9-3939-4A36-B65C-5CAAEC339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324" y="1578524"/>
            <a:ext cx="382568" cy="382568"/>
          </a:xfrm>
          <a:prstGeom prst="rect">
            <a:avLst/>
          </a:prstGeom>
        </p:spPr>
      </p:pic>
      <p:pic>
        <p:nvPicPr>
          <p:cNvPr id="94" name="Graphique 93" descr="Utilisateur avec un remplissage uni">
            <a:extLst>
              <a:ext uri="{FF2B5EF4-FFF2-40B4-BE49-F238E27FC236}">
                <a16:creationId xmlns:a16="http://schemas.microsoft.com/office/drawing/2014/main" id="{0407318B-A751-4A3E-88E5-2564D9F9E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1027" y="2298621"/>
            <a:ext cx="382568" cy="382568"/>
          </a:xfrm>
          <a:prstGeom prst="rect">
            <a:avLst/>
          </a:prstGeom>
        </p:spPr>
      </p:pic>
      <p:pic>
        <p:nvPicPr>
          <p:cNvPr id="95" name="Graphique 94" descr="Utilisateur avec un remplissage uni">
            <a:extLst>
              <a:ext uri="{FF2B5EF4-FFF2-40B4-BE49-F238E27FC236}">
                <a16:creationId xmlns:a16="http://schemas.microsoft.com/office/drawing/2014/main" id="{A2A7DE51-46AD-4187-94D0-10B1D3B86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324" y="2298621"/>
            <a:ext cx="382568" cy="382568"/>
          </a:xfrm>
          <a:prstGeom prst="rect">
            <a:avLst/>
          </a:prstGeom>
        </p:spPr>
      </p:pic>
      <p:pic>
        <p:nvPicPr>
          <p:cNvPr id="96" name="Graphique 95" descr="Utilisateur avec un remplissage uni">
            <a:extLst>
              <a:ext uri="{FF2B5EF4-FFF2-40B4-BE49-F238E27FC236}">
                <a16:creationId xmlns:a16="http://schemas.microsoft.com/office/drawing/2014/main" id="{804F46F2-B0FF-44C1-B214-93D8886EC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009" y="819388"/>
            <a:ext cx="382568" cy="382568"/>
          </a:xfrm>
          <a:prstGeom prst="rect">
            <a:avLst/>
          </a:prstGeom>
        </p:spPr>
      </p:pic>
      <p:pic>
        <p:nvPicPr>
          <p:cNvPr id="97" name="Graphique 96" descr="Utilisateur avec un remplissage uni">
            <a:extLst>
              <a:ext uri="{FF2B5EF4-FFF2-40B4-BE49-F238E27FC236}">
                <a16:creationId xmlns:a16="http://schemas.microsoft.com/office/drawing/2014/main" id="{DD712CB4-F601-4A12-BA18-0EF699614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447" y="819388"/>
            <a:ext cx="382568" cy="382568"/>
          </a:xfrm>
          <a:prstGeom prst="rect">
            <a:avLst/>
          </a:prstGeom>
        </p:spPr>
      </p:pic>
      <p:pic>
        <p:nvPicPr>
          <p:cNvPr id="98" name="Graphique 97" descr="Utilisateur avec un remplissage uni">
            <a:extLst>
              <a:ext uri="{FF2B5EF4-FFF2-40B4-BE49-F238E27FC236}">
                <a16:creationId xmlns:a16="http://schemas.microsoft.com/office/drawing/2014/main" id="{E8067838-09BE-4ECA-B9DE-B08666F39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1885" y="819388"/>
            <a:ext cx="382568" cy="382568"/>
          </a:xfrm>
          <a:prstGeom prst="rect">
            <a:avLst/>
          </a:prstGeom>
        </p:spPr>
      </p:pic>
      <p:pic>
        <p:nvPicPr>
          <p:cNvPr id="99" name="Graphique 98" descr="Utilisateur avec un remplissage uni">
            <a:extLst>
              <a:ext uri="{FF2B5EF4-FFF2-40B4-BE49-F238E27FC236}">
                <a16:creationId xmlns:a16="http://schemas.microsoft.com/office/drawing/2014/main" id="{521FF8A9-1135-4FE5-B2CE-4598C23F6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324" y="819388"/>
            <a:ext cx="382568" cy="382568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2911881-B031-42F5-80D0-161DF564B9EC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5083175" y="1134733"/>
            <a:ext cx="493272" cy="635075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CD92C917-F8EF-42E8-8316-A1CDEFC4DF1C}"/>
              </a:ext>
            </a:extLst>
          </p:cNvPr>
          <p:cNvCxnSpPr>
            <a:cxnSpLocks/>
            <a:endCxn id="82" idx="3"/>
          </p:cNvCxnSpPr>
          <p:nvPr/>
        </p:nvCxnSpPr>
        <p:spPr>
          <a:xfrm flipH="1">
            <a:off x="5120999" y="1752268"/>
            <a:ext cx="444059" cy="737637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8F099363-891D-45F9-821E-9DD407ABB57B}"/>
              </a:ext>
            </a:extLst>
          </p:cNvPr>
          <p:cNvCxnSpPr>
            <a:cxnSpLocks/>
            <a:endCxn id="82" idx="3"/>
          </p:cNvCxnSpPr>
          <p:nvPr/>
        </p:nvCxnSpPr>
        <p:spPr>
          <a:xfrm flipH="1">
            <a:off x="5120999" y="1834768"/>
            <a:ext cx="1281070" cy="655137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CA57CAB8-2A13-46D6-9415-1F125609C658}"/>
              </a:ext>
            </a:extLst>
          </p:cNvPr>
          <p:cNvCxnSpPr>
            <a:cxnSpLocks/>
          </p:cNvCxnSpPr>
          <p:nvPr/>
        </p:nvCxnSpPr>
        <p:spPr>
          <a:xfrm flipH="1" flipV="1">
            <a:off x="6375532" y="1834769"/>
            <a:ext cx="53072" cy="655136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540847BB-8025-49E7-980E-D944F1172D72}"/>
              </a:ext>
            </a:extLst>
          </p:cNvPr>
          <p:cNvCxnSpPr>
            <a:cxnSpLocks/>
            <a:stCxn id="94" idx="1"/>
          </p:cNvCxnSpPr>
          <p:nvPr/>
        </p:nvCxnSpPr>
        <p:spPr>
          <a:xfrm flipV="1">
            <a:off x="6411027" y="1879359"/>
            <a:ext cx="835438" cy="610546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235CE6D8-5246-4C13-A232-B2AB541D51CC}"/>
              </a:ext>
            </a:extLst>
          </p:cNvPr>
          <p:cNvGrpSpPr/>
          <p:nvPr/>
        </p:nvGrpSpPr>
        <p:grpSpPr>
          <a:xfrm rot="1356263">
            <a:off x="5024848" y="1021648"/>
            <a:ext cx="223837" cy="300038"/>
            <a:chOff x="1418816" y="1345394"/>
            <a:chExt cx="278085" cy="372754"/>
          </a:xfrm>
        </p:grpSpPr>
        <p:pic>
          <p:nvPicPr>
            <p:cNvPr id="109" name="Graphique 108" descr="Joker avec un remplissage uni">
              <a:extLst>
                <a:ext uri="{FF2B5EF4-FFF2-40B4-BE49-F238E27FC236}">
                  <a16:creationId xmlns:a16="http://schemas.microsoft.com/office/drawing/2014/main" id="{B497F554-1AEC-438A-A063-6FF6A3D3CE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121" t="9609" r="20056" b="8861"/>
            <a:stretch/>
          </p:blipFill>
          <p:spPr>
            <a:xfrm>
              <a:off x="1418816" y="1345394"/>
              <a:ext cx="278085" cy="372754"/>
            </a:xfrm>
            <a:prstGeom prst="rect">
              <a:avLst/>
            </a:prstGeom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1618BC8-5473-4741-B5FB-949AC7B898CF}"/>
                </a:ext>
              </a:extLst>
            </p:cNvPr>
            <p:cNvSpPr/>
            <p:nvPr/>
          </p:nvSpPr>
          <p:spPr>
            <a:xfrm>
              <a:off x="1460232" y="1380896"/>
              <a:ext cx="198210" cy="301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599E3088-A4B5-454F-8F73-32190838DC25}"/>
              </a:ext>
            </a:extLst>
          </p:cNvPr>
          <p:cNvCxnSpPr>
            <a:cxnSpLocks/>
          </p:cNvCxnSpPr>
          <p:nvPr/>
        </p:nvCxnSpPr>
        <p:spPr>
          <a:xfrm flipH="1" flipV="1">
            <a:off x="6767771" y="1219533"/>
            <a:ext cx="444772" cy="659826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Graphique 113" descr="Utilisateur avec un remplissage uni">
            <a:extLst>
              <a:ext uri="{FF2B5EF4-FFF2-40B4-BE49-F238E27FC236}">
                <a16:creationId xmlns:a16="http://schemas.microsoft.com/office/drawing/2014/main" id="{DC5F86FE-C8C5-4408-93DF-4E056D830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5437" y="1293621"/>
            <a:ext cx="1030197" cy="1030197"/>
          </a:xfrm>
          <a:prstGeom prst="rect">
            <a:avLst/>
          </a:prstGeom>
        </p:spPr>
      </p:pic>
      <p:pic>
        <p:nvPicPr>
          <p:cNvPr id="115" name="Graphique 114" descr="Utilisateur avec un remplissage uni">
            <a:extLst>
              <a:ext uri="{FF2B5EF4-FFF2-40B4-BE49-F238E27FC236}">
                <a16:creationId xmlns:a16="http://schemas.microsoft.com/office/drawing/2014/main" id="{C26DB549-0D52-4228-A90E-B795065D2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0542" y="598315"/>
            <a:ext cx="716587" cy="716587"/>
          </a:xfrm>
          <a:prstGeom prst="rect">
            <a:avLst/>
          </a:prstGeom>
        </p:spPr>
      </p:pic>
      <p:pic>
        <p:nvPicPr>
          <p:cNvPr id="116" name="Graphique 115" descr="Utilisateur avec un remplissage uni">
            <a:extLst>
              <a:ext uri="{FF2B5EF4-FFF2-40B4-BE49-F238E27FC236}">
                <a16:creationId xmlns:a16="http://schemas.microsoft.com/office/drawing/2014/main" id="{A9BD96FA-7641-4D6E-8AF9-2FE7E652D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7195" y="956608"/>
            <a:ext cx="716587" cy="716587"/>
          </a:xfrm>
          <a:prstGeom prst="rect">
            <a:avLst/>
          </a:prstGeom>
        </p:spPr>
      </p:pic>
      <p:pic>
        <p:nvPicPr>
          <p:cNvPr id="117" name="Graphique 116" descr="Utilisateur avec un remplissage uni">
            <a:extLst>
              <a:ext uri="{FF2B5EF4-FFF2-40B4-BE49-F238E27FC236}">
                <a16:creationId xmlns:a16="http://schemas.microsoft.com/office/drawing/2014/main" id="{2B6F9BCE-8DAA-4F6A-8DCA-8B80E114B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0960" y="1583307"/>
            <a:ext cx="716587" cy="716587"/>
          </a:xfrm>
          <a:prstGeom prst="rect">
            <a:avLst/>
          </a:prstGeom>
        </p:spPr>
      </p:pic>
      <p:pic>
        <p:nvPicPr>
          <p:cNvPr id="118" name="Graphique 117" descr="Utilisateur avec un remplissage uni">
            <a:extLst>
              <a:ext uri="{FF2B5EF4-FFF2-40B4-BE49-F238E27FC236}">
                <a16:creationId xmlns:a16="http://schemas.microsoft.com/office/drawing/2014/main" id="{7EE26AF6-0208-4D9D-BB49-60C7F32F3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0542" y="2108248"/>
            <a:ext cx="716587" cy="716587"/>
          </a:xfrm>
          <a:prstGeom prst="rect">
            <a:avLst/>
          </a:prstGeom>
        </p:spPr>
      </p:pic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F0B205CE-1EAD-4329-AF4B-AF17C005A5A2}"/>
              </a:ext>
            </a:extLst>
          </p:cNvPr>
          <p:cNvGrpSpPr/>
          <p:nvPr/>
        </p:nvGrpSpPr>
        <p:grpSpPr>
          <a:xfrm rot="19748937">
            <a:off x="8538362" y="1983610"/>
            <a:ext cx="475571" cy="319247"/>
            <a:chOff x="8519296" y="2040332"/>
            <a:chExt cx="475571" cy="319247"/>
          </a:xfrm>
        </p:grpSpPr>
        <p:grpSp>
          <p:nvGrpSpPr>
            <p:cNvPr id="119" name="Groupe 118">
              <a:extLst>
                <a:ext uri="{FF2B5EF4-FFF2-40B4-BE49-F238E27FC236}">
                  <a16:creationId xmlns:a16="http://schemas.microsoft.com/office/drawing/2014/main" id="{793999C2-0AD9-453A-9903-5F0018C359EC}"/>
                </a:ext>
              </a:extLst>
            </p:cNvPr>
            <p:cNvGrpSpPr/>
            <p:nvPr/>
          </p:nvGrpSpPr>
          <p:grpSpPr>
            <a:xfrm rot="20384250">
              <a:off x="8519296" y="2045697"/>
              <a:ext cx="223837" cy="300038"/>
              <a:chOff x="1418816" y="1345394"/>
              <a:chExt cx="278085" cy="372754"/>
            </a:xfrm>
          </p:grpSpPr>
          <p:pic>
            <p:nvPicPr>
              <p:cNvPr id="120" name="Graphique 119" descr="Joker avec un remplissage uni">
                <a:extLst>
                  <a:ext uri="{FF2B5EF4-FFF2-40B4-BE49-F238E27FC236}">
                    <a16:creationId xmlns:a16="http://schemas.microsoft.com/office/drawing/2014/main" id="{61D4B8BA-394C-41BA-992D-DDC81F15B5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04D4B4B7-4A35-4920-AC3E-01657AE8595A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CAE2B6D3-8327-4F72-9AC1-BB8E2C1C246D}"/>
                </a:ext>
              </a:extLst>
            </p:cNvPr>
            <p:cNvGrpSpPr/>
            <p:nvPr/>
          </p:nvGrpSpPr>
          <p:grpSpPr>
            <a:xfrm rot="21356593">
              <a:off x="8614130" y="2040416"/>
              <a:ext cx="223837" cy="300038"/>
              <a:chOff x="1418816" y="1345394"/>
              <a:chExt cx="278085" cy="372754"/>
            </a:xfrm>
          </p:grpSpPr>
          <p:pic>
            <p:nvPicPr>
              <p:cNvPr id="123" name="Graphique 122" descr="Joker avec un remplissage uni">
                <a:extLst>
                  <a:ext uri="{FF2B5EF4-FFF2-40B4-BE49-F238E27FC236}">
                    <a16:creationId xmlns:a16="http://schemas.microsoft.com/office/drawing/2014/main" id="{13C15315-4F69-48DF-AEA1-3D7677C91D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2EFF96A-977B-413A-9A08-A482E68217EF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CD966CBF-4BCC-4773-B764-D1CAC91ACDEB}"/>
                </a:ext>
              </a:extLst>
            </p:cNvPr>
            <p:cNvGrpSpPr/>
            <p:nvPr/>
          </p:nvGrpSpPr>
          <p:grpSpPr>
            <a:xfrm rot="617371">
              <a:off x="8694753" y="2040332"/>
              <a:ext cx="223837" cy="300038"/>
              <a:chOff x="1418816" y="1345394"/>
              <a:chExt cx="278085" cy="372754"/>
            </a:xfrm>
          </p:grpSpPr>
          <p:pic>
            <p:nvPicPr>
              <p:cNvPr id="126" name="Graphique 125" descr="Joker avec un remplissage uni">
                <a:extLst>
                  <a:ext uri="{FF2B5EF4-FFF2-40B4-BE49-F238E27FC236}">
                    <a16:creationId xmlns:a16="http://schemas.microsoft.com/office/drawing/2014/main" id="{2249D234-0033-4AAA-86A9-4D3FE67502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08823E79-8AC5-405B-8993-EFFB6829202B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DB550D45-D31E-4870-A37E-E06BE34DC63E}"/>
                </a:ext>
              </a:extLst>
            </p:cNvPr>
            <p:cNvGrpSpPr/>
            <p:nvPr/>
          </p:nvGrpSpPr>
          <p:grpSpPr>
            <a:xfrm rot="1356263">
              <a:off x="8771030" y="2059541"/>
              <a:ext cx="223837" cy="300038"/>
              <a:chOff x="1418816" y="1345394"/>
              <a:chExt cx="278085" cy="372754"/>
            </a:xfrm>
          </p:grpSpPr>
          <p:pic>
            <p:nvPicPr>
              <p:cNvPr id="129" name="Graphique 128" descr="Joker avec un remplissage uni">
                <a:extLst>
                  <a:ext uri="{FF2B5EF4-FFF2-40B4-BE49-F238E27FC236}">
                    <a16:creationId xmlns:a16="http://schemas.microsoft.com/office/drawing/2014/main" id="{E66B45EA-16FB-487D-A59E-1224F0F2AA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F769E97F-2A73-4B4C-92AD-62B083091FEF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1F62677C-A4A1-4700-ABB2-EB6C1BBFD503}"/>
              </a:ext>
            </a:extLst>
          </p:cNvPr>
          <p:cNvGrpSpPr/>
          <p:nvPr/>
        </p:nvGrpSpPr>
        <p:grpSpPr>
          <a:xfrm rot="1179875">
            <a:off x="8847256" y="1975335"/>
            <a:ext cx="475571" cy="319247"/>
            <a:chOff x="8519296" y="2040332"/>
            <a:chExt cx="475571" cy="319247"/>
          </a:xfrm>
        </p:grpSpPr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40722F4A-F5A2-4887-9B5B-0A5BCBAC0969}"/>
                </a:ext>
              </a:extLst>
            </p:cNvPr>
            <p:cNvGrpSpPr/>
            <p:nvPr/>
          </p:nvGrpSpPr>
          <p:grpSpPr>
            <a:xfrm rot="20384250">
              <a:off x="8519296" y="2045697"/>
              <a:ext cx="223837" cy="300038"/>
              <a:chOff x="1418816" y="1345394"/>
              <a:chExt cx="278085" cy="372754"/>
            </a:xfrm>
          </p:grpSpPr>
          <p:pic>
            <p:nvPicPr>
              <p:cNvPr id="143" name="Graphique 142" descr="Joker avec un remplissage uni">
                <a:extLst>
                  <a:ext uri="{FF2B5EF4-FFF2-40B4-BE49-F238E27FC236}">
                    <a16:creationId xmlns:a16="http://schemas.microsoft.com/office/drawing/2014/main" id="{C2D5D1FB-2CC6-4CD4-BDCB-51A05DD3B8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53488C1-7F12-48C4-9E0E-C3258C458EB7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C69E89AA-05BD-4A9C-8F90-CE42F08C4388}"/>
                </a:ext>
              </a:extLst>
            </p:cNvPr>
            <p:cNvGrpSpPr/>
            <p:nvPr/>
          </p:nvGrpSpPr>
          <p:grpSpPr>
            <a:xfrm rot="21356593">
              <a:off x="8614130" y="2040416"/>
              <a:ext cx="223837" cy="300038"/>
              <a:chOff x="1418816" y="1345394"/>
              <a:chExt cx="278085" cy="372754"/>
            </a:xfrm>
          </p:grpSpPr>
          <p:pic>
            <p:nvPicPr>
              <p:cNvPr id="141" name="Graphique 140" descr="Joker avec un remplissage uni">
                <a:extLst>
                  <a:ext uri="{FF2B5EF4-FFF2-40B4-BE49-F238E27FC236}">
                    <a16:creationId xmlns:a16="http://schemas.microsoft.com/office/drawing/2014/main" id="{26DCA6D7-F660-4270-9AB9-B17FF3E24A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4DF2869-69F9-41A6-B160-D947EA3D3A99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BF3DEC2C-9AA7-4D93-B503-00E923850008}"/>
                </a:ext>
              </a:extLst>
            </p:cNvPr>
            <p:cNvGrpSpPr/>
            <p:nvPr/>
          </p:nvGrpSpPr>
          <p:grpSpPr>
            <a:xfrm rot="617371">
              <a:off x="8694753" y="2040332"/>
              <a:ext cx="223837" cy="300038"/>
              <a:chOff x="1418816" y="1345394"/>
              <a:chExt cx="278085" cy="372754"/>
            </a:xfrm>
          </p:grpSpPr>
          <p:pic>
            <p:nvPicPr>
              <p:cNvPr id="139" name="Graphique 138" descr="Joker avec un remplissage uni">
                <a:extLst>
                  <a:ext uri="{FF2B5EF4-FFF2-40B4-BE49-F238E27FC236}">
                    <a16:creationId xmlns:a16="http://schemas.microsoft.com/office/drawing/2014/main" id="{6FB63FA8-7F4A-4410-AD13-6DF1AC39FB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66B8B57-F272-4FF5-B7F6-A732D9B6F162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9F875EA3-7D46-47FD-8B67-F4E223CF7184}"/>
                </a:ext>
              </a:extLst>
            </p:cNvPr>
            <p:cNvGrpSpPr/>
            <p:nvPr/>
          </p:nvGrpSpPr>
          <p:grpSpPr>
            <a:xfrm rot="1356263">
              <a:off x="8771030" y="2059541"/>
              <a:ext cx="223837" cy="300038"/>
              <a:chOff x="1418816" y="1345394"/>
              <a:chExt cx="278085" cy="372754"/>
            </a:xfrm>
          </p:grpSpPr>
          <p:pic>
            <p:nvPicPr>
              <p:cNvPr id="137" name="Graphique 136" descr="Joker avec un remplissage uni">
                <a:extLst>
                  <a:ext uri="{FF2B5EF4-FFF2-40B4-BE49-F238E27FC236}">
                    <a16:creationId xmlns:a16="http://schemas.microsoft.com/office/drawing/2014/main" id="{23FD1B41-8F55-4536-A5E3-25128453E5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41A914F0-7DA7-4052-9F81-FFA2A61CE7DF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45" name="Graphique 144" descr="Utilisateur avec un remplissage uni">
            <a:extLst>
              <a:ext uri="{FF2B5EF4-FFF2-40B4-BE49-F238E27FC236}">
                <a16:creationId xmlns:a16="http://schemas.microsoft.com/office/drawing/2014/main" id="{5722DE9C-8300-45C6-8D41-B286A489E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783" y="4135217"/>
            <a:ext cx="1030197" cy="1030197"/>
          </a:xfrm>
          <a:prstGeom prst="rect">
            <a:avLst/>
          </a:prstGeom>
        </p:spPr>
      </p:pic>
      <p:pic>
        <p:nvPicPr>
          <p:cNvPr id="146" name="Graphique 145" descr="Utilisateur avec un remplissage uni">
            <a:extLst>
              <a:ext uri="{FF2B5EF4-FFF2-40B4-BE49-F238E27FC236}">
                <a16:creationId xmlns:a16="http://schemas.microsoft.com/office/drawing/2014/main" id="{0B042CB6-92CD-41A1-9A6F-B8A9A3233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6366" y="4142073"/>
            <a:ext cx="1030197" cy="1030197"/>
          </a:xfrm>
          <a:prstGeom prst="rect">
            <a:avLst/>
          </a:prstGeom>
        </p:spPr>
      </p:pic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0B776960-BED7-40F0-81A1-C8FDB82D359B}"/>
              </a:ext>
            </a:extLst>
          </p:cNvPr>
          <p:cNvGrpSpPr/>
          <p:nvPr/>
        </p:nvGrpSpPr>
        <p:grpSpPr>
          <a:xfrm rot="19748937">
            <a:off x="2824997" y="4805560"/>
            <a:ext cx="475571" cy="319247"/>
            <a:chOff x="8519296" y="2040332"/>
            <a:chExt cx="475571" cy="319247"/>
          </a:xfrm>
        </p:grpSpPr>
        <p:grpSp>
          <p:nvGrpSpPr>
            <p:cNvPr id="161" name="Groupe 160">
              <a:extLst>
                <a:ext uri="{FF2B5EF4-FFF2-40B4-BE49-F238E27FC236}">
                  <a16:creationId xmlns:a16="http://schemas.microsoft.com/office/drawing/2014/main" id="{00900463-8B13-458E-9D16-8ED982E76D1F}"/>
                </a:ext>
              </a:extLst>
            </p:cNvPr>
            <p:cNvGrpSpPr/>
            <p:nvPr/>
          </p:nvGrpSpPr>
          <p:grpSpPr>
            <a:xfrm rot="20384250">
              <a:off x="8519296" y="2045697"/>
              <a:ext cx="223837" cy="300038"/>
              <a:chOff x="1418816" y="1345394"/>
              <a:chExt cx="278085" cy="372754"/>
            </a:xfrm>
          </p:grpSpPr>
          <p:pic>
            <p:nvPicPr>
              <p:cNvPr id="171" name="Graphique 170" descr="Joker avec un remplissage uni">
                <a:extLst>
                  <a:ext uri="{FF2B5EF4-FFF2-40B4-BE49-F238E27FC236}">
                    <a16:creationId xmlns:a16="http://schemas.microsoft.com/office/drawing/2014/main" id="{74793EC3-B5BA-4282-ADB7-06EC3718E1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F8F0A4E5-1878-4397-9355-8C723F912465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E52BB632-5DDC-40ED-958B-27EF0B473C4B}"/>
                </a:ext>
              </a:extLst>
            </p:cNvPr>
            <p:cNvGrpSpPr/>
            <p:nvPr/>
          </p:nvGrpSpPr>
          <p:grpSpPr>
            <a:xfrm rot="21356593">
              <a:off x="8614130" y="2040416"/>
              <a:ext cx="223837" cy="300038"/>
              <a:chOff x="1418816" y="1345394"/>
              <a:chExt cx="278085" cy="372754"/>
            </a:xfrm>
          </p:grpSpPr>
          <p:pic>
            <p:nvPicPr>
              <p:cNvPr id="169" name="Graphique 168" descr="Joker avec un remplissage uni">
                <a:extLst>
                  <a:ext uri="{FF2B5EF4-FFF2-40B4-BE49-F238E27FC236}">
                    <a16:creationId xmlns:a16="http://schemas.microsoft.com/office/drawing/2014/main" id="{F7FB8C71-CE68-4371-A01D-9A12B720A4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D46C62FB-1C38-4DD1-B9BF-2B7E2F70E42F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e 162">
              <a:extLst>
                <a:ext uri="{FF2B5EF4-FFF2-40B4-BE49-F238E27FC236}">
                  <a16:creationId xmlns:a16="http://schemas.microsoft.com/office/drawing/2014/main" id="{E023C446-8A5C-4C8A-A47E-CF567182A8E7}"/>
                </a:ext>
              </a:extLst>
            </p:cNvPr>
            <p:cNvGrpSpPr/>
            <p:nvPr/>
          </p:nvGrpSpPr>
          <p:grpSpPr>
            <a:xfrm rot="617371">
              <a:off x="8694753" y="2040332"/>
              <a:ext cx="223837" cy="300038"/>
              <a:chOff x="1418816" y="1345394"/>
              <a:chExt cx="278085" cy="372754"/>
            </a:xfrm>
          </p:grpSpPr>
          <p:pic>
            <p:nvPicPr>
              <p:cNvPr id="167" name="Graphique 166" descr="Joker avec un remplissage uni">
                <a:extLst>
                  <a:ext uri="{FF2B5EF4-FFF2-40B4-BE49-F238E27FC236}">
                    <a16:creationId xmlns:a16="http://schemas.microsoft.com/office/drawing/2014/main" id="{A007ACC4-0439-4992-885D-26243E4852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F13B2645-9359-4CD6-AE37-DAAA6FEAB762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4" name="Groupe 163">
              <a:extLst>
                <a:ext uri="{FF2B5EF4-FFF2-40B4-BE49-F238E27FC236}">
                  <a16:creationId xmlns:a16="http://schemas.microsoft.com/office/drawing/2014/main" id="{62190F68-B7F1-4448-82B4-8F2312EAE1A4}"/>
                </a:ext>
              </a:extLst>
            </p:cNvPr>
            <p:cNvGrpSpPr/>
            <p:nvPr/>
          </p:nvGrpSpPr>
          <p:grpSpPr>
            <a:xfrm rot="1356263">
              <a:off x="8771030" y="2059541"/>
              <a:ext cx="223837" cy="300038"/>
              <a:chOff x="1418816" y="1345394"/>
              <a:chExt cx="278085" cy="372754"/>
            </a:xfrm>
          </p:grpSpPr>
          <p:pic>
            <p:nvPicPr>
              <p:cNvPr id="165" name="Graphique 164" descr="Joker avec un remplissage uni">
                <a:extLst>
                  <a:ext uri="{FF2B5EF4-FFF2-40B4-BE49-F238E27FC236}">
                    <a16:creationId xmlns:a16="http://schemas.microsoft.com/office/drawing/2014/main" id="{AC7C0D95-943F-4C73-B8EF-7EC8841615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89A79F07-D23D-41BD-917E-8267698A35E1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73" name="Groupe 172">
            <a:extLst>
              <a:ext uri="{FF2B5EF4-FFF2-40B4-BE49-F238E27FC236}">
                <a16:creationId xmlns:a16="http://schemas.microsoft.com/office/drawing/2014/main" id="{8D692303-92E0-414C-B24C-2BC46D63CE8F}"/>
              </a:ext>
            </a:extLst>
          </p:cNvPr>
          <p:cNvGrpSpPr/>
          <p:nvPr/>
        </p:nvGrpSpPr>
        <p:grpSpPr>
          <a:xfrm rot="1179875">
            <a:off x="3133891" y="4797285"/>
            <a:ext cx="475571" cy="319247"/>
            <a:chOff x="8519296" y="2040332"/>
            <a:chExt cx="475571" cy="319247"/>
          </a:xfrm>
        </p:grpSpPr>
        <p:grpSp>
          <p:nvGrpSpPr>
            <p:cNvPr id="174" name="Groupe 173">
              <a:extLst>
                <a:ext uri="{FF2B5EF4-FFF2-40B4-BE49-F238E27FC236}">
                  <a16:creationId xmlns:a16="http://schemas.microsoft.com/office/drawing/2014/main" id="{CE930E18-890E-4F21-A719-92CFCE56F182}"/>
                </a:ext>
              </a:extLst>
            </p:cNvPr>
            <p:cNvGrpSpPr/>
            <p:nvPr/>
          </p:nvGrpSpPr>
          <p:grpSpPr>
            <a:xfrm rot="20384250">
              <a:off x="8519296" y="2045697"/>
              <a:ext cx="223837" cy="300038"/>
              <a:chOff x="1418816" y="1345394"/>
              <a:chExt cx="278085" cy="372754"/>
            </a:xfrm>
          </p:grpSpPr>
          <p:pic>
            <p:nvPicPr>
              <p:cNvPr id="184" name="Graphique 183" descr="Joker avec un remplissage uni">
                <a:extLst>
                  <a:ext uri="{FF2B5EF4-FFF2-40B4-BE49-F238E27FC236}">
                    <a16:creationId xmlns:a16="http://schemas.microsoft.com/office/drawing/2014/main" id="{4CC00BAC-C78F-423B-A4A8-0884543B0D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17F63CC7-E4B4-4F35-A160-3F68B56FA1E1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5" name="Groupe 174">
              <a:extLst>
                <a:ext uri="{FF2B5EF4-FFF2-40B4-BE49-F238E27FC236}">
                  <a16:creationId xmlns:a16="http://schemas.microsoft.com/office/drawing/2014/main" id="{E988B2AE-351C-4A51-B147-2F007B7E7AD9}"/>
                </a:ext>
              </a:extLst>
            </p:cNvPr>
            <p:cNvGrpSpPr/>
            <p:nvPr/>
          </p:nvGrpSpPr>
          <p:grpSpPr>
            <a:xfrm rot="21356593">
              <a:off x="8614130" y="2040416"/>
              <a:ext cx="223837" cy="300038"/>
              <a:chOff x="1418816" y="1345394"/>
              <a:chExt cx="278085" cy="372754"/>
            </a:xfrm>
          </p:grpSpPr>
          <p:pic>
            <p:nvPicPr>
              <p:cNvPr id="182" name="Graphique 181" descr="Joker avec un remplissage uni">
                <a:extLst>
                  <a:ext uri="{FF2B5EF4-FFF2-40B4-BE49-F238E27FC236}">
                    <a16:creationId xmlns:a16="http://schemas.microsoft.com/office/drawing/2014/main" id="{327BD11E-CB0E-4DB3-9DD1-51E747C464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24F4FA03-FD67-4B9C-9682-EB06BE282C51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6" name="Groupe 175">
              <a:extLst>
                <a:ext uri="{FF2B5EF4-FFF2-40B4-BE49-F238E27FC236}">
                  <a16:creationId xmlns:a16="http://schemas.microsoft.com/office/drawing/2014/main" id="{8CE0D07A-8444-4179-BB14-317B11CD9C5F}"/>
                </a:ext>
              </a:extLst>
            </p:cNvPr>
            <p:cNvGrpSpPr/>
            <p:nvPr/>
          </p:nvGrpSpPr>
          <p:grpSpPr>
            <a:xfrm rot="617371">
              <a:off x="8694753" y="2040332"/>
              <a:ext cx="223837" cy="300038"/>
              <a:chOff x="1418816" y="1345394"/>
              <a:chExt cx="278085" cy="372754"/>
            </a:xfrm>
          </p:grpSpPr>
          <p:pic>
            <p:nvPicPr>
              <p:cNvPr id="180" name="Graphique 179" descr="Joker avec un remplissage uni">
                <a:extLst>
                  <a:ext uri="{FF2B5EF4-FFF2-40B4-BE49-F238E27FC236}">
                    <a16:creationId xmlns:a16="http://schemas.microsoft.com/office/drawing/2014/main" id="{55966E02-09CC-42BC-B377-EC547C0FCD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5CEFF276-36F7-4A1C-B598-B0A5CE599819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e 176">
              <a:extLst>
                <a:ext uri="{FF2B5EF4-FFF2-40B4-BE49-F238E27FC236}">
                  <a16:creationId xmlns:a16="http://schemas.microsoft.com/office/drawing/2014/main" id="{461ED875-29E6-4648-905B-40CBC528E72C}"/>
                </a:ext>
              </a:extLst>
            </p:cNvPr>
            <p:cNvGrpSpPr/>
            <p:nvPr/>
          </p:nvGrpSpPr>
          <p:grpSpPr>
            <a:xfrm rot="1356263">
              <a:off x="8771030" y="2059541"/>
              <a:ext cx="223837" cy="300038"/>
              <a:chOff x="1418816" y="1345394"/>
              <a:chExt cx="278085" cy="372754"/>
            </a:xfrm>
          </p:grpSpPr>
          <p:pic>
            <p:nvPicPr>
              <p:cNvPr id="178" name="Graphique 177" descr="Joker avec un remplissage uni">
                <a:extLst>
                  <a:ext uri="{FF2B5EF4-FFF2-40B4-BE49-F238E27FC236}">
                    <a16:creationId xmlns:a16="http://schemas.microsoft.com/office/drawing/2014/main" id="{22B6BAD7-F43F-4583-AD8B-B2834ECF5B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50C599EB-0EB5-40E5-9E23-8F7DAE72C606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4ABBA1A9-BAB1-466D-BAEB-B40191E164EE}"/>
              </a:ext>
            </a:extLst>
          </p:cNvPr>
          <p:cNvGrpSpPr/>
          <p:nvPr/>
        </p:nvGrpSpPr>
        <p:grpSpPr>
          <a:xfrm rot="19748937">
            <a:off x="934428" y="4822333"/>
            <a:ext cx="475571" cy="319247"/>
            <a:chOff x="8519296" y="2040332"/>
            <a:chExt cx="475571" cy="319247"/>
          </a:xfrm>
        </p:grpSpPr>
        <p:grpSp>
          <p:nvGrpSpPr>
            <p:cNvPr id="187" name="Groupe 186">
              <a:extLst>
                <a:ext uri="{FF2B5EF4-FFF2-40B4-BE49-F238E27FC236}">
                  <a16:creationId xmlns:a16="http://schemas.microsoft.com/office/drawing/2014/main" id="{87F01976-4097-4CB1-8B78-1D6CD640425D}"/>
                </a:ext>
              </a:extLst>
            </p:cNvPr>
            <p:cNvGrpSpPr/>
            <p:nvPr/>
          </p:nvGrpSpPr>
          <p:grpSpPr>
            <a:xfrm rot="20384250">
              <a:off x="8519296" y="2045697"/>
              <a:ext cx="223837" cy="300038"/>
              <a:chOff x="1418816" y="1345394"/>
              <a:chExt cx="278085" cy="372754"/>
            </a:xfrm>
          </p:grpSpPr>
          <p:pic>
            <p:nvPicPr>
              <p:cNvPr id="197" name="Graphique 196" descr="Joker avec un remplissage uni">
                <a:extLst>
                  <a:ext uri="{FF2B5EF4-FFF2-40B4-BE49-F238E27FC236}">
                    <a16:creationId xmlns:a16="http://schemas.microsoft.com/office/drawing/2014/main" id="{CDCECBF0-5392-45BD-85A9-81C5FDDC3D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195D0F54-D939-4131-9071-FAF1452D93D0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e 187">
              <a:extLst>
                <a:ext uri="{FF2B5EF4-FFF2-40B4-BE49-F238E27FC236}">
                  <a16:creationId xmlns:a16="http://schemas.microsoft.com/office/drawing/2014/main" id="{FEB19697-7772-4E2F-9AD5-55007642C0AC}"/>
                </a:ext>
              </a:extLst>
            </p:cNvPr>
            <p:cNvGrpSpPr/>
            <p:nvPr/>
          </p:nvGrpSpPr>
          <p:grpSpPr>
            <a:xfrm rot="21356593">
              <a:off x="8614130" y="2040416"/>
              <a:ext cx="223837" cy="300038"/>
              <a:chOff x="1418816" y="1345394"/>
              <a:chExt cx="278085" cy="372754"/>
            </a:xfrm>
          </p:grpSpPr>
          <p:pic>
            <p:nvPicPr>
              <p:cNvPr id="195" name="Graphique 194" descr="Joker avec un remplissage uni">
                <a:extLst>
                  <a:ext uri="{FF2B5EF4-FFF2-40B4-BE49-F238E27FC236}">
                    <a16:creationId xmlns:a16="http://schemas.microsoft.com/office/drawing/2014/main" id="{BD67F142-FF34-4776-9BA7-F16D47B813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6D3D718-12BC-4D2E-A15C-D26C343E021A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84320DA9-DDAA-4648-9928-47800BD2B6E6}"/>
                </a:ext>
              </a:extLst>
            </p:cNvPr>
            <p:cNvGrpSpPr/>
            <p:nvPr/>
          </p:nvGrpSpPr>
          <p:grpSpPr>
            <a:xfrm rot="617371">
              <a:off x="8694753" y="2040332"/>
              <a:ext cx="223837" cy="300038"/>
              <a:chOff x="1418816" y="1345394"/>
              <a:chExt cx="278085" cy="372754"/>
            </a:xfrm>
          </p:grpSpPr>
          <p:pic>
            <p:nvPicPr>
              <p:cNvPr id="193" name="Graphique 192" descr="Joker avec un remplissage uni">
                <a:extLst>
                  <a:ext uri="{FF2B5EF4-FFF2-40B4-BE49-F238E27FC236}">
                    <a16:creationId xmlns:a16="http://schemas.microsoft.com/office/drawing/2014/main" id="{2BF1FA52-809F-4F63-A592-47D3BE935A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264326F8-BF7B-4D61-A761-2DA64337C967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0" name="Groupe 189">
              <a:extLst>
                <a:ext uri="{FF2B5EF4-FFF2-40B4-BE49-F238E27FC236}">
                  <a16:creationId xmlns:a16="http://schemas.microsoft.com/office/drawing/2014/main" id="{897D41AA-4A07-4CFA-8D8C-B8EB5D125940}"/>
                </a:ext>
              </a:extLst>
            </p:cNvPr>
            <p:cNvGrpSpPr/>
            <p:nvPr/>
          </p:nvGrpSpPr>
          <p:grpSpPr>
            <a:xfrm rot="1356263">
              <a:off x="8771030" y="2059541"/>
              <a:ext cx="223837" cy="300038"/>
              <a:chOff x="1418816" y="1345394"/>
              <a:chExt cx="278085" cy="372754"/>
            </a:xfrm>
          </p:grpSpPr>
          <p:pic>
            <p:nvPicPr>
              <p:cNvPr id="191" name="Graphique 190" descr="Joker avec un remplissage uni">
                <a:extLst>
                  <a:ext uri="{FF2B5EF4-FFF2-40B4-BE49-F238E27FC236}">
                    <a16:creationId xmlns:a16="http://schemas.microsoft.com/office/drawing/2014/main" id="{B54EBEA9-8228-46FA-BC86-695DAE5D35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8E022F9-A72E-4180-972C-676982480443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9" name="Groupe 198">
            <a:extLst>
              <a:ext uri="{FF2B5EF4-FFF2-40B4-BE49-F238E27FC236}">
                <a16:creationId xmlns:a16="http://schemas.microsoft.com/office/drawing/2014/main" id="{4E2B698C-3074-4E1A-A8F0-044206589629}"/>
              </a:ext>
            </a:extLst>
          </p:cNvPr>
          <p:cNvGrpSpPr/>
          <p:nvPr/>
        </p:nvGrpSpPr>
        <p:grpSpPr>
          <a:xfrm rot="1179875">
            <a:off x="1243322" y="4814058"/>
            <a:ext cx="475571" cy="319247"/>
            <a:chOff x="8519296" y="2040332"/>
            <a:chExt cx="475571" cy="319247"/>
          </a:xfrm>
        </p:grpSpPr>
        <p:grpSp>
          <p:nvGrpSpPr>
            <p:cNvPr id="200" name="Groupe 199">
              <a:extLst>
                <a:ext uri="{FF2B5EF4-FFF2-40B4-BE49-F238E27FC236}">
                  <a16:creationId xmlns:a16="http://schemas.microsoft.com/office/drawing/2014/main" id="{A9BE3CEE-E60F-4341-B0C4-F15F822540AC}"/>
                </a:ext>
              </a:extLst>
            </p:cNvPr>
            <p:cNvGrpSpPr/>
            <p:nvPr/>
          </p:nvGrpSpPr>
          <p:grpSpPr>
            <a:xfrm rot="20384250">
              <a:off x="8519296" y="2045697"/>
              <a:ext cx="223837" cy="300038"/>
              <a:chOff x="1418816" y="1345394"/>
              <a:chExt cx="278085" cy="372754"/>
            </a:xfrm>
          </p:grpSpPr>
          <p:pic>
            <p:nvPicPr>
              <p:cNvPr id="210" name="Graphique 209" descr="Joker avec un remplissage uni">
                <a:extLst>
                  <a:ext uri="{FF2B5EF4-FFF2-40B4-BE49-F238E27FC236}">
                    <a16:creationId xmlns:a16="http://schemas.microsoft.com/office/drawing/2014/main" id="{BC65ED40-4DF3-4641-A87C-3D1E9BB7A2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0A5FF45C-1D2C-4DC6-A0A2-BB4DE08D13D0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1" name="Groupe 200">
              <a:extLst>
                <a:ext uri="{FF2B5EF4-FFF2-40B4-BE49-F238E27FC236}">
                  <a16:creationId xmlns:a16="http://schemas.microsoft.com/office/drawing/2014/main" id="{92D3B5DF-E689-46C2-85B2-887B4F7A9B55}"/>
                </a:ext>
              </a:extLst>
            </p:cNvPr>
            <p:cNvGrpSpPr/>
            <p:nvPr/>
          </p:nvGrpSpPr>
          <p:grpSpPr>
            <a:xfrm rot="21356593">
              <a:off x="8614130" y="2040416"/>
              <a:ext cx="223837" cy="300038"/>
              <a:chOff x="1418816" y="1345394"/>
              <a:chExt cx="278085" cy="372754"/>
            </a:xfrm>
          </p:grpSpPr>
          <p:pic>
            <p:nvPicPr>
              <p:cNvPr id="208" name="Graphique 207" descr="Joker avec un remplissage uni">
                <a:extLst>
                  <a:ext uri="{FF2B5EF4-FFF2-40B4-BE49-F238E27FC236}">
                    <a16:creationId xmlns:a16="http://schemas.microsoft.com/office/drawing/2014/main" id="{083E7DF2-92CA-4663-A5DC-E07F6337AD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C5785F37-E9C9-477E-B513-F359D47162BC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2" name="Groupe 201">
              <a:extLst>
                <a:ext uri="{FF2B5EF4-FFF2-40B4-BE49-F238E27FC236}">
                  <a16:creationId xmlns:a16="http://schemas.microsoft.com/office/drawing/2014/main" id="{0C955750-9C53-4517-9A95-B3F2DAE74187}"/>
                </a:ext>
              </a:extLst>
            </p:cNvPr>
            <p:cNvGrpSpPr/>
            <p:nvPr/>
          </p:nvGrpSpPr>
          <p:grpSpPr>
            <a:xfrm rot="617371">
              <a:off x="8694753" y="2040332"/>
              <a:ext cx="223837" cy="300038"/>
              <a:chOff x="1418816" y="1345394"/>
              <a:chExt cx="278085" cy="372754"/>
            </a:xfrm>
          </p:grpSpPr>
          <p:pic>
            <p:nvPicPr>
              <p:cNvPr id="206" name="Graphique 205" descr="Joker avec un remplissage uni">
                <a:extLst>
                  <a:ext uri="{FF2B5EF4-FFF2-40B4-BE49-F238E27FC236}">
                    <a16:creationId xmlns:a16="http://schemas.microsoft.com/office/drawing/2014/main" id="{16385D49-F1AB-4C4F-A3DC-154668C9F7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652CE5AE-29E8-41B0-9FBB-372EAD128094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3" name="Groupe 202">
              <a:extLst>
                <a:ext uri="{FF2B5EF4-FFF2-40B4-BE49-F238E27FC236}">
                  <a16:creationId xmlns:a16="http://schemas.microsoft.com/office/drawing/2014/main" id="{05E6ABEE-4171-4BBF-8357-9F868F1ACCE3}"/>
                </a:ext>
              </a:extLst>
            </p:cNvPr>
            <p:cNvGrpSpPr/>
            <p:nvPr/>
          </p:nvGrpSpPr>
          <p:grpSpPr>
            <a:xfrm rot="1356263">
              <a:off x="8771030" y="2059541"/>
              <a:ext cx="223837" cy="300038"/>
              <a:chOff x="1418816" y="1345394"/>
              <a:chExt cx="278085" cy="372754"/>
            </a:xfrm>
          </p:grpSpPr>
          <p:pic>
            <p:nvPicPr>
              <p:cNvPr id="204" name="Graphique 203" descr="Joker avec un remplissage uni">
                <a:extLst>
                  <a:ext uri="{FF2B5EF4-FFF2-40B4-BE49-F238E27FC236}">
                    <a16:creationId xmlns:a16="http://schemas.microsoft.com/office/drawing/2014/main" id="{6CE3D36D-789A-491B-9AAB-BC2B68896A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9121" t="9609" r="20056" b="8861"/>
              <a:stretch/>
            </p:blipFill>
            <p:spPr>
              <a:xfrm>
                <a:off x="1418816" y="1345394"/>
                <a:ext cx="278085" cy="372754"/>
              </a:xfrm>
              <a:prstGeom prst="rect">
                <a:avLst/>
              </a:prstGeom>
            </p:spPr>
          </p:pic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75DD2788-3D70-4F3D-ABC3-663CD11BBD10}"/>
                  </a:ext>
                </a:extLst>
              </p:cNvPr>
              <p:cNvSpPr/>
              <p:nvPr/>
            </p:nvSpPr>
            <p:spPr>
              <a:xfrm>
                <a:off x="1460232" y="1380896"/>
                <a:ext cx="198210" cy="301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3598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60CE9C-ADBA-47C9-89DE-8727618FCD4F}"/>
              </a:ext>
            </a:extLst>
          </p:cNvPr>
          <p:cNvSpPr/>
          <p:nvPr/>
        </p:nvSpPr>
        <p:spPr>
          <a:xfrm>
            <a:off x="4324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F3DAD-2E50-41AD-B53B-6DC5F92D46BF}"/>
              </a:ext>
            </a:extLst>
          </p:cNvPr>
          <p:cNvSpPr/>
          <p:nvPr/>
        </p:nvSpPr>
        <p:spPr>
          <a:xfrm>
            <a:off x="4324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834E4-27A6-44B4-AA12-64AE74297962}"/>
              </a:ext>
            </a:extLst>
          </p:cNvPr>
          <p:cNvSpPr/>
          <p:nvPr/>
        </p:nvSpPr>
        <p:spPr>
          <a:xfrm>
            <a:off x="42839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B2A28-5B2C-4F5D-8C2E-759E292621D7}"/>
              </a:ext>
            </a:extLst>
          </p:cNvPr>
          <p:cNvSpPr/>
          <p:nvPr/>
        </p:nvSpPr>
        <p:spPr>
          <a:xfrm>
            <a:off x="42839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DCE77-97D1-4F07-8482-706BA40AAEA9}"/>
              </a:ext>
            </a:extLst>
          </p:cNvPr>
          <p:cNvSpPr/>
          <p:nvPr/>
        </p:nvSpPr>
        <p:spPr>
          <a:xfrm>
            <a:off x="8135490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485ED-4919-4BD3-9C94-B2A4C91EE745}"/>
              </a:ext>
            </a:extLst>
          </p:cNvPr>
          <p:cNvSpPr/>
          <p:nvPr/>
        </p:nvSpPr>
        <p:spPr>
          <a:xfrm>
            <a:off x="8135490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que 24" descr="Toque d'étudiant avec un remplissage uni">
            <a:extLst>
              <a:ext uri="{FF2B5EF4-FFF2-40B4-BE49-F238E27FC236}">
                <a16:creationId xmlns:a16="http://schemas.microsoft.com/office/drawing/2014/main" id="{2E49298D-CDF6-410E-8247-17BFE600C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399" y="645508"/>
            <a:ext cx="2108200" cy="2108200"/>
          </a:xfrm>
          <a:prstGeom prst="rect">
            <a:avLst/>
          </a:prstGeom>
        </p:spPr>
      </p:pic>
      <p:pic>
        <p:nvPicPr>
          <p:cNvPr id="29" name="Graphique 28" descr="Signe pouce en haut avec un remplissage uni">
            <a:extLst>
              <a:ext uri="{FF2B5EF4-FFF2-40B4-BE49-F238E27FC236}">
                <a16:creationId xmlns:a16="http://schemas.microsoft.com/office/drawing/2014/main" id="{9C85BEDC-5605-44B9-9288-0F5C69258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1421" y="920024"/>
            <a:ext cx="1474578" cy="1474578"/>
          </a:xfrm>
          <a:prstGeom prst="rect">
            <a:avLst/>
          </a:prstGeom>
        </p:spPr>
      </p:pic>
      <p:pic>
        <p:nvPicPr>
          <p:cNvPr id="31" name="Graphique 30" descr="Pouce en bas avec un remplissage uni">
            <a:extLst>
              <a:ext uri="{FF2B5EF4-FFF2-40B4-BE49-F238E27FC236}">
                <a16:creationId xmlns:a16="http://schemas.microsoft.com/office/drawing/2014/main" id="{9E0D9928-295D-46A0-B341-DFDDE71F41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5999" y="1066288"/>
            <a:ext cx="1474578" cy="1474578"/>
          </a:xfrm>
          <a:prstGeom prst="rect">
            <a:avLst/>
          </a:prstGeom>
        </p:spPr>
      </p:pic>
      <p:pic>
        <p:nvPicPr>
          <p:cNvPr id="33" name="Graphique 32" descr="Livres avec un remplissage uni">
            <a:extLst>
              <a:ext uri="{FF2B5EF4-FFF2-40B4-BE49-F238E27FC236}">
                <a16:creationId xmlns:a16="http://schemas.microsoft.com/office/drawing/2014/main" id="{D4FE2DD3-4CCC-44C9-9939-0D1848285F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74856" y="795579"/>
            <a:ext cx="1745287" cy="1745287"/>
          </a:xfrm>
          <a:prstGeom prst="rect">
            <a:avLst/>
          </a:prstGeom>
        </p:spPr>
      </p:pic>
      <p:pic>
        <p:nvPicPr>
          <p:cNvPr id="35" name="Graphique 34" descr="Cigogne bébé avec un remplissage uni">
            <a:extLst>
              <a:ext uri="{FF2B5EF4-FFF2-40B4-BE49-F238E27FC236}">
                <a16:creationId xmlns:a16="http://schemas.microsoft.com/office/drawing/2014/main" id="{4098CEF4-93A4-4C1A-9273-2A57CB72E9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1022" y="3758085"/>
            <a:ext cx="1761899" cy="1761899"/>
          </a:xfrm>
          <a:prstGeom prst="rect">
            <a:avLst/>
          </a:prstGeom>
        </p:spPr>
      </p:pic>
      <p:pic>
        <p:nvPicPr>
          <p:cNvPr id="37" name="Graphique 36" descr="Panneau de signalisation avec un remplissage uni">
            <a:extLst>
              <a:ext uri="{FF2B5EF4-FFF2-40B4-BE49-F238E27FC236}">
                <a16:creationId xmlns:a16="http://schemas.microsoft.com/office/drawing/2014/main" id="{55BC44D2-3C23-498C-8538-BF6CCE2CB1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54598" y="3488081"/>
            <a:ext cx="2082801" cy="2082801"/>
          </a:xfrm>
          <a:prstGeom prst="rect">
            <a:avLst/>
          </a:prstGeom>
        </p:spPr>
      </p:pic>
      <p:pic>
        <p:nvPicPr>
          <p:cNvPr id="39" name="Graphique 38" descr="Insecte sous une loupe avec un remplissage uni">
            <a:extLst>
              <a:ext uri="{FF2B5EF4-FFF2-40B4-BE49-F238E27FC236}">
                <a16:creationId xmlns:a16="http://schemas.microsoft.com/office/drawing/2014/main" id="{109B9A2F-EAF6-4024-B8D5-E84F95A2F5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09078" y="3665784"/>
            <a:ext cx="18542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67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60CE9C-ADBA-47C9-89DE-8727618FCD4F}"/>
              </a:ext>
            </a:extLst>
          </p:cNvPr>
          <p:cNvSpPr/>
          <p:nvPr/>
        </p:nvSpPr>
        <p:spPr>
          <a:xfrm>
            <a:off x="4324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F3DAD-2E50-41AD-B53B-6DC5F92D46BF}"/>
              </a:ext>
            </a:extLst>
          </p:cNvPr>
          <p:cNvSpPr/>
          <p:nvPr/>
        </p:nvSpPr>
        <p:spPr>
          <a:xfrm>
            <a:off x="4324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834E4-27A6-44B4-AA12-64AE74297962}"/>
              </a:ext>
            </a:extLst>
          </p:cNvPr>
          <p:cNvSpPr/>
          <p:nvPr/>
        </p:nvSpPr>
        <p:spPr>
          <a:xfrm>
            <a:off x="42839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B2A28-5B2C-4F5D-8C2E-759E292621D7}"/>
              </a:ext>
            </a:extLst>
          </p:cNvPr>
          <p:cNvSpPr/>
          <p:nvPr/>
        </p:nvSpPr>
        <p:spPr>
          <a:xfrm>
            <a:off x="42839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DCE77-97D1-4F07-8482-706BA40AAEA9}"/>
              </a:ext>
            </a:extLst>
          </p:cNvPr>
          <p:cNvSpPr/>
          <p:nvPr/>
        </p:nvSpPr>
        <p:spPr>
          <a:xfrm>
            <a:off x="8135490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485ED-4919-4BD3-9C94-B2A4C91EE745}"/>
              </a:ext>
            </a:extLst>
          </p:cNvPr>
          <p:cNvSpPr/>
          <p:nvPr/>
        </p:nvSpPr>
        <p:spPr>
          <a:xfrm>
            <a:off x="8135490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que 40" descr="Contour de visage souriant avec un remplissage uni">
            <a:extLst>
              <a:ext uri="{FF2B5EF4-FFF2-40B4-BE49-F238E27FC236}">
                <a16:creationId xmlns:a16="http://schemas.microsoft.com/office/drawing/2014/main" id="{080E5D89-1554-4A1F-9F58-A27D14EB6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9325" y="699300"/>
            <a:ext cx="2000616" cy="2000616"/>
          </a:xfrm>
          <a:prstGeom prst="rect">
            <a:avLst/>
          </a:prstGeom>
        </p:spPr>
      </p:pic>
      <p:pic>
        <p:nvPicPr>
          <p:cNvPr id="43" name="Graphique 42" descr="Double itinéraire avec un chemin avec un remplissage uni">
            <a:extLst>
              <a:ext uri="{FF2B5EF4-FFF2-40B4-BE49-F238E27FC236}">
                <a16:creationId xmlns:a16="http://schemas.microsoft.com/office/drawing/2014/main" id="{38DF03EE-6AB2-45BD-A730-2445656EC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598" y="820315"/>
            <a:ext cx="1879601" cy="1879601"/>
          </a:xfrm>
          <a:prstGeom prst="rect">
            <a:avLst/>
          </a:prstGeom>
        </p:spPr>
      </p:pic>
      <p:pic>
        <p:nvPicPr>
          <p:cNvPr id="45" name="Graphique 44" descr="Flèche vers la droite avec un remplissage uni">
            <a:extLst>
              <a:ext uri="{FF2B5EF4-FFF2-40B4-BE49-F238E27FC236}">
                <a16:creationId xmlns:a16="http://schemas.microsoft.com/office/drawing/2014/main" id="{E2A4ADD4-5D2A-47A2-8A59-9F02FB8C8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6099" y="699300"/>
            <a:ext cx="1989575" cy="1989575"/>
          </a:xfrm>
          <a:prstGeom prst="rect">
            <a:avLst/>
          </a:prstGeom>
        </p:spPr>
      </p:pic>
      <p:pic>
        <p:nvPicPr>
          <p:cNvPr id="47" name="Graphique 46" descr="Case cochée avec un remplissage uni">
            <a:extLst>
              <a:ext uri="{FF2B5EF4-FFF2-40B4-BE49-F238E27FC236}">
                <a16:creationId xmlns:a16="http://schemas.microsoft.com/office/drawing/2014/main" id="{1453F576-EBD1-4F95-A25B-3897444426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782" y="3516099"/>
            <a:ext cx="2149702" cy="2149702"/>
          </a:xfrm>
          <a:prstGeom prst="rect">
            <a:avLst/>
          </a:prstGeom>
        </p:spPr>
      </p:pic>
      <p:pic>
        <p:nvPicPr>
          <p:cNvPr id="49" name="Graphique 48" descr="Batterie en charge avec un remplissage uni">
            <a:extLst>
              <a:ext uri="{FF2B5EF4-FFF2-40B4-BE49-F238E27FC236}">
                <a16:creationId xmlns:a16="http://schemas.microsoft.com/office/drawing/2014/main" id="{0E9589C6-C34D-42ED-B47E-945FDDCE95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8898" y="3663849"/>
            <a:ext cx="1854201" cy="1854201"/>
          </a:xfrm>
          <a:prstGeom prst="rect">
            <a:avLst/>
          </a:prstGeom>
        </p:spPr>
      </p:pic>
      <p:pic>
        <p:nvPicPr>
          <p:cNvPr id="51" name="Graphique 50" descr="Réflection avec un remplissage uni">
            <a:extLst>
              <a:ext uri="{FF2B5EF4-FFF2-40B4-BE49-F238E27FC236}">
                <a16:creationId xmlns:a16="http://schemas.microsoft.com/office/drawing/2014/main" id="{CA9343D3-91A4-4C45-B73F-C4518BFDC8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4474" y="3536850"/>
            <a:ext cx="198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93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60CE9C-ADBA-47C9-89DE-8727618FCD4F}"/>
              </a:ext>
            </a:extLst>
          </p:cNvPr>
          <p:cNvSpPr/>
          <p:nvPr/>
        </p:nvSpPr>
        <p:spPr>
          <a:xfrm>
            <a:off x="4324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F3DAD-2E50-41AD-B53B-6DC5F92D46BF}"/>
              </a:ext>
            </a:extLst>
          </p:cNvPr>
          <p:cNvSpPr/>
          <p:nvPr/>
        </p:nvSpPr>
        <p:spPr>
          <a:xfrm>
            <a:off x="4324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834E4-27A6-44B4-AA12-64AE74297962}"/>
              </a:ext>
            </a:extLst>
          </p:cNvPr>
          <p:cNvSpPr/>
          <p:nvPr/>
        </p:nvSpPr>
        <p:spPr>
          <a:xfrm>
            <a:off x="42839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B2A28-5B2C-4F5D-8C2E-759E292621D7}"/>
              </a:ext>
            </a:extLst>
          </p:cNvPr>
          <p:cNvSpPr/>
          <p:nvPr/>
        </p:nvSpPr>
        <p:spPr>
          <a:xfrm>
            <a:off x="42839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DCE77-97D1-4F07-8482-706BA40AAEA9}"/>
              </a:ext>
            </a:extLst>
          </p:cNvPr>
          <p:cNvSpPr/>
          <p:nvPr/>
        </p:nvSpPr>
        <p:spPr>
          <a:xfrm>
            <a:off x="8135490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485ED-4919-4BD3-9C94-B2A4C91EE745}"/>
              </a:ext>
            </a:extLst>
          </p:cNvPr>
          <p:cNvSpPr/>
          <p:nvPr/>
        </p:nvSpPr>
        <p:spPr>
          <a:xfrm>
            <a:off x="8135490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Dossier ouvert avec un remplissage uni">
            <a:extLst>
              <a:ext uri="{FF2B5EF4-FFF2-40B4-BE49-F238E27FC236}">
                <a16:creationId xmlns:a16="http://schemas.microsoft.com/office/drawing/2014/main" id="{4FFBB54A-AEC0-42A7-A8D6-A527376A7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1398" y="656507"/>
            <a:ext cx="2086201" cy="2086201"/>
          </a:xfrm>
          <a:prstGeom prst="rect">
            <a:avLst/>
          </a:prstGeom>
        </p:spPr>
      </p:pic>
      <p:pic>
        <p:nvPicPr>
          <p:cNvPr id="5" name="Graphique 4" descr="Loupe avec un remplissage uni">
            <a:extLst>
              <a:ext uri="{FF2B5EF4-FFF2-40B4-BE49-F238E27FC236}">
                <a16:creationId xmlns:a16="http://schemas.microsoft.com/office/drawing/2014/main" id="{F1786AC3-4C7E-4417-88C9-33F69CCEA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0649" y="748807"/>
            <a:ext cx="1993901" cy="1993901"/>
          </a:xfrm>
          <a:prstGeom prst="rect">
            <a:avLst/>
          </a:prstGeom>
        </p:spPr>
      </p:pic>
      <p:pic>
        <p:nvPicPr>
          <p:cNvPr id="8" name="Graphique 7" descr="Badge à suivre avec un remplissage uni">
            <a:extLst>
              <a:ext uri="{FF2B5EF4-FFF2-40B4-BE49-F238E27FC236}">
                <a16:creationId xmlns:a16="http://schemas.microsoft.com/office/drawing/2014/main" id="{3AA8EE2A-5BF7-4EBA-B798-D710789BA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7200" y="1080442"/>
            <a:ext cx="914400" cy="914400"/>
          </a:xfrm>
          <a:prstGeom prst="rect">
            <a:avLst/>
          </a:prstGeom>
        </p:spPr>
      </p:pic>
      <p:pic>
        <p:nvPicPr>
          <p:cNvPr id="10" name="Graphique 9" descr="Outil préhistorique avec un remplissage uni">
            <a:extLst>
              <a:ext uri="{FF2B5EF4-FFF2-40B4-BE49-F238E27FC236}">
                <a16:creationId xmlns:a16="http://schemas.microsoft.com/office/drawing/2014/main" id="{3D783D4F-CE5D-4805-A80F-9A9795FFBB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4200" y="748807"/>
            <a:ext cx="1957502" cy="1957502"/>
          </a:xfrm>
          <a:prstGeom prst="rect">
            <a:avLst/>
          </a:prstGeom>
        </p:spPr>
      </p:pic>
      <p:pic>
        <p:nvPicPr>
          <p:cNvPr id="12" name="Graphique 11" descr="Escalade avec un remplissage uni">
            <a:extLst>
              <a:ext uri="{FF2B5EF4-FFF2-40B4-BE49-F238E27FC236}">
                <a16:creationId xmlns:a16="http://schemas.microsoft.com/office/drawing/2014/main" id="{757973EA-0094-42B2-9B63-F76B263428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0499" y="3429000"/>
            <a:ext cx="2197100" cy="2197100"/>
          </a:xfrm>
          <a:prstGeom prst="rect">
            <a:avLst/>
          </a:prstGeom>
        </p:spPr>
      </p:pic>
      <p:pic>
        <p:nvPicPr>
          <p:cNvPr id="14" name="Graphique 13" descr="Lumières allumées avec un remplissage uni">
            <a:extLst>
              <a:ext uri="{FF2B5EF4-FFF2-40B4-BE49-F238E27FC236}">
                <a16:creationId xmlns:a16="http://schemas.microsoft.com/office/drawing/2014/main" id="{29DF8887-59CE-4D25-BE8A-396153CBD8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87949" y="3619498"/>
            <a:ext cx="1873252" cy="1873252"/>
          </a:xfrm>
          <a:prstGeom prst="rect">
            <a:avLst/>
          </a:prstGeom>
        </p:spPr>
      </p:pic>
      <p:pic>
        <p:nvPicPr>
          <p:cNvPr id="4" name="Graphique 3" descr="Rose des vents avec un remplissage uni">
            <a:extLst>
              <a:ext uri="{FF2B5EF4-FFF2-40B4-BE49-F238E27FC236}">
                <a16:creationId xmlns:a16="http://schemas.microsoft.com/office/drawing/2014/main" id="{E7BF4AD9-DF77-4B49-BA52-C8631589BB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57808" y="3619498"/>
            <a:ext cx="1943894" cy="194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98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60CE9C-ADBA-47C9-89DE-8727618FCD4F}"/>
              </a:ext>
            </a:extLst>
          </p:cNvPr>
          <p:cNvSpPr/>
          <p:nvPr/>
        </p:nvSpPr>
        <p:spPr>
          <a:xfrm>
            <a:off x="4324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F3DAD-2E50-41AD-B53B-6DC5F92D46BF}"/>
              </a:ext>
            </a:extLst>
          </p:cNvPr>
          <p:cNvSpPr/>
          <p:nvPr/>
        </p:nvSpPr>
        <p:spPr>
          <a:xfrm>
            <a:off x="4324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834E4-27A6-44B4-AA12-64AE74297962}"/>
              </a:ext>
            </a:extLst>
          </p:cNvPr>
          <p:cNvSpPr/>
          <p:nvPr/>
        </p:nvSpPr>
        <p:spPr>
          <a:xfrm>
            <a:off x="42839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B2A28-5B2C-4F5D-8C2E-759E292621D7}"/>
              </a:ext>
            </a:extLst>
          </p:cNvPr>
          <p:cNvSpPr/>
          <p:nvPr/>
        </p:nvSpPr>
        <p:spPr>
          <a:xfrm>
            <a:off x="42839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DCE77-97D1-4F07-8482-706BA40AAEA9}"/>
              </a:ext>
            </a:extLst>
          </p:cNvPr>
          <p:cNvSpPr/>
          <p:nvPr/>
        </p:nvSpPr>
        <p:spPr>
          <a:xfrm>
            <a:off x="8135490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485ED-4919-4BD3-9C94-B2A4C91EE745}"/>
              </a:ext>
            </a:extLst>
          </p:cNvPr>
          <p:cNvSpPr/>
          <p:nvPr/>
        </p:nvSpPr>
        <p:spPr>
          <a:xfrm>
            <a:off x="8135490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 descr="Liste avec un remplissage uni">
            <a:extLst>
              <a:ext uri="{FF2B5EF4-FFF2-40B4-BE49-F238E27FC236}">
                <a16:creationId xmlns:a16="http://schemas.microsoft.com/office/drawing/2014/main" id="{9C4F953F-9F8F-4692-9AD9-8F0A7567B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4598" y="634206"/>
            <a:ext cx="2000330" cy="2000330"/>
          </a:xfrm>
          <a:prstGeom prst="rect">
            <a:avLst/>
          </a:prstGeom>
        </p:spPr>
      </p:pic>
      <p:pic>
        <p:nvPicPr>
          <p:cNvPr id="11" name="Graphique 10" descr="Diamant avec un remplissage uni">
            <a:extLst>
              <a:ext uri="{FF2B5EF4-FFF2-40B4-BE49-F238E27FC236}">
                <a16:creationId xmlns:a16="http://schemas.microsoft.com/office/drawing/2014/main" id="{54E2CD9D-8565-4600-901D-BB97FB37E8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9382" y="681300"/>
            <a:ext cx="1953236" cy="1953236"/>
          </a:xfrm>
          <a:prstGeom prst="rect">
            <a:avLst/>
          </a:prstGeom>
        </p:spPr>
      </p:pic>
      <p:pic>
        <p:nvPicPr>
          <p:cNvPr id="15" name="Graphique 14" descr="Graphique exponentiel avec un remplissage uni">
            <a:extLst>
              <a:ext uri="{FF2B5EF4-FFF2-40B4-BE49-F238E27FC236}">
                <a16:creationId xmlns:a16="http://schemas.microsoft.com/office/drawing/2014/main" id="{EB460024-1AA3-42B8-9B33-D777E465A5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33100" y="681300"/>
            <a:ext cx="1904302" cy="1904302"/>
          </a:xfrm>
          <a:prstGeom prst="rect">
            <a:avLst/>
          </a:prstGeom>
        </p:spPr>
      </p:pic>
      <p:pic>
        <p:nvPicPr>
          <p:cNvPr id="18" name="Graphique 17" descr="Pyramide avec un remplissage uni">
            <a:extLst>
              <a:ext uri="{FF2B5EF4-FFF2-40B4-BE49-F238E27FC236}">
                <a16:creationId xmlns:a16="http://schemas.microsoft.com/office/drawing/2014/main" id="{88E884EA-1609-47DA-AD8B-5845325960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8153" y="3624340"/>
            <a:ext cx="1933219" cy="1933219"/>
          </a:xfrm>
          <a:prstGeom prst="rect">
            <a:avLst/>
          </a:prstGeom>
        </p:spPr>
      </p:pic>
      <p:pic>
        <p:nvPicPr>
          <p:cNvPr id="23" name="Graphique 22" descr="Agriculture avec un remplissage uni">
            <a:extLst>
              <a:ext uri="{FF2B5EF4-FFF2-40B4-BE49-F238E27FC236}">
                <a16:creationId xmlns:a16="http://schemas.microsoft.com/office/drawing/2014/main" id="{758088EF-D9F9-4081-AD0E-4801559346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0490" y="3563922"/>
            <a:ext cx="1891019" cy="1891019"/>
          </a:xfrm>
          <a:prstGeom prst="rect">
            <a:avLst/>
          </a:prstGeom>
        </p:spPr>
      </p:pic>
      <p:pic>
        <p:nvPicPr>
          <p:cNvPr id="26" name="Graphique 25" descr="Jauge avec un remplissage uni">
            <a:extLst>
              <a:ext uri="{FF2B5EF4-FFF2-40B4-BE49-F238E27FC236}">
                <a16:creationId xmlns:a16="http://schemas.microsoft.com/office/drawing/2014/main" id="{220CF85C-BDD4-4D80-8258-BF3FBFD02F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3100" y="3563922"/>
            <a:ext cx="1955008" cy="195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733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60CE9C-ADBA-47C9-89DE-8727618FCD4F}"/>
              </a:ext>
            </a:extLst>
          </p:cNvPr>
          <p:cNvSpPr/>
          <p:nvPr/>
        </p:nvSpPr>
        <p:spPr>
          <a:xfrm>
            <a:off x="4324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F3DAD-2E50-41AD-B53B-6DC5F92D46BF}"/>
              </a:ext>
            </a:extLst>
          </p:cNvPr>
          <p:cNvSpPr/>
          <p:nvPr/>
        </p:nvSpPr>
        <p:spPr>
          <a:xfrm>
            <a:off x="4324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834E4-27A6-44B4-AA12-64AE74297962}"/>
              </a:ext>
            </a:extLst>
          </p:cNvPr>
          <p:cNvSpPr/>
          <p:nvPr/>
        </p:nvSpPr>
        <p:spPr>
          <a:xfrm>
            <a:off x="42839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B2A28-5B2C-4F5D-8C2E-759E292621D7}"/>
              </a:ext>
            </a:extLst>
          </p:cNvPr>
          <p:cNvSpPr/>
          <p:nvPr/>
        </p:nvSpPr>
        <p:spPr>
          <a:xfrm>
            <a:off x="42839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DCE77-97D1-4F07-8482-706BA40AAEA9}"/>
              </a:ext>
            </a:extLst>
          </p:cNvPr>
          <p:cNvSpPr/>
          <p:nvPr/>
        </p:nvSpPr>
        <p:spPr>
          <a:xfrm>
            <a:off x="8135490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485ED-4919-4BD3-9C94-B2A4C91EE745}"/>
              </a:ext>
            </a:extLst>
          </p:cNvPr>
          <p:cNvSpPr/>
          <p:nvPr/>
        </p:nvSpPr>
        <p:spPr>
          <a:xfrm>
            <a:off x="8135490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Ligne fléchée : incurvée sens des aiguilles d’une montre avec un remplissage uni">
            <a:extLst>
              <a:ext uri="{FF2B5EF4-FFF2-40B4-BE49-F238E27FC236}">
                <a16:creationId xmlns:a16="http://schemas.microsoft.com/office/drawing/2014/main" id="{5E8B6390-0180-4080-A958-840287408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198" y="1330041"/>
            <a:ext cx="1353562" cy="1353562"/>
          </a:xfrm>
          <a:prstGeom prst="rect">
            <a:avLst/>
          </a:prstGeom>
        </p:spPr>
      </p:pic>
      <p:pic>
        <p:nvPicPr>
          <p:cNvPr id="5" name="Graphique 4" descr="Mur de briques avec un remplissage uni">
            <a:extLst>
              <a:ext uri="{FF2B5EF4-FFF2-40B4-BE49-F238E27FC236}">
                <a16:creationId xmlns:a16="http://schemas.microsoft.com/office/drawing/2014/main" id="{06C12274-B427-4211-96F1-9ED337F4E4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465" y="739723"/>
            <a:ext cx="1643846" cy="1643846"/>
          </a:xfrm>
          <a:prstGeom prst="rect">
            <a:avLst/>
          </a:prstGeom>
        </p:spPr>
      </p:pic>
      <p:pic>
        <p:nvPicPr>
          <p:cNvPr id="20" name="Graphique 19" descr="Mur de briques avec un remplissage uni">
            <a:extLst>
              <a:ext uri="{FF2B5EF4-FFF2-40B4-BE49-F238E27FC236}">
                <a16:creationId xmlns:a16="http://schemas.microsoft.com/office/drawing/2014/main" id="{5873A1C9-333E-4F71-87DB-94053248C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0117" y="739723"/>
            <a:ext cx="1643846" cy="1643846"/>
          </a:xfrm>
          <a:prstGeom prst="rect">
            <a:avLst/>
          </a:prstGeom>
        </p:spPr>
      </p:pic>
      <p:pic>
        <p:nvPicPr>
          <p:cNvPr id="12" name="Graphique 11" descr="Déverrouiller avec un remplissage uni">
            <a:extLst>
              <a:ext uri="{FF2B5EF4-FFF2-40B4-BE49-F238E27FC236}">
                <a16:creationId xmlns:a16="http://schemas.microsoft.com/office/drawing/2014/main" id="{A974EA97-32AB-40B3-95DA-59883E8DD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2946" y="597495"/>
            <a:ext cx="2086108" cy="2086108"/>
          </a:xfrm>
          <a:prstGeom prst="rect">
            <a:avLst/>
          </a:prstGeom>
        </p:spPr>
      </p:pic>
      <p:pic>
        <p:nvPicPr>
          <p:cNvPr id="25" name="Graphique 24" descr="Signe pouce en haut avec un remplissage uni">
            <a:extLst>
              <a:ext uri="{FF2B5EF4-FFF2-40B4-BE49-F238E27FC236}">
                <a16:creationId xmlns:a16="http://schemas.microsoft.com/office/drawing/2014/main" id="{2271F22C-205F-4249-95B3-467EFCF507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6027" y="597495"/>
            <a:ext cx="2119051" cy="2119051"/>
          </a:xfrm>
          <a:prstGeom prst="rect">
            <a:avLst/>
          </a:prstGeom>
        </p:spPr>
      </p:pic>
      <p:pic>
        <p:nvPicPr>
          <p:cNvPr id="14" name="Graphique 13" descr="Montagnes avec un remplissage uni">
            <a:extLst>
              <a:ext uri="{FF2B5EF4-FFF2-40B4-BE49-F238E27FC236}">
                <a16:creationId xmlns:a16="http://schemas.microsoft.com/office/drawing/2014/main" id="{8F50D05F-CC80-4893-97E7-40D2421FC2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1206647" y="3980252"/>
            <a:ext cx="1733386" cy="1643087"/>
          </a:xfrm>
          <a:prstGeom prst="rect">
            <a:avLst/>
          </a:prstGeom>
        </p:spPr>
      </p:pic>
      <p:pic>
        <p:nvPicPr>
          <p:cNvPr id="27" name="Graphique 26" descr="Cible avec un remplissage uni">
            <a:extLst>
              <a:ext uri="{FF2B5EF4-FFF2-40B4-BE49-F238E27FC236}">
                <a16:creationId xmlns:a16="http://schemas.microsoft.com/office/drawing/2014/main" id="{D8A78A82-AB8C-4D18-AA0B-B970DBBCF8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76151" y="3728612"/>
            <a:ext cx="536696" cy="536696"/>
          </a:xfrm>
          <a:prstGeom prst="rect">
            <a:avLst/>
          </a:prstGeom>
        </p:spPr>
      </p:pic>
      <p:pic>
        <p:nvPicPr>
          <p:cNvPr id="29" name="Graphique 28" descr="Aspiration avec un remplissage uni">
            <a:extLst>
              <a:ext uri="{FF2B5EF4-FFF2-40B4-BE49-F238E27FC236}">
                <a16:creationId xmlns:a16="http://schemas.microsoft.com/office/drawing/2014/main" id="{4A3AF302-72B7-46AD-A65A-EE0397F695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19381" y="3594058"/>
            <a:ext cx="1953237" cy="1953237"/>
          </a:xfrm>
          <a:prstGeom prst="rect">
            <a:avLst/>
          </a:prstGeom>
        </p:spPr>
      </p:pic>
      <p:pic>
        <p:nvPicPr>
          <p:cNvPr id="35" name="Graphique 34" descr="Méditation avec un remplissage uni">
            <a:extLst>
              <a:ext uri="{FF2B5EF4-FFF2-40B4-BE49-F238E27FC236}">
                <a16:creationId xmlns:a16="http://schemas.microsoft.com/office/drawing/2014/main" id="{E178B737-0CFF-47AF-9ADB-88A2FCD17C8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8358" y="3546619"/>
            <a:ext cx="2076720" cy="207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60CE9C-ADBA-47C9-89DE-8727618FCD4F}"/>
              </a:ext>
            </a:extLst>
          </p:cNvPr>
          <p:cNvSpPr/>
          <p:nvPr/>
        </p:nvSpPr>
        <p:spPr>
          <a:xfrm>
            <a:off x="4324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F3DAD-2E50-41AD-B53B-6DC5F92D46BF}"/>
              </a:ext>
            </a:extLst>
          </p:cNvPr>
          <p:cNvSpPr/>
          <p:nvPr/>
        </p:nvSpPr>
        <p:spPr>
          <a:xfrm>
            <a:off x="4324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834E4-27A6-44B4-AA12-64AE74297962}"/>
              </a:ext>
            </a:extLst>
          </p:cNvPr>
          <p:cNvSpPr/>
          <p:nvPr/>
        </p:nvSpPr>
        <p:spPr>
          <a:xfrm>
            <a:off x="4283989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B2A28-5B2C-4F5D-8C2E-759E292621D7}"/>
              </a:ext>
            </a:extLst>
          </p:cNvPr>
          <p:cNvSpPr/>
          <p:nvPr/>
        </p:nvSpPr>
        <p:spPr>
          <a:xfrm>
            <a:off x="4283989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2DCE77-97D1-4F07-8482-706BA40AAEA9}"/>
              </a:ext>
            </a:extLst>
          </p:cNvPr>
          <p:cNvSpPr/>
          <p:nvPr/>
        </p:nvSpPr>
        <p:spPr>
          <a:xfrm>
            <a:off x="8135490" y="415580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485ED-4919-4BD3-9C94-B2A4C91EE745}"/>
              </a:ext>
            </a:extLst>
          </p:cNvPr>
          <p:cNvSpPr/>
          <p:nvPr/>
        </p:nvSpPr>
        <p:spPr>
          <a:xfrm>
            <a:off x="8135490" y="3306922"/>
            <a:ext cx="3624021" cy="256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Cœur avec battements avec un remplissage uni">
            <a:extLst>
              <a:ext uri="{FF2B5EF4-FFF2-40B4-BE49-F238E27FC236}">
                <a16:creationId xmlns:a16="http://schemas.microsoft.com/office/drawing/2014/main" id="{490BDCD8-91CE-4CF2-A2AB-39866CE14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9158" y="664267"/>
            <a:ext cx="2070682" cy="2070682"/>
          </a:xfrm>
          <a:prstGeom prst="rect">
            <a:avLst/>
          </a:prstGeom>
        </p:spPr>
      </p:pic>
      <p:pic>
        <p:nvPicPr>
          <p:cNvPr id="18" name="Graphique 17" descr="Cailloux empilés avec un remplissage uni">
            <a:extLst>
              <a:ext uri="{FF2B5EF4-FFF2-40B4-BE49-F238E27FC236}">
                <a16:creationId xmlns:a16="http://schemas.microsoft.com/office/drawing/2014/main" id="{CDD1F445-A5ED-48D2-B916-765162F69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0505" y="664267"/>
            <a:ext cx="1990988" cy="199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002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396</Words>
  <Application>Microsoft Office PowerPoint</Application>
  <PresentationFormat>Grand écran</PresentationFormat>
  <Paragraphs>45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Thème Office</vt:lpstr>
      <vt:lpstr>Présentation PowerPoint</vt:lpstr>
      <vt:lpstr>Pitch</vt:lpstr>
      <vt:lpstr>Présentation PowerPoint</vt:lpstr>
      <vt:lpstr>Historique des modifications et licences</vt:lpstr>
      <vt:lpstr>Questions de Debriefing spécifiques</vt:lpstr>
      <vt:lpstr>Cartes</vt:lpstr>
      <vt:lpstr>Présentation PowerPoint</vt:lpstr>
      <vt:lpstr>Présentation PowerPoint</vt:lpstr>
      <vt:lpstr>Présentation PowerPoint</vt:lpstr>
      <vt:lpstr>Présentation PowerPoint</vt:lpstr>
      <vt:lpstr>Eléments graphiques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>Alexandre Quach</cp:lastModifiedBy>
  <cp:revision>4</cp:revision>
  <dcterms:created xsi:type="dcterms:W3CDTF">2021-08-13T11:25:44Z</dcterms:created>
  <dcterms:modified xsi:type="dcterms:W3CDTF">2021-09-10T15:58:44Z</dcterms:modified>
</cp:coreProperties>
</file>