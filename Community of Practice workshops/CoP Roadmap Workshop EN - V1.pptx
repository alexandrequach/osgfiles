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6"/>
  </p:notesMasterIdLst>
  <p:sldIdLst>
    <p:sldId id="445" r:id="rId5"/>
    <p:sldId id="1248" r:id="rId6"/>
    <p:sldId id="446" r:id="rId7"/>
    <p:sldId id="381" r:id="rId8"/>
    <p:sldId id="433" r:id="rId9"/>
    <p:sldId id="425" r:id="rId10"/>
    <p:sldId id="434" r:id="rId11"/>
    <p:sldId id="1268" r:id="rId12"/>
    <p:sldId id="1276" r:id="rId13"/>
    <p:sldId id="1249" r:id="rId14"/>
    <p:sldId id="1250" r:id="rId15"/>
    <p:sldId id="1255" r:id="rId16"/>
    <p:sldId id="1254" r:id="rId17"/>
    <p:sldId id="1247" r:id="rId18"/>
    <p:sldId id="1258" r:id="rId19"/>
    <p:sldId id="1273" r:id="rId20"/>
    <p:sldId id="1259" r:id="rId21"/>
    <p:sldId id="1260" r:id="rId22"/>
    <p:sldId id="440" r:id="rId23"/>
    <p:sldId id="1270" r:id="rId24"/>
    <p:sldId id="1251" r:id="rId25"/>
    <p:sldId id="1252" r:id="rId26"/>
    <p:sldId id="436" r:id="rId27"/>
    <p:sldId id="1269" r:id="rId28"/>
    <p:sldId id="1266" r:id="rId29"/>
    <p:sldId id="1267" r:id="rId30"/>
    <p:sldId id="1261" r:id="rId31"/>
    <p:sldId id="1262" r:id="rId32"/>
    <p:sldId id="1263" r:id="rId33"/>
    <p:sldId id="1264" r:id="rId34"/>
    <p:sldId id="1265" r:id="rId35"/>
    <p:sldId id="1277" r:id="rId36"/>
    <p:sldId id="443" r:id="rId37"/>
    <p:sldId id="373" r:id="rId38"/>
    <p:sldId id="441" r:id="rId39"/>
    <p:sldId id="388" r:id="rId40"/>
    <p:sldId id="372" r:id="rId41"/>
    <p:sldId id="389" r:id="rId42"/>
    <p:sldId id="390" r:id="rId43"/>
    <p:sldId id="442" r:id="rId44"/>
    <p:sldId id="377" r:id="rId45"/>
    <p:sldId id="370" r:id="rId46"/>
    <p:sldId id="368" r:id="rId47"/>
    <p:sldId id="1271" r:id="rId48"/>
    <p:sldId id="1274" r:id="rId49"/>
    <p:sldId id="1275" r:id="rId50"/>
    <p:sldId id="1256" r:id="rId51"/>
    <p:sldId id="1257" r:id="rId52"/>
    <p:sldId id="1244" r:id="rId53"/>
    <p:sldId id="1246" r:id="rId54"/>
    <p:sldId id="1272" r:id="rId5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8EBDC8A-7D55-4ECA-857C-27B3F18071D5}">
          <p14:sldIdLst>
            <p14:sldId id="445"/>
            <p14:sldId id="1248"/>
            <p14:sldId id="446"/>
            <p14:sldId id="381"/>
            <p14:sldId id="433"/>
            <p14:sldId id="425"/>
            <p14:sldId id="434"/>
          </p14:sldIdLst>
        </p14:section>
        <p14:section name="Step 1 : Explanation about the workshop" id="{2CEB789A-EFED-4155-9DE5-086162DED3B6}">
          <p14:sldIdLst>
            <p14:sldId id="1268"/>
            <p14:sldId id="1276"/>
            <p14:sldId id="1249"/>
            <p14:sldId id="1250"/>
            <p14:sldId id="1255"/>
            <p14:sldId id="1254"/>
            <p14:sldId id="1247"/>
            <p14:sldId id="1258"/>
            <p14:sldId id="1273"/>
            <p14:sldId id="1259"/>
            <p14:sldId id="1260"/>
          </p14:sldIdLst>
        </p14:section>
        <p14:section name="Step 2 to 5" id="{C0EEE836-DDF3-4A0F-9484-BFF724A5706D}">
          <p14:sldIdLst>
            <p14:sldId id="440"/>
            <p14:sldId id="1270"/>
            <p14:sldId id="1251"/>
            <p14:sldId id="1252"/>
            <p14:sldId id="436"/>
            <p14:sldId id="1269"/>
          </p14:sldIdLst>
        </p14:section>
        <p14:section name="Optional help for Step 5 : CoP Roadmap patterns" id="{094536DA-6DE8-4068-8B5A-AF1F52644988}">
          <p14:sldIdLst>
            <p14:sldId id="1266"/>
            <p14:sldId id="1267"/>
            <p14:sldId id="1261"/>
            <p14:sldId id="1262"/>
            <p14:sldId id="1263"/>
            <p14:sldId id="1264"/>
            <p14:sldId id="1265"/>
            <p14:sldId id="1277"/>
          </p14:sldIdLst>
        </p14:section>
        <p14:section name="Workshop Organization" id="{FAD6C551-5091-45D3-9F26-FA52318D05C6}">
          <p14:sldIdLst>
            <p14:sldId id="443"/>
            <p14:sldId id="373"/>
          </p14:sldIdLst>
        </p14:section>
        <p14:section name="Workshop Facilitation" id="{6786EF10-DF21-40DF-837A-7F7B2A8B016B}">
          <p14:sldIdLst>
            <p14:sldId id="441"/>
            <p14:sldId id="388"/>
            <p14:sldId id="372"/>
            <p14:sldId id="389"/>
            <p14:sldId id="390"/>
          </p14:sldIdLst>
        </p14:section>
        <p14:section name="Workshop adaptation" id="{995D30F4-1662-419F-848F-75B5B86564EF}">
          <p14:sldIdLst>
            <p14:sldId id="442"/>
            <p14:sldId id="377"/>
            <p14:sldId id="370"/>
            <p14:sldId id="368"/>
          </p14:sldIdLst>
        </p14:section>
        <p14:section name="Additional explanations" id="{AEBD8D8F-0741-4971-A7C4-C35C3FF466F4}">
          <p14:sldIdLst>
            <p14:sldId id="1271"/>
            <p14:sldId id="1274"/>
            <p14:sldId id="1275"/>
            <p14:sldId id="1256"/>
            <p14:sldId id="1257"/>
            <p14:sldId id="1244"/>
            <p14:sldId id="1246"/>
            <p14:sldId id="1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4E63"/>
    <a:srgbClr val="FF00FF"/>
    <a:srgbClr val="8E2C48"/>
    <a:srgbClr val="FF0000"/>
    <a:srgbClr val="E2A2B4"/>
    <a:srgbClr val="34657F"/>
    <a:srgbClr val="D3E4ED"/>
    <a:srgbClr val="E5E1E7"/>
    <a:srgbClr val="CFE7DE"/>
    <a:srgbClr val="68B4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77F0EA-25F6-4995-962A-56D235DABB8B}" v="4" dt="2023-05-02T13:40:50.920"/>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26" autoAdjust="0"/>
    <p:restoredTop sz="94660"/>
  </p:normalViewPr>
  <p:slideViewPr>
    <p:cSldViewPr snapToGrid="0">
      <p:cViewPr varScale="1">
        <p:scale>
          <a:sx n="105" d="100"/>
          <a:sy n="105" d="100"/>
        </p:scale>
        <p:origin x="79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61" Type="http://schemas.microsoft.com/office/2016/11/relationships/changesInfo" Target="changesInfos/changesInfo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03a3b9a4-365b-425e-bba9-a77346403bac" providerId="ADAL" clId="{4F77F0EA-25F6-4995-962A-56D235DABB8B}"/>
    <pc:docChg chg="undo custSel addSld delSld modSld modSection">
      <pc:chgData name="Alexandre Quach" userId="03a3b9a4-365b-425e-bba9-a77346403bac" providerId="ADAL" clId="{4F77F0EA-25F6-4995-962A-56D235DABB8B}" dt="2023-05-02T13:41:15.148" v="23" actId="47"/>
      <pc:docMkLst>
        <pc:docMk/>
      </pc:docMkLst>
      <pc:sldChg chg="modSp mod">
        <pc:chgData name="Alexandre Quach" userId="03a3b9a4-365b-425e-bba9-a77346403bac" providerId="ADAL" clId="{4F77F0EA-25F6-4995-962A-56D235DABB8B}" dt="2023-05-02T13:30:25.618" v="1" actId="20577"/>
        <pc:sldMkLst>
          <pc:docMk/>
          <pc:sldMk cId="471399303" sldId="373"/>
        </pc:sldMkLst>
        <pc:spChg chg="mod">
          <ac:chgData name="Alexandre Quach" userId="03a3b9a4-365b-425e-bba9-a77346403bac" providerId="ADAL" clId="{4F77F0EA-25F6-4995-962A-56D235DABB8B}" dt="2023-05-02T13:30:25.618" v="1" actId="20577"/>
          <ac:spMkLst>
            <pc:docMk/>
            <pc:sldMk cId="471399303" sldId="373"/>
            <ac:spMk id="29" creationId="{D7130EBC-B9CE-4EEE-B949-C9025E797D68}"/>
          </ac:spMkLst>
        </pc:spChg>
      </pc:sldChg>
      <pc:sldChg chg="modSp mod">
        <pc:chgData name="Alexandre Quach" userId="03a3b9a4-365b-425e-bba9-a77346403bac" providerId="ADAL" clId="{4F77F0EA-25F6-4995-962A-56D235DABB8B}" dt="2023-05-02T13:32:03.163" v="4" actId="6549"/>
        <pc:sldMkLst>
          <pc:docMk/>
          <pc:sldMk cId="2545377066" sldId="377"/>
        </pc:sldMkLst>
        <pc:graphicFrameChg chg="modGraphic">
          <ac:chgData name="Alexandre Quach" userId="03a3b9a4-365b-425e-bba9-a77346403bac" providerId="ADAL" clId="{4F77F0EA-25F6-4995-962A-56D235DABB8B}" dt="2023-05-02T13:32:03.163" v="4" actId="6549"/>
          <ac:graphicFrameMkLst>
            <pc:docMk/>
            <pc:sldMk cId="2545377066" sldId="377"/>
            <ac:graphicFrameMk id="47" creationId="{E532220D-FB7A-4D58-94AD-62D5519F5AAE}"/>
          </ac:graphicFrameMkLst>
        </pc:graphicFrameChg>
      </pc:sldChg>
      <pc:sldChg chg="delSp modSp">
        <pc:chgData name="Alexandre Quach" userId="03a3b9a4-365b-425e-bba9-a77346403bac" providerId="ADAL" clId="{4F77F0EA-25F6-4995-962A-56D235DABB8B}" dt="2023-05-02T13:40:11.733" v="6" actId="165"/>
        <pc:sldMkLst>
          <pc:docMk/>
          <pc:sldMk cId="3285941607" sldId="1254"/>
        </pc:sldMkLst>
        <pc:spChg chg="mod topLvl">
          <ac:chgData name="Alexandre Quach" userId="03a3b9a4-365b-425e-bba9-a77346403bac" providerId="ADAL" clId="{4F77F0EA-25F6-4995-962A-56D235DABB8B}" dt="2023-05-02T13:40:11.733" v="6" actId="165"/>
          <ac:spMkLst>
            <pc:docMk/>
            <pc:sldMk cId="3285941607" sldId="1254"/>
            <ac:spMk id="4" creationId="{A9B0D46C-2697-2AC4-9F22-D3B5013E51BF}"/>
          </ac:spMkLst>
        </pc:spChg>
        <pc:spChg chg="mod topLvl">
          <ac:chgData name="Alexandre Quach" userId="03a3b9a4-365b-425e-bba9-a77346403bac" providerId="ADAL" clId="{4F77F0EA-25F6-4995-962A-56D235DABB8B}" dt="2023-05-02T13:40:11.733" v="6" actId="165"/>
          <ac:spMkLst>
            <pc:docMk/>
            <pc:sldMk cId="3285941607" sldId="1254"/>
            <ac:spMk id="5" creationId="{3C34903A-67DB-9A38-AE24-9CB2C4A7F822}"/>
          </ac:spMkLst>
        </pc:spChg>
        <pc:spChg chg="mod topLvl">
          <ac:chgData name="Alexandre Quach" userId="03a3b9a4-365b-425e-bba9-a77346403bac" providerId="ADAL" clId="{4F77F0EA-25F6-4995-962A-56D235DABB8B}" dt="2023-05-02T13:40:05.828" v="5" actId="165"/>
          <ac:spMkLst>
            <pc:docMk/>
            <pc:sldMk cId="3285941607" sldId="1254"/>
            <ac:spMk id="7" creationId="{10D55E55-1221-10F0-D7F5-D6F523DF8EA4}"/>
          </ac:spMkLst>
        </pc:spChg>
        <pc:spChg chg="mod topLvl">
          <ac:chgData name="Alexandre Quach" userId="03a3b9a4-365b-425e-bba9-a77346403bac" providerId="ADAL" clId="{4F77F0EA-25F6-4995-962A-56D235DABB8B}" dt="2023-05-02T13:40:05.828" v="5" actId="165"/>
          <ac:spMkLst>
            <pc:docMk/>
            <pc:sldMk cId="3285941607" sldId="1254"/>
            <ac:spMk id="10" creationId="{739753A5-4D07-0A9C-CE19-2B06D7C2A569}"/>
          </ac:spMkLst>
        </pc:spChg>
        <pc:spChg chg="mod topLvl">
          <ac:chgData name="Alexandre Quach" userId="03a3b9a4-365b-425e-bba9-a77346403bac" providerId="ADAL" clId="{4F77F0EA-25F6-4995-962A-56D235DABB8B}" dt="2023-05-02T13:40:05.828" v="5" actId="165"/>
          <ac:spMkLst>
            <pc:docMk/>
            <pc:sldMk cId="3285941607" sldId="1254"/>
            <ac:spMk id="13" creationId="{55881914-C91F-985E-4E67-B9CA90B45CFF}"/>
          </ac:spMkLst>
        </pc:spChg>
        <pc:spChg chg="mod topLvl">
          <ac:chgData name="Alexandre Quach" userId="03a3b9a4-365b-425e-bba9-a77346403bac" providerId="ADAL" clId="{4F77F0EA-25F6-4995-962A-56D235DABB8B}" dt="2023-05-02T13:40:11.733" v="6" actId="165"/>
          <ac:spMkLst>
            <pc:docMk/>
            <pc:sldMk cId="3285941607" sldId="1254"/>
            <ac:spMk id="25" creationId="{F3C042A7-3792-C164-F749-79BFF81C197D}"/>
          </ac:spMkLst>
        </pc:spChg>
        <pc:grpChg chg="del mod topLvl">
          <ac:chgData name="Alexandre Quach" userId="03a3b9a4-365b-425e-bba9-a77346403bac" providerId="ADAL" clId="{4F77F0EA-25F6-4995-962A-56D235DABB8B}" dt="2023-05-02T13:40:11.733" v="6" actId="165"/>
          <ac:grpSpMkLst>
            <pc:docMk/>
            <pc:sldMk cId="3285941607" sldId="1254"/>
            <ac:grpSpMk id="3" creationId="{F25B32D1-9DE9-44B7-7831-71C91ACBE707}"/>
          </ac:grpSpMkLst>
        </pc:grpChg>
        <pc:grpChg chg="del">
          <ac:chgData name="Alexandre Quach" userId="03a3b9a4-365b-425e-bba9-a77346403bac" providerId="ADAL" clId="{4F77F0EA-25F6-4995-962A-56D235DABB8B}" dt="2023-05-02T13:40:05.828" v="5" actId="165"/>
          <ac:grpSpMkLst>
            <pc:docMk/>
            <pc:sldMk cId="3285941607" sldId="1254"/>
            <ac:grpSpMk id="14" creationId="{D42DE337-CF8A-5CDF-3C57-162BCE7F6499}"/>
          </ac:grpSpMkLst>
        </pc:grpChg>
        <pc:picChg chg="mod topLvl">
          <ac:chgData name="Alexandre Quach" userId="03a3b9a4-365b-425e-bba9-a77346403bac" providerId="ADAL" clId="{4F77F0EA-25F6-4995-962A-56D235DABB8B}" dt="2023-05-02T13:40:11.733" v="6" actId="165"/>
          <ac:picMkLst>
            <pc:docMk/>
            <pc:sldMk cId="3285941607" sldId="1254"/>
            <ac:picMk id="21" creationId="{3A0F438C-0C69-6AC8-1EA5-F463C4E6FD9C}"/>
          </ac:picMkLst>
        </pc:picChg>
        <pc:picChg chg="mod topLvl">
          <ac:chgData name="Alexandre Quach" userId="03a3b9a4-365b-425e-bba9-a77346403bac" providerId="ADAL" clId="{4F77F0EA-25F6-4995-962A-56D235DABB8B}" dt="2023-05-02T13:40:11.733" v="6" actId="165"/>
          <ac:picMkLst>
            <pc:docMk/>
            <pc:sldMk cId="3285941607" sldId="1254"/>
            <ac:picMk id="27" creationId="{76F10737-C981-0F4D-3F34-2BF3098F6FE1}"/>
          </ac:picMkLst>
        </pc:picChg>
        <pc:picChg chg="mod topLvl">
          <ac:chgData name="Alexandre Quach" userId="03a3b9a4-365b-425e-bba9-a77346403bac" providerId="ADAL" clId="{4F77F0EA-25F6-4995-962A-56D235DABB8B}" dt="2023-05-02T13:40:11.733" v="6" actId="165"/>
          <ac:picMkLst>
            <pc:docMk/>
            <pc:sldMk cId="3285941607" sldId="1254"/>
            <ac:picMk id="29" creationId="{F9A2D173-A2EE-01BF-206E-E39941FFB849}"/>
          </ac:picMkLst>
        </pc:picChg>
        <pc:cxnChg chg="mod topLvl">
          <ac:chgData name="Alexandre Quach" userId="03a3b9a4-365b-425e-bba9-a77346403bac" providerId="ADAL" clId="{4F77F0EA-25F6-4995-962A-56D235DABB8B}" dt="2023-05-02T13:40:05.828" v="5" actId="165"/>
          <ac:cxnSpMkLst>
            <pc:docMk/>
            <pc:sldMk cId="3285941607" sldId="1254"/>
            <ac:cxnSpMk id="9" creationId="{2FF553F5-EFE6-897F-49D2-EC53E68EB18E}"/>
          </ac:cxnSpMkLst>
        </pc:cxnChg>
        <pc:cxnChg chg="mod topLvl">
          <ac:chgData name="Alexandre Quach" userId="03a3b9a4-365b-425e-bba9-a77346403bac" providerId="ADAL" clId="{4F77F0EA-25F6-4995-962A-56D235DABB8B}" dt="2023-05-02T13:40:05.828" v="5" actId="165"/>
          <ac:cxnSpMkLst>
            <pc:docMk/>
            <pc:sldMk cId="3285941607" sldId="1254"/>
            <ac:cxnSpMk id="11" creationId="{DB9DDFD5-5FC7-8A93-80FB-58A7E9289F6A}"/>
          </ac:cxnSpMkLst>
        </pc:cxnChg>
        <pc:cxnChg chg="mod topLvl">
          <ac:chgData name="Alexandre Quach" userId="03a3b9a4-365b-425e-bba9-a77346403bac" providerId="ADAL" clId="{4F77F0EA-25F6-4995-962A-56D235DABB8B}" dt="2023-05-02T13:40:05.828" v="5" actId="165"/>
          <ac:cxnSpMkLst>
            <pc:docMk/>
            <pc:sldMk cId="3285941607" sldId="1254"/>
            <ac:cxnSpMk id="15" creationId="{DA783EA6-6EB2-382F-9A77-B14D6336D234}"/>
          </ac:cxnSpMkLst>
        </pc:cxnChg>
      </pc:sldChg>
      <pc:sldChg chg="addSp modSp add del mod">
        <pc:chgData name="Alexandre Quach" userId="03a3b9a4-365b-425e-bba9-a77346403bac" providerId="ADAL" clId="{4F77F0EA-25F6-4995-962A-56D235DABB8B}" dt="2023-05-02T13:41:15.148" v="23" actId="47"/>
        <pc:sldMkLst>
          <pc:docMk/>
          <pc:sldMk cId="1787623722" sldId="1278"/>
        </pc:sldMkLst>
        <pc:spChg chg="mod">
          <ac:chgData name="Alexandre Quach" userId="03a3b9a4-365b-425e-bba9-a77346403bac" providerId="ADAL" clId="{4F77F0EA-25F6-4995-962A-56D235DABB8B}" dt="2023-05-02T13:40:25.970" v="9" actId="20577"/>
          <ac:spMkLst>
            <pc:docMk/>
            <pc:sldMk cId="1787623722" sldId="1278"/>
            <ac:spMk id="3" creationId="{760F2153-A99C-7884-B357-72D68732BCD2}"/>
          </ac:spMkLst>
        </pc:spChg>
        <pc:spChg chg="add mod">
          <ac:chgData name="Alexandre Quach" userId="03a3b9a4-365b-425e-bba9-a77346403bac" providerId="ADAL" clId="{4F77F0EA-25F6-4995-962A-56D235DABB8B}" dt="2023-05-02T13:40:34.255" v="14" actId="20577"/>
          <ac:spMkLst>
            <pc:docMk/>
            <pc:sldMk cId="1787623722" sldId="1278"/>
            <ac:spMk id="6" creationId="{AC0DEE4E-EAF8-3B2E-02F3-8E82921B8682}"/>
          </ac:spMkLst>
        </pc:spChg>
        <pc:spChg chg="add mod">
          <ac:chgData name="Alexandre Quach" userId="03a3b9a4-365b-425e-bba9-a77346403bac" providerId="ADAL" clId="{4F77F0EA-25F6-4995-962A-56D235DABB8B}" dt="2023-05-02T13:40:35.779" v="15" actId="20577"/>
          <ac:spMkLst>
            <pc:docMk/>
            <pc:sldMk cId="1787623722" sldId="1278"/>
            <ac:spMk id="7" creationId="{FC1F5333-FE08-4CDA-195D-DC3BC1CDDE29}"/>
          </ac:spMkLst>
        </pc:spChg>
        <pc:spChg chg="add mod">
          <ac:chgData name="Alexandre Quach" userId="03a3b9a4-365b-425e-bba9-a77346403bac" providerId="ADAL" clId="{4F77F0EA-25F6-4995-962A-56D235DABB8B}" dt="2023-05-02T13:40:37.507" v="16" actId="20577"/>
          <ac:spMkLst>
            <pc:docMk/>
            <pc:sldMk cId="1787623722" sldId="1278"/>
            <ac:spMk id="8" creationId="{F860AA15-BCE9-4D47-29EB-C442DB662C23}"/>
          </ac:spMkLst>
        </pc:spChg>
        <pc:picChg chg="add mod">
          <ac:chgData name="Alexandre Quach" userId="03a3b9a4-365b-425e-bba9-a77346403bac" providerId="ADAL" clId="{4F77F0EA-25F6-4995-962A-56D235DABB8B}" dt="2023-05-02T13:40:29.388" v="11" actId="1076"/>
          <ac:picMkLst>
            <pc:docMk/>
            <pc:sldMk cId="1787623722" sldId="1278"/>
            <ac:picMk id="2" creationId="{BF7CA4D8-40BF-13B7-1556-27F22FF6FB33}"/>
          </ac:picMkLst>
        </pc:picChg>
        <pc:picChg chg="add mod">
          <ac:chgData name="Alexandre Quach" userId="03a3b9a4-365b-425e-bba9-a77346403bac" providerId="ADAL" clId="{4F77F0EA-25F6-4995-962A-56D235DABB8B}" dt="2023-05-02T13:40:29.388" v="11" actId="1076"/>
          <ac:picMkLst>
            <pc:docMk/>
            <pc:sldMk cId="1787623722" sldId="1278"/>
            <ac:picMk id="4" creationId="{7C457438-FAE6-04D1-6519-9A3D1E362286}"/>
          </ac:picMkLst>
        </pc:picChg>
        <pc:picChg chg="add mod">
          <ac:chgData name="Alexandre Quach" userId="03a3b9a4-365b-425e-bba9-a77346403bac" providerId="ADAL" clId="{4F77F0EA-25F6-4995-962A-56D235DABB8B}" dt="2023-05-02T13:40:29.388" v="11" actId="1076"/>
          <ac:picMkLst>
            <pc:docMk/>
            <pc:sldMk cId="1787623722" sldId="1278"/>
            <ac:picMk id="5" creationId="{395B3A9C-0464-5D2F-1062-D4BBB44AFFBE}"/>
          </ac:picMkLst>
        </pc:picChg>
        <pc:cxnChg chg="add mod">
          <ac:chgData name="Alexandre Quach" userId="03a3b9a4-365b-425e-bba9-a77346403bac" providerId="ADAL" clId="{4F77F0EA-25F6-4995-962A-56D235DABB8B}" dt="2023-05-02T13:40:32.661" v="13" actId="1076"/>
          <ac:cxnSpMkLst>
            <pc:docMk/>
            <pc:sldMk cId="1787623722" sldId="1278"/>
            <ac:cxnSpMk id="9" creationId="{D7ECA3BD-A3CB-4818-CE8C-A2C8A23AFA99}"/>
          </ac:cxnSpMkLst>
        </pc:cxnChg>
        <pc:cxnChg chg="add mod">
          <ac:chgData name="Alexandre Quach" userId="03a3b9a4-365b-425e-bba9-a77346403bac" providerId="ADAL" clId="{4F77F0EA-25F6-4995-962A-56D235DABB8B}" dt="2023-05-02T13:40:29.388" v="11" actId="1076"/>
          <ac:cxnSpMkLst>
            <pc:docMk/>
            <pc:sldMk cId="1787623722" sldId="1278"/>
            <ac:cxnSpMk id="10" creationId="{0C29A5B5-2B21-1B95-CCF2-C5EC7E8082BA}"/>
          </ac:cxnSpMkLst>
        </pc:cxnChg>
        <pc:cxnChg chg="add mod">
          <ac:chgData name="Alexandre Quach" userId="03a3b9a4-365b-425e-bba9-a77346403bac" providerId="ADAL" clId="{4F77F0EA-25F6-4995-962A-56D235DABB8B}" dt="2023-05-02T13:40:29.388" v="11" actId="1076"/>
          <ac:cxnSpMkLst>
            <pc:docMk/>
            <pc:sldMk cId="1787623722" sldId="1278"/>
            <ac:cxnSpMk id="11" creationId="{442F282C-52BA-5225-7BFE-52ADB21FC79E}"/>
          </ac:cxnSpMkLst>
        </pc:cxnChg>
        <pc:cxnChg chg="add mod">
          <ac:chgData name="Alexandre Quach" userId="03a3b9a4-365b-425e-bba9-a77346403bac" providerId="ADAL" clId="{4F77F0EA-25F6-4995-962A-56D235DABB8B}" dt="2023-05-02T13:40:49.993" v="18" actId="208"/>
          <ac:cxnSpMkLst>
            <pc:docMk/>
            <pc:sldMk cId="1787623722" sldId="1278"/>
            <ac:cxnSpMk id="14" creationId="{A9407370-4832-BCBE-E757-5E2500953718}"/>
          </ac:cxnSpMkLst>
        </pc:cxnChg>
        <pc:cxnChg chg="add mod">
          <ac:chgData name="Alexandre Quach" userId="03a3b9a4-365b-425e-bba9-a77346403bac" providerId="ADAL" clId="{4F77F0EA-25F6-4995-962A-56D235DABB8B}" dt="2023-05-02T13:40:55.923" v="22" actId="14100"/>
          <ac:cxnSpMkLst>
            <pc:docMk/>
            <pc:sldMk cId="1787623722" sldId="1278"/>
            <ac:cxnSpMk id="15" creationId="{B9809220-1C76-822D-6188-FD1AAABBE430}"/>
          </ac:cxnSpMkLst>
        </pc:cxnChg>
      </pc:sldChg>
    </pc:docChg>
  </pc:docChgLst>
  <pc:docChgLst>
    <pc:chgData name="Alexandre Quach" userId="03a3b9a4-365b-425e-bba9-a77346403bac" providerId="ADAL" clId="{A8F40F8F-2E51-4704-B575-34FED4A52750}"/>
    <pc:docChg chg="undo custSel addSld delSld modSld sldOrd addSection modSection">
      <pc:chgData name="Alexandre Quach" userId="03a3b9a4-365b-425e-bba9-a77346403bac" providerId="ADAL" clId="{A8F40F8F-2E51-4704-B575-34FED4A52750}" dt="2023-04-05T14:50:58.029" v="41607" actId="20577"/>
      <pc:docMkLst>
        <pc:docMk/>
      </pc:docMkLst>
      <pc:sldChg chg="modSp mod">
        <pc:chgData name="Alexandre Quach" userId="03a3b9a4-365b-425e-bba9-a77346403bac" providerId="ADAL" clId="{A8F40F8F-2E51-4704-B575-34FED4A52750}" dt="2023-04-05T13:27:23.962" v="35268" actId="20577"/>
        <pc:sldMkLst>
          <pc:docMk/>
          <pc:sldMk cId="4289724254" sldId="372"/>
        </pc:sldMkLst>
        <pc:graphicFrameChg chg="mod modGraphic">
          <ac:chgData name="Alexandre Quach" userId="03a3b9a4-365b-425e-bba9-a77346403bac" providerId="ADAL" clId="{A8F40F8F-2E51-4704-B575-34FED4A52750}" dt="2023-04-05T13:27:23.962" v="35268" actId="20577"/>
          <ac:graphicFrameMkLst>
            <pc:docMk/>
            <pc:sldMk cId="4289724254" sldId="372"/>
            <ac:graphicFrameMk id="24" creationId="{17FF7068-AC52-408E-AEE7-AF6B0F4F73FA}"/>
          </ac:graphicFrameMkLst>
        </pc:graphicFrameChg>
      </pc:sldChg>
      <pc:sldChg chg="modSp mod">
        <pc:chgData name="Alexandre Quach" userId="03a3b9a4-365b-425e-bba9-a77346403bac" providerId="ADAL" clId="{A8F40F8F-2E51-4704-B575-34FED4A52750}" dt="2023-04-05T14:06:30.919" v="38675" actId="20577"/>
        <pc:sldMkLst>
          <pc:docMk/>
          <pc:sldMk cId="471399303" sldId="373"/>
        </pc:sldMkLst>
        <pc:spChg chg="mod">
          <ac:chgData name="Alexandre Quach" userId="03a3b9a4-365b-425e-bba9-a77346403bac" providerId="ADAL" clId="{A8F40F8F-2E51-4704-B575-34FED4A52750}" dt="2023-04-05T13:53:54.805" v="36353" actId="2711"/>
          <ac:spMkLst>
            <pc:docMk/>
            <pc:sldMk cId="471399303" sldId="373"/>
            <ac:spMk id="5" creationId="{405DF38B-F655-FA06-D7D7-0FC2C69C990D}"/>
          </ac:spMkLst>
        </pc:spChg>
        <pc:spChg chg="mod">
          <ac:chgData name="Alexandre Quach" userId="03a3b9a4-365b-425e-bba9-a77346403bac" providerId="ADAL" clId="{A8F40F8F-2E51-4704-B575-34FED4A52750}" dt="2023-04-05T13:53:54.805" v="36353" actId="2711"/>
          <ac:spMkLst>
            <pc:docMk/>
            <pc:sldMk cId="471399303" sldId="373"/>
            <ac:spMk id="20" creationId="{33C81F4F-2942-4DCE-8D67-EAE0910C1627}"/>
          </ac:spMkLst>
        </pc:spChg>
        <pc:spChg chg="mod">
          <ac:chgData name="Alexandre Quach" userId="03a3b9a4-365b-425e-bba9-a77346403bac" providerId="ADAL" clId="{A8F40F8F-2E51-4704-B575-34FED4A52750}" dt="2023-04-05T13:59:54.624" v="37202" actId="790"/>
          <ac:spMkLst>
            <pc:docMk/>
            <pc:sldMk cId="471399303" sldId="373"/>
            <ac:spMk id="21" creationId="{AEAAF9EE-7A2C-494F-808A-D18DB5D12482}"/>
          </ac:spMkLst>
        </pc:spChg>
        <pc:spChg chg="mod">
          <ac:chgData name="Alexandre Quach" userId="03a3b9a4-365b-425e-bba9-a77346403bac" providerId="ADAL" clId="{A8F40F8F-2E51-4704-B575-34FED4A52750}" dt="2023-04-05T13:53:54.805" v="36353" actId="2711"/>
          <ac:spMkLst>
            <pc:docMk/>
            <pc:sldMk cId="471399303" sldId="373"/>
            <ac:spMk id="22" creationId="{B2ACD7EC-3C54-45B4-B6FB-85483EE99977}"/>
          </ac:spMkLst>
        </pc:spChg>
        <pc:spChg chg="mod">
          <ac:chgData name="Alexandre Quach" userId="03a3b9a4-365b-425e-bba9-a77346403bac" providerId="ADAL" clId="{A8F40F8F-2E51-4704-B575-34FED4A52750}" dt="2023-04-05T13:59:54.624" v="37202" actId="790"/>
          <ac:spMkLst>
            <pc:docMk/>
            <pc:sldMk cId="471399303" sldId="373"/>
            <ac:spMk id="23" creationId="{4F2EA91F-0720-4EB9-8886-AA180CEFDDC1}"/>
          </ac:spMkLst>
        </pc:spChg>
        <pc:spChg chg="mod">
          <ac:chgData name="Alexandre Quach" userId="03a3b9a4-365b-425e-bba9-a77346403bac" providerId="ADAL" clId="{A8F40F8F-2E51-4704-B575-34FED4A52750}" dt="2023-04-05T13:53:54.805" v="36353" actId="2711"/>
          <ac:spMkLst>
            <pc:docMk/>
            <pc:sldMk cId="471399303" sldId="373"/>
            <ac:spMk id="24" creationId="{B15F39E3-9475-467F-93BB-C739C254255D}"/>
          </ac:spMkLst>
        </pc:spChg>
        <pc:spChg chg="mod">
          <ac:chgData name="Alexandre Quach" userId="03a3b9a4-365b-425e-bba9-a77346403bac" providerId="ADAL" clId="{A8F40F8F-2E51-4704-B575-34FED4A52750}" dt="2023-04-05T13:59:54.624" v="37202" actId="790"/>
          <ac:spMkLst>
            <pc:docMk/>
            <pc:sldMk cId="471399303" sldId="373"/>
            <ac:spMk id="25" creationId="{358E1BF9-5E40-437B-9E38-38063C963CED}"/>
          </ac:spMkLst>
        </pc:spChg>
        <pc:spChg chg="mod">
          <ac:chgData name="Alexandre Quach" userId="03a3b9a4-365b-425e-bba9-a77346403bac" providerId="ADAL" clId="{A8F40F8F-2E51-4704-B575-34FED4A52750}" dt="2023-04-05T13:53:54.805" v="36353" actId="2711"/>
          <ac:spMkLst>
            <pc:docMk/>
            <pc:sldMk cId="471399303" sldId="373"/>
            <ac:spMk id="26" creationId="{5B3449CB-D468-4623-BCD0-57752C3C9DC0}"/>
          </ac:spMkLst>
        </pc:spChg>
        <pc:spChg chg="mod">
          <ac:chgData name="Alexandre Quach" userId="03a3b9a4-365b-425e-bba9-a77346403bac" providerId="ADAL" clId="{A8F40F8F-2E51-4704-B575-34FED4A52750}" dt="2023-04-05T14:01:15.336" v="37531" actId="20577"/>
          <ac:spMkLst>
            <pc:docMk/>
            <pc:sldMk cId="471399303" sldId="373"/>
            <ac:spMk id="27" creationId="{807B6C4A-0B30-40EB-8A67-9150BE6EDE0C}"/>
          </ac:spMkLst>
        </pc:spChg>
        <pc:spChg chg="mod">
          <ac:chgData name="Alexandre Quach" userId="03a3b9a4-365b-425e-bba9-a77346403bac" providerId="ADAL" clId="{A8F40F8F-2E51-4704-B575-34FED4A52750}" dt="2023-04-05T13:53:54.805" v="36353" actId="2711"/>
          <ac:spMkLst>
            <pc:docMk/>
            <pc:sldMk cId="471399303" sldId="373"/>
            <ac:spMk id="28" creationId="{B390B424-EFD7-4CBA-9402-E7D75B769A03}"/>
          </ac:spMkLst>
        </pc:spChg>
        <pc:spChg chg="mod">
          <ac:chgData name="Alexandre Quach" userId="03a3b9a4-365b-425e-bba9-a77346403bac" providerId="ADAL" clId="{A8F40F8F-2E51-4704-B575-34FED4A52750}" dt="2023-04-05T13:59:54.624" v="37202" actId="790"/>
          <ac:spMkLst>
            <pc:docMk/>
            <pc:sldMk cId="471399303" sldId="373"/>
            <ac:spMk id="29" creationId="{D7130EBC-B9CE-4EEE-B949-C9025E797D68}"/>
          </ac:spMkLst>
        </pc:spChg>
        <pc:spChg chg="mod">
          <ac:chgData name="Alexandre Quach" userId="03a3b9a4-365b-425e-bba9-a77346403bac" providerId="ADAL" clId="{A8F40F8F-2E51-4704-B575-34FED4A52750}" dt="2023-04-05T13:53:54.805" v="36353" actId="2711"/>
          <ac:spMkLst>
            <pc:docMk/>
            <pc:sldMk cId="471399303" sldId="373"/>
            <ac:spMk id="30" creationId="{F610BC8C-9DED-4B21-A11C-8F147E8E741A}"/>
          </ac:spMkLst>
        </pc:spChg>
        <pc:spChg chg="mod">
          <ac:chgData name="Alexandre Quach" userId="03a3b9a4-365b-425e-bba9-a77346403bac" providerId="ADAL" clId="{A8F40F8F-2E51-4704-B575-34FED4A52750}" dt="2023-04-05T13:59:54.624" v="37202" actId="790"/>
          <ac:spMkLst>
            <pc:docMk/>
            <pc:sldMk cId="471399303" sldId="373"/>
            <ac:spMk id="31" creationId="{D2E68CD3-30C8-4477-96F6-39CEEE9FC5CD}"/>
          </ac:spMkLst>
        </pc:spChg>
        <pc:spChg chg="mod">
          <ac:chgData name="Alexandre Quach" userId="03a3b9a4-365b-425e-bba9-a77346403bac" providerId="ADAL" clId="{A8F40F8F-2E51-4704-B575-34FED4A52750}" dt="2023-04-05T13:53:54.805" v="36353" actId="2711"/>
          <ac:spMkLst>
            <pc:docMk/>
            <pc:sldMk cId="471399303" sldId="373"/>
            <ac:spMk id="32" creationId="{B3CDC92E-C27D-4DF4-9944-2E60887541FB}"/>
          </ac:spMkLst>
        </pc:spChg>
        <pc:spChg chg="mod">
          <ac:chgData name="Alexandre Quach" userId="03a3b9a4-365b-425e-bba9-a77346403bac" providerId="ADAL" clId="{A8F40F8F-2E51-4704-B575-34FED4A52750}" dt="2023-04-05T14:06:30.919" v="38675" actId="20577"/>
          <ac:spMkLst>
            <pc:docMk/>
            <pc:sldMk cId="471399303" sldId="373"/>
            <ac:spMk id="33" creationId="{12DBC631-96B9-49EC-A408-018C730BA38F}"/>
          </ac:spMkLst>
        </pc:spChg>
        <pc:spChg chg="mod">
          <ac:chgData name="Alexandre Quach" userId="03a3b9a4-365b-425e-bba9-a77346403bac" providerId="ADAL" clId="{A8F40F8F-2E51-4704-B575-34FED4A52750}" dt="2023-04-05T13:53:54.849" v="36354" actId="27636"/>
          <ac:spMkLst>
            <pc:docMk/>
            <pc:sldMk cId="471399303" sldId="373"/>
            <ac:spMk id="34" creationId="{C323340E-60D7-47A6-B24C-8D2DD89D7A16}"/>
          </ac:spMkLst>
        </pc:spChg>
        <pc:spChg chg="mod">
          <ac:chgData name="Alexandre Quach" userId="03a3b9a4-365b-425e-bba9-a77346403bac" providerId="ADAL" clId="{A8F40F8F-2E51-4704-B575-34FED4A52750}" dt="2023-04-05T13:59:54.624" v="37202" actId="790"/>
          <ac:spMkLst>
            <pc:docMk/>
            <pc:sldMk cId="471399303" sldId="373"/>
            <ac:spMk id="35" creationId="{67B0F38D-F1AC-4920-A67C-30199D2FB73D}"/>
          </ac:spMkLst>
        </pc:spChg>
      </pc:sldChg>
      <pc:sldChg chg="modSp mod">
        <pc:chgData name="Alexandre Quach" userId="03a3b9a4-365b-425e-bba9-a77346403bac" providerId="ADAL" clId="{A8F40F8F-2E51-4704-B575-34FED4A52750}" dt="2023-04-05T14:46:04.700" v="41448" actId="790"/>
        <pc:sldMkLst>
          <pc:docMk/>
          <pc:sldMk cId="2545377066" sldId="377"/>
        </pc:sldMkLst>
        <pc:graphicFrameChg chg="modGraphic">
          <ac:chgData name="Alexandre Quach" userId="03a3b9a4-365b-425e-bba9-a77346403bac" providerId="ADAL" clId="{A8F40F8F-2E51-4704-B575-34FED4A52750}" dt="2023-04-05T14:46:04.700" v="41448" actId="790"/>
          <ac:graphicFrameMkLst>
            <pc:docMk/>
            <pc:sldMk cId="2545377066" sldId="377"/>
            <ac:graphicFrameMk id="46" creationId="{A1A89359-9EBD-4BE9-9EE7-2603FE9D0BEF}"/>
          </ac:graphicFrameMkLst>
        </pc:graphicFrameChg>
        <pc:graphicFrameChg chg="modGraphic">
          <ac:chgData name="Alexandre Quach" userId="03a3b9a4-365b-425e-bba9-a77346403bac" providerId="ADAL" clId="{A8F40F8F-2E51-4704-B575-34FED4A52750}" dt="2023-04-05T10:07:50.498" v="32363" actId="20577"/>
          <ac:graphicFrameMkLst>
            <pc:docMk/>
            <pc:sldMk cId="2545377066" sldId="377"/>
            <ac:graphicFrameMk id="47" creationId="{E532220D-FB7A-4D58-94AD-62D5519F5AAE}"/>
          </ac:graphicFrameMkLst>
        </pc:graphicFrameChg>
      </pc:sldChg>
      <pc:sldChg chg="addSp modSp mod">
        <pc:chgData name="Alexandre Quach" userId="03a3b9a4-365b-425e-bba9-a77346403bac" providerId="ADAL" clId="{A8F40F8F-2E51-4704-B575-34FED4A52750}" dt="2023-04-04T09:00:35.143" v="18108" actId="20577"/>
        <pc:sldMkLst>
          <pc:docMk/>
          <pc:sldMk cId="217305794" sldId="381"/>
        </pc:sldMkLst>
        <pc:spChg chg="add mod">
          <ac:chgData name="Alexandre Quach" userId="03a3b9a4-365b-425e-bba9-a77346403bac" providerId="ADAL" clId="{A8F40F8F-2E51-4704-B575-34FED4A52750}" dt="2023-04-04T08:49:59.248" v="17453" actId="1076"/>
          <ac:spMkLst>
            <pc:docMk/>
            <pc:sldMk cId="217305794" sldId="381"/>
            <ac:spMk id="3" creationId="{3F9A1DDF-F13E-22AD-74F2-BEB8A2B735C8}"/>
          </ac:spMkLst>
        </pc:spChg>
        <pc:graphicFrameChg chg="mod">
          <ac:chgData name="Alexandre Quach" userId="03a3b9a4-365b-425e-bba9-a77346403bac" providerId="ADAL" clId="{A8F40F8F-2E51-4704-B575-34FED4A52750}" dt="2023-04-04T09:00:35.143" v="18108" actId="20577"/>
          <ac:graphicFrameMkLst>
            <pc:docMk/>
            <pc:sldMk cId="217305794" sldId="381"/>
            <ac:graphicFrameMk id="14" creationId="{AFD662A8-3A2A-775A-1682-C5613BF18B68}"/>
          </ac:graphicFrameMkLst>
        </pc:graphicFrameChg>
      </pc:sldChg>
      <pc:sldChg chg="modSp mod">
        <pc:chgData name="Alexandre Quach" userId="03a3b9a4-365b-425e-bba9-a77346403bac" providerId="ADAL" clId="{A8F40F8F-2E51-4704-B575-34FED4A52750}" dt="2023-04-05T14:12:07.485" v="39046" actId="1076"/>
        <pc:sldMkLst>
          <pc:docMk/>
          <pc:sldMk cId="3728786033" sldId="388"/>
        </pc:sldMkLst>
        <pc:graphicFrameChg chg="mod modGraphic">
          <ac:chgData name="Alexandre Quach" userId="03a3b9a4-365b-425e-bba9-a77346403bac" providerId="ADAL" clId="{A8F40F8F-2E51-4704-B575-34FED4A52750}" dt="2023-04-05T14:12:07.485" v="39046" actId="1076"/>
          <ac:graphicFrameMkLst>
            <pc:docMk/>
            <pc:sldMk cId="3728786033" sldId="388"/>
            <ac:graphicFrameMk id="3" creationId="{D8D04DFD-72C9-0B24-0B60-0836AB930280}"/>
          </ac:graphicFrameMkLst>
        </pc:graphicFrameChg>
      </pc:sldChg>
      <pc:sldChg chg="modSp mod">
        <pc:chgData name="Alexandre Quach" userId="03a3b9a4-365b-425e-bba9-a77346403bac" providerId="ADAL" clId="{A8F40F8F-2E51-4704-B575-34FED4A52750}" dt="2023-04-05T14:35:44.251" v="40078" actId="790"/>
        <pc:sldMkLst>
          <pc:docMk/>
          <pc:sldMk cId="971998892" sldId="389"/>
        </pc:sldMkLst>
        <pc:spChg chg="mod">
          <ac:chgData name="Alexandre Quach" userId="03a3b9a4-365b-425e-bba9-a77346403bac" providerId="ADAL" clId="{A8F40F8F-2E51-4704-B575-34FED4A52750}" dt="2023-04-05T14:35:44.251" v="40078" actId="790"/>
          <ac:spMkLst>
            <pc:docMk/>
            <pc:sldMk cId="971998892" sldId="389"/>
            <ac:spMk id="9" creationId="{5DBD2133-F78E-46EE-2F9B-8284492DEFF8}"/>
          </ac:spMkLst>
        </pc:spChg>
        <pc:spChg chg="mod">
          <ac:chgData name="Alexandre Quach" userId="03a3b9a4-365b-425e-bba9-a77346403bac" providerId="ADAL" clId="{A8F40F8F-2E51-4704-B575-34FED4A52750}" dt="2023-04-05T14:35:44.251" v="40078" actId="790"/>
          <ac:spMkLst>
            <pc:docMk/>
            <pc:sldMk cId="971998892" sldId="389"/>
            <ac:spMk id="11" creationId="{459DD294-7DDC-00BE-96E8-AD836ED5A025}"/>
          </ac:spMkLst>
        </pc:spChg>
        <pc:spChg chg="mod">
          <ac:chgData name="Alexandre Quach" userId="03a3b9a4-365b-425e-bba9-a77346403bac" providerId="ADAL" clId="{A8F40F8F-2E51-4704-B575-34FED4A52750}" dt="2023-04-05T14:35:44.251" v="40078" actId="790"/>
          <ac:spMkLst>
            <pc:docMk/>
            <pc:sldMk cId="971998892" sldId="389"/>
            <ac:spMk id="13" creationId="{FED9094B-B3C7-164A-A246-7F4D05ABBAB3}"/>
          </ac:spMkLst>
        </pc:spChg>
        <pc:spChg chg="mod">
          <ac:chgData name="Alexandre Quach" userId="03a3b9a4-365b-425e-bba9-a77346403bac" providerId="ADAL" clId="{A8F40F8F-2E51-4704-B575-34FED4A52750}" dt="2023-04-05T14:35:44.251" v="40078" actId="790"/>
          <ac:spMkLst>
            <pc:docMk/>
            <pc:sldMk cId="971998892" sldId="389"/>
            <ac:spMk id="37" creationId="{84E81D4B-0B47-48DF-9F1A-F05E8F79586D}"/>
          </ac:spMkLst>
        </pc:spChg>
      </pc:sldChg>
      <pc:sldChg chg="modSp mod">
        <pc:chgData name="Alexandre Quach" userId="03a3b9a4-365b-425e-bba9-a77346403bac" providerId="ADAL" clId="{A8F40F8F-2E51-4704-B575-34FED4A52750}" dt="2023-04-05T14:45:05.564" v="41230" actId="20577"/>
        <pc:sldMkLst>
          <pc:docMk/>
          <pc:sldMk cId="1093879763" sldId="390"/>
        </pc:sldMkLst>
        <pc:spChg chg="mod">
          <ac:chgData name="Alexandre Quach" userId="03a3b9a4-365b-425e-bba9-a77346403bac" providerId="ADAL" clId="{A8F40F8F-2E51-4704-B575-34FED4A52750}" dt="2023-04-05T14:44:59.540" v="41212" actId="2711"/>
          <ac:spMkLst>
            <pc:docMk/>
            <pc:sldMk cId="1093879763" sldId="390"/>
            <ac:spMk id="9" creationId="{5DBD2133-F78E-46EE-2F9B-8284492DEFF8}"/>
          </ac:spMkLst>
        </pc:spChg>
        <pc:spChg chg="mod">
          <ac:chgData name="Alexandre Quach" userId="03a3b9a4-365b-425e-bba9-a77346403bac" providerId="ADAL" clId="{A8F40F8F-2E51-4704-B575-34FED4A52750}" dt="2023-04-05T14:44:59.540" v="41212" actId="2711"/>
          <ac:spMkLst>
            <pc:docMk/>
            <pc:sldMk cId="1093879763" sldId="390"/>
            <ac:spMk id="11" creationId="{459DD294-7DDC-00BE-96E8-AD836ED5A025}"/>
          </ac:spMkLst>
        </pc:spChg>
        <pc:spChg chg="mod">
          <ac:chgData name="Alexandre Quach" userId="03a3b9a4-365b-425e-bba9-a77346403bac" providerId="ADAL" clId="{A8F40F8F-2E51-4704-B575-34FED4A52750}" dt="2023-04-05T14:45:05.564" v="41230" actId="20577"/>
          <ac:spMkLst>
            <pc:docMk/>
            <pc:sldMk cId="1093879763" sldId="390"/>
            <ac:spMk id="13" creationId="{FED9094B-B3C7-164A-A246-7F4D05ABBAB3}"/>
          </ac:spMkLst>
        </pc:spChg>
        <pc:spChg chg="mod">
          <ac:chgData name="Alexandre Quach" userId="03a3b9a4-365b-425e-bba9-a77346403bac" providerId="ADAL" clId="{A8F40F8F-2E51-4704-B575-34FED4A52750}" dt="2023-04-05T14:44:59.540" v="41212" actId="2711"/>
          <ac:spMkLst>
            <pc:docMk/>
            <pc:sldMk cId="1093879763" sldId="390"/>
            <ac:spMk id="37" creationId="{84E81D4B-0B47-48DF-9F1A-F05E8F79586D}"/>
          </ac:spMkLst>
        </pc:spChg>
        <pc:spChg chg="mod">
          <ac:chgData name="Alexandre Quach" userId="03a3b9a4-365b-425e-bba9-a77346403bac" providerId="ADAL" clId="{A8F40F8F-2E51-4704-B575-34FED4A52750}" dt="2023-04-05T10:07:14.330" v="32323" actId="20577"/>
          <ac:spMkLst>
            <pc:docMk/>
            <pc:sldMk cId="1093879763" sldId="390"/>
            <ac:spMk id="38" creationId="{60664009-F884-41C1-8E16-0895E28E7602}"/>
          </ac:spMkLst>
        </pc:spChg>
      </pc:sldChg>
      <pc:sldChg chg="del">
        <pc:chgData name="Alexandre Quach" userId="03a3b9a4-365b-425e-bba9-a77346403bac" providerId="ADAL" clId="{A8F40F8F-2E51-4704-B575-34FED4A52750}" dt="2023-04-05T14:01:23.137" v="37532" actId="47"/>
        <pc:sldMkLst>
          <pc:docMk/>
          <pc:sldMk cId="277233468" sldId="400"/>
        </pc:sldMkLst>
      </pc:sldChg>
      <pc:sldChg chg="del">
        <pc:chgData name="Alexandre Quach" userId="03a3b9a4-365b-425e-bba9-a77346403bac" providerId="ADAL" clId="{A8F40F8F-2E51-4704-B575-34FED4A52750}" dt="2023-04-05T14:01:31.927" v="37533" actId="47"/>
        <pc:sldMkLst>
          <pc:docMk/>
          <pc:sldMk cId="2913463649" sldId="420"/>
        </pc:sldMkLst>
      </pc:sldChg>
      <pc:sldChg chg="modSp mod">
        <pc:chgData name="Alexandre Quach" userId="03a3b9a4-365b-425e-bba9-a77346403bac" providerId="ADAL" clId="{A8F40F8F-2E51-4704-B575-34FED4A52750}" dt="2023-04-05T13:40:45.574" v="35596" actId="14100"/>
        <pc:sldMkLst>
          <pc:docMk/>
          <pc:sldMk cId="818046055" sldId="425"/>
        </pc:sldMkLst>
        <pc:graphicFrameChg chg="mod modGraphic">
          <ac:chgData name="Alexandre Quach" userId="03a3b9a4-365b-425e-bba9-a77346403bac" providerId="ADAL" clId="{A8F40F8F-2E51-4704-B575-34FED4A52750}" dt="2023-04-05T13:40:45.574" v="35596" actId="14100"/>
          <ac:graphicFrameMkLst>
            <pc:docMk/>
            <pc:sldMk cId="818046055" sldId="425"/>
            <ac:graphicFrameMk id="13" creationId="{DC56BF81-D9A3-F4C8-9A4B-166CFC9B8F71}"/>
          </ac:graphicFrameMkLst>
        </pc:graphicFrameChg>
      </pc:sldChg>
      <pc:sldChg chg="modSp mod">
        <pc:chgData name="Alexandre Quach" userId="03a3b9a4-365b-425e-bba9-a77346403bac" providerId="ADAL" clId="{A8F40F8F-2E51-4704-B575-34FED4A52750}" dt="2023-04-04T12:58:12.508" v="25051" actId="20577"/>
        <pc:sldMkLst>
          <pc:docMk/>
          <pc:sldMk cId="778499848" sldId="433"/>
        </pc:sldMkLst>
        <pc:graphicFrameChg chg="mod modGraphic">
          <ac:chgData name="Alexandre Quach" userId="03a3b9a4-365b-425e-bba9-a77346403bac" providerId="ADAL" clId="{A8F40F8F-2E51-4704-B575-34FED4A52750}" dt="2023-04-04T12:58:12.508" v="25051" actId="20577"/>
          <ac:graphicFrameMkLst>
            <pc:docMk/>
            <pc:sldMk cId="778499848" sldId="433"/>
            <ac:graphicFrameMk id="14" creationId="{AFD662A8-3A2A-775A-1682-C5613BF18B68}"/>
          </ac:graphicFrameMkLst>
        </pc:graphicFrameChg>
      </pc:sldChg>
      <pc:sldChg chg="modSp mod">
        <pc:chgData name="Alexandre Quach" userId="03a3b9a4-365b-425e-bba9-a77346403bac" providerId="ADAL" clId="{A8F40F8F-2E51-4704-B575-34FED4A52750}" dt="2023-04-05T13:42:45.809" v="35655" actId="20577"/>
        <pc:sldMkLst>
          <pc:docMk/>
          <pc:sldMk cId="542634509" sldId="434"/>
        </pc:sldMkLst>
        <pc:spChg chg="mod">
          <ac:chgData name="Alexandre Quach" userId="03a3b9a4-365b-425e-bba9-a77346403bac" providerId="ADAL" clId="{A8F40F8F-2E51-4704-B575-34FED4A52750}" dt="2023-04-05T13:42:45.809" v="35655" actId="20577"/>
          <ac:spMkLst>
            <pc:docMk/>
            <pc:sldMk cId="542634509" sldId="434"/>
            <ac:spMk id="2" creationId="{A389C83C-CF0E-55FD-8F7C-B0A92BE675F7}"/>
          </ac:spMkLst>
        </pc:spChg>
        <pc:graphicFrameChg chg="mod modGraphic">
          <ac:chgData name="Alexandre Quach" userId="03a3b9a4-365b-425e-bba9-a77346403bac" providerId="ADAL" clId="{A8F40F8F-2E51-4704-B575-34FED4A52750}" dt="2023-04-05T13:42:32.212" v="35649" actId="1076"/>
          <ac:graphicFrameMkLst>
            <pc:docMk/>
            <pc:sldMk cId="542634509" sldId="434"/>
            <ac:graphicFrameMk id="13" creationId="{DC56BF81-D9A3-F4C8-9A4B-166CFC9B8F71}"/>
          </ac:graphicFrameMkLst>
        </pc:graphicFrameChg>
      </pc:sldChg>
      <pc:sldChg chg="addSp delSp modSp mod ord">
        <pc:chgData name="Alexandre Quach" userId="03a3b9a4-365b-425e-bba9-a77346403bac" providerId="ADAL" clId="{A8F40F8F-2E51-4704-B575-34FED4A52750}" dt="2023-04-05T14:49:47.265" v="41503" actId="1035"/>
        <pc:sldMkLst>
          <pc:docMk/>
          <pc:sldMk cId="2737581494" sldId="436"/>
        </pc:sldMkLst>
        <pc:spChg chg="add mod">
          <ac:chgData name="Alexandre Quach" userId="03a3b9a4-365b-425e-bba9-a77346403bac" providerId="ADAL" clId="{A8F40F8F-2E51-4704-B575-34FED4A52750}" dt="2023-04-04T10:58:25.673" v="21962" actId="242"/>
          <ac:spMkLst>
            <pc:docMk/>
            <pc:sldMk cId="2737581494" sldId="436"/>
            <ac:spMk id="3" creationId="{5569D348-94EB-5D0A-30C1-632CFF51DB7F}"/>
          </ac:spMkLst>
        </pc:spChg>
        <pc:spChg chg="add mod">
          <ac:chgData name="Alexandre Quach" userId="03a3b9a4-365b-425e-bba9-a77346403bac" providerId="ADAL" clId="{A8F40F8F-2E51-4704-B575-34FED4A52750}" dt="2023-04-04T10:58:21.795" v="21961" actId="242"/>
          <ac:spMkLst>
            <pc:docMk/>
            <pc:sldMk cId="2737581494" sldId="436"/>
            <ac:spMk id="4" creationId="{7B46889E-DAED-3F0E-D2FD-B03353FA2FCB}"/>
          </ac:spMkLst>
        </pc:spChg>
        <pc:spChg chg="add mod">
          <ac:chgData name="Alexandre Quach" userId="03a3b9a4-365b-425e-bba9-a77346403bac" providerId="ADAL" clId="{A8F40F8F-2E51-4704-B575-34FED4A52750}" dt="2023-04-04T10:58:33.273" v="21964" actId="207"/>
          <ac:spMkLst>
            <pc:docMk/>
            <pc:sldMk cId="2737581494" sldId="436"/>
            <ac:spMk id="6" creationId="{6945E598-FD8B-27DC-5BA9-E7F59FD00506}"/>
          </ac:spMkLst>
        </pc:spChg>
        <pc:spChg chg="add mod topLvl">
          <ac:chgData name="Alexandre Quach" userId="03a3b9a4-365b-425e-bba9-a77346403bac" providerId="ADAL" clId="{A8F40F8F-2E51-4704-B575-34FED4A52750}" dt="2023-04-04T12:53:36.565" v="24767" actId="1076"/>
          <ac:spMkLst>
            <pc:docMk/>
            <pc:sldMk cId="2737581494" sldId="436"/>
            <ac:spMk id="9" creationId="{727BEA1C-5474-1754-B412-C8FA8759B3F9}"/>
          </ac:spMkLst>
        </pc:spChg>
        <pc:spChg chg="add mod topLvl">
          <ac:chgData name="Alexandre Quach" userId="03a3b9a4-365b-425e-bba9-a77346403bac" providerId="ADAL" clId="{A8F40F8F-2E51-4704-B575-34FED4A52750}" dt="2023-04-04T12:53:36.565" v="24767" actId="1076"/>
          <ac:spMkLst>
            <pc:docMk/>
            <pc:sldMk cId="2737581494" sldId="436"/>
            <ac:spMk id="10" creationId="{5CEFCA9F-5790-07DB-06CB-EE0CDB4E54C5}"/>
          </ac:spMkLst>
        </pc:spChg>
        <pc:spChg chg="add del mod">
          <ac:chgData name="Alexandre Quach" userId="03a3b9a4-365b-425e-bba9-a77346403bac" providerId="ADAL" clId="{A8F40F8F-2E51-4704-B575-34FED4A52750}" dt="2023-03-30T14:56:46.226" v="4110" actId="478"/>
          <ac:spMkLst>
            <pc:docMk/>
            <pc:sldMk cId="2737581494" sldId="436"/>
            <ac:spMk id="11" creationId="{77BDEB8B-CEA4-70AB-794D-DD0989395E23}"/>
          </ac:spMkLst>
        </pc:spChg>
        <pc:spChg chg="add mod topLvl">
          <ac:chgData name="Alexandre Quach" userId="03a3b9a4-365b-425e-bba9-a77346403bac" providerId="ADAL" clId="{A8F40F8F-2E51-4704-B575-34FED4A52750}" dt="2023-04-04T12:53:36.565" v="24767" actId="1076"/>
          <ac:spMkLst>
            <pc:docMk/>
            <pc:sldMk cId="2737581494" sldId="436"/>
            <ac:spMk id="12" creationId="{D9501C28-282C-D1F3-8DF5-1A6FA681D500}"/>
          </ac:spMkLst>
        </pc:spChg>
        <pc:spChg chg="add mod topLvl">
          <ac:chgData name="Alexandre Quach" userId="03a3b9a4-365b-425e-bba9-a77346403bac" providerId="ADAL" clId="{A8F40F8F-2E51-4704-B575-34FED4A52750}" dt="2023-04-04T12:53:36.565" v="24767" actId="1076"/>
          <ac:spMkLst>
            <pc:docMk/>
            <pc:sldMk cId="2737581494" sldId="436"/>
            <ac:spMk id="13" creationId="{243F115F-622E-249B-B057-60A1CE024F61}"/>
          </ac:spMkLst>
        </pc:spChg>
        <pc:spChg chg="add mod topLvl">
          <ac:chgData name="Alexandre Quach" userId="03a3b9a4-365b-425e-bba9-a77346403bac" providerId="ADAL" clId="{A8F40F8F-2E51-4704-B575-34FED4A52750}" dt="2023-04-04T12:53:36.565" v="24767" actId="1076"/>
          <ac:spMkLst>
            <pc:docMk/>
            <pc:sldMk cId="2737581494" sldId="436"/>
            <ac:spMk id="14" creationId="{0B27D83B-BFA4-B67D-CDDA-8AC6F6A520DC}"/>
          </ac:spMkLst>
        </pc:spChg>
        <pc:spChg chg="add mod topLvl">
          <ac:chgData name="Alexandre Quach" userId="03a3b9a4-365b-425e-bba9-a77346403bac" providerId="ADAL" clId="{A8F40F8F-2E51-4704-B575-34FED4A52750}" dt="2023-04-04T12:53:36.565" v="24767" actId="1076"/>
          <ac:spMkLst>
            <pc:docMk/>
            <pc:sldMk cId="2737581494" sldId="436"/>
            <ac:spMk id="15" creationId="{8C4A45B5-3B5E-E64A-DDA7-EBDB20D5A8A5}"/>
          </ac:spMkLst>
        </pc:spChg>
        <pc:spChg chg="add mod">
          <ac:chgData name="Alexandre Quach" userId="03a3b9a4-365b-425e-bba9-a77346403bac" providerId="ADAL" clId="{A8F40F8F-2E51-4704-B575-34FED4A52750}" dt="2023-04-05T08:14:02.208" v="28118" actId="1076"/>
          <ac:spMkLst>
            <pc:docMk/>
            <pc:sldMk cId="2737581494" sldId="436"/>
            <ac:spMk id="16" creationId="{50064CCE-D5EB-A9A2-C3E5-AAF22602CEEF}"/>
          </ac:spMkLst>
        </pc:spChg>
        <pc:spChg chg="add mod">
          <ac:chgData name="Alexandre Quach" userId="03a3b9a4-365b-425e-bba9-a77346403bac" providerId="ADAL" clId="{A8F40F8F-2E51-4704-B575-34FED4A52750}" dt="2023-04-04T12:53:36.565" v="24767" actId="1076"/>
          <ac:spMkLst>
            <pc:docMk/>
            <pc:sldMk cId="2737581494" sldId="436"/>
            <ac:spMk id="28" creationId="{13CD85EF-806E-869E-4E8C-658EE3565F80}"/>
          </ac:spMkLst>
        </pc:spChg>
        <pc:spChg chg="add mod">
          <ac:chgData name="Alexandre Quach" userId="03a3b9a4-365b-425e-bba9-a77346403bac" providerId="ADAL" clId="{A8F40F8F-2E51-4704-B575-34FED4A52750}" dt="2023-04-04T12:53:36.565" v="24767" actId="1076"/>
          <ac:spMkLst>
            <pc:docMk/>
            <pc:sldMk cId="2737581494" sldId="436"/>
            <ac:spMk id="30" creationId="{E4475D3D-C54E-297B-84EA-C1FB90ABD635}"/>
          </ac:spMkLst>
        </pc:spChg>
        <pc:spChg chg="add mod">
          <ac:chgData name="Alexandre Quach" userId="03a3b9a4-365b-425e-bba9-a77346403bac" providerId="ADAL" clId="{A8F40F8F-2E51-4704-B575-34FED4A52750}" dt="2023-04-04T12:53:36.565" v="24767" actId="1076"/>
          <ac:spMkLst>
            <pc:docMk/>
            <pc:sldMk cId="2737581494" sldId="436"/>
            <ac:spMk id="31" creationId="{2234B7E3-BE8D-6491-AD80-4D17CF2CBE63}"/>
          </ac:spMkLst>
        </pc:spChg>
        <pc:spChg chg="add mod">
          <ac:chgData name="Alexandre Quach" userId="03a3b9a4-365b-425e-bba9-a77346403bac" providerId="ADAL" clId="{A8F40F8F-2E51-4704-B575-34FED4A52750}" dt="2023-04-04T12:57:19.707" v="24939" actId="14100"/>
          <ac:spMkLst>
            <pc:docMk/>
            <pc:sldMk cId="2737581494" sldId="436"/>
            <ac:spMk id="32" creationId="{F6AC927A-EFFD-02D9-D5B1-FEF88BDAEE73}"/>
          </ac:spMkLst>
        </pc:spChg>
        <pc:spChg chg="add mod">
          <ac:chgData name="Alexandre Quach" userId="03a3b9a4-365b-425e-bba9-a77346403bac" providerId="ADAL" clId="{A8F40F8F-2E51-4704-B575-34FED4A52750}" dt="2023-04-05T14:49:47.265" v="41503" actId="1035"/>
          <ac:spMkLst>
            <pc:docMk/>
            <pc:sldMk cId="2737581494" sldId="436"/>
            <ac:spMk id="35" creationId="{CC510524-B775-33D4-6162-694F964D9605}"/>
          </ac:spMkLst>
        </pc:spChg>
        <pc:spChg chg="mod">
          <ac:chgData name="Alexandre Quach" userId="03a3b9a4-365b-425e-bba9-a77346403bac" providerId="ADAL" clId="{A8F40F8F-2E51-4704-B575-34FED4A52750}" dt="2023-04-04T12:57:43.053" v="25022" actId="20577"/>
          <ac:spMkLst>
            <pc:docMk/>
            <pc:sldMk cId="2737581494" sldId="436"/>
            <ac:spMk id="48" creationId="{5F655389-9FF2-8EEE-EF4A-D5FBE115C687}"/>
          </ac:spMkLst>
        </pc:spChg>
        <pc:grpChg chg="add mod topLvl">
          <ac:chgData name="Alexandre Quach" userId="03a3b9a4-365b-425e-bba9-a77346403bac" providerId="ADAL" clId="{A8F40F8F-2E51-4704-B575-34FED4A52750}" dt="2023-04-04T12:53:36.565" v="24767" actId="1076"/>
          <ac:grpSpMkLst>
            <pc:docMk/>
            <pc:sldMk cId="2737581494" sldId="436"/>
            <ac:grpSpMk id="8" creationId="{995260BE-F328-47F4-10B2-E625B34ADA12}"/>
          </ac:grpSpMkLst>
        </pc:grpChg>
        <pc:grpChg chg="add del mod">
          <ac:chgData name="Alexandre Quach" userId="03a3b9a4-365b-425e-bba9-a77346403bac" providerId="ADAL" clId="{A8F40F8F-2E51-4704-B575-34FED4A52750}" dt="2023-04-04T10:57:03.097" v="21871" actId="165"/>
          <ac:grpSpMkLst>
            <pc:docMk/>
            <pc:sldMk cId="2737581494" sldId="436"/>
            <ac:grpSpMk id="27" creationId="{AF8E5873-B4C9-453B-22E4-C560E67D371B}"/>
          </ac:grpSpMkLst>
        </pc:grpChg>
        <pc:picChg chg="add mod">
          <ac:chgData name="Alexandre Quach" userId="03a3b9a4-365b-425e-bba9-a77346403bac" providerId="ADAL" clId="{A8F40F8F-2E51-4704-B575-34FED4A52750}" dt="2023-04-04T10:57:03.097" v="21871" actId="165"/>
          <ac:picMkLst>
            <pc:docMk/>
            <pc:sldMk cId="2737581494" sldId="436"/>
            <ac:picMk id="2" creationId="{61E0F101-732B-F926-EED3-F4668ACC4E00}"/>
          </ac:picMkLst>
        </pc:picChg>
        <pc:picChg chg="add mod">
          <ac:chgData name="Alexandre Quach" userId="03a3b9a4-365b-425e-bba9-a77346403bac" providerId="ADAL" clId="{A8F40F8F-2E51-4704-B575-34FED4A52750}" dt="2023-04-04T10:57:03.097" v="21871" actId="165"/>
          <ac:picMkLst>
            <pc:docMk/>
            <pc:sldMk cId="2737581494" sldId="436"/>
            <ac:picMk id="5" creationId="{FB6375AB-F193-FE51-6B37-A71B6A4CF797}"/>
          </ac:picMkLst>
        </pc:picChg>
        <pc:picChg chg="add mod">
          <ac:chgData name="Alexandre Quach" userId="03a3b9a4-365b-425e-bba9-a77346403bac" providerId="ADAL" clId="{A8F40F8F-2E51-4704-B575-34FED4A52750}" dt="2023-04-04T10:57:03.097" v="21871" actId="165"/>
          <ac:picMkLst>
            <pc:docMk/>
            <pc:sldMk cId="2737581494" sldId="436"/>
            <ac:picMk id="7" creationId="{B92C27FE-2E3C-41CD-2A4E-CD027BC9E77F}"/>
          </ac:picMkLst>
        </pc:picChg>
        <pc:picChg chg="add mod">
          <ac:chgData name="Alexandre Quach" userId="03a3b9a4-365b-425e-bba9-a77346403bac" providerId="ADAL" clId="{A8F40F8F-2E51-4704-B575-34FED4A52750}" dt="2023-04-05T08:13:16.957" v="28089"/>
          <ac:picMkLst>
            <pc:docMk/>
            <pc:sldMk cId="2737581494" sldId="436"/>
            <ac:picMk id="11" creationId="{9867EAA6-C86E-B8DA-B172-FE60837786D0}"/>
          </ac:picMkLst>
        </pc:picChg>
        <pc:picChg chg="add mod">
          <ac:chgData name="Alexandre Quach" userId="03a3b9a4-365b-425e-bba9-a77346403bac" providerId="ADAL" clId="{A8F40F8F-2E51-4704-B575-34FED4A52750}" dt="2023-04-04T12:56:29.875" v="24801" actId="1076"/>
          <ac:picMkLst>
            <pc:docMk/>
            <pc:sldMk cId="2737581494" sldId="436"/>
            <ac:picMk id="33" creationId="{086F1C55-68BB-1442-D592-099FE31470D1}"/>
          </ac:picMkLst>
        </pc:picChg>
        <pc:picChg chg="add mod">
          <ac:chgData name="Alexandre Quach" userId="03a3b9a4-365b-425e-bba9-a77346403bac" providerId="ADAL" clId="{A8F40F8F-2E51-4704-B575-34FED4A52750}" dt="2023-04-04T12:57:17.275" v="24938" actId="1076"/>
          <ac:picMkLst>
            <pc:docMk/>
            <pc:sldMk cId="2737581494" sldId="436"/>
            <ac:picMk id="34" creationId="{2CEE219F-769B-6A6C-890D-570FA7F54ABB}"/>
          </ac:picMkLst>
        </pc:picChg>
        <pc:cxnChg chg="add mod topLvl">
          <ac:chgData name="Alexandre Quach" userId="03a3b9a4-365b-425e-bba9-a77346403bac" providerId="ADAL" clId="{A8F40F8F-2E51-4704-B575-34FED4A52750}" dt="2023-04-04T12:53:36.565" v="24767" actId="1076"/>
          <ac:cxnSpMkLst>
            <pc:docMk/>
            <pc:sldMk cId="2737581494" sldId="436"/>
            <ac:cxnSpMk id="17" creationId="{F09B73A6-3123-A193-D678-E9073991EF79}"/>
          </ac:cxnSpMkLst>
        </pc:cxnChg>
        <pc:cxnChg chg="add mod topLvl">
          <ac:chgData name="Alexandre Quach" userId="03a3b9a4-365b-425e-bba9-a77346403bac" providerId="ADAL" clId="{A8F40F8F-2E51-4704-B575-34FED4A52750}" dt="2023-04-04T12:53:36.565" v="24767" actId="1076"/>
          <ac:cxnSpMkLst>
            <pc:docMk/>
            <pc:sldMk cId="2737581494" sldId="436"/>
            <ac:cxnSpMk id="18" creationId="{24AE57BC-E0E4-C292-A978-75A65E03196F}"/>
          </ac:cxnSpMkLst>
        </pc:cxnChg>
        <pc:cxnChg chg="add mod topLvl">
          <ac:chgData name="Alexandre Quach" userId="03a3b9a4-365b-425e-bba9-a77346403bac" providerId="ADAL" clId="{A8F40F8F-2E51-4704-B575-34FED4A52750}" dt="2023-04-04T12:53:36.565" v="24767" actId="1076"/>
          <ac:cxnSpMkLst>
            <pc:docMk/>
            <pc:sldMk cId="2737581494" sldId="436"/>
            <ac:cxnSpMk id="23" creationId="{00EE4CB5-7072-D068-EDD3-3F299E75C975}"/>
          </ac:cxnSpMkLst>
        </pc:cxnChg>
        <pc:cxnChg chg="add mod topLvl">
          <ac:chgData name="Alexandre Quach" userId="03a3b9a4-365b-425e-bba9-a77346403bac" providerId="ADAL" clId="{A8F40F8F-2E51-4704-B575-34FED4A52750}" dt="2023-04-04T12:53:36.565" v="24767" actId="1076"/>
          <ac:cxnSpMkLst>
            <pc:docMk/>
            <pc:sldMk cId="2737581494" sldId="436"/>
            <ac:cxnSpMk id="26" creationId="{741B5964-A36D-61F2-9779-4ABE6E919899}"/>
          </ac:cxnSpMkLst>
        </pc:cxnChg>
        <pc:cxnChg chg="add mod topLvl">
          <ac:chgData name="Alexandre Quach" userId="03a3b9a4-365b-425e-bba9-a77346403bac" providerId="ADAL" clId="{A8F40F8F-2E51-4704-B575-34FED4A52750}" dt="2023-04-04T12:53:36.565" v="24767" actId="1076"/>
          <ac:cxnSpMkLst>
            <pc:docMk/>
            <pc:sldMk cId="2737581494" sldId="436"/>
            <ac:cxnSpMk id="29" creationId="{AD1257DE-2334-BE4D-CA36-A46F5BC3580E}"/>
          </ac:cxnSpMkLst>
        </pc:cxnChg>
      </pc:sldChg>
      <pc:sldChg chg="modSp mod">
        <pc:chgData name="Alexandre Quach" userId="03a3b9a4-365b-425e-bba9-a77346403bac" providerId="ADAL" clId="{A8F40F8F-2E51-4704-B575-34FED4A52750}" dt="2023-04-04T09:00:23.289" v="18102" actId="20577"/>
        <pc:sldMkLst>
          <pc:docMk/>
          <pc:sldMk cId="390272588" sldId="445"/>
        </pc:sldMkLst>
        <pc:spChg chg="mod">
          <ac:chgData name="Alexandre Quach" userId="03a3b9a4-365b-425e-bba9-a77346403bac" providerId="ADAL" clId="{A8F40F8F-2E51-4704-B575-34FED4A52750}" dt="2023-04-04T09:00:23.289" v="18102" actId="20577"/>
          <ac:spMkLst>
            <pc:docMk/>
            <pc:sldMk cId="390272588" sldId="445"/>
            <ac:spMk id="3" creationId="{760F2153-A99C-7884-B357-72D68732BCD2}"/>
          </ac:spMkLst>
        </pc:spChg>
      </pc:sldChg>
      <pc:sldChg chg="modSp mod">
        <pc:chgData name="Alexandre Quach" userId="03a3b9a4-365b-425e-bba9-a77346403bac" providerId="ADAL" clId="{A8F40F8F-2E51-4704-B575-34FED4A52750}" dt="2023-04-04T09:00:11.279" v="18069" actId="20577"/>
        <pc:sldMkLst>
          <pc:docMk/>
          <pc:sldMk cId="3436738088" sldId="446"/>
        </pc:sldMkLst>
        <pc:spChg chg="mod">
          <ac:chgData name="Alexandre Quach" userId="03a3b9a4-365b-425e-bba9-a77346403bac" providerId="ADAL" clId="{A8F40F8F-2E51-4704-B575-34FED4A52750}" dt="2023-04-04T09:00:11.279" v="18069" actId="20577"/>
          <ac:spMkLst>
            <pc:docMk/>
            <pc:sldMk cId="3436738088" sldId="446"/>
            <ac:spMk id="9" creationId="{5C6F2FF8-FEA8-9E29-FA23-1FDC3C7CDB38}"/>
          </ac:spMkLst>
        </pc:spChg>
      </pc:sldChg>
      <pc:sldChg chg="add">
        <pc:chgData name="Alexandre Quach" userId="03a3b9a4-365b-425e-bba9-a77346403bac" providerId="ADAL" clId="{A8F40F8F-2E51-4704-B575-34FED4A52750}" dt="2023-04-04T10:01:28.226" v="19489"/>
        <pc:sldMkLst>
          <pc:docMk/>
          <pc:sldMk cId="808724077" sldId="1244"/>
        </pc:sldMkLst>
      </pc:sldChg>
      <pc:sldChg chg="modSp add del mod ord">
        <pc:chgData name="Alexandre Quach" userId="03a3b9a4-365b-425e-bba9-a77346403bac" providerId="ADAL" clId="{A8F40F8F-2E51-4704-B575-34FED4A52750}" dt="2023-04-04T10:01:10.487" v="19485" actId="2696"/>
        <pc:sldMkLst>
          <pc:docMk/>
          <pc:sldMk cId="1650254706" sldId="1244"/>
        </pc:sldMkLst>
        <pc:spChg chg="mod">
          <ac:chgData name="Alexandre Quach" userId="03a3b9a4-365b-425e-bba9-a77346403bac" providerId="ADAL" clId="{A8F40F8F-2E51-4704-B575-34FED4A52750}" dt="2023-03-31T08:35:32.043" v="8102"/>
          <ac:spMkLst>
            <pc:docMk/>
            <pc:sldMk cId="1650254706" sldId="1244"/>
            <ac:spMk id="2" creationId="{6C8C9F34-6D6F-207B-53A6-2E2E5FC62A48}"/>
          </ac:spMkLst>
        </pc:spChg>
        <pc:spChg chg="mod">
          <ac:chgData name="Alexandre Quach" userId="03a3b9a4-365b-425e-bba9-a77346403bac" providerId="ADAL" clId="{A8F40F8F-2E51-4704-B575-34FED4A52750}" dt="2023-03-29T09:08:23.004" v="124" actId="2711"/>
          <ac:spMkLst>
            <pc:docMk/>
            <pc:sldMk cId="1650254706" sldId="1244"/>
            <ac:spMk id="6" creationId="{F1C4626C-CFC3-CAD5-EAAD-B58EC37A3EDD}"/>
          </ac:spMkLst>
        </pc:spChg>
        <pc:spChg chg="mod">
          <ac:chgData name="Alexandre Quach" userId="03a3b9a4-365b-425e-bba9-a77346403bac" providerId="ADAL" clId="{A8F40F8F-2E51-4704-B575-34FED4A52750}" dt="2023-03-29T09:08:31.359" v="127" actId="404"/>
          <ac:spMkLst>
            <pc:docMk/>
            <pc:sldMk cId="1650254706" sldId="1244"/>
            <ac:spMk id="16" creationId="{11517F83-BE44-7BC9-EB47-9D85208B2C34}"/>
          </ac:spMkLst>
        </pc:spChg>
        <pc:spChg chg="mod">
          <ac:chgData name="Alexandre Quach" userId="03a3b9a4-365b-425e-bba9-a77346403bac" providerId="ADAL" clId="{A8F40F8F-2E51-4704-B575-34FED4A52750}" dt="2023-03-29T09:08:31.359" v="127" actId="404"/>
          <ac:spMkLst>
            <pc:docMk/>
            <pc:sldMk cId="1650254706" sldId="1244"/>
            <ac:spMk id="17" creationId="{BFBE810E-AFBE-B9F1-3836-9BF0B53CA5B9}"/>
          </ac:spMkLst>
        </pc:spChg>
        <pc:spChg chg="mod">
          <ac:chgData name="Alexandre Quach" userId="03a3b9a4-365b-425e-bba9-a77346403bac" providerId="ADAL" clId="{A8F40F8F-2E51-4704-B575-34FED4A52750}" dt="2023-03-29T09:08:31.359" v="127" actId="404"/>
          <ac:spMkLst>
            <pc:docMk/>
            <pc:sldMk cId="1650254706" sldId="1244"/>
            <ac:spMk id="26" creationId="{D01EAC85-1C7B-8A4E-A8C5-389491FD5FFD}"/>
          </ac:spMkLst>
        </pc:spChg>
      </pc:sldChg>
      <pc:sldChg chg="add del">
        <pc:chgData name="Alexandre Quach" userId="03a3b9a4-365b-425e-bba9-a77346403bac" providerId="ADAL" clId="{A8F40F8F-2E51-4704-B575-34FED4A52750}" dt="2023-03-29T08:57:09.546" v="44" actId="2696"/>
        <pc:sldMkLst>
          <pc:docMk/>
          <pc:sldMk cId="3249775370" sldId="1244"/>
        </pc:sldMkLst>
      </pc:sldChg>
      <pc:sldChg chg="add">
        <pc:chgData name="Alexandre Quach" userId="03a3b9a4-365b-425e-bba9-a77346403bac" providerId="ADAL" clId="{A8F40F8F-2E51-4704-B575-34FED4A52750}" dt="2023-04-04T10:01:28.226" v="19489"/>
        <pc:sldMkLst>
          <pc:docMk/>
          <pc:sldMk cId="9910684" sldId="1246"/>
        </pc:sldMkLst>
      </pc:sldChg>
      <pc:sldChg chg="modSp add del mod ord">
        <pc:chgData name="Alexandre Quach" userId="03a3b9a4-365b-425e-bba9-a77346403bac" providerId="ADAL" clId="{A8F40F8F-2E51-4704-B575-34FED4A52750}" dt="2023-04-04T10:01:10.487" v="19485" actId="2696"/>
        <pc:sldMkLst>
          <pc:docMk/>
          <pc:sldMk cId="144341245" sldId="1246"/>
        </pc:sldMkLst>
        <pc:spChg chg="mod">
          <ac:chgData name="Alexandre Quach" userId="03a3b9a4-365b-425e-bba9-a77346403bac" providerId="ADAL" clId="{A8F40F8F-2E51-4704-B575-34FED4A52750}" dt="2023-03-31T08:35:37.960" v="8106" actId="20577"/>
          <ac:spMkLst>
            <pc:docMk/>
            <pc:sldMk cId="144341245" sldId="1246"/>
            <ac:spMk id="2" creationId="{6C8C9F34-6D6F-207B-53A6-2E2E5FC62A48}"/>
          </ac:spMkLst>
        </pc:spChg>
        <pc:spChg chg="mod">
          <ac:chgData name="Alexandre Quach" userId="03a3b9a4-365b-425e-bba9-a77346403bac" providerId="ADAL" clId="{A8F40F8F-2E51-4704-B575-34FED4A52750}" dt="2023-03-29T09:08:49.626" v="131" actId="1076"/>
          <ac:spMkLst>
            <pc:docMk/>
            <pc:sldMk cId="144341245" sldId="1246"/>
            <ac:spMk id="4" creationId="{A9B0D46C-2697-2AC4-9F22-D3B5013E51BF}"/>
          </ac:spMkLst>
        </pc:spChg>
        <pc:spChg chg="mod">
          <ac:chgData name="Alexandre Quach" userId="03a3b9a4-365b-425e-bba9-a77346403bac" providerId="ADAL" clId="{A8F40F8F-2E51-4704-B575-34FED4A52750}" dt="2023-03-29T09:08:54.033" v="133" actId="1076"/>
          <ac:spMkLst>
            <pc:docMk/>
            <pc:sldMk cId="144341245" sldId="1246"/>
            <ac:spMk id="5" creationId="{3C34903A-67DB-9A38-AE24-9CB2C4A7F822}"/>
          </ac:spMkLst>
        </pc:spChg>
        <pc:spChg chg="mod">
          <ac:chgData name="Alexandre Quach" userId="03a3b9a4-365b-425e-bba9-a77346403bac" providerId="ADAL" clId="{A8F40F8F-2E51-4704-B575-34FED4A52750}" dt="2023-03-29T09:08:39.923" v="128" actId="2711"/>
          <ac:spMkLst>
            <pc:docMk/>
            <pc:sldMk cId="144341245" sldId="1246"/>
            <ac:spMk id="7" creationId="{10D55E55-1221-10F0-D7F5-D6F523DF8EA4}"/>
          </ac:spMkLst>
        </pc:spChg>
        <pc:spChg chg="mod">
          <ac:chgData name="Alexandre Quach" userId="03a3b9a4-365b-425e-bba9-a77346403bac" providerId="ADAL" clId="{A8F40F8F-2E51-4704-B575-34FED4A52750}" dt="2023-03-29T09:08:39.923" v="128" actId="2711"/>
          <ac:spMkLst>
            <pc:docMk/>
            <pc:sldMk cId="144341245" sldId="1246"/>
            <ac:spMk id="8" creationId="{2A7D9348-E947-8920-7164-68002DFF560E}"/>
          </ac:spMkLst>
        </pc:spChg>
        <pc:spChg chg="mod">
          <ac:chgData name="Alexandre Quach" userId="03a3b9a4-365b-425e-bba9-a77346403bac" providerId="ADAL" clId="{A8F40F8F-2E51-4704-B575-34FED4A52750}" dt="2023-03-29T09:08:39.923" v="128" actId="2711"/>
          <ac:spMkLst>
            <pc:docMk/>
            <pc:sldMk cId="144341245" sldId="1246"/>
            <ac:spMk id="9" creationId="{4BBA9323-BE4C-DD5E-9C85-C0B3000FA3CB}"/>
          </ac:spMkLst>
        </pc:spChg>
        <pc:spChg chg="mod">
          <ac:chgData name="Alexandre Quach" userId="03a3b9a4-365b-425e-bba9-a77346403bac" providerId="ADAL" clId="{A8F40F8F-2E51-4704-B575-34FED4A52750}" dt="2023-03-29T09:08:39.923" v="128" actId="2711"/>
          <ac:spMkLst>
            <pc:docMk/>
            <pc:sldMk cId="144341245" sldId="1246"/>
            <ac:spMk id="10" creationId="{739753A5-4D07-0A9C-CE19-2B06D7C2A569}"/>
          </ac:spMkLst>
        </pc:spChg>
        <pc:spChg chg="mod">
          <ac:chgData name="Alexandre Quach" userId="03a3b9a4-365b-425e-bba9-a77346403bac" providerId="ADAL" clId="{A8F40F8F-2E51-4704-B575-34FED4A52750}" dt="2023-03-29T09:08:39.923" v="128" actId="2711"/>
          <ac:spMkLst>
            <pc:docMk/>
            <pc:sldMk cId="144341245" sldId="1246"/>
            <ac:spMk id="11" creationId="{B8595B93-E7B5-B991-1908-E1DFF3F88AAD}"/>
          </ac:spMkLst>
        </pc:spChg>
        <pc:spChg chg="mod">
          <ac:chgData name="Alexandre Quach" userId="03a3b9a4-365b-425e-bba9-a77346403bac" providerId="ADAL" clId="{A8F40F8F-2E51-4704-B575-34FED4A52750}" dt="2023-03-29T09:08:39.923" v="128" actId="2711"/>
          <ac:spMkLst>
            <pc:docMk/>
            <pc:sldMk cId="144341245" sldId="1246"/>
            <ac:spMk id="12" creationId="{7311CCB2-1002-4CB7-01FA-150CD87FB626}"/>
          </ac:spMkLst>
        </pc:spChg>
        <pc:spChg chg="mod">
          <ac:chgData name="Alexandre Quach" userId="03a3b9a4-365b-425e-bba9-a77346403bac" providerId="ADAL" clId="{A8F40F8F-2E51-4704-B575-34FED4A52750}" dt="2023-03-29T09:08:39.923" v="128" actId="2711"/>
          <ac:spMkLst>
            <pc:docMk/>
            <pc:sldMk cId="144341245" sldId="1246"/>
            <ac:spMk id="13" creationId="{55881914-C91F-985E-4E67-B9CA90B45CFF}"/>
          </ac:spMkLst>
        </pc:spChg>
        <pc:spChg chg="mod">
          <ac:chgData name="Alexandre Quach" userId="03a3b9a4-365b-425e-bba9-a77346403bac" providerId="ADAL" clId="{A8F40F8F-2E51-4704-B575-34FED4A52750}" dt="2023-03-29T09:08:39.923" v="128" actId="2711"/>
          <ac:spMkLst>
            <pc:docMk/>
            <pc:sldMk cId="144341245" sldId="1246"/>
            <ac:spMk id="14" creationId="{F56FA5A6-4AB0-5925-2521-3DDC4973A769}"/>
          </ac:spMkLst>
        </pc:spChg>
        <pc:spChg chg="mod">
          <ac:chgData name="Alexandre Quach" userId="03a3b9a4-365b-425e-bba9-a77346403bac" providerId="ADAL" clId="{A8F40F8F-2E51-4704-B575-34FED4A52750}" dt="2023-03-29T09:08:39.923" v="128" actId="2711"/>
          <ac:spMkLst>
            <pc:docMk/>
            <pc:sldMk cId="144341245" sldId="1246"/>
            <ac:spMk id="15" creationId="{F9E79B2C-8D96-E7C1-67B6-93D12CA8B973}"/>
          </ac:spMkLst>
        </pc:spChg>
        <pc:spChg chg="mod">
          <ac:chgData name="Alexandre Quach" userId="03a3b9a4-365b-425e-bba9-a77346403bac" providerId="ADAL" clId="{A8F40F8F-2E51-4704-B575-34FED4A52750}" dt="2023-03-29T09:08:43.626" v="129" actId="14100"/>
          <ac:spMkLst>
            <pc:docMk/>
            <pc:sldMk cId="144341245" sldId="1246"/>
            <ac:spMk id="25" creationId="{F3C042A7-3792-C164-F749-79BFF81C197D}"/>
          </ac:spMkLst>
        </pc:spChg>
        <pc:picChg chg="mod">
          <ac:chgData name="Alexandre Quach" userId="03a3b9a4-365b-425e-bba9-a77346403bac" providerId="ADAL" clId="{A8F40F8F-2E51-4704-B575-34FED4A52750}" dt="2023-03-29T09:08:05.617" v="123" actId="1076"/>
          <ac:picMkLst>
            <pc:docMk/>
            <pc:sldMk cId="144341245" sldId="1246"/>
            <ac:picMk id="21" creationId="{3A0F438C-0C69-6AC8-1EA5-F463C4E6FD9C}"/>
          </ac:picMkLst>
        </pc:picChg>
        <pc:picChg chg="mod">
          <ac:chgData name="Alexandre Quach" userId="03a3b9a4-365b-425e-bba9-a77346403bac" providerId="ADAL" clId="{A8F40F8F-2E51-4704-B575-34FED4A52750}" dt="2023-03-29T09:08:05.617" v="123" actId="1076"/>
          <ac:picMkLst>
            <pc:docMk/>
            <pc:sldMk cId="144341245" sldId="1246"/>
            <ac:picMk id="27" creationId="{76F10737-C981-0F4D-3F34-2BF3098F6FE1}"/>
          </ac:picMkLst>
        </pc:picChg>
        <pc:picChg chg="mod">
          <ac:chgData name="Alexandre Quach" userId="03a3b9a4-365b-425e-bba9-a77346403bac" providerId="ADAL" clId="{A8F40F8F-2E51-4704-B575-34FED4A52750}" dt="2023-03-29T09:08:05.617" v="123" actId="1076"/>
          <ac:picMkLst>
            <pc:docMk/>
            <pc:sldMk cId="144341245" sldId="1246"/>
            <ac:picMk id="29" creationId="{F9A2D173-A2EE-01BF-206E-E39941FFB849}"/>
          </ac:picMkLst>
        </pc:picChg>
      </pc:sldChg>
      <pc:sldChg chg="add del">
        <pc:chgData name="Alexandre Quach" userId="03a3b9a4-365b-425e-bba9-a77346403bac" providerId="ADAL" clId="{A8F40F8F-2E51-4704-B575-34FED4A52750}" dt="2023-03-29T08:57:09.546" v="44" actId="2696"/>
        <pc:sldMkLst>
          <pc:docMk/>
          <pc:sldMk cId="3313523902" sldId="1246"/>
        </pc:sldMkLst>
      </pc:sldChg>
      <pc:sldChg chg="addSp delSp modSp add mod ord">
        <pc:chgData name="Alexandre Quach" userId="03a3b9a4-365b-425e-bba9-a77346403bac" providerId="ADAL" clId="{A8F40F8F-2E51-4704-B575-34FED4A52750}" dt="2023-04-04T10:03:31.495" v="19612" actId="20577"/>
        <pc:sldMkLst>
          <pc:docMk/>
          <pc:sldMk cId="1975384037" sldId="1247"/>
        </pc:sldMkLst>
        <pc:spChg chg="mod">
          <ac:chgData name="Alexandre Quach" userId="03a3b9a4-365b-425e-bba9-a77346403bac" providerId="ADAL" clId="{A8F40F8F-2E51-4704-B575-34FED4A52750}" dt="2023-04-04T10:03:31.495" v="19612" actId="20577"/>
          <ac:spMkLst>
            <pc:docMk/>
            <pc:sldMk cId="1975384037" sldId="1247"/>
            <ac:spMk id="2" creationId="{6C8C9F34-6D6F-207B-53A6-2E2E5FC62A48}"/>
          </ac:spMkLst>
        </pc:spChg>
        <pc:spChg chg="add del mod">
          <ac:chgData name="Alexandre Quach" userId="03a3b9a4-365b-425e-bba9-a77346403bac" providerId="ADAL" clId="{A8F40F8F-2E51-4704-B575-34FED4A52750}" dt="2023-04-04T10:02:54.942" v="19608" actId="478"/>
          <ac:spMkLst>
            <pc:docMk/>
            <pc:sldMk cId="1975384037" sldId="1247"/>
            <ac:spMk id="3" creationId="{CA138C4B-804F-7908-BE5C-9FC24E513B51}"/>
          </ac:spMkLst>
        </pc:spChg>
        <pc:spChg chg="mod">
          <ac:chgData name="Alexandre Quach" userId="03a3b9a4-365b-425e-bba9-a77346403bac" providerId="ADAL" clId="{A8F40F8F-2E51-4704-B575-34FED4A52750}" dt="2023-03-31T08:11:28.262" v="7262" actId="14100"/>
          <ac:spMkLst>
            <pc:docMk/>
            <pc:sldMk cId="1975384037" sldId="1247"/>
            <ac:spMk id="4" creationId="{A9B0D46C-2697-2AC4-9F22-D3B5013E51BF}"/>
          </ac:spMkLst>
        </pc:spChg>
        <pc:spChg chg="mod">
          <ac:chgData name="Alexandre Quach" userId="03a3b9a4-365b-425e-bba9-a77346403bac" providerId="ADAL" clId="{A8F40F8F-2E51-4704-B575-34FED4A52750}" dt="2023-03-31T08:11:20.958" v="7258" actId="14100"/>
          <ac:spMkLst>
            <pc:docMk/>
            <pc:sldMk cId="1975384037" sldId="1247"/>
            <ac:spMk id="5" creationId="{3C34903A-67DB-9A38-AE24-9CB2C4A7F822}"/>
          </ac:spMkLst>
        </pc:spChg>
        <pc:spChg chg="add del mod">
          <ac:chgData name="Alexandre Quach" userId="03a3b9a4-365b-425e-bba9-a77346403bac" providerId="ADAL" clId="{A8F40F8F-2E51-4704-B575-34FED4A52750}" dt="2023-04-04T10:02:54.942" v="19608" actId="478"/>
          <ac:spMkLst>
            <pc:docMk/>
            <pc:sldMk cId="1975384037" sldId="1247"/>
            <ac:spMk id="6" creationId="{649A9B60-AB66-1410-B7F1-5C06E96070B3}"/>
          </ac:spMkLst>
        </pc:spChg>
        <pc:spChg chg="mod">
          <ac:chgData name="Alexandre Quach" userId="03a3b9a4-365b-425e-bba9-a77346403bac" providerId="ADAL" clId="{A8F40F8F-2E51-4704-B575-34FED4A52750}" dt="2023-03-31T11:57:36.299" v="10556" actId="20577"/>
          <ac:spMkLst>
            <pc:docMk/>
            <pc:sldMk cId="1975384037" sldId="1247"/>
            <ac:spMk id="7" creationId="{10D55E55-1221-10F0-D7F5-D6F523DF8EA4}"/>
          </ac:spMkLst>
        </pc:spChg>
        <pc:spChg chg="del">
          <ac:chgData name="Alexandre Quach" userId="03a3b9a4-365b-425e-bba9-a77346403bac" providerId="ADAL" clId="{A8F40F8F-2E51-4704-B575-34FED4A52750}" dt="2023-03-29T09:09:23.233" v="157" actId="478"/>
          <ac:spMkLst>
            <pc:docMk/>
            <pc:sldMk cId="1975384037" sldId="1247"/>
            <ac:spMk id="8" creationId="{2A7D9348-E947-8920-7164-68002DFF560E}"/>
          </ac:spMkLst>
        </pc:spChg>
        <pc:spChg chg="add del mod">
          <ac:chgData name="Alexandre Quach" userId="03a3b9a4-365b-425e-bba9-a77346403bac" providerId="ADAL" clId="{A8F40F8F-2E51-4704-B575-34FED4A52750}" dt="2023-04-04T10:02:54.942" v="19608" actId="478"/>
          <ac:spMkLst>
            <pc:docMk/>
            <pc:sldMk cId="1975384037" sldId="1247"/>
            <ac:spMk id="8" creationId="{2F4AAF4F-0460-1AE4-91F3-E26D6A7BF119}"/>
          </ac:spMkLst>
        </pc:spChg>
        <pc:spChg chg="del">
          <ac:chgData name="Alexandre Quach" userId="03a3b9a4-365b-425e-bba9-a77346403bac" providerId="ADAL" clId="{A8F40F8F-2E51-4704-B575-34FED4A52750}" dt="2023-03-29T09:09:23.233" v="157" actId="478"/>
          <ac:spMkLst>
            <pc:docMk/>
            <pc:sldMk cId="1975384037" sldId="1247"/>
            <ac:spMk id="9" creationId="{4BBA9323-BE4C-DD5E-9C85-C0B3000FA3CB}"/>
          </ac:spMkLst>
        </pc:spChg>
        <pc:spChg chg="mod">
          <ac:chgData name="Alexandre Quach" userId="03a3b9a4-365b-425e-bba9-a77346403bac" providerId="ADAL" clId="{A8F40F8F-2E51-4704-B575-34FED4A52750}" dt="2023-04-04T09:29:10.600" v="18906" actId="20577"/>
          <ac:spMkLst>
            <pc:docMk/>
            <pc:sldMk cId="1975384037" sldId="1247"/>
            <ac:spMk id="10" creationId="{739753A5-4D07-0A9C-CE19-2B06D7C2A569}"/>
          </ac:spMkLst>
        </pc:spChg>
        <pc:spChg chg="del">
          <ac:chgData name="Alexandre Quach" userId="03a3b9a4-365b-425e-bba9-a77346403bac" providerId="ADAL" clId="{A8F40F8F-2E51-4704-B575-34FED4A52750}" dt="2023-03-29T09:09:23.233" v="157" actId="478"/>
          <ac:spMkLst>
            <pc:docMk/>
            <pc:sldMk cId="1975384037" sldId="1247"/>
            <ac:spMk id="11" creationId="{B8595B93-E7B5-B991-1908-E1DFF3F88AAD}"/>
          </ac:spMkLst>
        </pc:spChg>
        <pc:spChg chg="del">
          <ac:chgData name="Alexandre Quach" userId="03a3b9a4-365b-425e-bba9-a77346403bac" providerId="ADAL" clId="{A8F40F8F-2E51-4704-B575-34FED4A52750}" dt="2023-03-29T09:09:23.233" v="157" actId="478"/>
          <ac:spMkLst>
            <pc:docMk/>
            <pc:sldMk cId="1975384037" sldId="1247"/>
            <ac:spMk id="12" creationId="{7311CCB2-1002-4CB7-01FA-150CD87FB626}"/>
          </ac:spMkLst>
        </pc:spChg>
        <pc:spChg chg="mod">
          <ac:chgData name="Alexandre Quach" userId="03a3b9a4-365b-425e-bba9-a77346403bac" providerId="ADAL" clId="{A8F40F8F-2E51-4704-B575-34FED4A52750}" dt="2023-03-31T11:57:25.961" v="10533" actId="14100"/>
          <ac:spMkLst>
            <pc:docMk/>
            <pc:sldMk cId="1975384037" sldId="1247"/>
            <ac:spMk id="13" creationId="{55881914-C91F-985E-4E67-B9CA90B45CFF}"/>
          </ac:spMkLst>
        </pc:spChg>
        <pc:spChg chg="del">
          <ac:chgData name="Alexandre Quach" userId="03a3b9a4-365b-425e-bba9-a77346403bac" providerId="ADAL" clId="{A8F40F8F-2E51-4704-B575-34FED4A52750}" dt="2023-03-29T09:09:23.233" v="157" actId="478"/>
          <ac:spMkLst>
            <pc:docMk/>
            <pc:sldMk cId="1975384037" sldId="1247"/>
            <ac:spMk id="14" creationId="{F56FA5A6-4AB0-5925-2521-3DDC4973A769}"/>
          </ac:spMkLst>
        </pc:spChg>
        <pc:spChg chg="del">
          <ac:chgData name="Alexandre Quach" userId="03a3b9a4-365b-425e-bba9-a77346403bac" providerId="ADAL" clId="{A8F40F8F-2E51-4704-B575-34FED4A52750}" dt="2023-03-29T09:09:23.233" v="157" actId="478"/>
          <ac:spMkLst>
            <pc:docMk/>
            <pc:sldMk cId="1975384037" sldId="1247"/>
            <ac:spMk id="15" creationId="{F9E79B2C-8D96-E7C1-67B6-93D12CA8B973}"/>
          </ac:spMkLst>
        </pc:spChg>
        <pc:spChg chg="mod">
          <ac:chgData name="Alexandre Quach" userId="03a3b9a4-365b-425e-bba9-a77346403bac" providerId="ADAL" clId="{A8F40F8F-2E51-4704-B575-34FED4A52750}" dt="2023-03-31T08:11:33.374" v="7264" actId="14100"/>
          <ac:spMkLst>
            <pc:docMk/>
            <pc:sldMk cId="1975384037" sldId="1247"/>
            <ac:spMk id="25" creationId="{F3C042A7-3792-C164-F749-79BFF81C197D}"/>
          </ac:spMkLst>
        </pc:spChg>
        <pc:picChg chg="mod">
          <ac:chgData name="Alexandre Quach" userId="03a3b9a4-365b-425e-bba9-a77346403bac" providerId="ADAL" clId="{A8F40F8F-2E51-4704-B575-34FED4A52750}" dt="2023-03-31T08:11:37.694" v="7265" actId="1076"/>
          <ac:picMkLst>
            <pc:docMk/>
            <pc:sldMk cId="1975384037" sldId="1247"/>
            <ac:picMk id="21" creationId="{3A0F438C-0C69-6AC8-1EA5-F463C4E6FD9C}"/>
          </ac:picMkLst>
        </pc:picChg>
        <pc:picChg chg="mod">
          <ac:chgData name="Alexandre Quach" userId="03a3b9a4-365b-425e-bba9-a77346403bac" providerId="ADAL" clId="{A8F40F8F-2E51-4704-B575-34FED4A52750}" dt="2023-03-31T08:11:37.694" v="7265" actId="1076"/>
          <ac:picMkLst>
            <pc:docMk/>
            <pc:sldMk cId="1975384037" sldId="1247"/>
            <ac:picMk id="27" creationId="{76F10737-C981-0F4D-3F34-2BF3098F6FE1}"/>
          </ac:picMkLst>
        </pc:picChg>
        <pc:picChg chg="mod">
          <ac:chgData name="Alexandre Quach" userId="03a3b9a4-365b-425e-bba9-a77346403bac" providerId="ADAL" clId="{A8F40F8F-2E51-4704-B575-34FED4A52750}" dt="2023-03-31T08:11:37.694" v="7265" actId="1076"/>
          <ac:picMkLst>
            <pc:docMk/>
            <pc:sldMk cId="1975384037" sldId="1247"/>
            <ac:picMk id="29" creationId="{F9A2D173-A2EE-01BF-206E-E39941FFB849}"/>
          </ac:picMkLst>
        </pc:picChg>
      </pc:sldChg>
      <pc:sldChg chg="addSp delSp modSp new mod ord">
        <pc:chgData name="Alexandre Quach" userId="03a3b9a4-365b-425e-bba9-a77346403bac" providerId="ADAL" clId="{A8F40F8F-2E51-4704-B575-34FED4A52750}" dt="2023-04-04T08:59:58.952" v="18050" actId="27636"/>
        <pc:sldMkLst>
          <pc:docMk/>
          <pc:sldMk cId="3205091888" sldId="1248"/>
        </pc:sldMkLst>
        <pc:spChg chg="mod">
          <ac:chgData name="Alexandre Quach" userId="03a3b9a4-365b-425e-bba9-a77346403bac" providerId="ADAL" clId="{A8F40F8F-2E51-4704-B575-34FED4A52750}" dt="2023-03-31T08:35:54.913" v="8115" actId="404"/>
          <ac:spMkLst>
            <pc:docMk/>
            <pc:sldMk cId="3205091888" sldId="1248"/>
            <ac:spMk id="2" creationId="{14DAFB83-0AAF-AE6E-F769-9151CC4D2074}"/>
          </ac:spMkLst>
        </pc:spChg>
        <pc:spChg chg="mod">
          <ac:chgData name="Alexandre Quach" userId="03a3b9a4-365b-425e-bba9-a77346403bac" providerId="ADAL" clId="{A8F40F8F-2E51-4704-B575-34FED4A52750}" dt="2023-04-04T08:59:47.730" v="18015" actId="1076"/>
          <ac:spMkLst>
            <pc:docMk/>
            <pc:sldMk cId="3205091888" sldId="1248"/>
            <ac:spMk id="3" creationId="{FE0E95C0-AE74-30ED-CF2B-EFD6D8B7D5CE}"/>
          </ac:spMkLst>
        </pc:spChg>
        <pc:spChg chg="add del mod">
          <ac:chgData name="Alexandre Quach" userId="03a3b9a4-365b-425e-bba9-a77346403bac" providerId="ADAL" clId="{A8F40F8F-2E51-4704-B575-34FED4A52750}" dt="2023-03-29T12:51:27.955" v="2313" actId="478"/>
          <ac:spMkLst>
            <pc:docMk/>
            <pc:sldMk cId="3205091888" sldId="1248"/>
            <ac:spMk id="4" creationId="{CBAC0256-8F33-4202-F056-929798F55045}"/>
          </ac:spMkLst>
        </pc:spChg>
        <pc:spChg chg="add del mod">
          <ac:chgData name="Alexandre Quach" userId="03a3b9a4-365b-425e-bba9-a77346403bac" providerId="ADAL" clId="{A8F40F8F-2E51-4704-B575-34FED4A52750}" dt="2023-03-29T12:51:55.564" v="2321" actId="478"/>
          <ac:spMkLst>
            <pc:docMk/>
            <pc:sldMk cId="3205091888" sldId="1248"/>
            <ac:spMk id="5" creationId="{E679F204-0971-D592-A37A-3F48F281A44B}"/>
          </ac:spMkLst>
        </pc:spChg>
        <pc:spChg chg="add mod">
          <ac:chgData name="Alexandre Quach" userId="03a3b9a4-365b-425e-bba9-a77346403bac" providerId="ADAL" clId="{A8F40F8F-2E51-4704-B575-34FED4A52750}" dt="2023-03-29T14:45:45.118" v="2547" actId="14100"/>
          <ac:spMkLst>
            <pc:docMk/>
            <pc:sldMk cId="3205091888" sldId="1248"/>
            <ac:spMk id="6" creationId="{9CDC6703-3D90-842C-86F0-C52331382517}"/>
          </ac:spMkLst>
        </pc:spChg>
        <pc:spChg chg="add mod">
          <ac:chgData name="Alexandre Quach" userId="03a3b9a4-365b-425e-bba9-a77346403bac" providerId="ADAL" clId="{A8F40F8F-2E51-4704-B575-34FED4A52750}" dt="2023-03-29T14:45:46.839" v="2548" actId="1076"/>
          <ac:spMkLst>
            <pc:docMk/>
            <pc:sldMk cId="3205091888" sldId="1248"/>
            <ac:spMk id="7" creationId="{5C15A59C-CE49-B8B8-320C-9126A9C13120}"/>
          </ac:spMkLst>
        </pc:spChg>
        <pc:spChg chg="add mod">
          <ac:chgData name="Alexandre Quach" userId="03a3b9a4-365b-425e-bba9-a77346403bac" providerId="ADAL" clId="{A8F40F8F-2E51-4704-B575-34FED4A52750}" dt="2023-03-31T08:33:53.393" v="8070" actId="14100"/>
          <ac:spMkLst>
            <pc:docMk/>
            <pc:sldMk cId="3205091888" sldId="1248"/>
            <ac:spMk id="8" creationId="{E9D0D46E-15F1-D465-EEDE-38E935058C2B}"/>
          </ac:spMkLst>
        </pc:spChg>
        <pc:spChg chg="add mod">
          <ac:chgData name="Alexandre Quach" userId="03a3b9a4-365b-425e-bba9-a77346403bac" providerId="ADAL" clId="{A8F40F8F-2E51-4704-B575-34FED4A52750}" dt="2023-03-29T14:10:56.862" v="2528" actId="1076"/>
          <ac:spMkLst>
            <pc:docMk/>
            <pc:sldMk cId="3205091888" sldId="1248"/>
            <ac:spMk id="9" creationId="{AD94B7B8-01AF-03B6-014B-98527AA598CE}"/>
          </ac:spMkLst>
        </pc:spChg>
        <pc:spChg chg="add mod">
          <ac:chgData name="Alexandre Quach" userId="03a3b9a4-365b-425e-bba9-a77346403bac" providerId="ADAL" clId="{A8F40F8F-2E51-4704-B575-34FED4A52750}" dt="2023-04-04T08:59:58.952" v="18050" actId="27636"/>
          <ac:spMkLst>
            <pc:docMk/>
            <pc:sldMk cId="3205091888" sldId="1248"/>
            <ac:spMk id="10" creationId="{4184A698-CE0A-499B-4518-AE8032EACE2B}"/>
          </ac:spMkLst>
        </pc:spChg>
        <pc:spChg chg="add del mod">
          <ac:chgData name="Alexandre Quach" userId="03a3b9a4-365b-425e-bba9-a77346403bac" providerId="ADAL" clId="{A8F40F8F-2E51-4704-B575-34FED4A52750}" dt="2023-03-29T13:10:35.037" v="2462" actId="478"/>
          <ac:spMkLst>
            <pc:docMk/>
            <pc:sldMk cId="3205091888" sldId="1248"/>
            <ac:spMk id="30" creationId="{60B7E1BC-B215-3B28-B03A-2F207592CD7A}"/>
          </ac:spMkLst>
        </pc:spChg>
        <pc:spChg chg="add del mod">
          <ac:chgData name="Alexandre Quach" userId="03a3b9a4-365b-425e-bba9-a77346403bac" providerId="ADAL" clId="{A8F40F8F-2E51-4704-B575-34FED4A52750}" dt="2023-03-29T14:45:28.403" v="2541" actId="478"/>
          <ac:spMkLst>
            <pc:docMk/>
            <pc:sldMk cId="3205091888" sldId="1248"/>
            <ac:spMk id="65" creationId="{B42F82DB-E1E8-4C8A-9C4F-FED53ED8D754}"/>
          </ac:spMkLst>
        </pc:spChg>
        <pc:picChg chg="add mod">
          <ac:chgData name="Alexandre Quach" userId="03a3b9a4-365b-425e-bba9-a77346403bac" providerId="ADAL" clId="{A8F40F8F-2E51-4704-B575-34FED4A52750}" dt="2023-03-29T14:46:11.512" v="2558" actId="1076"/>
          <ac:picMkLst>
            <pc:docMk/>
            <pc:sldMk cId="3205091888" sldId="1248"/>
            <ac:picMk id="51" creationId="{B121773B-7458-3C55-075E-8D35D22E9F35}"/>
          </ac:picMkLst>
        </pc:picChg>
        <pc:picChg chg="add del mod">
          <ac:chgData name="Alexandre Quach" userId="03a3b9a4-365b-425e-bba9-a77346403bac" providerId="ADAL" clId="{A8F40F8F-2E51-4704-B575-34FED4A52750}" dt="2023-03-29T13:18:56.196" v="2509" actId="478"/>
          <ac:picMkLst>
            <pc:docMk/>
            <pc:sldMk cId="3205091888" sldId="1248"/>
            <ac:picMk id="56" creationId="{4CEBED33-D681-C6B1-57BB-40D30BE6AA1F}"/>
          </ac:picMkLst>
        </pc:picChg>
        <pc:picChg chg="add mod">
          <ac:chgData name="Alexandre Quach" userId="03a3b9a4-365b-425e-bba9-a77346403bac" providerId="ADAL" clId="{A8F40F8F-2E51-4704-B575-34FED4A52750}" dt="2023-03-29T14:46:05.722" v="2556" actId="1076"/>
          <ac:picMkLst>
            <pc:docMk/>
            <pc:sldMk cId="3205091888" sldId="1248"/>
            <ac:picMk id="58" creationId="{4B1035C2-DC0F-6CCD-3FF5-A56D74F49299}"/>
          </ac:picMkLst>
        </pc:picChg>
        <pc:picChg chg="add mod">
          <ac:chgData name="Alexandre Quach" userId="03a3b9a4-365b-425e-bba9-a77346403bac" providerId="ADAL" clId="{A8F40F8F-2E51-4704-B575-34FED4A52750}" dt="2023-04-04T08:57:07.640" v="17721" actId="1076"/>
          <ac:picMkLst>
            <pc:docMk/>
            <pc:sldMk cId="3205091888" sldId="1248"/>
            <ac:picMk id="59" creationId="{3A98E528-7681-568E-E9B0-BE3A054CA182}"/>
          </ac:picMkLst>
        </pc:picChg>
        <pc:picChg chg="add mod">
          <ac:chgData name="Alexandre Quach" userId="03a3b9a4-365b-425e-bba9-a77346403bac" providerId="ADAL" clId="{A8F40F8F-2E51-4704-B575-34FED4A52750}" dt="2023-03-29T14:46:09.478" v="2557" actId="1076"/>
          <ac:picMkLst>
            <pc:docMk/>
            <pc:sldMk cId="3205091888" sldId="1248"/>
            <ac:picMk id="61" creationId="{A3DBAC31-5622-360B-E560-A316B4E5144B}"/>
          </ac:picMkLst>
        </pc:picChg>
        <pc:picChg chg="add mod">
          <ac:chgData name="Alexandre Quach" userId="03a3b9a4-365b-425e-bba9-a77346403bac" providerId="ADAL" clId="{A8F40F8F-2E51-4704-B575-34FED4A52750}" dt="2023-03-29T14:46:02.431" v="2555" actId="1076"/>
          <ac:picMkLst>
            <pc:docMk/>
            <pc:sldMk cId="3205091888" sldId="1248"/>
            <ac:picMk id="62" creationId="{9A127D60-4B6D-E91A-06EB-B21B97F9E574}"/>
          </ac:picMkLst>
        </pc:picChg>
        <pc:cxnChg chg="add mod">
          <ac:chgData name="Alexandre Quach" userId="03a3b9a4-365b-425e-bba9-a77346403bac" providerId="ADAL" clId="{A8F40F8F-2E51-4704-B575-34FED4A52750}" dt="2023-03-31T08:33:53.393" v="8070" actId="14100"/>
          <ac:cxnSpMkLst>
            <pc:docMk/>
            <pc:sldMk cId="3205091888" sldId="1248"/>
            <ac:cxnSpMk id="12" creationId="{6C4ACDF4-D932-CC82-53CF-7215DDC77A44}"/>
          </ac:cxnSpMkLst>
        </pc:cxnChg>
        <pc:cxnChg chg="add mod">
          <ac:chgData name="Alexandre Quach" userId="03a3b9a4-365b-425e-bba9-a77346403bac" providerId="ADAL" clId="{A8F40F8F-2E51-4704-B575-34FED4A52750}" dt="2023-03-31T08:33:53.393" v="8070" actId="14100"/>
          <ac:cxnSpMkLst>
            <pc:docMk/>
            <pc:sldMk cId="3205091888" sldId="1248"/>
            <ac:cxnSpMk id="13" creationId="{A6CD9318-ADAC-48C6-C56C-B45A74C37E24}"/>
          </ac:cxnSpMkLst>
        </pc:cxnChg>
        <pc:cxnChg chg="add mod">
          <ac:chgData name="Alexandre Quach" userId="03a3b9a4-365b-425e-bba9-a77346403bac" providerId="ADAL" clId="{A8F40F8F-2E51-4704-B575-34FED4A52750}" dt="2023-04-04T08:59:58.944" v="18049" actId="14100"/>
          <ac:cxnSpMkLst>
            <pc:docMk/>
            <pc:sldMk cId="3205091888" sldId="1248"/>
            <ac:cxnSpMk id="16" creationId="{72A6FA98-2BAD-05E4-25D0-53C48D2F05CA}"/>
          </ac:cxnSpMkLst>
        </pc:cxnChg>
        <pc:cxnChg chg="add del mod">
          <ac:chgData name="Alexandre Quach" userId="03a3b9a4-365b-425e-bba9-a77346403bac" providerId="ADAL" clId="{A8F40F8F-2E51-4704-B575-34FED4A52750}" dt="2023-03-29T13:10:52.101" v="2492" actId="478"/>
          <ac:cxnSpMkLst>
            <pc:docMk/>
            <pc:sldMk cId="3205091888" sldId="1248"/>
            <ac:cxnSpMk id="19" creationId="{DDD746EE-7687-DFEA-F9B6-A44E3E9E0C0C}"/>
          </ac:cxnSpMkLst>
        </pc:cxnChg>
        <pc:cxnChg chg="add del mod">
          <ac:chgData name="Alexandre Quach" userId="03a3b9a4-365b-425e-bba9-a77346403bac" providerId="ADAL" clId="{A8F40F8F-2E51-4704-B575-34FED4A52750}" dt="2023-03-31T08:33:14.025" v="7983" actId="478"/>
          <ac:cxnSpMkLst>
            <pc:docMk/>
            <pc:sldMk cId="3205091888" sldId="1248"/>
            <ac:cxnSpMk id="23" creationId="{63C01B87-219E-7743-9E85-9B682E0DAD1B}"/>
          </ac:cxnSpMkLst>
        </pc:cxnChg>
      </pc:sldChg>
      <pc:sldChg chg="addSp delSp modSp add mod ord modAnim">
        <pc:chgData name="Alexandre Quach" userId="03a3b9a4-365b-425e-bba9-a77346403bac" providerId="ADAL" clId="{A8F40F8F-2E51-4704-B575-34FED4A52750}" dt="2023-04-04T09:55:49.991" v="19285" actId="1076"/>
        <pc:sldMkLst>
          <pc:docMk/>
          <pc:sldMk cId="3779222900" sldId="1249"/>
        </pc:sldMkLst>
        <pc:spChg chg="mod">
          <ac:chgData name="Alexandre Quach" userId="03a3b9a4-365b-425e-bba9-a77346403bac" providerId="ADAL" clId="{A8F40F8F-2E51-4704-B575-34FED4A52750}" dt="2023-03-30T11:51:58.165" v="3992" actId="404"/>
          <ac:spMkLst>
            <pc:docMk/>
            <pc:sldMk cId="3779222900" sldId="1249"/>
            <ac:spMk id="2" creationId="{14DAFB83-0AAF-AE6E-F769-9151CC4D2074}"/>
          </ac:spMkLst>
        </pc:spChg>
        <pc:spChg chg="add del mod">
          <ac:chgData name="Alexandre Quach" userId="03a3b9a4-365b-425e-bba9-a77346403bac" providerId="ADAL" clId="{A8F40F8F-2E51-4704-B575-34FED4A52750}" dt="2023-04-04T09:55:49.991" v="19285" actId="1076"/>
          <ac:spMkLst>
            <pc:docMk/>
            <pc:sldMk cId="3779222900" sldId="1249"/>
            <ac:spMk id="3" creationId="{FE0E95C0-AE74-30ED-CF2B-EFD6D8B7D5CE}"/>
          </ac:spMkLst>
        </pc:spChg>
        <pc:spChg chg="add del mod">
          <ac:chgData name="Alexandre Quach" userId="03a3b9a4-365b-425e-bba9-a77346403bac" providerId="ADAL" clId="{A8F40F8F-2E51-4704-B575-34FED4A52750}" dt="2023-03-31T11:24:24.834" v="9702" actId="478"/>
          <ac:spMkLst>
            <pc:docMk/>
            <pc:sldMk cId="3779222900" sldId="1249"/>
            <ac:spMk id="4" creationId="{41B08900-10C0-0672-C913-6EE28ADCAE7A}"/>
          </ac:spMkLst>
        </pc:spChg>
        <pc:spChg chg="add del mod">
          <ac:chgData name="Alexandre Quach" userId="03a3b9a4-365b-425e-bba9-a77346403bac" providerId="ADAL" clId="{A8F40F8F-2E51-4704-B575-34FED4A52750}" dt="2023-03-30T10:30:04.795" v="3121" actId="478"/>
          <ac:spMkLst>
            <pc:docMk/>
            <pc:sldMk cId="3779222900" sldId="1249"/>
            <ac:spMk id="5" creationId="{341E32F3-1554-FD5A-D5E2-728A9EFD1714}"/>
          </ac:spMkLst>
        </pc:spChg>
        <pc:spChg chg="mod topLvl">
          <ac:chgData name="Alexandre Quach" userId="03a3b9a4-365b-425e-bba9-a77346403bac" providerId="ADAL" clId="{A8F40F8F-2E51-4704-B575-34FED4A52750}" dt="2023-03-30T10:39:42.464" v="3516" actId="165"/>
          <ac:spMkLst>
            <pc:docMk/>
            <pc:sldMk cId="3779222900" sldId="1249"/>
            <ac:spMk id="6" creationId="{9CDC6703-3D90-842C-86F0-C52331382517}"/>
          </ac:spMkLst>
        </pc:spChg>
        <pc:spChg chg="mod topLvl">
          <ac:chgData name="Alexandre Quach" userId="03a3b9a4-365b-425e-bba9-a77346403bac" providerId="ADAL" clId="{A8F40F8F-2E51-4704-B575-34FED4A52750}" dt="2023-03-30T10:39:42.464" v="3516" actId="165"/>
          <ac:spMkLst>
            <pc:docMk/>
            <pc:sldMk cId="3779222900" sldId="1249"/>
            <ac:spMk id="7" creationId="{5C15A59C-CE49-B8B8-320C-9126A9C13120}"/>
          </ac:spMkLst>
        </pc:spChg>
        <pc:spChg chg="mod topLvl">
          <ac:chgData name="Alexandre Quach" userId="03a3b9a4-365b-425e-bba9-a77346403bac" providerId="ADAL" clId="{A8F40F8F-2E51-4704-B575-34FED4A52750}" dt="2023-03-30T10:47:56.076" v="3989" actId="403"/>
          <ac:spMkLst>
            <pc:docMk/>
            <pc:sldMk cId="3779222900" sldId="1249"/>
            <ac:spMk id="8" creationId="{E9D0D46E-15F1-D465-EEDE-38E935058C2B}"/>
          </ac:spMkLst>
        </pc:spChg>
        <pc:spChg chg="mod topLvl">
          <ac:chgData name="Alexandre Quach" userId="03a3b9a4-365b-425e-bba9-a77346403bac" providerId="ADAL" clId="{A8F40F8F-2E51-4704-B575-34FED4A52750}" dt="2023-03-30T10:39:42.464" v="3516" actId="165"/>
          <ac:spMkLst>
            <pc:docMk/>
            <pc:sldMk cId="3779222900" sldId="1249"/>
            <ac:spMk id="9" creationId="{AD94B7B8-01AF-03B6-014B-98527AA598CE}"/>
          </ac:spMkLst>
        </pc:spChg>
        <pc:spChg chg="del mod topLvl">
          <ac:chgData name="Alexandre Quach" userId="03a3b9a4-365b-425e-bba9-a77346403bac" providerId="ADAL" clId="{A8F40F8F-2E51-4704-B575-34FED4A52750}" dt="2023-03-30T15:40:39.782" v="6111" actId="478"/>
          <ac:spMkLst>
            <pc:docMk/>
            <pc:sldMk cId="3779222900" sldId="1249"/>
            <ac:spMk id="10" creationId="{4184A698-CE0A-499B-4518-AE8032EACE2B}"/>
          </ac:spMkLst>
        </pc:spChg>
        <pc:spChg chg="add mod">
          <ac:chgData name="Alexandre Quach" userId="03a3b9a4-365b-425e-bba9-a77346403bac" providerId="ADAL" clId="{A8F40F8F-2E51-4704-B575-34FED4A52750}" dt="2023-03-31T11:25:24.820" v="9776" actId="14100"/>
          <ac:spMkLst>
            <pc:docMk/>
            <pc:sldMk cId="3779222900" sldId="1249"/>
            <ac:spMk id="10" creationId="{E34B1FE6-AA5A-ED3B-3B7F-24293452F305}"/>
          </ac:spMkLst>
        </pc:spChg>
        <pc:spChg chg="add mod topLvl">
          <ac:chgData name="Alexandre Quach" userId="03a3b9a4-365b-425e-bba9-a77346403bac" providerId="ADAL" clId="{A8F40F8F-2E51-4704-B575-34FED4A52750}" dt="2023-03-30T10:39:42.464" v="3516" actId="165"/>
          <ac:spMkLst>
            <pc:docMk/>
            <pc:sldMk cId="3779222900" sldId="1249"/>
            <ac:spMk id="11" creationId="{298C6E5F-7B03-62D1-FF23-95E3908E32C6}"/>
          </ac:spMkLst>
        </pc:spChg>
        <pc:spChg chg="add mod topLvl">
          <ac:chgData name="Alexandre Quach" userId="03a3b9a4-365b-425e-bba9-a77346403bac" providerId="ADAL" clId="{A8F40F8F-2E51-4704-B575-34FED4A52750}" dt="2023-03-30T10:39:42.464" v="3516" actId="165"/>
          <ac:spMkLst>
            <pc:docMk/>
            <pc:sldMk cId="3779222900" sldId="1249"/>
            <ac:spMk id="14" creationId="{C2FDE28D-9D1F-563B-BB06-4077B93585D7}"/>
          </ac:spMkLst>
        </pc:spChg>
        <pc:spChg chg="add mod">
          <ac:chgData name="Alexandre Quach" userId="03a3b9a4-365b-425e-bba9-a77346403bac" providerId="ADAL" clId="{A8F40F8F-2E51-4704-B575-34FED4A52750}" dt="2023-03-31T11:25:43.098" v="9785" actId="207"/>
          <ac:spMkLst>
            <pc:docMk/>
            <pc:sldMk cId="3779222900" sldId="1249"/>
            <ac:spMk id="16" creationId="{989C1DFE-DC32-714F-C66C-1ACFA846ED14}"/>
          </ac:spMkLst>
        </pc:spChg>
        <pc:spChg chg="add mod topLvl">
          <ac:chgData name="Alexandre Quach" userId="03a3b9a4-365b-425e-bba9-a77346403bac" providerId="ADAL" clId="{A8F40F8F-2E51-4704-B575-34FED4A52750}" dt="2023-03-31T11:25:52.880" v="9786" actId="208"/>
          <ac:spMkLst>
            <pc:docMk/>
            <pc:sldMk cId="3779222900" sldId="1249"/>
            <ac:spMk id="19" creationId="{2CAA51BD-BF57-634F-97DB-9E397577BBE8}"/>
          </ac:spMkLst>
        </pc:spChg>
        <pc:spChg chg="add mod topLvl">
          <ac:chgData name="Alexandre Quach" userId="03a3b9a4-365b-425e-bba9-a77346403bac" providerId="ADAL" clId="{A8F40F8F-2E51-4704-B575-34FED4A52750}" dt="2023-03-31T11:25:52.880" v="9786" actId="208"/>
          <ac:spMkLst>
            <pc:docMk/>
            <pc:sldMk cId="3779222900" sldId="1249"/>
            <ac:spMk id="20" creationId="{3F327597-8DB6-2ECE-5B75-9BFA84F52D3C}"/>
          </ac:spMkLst>
        </pc:spChg>
        <pc:spChg chg="add mod topLvl">
          <ac:chgData name="Alexandre Quach" userId="03a3b9a4-365b-425e-bba9-a77346403bac" providerId="ADAL" clId="{A8F40F8F-2E51-4704-B575-34FED4A52750}" dt="2023-03-31T11:25:52.880" v="9786" actId="208"/>
          <ac:spMkLst>
            <pc:docMk/>
            <pc:sldMk cId="3779222900" sldId="1249"/>
            <ac:spMk id="21" creationId="{06F3EF83-6B08-D8E7-5204-6C1A49E00E83}"/>
          </ac:spMkLst>
        </pc:spChg>
        <pc:spChg chg="add mod topLvl">
          <ac:chgData name="Alexandre Quach" userId="03a3b9a4-365b-425e-bba9-a77346403bac" providerId="ADAL" clId="{A8F40F8F-2E51-4704-B575-34FED4A52750}" dt="2023-03-31T11:25:52.880" v="9786" actId="208"/>
          <ac:spMkLst>
            <pc:docMk/>
            <pc:sldMk cId="3779222900" sldId="1249"/>
            <ac:spMk id="22" creationId="{181F9FC2-EE5B-B6A4-DA5C-59939ECFC772}"/>
          </ac:spMkLst>
        </pc:spChg>
        <pc:spChg chg="add mod topLvl">
          <ac:chgData name="Alexandre Quach" userId="03a3b9a4-365b-425e-bba9-a77346403bac" providerId="ADAL" clId="{A8F40F8F-2E51-4704-B575-34FED4A52750}" dt="2023-03-31T11:26:00.059" v="9787" actId="20577"/>
          <ac:spMkLst>
            <pc:docMk/>
            <pc:sldMk cId="3779222900" sldId="1249"/>
            <ac:spMk id="24" creationId="{37483EDE-DAEC-F21F-1138-A5943C54A777}"/>
          </ac:spMkLst>
        </pc:spChg>
        <pc:spChg chg="add mod topLvl">
          <ac:chgData name="Alexandre Quach" userId="03a3b9a4-365b-425e-bba9-a77346403bac" providerId="ADAL" clId="{A8F40F8F-2E51-4704-B575-34FED4A52750}" dt="2023-03-30T10:44:06.893" v="3873" actId="6549"/>
          <ac:spMkLst>
            <pc:docMk/>
            <pc:sldMk cId="3779222900" sldId="1249"/>
            <ac:spMk id="25" creationId="{7ED586B8-E0A4-3C1A-BB19-B6FB4237413E}"/>
          </ac:spMkLst>
        </pc:spChg>
        <pc:spChg chg="add mod topLvl">
          <ac:chgData name="Alexandre Quach" userId="03a3b9a4-365b-425e-bba9-a77346403bac" providerId="ADAL" clId="{A8F40F8F-2E51-4704-B575-34FED4A52750}" dt="2023-03-30T10:43:57.040" v="3870" actId="20577"/>
          <ac:spMkLst>
            <pc:docMk/>
            <pc:sldMk cId="3779222900" sldId="1249"/>
            <ac:spMk id="26" creationId="{56BE3586-0DAF-58FB-E810-593DE6195C97}"/>
          </ac:spMkLst>
        </pc:spChg>
        <pc:spChg chg="add mod topLvl">
          <ac:chgData name="Alexandre Quach" userId="03a3b9a4-365b-425e-bba9-a77346403bac" providerId="ADAL" clId="{A8F40F8F-2E51-4704-B575-34FED4A52750}" dt="2023-03-30T10:45:05.052" v="3922" actId="20577"/>
          <ac:spMkLst>
            <pc:docMk/>
            <pc:sldMk cId="3779222900" sldId="1249"/>
            <ac:spMk id="40" creationId="{4E3543CE-6356-B3B7-ABDE-578226CB24FF}"/>
          </ac:spMkLst>
        </pc:spChg>
        <pc:spChg chg="add mod">
          <ac:chgData name="Alexandre Quach" userId="03a3b9a4-365b-425e-bba9-a77346403bac" providerId="ADAL" clId="{A8F40F8F-2E51-4704-B575-34FED4A52750}" dt="2023-03-31T11:26:02.203" v="9788" actId="20577"/>
          <ac:spMkLst>
            <pc:docMk/>
            <pc:sldMk cId="3779222900" sldId="1249"/>
            <ac:spMk id="43" creationId="{D2144D21-8EF3-6452-4C46-32A80E3A8EC9}"/>
          </ac:spMkLst>
        </pc:spChg>
        <pc:grpChg chg="add del mod">
          <ac:chgData name="Alexandre Quach" userId="03a3b9a4-365b-425e-bba9-a77346403bac" providerId="ADAL" clId="{A8F40F8F-2E51-4704-B575-34FED4A52750}" dt="2023-03-30T10:39:42.464" v="3516" actId="165"/>
          <ac:grpSpMkLst>
            <pc:docMk/>
            <pc:sldMk cId="3779222900" sldId="1249"/>
            <ac:grpSpMk id="42" creationId="{25475B05-E1A6-7856-10BE-C97A12F44A8D}"/>
          </ac:grpSpMkLst>
        </pc:grpChg>
        <pc:picChg chg="add mod topLvl">
          <ac:chgData name="Alexandre Quach" userId="03a3b9a4-365b-425e-bba9-a77346403bac" providerId="ADAL" clId="{A8F40F8F-2E51-4704-B575-34FED4A52750}" dt="2023-03-30T10:39:42.464" v="3516" actId="165"/>
          <ac:picMkLst>
            <pc:docMk/>
            <pc:sldMk cId="3779222900" sldId="1249"/>
            <ac:picMk id="15" creationId="{50706E9B-68BA-5BED-0A2C-A831377E64A6}"/>
          </ac:picMkLst>
        </pc:picChg>
        <pc:picChg chg="add mod topLvl">
          <ac:chgData name="Alexandre Quach" userId="03a3b9a4-365b-425e-bba9-a77346403bac" providerId="ADAL" clId="{A8F40F8F-2E51-4704-B575-34FED4A52750}" dt="2023-03-30T10:39:42.464" v="3516" actId="165"/>
          <ac:picMkLst>
            <pc:docMk/>
            <pc:sldMk cId="3779222900" sldId="1249"/>
            <ac:picMk id="17" creationId="{9182647C-0171-4BF3-8B95-4B5EF97B2787}"/>
          </ac:picMkLst>
        </pc:picChg>
        <pc:picChg chg="add mod topLvl">
          <ac:chgData name="Alexandre Quach" userId="03a3b9a4-365b-425e-bba9-a77346403bac" providerId="ADAL" clId="{A8F40F8F-2E51-4704-B575-34FED4A52750}" dt="2023-03-30T10:39:42.464" v="3516" actId="165"/>
          <ac:picMkLst>
            <pc:docMk/>
            <pc:sldMk cId="3779222900" sldId="1249"/>
            <ac:picMk id="18" creationId="{256A106E-89CB-4F12-D273-2C041E6C5993}"/>
          </ac:picMkLst>
        </pc:picChg>
        <pc:picChg chg="add mod topLvl">
          <ac:chgData name="Alexandre Quach" userId="03a3b9a4-365b-425e-bba9-a77346403bac" providerId="ADAL" clId="{A8F40F8F-2E51-4704-B575-34FED4A52750}" dt="2023-03-30T10:39:42.464" v="3516" actId="165"/>
          <ac:picMkLst>
            <pc:docMk/>
            <pc:sldMk cId="3779222900" sldId="1249"/>
            <ac:picMk id="39" creationId="{71304452-0A5C-84EC-E36A-BB69BD87DF4E}"/>
          </ac:picMkLst>
        </pc:picChg>
        <pc:picChg chg="add mod topLvl">
          <ac:chgData name="Alexandre Quach" userId="03a3b9a4-365b-425e-bba9-a77346403bac" providerId="ADAL" clId="{A8F40F8F-2E51-4704-B575-34FED4A52750}" dt="2023-03-30T10:39:42.464" v="3516" actId="165"/>
          <ac:picMkLst>
            <pc:docMk/>
            <pc:sldMk cId="3779222900" sldId="1249"/>
            <ac:picMk id="41" creationId="{319A6B66-0263-26C9-E184-41CFB08A0DC7}"/>
          </ac:picMkLst>
        </pc:picChg>
        <pc:picChg chg="del mod topLvl">
          <ac:chgData name="Alexandre Quach" userId="03a3b9a4-365b-425e-bba9-a77346403bac" providerId="ADAL" clId="{A8F40F8F-2E51-4704-B575-34FED4A52750}" dt="2023-03-30T10:46:35.427" v="3941" actId="478"/>
          <ac:picMkLst>
            <pc:docMk/>
            <pc:sldMk cId="3779222900" sldId="1249"/>
            <ac:picMk id="51" creationId="{B121773B-7458-3C55-075E-8D35D22E9F35}"/>
          </ac:picMkLst>
        </pc:picChg>
        <pc:picChg chg="mod topLvl">
          <ac:chgData name="Alexandre Quach" userId="03a3b9a4-365b-425e-bba9-a77346403bac" providerId="ADAL" clId="{A8F40F8F-2E51-4704-B575-34FED4A52750}" dt="2023-03-30T10:39:42.464" v="3516" actId="165"/>
          <ac:picMkLst>
            <pc:docMk/>
            <pc:sldMk cId="3779222900" sldId="1249"/>
            <ac:picMk id="58" creationId="{4B1035C2-DC0F-6CCD-3FF5-A56D74F49299}"/>
          </ac:picMkLst>
        </pc:picChg>
        <pc:picChg chg="mod topLvl">
          <ac:chgData name="Alexandre Quach" userId="03a3b9a4-365b-425e-bba9-a77346403bac" providerId="ADAL" clId="{A8F40F8F-2E51-4704-B575-34FED4A52750}" dt="2023-03-30T10:39:42.464" v="3516" actId="165"/>
          <ac:picMkLst>
            <pc:docMk/>
            <pc:sldMk cId="3779222900" sldId="1249"/>
            <ac:picMk id="59" creationId="{3A98E528-7681-568E-E9B0-BE3A054CA182}"/>
          </ac:picMkLst>
        </pc:picChg>
        <pc:picChg chg="mod topLvl">
          <ac:chgData name="Alexandre Quach" userId="03a3b9a4-365b-425e-bba9-a77346403bac" providerId="ADAL" clId="{A8F40F8F-2E51-4704-B575-34FED4A52750}" dt="2023-03-30T10:39:42.464" v="3516" actId="165"/>
          <ac:picMkLst>
            <pc:docMk/>
            <pc:sldMk cId="3779222900" sldId="1249"/>
            <ac:picMk id="61" creationId="{A3DBAC31-5622-360B-E560-A316B4E5144B}"/>
          </ac:picMkLst>
        </pc:picChg>
        <pc:picChg chg="mod topLvl">
          <ac:chgData name="Alexandre Quach" userId="03a3b9a4-365b-425e-bba9-a77346403bac" providerId="ADAL" clId="{A8F40F8F-2E51-4704-B575-34FED4A52750}" dt="2023-03-30T10:39:42.464" v="3516" actId="165"/>
          <ac:picMkLst>
            <pc:docMk/>
            <pc:sldMk cId="3779222900" sldId="1249"/>
            <ac:picMk id="62" creationId="{9A127D60-4B6D-E91A-06EB-B21B97F9E574}"/>
          </ac:picMkLst>
        </pc:picChg>
        <pc:cxnChg chg="mod topLvl">
          <ac:chgData name="Alexandre Quach" userId="03a3b9a4-365b-425e-bba9-a77346403bac" providerId="ADAL" clId="{A8F40F8F-2E51-4704-B575-34FED4A52750}" dt="2023-03-30T10:47:48.722" v="3986" actId="14100"/>
          <ac:cxnSpMkLst>
            <pc:docMk/>
            <pc:sldMk cId="3779222900" sldId="1249"/>
            <ac:cxnSpMk id="12" creationId="{6C4ACDF4-D932-CC82-53CF-7215DDC77A44}"/>
          </ac:cxnSpMkLst>
        </pc:cxnChg>
        <pc:cxnChg chg="mod topLvl">
          <ac:chgData name="Alexandre Quach" userId="03a3b9a4-365b-425e-bba9-a77346403bac" providerId="ADAL" clId="{A8F40F8F-2E51-4704-B575-34FED4A52750}" dt="2023-03-30T10:47:48.722" v="3986" actId="14100"/>
          <ac:cxnSpMkLst>
            <pc:docMk/>
            <pc:sldMk cId="3779222900" sldId="1249"/>
            <ac:cxnSpMk id="13" creationId="{A6CD9318-ADAC-48C6-C56C-B45A74C37E24}"/>
          </ac:cxnSpMkLst>
        </pc:cxnChg>
        <pc:cxnChg chg="del mod topLvl">
          <ac:chgData name="Alexandre Quach" userId="03a3b9a4-365b-425e-bba9-a77346403bac" providerId="ADAL" clId="{A8F40F8F-2E51-4704-B575-34FED4A52750}" dt="2023-03-30T15:40:39.782" v="6111" actId="478"/>
          <ac:cxnSpMkLst>
            <pc:docMk/>
            <pc:sldMk cId="3779222900" sldId="1249"/>
            <ac:cxnSpMk id="16" creationId="{72A6FA98-2BAD-05E4-25D0-53C48D2F05CA}"/>
          </ac:cxnSpMkLst>
        </pc:cxnChg>
        <pc:cxnChg chg="del mod topLvl">
          <ac:chgData name="Alexandre Quach" userId="03a3b9a4-365b-425e-bba9-a77346403bac" providerId="ADAL" clId="{A8F40F8F-2E51-4704-B575-34FED4A52750}" dt="2023-03-30T15:40:39.782" v="6111" actId="478"/>
          <ac:cxnSpMkLst>
            <pc:docMk/>
            <pc:sldMk cId="3779222900" sldId="1249"/>
            <ac:cxnSpMk id="23" creationId="{63C01B87-219E-7743-9E85-9B682E0DAD1B}"/>
          </ac:cxnSpMkLst>
        </pc:cxnChg>
      </pc:sldChg>
      <pc:sldChg chg="add del">
        <pc:chgData name="Alexandre Quach" userId="03a3b9a4-365b-425e-bba9-a77346403bac" providerId="ADAL" clId="{A8F40F8F-2E51-4704-B575-34FED4A52750}" dt="2023-03-30T15:12:32.810" v="4334" actId="47"/>
        <pc:sldMkLst>
          <pc:docMk/>
          <pc:sldMk cId="58273353" sldId="1250"/>
        </pc:sldMkLst>
      </pc:sldChg>
      <pc:sldChg chg="addSp delSp modSp add mod ord">
        <pc:chgData name="Alexandre Quach" userId="03a3b9a4-365b-425e-bba9-a77346403bac" providerId="ADAL" clId="{A8F40F8F-2E51-4704-B575-34FED4A52750}" dt="2023-04-04T10:19:24.003" v="20154" actId="20577"/>
        <pc:sldMkLst>
          <pc:docMk/>
          <pc:sldMk cId="2141637955" sldId="1250"/>
        </pc:sldMkLst>
        <pc:spChg chg="mod">
          <ac:chgData name="Alexandre Quach" userId="03a3b9a4-365b-425e-bba9-a77346403bac" providerId="ADAL" clId="{A8F40F8F-2E51-4704-B575-34FED4A52750}" dt="2023-04-04T10:19:24.003" v="20154" actId="20577"/>
          <ac:spMkLst>
            <pc:docMk/>
            <pc:sldMk cId="2141637955" sldId="1250"/>
            <ac:spMk id="2" creationId="{6C8C9F34-6D6F-207B-53A6-2E2E5FC62A48}"/>
          </ac:spMkLst>
        </pc:spChg>
        <pc:spChg chg="add del mod">
          <ac:chgData name="Alexandre Quach" userId="03a3b9a4-365b-425e-bba9-a77346403bac" providerId="ADAL" clId="{A8F40F8F-2E51-4704-B575-34FED4A52750}" dt="2023-03-31T07:09:27.525" v="6232"/>
          <ac:spMkLst>
            <pc:docMk/>
            <pc:sldMk cId="2141637955" sldId="1250"/>
            <ac:spMk id="3" creationId="{93F76FED-2117-BE52-970E-133A31802600}"/>
          </ac:spMkLst>
        </pc:spChg>
        <pc:spChg chg="add del mod">
          <ac:chgData name="Alexandre Quach" userId="03a3b9a4-365b-425e-bba9-a77346403bac" providerId="ADAL" clId="{A8F40F8F-2E51-4704-B575-34FED4A52750}" dt="2023-04-04T10:19:12.501" v="20150" actId="478"/>
          <ac:spMkLst>
            <pc:docMk/>
            <pc:sldMk cId="2141637955" sldId="1250"/>
            <ac:spMk id="3" creationId="{D7DE3CDC-49D2-9055-967E-6C55B557F8A6}"/>
          </ac:spMkLst>
        </pc:spChg>
        <pc:spChg chg="add mod">
          <ac:chgData name="Alexandre Quach" userId="03a3b9a4-365b-425e-bba9-a77346403bac" providerId="ADAL" clId="{A8F40F8F-2E51-4704-B575-34FED4A52750}" dt="2023-03-31T07:09:24.911" v="6223" actId="571"/>
          <ac:spMkLst>
            <pc:docMk/>
            <pc:sldMk cId="2141637955" sldId="1250"/>
            <ac:spMk id="4" creationId="{A8DF29C7-0EBD-627F-15CB-35023B72597F}"/>
          </ac:spMkLst>
        </pc:spChg>
        <pc:spChg chg="mod">
          <ac:chgData name="Alexandre Quach" userId="03a3b9a4-365b-425e-bba9-a77346403bac" providerId="ADAL" clId="{A8F40F8F-2E51-4704-B575-34FED4A52750}" dt="2023-03-30T15:16:34.777" v="4363" actId="1076"/>
          <ac:spMkLst>
            <pc:docMk/>
            <pc:sldMk cId="2141637955" sldId="1250"/>
            <ac:spMk id="4" creationId="{A9B0D46C-2697-2AC4-9F22-D3B5013E51BF}"/>
          </ac:spMkLst>
        </pc:spChg>
        <pc:spChg chg="mod">
          <ac:chgData name="Alexandre Quach" userId="03a3b9a4-365b-425e-bba9-a77346403bac" providerId="ADAL" clId="{A8F40F8F-2E51-4704-B575-34FED4A52750}" dt="2023-03-30T15:16:07.003" v="4358" actId="164"/>
          <ac:spMkLst>
            <pc:docMk/>
            <pc:sldMk cId="2141637955" sldId="1250"/>
            <ac:spMk id="5" creationId="{3C34903A-67DB-9A38-AE24-9CB2C4A7F822}"/>
          </ac:spMkLst>
        </pc:spChg>
        <pc:spChg chg="add del mod">
          <ac:chgData name="Alexandre Quach" userId="03a3b9a4-365b-425e-bba9-a77346403bac" providerId="ADAL" clId="{A8F40F8F-2E51-4704-B575-34FED4A52750}" dt="2023-04-04T10:19:12.501" v="20150" actId="478"/>
          <ac:spMkLst>
            <pc:docMk/>
            <pc:sldMk cId="2141637955" sldId="1250"/>
            <ac:spMk id="5" creationId="{3CB98EBC-E61B-F428-4160-1F819CB024A6}"/>
          </ac:spMkLst>
        </pc:spChg>
        <pc:spChg chg="mod">
          <ac:chgData name="Alexandre Quach" userId="03a3b9a4-365b-425e-bba9-a77346403bac" providerId="ADAL" clId="{A8F40F8F-2E51-4704-B575-34FED4A52750}" dt="2023-04-04T10:19:20.522" v="20152" actId="1076"/>
          <ac:spMkLst>
            <pc:docMk/>
            <pc:sldMk cId="2141637955" sldId="1250"/>
            <ac:spMk id="7" creationId="{10D55E55-1221-10F0-D7F5-D6F523DF8EA4}"/>
          </ac:spMkLst>
        </pc:spChg>
        <pc:spChg chg="add mod">
          <ac:chgData name="Alexandre Quach" userId="03a3b9a4-365b-425e-bba9-a77346403bac" providerId="ADAL" clId="{A8F40F8F-2E51-4704-B575-34FED4A52750}" dt="2023-04-04T10:19:20.522" v="20152" actId="1076"/>
          <ac:spMkLst>
            <pc:docMk/>
            <pc:sldMk cId="2141637955" sldId="1250"/>
            <ac:spMk id="8" creationId="{EC0960DC-F91F-3D79-C207-194F3377FF25}"/>
          </ac:spMkLst>
        </pc:spChg>
        <pc:spChg chg="add mod">
          <ac:chgData name="Alexandre Quach" userId="03a3b9a4-365b-425e-bba9-a77346403bac" providerId="ADAL" clId="{A8F40F8F-2E51-4704-B575-34FED4A52750}" dt="2023-04-04T10:19:20.522" v="20152" actId="1076"/>
          <ac:spMkLst>
            <pc:docMk/>
            <pc:sldMk cId="2141637955" sldId="1250"/>
            <ac:spMk id="9" creationId="{1CF6758F-A5A8-C05D-8463-7CB3C1160101}"/>
          </ac:spMkLst>
        </pc:spChg>
        <pc:spChg chg="mod">
          <ac:chgData name="Alexandre Quach" userId="03a3b9a4-365b-425e-bba9-a77346403bac" providerId="ADAL" clId="{A8F40F8F-2E51-4704-B575-34FED4A52750}" dt="2023-04-04T10:19:20.522" v="20152" actId="1076"/>
          <ac:spMkLst>
            <pc:docMk/>
            <pc:sldMk cId="2141637955" sldId="1250"/>
            <ac:spMk id="10" creationId="{739753A5-4D07-0A9C-CE19-2B06D7C2A569}"/>
          </ac:spMkLst>
        </pc:spChg>
        <pc:spChg chg="add mod">
          <ac:chgData name="Alexandre Quach" userId="03a3b9a4-365b-425e-bba9-a77346403bac" providerId="ADAL" clId="{A8F40F8F-2E51-4704-B575-34FED4A52750}" dt="2023-04-04T10:19:20.522" v="20152" actId="1076"/>
          <ac:spMkLst>
            <pc:docMk/>
            <pc:sldMk cId="2141637955" sldId="1250"/>
            <ac:spMk id="11" creationId="{4DD0F887-8480-630A-65CC-FA4E4A8544B1}"/>
          </ac:spMkLst>
        </pc:spChg>
        <pc:spChg chg="add del mod">
          <ac:chgData name="Alexandre Quach" userId="03a3b9a4-365b-425e-bba9-a77346403bac" providerId="ADAL" clId="{A8F40F8F-2E51-4704-B575-34FED4A52750}" dt="2023-04-04T10:19:14.834" v="20151" actId="478"/>
          <ac:spMkLst>
            <pc:docMk/>
            <pc:sldMk cId="2141637955" sldId="1250"/>
            <ac:spMk id="12" creationId="{A298207A-80A4-20F3-AC62-291FA1D00886}"/>
          </ac:spMkLst>
        </pc:spChg>
        <pc:spChg chg="add del mod">
          <ac:chgData name="Alexandre Quach" userId="03a3b9a4-365b-425e-bba9-a77346403bac" providerId="ADAL" clId="{A8F40F8F-2E51-4704-B575-34FED4A52750}" dt="2023-03-31T07:15:13.227" v="6475" actId="478"/>
          <ac:spMkLst>
            <pc:docMk/>
            <pc:sldMk cId="2141637955" sldId="1250"/>
            <ac:spMk id="12" creationId="{DAF8A9FF-BF96-DFDC-725E-051CC4A3B6F2}"/>
          </ac:spMkLst>
        </pc:spChg>
        <pc:spChg chg="mod">
          <ac:chgData name="Alexandre Quach" userId="03a3b9a4-365b-425e-bba9-a77346403bac" providerId="ADAL" clId="{A8F40F8F-2E51-4704-B575-34FED4A52750}" dt="2023-04-04T10:19:20.522" v="20152" actId="1076"/>
          <ac:spMkLst>
            <pc:docMk/>
            <pc:sldMk cId="2141637955" sldId="1250"/>
            <ac:spMk id="13" creationId="{55881914-C91F-985E-4E67-B9CA90B45CFF}"/>
          </ac:spMkLst>
        </pc:spChg>
        <pc:spChg chg="add mod">
          <ac:chgData name="Alexandre Quach" userId="03a3b9a4-365b-425e-bba9-a77346403bac" providerId="ADAL" clId="{A8F40F8F-2E51-4704-B575-34FED4A52750}" dt="2023-04-04T10:19:20.522" v="20152" actId="1076"/>
          <ac:spMkLst>
            <pc:docMk/>
            <pc:sldMk cId="2141637955" sldId="1250"/>
            <ac:spMk id="22" creationId="{68CD443E-718E-F184-1FFE-F1E6A49B2354}"/>
          </ac:spMkLst>
        </pc:spChg>
        <pc:spChg chg="mod">
          <ac:chgData name="Alexandre Quach" userId="03a3b9a4-365b-425e-bba9-a77346403bac" providerId="ADAL" clId="{A8F40F8F-2E51-4704-B575-34FED4A52750}" dt="2023-03-30T15:16:07.003" v="4358" actId="164"/>
          <ac:spMkLst>
            <pc:docMk/>
            <pc:sldMk cId="2141637955" sldId="1250"/>
            <ac:spMk id="25" creationId="{F3C042A7-3792-C164-F749-79BFF81C197D}"/>
          </ac:spMkLst>
        </pc:spChg>
        <pc:grpChg chg="add del mod">
          <ac:chgData name="Alexandre Quach" userId="03a3b9a4-365b-425e-bba9-a77346403bac" providerId="ADAL" clId="{A8F40F8F-2E51-4704-B575-34FED4A52750}" dt="2023-03-30T16:02:04.583" v="6122" actId="478"/>
          <ac:grpSpMkLst>
            <pc:docMk/>
            <pc:sldMk cId="2141637955" sldId="1250"/>
            <ac:grpSpMk id="3" creationId="{F25B32D1-9DE9-44B7-7831-71C91ACBE707}"/>
          </ac:grpSpMkLst>
        </pc:grpChg>
        <pc:picChg chg="add mod">
          <ac:chgData name="Alexandre Quach" userId="03a3b9a4-365b-425e-bba9-a77346403bac" providerId="ADAL" clId="{A8F40F8F-2E51-4704-B575-34FED4A52750}" dt="2023-04-04T10:19:20.522" v="20152" actId="1076"/>
          <ac:picMkLst>
            <pc:docMk/>
            <pc:sldMk cId="2141637955" sldId="1250"/>
            <ac:picMk id="6" creationId="{5DD09A9B-8E86-D4D2-D210-B5B6DFE0BB2A}"/>
          </ac:picMkLst>
        </pc:picChg>
        <pc:picChg chg="mod">
          <ac:chgData name="Alexandre Quach" userId="03a3b9a4-365b-425e-bba9-a77346403bac" providerId="ADAL" clId="{A8F40F8F-2E51-4704-B575-34FED4A52750}" dt="2023-03-30T15:16:07.003" v="4358" actId="164"/>
          <ac:picMkLst>
            <pc:docMk/>
            <pc:sldMk cId="2141637955" sldId="1250"/>
            <ac:picMk id="21" creationId="{3A0F438C-0C69-6AC8-1EA5-F463C4E6FD9C}"/>
          </ac:picMkLst>
        </pc:picChg>
        <pc:picChg chg="mod">
          <ac:chgData name="Alexandre Quach" userId="03a3b9a4-365b-425e-bba9-a77346403bac" providerId="ADAL" clId="{A8F40F8F-2E51-4704-B575-34FED4A52750}" dt="2023-03-30T15:16:07.003" v="4358" actId="164"/>
          <ac:picMkLst>
            <pc:docMk/>
            <pc:sldMk cId="2141637955" sldId="1250"/>
            <ac:picMk id="27" creationId="{76F10737-C981-0F4D-3F34-2BF3098F6FE1}"/>
          </ac:picMkLst>
        </pc:picChg>
        <pc:picChg chg="mod">
          <ac:chgData name="Alexandre Quach" userId="03a3b9a4-365b-425e-bba9-a77346403bac" providerId="ADAL" clId="{A8F40F8F-2E51-4704-B575-34FED4A52750}" dt="2023-03-30T15:16:07.003" v="4358" actId="164"/>
          <ac:picMkLst>
            <pc:docMk/>
            <pc:sldMk cId="2141637955" sldId="1250"/>
            <ac:picMk id="29" creationId="{F9A2D173-A2EE-01BF-206E-E39941FFB849}"/>
          </ac:picMkLst>
        </pc:picChg>
        <pc:cxnChg chg="add del mod">
          <ac:chgData name="Alexandre Quach" userId="03a3b9a4-365b-425e-bba9-a77346403bac" providerId="ADAL" clId="{A8F40F8F-2E51-4704-B575-34FED4A52750}" dt="2023-03-30T16:02:04.583" v="6122" actId="478"/>
          <ac:cxnSpMkLst>
            <pc:docMk/>
            <pc:sldMk cId="2141637955" sldId="1250"/>
            <ac:cxnSpMk id="9" creationId="{2FF553F5-EFE6-897F-49D2-EC53E68EB18E}"/>
          </ac:cxnSpMkLst>
        </pc:cxnChg>
        <pc:cxnChg chg="add del mod">
          <ac:chgData name="Alexandre Quach" userId="03a3b9a4-365b-425e-bba9-a77346403bac" providerId="ADAL" clId="{A8F40F8F-2E51-4704-B575-34FED4A52750}" dt="2023-03-30T16:02:04.583" v="6122" actId="478"/>
          <ac:cxnSpMkLst>
            <pc:docMk/>
            <pc:sldMk cId="2141637955" sldId="1250"/>
            <ac:cxnSpMk id="11" creationId="{DB9DDFD5-5FC7-8A93-80FB-58A7E9289F6A}"/>
          </ac:cxnSpMkLst>
        </pc:cxnChg>
        <pc:cxnChg chg="add del mod">
          <ac:chgData name="Alexandre Quach" userId="03a3b9a4-365b-425e-bba9-a77346403bac" providerId="ADAL" clId="{A8F40F8F-2E51-4704-B575-34FED4A52750}" dt="2023-03-30T16:02:04.583" v="6122" actId="478"/>
          <ac:cxnSpMkLst>
            <pc:docMk/>
            <pc:sldMk cId="2141637955" sldId="1250"/>
            <ac:cxnSpMk id="15" creationId="{DA783EA6-6EB2-382F-9A77-B14D6336D234}"/>
          </ac:cxnSpMkLst>
        </pc:cxnChg>
      </pc:sldChg>
      <pc:sldChg chg="addSp delSp modSp add mod">
        <pc:chgData name="Alexandre Quach" userId="03a3b9a4-365b-425e-bba9-a77346403bac" providerId="ADAL" clId="{A8F40F8F-2E51-4704-B575-34FED4A52750}" dt="2023-04-05T13:15:22.406" v="33850" actId="20577"/>
        <pc:sldMkLst>
          <pc:docMk/>
          <pc:sldMk cId="4287733168" sldId="1251"/>
        </pc:sldMkLst>
        <pc:spChg chg="del mod">
          <ac:chgData name="Alexandre Quach" userId="03a3b9a4-365b-425e-bba9-a77346403bac" providerId="ADAL" clId="{A8F40F8F-2E51-4704-B575-34FED4A52750}" dt="2023-04-04T10:53:59.006" v="21801" actId="21"/>
          <ac:spMkLst>
            <pc:docMk/>
            <pc:sldMk cId="4287733168" sldId="1251"/>
            <ac:spMk id="3" creationId="{5569D348-94EB-5D0A-30C1-632CFF51DB7F}"/>
          </ac:spMkLst>
        </pc:spChg>
        <pc:spChg chg="del mod">
          <ac:chgData name="Alexandre Quach" userId="03a3b9a4-365b-425e-bba9-a77346403bac" providerId="ADAL" clId="{A8F40F8F-2E51-4704-B575-34FED4A52750}" dt="2023-04-04T10:53:59.006" v="21801" actId="21"/>
          <ac:spMkLst>
            <pc:docMk/>
            <pc:sldMk cId="4287733168" sldId="1251"/>
            <ac:spMk id="4" creationId="{7B46889E-DAED-3F0E-D2FD-B03353FA2FCB}"/>
          </ac:spMkLst>
        </pc:spChg>
        <pc:spChg chg="add del mod">
          <ac:chgData name="Alexandre Quach" userId="03a3b9a4-365b-425e-bba9-a77346403bac" providerId="ADAL" clId="{A8F40F8F-2E51-4704-B575-34FED4A52750}" dt="2023-04-05T08:14:06.600" v="28119" actId="478"/>
          <ac:spMkLst>
            <pc:docMk/>
            <pc:sldMk cId="4287733168" sldId="1251"/>
            <ac:spMk id="4" creationId="{E437A15C-44B6-1F90-21A6-E88F44D1E6FE}"/>
          </ac:spMkLst>
        </pc:spChg>
        <pc:spChg chg="del mod">
          <ac:chgData name="Alexandre Quach" userId="03a3b9a4-365b-425e-bba9-a77346403bac" providerId="ADAL" clId="{A8F40F8F-2E51-4704-B575-34FED4A52750}" dt="2023-04-04T10:53:59.006" v="21801" actId="21"/>
          <ac:spMkLst>
            <pc:docMk/>
            <pc:sldMk cId="4287733168" sldId="1251"/>
            <ac:spMk id="6" creationId="{6945E598-FD8B-27DC-5BA9-E7F59FD00506}"/>
          </ac:spMkLst>
        </pc:spChg>
        <pc:spChg chg="add mod">
          <ac:chgData name="Alexandre Quach" userId="03a3b9a4-365b-425e-bba9-a77346403bac" providerId="ADAL" clId="{A8F40F8F-2E51-4704-B575-34FED4A52750}" dt="2023-04-05T13:15:22.406" v="33850" actId="20577"/>
          <ac:spMkLst>
            <pc:docMk/>
            <pc:sldMk cId="4287733168" sldId="1251"/>
            <ac:spMk id="6" creationId="{B6D8661C-19ED-0BA5-F9DC-CE3B13A05FDA}"/>
          </ac:spMkLst>
        </pc:spChg>
        <pc:spChg chg="mod">
          <ac:chgData name="Alexandre Quach" userId="03a3b9a4-365b-425e-bba9-a77346403bac" providerId="ADAL" clId="{A8F40F8F-2E51-4704-B575-34FED4A52750}" dt="2023-04-04T11:06:02.966" v="22654" actId="1076"/>
          <ac:spMkLst>
            <pc:docMk/>
            <pc:sldMk cId="4287733168" sldId="1251"/>
            <ac:spMk id="9" creationId="{727BEA1C-5474-1754-B412-C8FA8759B3F9}"/>
          </ac:spMkLst>
        </pc:spChg>
        <pc:spChg chg="add mod">
          <ac:chgData name="Alexandre Quach" userId="03a3b9a4-365b-425e-bba9-a77346403bac" providerId="ADAL" clId="{A8F40F8F-2E51-4704-B575-34FED4A52750}" dt="2023-04-04T12:42:23.985" v="24066" actId="6549"/>
          <ac:spMkLst>
            <pc:docMk/>
            <pc:sldMk cId="4287733168" sldId="1251"/>
            <ac:spMk id="10" creationId="{19A46AD8-BA71-7A09-F4E7-72F40D2216D7}"/>
          </ac:spMkLst>
        </pc:spChg>
        <pc:spChg chg="del">
          <ac:chgData name="Alexandre Quach" userId="03a3b9a4-365b-425e-bba9-a77346403bac" providerId="ADAL" clId="{A8F40F8F-2E51-4704-B575-34FED4A52750}" dt="2023-03-30T15:30:52.749" v="5639" actId="478"/>
          <ac:spMkLst>
            <pc:docMk/>
            <pc:sldMk cId="4287733168" sldId="1251"/>
            <ac:spMk id="10" creationId="{5CEFCA9F-5790-07DB-06CB-EE0CDB4E54C5}"/>
          </ac:spMkLst>
        </pc:spChg>
        <pc:spChg chg="add del mod">
          <ac:chgData name="Alexandre Quach" userId="03a3b9a4-365b-425e-bba9-a77346403bac" providerId="ADAL" clId="{A8F40F8F-2E51-4704-B575-34FED4A52750}" dt="2023-04-04T10:29:39.297" v="20389" actId="478"/>
          <ac:spMkLst>
            <pc:docMk/>
            <pc:sldMk cId="4287733168" sldId="1251"/>
            <ac:spMk id="11" creationId="{8D699081-68EF-1E57-ABEC-3D61ADB37EA5}"/>
          </ac:spMkLst>
        </pc:spChg>
        <pc:spChg chg="add mod">
          <ac:chgData name="Alexandre Quach" userId="03a3b9a4-365b-425e-bba9-a77346403bac" providerId="ADAL" clId="{A8F40F8F-2E51-4704-B575-34FED4A52750}" dt="2023-04-04T12:42:26.666" v="24067" actId="6549"/>
          <ac:spMkLst>
            <pc:docMk/>
            <pc:sldMk cId="4287733168" sldId="1251"/>
            <ac:spMk id="12" creationId="{7466D7DD-4EA5-812B-084A-C15ADEC62A17}"/>
          </ac:spMkLst>
        </pc:spChg>
        <pc:spChg chg="del">
          <ac:chgData name="Alexandre Quach" userId="03a3b9a4-365b-425e-bba9-a77346403bac" providerId="ADAL" clId="{A8F40F8F-2E51-4704-B575-34FED4A52750}" dt="2023-03-30T15:30:52.749" v="5639" actId="478"/>
          <ac:spMkLst>
            <pc:docMk/>
            <pc:sldMk cId="4287733168" sldId="1251"/>
            <ac:spMk id="12" creationId="{D9501C28-282C-D1F3-8DF5-1A6FA681D500}"/>
          </ac:spMkLst>
        </pc:spChg>
        <pc:spChg chg="del">
          <ac:chgData name="Alexandre Quach" userId="03a3b9a4-365b-425e-bba9-a77346403bac" providerId="ADAL" clId="{A8F40F8F-2E51-4704-B575-34FED4A52750}" dt="2023-03-30T15:30:52.749" v="5639" actId="478"/>
          <ac:spMkLst>
            <pc:docMk/>
            <pc:sldMk cId="4287733168" sldId="1251"/>
            <ac:spMk id="13" creationId="{243F115F-622E-249B-B057-60A1CE024F61}"/>
          </ac:spMkLst>
        </pc:spChg>
        <pc:spChg chg="add mod">
          <ac:chgData name="Alexandre Quach" userId="03a3b9a4-365b-425e-bba9-a77346403bac" providerId="ADAL" clId="{A8F40F8F-2E51-4704-B575-34FED4A52750}" dt="2023-04-04T12:42:34.656" v="24068" actId="6549"/>
          <ac:spMkLst>
            <pc:docMk/>
            <pc:sldMk cId="4287733168" sldId="1251"/>
            <ac:spMk id="13" creationId="{D96D20D5-61D3-064C-089B-589713CFFD00}"/>
          </ac:spMkLst>
        </pc:spChg>
        <pc:spChg chg="del">
          <ac:chgData name="Alexandre Quach" userId="03a3b9a4-365b-425e-bba9-a77346403bac" providerId="ADAL" clId="{A8F40F8F-2E51-4704-B575-34FED4A52750}" dt="2023-03-30T15:30:52.749" v="5639" actId="478"/>
          <ac:spMkLst>
            <pc:docMk/>
            <pc:sldMk cId="4287733168" sldId="1251"/>
            <ac:spMk id="14" creationId="{0B27D83B-BFA4-B67D-CDDA-8AC6F6A520DC}"/>
          </ac:spMkLst>
        </pc:spChg>
        <pc:spChg chg="add mod">
          <ac:chgData name="Alexandre Quach" userId="03a3b9a4-365b-425e-bba9-a77346403bac" providerId="ADAL" clId="{A8F40F8F-2E51-4704-B575-34FED4A52750}" dt="2023-04-04T12:33:04.737" v="23689" actId="164"/>
          <ac:spMkLst>
            <pc:docMk/>
            <pc:sldMk cId="4287733168" sldId="1251"/>
            <ac:spMk id="14" creationId="{CED90888-B918-A15B-852D-A63702AAC4FB}"/>
          </ac:spMkLst>
        </pc:spChg>
        <pc:spChg chg="add mod">
          <ac:chgData name="Alexandre Quach" userId="03a3b9a4-365b-425e-bba9-a77346403bac" providerId="ADAL" clId="{A8F40F8F-2E51-4704-B575-34FED4A52750}" dt="2023-04-04T12:33:04.737" v="23689" actId="164"/>
          <ac:spMkLst>
            <pc:docMk/>
            <pc:sldMk cId="4287733168" sldId="1251"/>
            <ac:spMk id="15" creationId="{2989C64A-F3FF-76B8-FF20-486E90247499}"/>
          </ac:spMkLst>
        </pc:spChg>
        <pc:spChg chg="del">
          <ac:chgData name="Alexandre Quach" userId="03a3b9a4-365b-425e-bba9-a77346403bac" providerId="ADAL" clId="{A8F40F8F-2E51-4704-B575-34FED4A52750}" dt="2023-03-30T15:30:52.749" v="5639" actId="478"/>
          <ac:spMkLst>
            <pc:docMk/>
            <pc:sldMk cId="4287733168" sldId="1251"/>
            <ac:spMk id="15" creationId="{8C4A45B5-3B5E-E64A-DDA7-EBDB20D5A8A5}"/>
          </ac:spMkLst>
        </pc:spChg>
        <pc:spChg chg="add del mod">
          <ac:chgData name="Alexandre Quach" userId="03a3b9a4-365b-425e-bba9-a77346403bac" providerId="ADAL" clId="{A8F40F8F-2E51-4704-B575-34FED4A52750}" dt="2023-04-04T10:29:36.808" v="20388" actId="478"/>
          <ac:spMkLst>
            <pc:docMk/>
            <pc:sldMk cId="4287733168" sldId="1251"/>
            <ac:spMk id="16" creationId="{628BCC82-9282-401D-4CF5-7D59616235F0}"/>
          </ac:spMkLst>
        </pc:spChg>
        <pc:spChg chg="add mod">
          <ac:chgData name="Alexandre Quach" userId="03a3b9a4-365b-425e-bba9-a77346403bac" providerId="ADAL" clId="{A8F40F8F-2E51-4704-B575-34FED4A52750}" dt="2023-04-04T12:33:04.737" v="23689" actId="164"/>
          <ac:spMkLst>
            <pc:docMk/>
            <pc:sldMk cId="4287733168" sldId="1251"/>
            <ac:spMk id="17" creationId="{463498AD-CB47-25EE-FB66-79545B6658F5}"/>
          </ac:spMkLst>
        </pc:spChg>
        <pc:spChg chg="add del mod">
          <ac:chgData name="Alexandre Quach" userId="03a3b9a4-365b-425e-bba9-a77346403bac" providerId="ADAL" clId="{A8F40F8F-2E51-4704-B575-34FED4A52750}" dt="2023-04-04T10:55:30.845" v="21807" actId="21"/>
          <ac:spMkLst>
            <pc:docMk/>
            <pc:sldMk cId="4287733168" sldId="1251"/>
            <ac:spMk id="18" creationId="{E2ECFFA1-BC45-9A52-60AE-2068AAF149A7}"/>
          </ac:spMkLst>
        </pc:spChg>
        <pc:spChg chg="add del mod">
          <ac:chgData name="Alexandre Quach" userId="03a3b9a4-365b-425e-bba9-a77346403bac" providerId="ADAL" clId="{A8F40F8F-2E51-4704-B575-34FED4A52750}" dt="2023-04-04T10:55:30.845" v="21807" actId="21"/>
          <ac:spMkLst>
            <pc:docMk/>
            <pc:sldMk cId="4287733168" sldId="1251"/>
            <ac:spMk id="19" creationId="{1418BA42-970B-631B-B74C-8E5E64262550}"/>
          </ac:spMkLst>
        </pc:spChg>
        <pc:spChg chg="add del mod">
          <ac:chgData name="Alexandre Quach" userId="03a3b9a4-365b-425e-bba9-a77346403bac" providerId="ADAL" clId="{A8F40F8F-2E51-4704-B575-34FED4A52750}" dt="2023-04-04T10:55:30.845" v="21807" actId="21"/>
          <ac:spMkLst>
            <pc:docMk/>
            <pc:sldMk cId="4287733168" sldId="1251"/>
            <ac:spMk id="20" creationId="{89765A27-4447-EE15-BF99-6F8EF022F1A4}"/>
          </ac:spMkLst>
        </pc:spChg>
        <pc:spChg chg="add mod">
          <ac:chgData name="Alexandre Quach" userId="03a3b9a4-365b-425e-bba9-a77346403bac" providerId="ADAL" clId="{A8F40F8F-2E51-4704-B575-34FED4A52750}" dt="2023-04-04T12:34:28.297" v="23711" actId="1076"/>
          <ac:spMkLst>
            <pc:docMk/>
            <pc:sldMk cId="4287733168" sldId="1251"/>
            <ac:spMk id="21" creationId="{84C1E5C0-A52C-6B6C-674C-5EA0FB5E7626}"/>
          </ac:spMkLst>
        </pc:spChg>
        <pc:spChg chg="add mod">
          <ac:chgData name="Alexandre Quach" userId="03a3b9a4-365b-425e-bba9-a77346403bac" providerId="ADAL" clId="{A8F40F8F-2E51-4704-B575-34FED4A52750}" dt="2023-04-04T12:34:28.297" v="23711" actId="1076"/>
          <ac:spMkLst>
            <pc:docMk/>
            <pc:sldMk cId="4287733168" sldId="1251"/>
            <ac:spMk id="22" creationId="{618F8A32-4ADD-6C18-747E-8B8B46554CF5}"/>
          </ac:spMkLst>
        </pc:spChg>
        <pc:spChg chg="add mod">
          <ac:chgData name="Alexandre Quach" userId="03a3b9a4-365b-425e-bba9-a77346403bac" providerId="ADAL" clId="{A8F40F8F-2E51-4704-B575-34FED4A52750}" dt="2023-04-04T12:34:28.297" v="23711" actId="1076"/>
          <ac:spMkLst>
            <pc:docMk/>
            <pc:sldMk cId="4287733168" sldId="1251"/>
            <ac:spMk id="23" creationId="{1019C392-4999-03C3-ECD0-92FE37C717F1}"/>
          </ac:spMkLst>
        </pc:spChg>
        <pc:spChg chg="add mod">
          <ac:chgData name="Alexandre Quach" userId="03a3b9a4-365b-425e-bba9-a77346403bac" providerId="ADAL" clId="{A8F40F8F-2E51-4704-B575-34FED4A52750}" dt="2023-04-04T12:34:05.413" v="23706" actId="113"/>
          <ac:spMkLst>
            <pc:docMk/>
            <pc:sldMk cId="4287733168" sldId="1251"/>
            <ac:spMk id="25" creationId="{7A2537DC-1BE2-6D3D-7F38-51BC51A2BB27}"/>
          </ac:spMkLst>
        </pc:spChg>
        <pc:spChg chg="add mod">
          <ac:chgData name="Alexandre Quach" userId="03a3b9a4-365b-425e-bba9-a77346403bac" providerId="ADAL" clId="{A8F40F8F-2E51-4704-B575-34FED4A52750}" dt="2023-04-04T12:39:26.528" v="23941" actId="20577"/>
          <ac:spMkLst>
            <pc:docMk/>
            <pc:sldMk cId="4287733168" sldId="1251"/>
            <ac:spMk id="27" creationId="{C449FD18-21D1-1EA7-7EA1-54B27861601A}"/>
          </ac:spMkLst>
        </pc:spChg>
        <pc:spChg chg="add mod">
          <ac:chgData name="Alexandre Quach" userId="03a3b9a4-365b-425e-bba9-a77346403bac" providerId="ADAL" clId="{A8F40F8F-2E51-4704-B575-34FED4A52750}" dt="2023-04-04T12:34:02.561" v="23705" actId="1076"/>
          <ac:spMkLst>
            <pc:docMk/>
            <pc:sldMk cId="4287733168" sldId="1251"/>
            <ac:spMk id="28" creationId="{EBE74E26-A10F-5A71-0555-BB9AF3641E4F}"/>
          </ac:spMkLst>
        </pc:spChg>
        <pc:spChg chg="add mod">
          <ac:chgData name="Alexandre Quach" userId="03a3b9a4-365b-425e-bba9-a77346403bac" providerId="ADAL" clId="{A8F40F8F-2E51-4704-B575-34FED4A52750}" dt="2023-04-04T12:32:15.033" v="23680" actId="1076"/>
          <ac:spMkLst>
            <pc:docMk/>
            <pc:sldMk cId="4287733168" sldId="1251"/>
            <ac:spMk id="29" creationId="{4E98E704-5116-CA8A-60AC-A88F554E9212}"/>
          </ac:spMkLst>
        </pc:spChg>
        <pc:spChg chg="add mod">
          <ac:chgData name="Alexandre Quach" userId="03a3b9a4-365b-425e-bba9-a77346403bac" providerId="ADAL" clId="{A8F40F8F-2E51-4704-B575-34FED4A52750}" dt="2023-04-04T12:32:15.033" v="23680" actId="1076"/>
          <ac:spMkLst>
            <pc:docMk/>
            <pc:sldMk cId="4287733168" sldId="1251"/>
            <ac:spMk id="30" creationId="{2A0E6FFE-54FB-C123-257D-830359B4F52F}"/>
          </ac:spMkLst>
        </pc:spChg>
        <pc:spChg chg="add mod">
          <ac:chgData name="Alexandre Quach" userId="03a3b9a4-365b-425e-bba9-a77346403bac" providerId="ADAL" clId="{A8F40F8F-2E51-4704-B575-34FED4A52750}" dt="2023-04-04T12:32:15.033" v="23680" actId="1076"/>
          <ac:spMkLst>
            <pc:docMk/>
            <pc:sldMk cId="4287733168" sldId="1251"/>
            <ac:spMk id="31" creationId="{152A292F-2811-9816-A9DD-392178471021}"/>
          </ac:spMkLst>
        </pc:spChg>
        <pc:spChg chg="add mod">
          <ac:chgData name="Alexandre Quach" userId="03a3b9a4-365b-425e-bba9-a77346403bac" providerId="ADAL" clId="{A8F40F8F-2E51-4704-B575-34FED4A52750}" dt="2023-04-04T12:32:15.033" v="23680" actId="1076"/>
          <ac:spMkLst>
            <pc:docMk/>
            <pc:sldMk cId="4287733168" sldId="1251"/>
            <ac:spMk id="32" creationId="{9C5B63BE-F03B-752D-8135-F259827BB27B}"/>
          </ac:spMkLst>
        </pc:spChg>
        <pc:spChg chg="add mod">
          <ac:chgData name="Alexandre Quach" userId="03a3b9a4-365b-425e-bba9-a77346403bac" providerId="ADAL" clId="{A8F40F8F-2E51-4704-B575-34FED4A52750}" dt="2023-04-04T12:32:15.033" v="23680" actId="1076"/>
          <ac:spMkLst>
            <pc:docMk/>
            <pc:sldMk cId="4287733168" sldId="1251"/>
            <ac:spMk id="33" creationId="{774CFF17-57DB-CA0B-68E5-3A7B74156A47}"/>
          </ac:spMkLst>
        </pc:spChg>
        <pc:spChg chg="add mod">
          <ac:chgData name="Alexandre Quach" userId="03a3b9a4-365b-425e-bba9-a77346403bac" providerId="ADAL" clId="{A8F40F8F-2E51-4704-B575-34FED4A52750}" dt="2023-04-04T12:32:09.858" v="23677" actId="1076"/>
          <ac:spMkLst>
            <pc:docMk/>
            <pc:sldMk cId="4287733168" sldId="1251"/>
            <ac:spMk id="34" creationId="{54AF8C96-9411-880D-C1FC-64CDE5FD51C6}"/>
          </ac:spMkLst>
        </pc:spChg>
        <pc:spChg chg="add mod">
          <ac:chgData name="Alexandre Quach" userId="03a3b9a4-365b-425e-bba9-a77346403bac" providerId="ADAL" clId="{A8F40F8F-2E51-4704-B575-34FED4A52750}" dt="2023-04-04T12:32:09.858" v="23677" actId="1076"/>
          <ac:spMkLst>
            <pc:docMk/>
            <pc:sldMk cId="4287733168" sldId="1251"/>
            <ac:spMk id="35" creationId="{8F0C79B8-6BCF-E80B-5E8F-3FD9EA5D5F74}"/>
          </ac:spMkLst>
        </pc:spChg>
        <pc:spChg chg="add mod">
          <ac:chgData name="Alexandre Quach" userId="03a3b9a4-365b-425e-bba9-a77346403bac" providerId="ADAL" clId="{A8F40F8F-2E51-4704-B575-34FED4A52750}" dt="2023-04-04T12:32:09.858" v="23677" actId="1076"/>
          <ac:spMkLst>
            <pc:docMk/>
            <pc:sldMk cId="4287733168" sldId="1251"/>
            <ac:spMk id="36" creationId="{F9085602-A651-2E74-D168-3F2C8CBD97FA}"/>
          </ac:spMkLst>
        </pc:spChg>
        <pc:spChg chg="add mod">
          <ac:chgData name="Alexandre Quach" userId="03a3b9a4-365b-425e-bba9-a77346403bac" providerId="ADAL" clId="{A8F40F8F-2E51-4704-B575-34FED4A52750}" dt="2023-04-04T12:32:09.858" v="23677" actId="1076"/>
          <ac:spMkLst>
            <pc:docMk/>
            <pc:sldMk cId="4287733168" sldId="1251"/>
            <ac:spMk id="37" creationId="{29AA8AA6-462B-01EA-C0E7-94077981C32E}"/>
          </ac:spMkLst>
        </pc:spChg>
        <pc:spChg chg="add mod">
          <ac:chgData name="Alexandre Quach" userId="03a3b9a4-365b-425e-bba9-a77346403bac" providerId="ADAL" clId="{A8F40F8F-2E51-4704-B575-34FED4A52750}" dt="2023-04-04T12:32:09.858" v="23677" actId="1076"/>
          <ac:spMkLst>
            <pc:docMk/>
            <pc:sldMk cId="4287733168" sldId="1251"/>
            <ac:spMk id="38" creationId="{8A8FDD05-D978-0073-3D17-A5F7DC90B33C}"/>
          </ac:spMkLst>
        </pc:spChg>
        <pc:spChg chg="add mod">
          <ac:chgData name="Alexandre Quach" userId="03a3b9a4-365b-425e-bba9-a77346403bac" providerId="ADAL" clId="{A8F40F8F-2E51-4704-B575-34FED4A52750}" dt="2023-04-04T12:32:09.858" v="23677" actId="1076"/>
          <ac:spMkLst>
            <pc:docMk/>
            <pc:sldMk cId="4287733168" sldId="1251"/>
            <ac:spMk id="39" creationId="{18EEA0EF-2292-7CCC-1341-562317F0BBED}"/>
          </ac:spMkLst>
        </pc:spChg>
        <pc:spChg chg="add mod">
          <ac:chgData name="Alexandre Quach" userId="03a3b9a4-365b-425e-bba9-a77346403bac" providerId="ADAL" clId="{A8F40F8F-2E51-4704-B575-34FED4A52750}" dt="2023-04-04T12:32:09.858" v="23677" actId="1076"/>
          <ac:spMkLst>
            <pc:docMk/>
            <pc:sldMk cId="4287733168" sldId="1251"/>
            <ac:spMk id="40" creationId="{F751B587-85B6-351A-BCA0-27E801D4B898}"/>
          </ac:spMkLst>
        </pc:spChg>
        <pc:spChg chg="add mod">
          <ac:chgData name="Alexandre Quach" userId="03a3b9a4-365b-425e-bba9-a77346403bac" providerId="ADAL" clId="{A8F40F8F-2E51-4704-B575-34FED4A52750}" dt="2023-04-04T12:32:09.858" v="23677" actId="1076"/>
          <ac:spMkLst>
            <pc:docMk/>
            <pc:sldMk cId="4287733168" sldId="1251"/>
            <ac:spMk id="41" creationId="{AC586A2F-F92A-E5E8-7E14-B0F6DD6BC375}"/>
          </ac:spMkLst>
        </pc:spChg>
        <pc:spChg chg="add mod">
          <ac:chgData name="Alexandre Quach" userId="03a3b9a4-365b-425e-bba9-a77346403bac" providerId="ADAL" clId="{A8F40F8F-2E51-4704-B575-34FED4A52750}" dt="2023-04-04T12:32:09.858" v="23677" actId="1076"/>
          <ac:spMkLst>
            <pc:docMk/>
            <pc:sldMk cId="4287733168" sldId="1251"/>
            <ac:spMk id="42" creationId="{F13DB65C-4211-09C1-D6EA-FCCBD70088DF}"/>
          </ac:spMkLst>
        </pc:spChg>
        <pc:spChg chg="add mod">
          <ac:chgData name="Alexandre Quach" userId="03a3b9a4-365b-425e-bba9-a77346403bac" providerId="ADAL" clId="{A8F40F8F-2E51-4704-B575-34FED4A52750}" dt="2023-04-04T12:32:09.858" v="23677" actId="1076"/>
          <ac:spMkLst>
            <pc:docMk/>
            <pc:sldMk cId="4287733168" sldId="1251"/>
            <ac:spMk id="43" creationId="{2D701E9F-F753-E44A-9DAB-6181D30ACF63}"/>
          </ac:spMkLst>
        </pc:spChg>
        <pc:spChg chg="add mod">
          <ac:chgData name="Alexandre Quach" userId="03a3b9a4-365b-425e-bba9-a77346403bac" providerId="ADAL" clId="{A8F40F8F-2E51-4704-B575-34FED4A52750}" dt="2023-04-04T12:32:09.858" v="23677" actId="1076"/>
          <ac:spMkLst>
            <pc:docMk/>
            <pc:sldMk cId="4287733168" sldId="1251"/>
            <ac:spMk id="44" creationId="{FDE61FFE-65E8-16FD-086F-6A1E979C7366}"/>
          </ac:spMkLst>
        </pc:spChg>
        <pc:spChg chg="add mod">
          <ac:chgData name="Alexandre Quach" userId="03a3b9a4-365b-425e-bba9-a77346403bac" providerId="ADAL" clId="{A8F40F8F-2E51-4704-B575-34FED4A52750}" dt="2023-04-04T12:32:06.577" v="23676" actId="1076"/>
          <ac:spMkLst>
            <pc:docMk/>
            <pc:sldMk cId="4287733168" sldId="1251"/>
            <ac:spMk id="45" creationId="{00BAC7FF-A58C-C2FB-2924-159A4F8801D9}"/>
          </ac:spMkLst>
        </pc:spChg>
        <pc:spChg chg="add mod">
          <ac:chgData name="Alexandre Quach" userId="03a3b9a4-365b-425e-bba9-a77346403bac" providerId="ADAL" clId="{A8F40F8F-2E51-4704-B575-34FED4A52750}" dt="2023-04-04T12:32:06.577" v="23676" actId="1076"/>
          <ac:spMkLst>
            <pc:docMk/>
            <pc:sldMk cId="4287733168" sldId="1251"/>
            <ac:spMk id="46" creationId="{2FA2DA28-DC2A-F3F2-C364-DA35656CCE9B}"/>
          </ac:spMkLst>
        </pc:spChg>
        <pc:spChg chg="add mod">
          <ac:chgData name="Alexandre Quach" userId="03a3b9a4-365b-425e-bba9-a77346403bac" providerId="ADAL" clId="{A8F40F8F-2E51-4704-B575-34FED4A52750}" dt="2023-04-04T12:32:06.577" v="23676" actId="1076"/>
          <ac:spMkLst>
            <pc:docMk/>
            <pc:sldMk cId="4287733168" sldId="1251"/>
            <ac:spMk id="47" creationId="{93EC4E3F-F829-BE87-1B73-626934CF66E1}"/>
          </ac:spMkLst>
        </pc:spChg>
        <pc:spChg chg="mod">
          <ac:chgData name="Alexandre Quach" userId="03a3b9a4-365b-425e-bba9-a77346403bac" providerId="ADAL" clId="{A8F40F8F-2E51-4704-B575-34FED4A52750}" dt="2023-04-04T12:53:05.605" v="24760" actId="20577"/>
          <ac:spMkLst>
            <pc:docMk/>
            <pc:sldMk cId="4287733168" sldId="1251"/>
            <ac:spMk id="48" creationId="{5F655389-9FF2-8EEE-EF4A-D5FBE115C687}"/>
          </ac:spMkLst>
        </pc:spChg>
        <pc:spChg chg="add mod">
          <ac:chgData name="Alexandre Quach" userId="03a3b9a4-365b-425e-bba9-a77346403bac" providerId="ADAL" clId="{A8F40F8F-2E51-4704-B575-34FED4A52750}" dt="2023-04-04T12:34:28.297" v="23711" actId="1076"/>
          <ac:spMkLst>
            <pc:docMk/>
            <pc:sldMk cId="4287733168" sldId="1251"/>
            <ac:spMk id="49" creationId="{E6D59F90-513C-CD5A-2E96-7CD779D4A898}"/>
          </ac:spMkLst>
        </pc:spChg>
        <pc:spChg chg="add del mod">
          <ac:chgData name="Alexandre Quach" userId="03a3b9a4-365b-425e-bba9-a77346403bac" providerId="ADAL" clId="{A8F40F8F-2E51-4704-B575-34FED4A52750}" dt="2023-04-04T12:39:42.169" v="23958" actId="478"/>
          <ac:spMkLst>
            <pc:docMk/>
            <pc:sldMk cId="4287733168" sldId="1251"/>
            <ac:spMk id="50" creationId="{E033EBB0-ED77-510B-7CA9-AE0B3BD2FC09}"/>
          </ac:spMkLst>
        </pc:spChg>
        <pc:spChg chg="add del mod">
          <ac:chgData name="Alexandre Quach" userId="03a3b9a4-365b-425e-bba9-a77346403bac" providerId="ADAL" clId="{A8F40F8F-2E51-4704-B575-34FED4A52750}" dt="2023-04-04T12:39:41.450" v="23957" actId="478"/>
          <ac:spMkLst>
            <pc:docMk/>
            <pc:sldMk cId="4287733168" sldId="1251"/>
            <ac:spMk id="51" creationId="{7A08AB11-E233-1CAF-4D59-9D5A7B8F294A}"/>
          </ac:spMkLst>
        </pc:spChg>
        <pc:spChg chg="add del mod">
          <ac:chgData name="Alexandre Quach" userId="03a3b9a4-365b-425e-bba9-a77346403bac" providerId="ADAL" clId="{A8F40F8F-2E51-4704-B575-34FED4A52750}" dt="2023-04-04T12:39:44.656" v="23961" actId="478"/>
          <ac:spMkLst>
            <pc:docMk/>
            <pc:sldMk cId="4287733168" sldId="1251"/>
            <ac:spMk id="52" creationId="{C8C0FB96-3A8F-890A-A377-75DFA0080690}"/>
          </ac:spMkLst>
        </pc:spChg>
        <pc:spChg chg="add del mod">
          <ac:chgData name="Alexandre Quach" userId="03a3b9a4-365b-425e-bba9-a77346403bac" providerId="ADAL" clId="{A8F40F8F-2E51-4704-B575-34FED4A52750}" dt="2023-04-04T12:39:45.201" v="23962" actId="478"/>
          <ac:spMkLst>
            <pc:docMk/>
            <pc:sldMk cId="4287733168" sldId="1251"/>
            <ac:spMk id="53" creationId="{A2E57B92-0362-9012-A36E-59F0FAEE1D4D}"/>
          </ac:spMkLst>
        </pc:spChg>
        <pc:spChg chg="add del mod">
          <ac:chgData name="Alexandre Quach" userId="03a3b9a4-365b-425e-bba9-a77346403bac" providerId="ADAL" clId="{A8F40F8F-2E51-4704-B575-34FED4A52750}" dt="2023-04-04T12:39:46.161" v="23963" actId="478"/>
          <ac:spMkLst>
            <pc:docMk/>
            <pc:sldMk cId="4287733168" sldId="1251"/>
            <ac:spMk id="54" creationId="{EE8E1351-F38D-3C32-9FF9-A35D94A51FDD}"/>
          </ac:spMkLst>
        </pc:spChg>
        <pc:spChg chg="add mod">
          <ac:chgData name="Alexandre Quach" userId="03a3b9a4-365b-425e-bba9-a77346403bac" providerId="ADAL" clId="{A8F40F8F-2E51-4704-B575-34FED4A52750}" dt="2023-04-04T12:34:28.297" v="23711" actId="1076"/>
          <ac:spMkLst>
            <pc:docMk/>
            <pc:sldMk cId="4287733168" sldId="1251"/>
            <ac:spMk id="55" creationId="{3EB3CC01-D724-7F75-FF6D-A94F542601F3}"/>
          </ac:spMkLst>
        </pc:spChg>
        <pc:spChg chg="add mod">
          <ac:chgData name="Alexandre Quach" userId="03a3b9a4-365b-425e-bba9-a77346403bac" providerId="ADAL" clId="{A8F40F8F-2E51-4704-B575-34FED4A52750}" dt="2023-04-04T12:34:28.297" v="23711" actId="1076"/>
          <ac:spMkLst>
            <pc:docMk/>
            <pc:sldMk cId="4287733168" sldId="1251"/>
            <ac:spMk id="56" creationId="{8C443043-35AB-A015-C71A-B531F13F5E60}"/>
          </ac:spMkLst>
        </pc:spChg>
        <pc:spChg chg="add mod">
          <ac:chgData name="Alexandre Quach" userId="03a3b9a4-365b-425e-bba9-a77346403bac" providerId="ADAL" clId="{A8F40F8F-2E51-4704-B575-34FED4A52750}" dt="2023-04-04T12:34:28.297" v="23711" actId="1076"/>
          <ac:spMkLst>
            <pc:docMk/>
            <pc:sldMk cId="4287733168" sldId="1251"/>
            <ac:spMk id="57" creationId="{9D9BFE5B-AC37-5E7A-267D-3F7E77197B8A}"/>
          </ac:spMkLst>
        </pc:spChg>
        <pc:spChg chg="add mod">
          <ac:chgData name="Alexandre Quach" userId="03a3b9a4-365b-425e-bba9-a77346403bac" providerId="ADAL" clId="{A8F40F8F-2E51-4704-B575-34FED4A52750}" dt="2023-04-04T12:34:28.297" v="23711" actId="1076"/>
          <ac:spMkLst>
            <pc:docMk/>
            <pc:sldMk cId="4287733168" sldId="1251"/>
            <ac:spMk id="58" creationId="{08B477AD-FDFB-9E38-DF2A-039EB60F6EB9}"/>
          </ac:spMkLst>
        </pc:spChg>
        <pc:spChg chg="add mod">
          <ac:chgData name="Alexandre Quach" userId="03a3b9a4-365b-425e-bba9-a77346403bac" providerId="ADAL" clId="{A8F40F8F-2E51-4704-B575-34FED4A52750}" dt="2023-04-04T12:34:28.297" v="23711" actId="1076"/>
          <ac:spMkLst>
            <pc:docMk/>
            <pc:sldMk cId="4287733168" sldId="1251"/>
            <ac:spMk id="59" creationId="{D608501F-6247-7E6B-C6A8-ED7AF3589D12}"/>
          </ac:spMkLst>
        </pc:spChg>
        <pc:spChg chg="add del mod">
          <ac:chgData name="Alexandre Quach" userId="03a3b9a4-365b-425e-bba9-a77346403bac" providerId="ADAL" clId="{A8F40F8F-2E51-4704-B575-34FED4A52750}" dt="2023-04-04T11:11:22.564" v="23351" actId="478"/>
          <ac:spMkLst>
            <pc:docMk/>
            <pc:sldMk cId="4287733168" sldId="1251"/>
            <ac:spMk id="60" creationId="{44A98DD7-103D-B358-CC77-2B75C5DB39C9}"/>
          </ac:spMkLst>
        </pc:spChg>
        <pc:spChg chg="add mod">
          <ac:chgData name="Alexandre Quach" userId="03a3b9a4-365b-425e-bba9-a77346403bac" providerId="ADAL" clId="{A8F40F8F-2E51-4704-B575-34FED4A52750}" dt="2023-04-04T12:34:28.297" v="23711" actId="1076"/>
          <ac:spMkLst>
            <pc:docMk/>
            <pc:sldMk cId="4287733168" sldId="1251"/>
            <ac:spMk id="61" creationId="{9CA47184-142E-236A-F7A5-6BE2E05A2CB4}"/>
          </ac:spMkLst>
        </pc:spChg>
        <pc:spChg chg="add del mod">
          <ac:chgData name="Alexandre Quach" userId="03a3b9a4-365b-425e-bba9-a77346403bac" providerId="ADAL" clId="{A8F40F8F-2E51-4704-B575-34FED4A52750}" dt="2023-04-04T12:39:42.712" v="23959" actId="478"/>
          <ac:spMkLst>
            <pc:docMk/>
            <pc:sldMk cId="4287733168" sldId="1251"/>
            <ac:spMk id="62" creationId="{5445D031-6F99-5142-5428-A5DB5F991CB7}"/>
          </ac:spMkLst>
        </pc:spChg>
        <pc:spChg chg="add del mod">
          <ac:chgData name="Alexandre Quach" userId="03a3b9a4-365b-425e-bba9-a77346403bac" providerId="ADAL" clId="{A8F40F8F-2E51-4704-B575-34FED4A52750}" dt="2023-04-04T12:39:43.392" v="23960" actId="478"/>
          <ac:spMkLst>
            <pc:docMk/>
            <pc:sldMk cId="4287733168" sldId="1251"/>
            <ac:spMk id="63" creationId="{E06B7815-FFFA-0CB5-565D-5A01847BE9DF}"/>
          </ac:spMkLst>
        </pc:spChg>
        <pc:spChg chg="add mod">
          <ac:chgData name="Alexandre Quach" userId="03a3b9a4-365b-425e-bba9-a77346403bac" providerId="ADAL" clId="{A8F40F8F-2E51-4704-B575-34FED4A52750}" dt="2023-04-04T12:39:50.678" v="23964" actId="1076"/>
          <ac:spMkLst>
            <pc:docMk/>
            <pc:sldMk cId="4287733168" sldId="1251"/>
            <ac:spMk id="64" creationId="{F5A1EF0E-4493-D1CF-8989-9D2F9B658514}"/>
          </ac:spMkLst>
        </pc:spChg>
        <pc:spChg chg="add mod">
          <ac:chgData name="Alexandre Quach" userId="03a3b9a4-365b-425e-bba9-a77346403bac" providerId="ADAL" clId="{A8F40F8F-2E51-4704-B575-34FED4A52750}" dt="2023-04-04T12:34:28.297" v="23711" actId="1076"/>
          <ac:spMkLst>
            <pc:docMk/>
            <pc:sldMk cId="4287733168" sldId="1251"/>
            <ac:spMk id="65" creationId="{DD6BB07E-956A-2AD5-8649-8777465A04D3}"/>
          </ac:spMkLst>
        </pc:spChg>
        <pc:spChg chg="add del mod">
          <ac:chgData name="Alexandre Quach" userId="03a3b9a4-365b-425e-bba9-a77346403bac" providerId="ADAL" clId="{A8F40F8F-2E51-4704-B575-34FED4A52750}" dt="2023-04-04T12:39:40.872" v="23956" actId="478"/>
          <ac:spMkLst>
            <pc:docMk/>
            <pc:sldMk cId="4287733168" sldId="1251"/>
            <ac:spMk id="66" creationId="{22B59B0D-9DBD-F50F-4F4F-01E8BBB4C275}"/>
          </ac:spMkLst>
        </pc:spChg>
        <pc:spChg chg="add mod">
          <ac:chgData name="Alexandre Quach" userId="03a3b9a4-365b-425e-bba9-a77346403bac" providerId="ADAL" clId="{A8F40F8F-2E51-4704-B575-34FED4A52750}" dt="2023-04-04T12:39:34.658" v="23955" actId="1037"/>
          <ac:spMkLst>
            <pc:docMk/>
            <pc:sldMk cId="4287733168" sldId="1251"/>
            <ac:spMk id="74" creationId="{1AFC70B0-D861-7E1E-1E14-459D24325B50}"/>
          </ac:spMkLst>
        </pc:spChg>
        <pc:spChg chg="add mod ord">
          <ac:chgData name="Alexandre Quach" userId="03a3b9a4-365b-425e-bba9-a77346403bac" providerId="ADAL" clId="{A8F40F8F-2E51-4704-B575-34FED4A52750}" dt="2023-04-04T12:34:31.592" v="23712" actId="14100"/>
          <ac:spMkLst>
            <pc:docMk/>
            <pc:sldMk cId="4287733168" sldId="1251"/>
            <ac:spMk id="75" creationId="{8188FD6D-A964-A3AC-8B4F-55D52DB61FB9}"/>
          </ac:spMkLst>
        </pc:spChg>
        <pc:spChg chg="add mod ord">
          <ac:chgData name="Alexandre Quach" userId="03a3b9a4-365b-425e-bba9-a77346403bac" providerId="ADAL" clId="{A8F40F8F-2E51-4704-B575-34FED4A52750}" dt="2023-04-04T12:34:16.154" v="23709" actId="14100"/>
          <ac:spMkLst>
            <pc:docMk/>
            <pc:sldMk cId="4287733168" sldId="1251"/>
            <ac:spMk id="77" creationId="{99B98FD9-E1CB-B2F1-5D2D-74A5B0AF6545}"/>
          </ac:spMkLst>
        </pc:spChg>
        <pc:spChg chg="add mod">
          <ac:chgData name="Alexandre Quach" userId="03a3b9a4-365b-425e-bba9-a77346403bac" providerId="ADAL" clId="{A8F40F8F-2E51-4704-B575-34FED4A52750}" dt="2023-04-04T12:39:52.536" v="23965" actId="571"/>
          <ac:spMkLst>
            <pc:docMk/>
            <pc:sldMk cId="4287733168" sldId="1251"/>
            <ac:spMk id="78" creationId="{54064E31-5570-4547-DBAE-8B09A5D1C2DD}"/>
          </ac:spMkLst>
        </pc:spChg>
        <pc:grpChg chg="mod">
          <ac:chgData name="Alexandre Quach" userId="03a3b9a4-365b-425e-bba9-a77346403bac" providerId="ADAL" clId="{A8F40F8F-2E51-4704-B575-34FED4A52750}" dt="2023-04-04T12:33:04.737" v="23689" actId="164"/>
          <ac:grpSpMkLst>
            <pc:docMk/>
            <pc:sldMk cId="4287733168" sldId="1251"/>
            <ac:grpSpMk id="8" creationId="{995260BE-F328-47F4-10B2-E625B34ADA12}"/>
          </ac:grpSpMkLst>
        </pc:grpChg>
        <pc:grpChg chg="add mod">
          <ac:chgData name="Alexandre Quach" userId="03a3b9a4-365b-425e-bba9-a77346403bac" providerId="ADAL" clId="{A8F40F8F-2E51-4704-B575-34FED4A52750}" dt="2023-04-05T13:15:02.012" v="33824" actId="1076"/>
          <ac:grpSpMkLst>
            <pc:docMk/>
            <pc:sldMk cId="4287733168" sldId="1251"/>
            <ac:grpSpMk id="76" creationId="{A38CFD83-2472-1443-ED84-AD57E6A134A5}"/>
          </ac:grpSpMkLst>
        </pc:grpChg>
        <pc:picChg chg="mod modCrop">
          <ac:chgData name="Alexandre Quach" userId="03a3b9a4-365b-425e-bba9-a77346403bac" providerId="ADAL" clId="{A8F40F8F-2E51-4704-B575-34FED4A52750}" dt="2023-04-05T13:14:45.356" v="33821" actId="732"/>
          <ac:picMkLst>
            <pc:docMk/>
            <pc:sldMk cId="4287733168" sldId="1251"/>
            <ac:picMk id="2" creationId="{61E0F101-732B-F926-EED3-F4668ACC4E00}"/>
          </ac:picMkLst>
        </pc:picChg>
        <pc:picChg chg="add mod">
          <ac:chgData name="Alexandre Quach" userId="03a3b9a4-365b-425e-bba9-a77346403bac" providerId="ADAL" clId="{A8F40F8F-2E51-4704-B575-34FED4A52750}" dt="2023-04-05T13:15:17.004" v="33848" actId="1076"/>
          <ac:picMkLst>
            <pc:docMk/>
            <pc:sldMk cId="4287733168" sldId="1251"/>
            <ac:picMk id="3" creationId="{81EF71A3-D254-3A86-2D81-1F7D835F69F6}"/>
          </ac:picMkLst>
        </pc:picChg>
        <pc:picChg chg="mod modCrop">
          <ac:chgData name="Alexandre Quach" userId="03a3b9a4-365b-425e-bba9-a77346403bac" providerId="ADAL" clId="{A8F40F8F-2E51-4704-B575-34FED4A52750}" dt="2023-04-05T13:14:22.235" v="33818" actId="1076"/>
          <ac:picMkLst>
            <pc:docMk/>
            <pc:sldMk cId="4287733168" sldId="1251"/>
            <ac:picMk id="5" creationId="{FB6375AB-F193-FE51-6B37-A71B6A4CF797}"/>
          </ac:picMkLst>
        </pc:picChg>
        <pc:picChg chg="mod modCrop">
          <ac:chgData name="Alexandre Quach" userId="03a3b9a4-365b-425e-bba9-a77346403bac" providerId="ADAL" clId="{A8F40F8F-2E51-4704-B575-34FED4A52750}" dt="2023-04-05T13:14:58.280" v="33823" actId="732"/>
          <ac:picMkLst>
            <pc:docMk/>
            <pc:sldMk cId="4287733168" sldId="1251"/>
            <ac:picMk id="7" creationId="{B92C27FE-2E3C-41CD-2A4E-CD027BC9E77F}"/>
          </ac:picMkLst>
        </pc:picChg>
        <pc:picChg chg="add mod">
          <ac:chgData name="Alexandre Quach" userId="03a3b9a4-365b-425e-bba9-a77346403bac" providerId="ADAL" clId="{A8F40F8F-2E51-4704-B575-34FED4A52750}" dt="2023-04-04T11:12:23.597" v="23413" actId="1076"/>
          <ac:picMkLst>
            <pc:docMk/>
            <pc:sldMk cId="4287733168" sldId="1251"/>
            <ac:picMk id="24" creationId="{8419C750-2A0A-4754-67FF-BA07DB8EB7CF}"/>
          </ac:picMkLst>
        </pc:picChg>
        <pc:picChg chg="add mod">
          <ac:chgData name="Alexandre Quach" userId="03a3b9a4-365b-425e-bba9-a77346403bac" providerId="ADAL" clId="{A8F40F8F-2E51-4704-B575-34FED4A52750}" dt="2023-04-04T11:06:05.799" v="22655" actId="1076"/>
          <ac:picMkLst>
            <pc:docMk/>
            <pc:sldMk cId="4287733168" sldId="1251"/>
            <ac:picMk id="26" creationId="{5EF15295-19B2-2F3D-0B65-6D6790C91E85}"/>
          </ac:picMkLst>
        </pc:picChg>
        <pc:cxnChg chg="del mod">
          <ac:chgData name="Alexandre Quach" userId="03a3b9a4-365b-425e-bba9-a77346403bac" providerId="ADAL" clId="{A8F40F8F-2E51-4704-B575-34FED4A52750}" dt="2023-03-30T15:30:52.749" v="5639" actId="478"/>
          <ac:cxnSpMkLst>
            <pc:docMk/>
            <pc:sldMk cId="4287733168" sldId="1251"/>
            <ac:cxnSpMk id="17" creationId="{F09B73A6-3123-A193-D678-E9073991EF79}"/>
          </ac:cxnSpMkLst>
        </pc:cxnChg>
        <pc:cxnChg chg="del mod">
          <ac:chgData name="Alexandre Quach" userId="03a3b9a4-365b-425e-bba9-a77346403bac" providerId="ADAL" clId="{A8F40F8F-2E51-4704-B575-34FED4A52750}" dt="2023-03-30T15:30:52.749" v="5639" actId="478"/>
          <ac:cxnSpMkLst>
            <pc:docMk/>
            <pc:sldMk cId="4287733168" sldId="1251"/>
            <ac:cxnSpMk id="18" creationId="{24AE57BC-E0E4-C292-A978-75A65E03196F}"/>
          </ac:cxnSpMkLst>
        </pc:cxnChg>
        <pc:cxnChg chg="del mod">
          <ac:chgData name="Alexandre Quach" userId="03a3b9a4-365b-425e-bba9-a77346403bac" providerId="ADAL" clId="{A8F40F8F-2E51-4704-B575-34FED4A52750}" dt="2023-03-30T15:30:52.749" v="5639" actId="478"/>
          <ac:cxnSpMkLst>
            <pc:docMk/>
            <pc:sldMk cId="4287733168" sldId="1251"/>
            <ac:cxnSpMk id="23" creationId="{00EE4CB5-7072-D068-EDD3-3F299E75C975}"/>
          </ac:cxnSpMkLst>
        </pc:cxnChg>
        <pc:cxnChg chg="del mod">
          <ac:chgData name="Alexandre Quach" userId="03a3b9a4-365b-425e-bba9-a77346403bac" providerId="ADAL" clId="{A8F40F8F-2E51-4704-B575-34FED4A52750}" dt="2023-03-30T15:30:52.749" v="5639" actId="478"/>
          <ac:cxnSpMkLst>
            <pc:docMk/>
            <pc:sldMk cId="4287733168" sldId="1251"/>
            <ac:cxnSpMk id="26" creationId="{741B5964-A36D-61F2-9779-4ABE6E919899}"/>
          </ac:cxnSpMkLst>
        </pc:cxnChg>
        <pc:cxnChg chg="del mod">
          <ac:chgData name="Alexandre Quach" userId="03a3b9a4-365b-425e-bba9-a77346403bac" providerId="ADAL" clId="{A8F40F8F-2E51-4704-B575-34FED4A52750}" dt="2023-03-30T15:30:52.749" v="5639" actId="478"/>
          <ac:cxnSpMkLst>
            <pc:docMk/>
            <pc:sldMk cId="4287733168" sldId="1251"/>
            <ac:cxnSpMk id="29" creationId="{AD1257DE-2334-BE4D-CA36-A46F5BC3580E}"/>
          </ac:cxnSpMkLst>
        </pc:cxnChg>
        <pc:cxnChg chg="add mod">
          <ac:chgData name="Alexandre Quach" userId="03a3b9a4-365b-425e-bba9-a77346403bac" providerId="ADAL" clId="{A8F40F8F-2E51-4704-B575-34FED4A52750}" dt="2023-04-04T11:12:23.597" v="23413" actId="1076"/>
          <ac:cxnSpMkLst>
            <pc:docMk/>
            <pc:sldMk cId="4287733168" sldId="1251"/>
            <ac:cxnSpMk id="68" creationId="{E4BFD15D-E9EC-C737-631D-AD50838EAD86}"/>
          </ac:cxnSpMkLst>
        </pc:cxnChg>
        <pc:cxnChg chg="add mod">
          <ac:chgData name="Alexandre Quach" userId="03a3b9a4-365b-425e-bba9-a77346403bac" providerId="ADAL" clId="{A8F40F8F-2E51-4704-B575-34FED4A52750}" dt="2023-04-04T11:12:18.789" v="23411" actId="14100"/>
          <ac:cxnSpMkLst>
            <pc:docMk/>
            <pc:sldMk cId="4287733168" sldId="1251"/>
            <ac:cxnSpMk id="69" creationId="{E128F59D-09C8-C385-8A30-799F4D8F6999}"/>
          </ac:cxnSpMkLst>
        </pc:cxnChg>
      </pc:sldChg>
      <pc:sldChg chg="addSp delSp modSp add mod">
        <pc:chgData name="Alexandre Quach" userId="03a3b9a4-365b-425e-bba9-a77346403bac" providerId="ADAL" clId="{A8F40F8F-2E51-4704-B575-34FED4A52750}" dt="2023-04-04T12:52:38.285" v="24697" actId="113"/>
        <pc:sldMkLst>
          <pc:docMk/>
          <pc:sldMk cId="942547412" sldId="1252"/>
        </pc:sldMkLst>
        <pc:spChg chg="mod">
          <ac:chgData name="Alexandre Quach" userId="03a3b9a4-365b-425e-bba9-a77346403bac" providerId="ADAL" clId="{A8F40F8F-2E51-4704-B575-34FED4A52750}" dt="2023-04-04T12:30:24.628" v="23639" actId="165"/>
          <ac:spMkLst>
            <pc:docMk/>
            <pc:sldMk cId="942547412" sldId="1252"/>
            <ac:spMk id="3" creationId="{5569D348-94EB-5D0A-30C1-632CFF51DB7F}"/>
          </ac:spMkLst>
        </pc:spChg>
        <pc:spChg chg="mod">
          <ac:chgData name="Alexandre Quach" userId="03a3b9a4-365b-425e-bba9-a77346403bac" providerId="ADAL" clId="{A8F40F8F-2E51-4704-B575-34FED4A52750}" dt="2023-04-04T12:30:24.628" v="23639" actId="165"/>
          <ac:spMkLst>
            <pc:docMk/>
            <pc:sldMk cId="942547412" sldId="1252"/>
            <ac:spMk id="4" creationId="{7B46889E-DAED-3F0E-D2FD-B03353FA2FCB}"/>
          </ac:spMkLst>
        </pc:spChg>
        <pc:spChg chg="mod">
          <ac:chgData name="Alexandre Quach" userId="03a3b9a4-365b-425e-bba9-a77346403bac" providerId="ADAL" clId="{A8F40F8F-2E51-4704-B575-34FED4A52750}" dt="2023-04-04T12:30:24.628" v="23639" actId="165"/>
          <ac:spMkLst>
            <pc:docMk/>
            <pc:sldMk cId="942547412" sldId="1252"/>
            <ac:spMk id="6" creationId="{6945E598-FD8B-27DC-5BA9-E7F59FD00506}"/>
          </ac:spMkLst>
        </pc:spChg>
        <pc:spChg chg="mod topLvl">
          <ac:chgData name="Alexandre Quach" userId="03a3b9a4-365b-425e-bba9-a77346403bac" providerId="ADAL" clId="{A8F40F8F-2E51-4704-B575-34FED4A52750}" dt="2023-04-04T12:52:29.773" v="24696" actId="403"/>
          <ac:spMkLst>
            <pc:docMk/>
            <pc:sldMk cId="942547412" sldId="1252"/>
            <ac:spMk id="9" creationId="{727BEA1C-5474-1754-B412-C8FA8759B3F9}"/>
          </ac:spMkLst>
        </pc:spChg>
        <pc:spChg chg="mod topLvl">
          <ac:chgData name="Alexandre Quach" userId="03a3b9a4-365b-425e-bba9-a77346403bac" providerId="ADAL" clId="{A8F40F8F-2E51-4704-B575-34FED4A52750}" dt="2023-04-04T12:42:56.718" v="24071" actId="14100"/>
          <ac:spMkLst>
            <pc:docMk/>
            <pc:sldMk cId="942547412" sldId="1252"/>
            <ac:spMk id="11" creationId="{8D699081-68EF-1E57-ABEC-3D61ADB37EA5}"/>
          </ac:spMkLst>
        </pc:spChg>
        <pc:spChg chg="mod topLvl">
          <ac:chgData name="Alexandre Quach" userId="03a3b9a4-365b-425e-bba9-a77346403bac" providerId="ADAL" clId="{A8F40F8F-2E51-4704-B575-34FED4A52750}" dt="2023-04-04T12:42:58.869" v="24072" actId="14100"/>
          <ac:spMkLst>
            <pc:docMk/>
            <pc:sldMk cId="942547412" sldId="1252"/>
            <ac:spMk id="16" creationId="{628BCC82-9282-401D-4CF5-7D59616235F0}"/>
          </ac:spMkLst>
        </pc:spChg>
        <pc:spChg chg="add mod">
          <ac:chgData name="Alexandre Quach" userId="03a3b9a4-365b-425e-bba9-a77346403bac" providerId="ADAL" clId="{A8F40F8F-2E51-4704-B575-34FED4A52750}" dt="2023-04-04T12:30:37.355" v="23648" actId="404"/>
          <ac:spMkLst>
            <pc:docMk/>
            <pc:sldMk cId="942547412" sldId="1252"/>
            <ac:spMk id="17" creationId="{5C0D11D6-4099-857D-C894-F29F8C9F6BFD}"/>
          </ac:spMkLst>
        </pc:spChg>
        <pc:spChg chg="add mod">
          <ac:chgData name="Alexandre Quach" userId="03a3b9a4-365b-425e-bba9-a77346403bac" providerId="ADAL" clId="{A8F40F8F-2E51-4704-B575-34FED4A52750}" dt="2023-04-04T12:30:37.355" v="23648" actId="404"/>
          <ac:spMkLst>
            <pc:docMk/>
            <pc:sldMk cId="942547412" sldId="1252"/>
            <ac:spMk id="18" creationId="{F7300B63-E78F-9D21-D437-252A91F9C7FD}"/>
          </ac:spMkLst>
        </pc:spChg>
        <pc:spChg chg="add mod">
          <ac:chgData name="Alexandre Quach" userId="03a3b9a4-365b-425e-bba9-a77346403bac" providerId="ADAL" clId="{A8F40F8F-2E51-4704-B575-34FED4A52750}" dt="2023-04-04T12:30:37.355" v="23648" actId="404"/>
          <ac:spMkLst>
            <pc:docMk/>
            <pc:sldMk cId="942547412" sldId="1252"/>
            <ac:spMk id="19" creationId="{29E58955-8E1A-E40D-5A89-AC2494F9C97B}"/>
          </ac:spMkLst>
        </pc:spChg>
        <pc:spChg chg="add del mod">
          <ac:chgData name="Alexandre Quach" userId="03a3b9a4-365b-425e-bba9-a77346403bac" providerId="ADAL" clId="{A8F40F8F-2E51-4704-B575-34FED4A52750}" dt="2023-04-04T12:35:38.840" v="23771" actId="21"/>
          <ac:spMkLst>
            <pc:docMk/>
            <pc:sldMk cId="942547412" sldId="1252"/>
            <ac:spMk id="21" creationId="{058F2C63-A2F7-E073-6B70-4BB406294ACD}"/>
          </ac:spMkLst>
        </pc:spChg>
        <pc:spChg chg="add del mod">
          <ac:chgData name="Alexandre Quach" userId="03a3b9a4-365b-425e-bba9-a77346403bac" providerId="ADAL" clId="{A8F40F8F-2E51-4704-B575-34FED4A52750}" dt="2023-04-04T12:35:38.840" v="23771" actId="21"/>
          <ac:spMkLst>
            <pc:docMk/>
            <pc:sldMk cId="942547412" sldId="1252"/>
            <ac:spMk id="22" creationId="{F5F2657B-89F7-315F-AD28-F700001B098E}"/>
          </ac:spMkLst>
        </pc:spChg>
        <pc:spChg chg="add del mod">
          <ac:chgData name="Alexandre Quach" userId="03a3b9a4-365b-425e-bba9-a77346403bac" providerId="ADAL" clId="{A8F40F8F-2E51-4704-B575-34FED4A52750}" dt="2023-04-04T12:35:38.840" v="23771" actId="21"/>
          <ac:spMkLst>
            <pc:docMk/>
            <pc:sldMk cId="942547412" sldId="1252"/>
            <ac:spMk id="23" creationId="{6E4076A3-74EE-8408-DDFD-0F1D9F8062E9}"/>
          </ac:spMkLst>
        </pc:spChg>
        <pc:spChg chg="mod">
          <ac:chgData name="Alexandre Quach" userId="03a3b9a4-365b-425e-bba9-a77346403bac" providerId="ADAL" clId="{A8F40F8F-2E51-4704-B575-34FED4A52750}" dt="2023-04-04T12:35:36.938" v="23770" actId="571"/>
          <ac:spMkLst>
            <pc:docMk/>
            <pc:sldMk cId="942547412" sldId="1252"/>
            <ac:spMk id="26" creationId="{7CBACA19-4604-3EA1-D7F4-0A9502FE0B94}"/>
          </ac:spMkLst>
        </pc:spChg>
        <pc:spChg chg="mod">
          <ac:chgData name="Alexandre Quach" userId="03a3b9a4-365b-425e-bba9-a77346403bac" providerId="ADAL" clId="{A8F40F8F-2E51-4704-B575-34FED4A52750}" dt="2023-04-04T12:35:36.938" v="23770" actId="571"/>
          <ac:spMkLst>
            <pc:docMk/>
            <pc:sldMk cId="942547412" sldId="1252"/>
            <ac:spMk id="27" creationId="{F07DC99B-7B06-09B4-8778-502CC7719E18}"/>
          </ac:spMkLst>
        </pc:spChg>
        <pc:spChg chg="mod">
          <ac:chgData name="Alexandre Quach" userId="03a3b9a4-365b-425e-bba9-a77346403bac" providerId="ADAL" clId="{A8F40F8F-2E51-4704-B575-34FED4A52750}" dt="2023-04-04T12:35:36.938" v="23770" actId="571"/>
          <ac:spMkLst>
            <pc:docMk/>
            <pc:sldMk cId="942547412" sldId="1252"/>
            <ac:spMk id="28" creationId="{4D23D233-8A1A-696C-6E33-6D78E21CE952}"/>
          </ac:spMkLst>
        </pc:spChg>
        <pc:spChg chg="add mod">
          <ac:chgData name="Alexandre Quach" userId="03a3b9a4-365b-425e-bba9-a77346403bac" providerId="ADAL" clId="{A8F40F8F-2E51-4704-B575-34FED4A52750}" dt="2023-04-04T12:52:29.773" v="24696" actId="403"/>
          <ac:spMkLst>
            <pc:docMk/>
            <pc:sldMk cId="942547412" sldId="1252"/>
            <ac:spMk id="32" creationId="{4FC03FAD-2722-7F1D-98DB-985B177DBE13}"/>
          </ac:spMkLst>
        </pc:spChg>
        <pc:spChg chg="add mod">
          <ac:chgData name="Alexandre Quach" userId="03a3b9a4-365b-425e-bba9-a77346403bac" providerId="ADAL" clId="{A8F40F8F-2E51-4704-B575-34FED4A52750}" dt="2023-04-04T12:36:08.256" v="23779" actId="1076"/>
          <ac:spMkLst>
            <pc:docMk/>
            <pc:sldMk cId="942547412" sldId="1252"/>
            <ac:spMk id="33" creationId="{8DAD864A-27DB-CACE-5BCD-E30A657596C6}"/>
          </ac:spMkLst>
        </pc:spChg>
        <pc:spChg chg="add mod">
          <ac:chgData name="Alexandre Quach" userId="03a3b9a4-365b-425e-bba9-a77346403bac" providerId="ADAL" clId="{A8F40F8F-2E51-4704-B575-34FED4A52750}" dt="2023-04-04T12:36:08.256" v="23779" actId="1076"/>
          <ac:spMkLst>
            <pc:docMk/>
            <pc:sldMk cId="942547412" sldId="1252"/>
            <ac:spMk id="34" creationId="{DE2FE167-2610-4D70-AF3E-B4B45443C862}"/>
          </ac:spMkLst>
        </pc:spChg>
        <pc:spChg chg="mod">
          <ac:chgData name="Alexandre Quach" userId="03a3b9a4-365b-425e-bba9-a77346403bac" providerId="ADAL" clId="{A8F40F8F-2E51-4704-B575-34FED4A52750}" dt="2023-04-04T12:35:40.785" v="23772"/>
          <ac:spMkLst>
            <pc:docMk/>
            <pc:sldMk cId="942547412" sldId="1252"/>
            <ac:spMk id="37" creationId="{0B8281C6-D795-3553-E65A-D5F7888BB9AC}"/>
          </ac:spMkLst>
        </pc:spChg>
        <pc:spChg chg="mod">
          <ac:chgData name="Alexandre Quach" userId="03a3b9a4-365b-425e-bba9-a77346403bac" providerId="ADAL" clId="{A8F40F8F-2E51-4704-B575-34FED4A52750}" dt="2023-04-04T12:35:40.785" v="23772"/>
          <ac:spMkLst>
            <pc:docMk/>
            <pc:sldMk cId="942547412" sldId="1252"/>
            <ac:spMk id="38" creationId="{12A580D8-7F99-CAFF-EA43-CDDE5C619C90}"/>
          </ac:spMkLst>
        </pc:spChg>
        <pc:spChg chg="mod">
          <ac:chgData name="Alexandre Quach" userId="03a3b9a4-365b-425e-bba9-a77346403bac" providerId="ADAL" clId="{A8F40F8F-2E51-4704-B575-34FED4A52750}" dt="2023-04-04T12:35:40.785" v="23772"/>
          <ac:spMkLst>
            <pc:docMk/>
            <pc:sldMk cId="942547412" sldId="1252"/>
            <ac:spMk id="39" creationId="{E764304B-23BF-0C0A-5459-1E9D862D80D0}"/>
          </ac:spMkLst>
        </pc:spChg>
        <pc:spChg chg="add mod">
          <ac:chgData name="Alexandre Quach" userId="03a3b9a4-365b-425e-bba9-a77346403bac" providerId="ADAL" clId="{A8F40F8F-2E51-4704-B575-34FED4A52750}" dt="2023-04-04T12:52:19.573" v="24692" actId="1076"/>
          <ac:spMkLst>
            <pc:docMk/>
            <pc:sldMk cId="942547412" sldId="1252"/>
            <ac:spMk id="44" creationId="{5A93827B-EE89-9C79-253D-E9EA5D794B82}"/>
          </ac:spMkLst>
        </pc:spChg>
        <pc:spChg chg="add mod">
          <ac:chgData name="Alexandre Quach" userId="03a3b9a4-365b-425e-bba9-a77346403bac" providerId="ADAL" clId="{A8F40F8F-2E51-4704-B575-34FED4A52750}" dt="2023-04-04T12:52:19.573" v="24692" actId="1076"/>
          <ac:spMkLst>
            <pc:docMk/>
            <pc:sldMk cId="942547412" sldId="1252"/>
            <ac:spMk id="45" creationId="{725E40C4-D4DF-6877-95A6-ED0E36BD4F3F}"/>
          </ac:spMkLst>
        </pc:spChg>
        <pc:spChg chg="add mod">
          <ac:chgData name="Alexandre Quach" userId="03a3b9a4-365b-425e-bba9-a77346403bac" providerId="ADAL" clId="{A8F40F8F-2E51-4704-B575-34FED4A52750}" dt="2023-04-04T12:52:19.573" v="24692" actId="1076"/>
          <ac:spMkLst>
            <pc:docMk/>
            <pc:sldMk cId="942547412" sldId="1252"/>
            <ac:spMk id="47" creationId="{68EC9A88-A8FD-C5ED-637C-8F84C2506377}"/>
          </ac:spMkLst>
        </pc:spChg>
        <pc:spChg chg="mod">
          <ac:chgData name="Alexandre Quach" userId="03a3b9a4-365b-425e-bba9-a77346403bac" providerId="ADAL" clId="{A8F40F8F-2E51-4704-B575-34FED4A52750}" dt="2023-04-04T12:52:38.285" v="24697" actId="113"/>
          <ac:spMkLst>
            <pc:docMk/>
            <pc:sldMk cId="942547412" sldId="1252"/>
            <ac:spMk id="48" creationId="{5F655389-9FF2-8EEE-EF4A-D5FBE115C687}"/>
          </ac:spMkLst>
        </pc:spChg>
        <pc:spChg chg="add mod">
          <ac:chgData name="Alexandre Quach" userId="03a3b9a4-365b-425e-bba9-a77346403bac" providerId="ADAL" clId="{A8F40F8F-2E51-4704-B575-34FED4A52750}" dt="2023-04-04T12:52:19.573" v="24692" actId="1076"/>
          <ac:spMkLst>
            <pc:docMk/>
            <pc:sldMk cId="942547412" sldId="1252"/>
            <ac:spMk id="49" creationId="{2064CBAC-4D59-E198-2269-D1CAEFDAEFA5}"/>
          </ac:spMkLst>
        </pc:spChg>
        <pc:spChg chg="add mod">
          <ac:chgData name="Alexandre Quach" userId="03a3b9a4-365b-425e-bba9-a77346403bac" providerId="ADAL" clId="{A8F40F8F-2E51-4704-B575-34FED4A52750}" dt="2023-04-04T12:52:19.573" v="24692" actId="1076"/>
          <ac:spMkLst>
            <pc:docMk/>
            <pc:sldMk cId="942547412" sldId="1252"/>
            <ac:spMk id="50" creationId="{4525E42F-FAAF-244D-AEA3-9F289BAB6D9F}"/>
          </ac:spMkLst>
        </pc:spChg>
        <pc:spChg chg="add mod">
          <ac:chgData name="Alexandre Quach" userId="03a3b9a4-365b-425e-bba9-a77346403bac" providerId="ADAL" clId="{A8F40F8F-2E51-4704-B575-34FED4A52750}" dt="2023-04-04T12:52:19.573" v="24692" actId="1076"/>
          <ac:spMkLst>
            <pc:docMk/>
            <pc:sldMk cId="942547412" sldId="1252"/>
            <ac:spMk id="51" creationId="{8CDF4C74-2987-AAC3-6820-301D95790168}"/>
          </ac:spMkLst>
        </pc:spChg>
        <pc:spChg chg="add mod">
          <ac:chgData name="Alexandre Quach" userId="03a3b9a4-365b-425e-bba9-a77346403bac" providerId="ADAL" clId="{A8F40F8F-2E51-4704-B575-34FED4A52750}" dt="2023-04-04T12:52:19.573" v="24692" actId="1076"/>
          <ac:spMkLst>
            <pc:docMk/>
            <pc:sldMk cId="942547412" sldId="1252"/>
            <ac:spMk id="52" creationId="{244AB921-295F-8E8C-0FE8-4ED182A8C8E2}"/>
          </ac:spMkLst>
        </pc:spChg>
        <pc:grpChg chg="del mod topLvl">
          <ac:chgData name="Alexandre Quach" userId="03a3b9a4-365b-425e-bba9-a77346403bac" providerId="ADAL" clId="{A8F40F8F-2E51-4704-B575-34FED4A52750}" dt="2023-04-04T12:30:26.354" v="23640" actId="478"/>
          <ac:grpSpMkLst>
            <pc:docMk/>
            <pc:sldMk cId="942547412" sldId="1252"/>
            <ac:grpSpMk id="8" creationId="{995260BE-F328-47F4-10B2-E625B34ADA12}"/>
          </ac:grpSpMkLst>
        </pc:grpChg>
        <pc:grpChg chg="add del mod">
          <ac:chgData name="Alexandre Quach" userId="03a3b9a4-365b-425e-bba9-a77346403bac" providerId="ADAL" clId="{A8F40F8F-2E51-4704-B575-34FED4A52750}" dt="2023-04-04T12:30:24.628" v="23639" actId="165"/>
          <ac:grpSpMkLst>
            <pc:docMk/>
            <pc:sldMk cId="942547412" sldId="1252"/>
            <ac:grpSpMk id="10" creationId="{AF5ED912-981F-F1A4-0FE2-0C155F4BAAE4}"/>
          </ac:grpSpMkLst>
        </pc:grpChg>
        <pc:grpChg chg="add mod">
          <ac:chgData name="Alexandre Quach" userId="03a3b9a4-365b-425e-bba9-a77346403bac" providerId="ADAL" clId="{A8F40F8F-2E51-4704-B575-34FED4A52750}" dt="2023-04-04T12:30:35.399" v="23642" actId="164"/>
          <ac:grpSpMkLst>
            <pc:docMk/>
            <pc:sldMk cId="942547412" sldId="1252"/>
            <ac:grpSpMk id="12" creationId="{6E1BF388-5291-AAFB-97A6-065356BF19DB}"/>
          </ac:grpSpMkLst>
        </pc:grpChg>
        <pc:grpChg chg="add mod">
          <ac:chgData name="Alexandre Quach" userId="03a3b9a4-365b-425e-bba9-a77346403bac" providerId="ADAL" clId="{A8F40F8F-2E51-4704-B575-34FED4A52750}" dt="2023-04-04T12:36:11.697" v="23780" actId="1076"/>
          <ac:grpSpMkLst>
            <pc:docMk/>
            <pc:sldMk cId="942547412" sldId="1252"/>
            <ac:grpSpMk id="20" creationId="{68ABC7DD-EDF7-1A0C-2E3C-77256908AF2D}"/>
          </ac:grpSpMkLst>
        </pc:grpChg>
        <pc:grpChg chg="add del mod">
          <ac:chgData name="Alexandre Quach" userId="03a3b9a4-365b-425e-bba9-a77346403bac" providerId="ADAL" clId="{A8F40F8F-2E51-4704-B575-34FED4A52750}" dt="2023-04-04T12:35:38.840" v="23771" actId="21"/>
          <ac:grpSpMkLst>
            <pc:docMk/>
            <pc:sldMk cId="942547412" sldId="1252"/>
            <ac:grpSpMk id="24" creationId="{122F1AB6-B9F1-8528-E42D-3D8DB9C9A994}"/>
          </ac:grpSpMkLst>
        </pc:grpChg>
        <pc:grpChg chg="mod">
          <ac:chgData name="Alexandre Quach" userId="03a3b9a4-365b-425e-bba9-a77346403bac" providerId="ADAL" clId="{A8F40F8F-2E51-4704-B575-34FED4A52750}" dt="2023-04-04T12:35:36.938" v="23770" actId="571"/>
          <ac:grpSpMkLst>
            <pc:docMk/>
            <pc:sldMk cId="942547412" sldId="1252"/>
            <ac:grpSpMk id="25" creationId="{A2B8195E-7284-EC28-9C1D-327F541EF858}"/>
          </ac:grpSpMkLst>
        </pc:grpChg>
        <pc:grpChg chg="add mod">
          <ac:chgData name="Alexandre Quach" userId="03a3b9a4-365b-425e-bba9-a77346403bac" providerId="ADAL" clId="{A8F40F8F-2E51-4704-B575-34FED4A52750}" dt="2023-04-04T12:36:08.256" v="23779" actId="1076"/>
          <ac:grpSpMkLst>
            <pc:docMk/>
            <pc:sldMk cId="942547412" sldId="1252"/>
            <ac:grpSpMk id="35" creationId="{758060E3-133F-FA3E-E1CD-625E3F9EADEB}"/>
          </ac:grpSpMkLst>
        </pc:grpChg>
        <pc:grpChg chg="mod">
          <ac:chgData name="Alexandre Quach" userId="03a3b9a4-365b-425e-bba9-a77346403bac" providerId="ADAL" clId="{A8F40F8F-2E51-4704-B575-34FED4A52750}" dt="2023-04-04T12:35:40.785" v="23772"/>
          <ac:grpSpMkLst>
            <pc:docMk/>
            <pc:sldMk cId="942547412" sldId="1252"/>
            <ac:grpSpMk id="36" creationId="{980C8D7A-2C40-A509-E9C9-B594C697FA4E}"/>
          </ac:grpSpMkLst>
        </pc:grpChg>
        <pc:picChg chg="mod">
          <ac:chgData name="Alexandre Quach" userId="03a3b9a4-365b-425e-bba9-a77346403bac" providerId="ADAL" clId="{A8F40F8F-2E51-4704-B575-34FED4A52750}" dt="2023-04-04T12:30:24.628" v="23639" actId="165"/>
          <ac:picMkLst>
            <pc:docMk/>
            <pc:sldMk cId="942547412" sldId="1252"/>
            <ac:picMk id="2" creationId="{61E0F101-732B-F926-EED3-F4668ACC4E00}"/>
          </ac:picMkLst>
        </pc:picChg>
        <pc:picChg chg="mod">
          <ac:chgData name="Alexandre Quach" userId="03a3b9a4-365b-425e-bba9-a77346403bac" providerId="ADAL" clId="{A8F40F8F-2E51-4704-B575-34FED4A52750}" dt="2023-04-04T12:30:24.628" v="23639" actId="165"/>
          <ac:picMkLst>
            <pc:docMk/>
            <pc:sldMk cId="942547412" sldId="1252"/>
            <ac:picMk id="5" creationId="{FB6375AB-F193-FE51-6B37-A71B6A4CF797}"/>
          </ac:picMkLst>
        </pc:picChg>
        <pc:picChg chg="mod">
          <ac:chgData name="Alexandre Quach" userId="03a3b9a4-365b-425e-bba9-a77346403bac" providerId="ADAL" clId="{A8F40F8F-2E51-4704-B575-34FED4A52750}" dt="2023-04-04T12:30:24.628" v="23639" actId="165"/>
          <ac:picMkLst>
            <pc:docMk/>
            <pc:sldMk cId="942547412" sldId="1252"/>
            <ac:picMk id="7" creationId="{B92C27FE-2E3C-41CD-2A4E-CD027BC9E77F}"/>
          </ac:picMkLst>
        </pc:picChg>
        <pc:picChg chg="mod">
          <ac:chgData name="Alexandre Quach" userId="03a3b9a4-365b-425e-bba9-a77346403bac" providerId="ADAL" clId="{A8F40F8F-2E51-4704-B575-34FED4A52750}" dt="2023-04-04T12:30:32.207" v="23641"/>
          <ac:picMkLst>
            <pc:docMk/>
            <pc:sldMk cId="942547412" sldId="1252"/>
            <ac:picMk id="13" creationId="{2E27CD24-9A2D-BFC9-502B-A8936AB85E3B}"/>
          </ac:picMkLst>
        </pc:picChg>
        <pc:picChg chg="mod">
          <ac:chgData name="Alexandre Quach" userId="03a3b9a4-365b-425e-bba9-a77346403bac" providerId="ADAL" clId="{A8F40F8F-2E51-4704-B575-34FED4A52750}" dt="2023-04-04T12:30:32.207" v="23641"/>
          <ac:picMkLst>
            <pc:docMk/>
            <pc:sldMk cId="942547412" sldId="1252"/>
            <ac:picMk id="14" creationId="{4125040A-922D-9371-48F9-DCE92E94F804}"/>
          </ac:picMkLst>
        </pc:picChg>
        <pc:picChg chg="mod">
          <ac:chgData name="Alexandre Quach" userId="03a3b9a4-365b-425e-bba9-a77346403bac" providerId="ADAL" clId="{A8F40F8F-2E51-4704-B575-34FED4A52750}" dt="2023-04-04T12:30:32.207" v="23641"/>
          <ac:picMkLst>
            <pc:docMk/>
            <pc:sldMk cId="942547412" sldId="1252"/>
            <ac:picMk id="15" creationId="{FDF94624-C6A1-A191-C479-4C346F29C313}"/>
          </ac:picMkLst>
        </pc:picChg>
        <pc:picChg chg="mod">
          <ac:chgData name="Alexandre Quach" userId="03a3b9a4-365b-425e-bba9-a77346403bac" providerId="ADAL" clId="{A8F40F8F-2E51-4704-B575-34FED4A52750}" dt="2023-04-04T12:35:36.938" v="23770" actId="571"/>
          <ac:picMkLst>
            <pc:docMk/>
            <pc:sldMk cId="942547412" sldId="1252"/>
            <ac:picMk id="29" creationId="{8AF0DAC7-BA9D-127F-307B-BDBF5161B274}"/>
          </ac:picMkLst>
        </pc:picChg>
        <pc:picChg chg="mod">
          <ac:chgData name="Alexandre Quach" userId="03a3b9a4-365b-425e-bba9-a77346403bac" providerId="ADAL" clId="{A8F40F8F-2E51-4704-B575-34FED4A52750}" dt="2023-04-04T12:35:36.938" v="23770" actId="571"/>
          <ac:picMkLst>
            <pc:docMk/>
            <pc:sldMk cId="942547412" sldId="1252"/>
            <ac:picMk id="30" creationId="{96EBAF5F-E659-C6F3-4EC4-6292B85931B2}"/>
          </ac:picMkLst>
        </pc:picChg>
        <pc:picChg chg="mod">
          <ac:chgData name="Alexandre Quach" userId="03a3b9a4-365b-425e-bba9-a77346403bac" providerId="ADAL" clId="{A8F40F8F-2E51-4704-B575-34FED4A52750}" dt="2023-04-04T12:35:36.938" v="23770" actId="571"/>
          <ac:picMkLst>
            <pc:docMk/>
            <pc:sldMk cId="942547412" sldId="1252"/>
            <ac:picMk id="31" creationId="{7685D4DD-B606-566E-13D1-A0EFDC96BE14}"/>
          </ac:picMkLst>
        </pc:picChg>
        <pc:picChg chg="mod">
          <ac:chgData name="Alexandre Quach" userId="03a3b9a4-365b-425e-bba9-a77346403bac" providerId="ADAL" clId="{A8F40F8F-2E51-4704-B575-34FED4A52750}" dt="2023-04-04T12:35:40.785" v="23772"/>
          <ac:picMkLst>
            <pc:docMk/>
            <pc:sldMk cId="942547412" sldId="1252"/>
            <ac:picMk id="40" creationId="{EB39BE8D-9C5A-DEB3-1B32-AA2AE6F71887}"/>
          </ac:picMkLst>
        </pc:picChg>
        <pc:picChg chg="mod">
          <ac:chgData name="Alexandre Quach" userId="03a3b9a4-365b-425e-bba9-a77346403bac" providerId="ADAL" clId="{A8F40F8F-2E51-4704-B575-34FED4A52750}" dt="2023-04-04T12:35:40.785" v="23772"/>
          <ac:picMkLst>
            <pc:docMk/>
            <pc:sldMk cId="942547412" sldId="1252"/>
            <ac:picMk id="41" creationId="{2B954B77-F29F-DB2A-8118-B41E2C081F93}"/>
          </ac:picMkLst>
        </pc:picChg>
        <pc:picChg chg="mod">
          <ac:chgData name="Alexandre Quach" userId="03a3b9a4-365b-425e-bba9-a77346403bac" providerId="ADAL" clId="{A8F40F8F-2E51-4704-B575-34FED4A52750}" dt="2023-04-04T12:35:40.785" v="23772"/>
          <ac:picMkLst>
            <pc:docMk/>
            <pc:sldMk cId="942547412" sldId="1252"/>
            <ac:picMk id="42" creationId="{F5A15D57-3035-0B9B-D1EF-93938429B686}"/>
          </ac:picMkLst>
        </pc:picChg>
        <pc:picChg chg="add mod">
          <ac:chgData name="Alexandre Quach" userId="03a3b9a4-365b-425e-bba9-a77346403bac" providerId="ADAL" clId="{A8F40F8F-2E51-4704-B575-34FED4A52750}" dt="2023-04-04T12:49:32.093" v="24404" actId="1076"/>
          <ac:picMkLst>
            <pc:docMk/>
            <pc:sldMk cId="942547412" sldId="1252"/>
            <ac:picMk id="43" creationId="{D84A2632-578E-ED29-AF4D-1FAE8A26511B}"/>
          </ac:picMkLst>
        </pc:picChg>
        <pc:picChg chg="add mod">
          <ac:chgData name="Alexandre Quach" userId="03a3b9a4-365b-425e-bba9-a77346403bac" providerId="ADAL" clId="{A8F40F8F-2E51-4704-B575-34FED4A52750}" dt="2023-04-04T12:52:22.492" v="24693" actId="1076"/>
          <ac:picMkLst>
            <pc:docMk/>
            <pc:sldMk cId="942547412" sldId="1252"/>
            <ac:picMk id="46" creationId="{8A2FE423-ABC6-EBDF-E815-44CDCCF689C1}"/>
          </ac:picMkLst>
        </pc:picChg>
      </pc:sldChg>
      <pc:sldChg chg="addSp delSp modSp add del mod">
        <pc:chgData name="Alexandre Quach" userId="03a3b9a4-365b-425e-bba9-a77346403bac" providerId="ADAL" clId="{A8F40F8F-2E51-4704-B575-34FED4A52750}" dt="2023-04-04T09:11:37.473" v="18478" actId="47"/>
        <pc:sldMkLst>
          <pc:docMk/>
          <pc:sldMk cId="737759548" sldId="1253"/>
        </pc:sldMkLst>
        <pc:spChg chg="del">
          <ac:chgData name="Alexandre Quach" userId="03a3b9a4-365b-425e-bba9-a77346403bac" providerId="ADAL" clId="{A8F40F8F-2E51-4704-B575-34FED4A52750}" dt="2023-03-30T16:01:25.124" v="6118" actId="478"/>
          <ac:spMkLst>
            <pc:docMk/>
            <pc:sldMk cId="737759548" sldId="1253"/>
            <ac:spMk id="3" creationId="{FE0E95C0-AE74-30ED-CF2B-EFD6D8B7D5CE}"/>
          </ac:spMkLst>
        </pc:spChg>
        <pc:spChg chg="add mod">
          <ac:chgData name="Alexandre Quach" userId="03a3b9a4-365b-425e-bba9-a77346403bac" providerId="ADAL" clId="{A8F40F8F-2E51-4704-B575-34FED4A52750}" dt="2023-03-30T16:01:25.124" v="6118" actId="478"/>
          <ac:spMkLst>
            <pc:docMk/>
            <pc:sldMk cId="737759548" sldId="1253"/>
            <ac:spMk id="5" creationId="{3E441A3D-D4BC-B000-40A1-376AAA6DEF02}"/>
          </ac:spMkLst>
        </pc:spChg>
        <pc:spChg chg="del">
          <ac:chgData name="Alexandre Quach" userId="03a3b9a4-365b-425e-bba9-a77346403bac" providerId="ADAL" clId="{A8F40F8F-2E51-4704-B575-34FED4A52750}" dt="2023-03-30T16:01:25.124" v="6118" actId="478"/>
          <ac:spMkLst>
            <pc:docMk/>
            <pc:sldMk cId="737759548" sldId="1253"/>
            <ac:spMk id="6" creationId="{9CDC6703-3D90-842C-86F0-C52331382517}"/>
          </ac:spMkLst>
        </pc:spChg>
        <pc:spChg chg="del">
          <ac:chgData name="Alexandre Quach" userId="03a3b9a4-365b-425e-bba9-a77346403bac" providerId="ADAL" clId="{A8F40F8F-2E51-4704-B575-34FED4A52750}" dt="2023-03-30T16:01:25.124" v="6118" actId="478"/>
          <ac:spMkLst>
            <pc:docMk/>
            <pc:sldMk cId="737759548" sldId="1253"/>
            <ac:spMk id="7" creationId="{5C15A59C-CE49-B8B8-320C-9126A9C13120}"/>
          </ac:spMkLst>
        </pc:spChg>
        <pc:spChg chg="del">
          <ac:chgData name="Alexandre Quach" userId="03a3b9a4-365b-425e-bba9-a77346403bac" providerId="ADAL" clId="{A8F40F8F-2E51-4704-B575-34FED4A52750}" dt="2023-03-30T16:01:25.124" v="6118" actId="478"/>
          <ac:spMkLst>
            <pc:docMk/>
            <pc:sldMk cId="737759548" sldId="1253"/>
            <ac:spMk id="8" creationId="{E9D0D46E-15F1-D465-EEDE-38E935058C2B}"/>
          </ac:spMkLst>
        </pc:spChg>
        <pc:spChg chg="del">
          <ac:chgData name="Alexandre Quach" userId="03a3b9a4-365b-425e-bba9-a77346403bac" providerId="ADAL" clId="{A8F40F8F-2E51-4704-B575-34FED4A52750}" dt="2023-03-30T16:01:25.124" v="6118" actId="478"/>
          <ac:spMkLst>
            <pc:docMk/>
            <pc:sldMk cId="737759548" sldId="1253"/>
            <ac:spMk id="9" creationId="{AD94B7B8-01AF-03B6-014B-98527AA598CE}"/>
          </ac:spMkLst>
        </pc:spChg>
        <pc:spChg chg="del">
          <ac:chgData name="Alexandre Quach" userId="03a3b9a4-365b-425e-bba9-a77346403bac" providerId="ADAL" clId="{A8F40F8F-2E51-4704-B575-34FED4A52750}" dt="2023-03-30T16:01:25.124" v="6118" actId="478"/>
          <ac:spMkLst>
            <pc:docMk/>
            <pc:sldMk cId="737759548" sldId="1253"/>
            <ac:spMk id="10" creationId="{4184A698-CE0A-499B-4518-AE8032EACE2B}"/>
          </ac:spMkLst>
        </pc:spChg>
        <pc:picChg chg="del">
          <ac:chgData name="Alexandre Quach" userId="03a3b9a4-365b-425e-bba9-a77346403bac" providerId="ADAL" clId="{A8F40F8F-2E51-4704-B575-34FED4A52750}" dt="2023-03-30T16:01:25.124" v="6118" actId="478"/>
          <ac:picMkLst>
            <pc:docMk/>
            <pc:sldMk cId="737759548" sldId="1253"/>
            <ac:picMk id="51" creationId="{B121773B-7458-3C55-075E-8D35D22E9F35}"/>
          </ac:picMkLst>
        </pc:picChg>
        <pc:picChg chg="del">
          <ac:chgData name="Alexandre Quach" userId="03a3b9a4-365b-425e-bba9-a77346403bac" providerId="ADAL" clId="{A8F40F8F-2E51-4704-B575-34FED4A52750}" dt="2023-03-30T16:01:25.124" v="6118" actId="478"/>
          <ac:picMkLst>
            <pc:docMk/>
            <pc:sldMk cId="737759548" sldId="1253"/>
            <ac:picMk id="58" creationId="{4B1035C2-DC0F-6CCD-3FF5-A56D74F49299}"/>
          </ac:picMkLst>
        </pc:picChg>
        <pc:picChg chg="del">
          <ac:chgData name="Alexandre Quach" userId="03a3b9a4-365b-425e-bba9-a77346403bac" providerId="ADAL" clId="{A8F40F8F-2E51-4704-B575-34FED4A52750}" dt="2023-03-30T16:01:25.124" v="6118" actId="478"/>
          <ac:picMkLst>
            <pc:docMk/>
            <pc:sldMk cId="737759548" sldId="1253"/>
            <ac:picMk id="59" creationId="{3A98E528-7681-568E-E9B0-BE3A054CA182}"/>
          </ac:picMkLst>
        </pc:picChg>
        <pc:picChg chg="del">
          <ac:chgData name="Alexandre Quach" userId="03a3b9a4-365b-425e-bba9-a77346403bac" providerId="ADAL" clId="{A8F40F8F-2E51-4704-B575-34FED4A52750}" dt="2023-03-30T16:01:25.124" v="6118" actId="478"/>
          <ac:picMkLst>
            <pc:docMk/>
            <pc:sldMk cId="737759548" sldId="1253"/>
            <ac:picMk id="61" creationId="{A3DBAC31-5622-360B-E560-A316B4E5144B}"/>
          </ac:picMkLst>
        </pc:picChg>
        <pc:picChg chg="del">
          <ac:chgData name="Alexandre Quach" userId="03a3b9a4-365b-425e-bba9-a77346403bac" providerId="ADAL" clId="{A8F40F8F-2E51-4704-B575-34FED4A52750}" dt="2023-03-30T16:01:25.124" v="6118" actId="478"/>
          <ac:picMkLst>
            <pc:docMk/>
            <pc:sldMk cId="737759548" sldId="1253"/>
            <ac:picMk id="62" creationId="{9A127D60-4B6D-E91A-06EB-B21B97F9E574}"/>
          </ac:picMkLst>
        </pc:picChg>
        <pc:cxnChg chg="del mod">
          <ac:chgData name="Alexandre Quach" userId="03a3b9a4-365b-425e-bba9-a77346403bac" providerId="ADAL" clId="{A8F40F8F-2E51-4704-B575-34FED4A52750}" dt="2023-03-30T16:01:25.124" v="6118" actId="478"/>
          <ac:cxnSpMkLst>
            <pc:docMk/>
            <pc:sldMk cId="737759548" sldId="1253"/>
            <ac:cxnSpMk id="12" creationId="{6C4ACDF4-D932-CC82-53CF-7215DDC77A44}"/>
          </ac:cxnSpMkLst>
        </pc:cxnChg>
        <pc:cxnChg chg="del mod">
          <ac:chgData name="Alexandre Quach" userId="03a3b9a4-365b-425e-bba9-a77346403bac" providerId="ADAL" clId="{A8F40F8F-2E51-4704-B575-34FED4A52750}" dt="2023-03-30T16:01:25.124" v="6118" actId="478"/>
          <ac:cxnSpMkLst>
            <pc:docMk/>
            <pc:sldMk cId="737759548" sldId="1253"/>
            <ac:cxnSpMk id="13" creationId="{A6CD9318-ADAC-48C6-C56C-B45A74C37E24}"/>
          </ac:cxnSpMkLst>
        </pc:cxnChg>
        <pc:cxnChg chg="del mod">
          <ac:chgData name="Alexandre Quach" userId="03a3b9a4-365b-425e-bba9-a77346403bac" providerId="ADAL" clId="{A8F40F8F-2E51-4704-B575-34FED4A52750}" dt="2023-03-30T16:01:25.124" v="6118" actId="478"/>
          <ac:cxnSpMkLst>
            <pc:docMk/>
            <pc:sldMk cId="737759548" sldId="1253"/>
            <ac:cxnSpMk id="16" creationId="{72A6FA98-2BAD-05E4-25D0-53C48D2F05CA}"/>
          </ac:cxnSpMkLst>
        </pc:cxnChg>
        <pc:cxnChg chg="del mod">
          <ac:chgData name="Alexandre Quach" userId="03a3b9a4-365b-425e-bba9-a77346403bac" providerId="ADAL" clId="{A8F40F8F-2E51-4704-B575-34FED4A52750}" dt="2023-03-30T16:01:25.124" v="6118" actId="478"/>
          <ac:cxnSpMkLst>
            <pc:docMk/>
            <pc:sldMk cId="737759548" sldId="1253"/>
            <ac:cxnSpMk id="23" creationId="{63C01B87-219E-7743-9E85-9B682E0DAD1B}"/>
          </ac:cxnSpMkLst>
        </pc:cxnChg>
      </pc:sldChg>
      <pc:sldChg chg="addSp delSp modSp add del mod ord delAnim">
        <pc:chgData name="Alexandre Quach" userId="03a3b9a4-365b-425e-bba9-a77346403bac" providerId="ADAL" clId="{A8F40F8F-2E51-4704-B575-34FED4A52750}" dt="2023-03-30T15:40:18.700" v="6110" actId="47"/>
        <pc:sldMkLst>
          <pc:docMk/>
          <pc:sldMk cId="1553452656" sldId="1253"/>
        </pc:sldMkLst>
        <pc:spChg chg="del">
          <ac:chgData name="Alexandre Quach" userId="03a3b9a4-365b-425e-bba9-a77346403bac" providerId="ADAL" clId="{A8F40F8F-2E51-4704-B575-34FED4A52750}" dt="2023-03-30T15:38:00.450" v="6017" actId="478"/>
          <ac:spMkLst>
            <pc:docMk/>
            <pc:sldMk cId="1553452656" sldId="1253"/>
            <ac:spMk id="3" creationId="{FE0E95C0-AE74-30ED-CF2B-EFD6D8B7D5CE}"/>
          </ac:spMkLst>
        </pc:spChg>
        <pc:spChg chg="add del mod">
          <ac:chgData name="Alexandre Quach" userId="03a3b9a4-365b-425e-bba9-a77346403bac" providerId="ADAL" clId="{A8F40F8F-2E51-4704-B575-34FED4A52750}" dt="2023-03-30T15:38:03.528" v="6018" actId="478"/>
          <ac:spMkLst>
            <pc:docMk/>
            <pc:sldMk cId="1553452656" sldId="1253"/>
            <ac:spMk id="5" creationId="{36EBC380-3391-23D9-8337-C74962032B63}"/>
          </ac:spMkLst>
        </pc:spChg>
        <pc:spChg chg="del">
          <ac:chgData name="Alexandre Quach" userId="03a3b9a4-365b-425e-bba9-a77346403bac" providerId="ADAL" clId="{A8F40F8F-2E51-4704-B575-34FED4A52750}" dt="2023-03-30T15:38:05.565" v="6019" actId="478"/>
          <ac:spMkLst>
            <pc:docMk/>
            <pc:sldMk cId="1553452656" sldId="1253"/>
            <ac:spMk id="6" creationId="{9CDC6703-3D90-842C-86F0-C52331382517}"/>
          </ac:spMkLst>
        </pc:spChg>
        <pc:spChg chg="del">
          <ac:chgData name="Alexandre Quach" userId="03a3b9a4-365b-425e-bba9-a77346403bac" providerId="ADAL" clId="{A8F40F8F-2E51-4704-B575-34FED4A52750}" dt="2023-03-30T15:38:16.659" v="6028" actId="478"/>
          <ac:spMkLst>
            <pc:docMk/>
            <pc:sldMk cId="1553452656" sldId="1253"/>
            <ac:spMk id="7" creationId="{5C15A59C-CE49-B8B8-320C-9126A9C13120}"/>
          </ac:spMkLst>
        </pc:spChg>
        <pc:spChg chg="mod">
          <ac:chgData name="Alexandre Quach" userId="03a3b9a4-365b-425e-bba9-a77346403bac" providerId="ADAL" clId="{A8F40F8F-2E51-4704-B575-34FED4A52750}" dt="2023-03-30T15:38:32.523" v="6051" actId="20577"/>
          <ac:spMkLst>
            <pc:docMk/>
            <pc:sldMk cId="1553452656" sldId="1253"/>
            <ac:spMk id="8" creationId="{E9D0D46E-15F1-D465-EEDE-38E935058C2B}"/>
          </ac:spMkLst>
        </pc:spChg>
        <pc:spChg chg="del">
          <ac:chgData name="Alexandre Quach" userId="03a3b9a4-365b-425e-bba9-a77346403bac" providerId="ADAL" clId="{A8F40F8F-2E51-4704-B575-34FED4A52750}" dt="2023-03-30T15:38:16.118" v="6027" actId="478"/>
          <ac:spMkLst>
            <pc:docMk/>
            <pc:sldMk cId="1553452656" sldId="1253"/>
            <ac:spMk id="9" creationId="{AD94B7B8-01AF-03B6-014B-98527AA598CE}"/>
          </ac:spMkLst>
        </pc:spChg>
        <pc:spChg chg="del">
          <ac:chgData name="Alexandre Quach" userId="03a3b9a4-365b-425e-bba9-a77346403bac" providerId="ADAL" clId="{A8F40F8F-2E51-4704-B575-34FED4A52750}" dt="2023-03-30T15:38:13.572" v="6024" actId="478"/>
          <ac:spMkLst>
            <pc:docMk/>
            <pc:sldMk cId="1553452656" sldId="1253"/>
            <ac:spMk id="10" creationId="{4184A698-CE0A-499B-4518-AE8032EACE2B}"/>
          </ac:spMkLst>
        </pc:spChg>
        <pc:spChg chg="del">
          <ac:chgData name="Alexandre Quach" userId="03a3b9a4-365b-425e-bba9-a77346403bac" providerId="ADAL" clId="{A8F40F8F-2E51-4704-B575-34FED4A52750}" dt="2023-03-30T15:38:14.862" v="6025" actId="478"/>
          <ac:spMkLst>
            <pc:docMk/>
            <pc:sldMk cId="1553452656" sldId="1253"/>
            <ac:spMk id="11" creationId="{298C6E5F-7B03-62D1-FF23-95E3908E32C6}"/>
          </ac:spMkLst>
        </pc:spChg>
        <pc:spChg chg="del">
          <ac:chgData name="Alexandre Quach" userId="03a3b9a4-365b-425e-bba9-a77346403bac" providerId="ADAL" clId="{A8F40F8F-2E51-4704-B575-34FED4A52750}" dt="2023-03-30T15:38:15.428" v="6026" actId="478"/>
          <ac:spMkLst>
            <pc:docMk/>
            <pc:sldMk cId="1553452656" sldId="1253"/>
            <ac:spMk id="14" creationId="{C2FDE28D-9D1F-563B-BB06-4077B93585D7}"/>
          </ac:spMkLst>
        </pc:spChg>
        <pc:spChg chg="del">
          <ac:chgData name="Alexandre Quach" userId="03a3b9a4-365b-425e-bba9-a77346403bac" providerId="ADAL" clId="{A8F40F8F-2E51-4704-B575-34FED4A52750}" dt="2023-03-30T15:37:58.383" v="6016" actId="478"/>
          <ac:spMkLst>
            <pc:docMk/>
            <pc:sldMk cId="1553452656" sldId="1253"/>
            <ac:spMk id="19" creationId="{2CAA51BD-BF57-634F-97DB-9E397577BBE8}"/>
          </ac:spMkLst>
        </pc:spChg>
        <pc:spChg chg="del">
          <ac:chgData name="Alexandre Quach" userId="03a3b9a4-365b-425e-bba9-a77346403bac" providerId="ADAL" clId="{A8F40F8F-2E51-4704-B575-34FED4A52750}" dt="2023-03-30T15:37:58.383" v="6016" actId="478"/>
          <ac:spMkLst>
            <pc:docMk/>
            <pc:sldMk cId="1553452656" sldId="1253"/>
            <ac:spMk id="20" creationId="{3F327597-8DB6-2ECE-5B75-9BFA84F52D3C}"/>
          </ac:spMkLst>
        </pc:spChg>
        <pc:spChg chg="del">
          <ac:chgData name="Alexandre Quach" userId="03a3b9a4-365b-425e-bba9-a77346403bac" providerId="ADAL" clId="{A8F40F8F-2E51-4704-B575-34FED4A52750}" dt="2023-03-30T15:37:58.383" v="6016" actId="478"/>
          <ac:spMkLst>
            <pc:docMk/>
            <pc:sldMk cId="1553452656" sldId="1253"/>
            <ac:spMk id="21" creationId="{06F3EF83-6B08-D8E7-5204-6C1A49E00E83}"/>
          </ac:spMkLst>
        </pc:spChg>
        <pc:spChg chg="del">
          <ac:chgData name="Alexandre Quach" userId="03a3b9a4-365b-425e-bba9-a77346403bac" providerId="ADAL" clId="{A8F40F8F-2E51-4704-B575-34FED4A52750}" dt="2023-03-30T15:37:58.383" v="6016" actId="478"/>
          <ac:spMkLst>
            <pc:docMk/>
            <pc:sldMk cId="1553452656" sldId="1253"/>
            <ac:spMk id="22" creationId="{181F9FC2-EE5B-B6A4-DA5C-59939ECFC772}"/>
          </ac:spMkLst>
        </pc:spChg>
        <pc:spChg chg="del">
          <ac:chgData name="Alexandre Quach" userId="03a3b9a4-365b-425e-bba9-a77346403bac" providerId="ADAL" clId="{A8F40F8F-2E51-4704-B575-34FED4A52750}" dt="2023-03-30T15:37:58.383" v="6016" actId="478"/>
          <ac:spMkLst>
            <pc:docMk/>
            <pc:sldMk cId="1553452656" sldId="1253"/>
            <ac:spMk id="24" creationId="{37483EDE-DAEC-F21F-1138-A5943C54A777}"/>
          </ac:spMkLst>
        </pc:spChg>
        <pc:spChg chg="del">
          <ac:chgData name="Alexandre Quach" userId="03a3b9a4-365b-425e-bba9-a77346403bac" providerId="ADAL" clId="{A8F40F8F-2E51-4704-B575-34FED4A52750}" dt="2023-03-30T15:37:58.383" v="6016" actId="478"/>
          <ac:spMkLst>
            <pc:docMk/>
            <pc:sldMk cId="1553452656" sldId="1253"/>
            <ac:spMk id="25" creationId="{7ED586B8-E0A4-3C1A-BB19-B6FB4237413E}"/>
          </ac:spMkLst>
        </pc:spChg>
        <pc:spChg chg="del">
          <ac:chgData name="Alexandre Quach" userId="03a3b9a4-365b-425e-bba9-a77346403bac" providerId="ADAL" clId="{A8F40F8F-2E51-4704-B575-34FED4A52750}" dt="2023-03-30T15:37:58.383" v="6016" actId="478"/>
          <ac:spMkLst>
            <pc:docMk/>
            <pc:sldMk cId="1553452656" sldId="1253"/>
            <ac:spMk id="26" creationId="{56BE3586-0DAF-58FB-E810-593DE6195C97}"/>
          </ac:spMkLst>
        </pc:spChg>
        <pc:spChg chg="add mod">
          <ac:chgData name="Alexandre Quach" userId="03a3b9a4-365b-425e-bba9-a77346403bac" providerId="ADAL" clId="{A8F40F8F-2E51-4704-B575-34FED4A52750}" dt="2023-03-30T15:39:54.349" v="6107" actId="313"/>
          <ac:spMkLst>
            <pc:docMk/>
            <pc:sldMk cId="1553452656" sldId="1253"/>
            <ac:spMk id="27" creationId="{3BE5DCF4-9DCA-06C5-0BB9-16989B606EC7}"/>
          </ac:spMkLst>
        </pc:spChg>
        <pc:spChg chg="del">
          <ac:chgData name="Alexandre Quach" userId="03a3b9a4-365b-425e-bba9-a77346403bac" providerId="ADAL" clId="{A8F40F8F-2E51-4704-B575-34FED4A52750}" dt="2023-03-30T15:37:58.383" v="6016" actId="478"/>
          <ac:spMkLst>
            <pc:docMk/>
            <pc:sldMk cId="1553452656" sldId="1253"/>
            <ac:spMk id="40" creationId="{4E3543CE-6356-B3B7-ABDE-578226CB24FF}"/>
          </ac:spMkLst>
        </pc:spChg>
        <pc:spChg chg="del">
          <ac:chgData name="Alexandre Quach" userId="03a3b9a4-365b-425e-bba9-a77346403bac" providerId="ADAL" clId="{A8F40F8F-2E51-4704-B575-34FED4A52750}" dt="2023-03-30T15:37:58.383" v="6016" actId="478"/>
          <ac:spMkLst>
            <pc:docMk/>
            <pc:sldMk cId="1553452656" sldId="1253"/>
            <ac:spMk id="43" creationId="{D2144D21-8EF3-6452-4C46-32A80E3A8EC9}"/>
          </ac:spMkLst>
        </pc:spChg>
        <pc:picChg chg="del">
          <ac:chgData name="Alexandre Quach" userId="03a3b9a4-365b-425e-bba9-a77346403bac" providerId="ADAL" clId="{A8F40F8F-2E51-4704-B575-34FED4A52750}" dt="2023-03-30T15:38:08.326" v="6020" actId="478"/>
          <ac:picMkLst>
            <pc:docMk/>
            <pc:sldMk cId="1553452656" sldId="1253"/>
            <ac:picMk id="15" creationId="{50706E9B-68BA-5BED-0A2C-A831377E64A6}"/>
          </ac:picMkLst>
        </pc:picChg>
        <pc:picChg chg="del">
          <ac:chgData name="Alexandre Quach" userId="03a3b9a4-365b-425e-bba9-a77346403bac" providerId="ADAL" clId="{A8F40F8F-2E51-4704-B575-34FED4A52750}" dt="2023-03-30T15:38:08.326" v="6020" actId="478"/>
          <ac:picMkLst>
            <pc:docMk/>
            <pc:sldMk cId="1553452656" sldId="1253"/>
            <ac:picMk id="17" creationId="{9182647C-0171-4BF3-8B95-4B5EF97B2787}"/>
          </ac:picMkLst>
        </pc:picChg>
        <pc:picChg chg="del">
          <ac:chgData name="Alexandre Quach" userId="03a3b9a4-365b-425e-bba9-a77346403bac" providerId="ADAL" clId="{A8F40F8F-2E51-4704-B575-34FED4A52750}" dt="2023-03-30T15:38:08.326" v="6020" actId="478"/>
          <ac:picMkLst>
            <pc:docMk/>
            <pc:sldMk cId="1553452656" sldId="1253"/>
            <ac:picMk id="18" creationId="{256A106E-89CB-4F12-D273-2C041E6C5993}"/>
          </ac:picMkLst>
        </pc:picChg>
        <pc:picChg chg="del">
          <ac:chgData name="Alexandre Quach" userId="03a3b9a4-365b-425e-bba9-a77346403bac" providerId="ADAL" clId="{A8F40F8F-2E51-4704-B575-34FED4A52750}" dt="2023-03-30T15:38:08.326" v="6020" actId="478"/>
          <ac:picMkLst>
            <pc:docMk/>
            <pc:sldMk cId="1553452656" sldId="1253"/>
            <ac:picMk id="39" creationId="{71304452-0A5C-84EC-E36A-BB69BD87DF4E}"/>
          </ac:picMkLst>
        </pc:picChg>
        <pc:picChg chg="del">
          <ac:chgData name="Alexandre Quach" userId="03a3b9a4-365b-425e-bba9-a77346403bac" providerId="ADAL" clId="{A8F40F8F-2E51-4704-B575-34FED4A52750}" dt="2023-03-30T15:38:08.326" v="6020" actId="478"/>
          <ac:picMkLst>
            <pc:docMk/>
            <pc:sldMk cId="1553452656" sldId="1253"/>
            <ac:picMk id="41" creationId="{319A6B66-0263-26C9-E184-41CFB08A0DC7}"/>
          </ac:picMkLst>
        </pc:picChg>
        <pc:picChg chg="mod">
          <ac:chgData name="Alexandre Quach" userId="03a3b9a4-365b-425e-bba9-a77346403bac" providerId="ADAL" clId="{A8F40F8F-2E51-4704-B575-34FED4A52750}" dt="2023-03-30T15:38:26.193" v="6033" actId="1076"/>
          <ac:picMkLst>
            <pc:docMk/>
            <pc:sldMk cId="1553452656" sldId="1253"/>
            <ac:picMk id="58" creationId="{4B1035C2-DC0F-6CCD-3FF5-A56D74F49299}"/>
          </ac:picMkLst>
        </pc:picChg>
        <pc:picChg chg="del">
          <ac:chgData name="Alexandre Quach" userId="03a3b9a4-365b-425e-bba9-a77346403bac" providerId="ADAL" clId="{A8F40F8F-2E51-4704-B575-34FED4A52750}" dt="2023-03-30T15:38:08.326" v="6020" actId="478"/>
          <ac:picMkLst>
            <pc:docMk/>
            <pc:sldMk cId="1553452656" sldId="1253"/>
            <ac:picMk id="59" creationId="{3A98E528-7681-568E-E9B0-BE3A054CA182}"/>
          </ac:picMkLst>
        </pc:picChg>
        <pc:picChg chg="del">
          <ac:chgData name="Alexandre Quach" userId="03a3b9a4-365b-425e-bba9-a77346403bac" providerId="ADAL" clId="{A8F40F8F-2E51-4704-B575-34FED4A52750}" dt="2023-03-30T15:38:08.326" v="6020" actId="478"/>
          <ac:picMkLst>
            <pc:docMk/>
            <pc:sldMk cId="1553452656" sldId="1253"/>
            <ac:picMk id="61" creationId="{A3DBAC31-5622-360B-E560-A316B4E5144B}"/>
          </ac:picMkLst>
        </pc:picChg>
        <pc:picChg chg="mod">
          <ac:chgData name="Alexandre Quach" userId="03a3b9a4-365b-425e-bba9-a77346403bac" providerId="ADAL" clId="{A8F40F8F-2E51-4704-B575-34FED4A52750}" dt="2023-03-30T15:38:36.290" v="6053" actId="14100"/>
          <ac:picMkLst>
            <pc:docMk/>
            <pc:sldMk cId="1553452656" sldId="1253"/>
            <ac:picMk id="62" creationId="{9A127D60-4B6D-E91A-06EB-B21B97F9E574}"/>
          </ac:picMkLst>
        </pc:picChg>
        <pc:cxnChg chg="del mod">
          <ac:chgData name="Alexandre Quach" userId="03a3b9a4-365b-425e-bba9-a77346403bac" providerId="ADAL" clId="{A8F40F8F-2E51-4704-B575-34FED4A52750}" dt="2023-03-30T15:38:17.309" v="6029" actId="478"/>
          <ac:cxnSpMkLst>
            <pc:docMk/>
            <pc:sldMk cId="1553452656" sldId="1253"/>
            <ac:cxnSpMk id="12" creationId="{6C4ACDF4-D932-CC82-53CF-7215DDC77A44}"/>
          </ac:cxnSpMkLst>
        </pc:cxnChg>
        <pc:cxnChg chg="del mod">
          <ac:chgData name="Alexandre Quach" userId="03a3b9a4-365b-425e-bba9-a77346403bac" providerId="ADAL" clId="{A8F40F8F-2E51-4704-B575-34FED4A52750}" dt="2023-03-30T15:38:17.884" v="6030" actId="478"/>
          <ac:cxnSpMkLst>
            <pc:docMk/>
            <pc:sldMk cId="1553452656" sldId="1253"/>
            <ac:cxnSpMk id="13" creationId="{A6CD9318-ADAC-48C6-C56C-B45A74C37E24}"/>
          </ac:cxnSpMkLst>
        </pc:cxnChg>
        <pc:cxnChg chg="del mod">
          <ac:chgData name="Alexandre Quach" userId="03a3b9a4-365b-425e-bba9-a77346403bac" providerId="ADAL" clId="{A8F40F8F-2E51-4704-B575-34FED4A52750}" dt="2023-03-30T15:38:12.485" v="6023" actId="478"/>
          <ac:cxnSpMkLst>
            <pc:docMk/>
            <pc:sldMk cId="1553452656" sldId="1253"/>
            <ac:cxnSpMk id="16" creationId="{72A6FA98-2BAD-05E4-25D0-53C48D2F05CA}"/>
          </ac:cxnSpMkLst>
        </pc:cxnChg>
        <pc:cxnChg chg="del mod">
          <ac:chgData name="Alexandre Quach" userId="03a3b9a4-365b-425e-bba9-a77346403bac" providerId="ADAL" clId="{A8F40F8F-2E51-4704-B575-34FED4A52750}" dt="2023-03-30T15:38:11.684" v="6022" actId="478"/>
          <ac:cxnSpMkLst>
            <pc:docMk/>
            <pc:sldMk cId="1553452656" sldId="1253"/>
            <ac:cxnSpMk id="23" creationId="{63C01B87-219E-7743-9E85-9B682E0DAD1B}"/>
          </ac:cxnSpMkLst>
        </pc:cxnChg>
      </pc:sldChg>
      <pc:sldChg chg="addSp delSp modSp add mod ord">
        <pc:chgData name="Alexandre Quach" userId="03a3b9a4-365b-425e-bba9-a77346403bac" providerId="ADAL" clId="{A8F40F8F-2E51-4704-B575-34FED4A52750}" dt="2023-04-04T09:32:46.442" v="19066"/>
        <pc:sldMkLst>
          <pc:docMk/>
          <pc:sldMk cId="3285941607" sldId="1254"/>
        </pc:sldMkLst>
        <pc:spChg chg="mod">
          <ac:chgData name="Alexandre Quach" userId="03a3b9a4-365b-425e-bba9-a77346403bac" providerId="ADAL" clId="{A8F40F8F-2E51-4704-B575-34FED4A52750}" dt="2023-03-31T08:35:43.740" v="8107"/>
          <ac:spMkLst>
            <pc:docMk/>
            <pc:sldMk cId="3285941607" sldId="1254"/>
            <ac:spMk id="2" creationId="{6C8C9F34-6D6F-207B-53A6-2E2E5FC62A48}"/>
          </ac:spMkLst>
        </pc:spChg>
        <pc:spChg chg="mod">
          <ac:chgData name="Alexandre Quach" userId="03a3b9a4-365b-425e-bba9-a77346403bac" providerId="ADAL" clId="{A8F40F8F-2E51-4704-B575-34FED4A52750}" dt="2023-03-31T13:03:28.920" v="11939" actId="1076"/>
          <ac:spMkLst>
            <pc:docMk/>
            <pc:sldMk cId="3285941607" sldId="1254"/>
            <ac:spMk id="4" creationId="{A9B0D46C-2697-2AC4-9F22-D3B5013E51BF}"/>
          </ac:spMkLst>
        </pc:spChg>
        <pc:spChg chg="mod">
          <ac:chgData name="Alexandre Quach" userId="03a3b9a4-365b-425e-bba9-a77346403bac" providerId="ADAL" clId="{A8F40F8F-2E51-4704-B575-34FED4A52750}" dt="2023-03-31T13:03:28.920" v="11939" actId="1076"/>
          <ac:spMkLst>
            <pc:docMk/>
            <pc:sldMk cId="3285941607" sldId="1254"/>
            <ac:spMk id="5" creationId="{3C34903A-67DB-9A38-AE24-9CB2C4A7F822}"/>
          </ac:spMkLst>
        </pc:spChg>
        <pc:spChg chg="add del mod">
          <ac:chgData name="Alexandre Quach" userId="03a3b9a4-365b-425e-bba9-a77346403bac" providerId="ADAL" clId="{A8F40F8F-2E51-4704-B575-34FED4A52750}" dt="2023-03-31T08:10:44.570" v="7187" actId="478"/>
          <ac:spMkLst>
            <pc:docMk/>
            <pc:sldMk cId="3285941607" sldId="1254"/>
            <ac:spMk id="6" creationId="{E4221EB7-3E4A-87FD-1662-C4E57CB8FF9E}"/>
          </ac:spMkLst>
        </pc:spChg>
        <pc:spChg chg="mod">
          <ac:chgData name="Alexandre Quach" userId="03a3b9a4-365b-425e-bba9-a77346403bac" providerId="ADAL" clId="{A8F40F8F-2E51-4704-B575-34FED4A52750}" dt="2023-03-31T11:36:00.218" v="10363" actId="14100"/>
          <ac:spMkLst>
            <pc:docMk/>
            <pc:sldMk cId="3285941607" sldId="1254"/>
            <ac:spMk id="7" creationId="{10D55E55-1221-10F0-D7F5-D6F523DF8EA4}"/>
          </ac:spMkLst>
        </pc:spChg>
        <pc:spChg chg="mod">
          <ac:chgData name="Alexandre Quach" userId="03a3b9a4-365b-425e-bba9-a77346403bac" providerId="ADAL" clId="{A8F40F8F-2E51-4704-B575-34FED4A52750}" dt="2023-03-31T11:36:02.251" v="10364" actId="14100"/>
          <ac:spMkLst>
            <pc:docMk/>
            <pc:sldMk cId="3285941607" sldId="1254"/>
            <ac:spMk id="10" creationId="{739753A5-4D07-0A9C-CE19-2B06D7C2A569}"/>
          </ac:spMkLst>
        </pc:spChg>
        <pc:spChg chg="add del mod">
          <ac:chgData name="Alexandre Quach" userId="03a3b9a4-365b-425e-bba9-a77346403bac" providerId="ADAL" clId="{A8F40F8F-2E51-4704-B575-34FED4A52750}" dt="2023-03-31T08:10:47.845" v="7188" actId="478"/>
          <ac:spMkLst>
            <pc:docMk/>
            <pc:sldMk cId="3285941607" sldId="1254"/>
            <ac:spMk id="12" creationId="{E2B9AF90-868E-BE85-F8B5-9B75EAB9CE5D}"/>
          </ac:spMkLst>
        </pc:spChg>
        <pc:spChg chg="mod">
          <ac:chgData name="Alexandre Quach" userId="03a3b9a4-365b-425e-bba9-a77346403bac" providerId="ADAL" clId="{A8F40F8F-2E51-4704-B575-34FED4A52750}" dt="2023-03-31T11:36:04.489" v="10365" actId="14100"/>
          <ac:spMkLst>
            <pc:docMk/>
            <pc:sldMk cId="3285941607" sldId="1254"/>
            <ac:spMk id="13" creationId="{55881914-C91F-985E-4E67-B9CA90B45CFF}"/>
          </ac:spMkLst>
        </pc:spChg>
        <pc:spChg chg="add mod">
          <ac:chgData name="Alexandre Quach" userId="03a3b9a4-365b-425e-bba9-a77346403bac" providerId="ADAL" clId="{A8F40F8F-2E51-4704-B575-34FED4A52750}" dt="2023-03-31T11:36:17.631" v="10366" actId="1076"/>
          <ac:spMkLst>
            <pc:docMk/>
            <pc:sldMk cId="3285941607" sldId="1254"/>
            <ac:spMk id="17" creationId="{33FD5478-F70E-E138-1B5A-1E253BF6631C}"/>
          </ac:spMkLst>
        </pc:spChg>
        <pc:spChg chg="add mod">
          <ac:chgData name="Alexandre Quach" userId="03a3b9a4-365b-425e-bba9-a77346403bac" providerId="ADAL" clId="{A8F40F8F-2E51-4704-B575-34FED4A52750}" dt="2023-04-04T09:28:50.359" v="18881" actId="14100"/>
          <ac:spMkLst>
            <pc:docMk/>
            <pc:sldMk cId="3285941607" sldId="1254"/>
            <ac:spMk id="18" creationId="{439B8468-2147-2C32-8DB9-EB356698E880}"/>
          </ac:spMkLst>
        </pc:spChg>
        <pc:spChg chg="mod">
          <ac:chgData name="Alexandre Quach" userId="03a3b9a4-365b-425e-bba9-a77346403bac" providerId="ADAL" clId="{A8F40F8F-2E51-4704-B575-34FED4A52750}" dt="2023-03-31T13:03:28.920" v="11939" actId="1076"/>
          <ac:spMkLst>
            <pc:docMk/>
            <pc:sldMk cId="3285941607" sldId="1254"/>
            <ac:spMk id="25" creationId="{F3C042A7-3792-C164-F749-79BFF81C197D}"/>
          </ac:spMkLst>
        </pc:spChg>
        <pc:grpChg chg="mod">
          <ac:chgData name="Alexandre Quach" userId="03a3b9a4-365b-425e-bba9-a77346403bac" providerId="ADAL" clId="{A8F40F8F-2E51-4704-B575-34FED4A52750}" dt="2023-03-31T11:33:59.704" v="10237" actId="164"/>
          <ac:grpSpMkLst>
            <pc:docMk/>
            <pc:sldMk cId="3285941607" sldId="1254"/>
            <ac:grpSpMk id="3" creationId="{F25B32D1-9DE9-44B7-7831-71C91ACBE707}"/>
          </ac:grpSpMkLst>
        </pc:grpChg>
        <pc:grpChg chg="add mod">
          <ac:chgData name="Alexandre Quach" userId="03a3b9a4-365b-425e-bba9-a77346403bac" providerId="ADAL" clId="{A8F40F8F-2E51-4704-B575-34FED4A52750}" dt="2023-03-31T11:35:52.593" v="10361" actId="14100"/>
          <ac:grpSpMkLst>
            <pc:docMk/>
            <pc:sldMk cId="3285941607" sldId="1254"/>
            <ac:grpSpMk id="14" creationId="{D42DE337-CF8A-5CDF-3C57-162BCE7F6499}"/>
          </ac:grpSpMkLst>
        </pc:grpChg>
        <pc:picChg chg="del">
          <ac:chgData name="Alexandre Quach" userId="03a3b9a4-365b-425e-bba9-a77346403bac" providerId="ADAL" clId="{A8F40F8F-2E51-4704-B575-34FED4A52750}" dt="2023-03-30T16:02:53.851" v="6167" actId="478"/>
          <ac:picMkLst>
            <pc:docMk/>
            <pc:sldMk cId="3285941607" sldId="1254"/>
            <ac:picMk id="6" creationId="{5DD09A9B-8E86-D4D2-D210-B5B6DFE0BB2A}"/>
          </ac:picMkLst>
        </pc:picChg>
        <pc:picChg chg="add mod">
          <ac:chgData name="Alexandre Quach" userId="03a3b9a4-365b-425e-bba9-a77346403bac" providerId="ADAL" clId="{A8F40F8F-2E51-4704-B575-34FED4A52750}" dt="2023-03-31T11:35:57.121" v="10362" actId="1076"/>
          <ac:picMkLst>
            <pc:docMk/>
            <pc:sldMk cId="3285941607" sldId="1254"/>
            <ac:picMk id="16" creationId="{D3A0121B-9E61-AAB1-E9A8-9509866EAA93}"/>
          </ac:picMkLst>
        </pc:picChg>
        <pc:cxnChg chg="mod">
          <ac:chgData name="Alexandre Quach" userId="03a3b9a4-365b-425e-bba9-a77346403bac" providerId="ADAL" clId="{A8F40F8F-2E51-4704-B575-34FED4A52750}" dt="2023-03-31T11:36:00.218" v="10363" actId="14100"/>
          <ac:cxnSpMkLst>
            <pc:docMk/>
            <pc:sldMk cId="3285941607" sldId="1254"/>
            <ac:cxnSpMk id="9" creationId="{2FF553F5-EFE6-897F-49D2-EC53E68EB18E}"/>
          </ac:cxnSpMkLst>
        </pc:cxnChg>
        <pc:cxnChg chg="mod">
          <ac:chgData name="Alexandre Quach" userId="03a3b9a4-365b-425e-bba9-a77346403bac" providerId="ADAL" clId="{A8F40F8F-2E51-4704-B575-34FED4A52750}" dt="2023-03-31T11:36:02.251" v="10364" actId="14100"/>
          <ac:cxnSpMkLst>
            <pc:docMk/>
            <pc:sldMk cId="3285941607" sldId="1254"/>
            <ac:cxnSpMk id="11" creationId="{DB9DDFD5-5FC7-8A93-80FB-58A7E9289F6A}"/>
          </ac:cxnSpMkLst>
        </pc:cxnChg>
        <pc:cxnChg chg="mod">
          <ac:chgData name="Alexandre Quach" userId="03a3b9a4-365b-425e-bba9-a77346403bac" providerId="ADAL" clId="{A8F40F8F-2E51-4704-B575-34FED4A52750}" dt="2023-03-31T11:36:04.489" v="10365" actId="14100"/>
          <ac:cxnSpMkLst>
            <pc:docMk/>
            <pc:sldMk cId="3285941607" sldId="1254"/>
            <ac:cxnSpMk id="15" creationId="{DA783EA6-6EB2-382F-9A77-B14D6336D234}"/>
          </ac:cxnSpMkLst>
        </pc:cxnChg>
      </pc:sldChg>
      <pc:sldChg chg="addSp delSp modSp add mod ord">
        <pc:chgData name="Alexandre Quach" userId="03a3b9a4-365b-425e-bba9-a77346403bac" providerId="ADAL" clId="{A8F40F8F-2E51-4704-B575-34FED4A52750}" dt="2023-04-04T10:20:21.553" v="20159" actId="478"/>
        <pc:sldMkLst>
          <pc:docMk/>
          <pc:sldMk cId="3848836115" sldId="1255"/>
        </pc:sldMkLst>
        <pc:spChg chg="mod">
          <ac:chgData name="Alexandre Quach" userId="03a3b9a4-365b-425e-bba9-a77346403bac" providerId="ADAL" clId="{A8F40F8F-2E51-4704-B575-34FED4A52750}" dt="2023-04-04T10:20:09.962" v="20156" actId="20577"/>
          <ac:spMkLst>
            <pc:docMk/>
            <pc:sldMk cId="3848836115" sldId="1255"/>
            <ac:spMk id="2" creationId="{6C8C9F34-6D6F-207B-53A6-2E2E5FC62A48}"/>
          </ac:spMkLst>
        </pc:spChg>
        <pc:spChg chg="add mod">
          <ac:chgData name="Alexandre Quach" userId="03a3b9a4-365b-425e-bba9-a77346403bac" providerId="ADAL" clId="{A8F40F8F-2E51-4704-B575-34FED4A52750}" dt="2023-03-31T11:53:38.715" v="10486" actId="207"/>
          <ac:spMkLst>
            <pc:docMk/>
            <pc:sldMk cId="3848836115" sldId="1255"/>
            <ac:spMk id="4" creationId="{1505CE52-E59E-25D4-AEBF-0CDECD19FA5D}"/>
          </ac:spMkLst>
        </pc:spChg>
        <pc:spChg chg="del mod">
          <ac:chgData name="Alexandre Quach" userId="03a3b9a4-365b-425e-bba9-a77346403bac" providerId="ADAL" clId="{A8F40F8F-2E51-4704-B575-34FED4A52750}" dt="2023-04-04T10:20:15.573" v="20158" actId="478"/>
          <ac:spMkLst>
            <pc:docMk/>
            <pc:sldMk cId="3848836115" sldId="1255"/>
            <ac:spMk id="5" creationId="{3CB98EBC-E61B-F428-4160-1F819CB024A6}"/>
          </ac:spMkLst>
        </pc:spChg>
        <pc:spChg chg="mod">
          <ac:chgData name="Alexandre Quach" userId="03a3b9a4-365b-425e-bba9-a77346403bac" providerId="ADAL" clId="{A8F40F8F-2E51-4704-B575-34FED4A52750}" dt="2023-03-31T07:56:20.777" v="6784" actId="20577"/>
          <ac:spMkLst>
            <pc:docMk/>
            <pc:sldMk cId="3848836115" sldId="1255"/>
            <ac:spMk id="7" creationId="{10D55E55-1221-10F0-D7F5-D6F523DF8EA4}"/>
          </ac:spMkLst>
        </pc:spChg>
        <pc:spChg chg="mod">
          <ac:chgData name="Alexandre Quach" userId="03a3b9a4-365b-425e-bba9-a77346403bac" providerId="ADAL" clId="{A8F40F8F-2E51-4704-B575-34FED4A52750}" dt="2023-03-31T11:53:54.177" v="10488" actId="693"/>
          <ac:spMkLst>
            <pc:docMk/>
            <pc:sldMk cId="3848836115" sldId="1255"/>
            <ac:spMk id="8" creationId="{EC0960DC-F91F-3D79-C207-194F3377FF25}"/>
          </ac:spMkLst>
        </pc:spChg>
        <pc:spChg chg="mod">
          <ac:chgData name="Alexandre Quach" userId="03a3b9a4-365b-425e-bba9-a77346403bac" providerId="ADAL" clId="{A8F40F8F-2E51-4704-B575-34FED4A52750}" dt="2023-03-31T11:53:32.021" v="10483" actId="14100"/>
          <ac:spMkLst>
            <pc:docMk/>
            <pc:sldMk cId="3848836115" sldId="1255"/>
            <ac:spMk id="9" creationId="{1CF6758F-A5A8-C05D-8463-7CB3C1160101}"/>
          </ac:spMkLst>
        </pc:spChg>
        <pc:spChg chg="mod">
          <ac:chgData name="Alexandre Quach" userId="03a3b9a4-365b-425e-bba9-a77346403bac" providerId="ADAL" clId="{A8F40F8F-2E51-4704-B575-34FED4A52750}" dt="2023-03-31T07:56:24.801" v="6793" actId="20577"/>
          <ac:spMkLst>
            <pc:docMk/>
            <pc:sldMk cId="3848836115" sldId="1255"/>
            <ac:spMk id="10" creationId="{739753A5-4D07-0A9C-CE19-2B06D7C2A569}"/>
          </ac:spMkLst>
        </pc:spChg>
        <pc:spChg chg="del mod">
          <ac:chgData name="Alexandre Quach" userId="03a3b9a4-365b-425e-bba9-a77346403bac" providerId="ADAL" clId="{A8F40F8F-2E51-4704-B575-34FED4A52750}" dt="2023-03-31T11:53:28.645" v="10481" actId="478"/>
          <ac:spMkLst>
            <pc:docMk/>
            <pc:sldMk cId="3848836115" sldId="1255"/>
            <ac:spMk id="11" creationId="{4DD0F887-8480-630A-65CC-FA4E4A8544B1}"/>
          </ac:spMkLst>
        </pc:spChg>
        <pc:spChg chg="mod">
          <ac:chgData name="Alexandre Quach" userId="03a3b9a4-365b-425e-bba9-a77346403bac" providerId="ADAL" clId="{A8F40F8F-2E51-4704-B575-34FED4A52750}" dt="2023-03-31T07:56:28.760" v="6802" actId="20577"/>
          <ac:spMkLst>
            <pc:docMk/>
            <pc:sldMk cId="3848836115" sldId="1255"/>
            <ac:spMk id="13" creationId="{55881914-C91F-985E-4E67-B9CA90B45CFF}"/>
          </ac:spMkLst>
        </pc:spChg>
        <pc:spChg chg="add del mod">
          <ac:chgData name="Alexandre Quach" userId="03a3b9a4-365b-425e-bba9-a77346403bac" providerId="ADAL" clId="{A8F40F8F-2E51-4704-B575-34FED4A52750}" dt="2023-04-04T10:20:21.553" v="20159" actId="478"/>
          <ac:spMkLst>
            <pc:docMk/>
            <pc:sldMk cId="3848836115" sldId="1255"/>
            <ac:spMk id="14" creationId="{29835F59-7AD2-7669-7051-70A2A42B08CD}"/>
          </ac:spMkLst>
        </pc:spChg>
        <pc:spChg chg="mod">
          <ac:chgData name="Alexandre Quach" userId="03a3b9a4-365b-425e-bba9-a77346403bac" providerId="ADAL" clId="{A8F40F8F-2E51-4704-B575-34FED4A52750}" dt="2023-03-31T08:25:33.410" v="7522" actId="20577"/>
          <ac:spMkLst>
            <pc:docMk/>
            <pc:sldMk cId="3848836115" sldId="1255"/>
            <ac:spMk id="22" creationId="{68CD443E-718E-F184-1FFE-F1E6A49B2354}"/>
          </ac:spMkLst>
        </pc:spChg>
        <pc:picChg chg="add mod">
          <ac:chgData name="Alexandre Quach" userId="03a3b9a4-365b-425e-bba9-a77346403bac" providerId="ADAL" clId="{A8F40F8F-2E51-4704-B575-34FED4A52750}" dt="2023-03-31T08:34:12.751" v="8073" actId="1076"/>
          <ac:picMkLst>
            <pc:docMk/>
            <pc:sldMk cId="3848836115" sldId="1255"/>
            <ac:picMk id="3" creationId="{3CD6E291-D1A3-5E1A-FEA8-C3F25114AC35}"/>
          </ac:picMkLst>
        </pc:picChg>
        <pc:picChg chg="add mod">
          <ac:chgData name="Alexandre Quach" userId="03a3b9a4-365b-425e-bba9-a77346403bac" providerId="ADAL" clId="{A8F40F8F-2E51-4704-B575-34FED4A52750}" dt="2023-03-31T11:53:43.587" v="10487" actId="571"/>
          <ac:picMkLst>
            <pc:docMk/>
            <pc:sldMk cId="3848836115" sldId="1255"/>
            <ac:picMk id="12" creationId="{45FA2CFD-582E-B155-80B6-02EF6F452F70}"/>
          </ac:picMkLst>
        </pc:picChg>
      </pc:sldChg>
      <pc:sldChg chg="addSp delSp modSp add mod ord">
        <pc:chgData name="Alexandre Quach" userId="03a3b9a4-365b-425e-bba9-a77346403bac" providerId="ADAL" clId="{A8F40F8F-2E51-4704-B575-34FED4A52750}" dt="2023-04-04T10:03:16.049" v="19610"/>
        <pc:sldMkLst>
          <pc:docMk/>
          <pc:sldMk cId="2864088234" sldId="1256"/>
        </pc:sldMkLst>
        <pc:spChg chg="mod">
          <ac:chgData name="Alexandre Quach" userId="03a3b9a4-365b-425e-bba9-a77346403bac" providerId="ADAL" clId="{A8F40F8F-2E51-4704-B575-34FED4A52750}" dt="2023-03-31T11:06:12.401" v="8808" actId="1076"/>
          <ac:spMkLst>
            <pc:docMk/>
            <pc:sldMk cId="2864088234" sldId="1256"/>
            <ac:spMk id="2" creationId="{6C8C9F34-6D6F-207B-53A6-2E2E5FC62A48}"/>
          </ac:spMkLst>
        </pc:spChg>
        <pc:spChg chg="add del mod">
          <ac:chgData name="Alexandre Quach" userId="03a3b9a4-365b-425e-bba9-a77346403bac" providerId="ADAL" clId="{A8F40F8F-2E51-4704-B575-34FED4A52750}" dt="2023-04-04T09:30:00.985" v="18927" actId="20577"/>
          <ac:spMkLst>
            <pc:docMk/>
            <pc:sldMk cId="2864088234" sldId="1256"/>
            <ac:spMk id="5" creationId="{3CB98EBC-E61B-F428-4160-1F819CB024A6}"/>
          </ac:spMkLst>
        </pc:spChg>
        <pc:spChg chg="mod">
          <ac:chgData name="Alexandre Quach" userId="03a3b9a4-365b-425e-bba9-a77346403bac" providerId="ADAL" clId="{A8F40F8F-2E51-4704-B575-34FED4A52750}" dt="2023-03-31T08:54:19.048" v="8347" actId="164"/>
          <ac:spMkLst>
            <pc:docMk/>
            <pc:sldMk cId="2864088234" sldId="1256"/>
            <ac:spMk id="7" creationId="{10D55E55-1221-10F0-D7F5-D6F523DF8EA4}"/>
          </ac:spMkLst>
        </pc:spChg>
        <pc:spChg chg="del mod">
          <ac:chgData name="Alexandre Quach" userId="03a3b9a4-365b-425e-bba9-a77346403bac" providerId="ADAL" clId="{A8F40F8F-2E51-4704-B575-34FED4A52750}" dt="2023-03-31T08:53:21.602" v="8279" actId="478"/>
          <ac:spMkLst>
            <pc:docMk/>
            <pc:sldMk cId="2864088234" sldId="1256"/>
            <ac:spMk id="8" creationId="{EC0960DC-F91F-3D79-C207-194F3377FF25}"/>
          </ac:spMkLst>
        </pc:spChg>
        <pc:spChg chg="mod">
          <ac:chgData name="Alexandre Quach" userId="03a3b9a4-365b-425e-bba9-a77346403bac" providerId="ADAL" clId="{A8F40F8F-2E51-4704-B575-34FED4A52750}" dt="2023-03-31T08:54:28.460" v="8350" actId="207"/>
          <ac:spMkLst>
            <pc:docMk/>
            <pc:sldMk cId="2864088234" sldId="1256"/>
            <ac:spMk id="9" creationId="{1CF6758F-A5A8-C05D-8463-7CB3C1160101}"/>
          </ac:spMkLst>
        </pc:spChg>
        <pc:spChg chg="mod">
          <ac:chgData name="Alexandre Quach" userId="03a3b9a4-365b-425e-bba9-a77346403bac" providerId="ADAL" clId="{A8F40F8F-2E51-4704-B575-34FED4A52750}" dt="2023-03-31T08:54:19.048" v="8347" actId="164"/>
          <ac:spMkLst>
            <pc:docMk/>
            <pc:sldMk cId="2864088234" sldId="1256"/>
            <ac:spMk id="10" creationId="{739753A5-4D07-0A9C-CE19-2B06D7C2A569}"/>
          </ac:spMkLst>
        </pc:spChg>
        <pc:spChg chg="add del mod">
          <ac:chgData name="Alexandre Quach" userId="03a3b9a4-365b-425e-bba9-a77346403bac" providerId="ADAL" clId="{A8F40F8F-2E51-4704-B575-34FED4A52750}" dt="2023-03-31T08:54:19.048" v="8347" actId="164"/>
          <ac:spMkLst>
            <pc:docMk/>
            <pc:sldMk cId="2864088234" sldId="1256"/>
            <ac:spMk id="11" creationId="{4DD0F887-8480-630A-65CC-FA4E4A8544B1}"/>
          </ac:spMkLst>
        </pc:spChg>
        <pc:spChg chg="add del mod">
          <ac:chgData name="Alexandre Quach" userId="03a3b9a4-365b-425e-bba9-a77346403bac" providerId="ADAL" clId="{A8F40F8F-2E51-4704-B575-34FED4A52750}" dt="2023-03-31T08:42:53.832" v="8165" actId="478"/>
          <ac:spMkLst>
            <pc:docMk/>
            <pc:sldMk cId="2864088234" sldId="1256"/>
            <ac:spMk id="12" creationId="{FDD02F4C-6412-B290-DBC8-BB175A06A85E}"/>
          </ac:spMkLst>
        </pc:spChg>
        <pc:spChg chg="mod">
          <ac:chgData name="Alexandre Quach" userId="03a3b9a4-365b-425e-bba9-a77346403bac" providerId="ADAL" clId="{A8F40F8F-2E51-4704-B575-34FED4A52750}" dt="2023-03-31T08:54:19.048" v="8347" actId="164"/>
          <ac:spMkLst>
            <pc:docMk/>
            <pc:sldMk cId="2864088234" sldId="1256"/>
            <ac:spMk id="13" creationId="{55881914-C91F-985E-4E67-B9CA90B45CFF}"/>
          </ac:spMkLst>
        </pc:spChg>
        <pc:spChg chg="add mod">
          <ac:chgData name="Alexandre Quach" userId="03a3b9a4-365b-425e-bba9-a77346403bac" providerId="ADAL" clId="{A8F40F8F-2E51-4704-B575-34FED4A52750}" dt="2023-03-31T08:54:19.048" v="8347" actId="164"/>
          <ac:spMkLst>
            <pc:docMk/>
            <pc:sldMk cId="2864088234" sldId="1256"/>
            <ac:spMk id="14" creationId="{80CB1EAE-C4AD-89D8-4448-21A9A6550110}"/>
          </ac:spMkLst>
        </pc:spChg>
        <pc:spChg chg="add mod">
          <ac:chgData name="Alexandre Quach" userId="03a3b9a4-365b-425e-bba9-a77346403bac" providerId="ADAL" clId="{A8F40F8F-2E51-4704-B575-34FED4A52750}" dt="2023-03-31T11:33:29.265" v="10225" actId="1076"/>
          <ac:spMkLst>
            <pc:docMk/>
            <pc:sldMk cId="2864088234" sldId="1256"/>
            <ac:spMk id="15" creationId="{601B869B-F7AC-91D9-10D8-4C47FE444AAD}"/>
          </ac:spMkLst>
        </pc:spChg>
        <pc:spChg chg="mod">
          <ac:chgData name="Alexandre Quach" userId="03a3b9a4-365b-425e-bba9-a77346403bac" providerId="ADAL" clId="{A8F40F8F-2E51-4704-B575-34FED4A52750}" dt="2023-03-31T11:33:25.266" v="10224" actId="1076"/>
          <ac:spMkLst>
            <pc:docMk/>
            <pc:sldMk cId="2864088234" sldId="1256"/>
            <ac:spMk id="18" creationId="{704C14E4-C655-DB0A-EC72-2F92296B1B2B}"/>
          </ac:spMkLst>
        </pc:spChg>
        <pc:spChg chg="mod">
          <ac:chgData name="Alexandre Quach" userId="03a3b9a4-365b-425e-bba9-a77346403bac" providerId="ADAL" clId="{A8F40F8F-2E51-4704-B575-34FED4A52750}" dt="2023-03-31T11:33:25.266" v="10224" actId="1076"/>
          <ac:spMkLst>
            <pc:docMk/>
            <pc:sldMk cId="2864088234" sldId="1256"/>
            <ac:spMk id="19" creationId="{0861C3F3-EB22-1479-C331-A805ABE92E9B}"/>
          </ac:spMkLst>
        </pc:spChg>
        <pc:spChg chg="mod">
          <ac:chgData name="Alexandre Quach" userId="03a3b9a4-365b-425e-bba9-a77346403bac" providerId="ADAL" clId="{A8F40F8F-2E51-4704-B575-34FED4A52750}" dt="2023-03-31T11:33:25.266" v="10224" actId="1076"/>
          <ac:spMkLst>
            <pc:docMk/>
            <pc:sldMk cId="2864088234" sldId="1256"/>
            <ac:spMk id="20" creationId="{77CDBE31-3384-D4CF-8B18-44300839A4D1}"/>
          </ac:spMkLst>
        </pc:spChg>
        <pc:spChg chg="del">
          <ac:chgData name="Alexandre Quach" userId="03a3b9a4-365b-425e-bba9-a77346403bac" providerId="ADAL" clId="{A8F40F8F-2E51-4704-B575-34FED4A52750}" dt="2023-03-31T08:42:48.504" v="8161" actId="478"/>
          <ac:spMkLst>
            <pc:docMk/>
            <pc:sldMk cId="2864088234" sldId="1256"/>
            <ac:spMk id="22" creationId="{68CD443E-718E-F184-1FFE-F1E6A49B2354}"/>
          </ac:spMkLst>
        </pc:spChg>
        <pc:spChg chg="mod">
          <ac:chgData name="Alexandre Quach" userId="03a3b9a4-365b-425e-bba9-a77346403bac" providerId="ADAL" clId="{A8F40F8F-2E51-4704-B575-34FED4A52750}" dt="2023-03-31T11:33:22.329" v="10223" actId="14100"/>
          <ac:spMkLst>
            <pc:docMk/>
            <pc:sldMk cId="2864088234" sldId="1256"/>
            <ac:spMk id="23" creationId="{844CE7FC-6EA0-6135-844D-A1B2FB8C2D52}"/>
          </ac:spMkLst>
        </pc:spChg>
        <pc:spChg chg="mod">
          <ac:chgData name="Alexandre Quach" userId="03a3b9a4-365b-425e-bba9-a77346403bac" providerId="ADAL" clId="{A8F40F8F-2E51-4704-B575-34FED4A52750}" dt="2023-03-31T11:53:07.626" v="10479" actId="693"/>
          <ac:spMkLst>
            <pc:docMk/>
            <pc:sldMk cId="2864088234" sldId="1256"/>
            <ac:spMk id="24" creationId="{5DAE7D94-75E5-B73B-120F-BBC7D41B7A6F}"/>
          </ac:spMkLst>
        </pc:spChg>
        <pc:spChg chg="mod">
          <ac:chgData name="Alexandre Quach" userId="03a3b9a4-365b-425e-bba9-a77346403bac" providerId="ADAL" clId="{A8F40F8F-2E51-4704-B575-34FED4A52750}" dt="2023-03-31T11:53:07.626" v="10479" actId="693"/>
          <ac:spMkLst>
            <pc:docMk/>
            <pc:sldMk cId="2864088234" sldId="1256"/>
            <ac:spMk id="25" creationId="{86491A53-6413-04D5-54B8-147A29A7778B}"/>
          </ac:spMkLst>
        </pc:spChg>
        <pc:spChg chg="add mod">
          <ac:chgData name="Alexandre Quach" userId="03a3b9a4-365b-425e-bba9-a77346403bac" providerId="ADAL" clId="{A8F40F8F-2E51-4704-B575-34FED4A52750}" dt="2023-03-31T11:05:47.631" v="8800" actId="14100"/>
          <ac:spMkLst>
            <pc:docMk/>
            <pc:sldMk cId="2864088234" sldId="1256"/>
            <ac:spMk id="26" creationId="{85EC53FC-D907-D9F7-50B8-0E0442EABFE9}"/>
          </ac:spMkLst>
        </pc:spChg>
        <pc:grpChg chg="add del mod">
          <ac:chgData name="Alexandre Quach" userId="03a3b9a4-365b-425e-bba9-a77346403bac" providerId="ADAL" clId="{A8F40F8F-2E51-4704-B575-34FED4A52750}" dt="2023-03-31T08:54:34.948" v="8353" actId="21"/>
          <ac:grpSpMkLst>
            <pc:docMk/>
            <pc:sldMk cId="2864088234" sldId="1256"/>
            <ac:grpSpMk id="16" creationId="{8648C8CE-8786-BB52-D985-344D718DB16D}"/>
          </ac:grpSpMkLst>
        </pc:grpChg>
        <pc:grpChg chg="add mod">
          <ac:chgData name="Alexandre Quach" userId="03a3b9a4-365b-425e-bba9-a77346403bac" providerId="ADAL" clId="{A8F40F8F-2E51-4704-B575-34FED4A52750}" dt="2023-03-31T11:33:17.130" v="10221" actId="1076"/>
          <ac:grpSpMkLst>
            <pc:docMk/>
            <pc:sldMk cId="2864088234" sldId="1256"/>
            <ac:grpSpMk id="17" creationId="{52ADD97B-9985-004B-BCA6-289E0D164437}"/>
          </ac:grpSpMkLst>
        </pc:grpChg>
        <pc:picChg chg="mod">
          <ac:chgData name="Alexandre Quach" userId="03a3b9a4-365b-425e-bba9-a77346403bac" providerId="ADAL" clId="{A8F40F8F-2E51-4704-B575-34FED4A52750}" dt="2023-03-31T11:05:29.768" v="8794" actId="1076"/>
          <ac:picMkLst>
            <pc:docMk/>
            <pc:sldMk cId="2864088234" sldId="1256"/>
            <ac:picMk id="3" creationId="{3CD6E291-D1A3-5E1A-FEA8-C3F25114AC35}"/>
          </ac:picMkLst>
        </pc:picChg>
        <pc:picChg chg="mod">
          <ac:chgData name="Alexandre Quach" userId="03a3b9a4-365b-425e-bba9-a77346403bac" providerId="ADAL" clId="{A8F40F8F-2E51-4704-B575-34FED4A52750}" dt="2023-03-31T08:54:19.048" v="8347" actId="164"/>
          <ac:picMkLst>
            <pc:docMk/>
            <pc:sldMk cId="2864088234" sldId="1256"/>
            <ac:picMk id="6" creationId="{5DD09A9B-8E86-D4D2-D210-B5B6DFE0BB2A}"/>
          </ac:picMkLst>
        </pc:picChg>
        <pc:picChg chg="mod">
          <ac:chgData name="Alexandre Quach" userId="03a3b9a4-365b-425e-bba9-a77346403bac" providerId="ADAL" clId="{A8F40F8F-2E51-4704-B575-34FED4A52750}" dt="2023-03-31T08:54:55.423" v="8365"/>
          <ac:picMkLst>
            <pc:docMk/>
            <pc:sldMk cId="2864088234" sldId="1256"/>
            <ac:picMk id="21" creationId="{9A28978A-3944-A7FE-E9CE-CA67C25C899C}"/>
          </ac:picMkLst>
        </pc:picChg>
        <pc:picChg chg="add mod">
          <ac:chgData name="Alexandre Quach" userId="03a3b9a4-365b-425e-bba9-a77346403bac" providerId="ADAL" clId="{A8F40F8F-2E51-4704-B575-34FED4A52750}" dt="2023-03-31T11:17:12.487" v="8872" actId="1076"/>
          <ac:picMkLst>
            <pc:docMk/>
            <pc:sldMk cId="2864088234" sldId="1256"/>
            <ac:picMk id="27" creationId="{FDF0FDDC-6CF2-2A26-C4E5-591525776FB8}"/>
          </ac:picMkLst>
        </pc:picChg>
        <pc:picChg chg="add mod">
          <ac:chgData name="Alexandre Quach" userId="03a3b9a4-365b-425e-bba9-a77346403bac" providerId="ADAL" clId="{A8F40F8F-2E51-4704-B575-34FED4A52750}" dt="2023-03-31T11:33:19.423" v="10222" actId="1076"/>
          <ac:picMkLst>
            <pc:docMk/>
            <pc:sldMk cId="2864088234" sldId="1256"/>
            <ac:picMk id="28" creationId="{0B614F19-5B69-A7D7-6BEA-B134813CE107}"/>
          </ac:picMkLst>
        </pc:picChg>
      </pc:sldChg>
      <pc:sldChg chg="add del">
        <pc:chgData name="Alexandre Quach" userId="03a3b9a4-365b-425e-bba9-a77346403bac" providerId="ADAL" clId="{A8F40F8F-2E51-4704-B575-34FED4A52750}" dt="2023-03-31T08:42:36.280" v="8157" actId="47"/>
        <pc:sldMkLst>
          <pc:docMk/>
          <pc:sldMk cId="3683123985" sldId="1256"/>
        </pc:sldMkLst>
      </pc:sldChg>
      <pc:sldChg chg="addSp delSp modSp add mod ord">
        <pc:chgData name="Alexandre Quach" userId="03a3b9a4-365b-425e-bba9-a77346403bac" providerId="ADAL" clId="{A8F40F8F-2E51-4704-B575-34FED4A52750}" dt="2023-04-04T10:03:16.049" v="19610"/>
        <pc:sldMkLst>
          <pc:docMk/>
          <pc:sldMk cId="157246309" sldId="1257"/>
        </pc:sldMkLst>
        <pc:spChg chg="mod">
          <ac:chgData name="Alexandre Quach" userId="03a3b9a4-365b-425e-bba9-a77346403bac" providerId="ADAL" clId="{A8F40F8F-2E51-4704-B575-34FED4A52750}" dt="2023-03-31T11:28:46.715" v="9813" actId="6549"/>
          <ac:spMkLst>
            <pc:docMk/>
            <pc:sldMk cId="157246309" sldId="1257"/>
            <ac:spMk id="2" creationId="{6C8C9F34-6D6F-207B-53A6-2E2E5FC62A48}"/>
          </ac:spMkLst>
        </pc:spChg>
        <pc:spChg chg="add mod">
          <ac:chgData name="Alexandre Quach" userId="03a3b9a4-365b-425e-bba9-a77346403bac" providerId="ADAL" clId="{A8F40F8F-2E51-4704-B575-34FED4A52750}" dt="2023-04-04T09:31:18.302" v="19015" actId="20577"/>
          <ac:spMkLst>
            <pc:docMk/>
            <pc:sldMk cId="157246309" sldId="1257"/>
            <ac:spMk id="4" creationId="{358C2556-26E6-153A-BD54-5006B7A139CD}"/>
          </ac:spMkLst>
        </pc:spChg>
        <pc:spChg chg="mod">
          <ac:chgData name="Alexandre Quach" userId="03a3b9a4-365b-425e-bba9-a77346403bac" providerId="ADAL" clId="{A8F40F8F-2E51-4704-B575-34FED4A52750}" dt="2023-03-31T11:36:53.321" v="10382" actId="1076"/>
          <ac:spMkLst>
            <pc:docMk/>
            <pc:sldMk cId="157246309" sldId="1257"/>
            <ac:spMk id="5" creationId="{3CB98EBC-E61B-F428-4160-1F819CB024A6}"/>
          </ac:spMkLst>
        </pc:spChg>
        <pc:spChg chg="add mod">
          <ac:chgData name="Alexandre Quach" userId="03a3b9a4-365b-425e-bba9-a77346403bac" providerId="ADAL" clId="{A8F40F8F-2E51-4704-B575-34FED4A52750}" dt="2023-04-04T09:30:32.552" v="18932" actId="113"/>
          <ac:spMkLst>
            <pc:docMk/>
            <pc:sldMk cId="157246309" sldId="1257"/>
            <ac:spMk id="7" creationId="{1EDF9F76-7172-BC90-52F8-EE7DCD863C23}"/>
          </ac:spMkLst>
        </pc:spChg>
        <pc:spChg chg="add mod">
          <ac:chgData name="Alexandre Quach" userId="03a3b9a4-365b-425e-bba9-a77346403bac" providerId="ADAL" clId="{A8F40F8F-2E51-4704-B575-34FED4A52750}" dt="2023-04-04T09:30:50.775" v="18955" actId="20577"/>
          <ac:spMkLst>
            <pc:docMk/>
            <pc:sldMk cId="157246309" sldId="1257"/>
            <ac:spMk id="9" creationId="{1F3E7409-D391-8E63-6183-B86D3D2628E3}"/>
          </ac:spMkLst>
        </pc:spChg>
        <pc:spChg chg="add mod">
          <ac:chgData name="Alexandre Quach" userId="03a3b9a4-365b-425e-bba9-a77346403bac" providerId="ADAL" clId="{A8F40F8F-2E51-4704-B575-34FED4A52750}" dt="2023-03-31T11:36:46.023" v="10380" actId="1076"/>
          <ac:spMkLst>
            <pc:docMk/>
            <pc:sldMk cId="157246309" sldId="1257"/>
            <ac:spMk id="10" creationId="{8BE66BE5-8EB6-B259-11D9-DA11DED7C717}"/>
          </ac:spMkLst>
        </pc:spChg>
        <pc:spChg chg="add mod">
          <ac:chgData name="Alexandre Quach" userId="03a3b9a4-365b-425e-bba9-a77346403bac" providerId="ADAL" clId="{A8F40F8F-2E51-4704-B575-34FED4A52750}" dt="2023-03-31T11:36:49.728" v="10381" actId="1076"/>
          <ac:spMkLst>
            <pc:docMk/>
            <pc:sldMk cId="157246309" sldId="1257"/>
            <ac:spMk id="11" creationId="{81B4FE14-86E9-5049-8406-A549764A415C}"/>
          </ac:spMkLst>
        </pc:spChg>
        <pc:spChg chg="mod">
          <ac:chgData name="Alexandre Quach" userId="03a3b9a4-365b-425e-bba9-a77346403bac" providerId="ADAL" clId="{A8F40F8F-2E51-4704-B575-34FED4A52750}" dt="2023-04-04T09:30:25.535" v="18930" actId="207"/>
          <ac:spMkLst>
            <pc:docMk/>
            <pc:sldMk cId="157246309" sldId="1257"/>
            <ac:spMk id="15" creationId="{601B869B-F7AC-91D9-10D8-4C47FE444AAD}"/>
          </ac:spMkLst>
        </pc:spChg>
        <pc:spChg chg="del">
          <ac:chgData name="Alexandre Quach" userId="03a3b9a4-365b-425e-bba9-a77346403bac" providerId="ADAL" clId="{A8F40F8F-2E51-4704-B575-34FED4A52750}" dt="2023-03-31T11:17:56.284" v="8882" actId="478"/>
          <ac:spMkLst>
            <pc:docMk/>
            <pc:sldMk cId="157246309" sldId="1257"/>
            <ac:spMk id="18" creationId="{704C14E4-C655-DB0A-EC72-2F92296B1B2B}"/>
          </ac:spMkLst>
        </pc:spChg>
        <pc:spChg chg="del">
          <ac:chgData name="Alexandre Quach" userId="03a3b9a4-365b-425e-bba9-a77346403bac" providerId="ADAL" clId="{A8F40F8F-2E51-4704-B575-34FED4A52750}" dt="2023-03-31T11:17:57.268" v="8883" actId="478"/>
          <ac:spMkLst>
            <pc:docMk/>
            <pc:sldMk cId="157246309" sldId="1257"/>
            <ac:spMk id="19" creationId="{0861C3F3-EB22-1479-C331-A805ABE92E9B}"/>
          </ac:spMkLst>
        </pc:spChg>
        <pc:spChg chg="del topLvl">
          <ac:chgData name="Alexandre Quach" userId="03a3b9a4-365b-425e-bba9-a77346403bac" providerId="ADAL" clId="{A8F40F8F-2E51-4704-B575-34FED4A52750}" dt="2023-03-31T11:17:58.292" v="8884" actId="478"/>
          <ac:spMkLst>
            <pc:docMk/>
            <pc:sldMk cId="157246309" sldId="1257"/>
            <ac:spMk id="20" creationId="{77CDBE31-3384-D4CF-8B18-44300839A4D1}"/>
          </ac:spMkLst>
        </pc:spChg>
        <pc:spChg chg="del">
          <ac:chgData name="Alexandre Quach" userId="03a3b9a4-365b-425e-bba9-a77346403bac" providerId="ADAL" clId="{A8F40F8F-2E51-4704-B575-34FED4A52750}" dt="2023-03-31T11:17:49.892" v="8879" actId="478"/>
          <ac:spMkLst>
            <pc:docMk/>
            <pc:sldMk cId="157246309" sldId="1257"/>
            <ac:spMk id="23" creationId="{844CE7FC-6EA0-6135-844D-A1B2FB8C2D52}"/>
          </ac:spMkLst>
        </pc:spChg>
        <pc:spChg chg="del">
          <ac:chgData name="Alexandre Quach" userId="03a3b9a4-365b-425e-bba9-a77346403bac" providerId="ADAL" clId="{A8F40F8F-2E51-4704-B575-34FED4A52750}" dt="2023-03-31T11:17:51.285" v="8880" actId="478"/>
          <ac:spMkLst>
            <pc:docMk/>
            <pc:sldMk cId="157246309" sldId="1257"/>
            <ac:spMk id="24" creationId="{5DAE7D94-75E5-B73B-120F-BBC7D41B7A6F}"/>
          </ac:spMkLst>
        </pc:spChg>
        <pc:spChg chg="del">
          <ac:chgData name="Alexandre Quach" userId="03a3b9a4-365b-425e-bba9-a77346403bac" providerId="ADAL" clId="{A8F40F8F-2E51-4704-B575-34FED4A52750}" dt="2023-03-31T11:17:48.773" v="8878" actId="478"/>
          <ac:spMkLst>
            <pc:docMk/>
            <pc:sldMk cId="157246309" sldId="1257"/>
            <ac:spMk id="25" creationId="{86491A53-6413-04D5-54B8-147A29A7778B}"/>
          </ac:spMkLst>
        </pc:spChg>
        <pc:spChg chg="del">
          <ac:chgData name="Alexandre Quach" userId="03a3b9a4-365b-425e-bba9-a77346403bac" providerId="ADAL" clId="{A8F40F8F-2E51-4704-B575-34FED4A52750}" dt="2023-03-31T11:17:47.172" v="8877" actId="478"/>
          <ac:spMkLst>
            <pc:docMk/>
            <pc:sldMk cId="157246309" sldId="1257"/>
            <ac:spMk id="26" creationId="{85EC53FC-D907-D9F7-50B8-0E0442EABFE9}"/>
          </ac:spMkLst>
        </pc:spChg>
        <pc:grpChg chg="del">
          <ac:chgData name="Alexandre Quach" userId="03a3b9a4-365b-425e-bba9-a77346403bac" providerId="ADAL" clId="{A8F40F8F-2E51-4704-B575-34FED4A52750}" dt="2023-03-31T11:17:58.292" v="8884" actId="478"/>
          <ac:grpSpMkLst>
            <pc:docMk/>
            <pc:sldMk cId="157246309" sldId="1257"/>
            <ac:grpSpMk id="17" creationId="{52ADD97B-9985-004B-BCA6-289E0D164437}"/>
          </ac:grpSpMkLst>
        </pc:grpChg>
        <pc:picChg chg="mod">
          <ac:chgData name="Alexandre Quach" userId="03a3b9a4-365b-425e-bba9-a77346403bac" providerId="ADAL" clId="{A8F40F8F-2E51-4704-B575-34FED4A52750}" dt="2023-03-31T11:36:46.023" v="10380" actId="1076"/>
          <ac:picMkLst>
            <pc:docMk/>
            <pc:sldMk cId="157246309" sldId="1257"/>
            <ac:picMk id="3" creationId="{3CD6E291-D1A3-5E1A-FEA8-C3F25114AC35}"/>
          </ac:picMkLst>
        </pc:picChg>
        <pc:picChg chg="add mod">
          <ac:chgData name="Alexandre Quach" userId="03a3b9a4-365b-425e-bba9-a77346403bac" providerId="ADAL" clId="{A8F40F8F-2E51-4704-B575-34FED4A52750}" dt="2023-03-31T11:36:49.728" v="10381" actId="1076"/>
          <ac:picMkLst>
            <pc:docMk/>
            <pc:sldMk cId="157246309" sldId="1257"/>
            <ac:picMk id="6" creationId="{4733E0F7-6DDF-2A25-072D-F28A308F262D}"/>
          </ac:picMkLst>
        </pc:picChg>
        <pc:picChg chg="add mod">
          <ac:chgData name="Alexandre Quach" userId="03a3b9a4-365b-425e-bba9-a77346403bac" providerId="ADAL" clId="{A8F40F8F-2E51-4704-B575-34FED4A52750}" dt="2023-03-31T11:36:49.728" v="10381" actId="1076"/>
          <ac:picMkLst>
            <pc:docMk/>
            <pc:sldMk cId="157246309" sldId="1257"/>
            <ac:picMk id="8" creationId="{468AAFB8-F1AB-3470-C5EA-D758E76CC127}"/>
          </ac:picMkLst>
        </pc:picChg>
        <pc:picChg chg="mod topLvl">
          <ac:chgData name="Alexandre Quach" userId="03a3b9a4-365b-425e-bba9-a77346403bac" providerId="ADAL" clId="{A8F40F8F-2E51-4704-B575-34FED4A52750}" dt="2023-03-31T11:36:46.023" v="10380" actId="1076"/>
          <ac:picMkLst>
            <pc:docMk/>
            <pc:sldMk cId="157246309" sldId="1257"/>
            <ac:picMk id="21" creationId="{9A28978A-3944-A7FE-E9CE-CA67C25C899C}"/>
          </ac:picMkLst>
        </pc:picChg>
        <pc:picChg chg="del">
          <ac:chgData name="Alexandre Quach" userId="03a3b9a4-365b-425e-bba9-a77346403bac" providerId="ADAL" clId="{A8F40F8F-2E51-4704-B575-34FED4A52750}" dt="2023-03-31T11:17:47.172" v="8877" actId="478"/>
          <ac:picMkLst>
            <pc:docMk/>
            <pc:sldMk cId="157246309" sldId="1257"/>
            <ac:picMk id="27" creationId="{FDF0FDDC-6CF2-2A26-C4E5-591525776FB8}"/>
          </ac:picMkLst>
        </pc:picChg>
        <pc:picChg chg="del">
          <ac:chgData name="Alexandre Quach" userId="03a3b9a4-365b-425e-bba9-a77346403bac" providerId="ADAL" clId="{A8F40F8F-2E51-4704-B575-34FED4A52750}" dt="2023-03-31T11:17:53.381" v="8881" actId="478"/>
          <ac:picMkLst>
            <pc:docMk/>
            <pc:sldMk cId="157246309" sldId="1257"/>
            <ac:picMk id="28" creationId="{0B614F19-5B69-A7D7-6BEA-B134813CE107}"/>
          </ac:picMkLst>
        </pc:picChg>
      </pc:sldChg>
      <pc:sldChg chg="addSp delSp modSp add mod ord">
        <pc:chgData name="Alexandre Quach" userId="03a3b9a4-365b-425e-bba9-a77346403bac" providerId="ADAL" clId="{A8F40F8F-2E51-4704-B575-34FED4A52750}" dt="2023-04-04T10:21:25.558" v="20162" actId="20577"/>
        <pc:sldMkLst>
          <pc:docMk/>
          <pc:sldMk cId="2366043038" sldId="1258"/>
        </pc:sldMkLst>
        <pc:spChg chg="mod">
          <ac:chgData name="Alexandre Quach" userId="03a3b9a4-365b-425e-bba9-a77346403bac" providerId="ADAL" clId="{A8F40F8F-2E51-4704-B575-34FED4A52750}" dt="2023-04-04T10:09:42.869" v="19813" actId="20577"/>
          <ac:spMkLst>
            <pc:docMk/>
            <pc:sldMk cId="2366043038" sldId="1258"/>
            <ac:spMk id="2" creationId="{6C8C9F34-6D6F-207B-53A6-2E2E5FC62A48}"/>
          </ac:spMkLst>
        </pc:spChg>
        <pc:spChg chg="del">
          <ac:chgData name="Alexandre Quach" userId="03a3b9a4-365b-425e-bba9-a77346403bac" providerId="ADAL" clId="{A8F40F8F-2E51-4704-B575-34FED4A52750}" dt="2023-03-31T11:28:33.555" v="9793" actId="478"/>
          <ac:spMkLst>
            <pc:docMk/>
            <pc:sldMk cId="2366043038" sldId="1258"/>
            <ac:spMk id="4" creationId="{358C2556-26E6-153A-BD54-5006B7A139CD}"/>
          </ac:spMkLst>
        </pc:spChg>
        <pc:spChg chg="mod">
          <ac:chgData name="Alexandre Quach" userId="03a3b9a4-365b-425e-bba9-a77346403bac" providerId="ADAL" clId="{A8F40F8F-2E51-4704-B575-34FED4A52750}" dt="2023-04-04T10:21:25.558" v="20162" actId="20577"/>
          <ac:spMkLst>
            <pc:docMk/>
            <pc:sldMk cId="2366043038" sldId="1258"/>
            <ac:spMk id="5" creationId="{3CB98EBC-E61B-F428-4160-1F819CB024A6}"/>
          </ac:spMkLst>
        </pc:spChg>
        <pc:spChg chg="del">
          <ac:chgData name="Alexandre Quach" userId="03a3b9a4-365b-425e-bba9-a77346403bac" providerId="ADAL" clId="{A8F40F8F-2E51-4704-B575-34FED4A52750}" dt="2023-03-31T11:28:33.555" v="9793" actId="478"/>
          <ac:spMkLst>
            <pc:docMk/>
            <pc:sldMk cId="2366043038" sldId="1258"/>
            <ac:spMk id="7" creationId="{1EDF9F76-7172-BC90-52F8-EE7DCD863C23}"/>
          </ac:spMkLst>
        </pc:spChg>
        <pc:spChg chg="del">
          <ac:chgData name="Alexandre Quach" userId="03a3b9a4-365b-425e-bba9-a77346403bac" providerId="ADAL" clId="{A8F40F8F-2E51-4704-B575-34FED4A52750}" dt="2023-03-31T11:28:33.555" v="9793" actId="478"/>
          <ac:spMkLst>
            <pc:docMk/>
            <pc:sldMk cId="2366043038" sldId="1258"/>
            <ac:spMk id="9" creationId="{1F3E7409-D391-8E63-6183-B86D3D2628E3}"/>
          </ac:spMkLst>
        </pc:spChg>
        <pc:spChg chg="del">
          <ac:chgData name="Alexandre Quach" userId="03a3b9a4-365b-425e-bba9-a77346403bac" providerId="ADAL" clId="{A8F40F8F-2E51-4704-B575-34FED4A52750}" dt="2023-03-31T11:28:33.555" v="9793" actId="478"/>
          <ac:spMkLst>
            <pc:docMk/>
            <pc:sldMk cId="2366043038" sldId="1258"/>
            <ac:spMk id="10" creationId="{8BE66BE5-8EB6-B259-11D9-DA11DED7C717}"/>
          </ac:spMkLst>
        </pc:spChg>
        <pc:spChg chg="del">
          <ac:chgData name="Alexandre Quach" userId="03a3b9a4-365b-425e-bba9-a77346403bac" providerId="ADAL" clId="{A8F40F8F-2E51-4704-B575-34FED4A52750}" dt="2023-03-31T11:28:33.555" v="9793" actId="478"/>
          <ac:spMkLst>
            <pc:docMk/>
            <pc:sldMk cId="2366043038" sldId="1258"/>
            <ac:spMk id="11" creationId="{81B4FE14-86E9-5049-8406-A549764A415C}"/>
          </ac:spMkLst>
        </pc:spChg>
        <pc:spChg chg="add mod">
          <ac:chgData name="Alexandre Quach" userId="03a3b9a4-365b-425e-bba9-a77346403bac" providerId="ADAL" clId="{A8F40F8F-2E51-4704-B575-34FED4A52750}" dt="2023-03-31T11:46:40.045" v="10387" actId="255"/>
          <ac:spMkLst>
            <pc:docMk/>
            <pc:sldMk cId="2366043038" sldId="1258"/>
            <ac:spMk id="12" creationId="{80A12B6C-2A26-2972-30ED-2735657E331B}"/>
          </ac:spMkLst>
        </pc:spChg>
        <pc:spChg chg="add mod">
          <ac:chgData name="Alexandre Quach" userId="03a3b9a4-365b-425e-bba9-a77346403bac" providerId="ADAL" clId="{A8F40F8F-2E51-4704-B575-34FED4A52750}" dt="2023-03-31T11:58:40.395" v="10559" actId="207"/>
          <ac:spMkLst>
            <pc:docMk/>
            <pc:sldMk cId="2366043038" sldId="1258"/>
            <ac:spMk id="13" creationId="{3F33C7BF-54E1-0D33-F8D4-47D4D70BD8D7}"/>
          </ac:spMkLst>
        </pc:spChg>
        <pc:spChg chg="add mod">
          <ac:chgData name="Alexandre Quach" userId="03a3b9a4-365b-425e-bba9-a77346403bac" providerId="ADAL" clId="{A8F40F8F-2E51-4704-B575-34FED4A52750}" dt="2023-03-31T12:07:50.183" v="10601" actId="14100"/>
          <ac:spMkLst>
            <pc:docMk/>
            <pc:sldMk cId="2366043038" sldId="1258"/>
            <ac:spMk id="14" creationId="{AD5A76B2-4BB0-B51A-0170-E0E54305E6F0}"/>
          </ac:spMkLst>
        </pc:spChg>
        <pc:spChg chg="del">
          <ac:chgData name="Alexandre Quach" userId="03a3b9a4-365b-425e-bba9-a77346403bac" providerId="ADAL" clId="{A8F40F8F-2E51-4704-B575-34FED4A52750}" dt="2023-03-31T11:28:33.555" v="9793" actId="478"/>
          <ac:spMkLst>
            <pc:docMk/>
            <pc:sldMk cId="2366043038" sldId="1258"/>
            <ac:spMk id="15" creationId="{601B869B-F7AC-91D9-10D8-4C47FE444AAD}"/>
          </ac:spMkLst>
        </pc:spChg>
        <pc:spChg chg="add mod">
          <ac:chgData name="Alexandre Quach" userId="03a3b9a4-365b-425e-bba9-a77346403bac" providerId="ADAL" clId="{A8F40F8F-2E51-4704-B575-34FED4A52750}" dt="2023-03-31T11:47:47.090" v="10469" actId="404"/>
          <ac:spMkLst>
            <pc:docMk/>
            <pc:sldMk cId="2366043038" sldId="1258"/>
            <ac:spMk id="19" creationId="{7C54B833-DF77-440B-B2C4-BF8517CF0B38}"/>
          </ac:spMkLst>
        </pc:spChg>
        <pc:spChg chg="add mod">
          <ac:chgData name="Alexandre Quach" userId="03a3b9a4-365b-425e-bba9-a77346403bac" providerId="ADAL" clId="{A8F40F8F-2E51-4704-B575-34FED4A52750}" dt="2023-03-31T11:47:47.090" v="10469" actId="404"/>
          <ac:spMkLst>
            <pc:docMk/>
            <pc:sldMk cId="2366043038" sldId="1258"/>
            <ac:spMk id="20" creationId="{0FAA5523-9F1A-FD30-E36C-F4B780FD14DF}"/>
          </ac:spMkLst>
        </pc:spChg>
        <pc:spChg chg="add mod">
          <ac:chgData name="Alexandre Quach" userId="03a3b9a4-365b-425e-bba9-a77346403bac" providerId="ADAL" clId="{A8F40F8F-2E51-4704-B575-34FED4A52750}" dt="2023-03-31T11:47:47.090" v="10469" actId="404"/>
          <ac:spMkLst>
            <pc:docMk/>
            <pc:sldMk cId="2366043038" sldId="1258"/>
            <ac:spMk id="23" creationId="{91D36081-8758-E8E3-0FF9-84916AB27C98}"/>
          </ac:spMkLst>
        </pc:spChg>
        <pc:spChg chg="mod">
          <ac:chgData name="Alexandre Quach" userId="03a3b9a4-365b-425e-bba9-a77346403bac" providerId="ADAL" clId="{A8F40F8F-2E51-4704-B575-34FED4A52750}" dt="2023-03-31T11:48:14.505" v="10474" actId="20577"/>
          <ac:spMkLst>
            <pc:docMk/>
            <pc:sldMk cId="2366043038" sldId="1258"/>
            <ac:spMk id="27" creationId="{F1F6EC63-8E83-8E4B-4DD6-58FAEEF4E599}"/>
          </ac:spMkLst>
        </pc:spChg>
        <pc:spChg chg="mod">
          <ac:chgData name="Alexandre Quach" userId="03a3b9a4-365b-425e-bba9-a77346403bac" providerId="ADAL" clId="{A8F40F8F-2E51-4704-B575-34FED4A52750}" dt="2023-03-31T11:58:45.762" v="10560" actId="14100"/>
          <ac:spMkLst>
            <pc:docMk/>
            <pc:sldMk cId="2366043038" sldId="1258"/>
            <ac:spMk id="28" creationId="{4B2F9B43-E027-4BF8-9851-65C5AF8CBDB1}"/>
          </ac:spMkLst>
        </pc:spChg>
        <pc:spChg chg="mod">
          <ac:chgData name="Alexandre Quach" userId="03a3b9a4-365b-425e-bba9-a77346403bac" providerId="ADAL" clId="{A8F40F8F-2E51-4704-B575-34FED4A52750}" dt="2023-03-31T11:58:27.050" v="10557" actId="14100"/>
          <ac:spMkLst>
            <pc:docMk/>
            <pc:sldMk cId="2366043038" sldId="1258"/>
            <ac:spMk id="29" creationId="{BE3C21F7-F71D-8E17-CB04-C708D9AA6AAB}"/>
          </ac:spMkLst>
        </pc:spChg>
        <pc:spChg chg="add mod">
          <ac:chgData name="Alexandre Quach" userId="03a3b9a4-365b-425e-bba9-a77346403bac" providerId="ADAL" clId="{A8F40F8F-2E51-4704-B575-34FED4A52750}" dt="2023-03-31T12:07:36.543" v="10599" actId="20577"/>
          <ac:spMkLst>
            <pc:docMk/>
            <pc:sldMk cId="2366043038" sldId="1258"/>
            <ac:spMk id="30" creationId="{119A10AD-ED88-9FF0-0693-31B4E76AC795}"/>
          </ac:spMkLst>
        </pc:spChg>
        <pc:spChg chg="add mod">
          <ac:chgData name="Alexandre Quach" userId="03a3b9a4-365b-425e-bba9-a77346403bac" providerId="ADAL" clId="{A8F40F8F-2E51-4704-B575-34FED4A52750}" dt="2023-03-31T12:06:58.819" v="10579" actId="14100"/>
          <ac:spMkLst>
            <pc:docMk/>
            <pc:sldMk cId="2366043038" sldId="1258"/>
            <ac:spMk id="31" creationId="{8B12730F-EA73-AE46-33C5-4DFECF584425}"/>
          </ac:spMkLst>
        </pc:spChg>
        <pc:spChg chg="add mod">
          <ac:chgData name="Alexandre Quach" userId="03a3b9a4-365b-425e-bba9-a77346403bac" providerId="ADAL" clId="{A8F40F8F-2E51-4704-B575-34FED4A52750}" dt="2023-03-31T12:06:58.819" v="10579" actId="14100"/>
          <ac:spMkLst>
            <pc:docMk/>
            <pc:sldMk cId="2366043038" sldId="1258"/>
            <ac:spMk id="32" creationId="{E0EA65CA-C978-E2C9-0052-28ABAD6A9CA1}"/>
          </ac:spMkLst>
        </pc:spChg>
        <pc:spChg chg="add mod">
          <ac:chgData name="Alexandre Quach" userId="03a3b9a4-365b-425e-bba9-a77346403bac" providerId="ADAL" clId="{A8F40F8F-2E51-4704-B575-34FED4A52750}" dt="2023-03-31T12:06:58.819" v="10579" actId="14100"/>
          <ac:spMkLst>
            <pc:docMk/>
            <pc:sldMk cId="2366043038" sldId="1258"/>
            <ac:spMk id="33" creationId="{016CB7AA-AF1E-6626-0D36-A3E0E995EB45}"/>
          </ac:spMkLst>
        </pc:spChg>
        <pc:spChg chg="add del mod">
          <ac:chgData name="Alexandre Quach" userId="03a3b9a4-365b-425e-bba9-a77346403bac" providerId="ADAL" clId="{A8F40F8F-2E51-4704-B575-34FED4A52750}" dt="2023-03-31T12:08:49.896" v="10664" actId="478"/>
          <ac:spMkLst>
            <pc:docMk/>
            <pc:sldMk cId="2366043038" sldId="1258"/>
            <ac:spMk id="34" creationId="{BA49FB67-E280-F31C-71B9-E9D9076DF9E6}"/>
          </ac:spMkLst>
        </pc:spChg>
        <pc:spChg chg="add del mod">
          <ac:chgData name="Alexandre Quach" userId="03a3b9a4-365b-425e-bba9-a77346403bac" providerId="ADAL" clId="{A8F40F8F-2E51-4704-B575-34FED4A52750}" dt="2023-03-31T12:08:53.519" v="10667" actId="478"/>
          <ac:spMkLst>
            <pc:docMk/>
            <pc:sldMk cId="2366043038" sldId="1258"/>
            <ac:spMk id="35" creationId="{99F84E2F-CDD5-DAA5-A39E-650297DD4046}"/>
          </ac:spMkLst>
        </pc:spChg>
        <pc:spChg chg="mod">
          <ac:chgData name="Alexandre Quach" userId="03a3b9a4-365b-425e-bba9-a77346403bac" providerId="ADAL" clId="{A8F40F8F-2E51-4704-B575-34FED4A52750}" dt="2023-03-31T12:08:19.490" v="10606" actId="207"/>
          <ac:spMkLst>
            <pc:docMk/>
            <pc:sldMk cId="2366043038" sldId="1258"/>
            <ac:spMk id="49" creationId="{E46AD9C0-4D7E-153A-5329-D09240DCEB16}"/>
          </ac:spMkLst>
        </pc:spChg>
        <pc:spChg chg="mod">
          <ac:chgData name="Alexandre Quach" userId="03a3b9a4-365b-425e-bba9-a77346403bac" providerId="ADAL" clId="{A8F40F8F-2E51-4704-B575-34FED4A52750}" dt="2023-03-31T12:08:13.993" v="10605" actId="571"/>
          <ac:spMkLst>
            <pc:docMk/>
            <pc:sldMk cId="2366043038" sldId="1258"/>
            <ac:spMk id="50" creationId="{49780308-90A3-FBE6-40D1-163EBF8B71D9}"/>
          </ac:spMkLst>
        </pc:spChg>
        <pc:spChg chg="mod">
          <ac:chgData name="Alexandre Quach" userId="03a3b9a4-365b-425e-bba9-a77346403bac" providerId="ADAL" clId="{A8F40F8F-2E51-4704-B575-34FED4A52750}" dt="2023-03-31T12:08:13.993" v="10605" actId="571"/>
          <ac:spMkLst>
            <pc:docMk/>
            <pc:sldMk cId="2366043038" sldId="1258"/>
            <ac:spMk id="51" creationId="{028241D1-B132-3C5A-5761-C03BDC6B982A}"/>
          </ac:spMkLst>
        </pc:spChg>
        <pc:spChg chg="mod">
          <ac:chgData name="Alexandre Quach" userId="03a3b9a4-365b-425e-bba9-a77346403bac" providerId="ADAL" clId="{A8F40F8F-2E51-4704-B575-34FED4A52750}" dt="2023-03-31T12:08:13.993" v="10605" actId="571"/>
          <ac:spMkLst>
            <pc:docMk/>
            <pc:sldMk cId="2366043038" sldId="1258"/>
            <ac:spMk id="53" creationId="{9A3C5E59-8DF9-6344-EBC9-DB081789B6E4}"/>
          </ac:spMkLst>
        </pc:spChg>
        <pc:spChg chg="mod">
          <ac:chgData name="Alexandre Quach" userId="03a3b9a4-365b-425e-bba9-a77346403bac" providerId="ADAL" clId="{A8F40F8F-2E51-4704-B575-34FED4A52750}" dt="2023-03-31T12:08:13.993" v="10605" actId="571"/>
          <ac:spMkLst>
            <pc:docMk/>
            <pc:sldMk cId="2366043038" sldId="1258"/>
            <ac:spMk id="54" creationId="{A9AC0759-860E-C11E-99E8-31BD1BF7D154}"/>
          </ac:spMkLst>
        </pc:spChg>
        <pc:spChg chg="mod">
          <ac:chgData name="Alexandre Quach" userId="03a3b9a4-365b-425e-bba9-a77346403bac" providerId="ADAL" clId="{A8F40F8F-2E51-4704-B575-34FED4A52750}" dt="2023-03-31T12:08:13.993" v="10605" actId="571"/>
          <ac:spMkLst>
            <pc:docMk/>
            <pc:sldMk cId="2366043038" sldId="1258"/>
            <ac:spMk id="55" creationId="{48AFA423-01BB-1326-407A-50955D3442A7}"/>
          </ac:spMkLst>
        </pc:spChg>
        <pc:spChg chg="mod">
          <ac:chgData name="Alexandre Quach" userId="03a3b9a4-365b-425e-bba9-a77346403bac" providerId="ADAL" clId="{A8F40F8F-2E51-4704-B575-34FED4A52750}" dt="2023-03-31T12:08:13.993" v="10605" actId="571"/>
          <ac:spMkLst>
            <pc:docMk/>
            <pc:sldMk cId="2366043038" sldId="1258"/>
            <ac:spMk id="56" creationId="{699A919C-AAF5-EE3D-310A-80472BE0B25F}"/>
          </ac:spMkLst>
        </pc:spChg>
        <pc:spChg chg="mod">
          <ac:chgData name="Alexandre Quach" userId="03a3b9a4-365b-425e-bba9-a77346403bac" providerId="ADAL" clId="{A8F40F8F-2E51-4704-B575-34FED4A52750}" dt="2023-03-31T12:08:13.993" v="10605" actId="571"/>
          <ac:spMkLst>
            <pc:docMk/>
            <pc:sldMk cId="2366043038" sldId="1258"/>
            <ac:spMk id="57" creationId="{CAF6E5DC-EA28-A60A-71EF-1671E9DF7CFA}"/>
          </ac:spMkLst>
        </pc:spChg>
        <pc:spChg chg="mod">
          <ac:chgData name="Alexandre Quach" userId="03a3b9a4-365b-425e-bba9-a77346403bac" providerId="ADAL" clId="{A8F40F8F-2E51-4704-B575-34FED4A52750}" dt="2023-03-31T12:08:13.993" v="10605" actId="571"/>
          <ac:spMkLst>
            <pc:docMk/>
            <pc:sldMk cId="2366043038" sldId="1258"/>
            <ac:spMk id="58" creationId="{127B1703-7C45-D0B4-1BC4-1AF1968F75D1}"/>
          </ac:spMkLst>
        </pc:spChg>
        <pc:grpChg chg="add mod">
          <ac:chgData name="Alexandre Quach" userId="03a3b9a4-365b-425e-bba9-a77346403bac" providerId="ADAL" clId="{A8F40F8F-2E51-4704-B575-34FED4A52750}" dt="2023-04-04T10:04:50.190" v="19620" actId="1076"/>
          <ac:grpSpMkLst>
            <pc:docMk/>
            <pc:sldMk cId="2366043038" sldId="1258"/>
            <ac:grpSpMk id="16" creationId="{D8570DC3-9A89-4912-C43A-4D69D071605C}"/>
          </ac:grpSpMkLst>
        </pc:grpChg>
        <pc:grpChg chg="add mod">
          <ac:chgData name="Alexandre Quach" userId="03a3b9a4-365b-425e-bba9-a77346403bac" providerId="ADAL" clId="{A8F40F8F-2E51-4704-B575-34FED4A52750}" dt="2023-04-04T10:04:50.190" v="19620" actId="1076"/>
          <ac:grpSpMkLst>
            <pc:docMk/>
            <pc:sldMk cId="2366043038" sldId="1258"/>
            <ac:grpSpMk id="25" creationId="{E34D1040-64EC-E436-8749-E7093B7B4789}"/>
          </ac:grpSpMkLst>
        </pc:grpChg>
        <pc:grpChg chg="add del mod">
          <ac:chgData name="Alexandre Quach" userId="03a3b9a4-365b-425e-bba9-a77346403bac" providerId="ADAL" clId="{A8F40F8F-2E51-4704-B575-34FED4A52750}" dt="2023-03-31T11:59:04.729" v="10561" actId="21"/>
          <ac:grpSpMkLst>
            <pc:docMk/>
            <pc:sldMk cId="2366043038" sldId="1258"/>
            <ac:grpSpMk id="26" creationId="{E0533937-C6DF-CFE8-2CC2-B8FAE7DA1110}"/>
          </ac:grpSpMkLst>
        </pc:grpChg>
        <pc:grpChg chg="add del mod">
          <ac:chgData name="Alexandre Quach" userId="03a3b9a4-365b-425e-bba9-a77346403bac" providerId="ADAL" clId="{A8F40F8F-2E51-4704-B575-34FED4A52750}" dt="2023-04-04T10:04:38.238" v="19616" actId="478"/>
          <ac:grpSpMkLst>
            <pc:docMk/>
            <pc:sldMk cId="2366043038" sldId="1258"/>
            <ac:grpSpMk id="41" creationId="{6CA0E3E1-B6B2-0E62-08B3-769EF0B3F78A}"/>
          </ac:grpSpMkLst>
        </pc:grpChg>
        <pc:grpChg chg="add del mod">
          <ac:chgData name="Alexandre Quach" userId="03a3b9a4-365b-425e-bba9-a77346403bac" providerId="ADAL" clId="{A8F40F8F-2E51-4704-B575-34FED4A52750}" dt="2023-03-31T12:08:23.704" v="10607" actId="478"/>
          <ac:grpSpMkLst>
            <pc:docMk/>
            <pc:sldMk cId="2366043038" sldId="1258"/>
            <ac:grpSpMk id="48" creationId="{C224FA01-2281-0395-4AB1-273A1A587C81}"/>
          </ac:grpSpMkLst>
        </pc:grpChg>
        <pc:grpChg chg="add del mod">
          <ac:chgData name="Alexandre Quach" userId="03a3b9a4-365b-425e-bba9-a77346403bac" providerId="ADAL" clId="{A8F40F8F-2E51-4704-B575-34FED4A52750}" dt="2023-03-31T12:08:23.704" v="10607" actId="478"/>
          <ac:grpSpMkLst>
            <pc:docMk/>
            <pc:sldMk cId="2366043038" sldId="1258"/>
            <ac:grpSpMk id="52" creationId="{1B39A120-C302-7431-6BBF-860102B56D09}"/>
          </ac:grpSpMkLst>
        </pc:grpChg>
        <pc:picChg chg="del">
          <ac:chgData name="Alexandre Quach" userId="03a3b9a4-365b-425e-bba9-a77346403bac" providerId="ADAL" clId="{A8F40F8F-2E51-4704-B575-34FED4A52750}" dt="2023-03-31T11:28:33.555" v="9793" actId="478"/>
          <ac:picMkLst>
            <pc:docMk/>
            <pc:sldMk cId="2366043038" sldId="1258"/>
            <ac:picMk id="3" creationId="{3CD6E291-D1A3-5E1A-FEA8-C3F25114AC35}"/>
          </ac:picMkLst>
        </pc:picChg>
        <pc:picChg chg="del">
          <ac:chgData name="Alexandre Quach" userId="03a3b9a4-365b-425e-bba9-a77346403bac" providerId="ADAL" clId="{A8F40F8F-2E51-4704-B575-34FED4A52750}" dt="2023-03-31T11:28:33.555" v="9793" actId="478"/>
          <ac:picMkLst>
            <pc:docMk/>
            <pc:sldMk cId="2366043038" sldId="1258"/>
            <ac:picMk id="6" creationId="{4733E0F7-6DDF-2A25-072D-F28A308F262D}"/>
          </ac:picMkLst>
        </pc:picChg>
        <pc:picChg chg="del">
          <ac:chgData name="Alexandre Quach" userId="03a3b9a4-365b-425e-bba9-a77346403bac" providerId="ADAL" clId="{A8F40F8F-2E51-4704-B575-34FED4A52750}" dt="2023-03-31T11:28:33.555" v="9793" actId="478"/>
          <ac:picMkLst>
            <pc:docMk/>
            <pc:sldMk cId="2366043038" sldId="1258"/>
            <ac:picMk id="8" creationId="{468AAFB8-F1AB-3470-C5EA-D758E76CC127}"/>
          </ac:picMkLst>
        </pc:picChg>
        <pc:picChg chg="add del mod">
          <ac:chgData name="Alexandre Quach" userId="03a3b9a4-365b-425e-bba9-a77346403bac" providerId="ADAL" clId="{A8F40F8F-2E51-4704-B575-34FED4A52750}" dt="2023-03-31T11:48:16.903" v="10475" actId="478"/>
          <ac:picMkLst>
            <pc:docMk/>
            <pc:sldMk cId="2366043038" sldId="1258"/>
            <ac:picMk id="17" creationId="{4BC72DBE-331E-F286-6E1E-90F1EAD6B667}"/>
          </ac:picMkLst>
        </pc:picChg>
        <pc:picChg chg="add mod">
          <ac:chgData name="Alexandre Quach" userId="03a3b9a4-365b-425e-bba9-a77346403bac" providerId="ADAL" clId="{A8F40F8F-2E51-4704-B575-34FED4A52750}" dt="2023-03-31T11:47:39.981" v="10465" actId="164"/>
          <ac:picMkLst>
            <pc:docMk/>
            <pc:sldMk cId="2366043038" sldId="1258"/>
            <ac:picMk id="18" creationId="{DCAB337A-D85D-5D8C-0151-9033366F5DA8}"/>
          </ac:picMkLst>
        </pc:picChg>
        <pc:picChg chg="del">
          <ac:chgData name="Alexandre Quach" userId="03a3b9a4-365b-425e-bba9-a77346403bac" providerId="ADAL" clId="{A8F40F8F-2E51-4704-B575-34FED4A52750}" dt="2023-03-31T11:28:33.555" v="9793" actId="478"/>
          <ac:picMkLst>
            <pc:docMk/>
            <pc:sldMk cId="2366043038" sldId="1258"/>
            <ac:picMk id="21" creationId="{9A28978A-3944-A7FE-E9CE-CA67C25C899C}"/>
          </ac:picMkLst>
        </pc:picChg>
        <pc:picChg chg="add mod">
          <ac:chgData name="Alexandre Quach" userId="03a3b9a4-365b-425e-bba9-a77346403bac" providerId="ADAL" clId="{A8F40F8F-2E51-4704-B575-34FED4A52750}" dt="2023-03-31T11:47:39.981" v="10465" actId="164"/>
          <ac:picMkLst>
            <pc:docMk/>
            <pc:sldMk cId="2366043038" sldId="1258"/>
            <ac:picMk id="22" creationId="{F17E061B-0ACD-A3A1-81E8-234F256F470C}"/>
          </ac:picMkLst>
        </pc:picChg>
        <pc:picChg chg="add mod">
          <ac:chgData name="Alexandre Quach" userId="03a3b9a4-365b-425e-bba9-a77346403bac" providerId="ADAL" clId="{A8F40F8F-2E51-4704-B575-34FED4A52750}" dt="2023-03-31T11:47:39.981" v="10465" actId="164"/>
          <ac:picMkLst>
            <pc:docMk/>
            <pc:sldMk cId="2366043038" sldId="1258"/>
            <ac:picMk id="24" creationId="{BD8806F9-16F5-957C-EBDE-B5EEA9ED9DF5}"/>
          </ac:picMkLst>
        </pc:picChg>
        <pc:cxnChg chg="add mod">
          <ac:chgData name="Alexandre Quach" userId="03a3b9a4-365b-425e-bba9-a77346403bac" providerId="ADAL" clId="{A8F40F8F-2E51-4704-B575-34FED4A52750}" dt="2023-04-04T10:04:38.238" v="19616" actId="478"/>
          <ac:cxnSpMkLst>
            <pc:docMk/>
            <pc:sldMk cId="2366043038" sldId="1258"/>
            <ac:cxnSpMk id="36" creationId="{F6F28F36-CD8B-82B5-B13D-0948535C7153}"/>
          </ac:cxnSpMkLst>
        </pc:cxnChg>
        <pc:cxnChg chg="add mod">
          <ac:chgData name="Alexandre Quach" userId="03a3b9a4-365b-425e-bba9-a77346403bac" providerId="ADAL" clId="{A8F40F8F-2E51-4704-B575-34FED4A52750}" dt="2023-04-04T10:04:38.238" v="19616" actId="478"/>
          <ac:cxnSpMkLst>
            <pc:docMk/>
            <pc:sldMk cId="2366043038" sldId="1258"/>
            <ac:cxnSpMk id="37" creationId="{609ADACA-E34D-4A95-51A1-F58DD33D20E8}"/>
          </ac:cxnSpMkLst>
        </pc:cxnChg>
        <pc:cxnChg chg="add mod">
          <ac:chgData name="Alexandre Quach" userId="03a3b9a4-365b-425e-bba9-a77346403bac" providerId="ADAL" clId="{A8F40F8F-2E51-4704-B575-34FED4A52750}" dt="2023-04-04T10:04:38.238" v="19616" actId="478"/>
          <ac:cxnSpMkLst>
            <pc:docMk/>
            <pc:sldMk cId="2366043038" sldId="1258"/>
            <ac:cxnSpMk id="38" creationId="{1030DD74-BACB-6380-AF21-CBFD50AEB184}"/>
          </ac:cxnSpMkLst>
        </pc:cxnChg>
        <pc:cxnChg chg="add del mod">
          <ac:chgData name="Alexandre Quach" userId="03a3b9a4-365b-425e-bba9-a77346403bac" providerId="ADAL" clId="{A8F40F8F-2E51-4704-B575-34FED4A52750}" dt="2023-03-31T12:08:51.032" v="10665" actId="478"/>
          <ac:cxnSpMkLst>
            <pc:docMk/>
            <pc:sldMk cId="2366043038" sldId="1258"/>
            <ac:cxnSpMk id="39" creationId="{8FF7F860-E1CE-8ACD-7F8F-3C9DE3477BA6}"/>
          </ac:cxnSpMkLst>
        </pc:cxnChg>
        <pc:cxnChg chg="add del mod">
          <ac:chgData name="Alexandre Quach" userId="03a3b9a4-365b-425e-bba9-a77346403bac" providerId="ADAL" clId="{A8F40F8F-2E51-4704-B575-34FED4A52750}" dt="2023-03-31T12:08:52.439" v="10666" actId="478"/>
          <ac:cxnSpMkLst>
            <pc:docMk/>
            <pc:sldMk cId="2366043038" sldId="1258"/>
            <ac:cxnSpMk id="40" creationId="{DF65ED0E-C8C4-1FAB-BD0D-7B9BD6681DC6}"/>
          </ac:cxnSpMkLst>
        </pc:cxnChg>
        <pc:cxnChg chg="mod">
          <ac:chgData name="Alexandre Quach" userId="03a3b9a4-365b-425e-bba9-a77346403bac" providerId="ADAL" clId="{A8F40F8F-2E51-4704-B575-34FED4A52750}" dt="2023-03-31T12:08:23.704" v="10607" actId="478"/>
          <ac:cxnSpMkLst>
            <pc:docMk/>
            <pc:sldMk cId="2366043038" sldId="1258"/>
            <ac:cxnSpMk id="59" creationId="{1DCCD8D4-731A-DD04-46CE-ECB1C3531F9C}"/>
          </ac:cxnSpMkLst>
        </pc:cxnChg>
        <pc:cxnChg chg="mod">
          <ac:chgData name="Alexandre Quach" userId="03a3b9a4-365b-425e-bba9-a77346403bac" providerId="ADAL" clId="{A8F40F8F-2E51-4704-B575-34FED4A52750}" dt="2023-03-31T12:08:23.704" v="10607" actId="478"/>
          <ac:cxnSpMkLst>
            <pc:docMk/>
            <pc:sldMk cId="2366043038" sldId="1258"/>
            <ac:cxnSpMk id="60" creationId="{E498A620-F715-9E62-4C95-7DB71FDDA8AA}"/>
          </ac:cxnSpMkLst>
        </pc:cxnChg>
        <pc:cxnChg chg="mod">
          <ac:chgData name="Alexandre Quach" userId="03a3b9a4-365b-425e-bba9-a77346403bac" providerId="ADAL" clId="{A8F40F8F-2E51-4704-B575-34FED4A52750}" dt="2023-03-31T12:08:23.704" v="10607" actId="478"/>
          <ac:cxnSpMkLst>
            <pc:docMk/>
            <pc:sldMk cId="2366043038" sldId="1258"/>
            <ac:cxnSpMk id="61" creationId="{9B87E31A-773C-DCD6-ADA5-18F479BC9153}"/>
          </ac:cxnSpMkLst>
        </pc:cxnChg>
        <pc:cxnChg chg="mod">
          <ac:chgData name="Alexandre Quach" userId="03a3b9a4-365b-425e-bba9-a77346403bac" providerId="ADAL" clId="{A8F40F8F-2E51-4704-B575-34FED4A52750}" dt="2023-03-31T12:08:23.704" v="10607" actId="478"/>
          <ac:cxnSpMkLst>
            <pc:docMk/>
            <pc:sldMk cId="2366043038" sldId="1258"/>
            <ac:cxnSpMk id="62" creationId="{B7644D1D-ACA8-F8C7-8F92-0C6EC3D97755}"/>
          </ac:cxnSpMkLst>
        </pc:cxnChg>
        <pc:cxnChg chg="mod">
          <ac:chgData name="Alexandre Quach" userId="03a3b9a4-365b-425e-bba9-a77346403bac" providerId="ADAL" clId="{A8F40F8F-2E51-4704-B575-34FED4A52750}" dt="2023-03-31T12:08:23.704" v="10607" actId="478"/>
          <ac:cxnSpMkLst>
            <pc:docMk/>
            <pc:sldMk cId="2366043038" sldId="1258"/>
            <ac:cxnSpMk id="63" creationId="{0F7CFBB7-F1E3-FA18-1F1E-9EC8AA8F7869}"/>
          </ac:cxnSpMkLst>
        </pc:cxnChg>
      </pc:sldChg>
      <pc:sldChg chg="delSp modSp add mod ord">
        <pc:chgData name="Alexandre Quach" userId="03a3b9a4-365b-425e-bba9-a77346403bac" providerId="ADAL" clId="{A8F40F8F-2E51-4704-B575-34FED4A52750}" dt="2023-04-04T10:09:02.622" v="19696" actId="20577"/>
        <pc:sldMkLst>
          <pc:docMk/>
          <pc:sldMk cId="2697051835" sldId="1259"/>
        </pc:sldMkLst>
        <pc:spChg chg="mod">
          <ac:chgData name="Alexandre Quach" userId="03a3b9a4-365b-425e-bba9-a77346403bac" providerId="ADAL" clId="{A8F40F8F-2E51-4704-B575-34FED4A52750}" dt="2023-04-04T10:09:02.622" v="19696" actId="20577"/>
          <ac:spMkLst>
            <pc:docMk/>
            <pc:sldMk cId="2697051835" sldId="1259"/>
            <ac:spMk id="2" creationId="{6C8C9F34-6D6F-207B-53A6-2E2E5FC62A48}"/>
          </ac:spMkLst>
        </pc:spChg>
        <pc:spChg chg="mod">
          <ac:chgData name="Alexandre Quach" userId="03a3b9a4-365b-425e-bba9-a77346403bac" providerId="ADAL" clId="{A8F40F8F-2E51-4704-B575-34FED4A52750}" dt="2023-04-04T10:08:48.428" v="19645" actId="14100"/>
          <ac:spMkLst>
            <pc:docMk/>
            <pc:sldMk cId="2697051835" sldId="1259"/>
            <ac:spMk id="5" creationId="{3CB98EBC-E61B-F428-4160-1F819CB024A6}"/>
          </ac:spMkLst>
        </pc:spChg>
        <pc:spChg chg="mod">
          <ac:chgData name="Alexandre Quach" userId="03a3b9a4-365b-425e-bba9-a77346403bac" providerId="ADAL" clId="{A8F40F8F-2E51-4704-B575-34FED4A52750}" dt="2023-03-31T12:11:01.828" v="10936" actId="207"/>
          <ac:spMkLst>
            <pc:docMk/>
            <pc:sldMk cId="2697051835" sldId="1259"/>
            <ac:spMk id="12" creationId="{80A12B6C-2A26-2972-30ED-2735657E331B}"/>
          </ac:spMkLst>
        </pc:spChg>
        <pc:spChg chg="mod">
          <ac:chgData name="Alexandre Quach" userId="03a3b9a4-365b-425e-bba9-a77346403bac" providerId="ADAL" clId="{A8F40F8F-2E51-4704-B575-34FED4A52750}" dt="2023-03-31T12:10:19.230" v="10900" actId="14100"/>
          <ac:spMkLst>
            <pc:docMk/>
            <pc:sldMk cId="2697051835" sldId="1259"/>
            <ac:spMk id="13" creationId="{3F33C7BF-54E1-0D33-F8D4-47D4D70BD8D7}"/>
          </ac:spMkLst>
        </pc:spChg>
        <pc:spChg chg="mod">
          <ac:chgData name="Alexandre Quach" userId="03a3b9a4-365b-425e-bba9-a77346403bac" providerId="ADAL" clId="{A8F40F8F-2E51-4704-B575-34FED4A52750}" dt="2023-03-31T12:10:15.590" v="10899" actId="1076"/>
          <ac:spMkLst>
            <pc:docMk/>
            <pc:sldMk cId="2697051835" sldId="1259"/>
            <ac:spMk id="14" creationId="{AD5A76B2-4BB0-B51A-0170-E0E54305E6F0}"/>
          </ac:spMkLst>
        </pc:spChg>
        <pc:spChg chg="mod">
          <ac:chgData name="Alexandre Quach" userId="03a3b9a4-365b-425e-bba9-a77346403bac" providerId="ADAL" clId="{A8F40F8F-2E51-4704-B575-34FED4A52750}" dt="2023-03-31T12:16:42.816" v="10938" actId="14100"/>
          <ac:spMkLst>
            <pc:docMk/>
            <pc:sldMk cId="2697051835" sldId="1259"/>
            <ac:spMk id="30" creationId="{119A10AD-ED88-9FF0-0693-31B4E76AC795}"/>
          </ac:spMkLst>
        </pc:spChg>
        <pc:spChg chg="del">
          <ac:chgData name="Alexandre Quach" userId="03a3b9a4-365b-425e-bba9-a77346403bac" providerId="ADAL" clId="{A8F40F8F-2E51-4704-B575-34FED4A52750}" dt="2023-03-31T12:10:20.983" v="10901" actId="478"/>
          <ac:spMkLst>
            <pc:docMk/>
            <pc:sldMk cId="2697051835" sldId="1259"/>
            <ac:spMk id="31" creationId="{8B12730F-EA73-AE46-33C5-4DFECF584425}"/>
          </ac:spMkLst>
        </pc:spChg>
        <pc:cxnChg chg="del mod">
          <ac:chgData name="Alexandre Quach" userId="03a3b9a4-365b-425e-bba9-a77346403bac" providerId="ADAL" clId="{A8F40F8F-2E51-4704-B575-34FED4A52750}" dt="2023-03-31T12:10:23.287" v="10902" actId="478"/>
          <ac:cxnSpMkLst>
            <pc:docMk/>
            <pc:sldMk cId="2697051835" sldId="1259"/>
            <ac:cxnSpMk id="36" creationId="{F6F28F36-CD8B-82B5-B13D-0948535C7153}"/>
          </ac:cxnSpMkLst>
        </pc:cxnChg>
        <pc:cxnChg chg="mod">
          <ac:chgData name="Alexandre Quach" userId="03a3b9a4-365b-425e-bba9-a77346403bac" providerId="ADAL" clId="{A8F40F8F-2E51-4704-B575-34FED4A52750}" dt="2023-03-31T12:16:42.816" v="10938" actId="14100"/>
          <ac:cxnSpMkLst>
            <pc:docMk/>
            <pc:sldMk cId="2697051835" sldId="1259"/>
            <ac:cxnSpMk id="37" creationId="{609ADACA-E34D-4A95-51A1-F58DD33D20E8}"/>
          </ac:cxnSpMkLst>
        </pc:cxnChg>
      </pc:sldChg>
      <pc:sldChg chg="addSp delSp modSp add mod ord">
        <pc:chgData name="Alexandre Quach" userId="03a3b9a4-365b-425e-bba9-a77346403bac" providerId="ADAL" clId="{A8F40F8F-2E51-4704-B575-34FED4A52750}" dt="2023-04-05T14:46:43.042" v="41450" actId="1076"/>
        <pc:sldMkLst>
          <pc:docMk/>
          <pc:sldMk cId="883553990" sldId="1260"/>
        </pc:sldMkLst>
        <pc:spChg chg="add del mod">
          <ac:chgData name="Alexandre Quach" userId="03a3b9a4-365b-425e-bba9-a77346403bac" providerId="ADAL" clId="{A8F40F8F-2E51-4704-B575-34FED4A52750}" dt="2023-04-03T07:04:24.488" v="11957" actId="478"/>
          <ac:spMkLst>
            <pc:docMk/>
            <pc:sldMk cId="883553990" sldId="1260"/>
            <ac:spMk id="3" creationId="{97990151-4EEA-4A6A-CED0-3A5128593E2C}"/>
          </ac:spMkLst>
        </pc:spChg>
        <pc:spChg chg="add mod">
          <ac:chgData name="Alexandre Quach" userId="03a3b9a4-365b-425e-bba9-a77346403bac" providerId="ADAL" clId="{A8F40F8F-2E51-4704-B575-34FED4A52750}" dt="2023-04-04T10:08:20.748" v="19644" actId="207"/>
          <ac:spMkLst>
            <pc:docMk/>
            <pc:sldMk cId="883553990" sldId="1260"/>
            <ac:spMk id="3" creationId="{D1ADF877-E334-83D7-2FEE-EC69B20013F4}"/>
          </ac:spMkLst>
        </pc:spChg>
        <pc:spChg chg="mod">
          <ac:chgData name="Alexandre Quach" userId="03a3b9a4-365b-425e-bba9-a77346403bac" providerId="ADAL" clId="{A8F40F8F-2E51-4704-B575-34FED4A52750}" dt="2023-04-04T10:07:28.148" v="19629" actId="1076"/>
          <ac:spMkLst>
            <pc:docMk/>
            <pc:sldMk cId="883553990" sldId="1260"/>
            <ac:spMk id="5" creationId="{3CB98EBC-E61B-F428-4160-1F819CB024A6}"/>
          </ac:spMkLst>
        </pc:spChg>
        <pc:spChg chg="mod">
          <ac:chgData name="Alexandre Quach" userId="03a3b9a4-365b-425e-bba9-a77346403bac" providerId="ADAL" clId="{A8F40F8F-2E51-4704-B575-34FED4A52750}" dt="2023-03-31T12:17:42.126" v="10972" actId="207"/>
          <ac:spMkLst>
            <pc:docMk/>
            <pc:sldMk cId="883553990" sldId="1260"/>
            <ac:spMk id="12" creationId="{80A12B6C-2A26-2972-30ED-2735657E331B}"/>
          </ac:spMkLst>
        </pc:spChg>
        <pc:spChg chg="mod">
          <ac:chgData name="Alexandre Quach" userId="03a3b9a4-365b-425e-bba9-a77346403bac" providerId="ADAL" clId="{A8F40F8F-2E51-4704-B575-34FED4A52750}" dt="2023-03-31T12:17:25.925" v="10968" actId="14100"/>
          <ac:spMkLst>
            <pc:docMk/>
            <pc:sldMk cId="883553990" sldId="1260"/>
            <ac:spMk id="13" creationId="{3F33C7BF-54E1-0D33-F8D4-47D4D70BD8D7}"/>
          </ac:spMkLst>
        </pc:spChg>
        <pc:spChg chg="mod">
          <ac:chgData name="Alexandre Quach" userId="03a3b9a4-365b-425e-bba9-a77346403bac" providerId="ADAL" clId="{A8F40F8F-2E51-4704-B575-34FED4A52750}" dt="2023-04-05T14:46:43.042" v="41450" actId="1076"/>
          <ac:spMkLst>
            <pc:docMk/>
            <pc:sldMk cId="883553990" sldId="1260"/>
            <ac:spMk id="14" creationId="{AD5A76B2-4BB0-B51A-0170-E0E54305E6F0}"/>
          </ac:spMkLst>
        </pc:spChg>
        <pc:spChg chg="add del mod topLvl">
          <ac:chgData name="Alexandre Quach" userId="03a3b9a4-365b-425e-bba9-a77346403bac" providerId="ADAL" clId="{A8F40F8F-2E51-4704-B575-34FED4A52750}" dt="2023-04-04T10:07:50.228" v="19635" actId="1076"/>
          <ac:spMkLst>
            <pc:docMk/>
            <pc:sldMk cId="883553990" sldId="1260"/>
            <ac:spMk id="30" creationId="{119A10AD-ED88-9FF0-0693-31B4E76AC795}"/>
          </ac:spMkLst>
        </pc:spChg>
        <pc:spChg chg="del">
          <ac:chgData name="Alexandre Quach" userId="03a3b9a4-365b-425e-bba9-a77346403bac" providerId="ADAL" clId="{A8F40F8F-2E51-4704-B575-34FED4A52750}" dt="2023-03-31T12:17:08.517" v="10961" actId="478"/>
          <ac:spMkLst>
            <pc:docMk/>
            <pc:sldMk cId="883553990" sldId="1260"/>
            <ac:spMk id="32" creationId="{E0EA65CA-C978-E2C9-0052-28ABAD6A9CA1}"/>
          </ac:spMkLst>
        </pc:spChg>
        <pc:spChg chg="del">
          <ac:chgData name="Alexandre Quach" userId="03a3b9a4-365b-425e-bba9-a77346403bac" providerId="ADAL" clId="{A8F40F8F-2E51-4704-B575-34FED4A52750}" dt="2023-03-31T12:17:08.517" v="10961" actId="478"/>
          <ac:spMkLst>
            <pc:docMk/>
            <pc:sldMk cId="883553990" sldId="1260"/>
            <ac:spMk id="33" creationId="{016CB7AA-AF1E-6626-0D36-A3E0E995EB45}"/>
          </ac:spMkLst>
        </pc:spChg>
        <pc:spChg chg="del">
          <ac:chgData name="Alexandre Quach" userId="03a3b9a4-365b-425e-bba9-a77346403bac" providerId="ADAL" clId="{A8F40F8F-2E51-4704-B575-34FED4A52750}" dt="2023-03-31T12:17:08.517" v="10961" actId="478"/>
          <ac:spMkLst>
            <pc:docMk/>
            <pc:sldMk cId="883553990" sldId="1260"/>
            <ac:spMk id="34" creationId="{BA49FB67-E280-F31C-71B9-E9D9076DF9E6}"/>
          </ac:spMkLst>
        </pc:spChg>
        <pc:spChg chg="del">
          <ac:chgData name="Alexandre Quach" userId="03a3b9a4-365b-425e-bba9-a77346403bac" providerId="ADAL" clId="{A8F40F8F-2E51-4704-B575-34FED4A52750}" dt="2023-03-31T12:17:08.517" v="10961" actId="478"/>
          <ac:spMkLst>
            <pc:docMk/>
            <pc:sldMk cId="883553990" sldId="1260"/>
            <ac:spMk id="35" creationId="{99F84E2F-CDD5-DAA5-A39E-650297DD4046}"/>
          </ac:spMkLst>
        </pc:spChg>
        <pc:grpChg chg="del">
          <ac:chgData name="Alexandre Quach" userId="03a3b9a4-365b-425e-bba9-a77346403bac" providerId="ADAL" clId="{A8F40F8F-2E51-4704-B575-34FED4A52750}" dt="2023-03-31T12:17:17.286" v="10965" actId="478"/>
          <ac:grpSpMkLst>
            <pc:docMk/>
            <pc:sldMk cId="883553990" sldId="1260"/>
            <ac:grpSpMk id="41" creationId="{6CA0E3E1-B6B2-0E62-08B3-769EF0B3F78A}"/>
          </ac:grpSpMkLst>
        </pc:grpChg>
        <pc:cxnChg chg="del mod">
          <ac:chgData name="Alexandre Quach" userId="03a3b9a4-365b-425e-bba9-a77346403bac" providerId="ADAL" clId="{A8F40F8F-2E51-4704-B575-34FED4A52750}" dt="2023-03-31T12:17:13.092" v="10962" actId="478"/>
          <ac:cxnSpMkLst>
            <pc:docMk/>
            <pc:sldMk cId="883553990" sldId="1260"/>
            <ac:cxnSpMk id="37" creationId="{609ADACA-E34D-4A95-51A1-F58DD33D20E8}"/>
          </ac:cxnSpMkLst>
        </pc:cxnChg>
        <pc:cxnChg chg="del mod">
          <ac:chgData name="Alexandre Quach" userId="03a3b9a4-365b-425e-bba9-a77346403bac" providerId="ADAL" clId="{A8F40F8F-2E51-4704-B575-34FED4A52750}" dt="2023-03-31T12:17:14.317" v="10963" actId="478"/>
          <ac:cxnSpMkLst>
            <pc:docMk/>
            <pc:sldMk cId="883553990" sldId="1260"/>
            <ac:cxnSpMk id="38" creationId="{1030DD74-BACB-6380-AF21-CBFD50AEB184}"/>
          </ac:cxnSpMkLst>
        </pc:cxnChg>
        <pc:cxnChg chg="del mod">
          <ac:chgData name="Alexandre Quach" userId="03a3b9a4-365b-425e-bba9-a77346403bac" providerId="ADAL" clId="{A8F40F8F-2E51-4704-B575-34FED4A52750}" dt="2023-03-31T12:17:15.606" v="10964" actId="478"/>
          <ac:cxnSpMkLst>
            <pc:docMk/>
            <pc:sldMk cId="883553990" sldId="1260"/>
            <ac:cxnSpMk id="39" creationId="{8FF7F860-E1CE-8ACD-7F8F-3C9DE3477BA6}"/>
          </ac:cxnSpMkLst>
        </pc:cxnChg>
        <pc:cxnChg chg="del mod topLvl">
          <ac:chgData name="Alexandre Quach" userId="03a3b9a4-365b-425e-bba9-a77346403bac" providerId="ADAL" clId="{A8F40F8F-2E51-4704-B575-34FED4A52750}" dt="2023-03-31T12:17:17.286" v="10965" actId="478"/>
          <ac:cxnSpMkLst>
            <pc:docMk/>
            <pc:sldMk cId="883553990" sldId="1260"/>
            <ac:cxnSpMk id="40" creationId="{DF65ED0E-C8C4-1FAB-BD0D-7B9BD6681DC6}"/>
          </ac:cxnSpMkLst>
        </pc:cxnChg>
      </pc:sldChg>
      <pc:sldChg chg="addSp delSp modSp new mod ord">
        <pc:chgData name="Alexandre Quach" userId="03a3b9a4-365b-425e-bba9-a77346403bac" providerId="ADAL" clId="{A8F40F8F-2E51-4704-B575-34FED4A52750}" dt="2023-04-05T09:04:07.315" v="28997" actId="20577"/>
        <pc:sldMkLst>
          <pc:docMk/>
          <pc:sldMk cId="2038216150" sldId="1261"/>
        </pc:sldMkLst>
        <pc:spChg chg="mod">
          <ac:chgData name="Alexandre Quach" userId="03a3b9a4-365b-425e-bba9-a77346403bac" providerId="ADAL" clId="{A8F40F8F-2E51-4704-B575-34FED4A52750}" dt="2023-04-04T13:49:37.605" v="27194" actId="14100"/>
          <ac:spMkLst>
            <pc:docMk/>
            <pc:sldMk cId="2038216150" sldId="1261"/>
            <ac:spMk id="2" creationId="{54F178F4-6618-0E2F-99C8-4B38A977A0CE}"/>
          </ac:spMkLst>
        </pc:spChg>
        <pc:spChg chg="del">
          <ac:chgData name="Alexandre Quach" userId="03a3b9a4-365b-425e-bba9-a77346403bac" providerId="ADAL" clId="{A8F40F8F-2E51-4704-B575-34FED4A52750}" dt="2023-04-03T08:45:57.821" v="11967" actId="3680"/>
          <ac:spMkLst>
            <pc:docMk/>
            <pc:sldMk cId="2038216150" sldId="1261"/>
            <ac:spMk id="3" creationId="{93E99BBB-765E-33BC-0415-3B64EB7A15A1}"/>
          </ac:spMkLst>
        </pc:spChg>
        <pc:spChg chg="add del mod">
          <ac:chgData name="Alexandre Quach" userId="03a3b9a4-365b-425e-bba9-a77346403bac" providerId="ADAL" clId="{A8F40F8F-2E51-4704-B575-34FED4A52750}" dt="2023-04-03T08:49:23.137" v="12133" actId="478"/>
          <ac:spMkLst>
            <pc:docMk/>
            <pc:sldMk cId="2038216150" sldId="1261"/>
            <ac:spMk id="5" creationId="{44FFDE42-D831-1DDB-A5B7-171D64F6B983}"/>
          </ac:spMkLst>
        </pc:spChg>
        <pc:spChg chg="add del mod">
          <ac:chgData name="Alexandre Quach" userId="03a3b9a4-365b-425e-bba9-a77346403bac" providerId="ADAL" clId="{A8F40F8F-2E51-4704-B575-34FED4A52750}" dt="2023-04-03T08:49:23.137" v="12133" actId="478"/>
          <ac:spMkLst>
            <pc:docMk/>
            <pc:sldMk cId="2038216150" sldId="1261"/>
            <ac:spMk id="6" creationId="{C7B09F5E-EF28-7ABE-0481-97CBB8522048}"/>
          </ac:spMkLst>
        </pc:spChg>
        <pc:spChg chg="add del mod">
          <ac:chgData name="Alexandre Quach" userId="03a3b9a4-365b-425e-bba9-a77346403bac" providerId="ADAL" clId="{A8F40F8F-2E51-4704-B575-34FED4A52750}" dt="2023-04-03T08:49:23.137" v="12133" actId="478"/>
          <ac:spMkLst>
            <pc:docMk/>
            <pc:sldMk cId="2038216150" sldId="1261"/>
            <ac:spMk id="7" creationId="{C1212A90-63CC-A84F-D402-EBAB816E4A0D}"/>
          </ac:spMkLst>
        </pc:spChg>
        <pc:spChg chg="add del">
          <ac:chgData name="Alexandre Quach" userId="03a3b9a4-365b-425e-bba9-a77346403bac" providerId="ADAL" clId="{A8F40F8F-2E51-4704-B575-34FED4A52750}" dt="2023-04-03T09:07:09.077" v="12493" actId="21"/>
          <ac:spMkLst>
            <pc:docMk/>
            <pc:sldMk cId="2038216150" sldId="1261"/>
            <ac:spMk id="8" creationId="{A674746B-825B-87F0-03C8-8A42DB9DEEA3}"/>
          </ac:spMkLst>
        </pc:spChg>
        <pc:spChg chg="add mod">
          <ac:chgData name="Alexandre Quach" userId="03a3b9a4-365b-425e-bba9-a77346403bac" providerId="ADAL" clId="{A8F40F8F-2E51-4704-B575-34FED4A52750}" dt="2023-04-05T09:04:07.315" v="28997" actId="20577"/>
          <ac:spMkLst>
            <pc:docMk/>
            <pc:sldMk cId="2038216150" sldId="1261"/>
            <ac:spMk id="9" creationId="{ADC75C27-8FA6-797B-58FA-C49E4D0F5150}"/>
          </ac:spMkLst>
        </pc:spChg>
        <pc:spChg chg="add del mod ord">
          <ac:chgData name="Alexandre Quach" userId="03a3b9a4-365b-425e-bba9-a77346403bac" providerId="ADAL" clId="{A8F40F8F-2E51-4704-B575-34FED4A52750}" dt="2023-04-03T09:15:59.183" v="12637" actId="21"/>
          <ac:spMkLst>
            <pc:docMk/>
            <pc:sldMk cId="2038216150" sldId="1261"/>
            <ac:spMk id="10" creationId="{1CF9C00F-346D-208B-2EC1-01DE89B56D03}"/>
          </ac:spMkLst>
        </pc:spChg>
        <pc:spChg chg="add mod ord">
          <ac:chgData name="Alexandre Quach" userId="03a3b9a4-365b-425e-bba9-a77346403bac" providerId="ADAL" clId="{A8F40F8F-2E51-4704-B575-34FED4A52750}" dt="2023-04-03T12:51:09.661" v="13314" actId="207"/>
          <ac:spMkLst>
            <pc:docMk/>
            <pc:sldMk cId="2038216150" sldId="1261"/>
            <ac:spMk id="11" creationId="{294D9822-4717-A0CC-D2A3-B70AF80D1AA9}"/>
          </ac:spMkLst>
        </pc:spChg>
        <pc:spChg chg="add mod">
          <ac:chgData name="Alexandre Quach" userId="03a3b9a4-365b-425e-bba9-a77346403bac" providerId="ADAL" clId="{A8F40F8F-2E51-4704-B575-34FED4A52750}" dt="2023-04-03T17:00:22.068" v="15525" actId="14100"/>
          <ac:spMkLst>
            <pc:docMk/>
            <pc:sldMk cId="2038216150" sldId="1261"/>
            <ac:spMk id="12" creationId="{F67A4D38-55E0-A0F9-457E-85E3B884B067}"/>
          </ac:spMkLst>
        </pc:spChg>
        <pc:spChg chg="add mod">
          <ac:chgData name="Alexandre Quach" userId="03a3b9a4-365b-425e-bba9-a77346403bac" providerId="ADAL" clId="{A8F40F8F-2E51-4704-B575-34FED4A52750}" dt="2023-04-03T17:00:22.570" v="15526" actId="1076"/>
          <ac:spMkLst>
            <pc:docMk/>
            <pc:sldMk cId="2038216150" sldId="1261"/>
            <ac:spMk id="13" creationId="{B51ABADF-BCCF-FC1D-6152-DC2F7BB7CDEF}"/>
          </ac:spMkLst>
        </pc:spChg>
        <pc:graphicFrameChg chg="add mod ord modGraphic">
          <ac:chgData name="Alexandre Quach" userId="03a3b9a4-365b-425e-bba9-a77346403bac" providerId="ADAL" clId="{A8F40F8F-2E51-4704-B575-34FED4A52750}" dt="2023-04-03T12:51:17.863" v="13316" actId="207"/>
          <ac:graphicFrameMkLst>
            <pc:docMk/>
            <pc:sldMk cId="2038216150" sldId="1261"/>
            <ac:graphicFrameMk id="4" creationId="{75D44E04-D876-92F3-FFD3-838614DC2F0D}"/>
          </ac:graphicFrameMkLst>
        </pc:graphicFrameChg>
        <pc:cxnChg chg="add mod">
          <ac:chgData name="Alexandre Quach" userId="03a3b9a4-365b-425e-bba9-a77346403bac" providerId="ADAL" clId="{A8F40F8F-2E51-4704-B575-34FED4A52750}" dt="2023-04-03T17:00:22.570" v="15526" actId="1076"/>
          <ac:cxnSpMkLst>
            <pc:docMk/>
            <pc:sldMk cId="2038216150" sldId="1261"/>
            <ac:cxnSpMk id="14" creationId="{3815F8F3-4658-678D-9DA6-E68FA50A2D03}"/>
          </ac:cxnSpMkLst>
        </pc:cxnChg>
      </pc:sldChg>
      <pc:sldChg chg="addSp delSp modSp add mod ord">
        <pc:chgData name="Alexandre Quach" userId="03a3b9a4-365b-425e-bba9-a77346403bac" providerId="ADAL" clId="{A8F40F8F-2E51-4704-B575-34FED4A52750}" dt="2023-04-05T13:22:33.114" v="34637" actId="27636"/>
        <pc:sldMkLst>
          <pc:docMk/>
          <pc:sldMk cId="138341927" sldId="1262"/>
        </pc:sldMkLst>
        <pc:spChg chg="mod">
          <ac:chgData name="Alexandre Quach" userId="03a3b9a4-365b-425e-bba9-a77346403bac" providerId="ADAL" clId="{A8F40F8F-2E51-4704-B575-34FED4A52750}" dt="2023-04-04T11:09:30.646" v="23039" actId="20577"/>
          <ac:spMkLst>
            <pc:docMk/>
            <pc:sldMk cId="138341927" sldId="1262"/>
            <ac:spMk id="2" creationId="{54F178F4-6618-0E2F-99C8-4B38A977A0CE}"/>
          </ac:spMkLst>
        </pc:spChg>
        <pc:spChg chg="add del mod">
          <ac:chgData name="Alexandre Quach" userId="03a3b9a4-365b-425e-bba9-a77346403bac" providerId="ADAL" clId="{A8F40F8F-2E51-4704-B575-34FED4A52750}" dt="2023-04-03T09:07:16.610" v="12496" actId="21"/>
          <ac:spMkLst>
            <pc:docMk/>
            <pc:sldMk cId="138341927" sldId="1262"/>
            <ac:spMk id="3" creationId="{4694C498-4605-E8CA-4049-61EAD9B56DC0}"/>
          </ac:spMkLst>
        </pc:spChg>
        <pc:spChg chg="add mod">
          <ac:chgData name="Alexandre Quach" userId="03a3b9a4-365b-425e-bba9-a77346403bac" providerId="ADAL" clId="{A8F40F8F-2E51-4704-B575-34FED4A52750}" dt="2023-04-05T13:22:33.114" v="34637" actId="27636"/>
          <ac:spMkLst>
            <pc:docMk/>
            <pc:sldMk cId="138341927" sldId="1262"/>
            <ac:spMk id="3" creationId="{B73F086F-A63C-0E90-0A6E-158F7D32E7F2}"/>
          </ac:spMkLst>
        </pc:spChg>
        <pc:spChg chg="add del mod">
          <ac:chgData name="Alexandre Quach" userId="03a3b9a4-365b-425e-bba9-a77346403bac" providerId="ADAL" clId="{A8F40F8F-2E51-4704-B575-34FED4A52750}" dt="2023-04-03T09:07:42.028" v="12510" actId="21"/>
          <ac:spMkLst>
            <pc:docMk/>
            <pc:sldMk cId="138341927" sldId="1262"/>
            <ac:spMk id="5" creationId="{386E830C-1C13-FD03-2E77-01C622E80BD7}"/>
          </ac:spMkLst>
        </pc:spChg>
        <pc:spChg chg="add mod ord">
          <ac:chgData name="Alexandre Quach" userId="03a3b9a4-365b-425e-bba9-a77346403bac" providerId="ADAL" clId="{A8F40F8F-2E51-4704-B575-34FED4A52750}" dt="2023-04-03T12:51:23.411" v="13318" actId="207"/>
          <ac:spMkLst>
            <pc:docMk/>
            <pc:sldMk cId="138341927" sldId="1262"/>
            <ac:spMk id="6" creationId="{44521D9A-2040-D784-230C-CE7DF2B4E31C}"/>
          </ac:spMkLst>
        </pc:spChg>
        <pc:spChg chg="add mod">
          <ac:chgData name="Alexandre Quach" userId="03a3b9a4-365b-425e-bba9-a77346403bac" providerId="ADAL" clId="{A8F40F8F-2E51-4704-B575-34FED4A52750}" dt="2023-04-03T16:47:23.799" v="14436" actId="208"/>
          <ac:spMkLst>
            <pc:docMk/>
            <pc:sldMk cId="138341927" sldId="1262"/>
            <ac:spMk id="7" creationId="{BC26A0ED-4566-A29B-99E6-7032432B24BD}"/>
          </ac:spMkLst>
        </pc:spChg>
        <pc:spChg chg="add mod">
          <ac:chgData name="Alexandre Quach" userId="03a3b9a4-365b-425e-bba9-a77346403bac" providerId="ADAL" clId="{A8F40F8F-2E51-4704-B575-34FED4A52750}" dt="2023-04-03T12:34:25.018" v="13070" actId="14100"/>
          <ac:spMkLst>
            <pc:docMk/>
            <pc:sldMk cId="138341927" sldId="1262"/>
            <ac:spMk id="8" creationId="{7B287037-A660-B933-3E48-FC9151A0E935}"/>
          </ac:spMkLst>
        </pc:spChg>
        <pc:spChg chg="add mod">
          <ac:chgData name="Alexandre Quach" userId="03a3b9a4-365b-425e-bba9-a77346403bac" providerId="ADAL" clId="{A8F40F8F-2E51-4704-B575-34FED4A52750}" dt="2023-04-03T12:34:43.611" v="13093" actId="1076"/>
          <ac:spMkLst>
            <pc:docMk/>
            <pc:sldMk cId="138341927" sldId="1262"/>
            <ac:spMk id="9" creationId="{1FA783CF-BC2B-5CC6-9302-2858C36BDD71}"/>
          </ac:spMkLst>
        </pc:spChg>
        <pc:spChg chg="add mod">
          <ac:chgData name="Alexandre Quach" userId="03a3b9a4-365b-425e-bba9-a77346403bac" providerId="ADAL" clId="{A8F40F8F-2E51-4704-B575-34FED4A52750}" dt="2023-04-03T16:47:27.692" v="14437" actId="208"/>
          <ac:spMkLst>
            <pc:docMk/>
            <pc:sldMk cId="138341927" sldId="1262"/>
            <ac:spMk id="10" creationId="{39C4E7D4-0652-B0F8-C1D4-30301DF1D43E}"/>
          </ac:spMkLst>
        </pc:spChg>
        <pc:spChg chg="add mod">
          <ac:chgData name="Alexandre Quach" userId="03a3b9a4-365b-425e-bba9-a77346403bac" providerId="ADAL" clId="{A8F40F8F-2E51-4704-B575-34FED4A52750}" dt="2023-04-03T12:34:32.907" v="13073" actId="1076"/>
          <ac:spMkLst>
            <pc:docMk/>
            <pc:sldMk cId="138341927" sldId="1262"/>
            <ac:spMk id="11" creationId="{7B8236B6-4CA6-5AE5-8284-2F61EF466880}"/>
          </ac:spMkLst>
        </pc:spChg>
        <pc:spChg chg="add mod">
          <ac:chgData name="Alexandre Quach" userId="03a3b9a4-365b-425e-bba9-a77346403bac" providerId="ADAL" clId="{A8F40F8F-2E51-4704-B575-34FED4A52750}" dt="2023-04-03T12:34:39.620" v="13092" actId="20577"/>
          <ac:spMkLst>
            <pc:docMk/>
            <pc:sldMk cId="138341927" sldId="1262"/>
            <ac:spMk id="12" creationId="{3CEA9102-B5DD-07F5-2459-70BD876FE8BD}"/>
          </ac:spMkLst>
        </pc:spChg>
        <pc:spChg chg="add mod">
          <ac:chgData name="Alexandre Quach" userId="03a3b9a4-365b-425e-bba9-a77346403bac" providerId="ADAL" clId="{A8F40F8F-2E51-4704-B575-34FED4A52750}" dt="2023-04-03T16:51:27.276" v="14821" actId="6549"/>
          <ac:spMkLst>
            <pc:docMk/>
            <pc:sldMk cId="138341927" sldId="1262"/>
            <ac:spMk id="13" creationId="{AC4A763D-62CC-3C07-5617-83DAFD6CD616}"/>
          </ac:spMkLst>
        </pc:spChg>
        <pc:spChg chg="add mod">
          <ac:chgData name="Alexandre Quach" userId="03a3b9a4-365b-425e-bba9-a77346403bac" providerId="ADAL" clId="{A8F40F8F-2E51-4704-B575-34FED4A52750}" dt="2023-04-03T16:51:01.699" v="14764" actId="207"/>
          <ac:spMkLst>
            <pc:docMk/>
            <pc:sldMk cId="138341927" sldId="1262"/>
            <ac:spMk id="14" creationId="{E43BDC32-45D1-BD98-560F-A413CBC70143}"/>
          </ac:spMkLst>
        </pc:spChg>
        <pc:graphicFrameChg chg="mod modGraphic">
          <ac:chgData name="Alexandre Quach" userId="03a3b9a4-365b-425e-bba9-a77346403bac" providerId="ADAL" clId="{A8F40F8F-2E51-4704-B575-34FED4A52750}" dt="2023-04-03T12:51:21.825" v="13317" actId="207"/>
          <ac:graphicFrameMkLst>
            <pc:docMk/>
            <pc:sldMk cId="138341927" sldId="1262"/>
            <ac:graphicFrameMk id="4" creationId="{75D44E04-D876-92F3-FFD3-838614DC2F0D}"/>
          </ac:graphicFrameMkLst>
        </pc:graphicFrameChg>
        <pc:cxnChg chg="add mod">
          <ac:chgData name="Alexandre Quach" userId="03a3b9a4-365b-425e-bba9-a77346403bac" providerId="ADAL" clId="{A8F40F8F-2E51-4704-B575-34FED4A52750}" dt="2023-04-03T16:51:04.109" v="14765" actId="14100"/>
          <ac:cxnSpMkLst>
            <pc:docMk/>
            <pc:sldMk cId="138341927" sldId="1262"/>
            <ac:cxnSpMk id="15" creationId="{BB88F208-C4B9-F63D-7D22-8DA73865C222}"/>
          </ac:cxnSpMkLst>
        </pc:cxnChg>
      </pc:sldChg>
      <pc:sldChg chg="addSp delSp modSp add mod ord">
        <pc:chgData name="Alexandre Quach" userId="03a3b9a4-365b-425e-bba9-a77346403bac" providerId="ADAL" clId="{A8F40F8F-2E51-4704-B575-34FED4A52750}" dt="2023-04-05T09:30:43.163" v="30241" actId="1076"/>
        <pc:sldMkLst>
          <pc:docMk/>
          <pc:sldMk cId="1354648678" sldId="1263"/>
        </pc:sldMkLst>
        <pc:spChg chg="mod">
          <ac:chgData name="Alexandre Quach" userId="03a3b9a4-365b-425e-bba9-a77346403bac" providerId="ADAL" clId="{A8F40F8F-2E51-4704-B575-34FED4A52750}" dt="2023-04-05T09:12:10.550" v="29411" actId="14100"/>
          <ac:spMkLst>
            <pc:docMk/>
            <pc:sldMk cId="1354648678" sldId="1263"/>
            <ac:spMk id="2" creationId="{54F178F4-6618-0E2F-99C8-4B38A977A0CE}"/>
          </ac:spMkLst>
        </pc:spChg>
        <pc:spChg chg="add mod">
          <ac:chgData name="Alexandre Quach" userId="03a3b9a4-365b-425e-bba9-a77346403bac" providerId="ADAL" clId="{A8F40F8F-2E51-4704-B575-34FED4A52750}" dt="2023-04-05T09:30:43.163" v="30241" actId="1076"/>
          <ac:spMkLst>
            <pc:docMk/>
            <pc:sldMk cId="1354648678" sldId="1263"/>
            <ac:spMk id="3" creationId="{017AD24D-B3D7-B510-0DA8-F9A20D7A8800}"/>
          </ac:spMkLst>
        </pc:spChg>
        <pc:spChg chg="add del mod">
          <ac:chgData name="Alexandre Quach" userId="03a3b9a4-365b-425e-bba9-a77346403bac" providerId="ADAL" clId="{A8F40F8F-2E51-4704-B575-34FED4A52750}" dt="2023-04-03T09:07:33.948" v="12506" actId="21"/>
          <ac:spMkLst>
            <pc:docMk/>
            <pc:sldMk cId="1354648678" sldId="1263"/>
            <ac:spMk id="3" creationId="{689E4A06-0AFB-16F5-FC4E-4062B1D91008}"/>
          </ac:spMkLst>
        </pc:spChg>
        <pc:spChg chg="add mod ord">
          <ac:chgData name="Alexandre Quach" userId="03a3b9a4-365b-425e-bba9-a77346403bac" providerId="ADAL" clId="{A8F40F8F-2E51-4704-B575-34FED4A52750}" dt="2023-04-03T12:51:29.280" v="13320" actId="207"/>
          <ac:spMkLst>
            <pc:docMk/>
            <pc:sldMk cId="1354648678" sldId="1263"/>
            <ac:spMk id="5" creationId="{E08D294F-8008-6EAE-5181-91C5490662A6}"/>
          </ac:spMkLst>
        </pc:spChg>
        <pc:spChg chg="add mod">
          <ac:chgData name="Alexandre Quach" userId="03a3b9a4-365b-425e-bba9-a77346403bac" providerId="ADAL" clId="{A8F40F8F-2E51-4704-B575-34FED4A52750}" dt="2023-04-03T16:52:52.511" v="14922" actId="27636"/>
          <ac:spMkLst>
            <pc:docMk/>
            <pc:sldMk cId="1354648678" sldId="1263"/>
            <ac:spMk id="6" creationId="{9A1FAB9C-84D0-D7E7-DAAB-36EAB824A650}"/>
          </ac:spMkLst>
        </pc:spChg>
        <pc:spChg chg="add mod">
          <ac:chgData name="Alexandre Quach" userId="03a3b9a4-365b-425e-bba9-a77346403bac" providerId="ADAL" clId="{A8F40F8F-2E51-4704-B575-34FED4A52750}" dt="2023-04-03T16:52:33.782" v="14884" actId="207"/>
          <ac:spMkLst>
            <pc:docMk/>
            <pc:sldMk cId="1354648678" sldId="1263"/>
            <ac:spMk id="7" creationId="{6E13ECE8-EAE2-B3AA-E7E2-849DC0AF37DB}"/>
          </ac:spMkLst>
        </pc:spChg>
        <pc:spChg chg="add mod">
          <ac:chgData name="Alexandre Quach" userId="03a3b9a4-365b-425e-bba9-a77346403bac" providerId="ADAL" clId="{A8F40F8F-2E51-4704-B575-34FED4A52750}" dt="2023-04-03T17:11:50.373" v="16182" actId="571"/>
          <ac:spMkLst>
            <pc:docMk/>
            <pc:sldMk cId="1354648678" sldId="1263"/>
            <ac:spMk id="12" creationId="{B5F81585-270B-2E91-8677-8B5FFF72B0C0}"/>
          </ac:spMkLst>
        </pc:spChg>
        <pc:spChg chg="add mod">
          <ac:chgData name="Alexandre Quach" userId="03a3b9a4-365b-425e-bba9-a77346403bac" providerId="ADAL" clId="{A8F40F8F-2E51-4704-B575-34FED4A52750}" dt="2023-04-03T17:11:50.373" v="16182" actId="571"/>
          <ac:spMkLst>
            <pc:docMk/>
            <pc:sldMk cId="1354648678" sldId="1263"/>
            <ac:spMk id="13" creationId="{9342EE4C-A736-C149-9166-2D3F60DEFBF0}"/>
          </ac:spMkLst>
        </pc:spChg>
        <pc:graphicFrameChg chg="modGraphic">
          <ac:chgData name="Alexandre Quach" userId="03a3b9a4-365b-425e-bba9-a77346403bac" providerId="ADAL" clId="{A8F40F8F-2E51-4704-B575-34FED4A52750}" dt="2023-04-03T17:11:52.561" v="16184" actId="2162"/>
          <ac:graphicFrameMkLst>
            <pc:docMk/>
            <pc:sldMk cId="1354648678" sldId="1263"/>
            <ac:graphicFrameMk id="4" creationId="{75D44E04-D876-92F3-FFD3-838614DC2F0D}"/>
          </ac:graphicFrameMkLst>
        </pc:graphicFrameChg>
        <pc:cxnChg chg="add mod">
          <ac:chgData name="Alexandre Quach" userId="03a3b9a4-365b-425e-bba9-a77346403bac" providerId="ADAL" clId="{A8F40F8F-2E51-4704-B575-34FED4A52750}" dt="2023-04-03T16:52:43.204" v="14919" actId="14100"/>
          <ac:cxnSpMkLst>
            <pc:docMk/>
            <pc:sldMk cId="1354648678" sldId="1263"/>
            <ac:cxnSpMk id="8" creationId="{B62E7793-83A2-6828-BC2C-103102F05075}"/>
          </ac:cxnSpMkLst>
        </pc:cxnChg>
        <pc:cxnChg chg="add mod">
          <ac:chgData name="Alexandre Quach" userId="03a3b9a4-365b-425e-bba9-a77346403bac" providerId="ADAL" clId="{A8F40F8F-2E51-4704-B575-34FED4A52750}" dt="2023-04-03T17:11:50.373" v="16182" actId="571"/>
          <ac:cxnSpMkLst>
            <pc:docMk/>
            <pc:sldMk cId="1354648678" sldId="1263"/>
            <ac:cxnSpMk id="14" creationId="{5E596DCB-2833-1CA8-04D8-1D259D80BC17}"/>
          </ac:cxnSpMkLst>
        </pc:cxnChg>
      </pc:sldChg>
      <pc:sldChg chg="addSp delSp modSp add mod ord">
        <pc:chgData name="Alexandre Quach" userId="03a3b9a4-365b-425e-bba9-a77346403bac" providerId="ADAL" clId="{A8F40F8F-2E51-4704-B575-34FED4A52750}" dt="2023-04-05T09:43:47.527" v="30924" actId="20577"/>
        <pc:sldMkLst>
          <pc:docMk/>
          <pc:sldMk cId="3399037755" sldId="1264"/>
        </pc:sldMkLst>
        <pc:spChg chg="mod">
          <ac:chgData name="Alexandre Quach" userId="03a3b9a4-365b-425e-bba9-a77346403bac" providerId="ADAL" clId="{A8F40F8F-2E51-4704-B575-34FED4A52750}" dt="2023-04-04T13:50:21.007" v="27257" actId="20577"/>
          <ac:spMkLst>
            <pc:docMk/>
            <pc:sldMk cId="3399037755" sldId="1264"/>
            <ac:spMk id="2" creationId="{54F178F4-6618-0E2F-99C8-4B38A977A0CE}"/>
          </ac:spMkLst>
        </pc:spChg>
        <pc:spChg chg="add mod">
          <ac:chgData name="Alexandre Quach" userId="03a3b9a4-365b-425e-bba9-a77346403bac" providerId="ADAL" clId="{A8F40F8F-2E51-4704-B575-34FED4A52750}" dt="2023-04-05T09:43:47.527" v="30924" actId="20577"/>
          <ac:spMkLst>
            <pc:docMk/>
            <pc:sldMk cId="3399037755" sldId="1264"/>
            <ac:spMk id="3" creationId="{6582FAA2-6DA4-7941-0BA0-02A69DE2D9B9}"/>
          </ac:spMkLst>
        </pc:spChg>
        <pc:spChg chg="add del mod">
          <ac:chgData name="Alexandre Quach" userId="03a3b9a4-365b-425e-bba9-a77346403bac" providerId="ADAL" clId="{A8F40F8F-2E51-4704-B575-34FED4A52750}" dt="2023-04-03T09:07:54.346" v="12516" actId="21"/>
          <ac:spMkLst>
            <pc:docMk/>
            <pc:sldMk cId="3399037755" sldId="1264"/>
            <ac:spMk id="3" creationId="{74070A9D-E2E8-6A3E-853E-B18054754602}"/>
          </ac:spMkLst>
        </pc:spChg>
        <pc:spChg chg="add mod ord">
          <ac:chgData name="Alexandre Quach" userId="03a3b9a4-365b-425e-bba9-a77346403bac" providerId="ADAL" clId="{A8F40F8F-2E51-4704-B575-34FED4A52750}" dt="2023-04-03T12:51:36.256" v="13322" actId="207"/>
          <ac:spMkLst>
            <pc:docMk/>
            <pc:sldMk cId="3399037755" sldId="1264"/>
            <ac:spMk id="5" creationId="{A9871B7E-29C0-EEA3-A3D1-E3026ED14273}"/>
          </ac:spMkLst>
        </pc:spChg>
        <pc:spChg chg="add mod">
          <ac:chgData name="Alexandre Quach" userId="03a3b9a4-365b-425e-bba9-a77346403bac" providerId="ADAL" clId="{A8F40F8F-2E51-4704-B575-34FED4A52750}" dt="2023-04-03T16:47:19.923" v="14435" actId="208"/>
          <ac:spMkLst>
            <pc:docMk/>
            <pc:sldMk cId="3399037755" sldId="1264"/>
            <ac:spMk id="6" creationId="{33BD3710-0AEF-CD02-9427-582515FF66E9}"/>
          </ac:spMkLst>
        </pc:spChg>
        <pc:spChg chg="add mod">
          <ac:chgData name="Alexandre Quach" userId="03a3b9a4-365b-425e-bba9-a77346403bac" providerId="ADAL" clId="{A8F40F8F-2E51-4704-B575-34FED4A52750}" dt="2023-04-03T16:45:53.749" v="14394" actId="1076"/>
          <ac:spMkLst>
            <pc:docMk/>
            <pc:sldMk cId="3399037755" sldId="1264"/>
            <ac:spMk id="7" creationId="{F7B8BCF5-05AA-ABDB-7924-BA153BF61790}"/>
          </ac:spMkLst>
        </pc:spChg>
        <pc:spChg chg="add mod">
          <ac:chgData name="Alexandre Quach" userId="03a3b9a4-365b-425e-bba9-a77346403bac" providerId="ADAL" clId="{A8F40F8F-2E51-4704-B575-34FED4A52750}" dt="2023-04-03T16:47:10.584" v="14432" actId="1076"/>
          <ac:spMkLst>
            <pc:docMk/>
            <pc:sldMk cId="3399037755" sldId="1264"/>
            <ac:spMk id="8" creationId="{F083FF1F-0ECA-4EF0-EBC9-F569ACEAAA60}"/>
          </ac:spMkLst>
        </pc:spChg>
        <pc:spChg chg="add del mod">
          <ac:chgData name="Alexandre Quach" userId="03a3b9a4-365b-425e-bba9-a77346403bac" providerId="ADAL" clId="{A8F40F8F-2E51-4704-B575-34FED4A52750}" dt="2023-04-03T16:46:39.615" v="14424" actId="478"/>
          <ac:spMkLst>
            <pc:docMk/>
            <pc:sldMk cId="3399037755" sldId="1264"/>
            <ac:spMk id="9" creationId="{28895EF3-92CE-8B39-F7CB-6D3AA65B8535}"/>
          </ac:spMkLst>
        </pc:spChg>
        <pc:spChg chg="add del">
          <ac:chgData name="Alexandre Quach" userId="03a3b9a4-365b-425e-bba9-a77346403bac" providerId="ADAL" clId="{A8F40F8F-2E51-4704-B575-34FED4A52750}" dt="2023-04-03T16:46:46.238" v="14426" actId="478"/>
          <ac:spMkLst>
            <pc:docMk/>
            <pc:sldMk cId="3399037755" sldId="1264"/>
            <ac:spMk id="10" creationId="{2B6FDF16-B7C9-7066-7A55-C9124BC611EE}"/>
          </ac:spMkLst>
        </pc:spChg>
        <pc:spChg chg="add mod">
          <ac:chgData name="Alexandre Quach" userId="03a3b9a4-365b-425e-bba9-a77346403bac" providerId="ADAL" clId="{A8F40F8F-2E51-4704-B575-34FED4A52750}" dt="2023-04-03T16:47:37.248" v="14438" actId="207"/>
          <ac:spMkLst>
            <pc:docMk/>
            <pc:sldMk cId="3399037755" sldId="1264"/>
            <ac:spMk id="11" creationId="{E8FFBD5B-5474-BA27-B984-D30552208A11}"/>
          </ac:spMkLst>
        </pc:spChg>
        <pc:graphicFrameChg chg="modGraphic">
          <ac:chgData name="Alexandre Quach" userId="03a3b9a4-365b-425e-bba9-a77346403bac" providerId="ADAL" clId="{A8F40F8F-2E51-4704-B575-34FED4A52750}" dt="2023-04-03T16:45:59.891" v="14396" actId="21"/>
          <ac:graphicFrameMkLst>
            <pc:docMk/>
            <pc:sldMk cId="3399037755" sldId="1264"/>
            <ac:graphicFrameMk id="4" creationId="{75D44E04-D876-92F3-FFD3-838614DC2F0D}"/>
          </ac:graphicFrameMkLst>
        </pc:graphicFrameChg>
        <pc:cxnChg chg="add mod">
          <ac:chgData name="Alexandre Quach" userId="03a3b9a4-365b-425e-bba9-a77346403bac" providerId="ADAL" clId="{A8F40F8F-2E51-4704-B575-34FED4A52750}" dt="2023-04-03T16:47:19.923" v="14435" actId="208"/>
          <ac:cxnSpMkLst>
            <pc:docMk/>
            <pc:sldMk cId="3399037755" sldId="1264"/>
            <ac:cxnSpMk id="13" creationId="{0691D7C9-1DA6-DADD-57E9-7F83F2CDA202}"/>
          </ac:cxnSpMkLst>
        </pc:cxnChg>
      </pc:sldChg>
      <pc:sldChg chg="addSp delSp modSp add mod ord">
        <pc:chgData name="Alexandre Quach" userId="03a3b9a4-365b-425e-bba9-a77346403bac" providerId="ADAL" clId="{A8F40F8F-2E51-4704-B575-34FED4A52750}" dt="2023-04-05T14:50:58.029" v="41607" actId="20577"/>
        <pc:sldMkLst>
          <pc:docMk/>
          <pc:sldMk cId="1031532286" sldId="1265"/>
        </pc:sldMkLst>
        <pc:spChg chg="mod">
          <ac:chgData name="Alexandre Quach" userId="03a3b9a4-365b-425e-bba9-a77346403bac" providerId="ADAL" clId="{A8F40F8F-2E51-4704-B575-34FED4A52750}" dt="2023-04-05T14:50:58.029" v="41607" actId="20577"/>
          <ac:spMkLst>
            <pc:docMk/>
            <pc:sldMk cId="1031532286" sldId="1265"/>
            <ac:spMk id="2" creationId="{54F178F4-6618-0E2F-99C8-4B38A977A0CE}"/>
          </ac:spMkLst>
        </pc:spChg>
        <pc:spChg chg="add del mod">
          <ac:chgData name="Alexandre Quach" userId="03a3b9a4-365b-425e-bba9-a77346403bac" providerId="ADAL" clId="{A8F40F8F-2E51-4704-B575-34FED4A52750}" dt="2023-04-03T09:08:02.998" v="12522" actId="21"/>
          <ac:spMkLst>
            <pc:docMk/>
            <pc:sldMk cId="1031532286" sldId="1265"/>
            <ac:spMk id="3" creationId="{10ED0799-7D4E-426E-19EA-5267452EEBBA}"/>
          </ac:spMkLst>
        </pc:spChg>
        <pc:spChg chg="add mod">
          <ac:chgData name="Alexandre Quach" userId="03a3b9a4-365b-425e-bba9-a77346403bac" providerId="ADAL" clId="{A8F40F8F-2E51-4704-B575-34FED4A52750}" dt="2023-04-05T14:50:48.868" v="41591" actId="20577"/>
          <ac:spMkLst>
            <pc:docMk/>
            <pc:sldMk cId="1031532286" sldId="1265"/>
            <ac:spMk id="3" creationId="{7173CCFB-0EBB-E513-CBA2-4E00A9B05F59}"/>
          </ac:spMkLst>
        </pc:spChg>
        <pc:spChg chg="add mod ord">
          <ac:chgData name="Alexandre Quach" userId="03a3b9a4-365b-425e-bba9-a77346403bac" providerId="ADAL" clId="{A8F40F8F-2E51-4704-B575-34FED4A52750}" dt="2023-04-03T12:51:42.874" v="13324" actId="207"/>
          <ac:spMkLst>
            <pc:docMk/>
            <pc:sldMk cId="1031532286" sldId="1265"/>
            <ac:spMk id="5" creationId="{954926C9-1AB3-D7C3-0D1F-CDADF0FE77FE}"/>
          </ac:spMkLst>
        </pc:spChg>
        <pc:spChg chg="add mod">
          <ac:chgData name="Alexandre Quach" userId="03a3b9a4-365b-425e-bba9-a77346403bac" providerId="ADAL" clId="{A8F40F8F-2E51-4704-B575-34FED4A52750}" dt="2023-04-04T12:59:46.606" v="25107" actId="20577"/>
          <ac:spMkLst>
            <pc:docMk/>
            <pc:sldMk cId="1031532286" sldId="1265"/>
            <ac:spMk id="9" creationId="{34F8FC2E-CDA8-723B-598A-22A016F4D173}"/>
          </ac:spMkLst>
        </pc:spChg>
        <pc:spChg chg="add del mod">
          <ac:chgData name="Alexandre Quach" userId="03a3b9a4-365b-425e-bba9-a77346403bac" providerId="ADAL" clId="{A8F40F8F-2E51-4704-B575-34FED4A52750}" dt="2023-04-03T16:50:05.988" v="14721" actId="478"/>
          <ac:spMkLst>
            <pc:docMk/>
            <pc:sldMk cId="1031532286" sldId="1265"/>
            <ac:spMk id="10" creationId="{7B7D9165-D7ED-B58E-7D09-B6FFE4952E4D}"/>
          </ac:spMkLst>
        </pc:spChg>
        <pc:spChg chg="add mod">
          <ac:chgData name="Alexandre Quach" userId="03a3b9a4-365b-425e-bba9-a77346403bac" providerId="ADAL" clId="{A8F40F8F-2E51-4704-B575-34FED4A52750}" dt="2023-04-04T12:59:55.114" v="25119" actId="14100"/>
          <ac:spMkLst>
            <pc:docMk/>
            <pc:sldMk cId="1031532286" sldId="1265"/>
            <ac:spMk id="11" creationId="{9A066559-7CEC-4B3D-AC18-CE6F34E1675F}"/>
          </ac:spMkLst>
        </pc:spChg>
        <pc:spChg chg="add del">
          <ac:chgData name="Alexandre Quach" userId="03a3b9a4-365b-425e-bba9-a77346403bac" providerId="ADAL" clId="{A8F40F8F-2E51-4704-B575-34FED4A52750}" dt="2023-04-03T16:52:56.912" v="14924" actId="22"/>
          <ac:spMkLst>
            <pc:docMk/>
            <pc:sldMk cId="1031532286" sldId="1265"/>
            <ac:spMk id="13" creationId="{7AD8CDA9-5C08-C6E2-8EE8-47150B409856}"/>
          </ac:spMkLst>
        </pc:spChg>
        <pc:spChg chg="add mod">
          <ac:chgData name="Alexandre Quach" userId="03a3b9a4-365b-425e-bba9-a77346403bac" providerId="ADAL" clId="{A8F40F8F-2E51-4704-B575-34FED4A52750}" dt="2023-04-03T16:53:00.861" v="14925"/>
          <ac:spMkLst>
            <pc:docMk/>
            <pc:sldMk cId="1031532286" sldId="1265"/>
            <ac:spMk id="14" creationId="{F8BC9123-0281-3069-7FA2-4411AEDCA393}"/>
          </ac:spMkLst>
        </pc:spChg>
        <pc:spChg chg="add mod">
          <ac:chgData name="Alexandre Quach" userId="03a3b9a4-365b-425e-bba9-a77346403bac" providerId="ADAL" clId="{A8F40F8F-2E51-4704-B575-34FED4A52750}" dt="2023-04-03T16:53:05.746" v="14926" actId="207"/>
          <ac:spMkLst>
            <pc:docMk/>
            <pc:sldMk cId="1031532286" sldId="1265"/>
            <ac:spMk id="15" creationId="{7B50852B-25B6-6CD9-0465-6307572153F2}"/>
          </ac:spMkLst>
        </pc:spChg>
        <pc:graphicFrameChg chg="mod modGraphic">
          <ac:chgData name="Alexandre Quach" userId="03a3b9a4-365b-425e-bba9-a77346403bac" providerId="ADAL" clId="{A8F40F8F-2E51-4704-B575-34FED4A52750}" dt="2023-04-03T16:49:30.387" v="14665" actId="1076"/>
          <ac:graphicFrameMkLst>
            <pc:docMk/>
            <pc:sldMk cId="1031532286" sldId="1265"/>
            <ac:graphicFrameMk id="4" creationId="{75D44E04-D876-92F3-FFD3-838614DC2F0D}"/>
          </ac:graphicFrameMkLst>
        </pc:graphicFrameChg>
        <pc:picChg chg="add mod">
          <ac:chgData name="Alexandre Quach" userId="03a3b9a4-365b-425e-bba9-a77346403bac" providerId="ADAL" clId="{A8F40F8F-2E51-4704-B575-34FED4A52750}" dt="2023-04-03T16:53:26.257" v="14929" actId="207"/>
          <ac:picMkLst>
            <pc:docMk/>
            <pc:sldMk cId="1031532286" sldId="1265"/>
            <ac:picMk id="7" creationId="{5A499E31-8AFC-98B2-1AF7-615BD3BBD309}"/>
          </ac:picMkLst>
        </pc:picChg>
        <pc:picChg chg="add mod">
          <ac:chgData name="Alexandre Quach" userId="03a3b9a4-365b-425e-bba9-a77346403bac" providerId="ADAL" clId="{A8F40F8F-2E51-4704-B575-34FED4A52750}" dt="2023-04-03T16:53:22.732" v="14928" actId="207"/>
          <ac:picMkLst>
            <pc:docMk/>
            <pc:sldMk cId="1031532286" sldId="1265"/>
            <ac:picMk id="8" creationId="{157AB9A6-B45C-30CF-B557-E0FD39CBF9D6}"/>
          </ac:picMkLst>
        </pc:picChg>
        <pc:cxnChg chg="add mod">
          <ac:chgData name="Alexandre Quach" userId="03a3b9a4-365b-425e-bba9-a77346403bac" providerId="ADAL" clId="{A8F40F8F-2E51-4704-B575-34FED4A52750}" dt="2023-04-03T16:53:00.861" v="14925"/>
          <ac:cxnSpMkLst>
            <pc:docMk/>
            <pc:sldMk cId="1031532286" sldId="1265"/>
            <ac:cxnSpMk id="16" creationId="{D08C0A75-2C14-7DC9-74CF-E56887A0E72A}"/>
          </ac:cxnSpMkLst>
        </pc:cxnChg>
      </pc:sldChg>
      <pc:sldChg chg="addSp delSp modSp new mod ord modClrScheme chgLayout">
        <pc:chgData name="Alexandre Quach" userId="03a3b9a4-365b-425e-bba9-a77346403bac" providerId="ADAL" clId="{A8F40F8F-2E51-4704-B575-34FED4A52750}" dt="2023-04-04T09:33:35.047" v="19100" actId="20577"/>
        <pc:sldMkLst>
          <pc:docMk/>
          <pc:sldMk cId="1735614059" sldId="1266"/>
        </pc:sldMkLst>
        <pc:spChg chg="del mod ord">
          <ac:chgData name="Alexandre Quach" userId="03a3b9a4-365b-425e-bba9-a77346403bac" providerId="ADAL" clId="{A8F40F8F-2E51-4704-B575-34FED4A52750}" dt="2023-04-03T11:06:42.175" v="12678" actId="700"/>
          <ac:spMkLst>
            <pc:docMk/>
            <pc:sldMk cId="1735614059" sldId="1266"/>
            <ac:spMk id="2" creationId="{8A6F550F-76DA-2A82-CD67-516C3B608C2F}"/>
          </ac:spMkLst>
        </pc:spChg>
        <pc:spChg chg="del mod ord">
          <ac:chgData name="Alexandre Quach" userId="03a3b9a4-365b-425e-bba9-a77346403bac" providerId="ADAL" clId="{A8F40F8F-2E51-4704-B575-34FED4A52750}" dt="2023-04-03T11:06:42.175" v="12678" actId="700"/>
          <ac:spMkLst>
            <pc:docMk/>
            <pc:sldMk cId="1735614059" sldId="1266"/>
            <ac:spMk id="3" creationId="{7FCF16AA-BC63-91DB-D0FB-BBDBF4588AD2}"/>
          </ac:spMkLst>
        </pc:spChg>
        <pc:spChg chg="add mod ord">
          <ac:chgData name="Alexandre Quach" userId="03a3b9a4-365b-425e-bba9-a77346403bac" providerId="ADAL" clId="{A8F40F8F-2E51-4704-B575-34FED4A52750}" dt="2023-04-04T09:33:35.047" v="19100" actId="20577"/>
          <ac:spMkLst>
            <pc:docMk/>
            <pc:sldMk cId="1735614059" sldId="1266"/>
            <ac:spMk id="4" creationId="{1B31EBAE-B37C-0A43-22A0-E84D04D79610}"/>
          </ac:spMkLst>
        </pc:spChg>
        <pc:spChg chg="add mod ord">
          <ac:chgData name="Alexandre Quach" userId="03a3b9a4-365b-425e-bba9-a77346403bac" providerId="ADAL" clId="{A8F40F8F-2E51-4704-B575-34FED4A52750}" dt="2023-04-03T12:32:51.204" v="12995" actId="20577"/>
          <ac:spMkLst>
            <pc:docMk/>
            <pc:sldMk cId="1735614059" sldId="1266"/>
            <ac:spMk id="5" creationId="{DFE94C8B-7698-7CC6-BA6E-E57790BACE21}"/>
          </ac:spMkLst>
        </pc:spChg>
      </pc:sldChg>
      <pc:sldChg chg="addSp delSp modSp new mod ord modClrScheme chgLayout">
        <pc:chgData name="Alexandre Quach" userId="03a3b9a4-365b-425e-bba9-a77346403bac" providerId="ADAL" clId="{A8F40F8F-2E51-4704-B575-34FED4A52750}" dt="2023-04-04T09:33:11.563" v="19070"/>
        <pc:sldMkLst>
          <pc:docMk/>
          <pc:sldMk cId="1571971522" sldId="1267"/>
        </pc:sldMkLst>
        <pc:spChg chg="del mod ord">
          <ac:chgData name="Alexandre Quach" userId="03a3b9a4-365b-425e-bba9-a77346403bac" providerId="ADAL" clId="{A8F40F8F-2E51-4704-B575-34FED4A52750}" dt="2023-04-03T16:23:14.679" v="13605" actId="700"/>
          <ac:spMkLst>
            <pc:docMk/>
            <pc:sldMk cId="1571971522" sldId="1267"/>
            <ac:spMk id="2" creationId="{862B0261-EA8A-8C00-23DC-FDD76067248A}"/>
          </ac:spMkLst>
        </pc:spChg>
        <pc:spChg chg="del mod ord">
          <ac:chgData name="Alexandre Quach" userId="03a3b9a4-365b-425e-bba9-a77346403bac" providerId="ADAL" clId="{A8F40F8F-2E51-4704-B575-34FED4A52750}" dt="2023-04-03T16:23:14.679" v="13605" actId="700"/>
          <ac:spMkLst>
            <pc:docMk/>
            <pc:sldMk cId="1571971522" sldId="1267"/>
            <ac:spMk id="3" creationId="{97385E1E-9ABB-95CD-9ABC-73A2351AD41C}"/>
          </ac:spMkLst>
        </pc:spChg>
        <pc:spChg chg="add mod ord">
          <ac:chgData name="Alexandre Quach" userId="03a3b9a4-365b-425e-bba9-a77346403bac" providerId="ADAL" clId="{A8F40F8F-2E51-4704-B575-34FED4A52750}" dt="2023-04-03T16:41:04.559" v="14056" actId="20577"/>
          <ac:spMkLst>
            <pc:docMk/>
            <pc:sldMk cId="1571971522" sldId="1267"/>
            <ac:spMk id="4" creationId="{D298E8DB-3CD9-8D78-088F-2BAB323A021B}"/>
          </ac:spMkLst>
        </pc:spChg>
        <pc:spChg chg="add mod ord">
          <ac:chgData name="Alexandre Quach" userId="03a3b9a4-365b-425e-bba9-a77346403bac" providerId="ADAL" clId="{A8F40F8F-2E51-4704-B575-34FED4A52750}" dt="2023-04-03T17:19:45.241" v="16216" actId="554"/>
          <ac:spMkLst>
            <pc:docMk/>
            <pc:sldMk cId="1571971522" sldId="1267"/>
            <ac:spMk id="5" creationId="{F832DE5C-CC74-C42D-0B9B-929A68155139}"/>
          </ac:spMkLst>
        </pc:spChg>
        <pc:spChg chg="add mod">
          <ac:chgData name="Alexandre Quach" userId="03a3b9a4-365b-425e-bba9-a77346403bac" providerId="ADAL" clId="{A8F40F8F-2E51-4704-B575-34FED4A52750}" dt="2023-04-03T17:20:11.646" v="16218" actId="554"/>
          <ac:spMkLst>
            <pc:docMk/>
            <pc:sldMk cId="1571971522" sldId="1267"/>
            <ac:spMk id="8" creationId="{85727FE1-6423-BCD1-2095-0F5B2F3FEB67}"/>
          </ac:spMkLst>
        </pc:spChg>
        <pc:spChg chg="add mod">
          <ac:chgData name="Alexandre Quach" userId="03a3b9a4-365b-425e-bba9-a77346403bac" providerId="ADAL" clId="{A8F40F8F-2E51-4704-B575-34FED4A52750}" dt="2023-04-03T17:20:11.646" v="16218" actId="554"/>
          <ac:spMkLst>
            <pc:docMk/>
            <pc:sldMk cId="1571971522" sldId="1267"/>
            <ac:spMk id="9" creationId="{65C26028-41C0-9DA1-2BD8-051A1ADC93C3}"/>
          </ac:spMkLst>
        </pc:spChg>
        <pc:spChg chg="add mod">
          <ac:chgData name="Alexandre Quach" userId="03a3b9a4-365b-425e-bba9-a77346403bac" providerId="ADAL" clId="{A8F40F8F-2E51-4704-B575-34FED4A52750}" dt="2023-04-03T17:20:17.687" v="16219" actId="1076"/>
          <ac:spMkLst>
            <pc:docMk/>
            <pc:sldMk cId="1571971522" sldId="1267"/>
            <ac:spMk id="19" creationId="{31CF15CB-C5CF-0405-BB09-E98898D63BCC}"/>
          </ac:spMkLst>
        </pc:spChg>
        <pc:spChg chg="add mod">
          <ac:chgData name="Alexandre Quach" userId="03a3b9a4-365b-425e-bba9-a77346403bac" providerId="ADAL" clId="{A8F40F8F-2E51-4704-B575-34FED4A52750}" dt="2023-04-03T17:20:17.687" v="16219" actId="1076"/>
          <ac:spMkLst>
            <pc:docMk/>
            <pc:sldMk cId="1571971522" sldId="1267"/>
            <ac:spMk id="20" creationId="{298DE0FB-68F2-B54C-DED6-A7BB11891CFC}"/>
          </ac:spMkLst>
        </pc:spChg>
        <pc:spChg chg="add mod ord">
          <ac:chgData name="Alexandre Quach" userId="03a3b9a4-365b-425e-bba9-a77346403bac" providerId="ADAL" clId="{A8F40F8F-2E51-4704-B575-34FED4A52750}" dt="2023-04-03T17:05:58.938" v="15827" actId="1076"/>
          <ac:spMkLst>
            <pc:docMk/>
            <pc:sldMk cId="1571971522" sldId="1267"/>
            <ac:spMk id="22" creationId="{D991148C-142E-D3AC-DC63-03B6BBE8F824}"/>
          </ac:spMkLst>
        </pc:spChg>
        <pc:spChg chg="add mod">
          <ac:chgData name="Alexandre Quach" userId="03a3b9a4-365b-425e-bba9-a77346403bac" providerId="ADAL" clId="{A8F40F8F-2E51-4704-B575-34FED4A52750}" dt="2023-04-04T09:23:07.732" v="18836" actId="114"/>
          <ac:spMkLst>
            <pc:docMk/>
            <pc:sldMk cId="1571971522" sldId="1267"/>
            <ac:spMk id="23" creationId="{3F785201-1F21-1286-5EBE-A0A31CF1FB68}"/>
          </ac:spMkLst>
        </pc:spChg>
        <pc:graphicFrameChg chg="add mod modGraphic">
          <ac:chgData name="Alexandre Quach" userId="03a3b9a4-365b-425e-bba9-a77346403bac" providerId="ADAL" clId="{A8F40F8F-2E51-4704-B575-34FED4A52750}" dt="2023-04-03T17:06:23.343" v="15834" actId="14734"/>
          <ac:graphicFrameMkLst>
            <pc:docMk/>
            <pc:sldMk cId="1571971522" sldId="1267"/>
            <ac:graphicFrameMk id="6" creationId="{BE40511D-FE36-CE6E-2A4E-755E84F7431F}"/>
          </ac:graphicFrameMkLst>
        </pc:graphicFrameChg>
        <pc:graphicFrameChg chg="add del mod modGraphic">
          <ac:chgData name="Alexandre Quach" userId="03a3b9a4-365b-425e-bba9-a77346403bac" providerId="ADAL" clId="{A8F40F8F-2E51-4704-B575-34FED4A52750}" dt="2023-04-03T17:06:05.422" v="15828" actId="1076"/>
          <ac:graphicFrameMkLst>
            <pc:docMk/>
            <pc:sldMk cId="1571971522" sldId="1267"/>
            <ac:graphicFrameMk id="7" creationId="{47912DB8-FCD6-AADC-B2AC-539D39804C95}"/>
          </ac:graphicFrameMkLst>
        </pc:graphicFrameChg>
        <pc:graphicFrameChg chg="add mod modGraphic">
          <ac:chgData name="Alexandre Quach" userId="03a3b9a4-365b-425e-bba9-a77346403bac" providerId="ADAL" clId="{A8F40F8F-2E51-4704-B575-34FED4A52750}" dt="2023-04-03T17:05:58.938" v="15827" actId="1076"/>
          <ac:graphicFrameMkLst>
            <pc:docMk/>
            <pc:sldMk cId="1571971522" sldId="1267"/>
            <ac:graphicFrameMk id="18" creationId="{CAE9CC3D-DE76-41EF-A181-66BC34DE50D2}"/>
          </ac:graphicFrameMkLst>
        </pc:graphicFrameChg>
        <pc:picChg chg="add mod">
          <ac:chgData name="Alexandre Quach" userId="03a3b9a4-365b-425e-bba9-a77346403bac" providerId="ADAL" clId="{A8F40F8F-2E51-4704-B575-34FED4A52750}" dt="2023-04-03T17:20:11.646" v="16218" actId="554"/>
          <ac:picMkLst>
            <pc:docMk/>
            <pc:sldMk cId="1571971522" sldId="1267"/>
            <ac:picMk id="11" creationId="{FE2A9271-CE63-6071-E3A5-A50FC06CB251}"/>
          </ac:picMkLst>
        </pc:picChg>
        <pc:picChg chg="add mod">
          <ac:chgData name="Alexandre Quach" userId="03a3b9a4-365b-425e-bba9-a77346403bac" providerId="ADAL" clId="{A8F40F8F-2E51-4704-B575-34FED4A52750}" dt="2023-04-03T17:20:11.646" v="16218" actId="554"/>
          <ac:picMkLst>
            <pc:docMk/>
            <pc:sldMk cId="1571971522" sldId="1267"/>
            <ac:picMk id="13" creationId="{8921B4FB-FF94-FF01-7C36-AAAE0C283129}"/>
          </ac:picMkLst>
        </pc:picChg>
        <pc:picChg chg="add mod">
          <ac:chgData name="Alexandre Quach" userId="03a3b9a4-365b-425e-bba9-a77346403bac" providerId="ADAL" clId="{A8F40F8F-2E51-4704-B575-34FED4A52750}" dt="2023-04-03T17:19:45.241" v="16216" actId="554"/>
          <ac:picMkLst>
            <pc:docMk/>
            <pc:sldMk cId="1571971522" sldId="1267"/>
            <ac:picMk id="15" creationId="{29B1C98D-1C85-90D8-9A02-1225E8B21D01}"/>
          </ac:picMkLst>
        </pc:picChg>
        <pc:picChg chg="add mod">
          <ac:chgData name="Alexandre Quach" userId="03a3b9a4-365b-425e-bba9-a77346403bac" providerId="ADAL" clId="{A8F40F8F-2E51-4704-B575-34FED4A52750}" dt="2023-04-03T17:19:45.241" v="16216" actId="554"/>
          <ac:picMkLst>
            <pc:docMk/>
            <pc:sldMk cId="1571971522" sldId="1267"/>
            <ac:picMk id="17" creationId="{D8EA31D3-0074-D3E1-6A1E-CA00D53B4D20}"/>
          </ac:picMkLst>
        </pc:picChg>
        <pc:cxnChg chg="add mod">
          <ac:chgData name="Alexandre Quach" userId="03a3b9a4-365b-425e-bba9-a77346403bac" providerId="ADAL" clId="{A8F40F8F-2E51-4704-B575-34FED4A52750}" dt="2023-04-03T17:20:17.687" v="16219" actId="1076"/>
          <ac:cxnSpMkLst>
            <pc:docMk/>
            <pc:sldMk cId="1571971522" sldId="1267"/>
            <ac:cxnSpMk id="21" creationId="{5C5E45E7-87B2-B962-1205-202416D721D9}"/>
          </ac:cxnSpMkLst>
        </pc:cxnChg>
      </pc:sldChg>
      <pc:sldChg chg="addSp delSp modSp add mod ord">
        <pc:chgData name="Alexandre Quach" userId="03a3b9a4-365b-425e-bba9-a77346403bac" providerId="ADAL" clId="{A8F40F8F-2E51-4704-B575-34FED4A52750}" dt="2023-04-05T08:10:42.076" v="28082" actId="1076"/>
        <pc:sldMkLst>
          <pc:docMk/>
          <pc:sldMk cId="3458930441" sldId="1268"/>
        </pc:sldMkLst>
        <pc:spChg chg="add mod">
          <ac:chgData name="Alexandre Quach" userId="03a3b9a4-365b-425e-bba9-a77346403bac" providerId="ADAL" clId="{A8F40F8F-2E51-4704-B575-34FED4A52750}" dt="2023-04-05T08:10:42.076" v="28082" actId="1076"/>
          <ac:spMkLst>
            <pc:docMk/>
            <pc:sldMk cId="3458930441" sldId="1268"/>
            <ac:spMk id="4" creationId="{33DEDF31-BF15-28D0-D638-4A30B131B768}"/>
          </ac:spMkLst>
        </pc:spChg>
        <pc:spChg chg="mod">
          <ac:chgData name="Alexandre Quach" userId="03a3b9a4-365b-425e-bba9-a77346403bac" providerId="ADAL" clId="{A8F40F8F-2E51-4704-B575-34FED4A52750}" dt="2023-04-04T09:32:42.174" v="19064" actId="14100"/>
          <ac:spMkLst>
            <pc:docMk/>
            <pc:sldMk cId="3458930441" sldId="1268"/>
            <ac:spMk id="9" creationId="{5C6F2FF8-FEA8-9E29-FA23-1FDC3C7CDB38}"/>
          </ac:spMkLst>
        </pc:spChg>
        <pc:picChg chg="add mod">
          <ac:chgData name="Alexandre Quach" userId="03a3b9a4-365b-425e-bba9-a77346403bac" providerId="ADAL" clId="{A8F40F8F-2E51-4704-B575-34FED4A52750}" dt="2023-04-05T08:10:25.370" v="28071" actId="1076"/>
          <ac:picMkLst>
            <pc:docMk/>
            <pc:sldMk cId="3458930441" sldId="1268"/>
            <ac:picMk id="3" creationId="{DB26E030-4751-27F8-56C4-14FDCDAB0B12}"/>
          </ac:picMkLst>
        </pc:picChg>
        <pc:picChg chg="add del">
          <ac:chgData name="Alexandre Quach" userId="03a3b9a4-365b-425e-bba9-a77346403bac" providerId="ADAL" clId="{A8F40F8F-2E51-4704-B575-34FED4A52750}" dt="2023-04-04T09:09:35.357" v="18429" actId="478"/>
          <ac:picMkLst>
            <pc:docMk/>
            <pc:sldMk cId="3458930441" sldId="1268"/>
            <ac:picMk id="5" creationId="{CB0B5827-FF19-A501-148D-7484231D0B9C}"/>
          </ac:picMkLst>
        </pc:picChg>
      </pc:sldChg>
      <pc:sldChg chg="addSp delSp modSp add mod">
        <pc:chgData name="Alexandre Quach" userId="03a3b9a4-365b-425e-bba9-a77346403bac" providerId="ADAL" clId="{A8F40F8F-2E51-4704-B575-34FED4A52750}" dt="2023-04-05T08:13:41.272" v="28098" actId="20577"/>
        <pc:sldMkLst>
          <pc:docMk/>
          <pc:sldMk cId="3591389453" sldId="1269"/>
        </pc:sldMkLst>
        <pc:spChg chg="add mod">
          <ac:chgData name="Alexandre Quach" userId="03a3b9a4-365b-425e-bba9-a77346403bac" providerId="ADAL" clId="{A8F40F8F-2E51-4704-B575-34FED4A52750}" dt="2023-04-05T08:13:41.272" v="28098" actId="20577"/>
          <ac:spMkLst>
            <pc:docMk/>
            <pc:sldMk cId="3591389453" sldId="1269"/>
            <ac:spMk id="3" creationId="{786B0EDC-4EA1-8A04-E69A-FAB3000E04E5}"/>
          </ac:spMkLst>
        </pc:spChg>
        <pc:spChg chg="del">
          <ac:chgData name="Alexandre Quach" userId="03a3b9a4-365b-425e-bba9-a77346403bac" providerId="ADAL" clId="{A8F40F8F-2E51-4704-B575-34FED4A52750}" dt="2023-04-04T09:10:45.116" v="18468" actId="478"/>
          <ac:spMkLst>
            <pc:docMk/>
            <pc:sldMk cId="3591389453" sldId="1269"/>
            <ac:spMk id="9" creationId="{727BEA1C-5474-1754-B412-C8FA8759B3F9}"/>
          </ac:spMkLst>
        </pc:spChg>
        <pc:spChg chg="del">
          <ac:chgData name="Alexandre Quach" userId="03a3b9a4-365b-425e-bba9-a77346403bac" providerId="ADAL" clId="{A8F40F8F-2E51-4704-B575-34FED4A52750}" dt="2023-04-04T09:10:45.116" v="18468" actId="478"/>
          <ac:spMkLst>
            <pc:docMk/>
            <pc:sldMk cId="3591389453" sldId="1269"/>
            <ac:spMk id="10" creationId="{5CEFCA9F-5790-07DB-06CB-EE0CDB4E54C5}"/>
          </ac:spMkLst>
        </pc:spChg>
        <pc:spChg chg="add mod">
          <ac:chgData name="Alexandre Quach" userId="03a3b9a4-365b-425e-bba9-a77346403bac" providerId="ADAL" clId="{A8F40F8F-2E51-4704-B575-34FED4A52750}" dt="2023-04-04T13:13:30.567" v="25702" actId="1076"/>
          <ac:spMkLst>
            <pc:docMk/>
            <pc:sldMk cId="3591389453" sldId="1269"/>
            <ac:spMk id="11" creationId="{7DE9F793-3F36-1524-CDBE-A3E433A8199C}"/>
          </ac:spMkLst>
        </pc:spChg>
        <pc:spChg chg="del">
          <ac:chgData name="Alexandre Quach" userId="03a3b9a4-365b-425e-bba9-a77346403bac" providerId="ADAL" clId="{A8F40F8F-2E51-4704-B575-34FED4A52750}" dt="2023-04-04T09:10:45.116" v="18468" actId="478"/>
          <ac:spMkLst>
            <pc:docMk/>
            <pc:sldMk cId="3591389453" sldId="1269"/>
            <ac:spMk id="12" creationId="{D9501C28-282C-D1F3-8DF5-1A6FA681D500}"/>
          </ac:spMkLst>
        </pc:spChg>
        <pc:spChg chg="del">
          <ac:chgData name="Alexandre Quach" userId="03a3b9a4-365b-425e-bba9-a77346403bac" providerId="ADAL" clId="{A8F40F8F-2E51-4704-B575-34FED4A52750}" dt="2023-04-04T09:10:45.116" v="18468" actId="478"/>
          <ac:spMkLst>
            <pc:docMk/>
            <pc:sldMk cId="3591389453" sldId="1269"/>
            <ac:spMk id="13" creationId="{243F115F-622E-249B-B057-60A1CE024F61}"/>
          </ac:spMkLst>
        </pc:spChg>
        <pc:spChg chg="del">
          <ac:chgData name="Alexandre Quach" userId="03a3b9a4-365b-425e-bba9-a77346403bac" providerId="ADAL" clId="{A8F40F8F-2E51-4704-B575-34FED4A52750}" dt="2023-04-04T09:10:45.116" v="18468" actId="478"/>
          <ac:spMkLst>
            <pc:docMk/>
            <pc:sldMk cId="3591389453" sldId="1269"/>
            <ac:spMk id="14" creationId="{0B27D83B-BFA4-B67D-CDDA-8AC6F6A520DC}"/>
          </ac:spMkLst>
        </pc:spChg>
        <pc:spChg chg="del">
          <ac:chgData name="Alexandre Quach" userId="03a3b9a4-365b-425e-bba9-a77346403bac" providerId="ADAL" clId="{A8F40F8F-2E51-4704-B575-34FED4A52750}" dt="2023-04-04T09:10:45.116" v="18468" actId="478"/>
          <ac:spMkLst>
            <pc:docMk/>
            <pc:sldMk cId="3591389453" sldId="1269"/>
            <ac:spMk id="15" creationId="{8C4A45B5-3B5E-E64A-DDA7-EBDB20D5A8A5}"/>
          </ac:spMkLst>
        </pc:spChg>
        <pc:spChg chg="add mod">
          <ac:chgData name="Alexandre Quach" userId="03a3b9a4-365b-425e-bba9-a77346403bac" providerId="ADAL" clId="{A8F40F8F-2E51-4704-B575-34FED4A52750}" dt="2023-04-04T13:18:49.639" v="26278" actId="20577"/>
          <ac:spMkLst>
            <pc:docMk/>
            <pc:sldMk cId="3591389453" sldId="1269"/>
            <ac:spMk id="19" creationId="{317DF990-65F2-33B3-2459-DEC3E09EF4C4}"/>
          </ac:spMkLst>
        </pc:spChg>
        <pc:spChg chg="add mod">
          <ac:chgData name="Alexandre Quach" userId="03a3b9a4-365b-425e-bba9-a77346403bac" providerId="ADAL" clId="{A8F40F8F-2E51-4704-B575-34FED4A52750}" dt="2023-04-04T13:18:31.101" v="26219" actId="20577"/>
          <ac:spMkLst>
            <pc:docMk/>
            <pc:sldMk cId="3591389453" sldId="1269"/>
            <ac:spMk id="22" creationId="{E78AC3BE-E7C0-16A3-5EFD-862C402F6094}"/>
          </ac:spMkLst>
        </pc:spChg>
        <pc:spChg chg="mod">
          <ac:chgData name="Alexandre Quach" userId="03a3b9a4-365b-425e-bba9-a77346403bac" providerId="ADAL" clId="{A8F40F8F-2E51-4704-B575-34FED4A52750}" dt="2023-04-04T13:14:22.428" v="25775" actId="113"/>
          <ac:spMkLst>
            <pc:docMk/>
            <pc:sldMk cId="3591389453" sldId="1269"/>
            <ac:spMk id="48" creationId="{5F655389-9FF2-8EEE-EF4A-D5FBE115C687}"/>
          </ac:spMkLst>
        </pc:spChg>
        <pc:grpChg chg="del">
          <ac:chgData name="Alexandre Quach" userId="03a3b9a4-365b-425e-bba9-a77346403bac" providerId="ADAL" clId="{A8F40F8F-2E51-4704-B575-34FED4A52750}" dt="2023-04-04T09:10:45.116" v="18468" actId="478"/>
          <ac:grpSpMkLst>
            <pc:docMk/>
            <pc:sldMk cId="3591389453" sldId="1269"/>
            <ac:grpSpMk id="8" creationId="{995260BE-F328-47F4-10B2-E625B34ADA12}"/>
          </ac:grpSpMkLst>
        </pc:grpChg>
        <pc:graphicFrameChg chg="add mod modGraphic">
          <ac:chgData name="Alexandre Quach" userId="03a3b9a4-365b-425e-bba9-a77346403bac" providerId="ADAL" clId="{A8F40F8F-2E51-4704-B575-34FED4A52750}" dt="2023-04-04T14:27:42.039" v="28010" actId="20577"/>
          <ac:graphicFrameMkLst>
            <pc:docMk/>
            <pc:sldMk cId="3591389453" sldId="1269"/>
            <ac:graphicFrameMk id="16" creationId="{5B0D77B8-2E37-ACF1-5C62-9EA7B2F7782B}"/>
          </ac:graphicFrameMkLst>
        </pc:graphicFrameChg>
        <pc:picChg chg="add mod">
          <ac:chgData name="Alexandre Quach" userId="03a3b9a4-365b-425e-bba9-a77346403bac" providerId="ADAL" clId="{A8F40F8F-2E51-4704-B575-34FED4A52750}" dt="2023-04-05T08:13:38.375" v="28096"/>
          <ac:picMkLst>
            <pc:docMk/>
            <pc:sldMk cId="3591389453" sldId="1269"/>
            <ac:picMk id="2" creationId="{0122A8D6-CEC2-C421-6D09-FB28B0CD2789}"/>
          </ac:picMkLst>
        </pc:picChg>
        <pc:picChg chg="add mod">
          <ac:chgData name="Alexandre Quach" userId="03a3b9a4-365b-425e-bba9-a77346403bac" providerId="ADAL" clId="{A8F40F8F-2E51-4704-B575-34FED4A52750}" dt="2023-04-04T13:13:34.110" v="25703" actId="1076"/>
          <ac:picMkLst>
            <pc:docMk/>
            <pc:sldMk cId="3591389453" sldId="1269"/>
            <ac:picMk id="20" creationId="{1999CC9E-089A-5CC9-BF4E-E97C6AA86EA8}"/>
          </ac:picMkLst>
        </pc:picChg>
        <pc:picChg chg="add mod">
          <ac:chgData name="Alexandre Quach" userId="03a3b9a4-365b-425e-bba9-a77346403bac" providerId="ADAL" clId="{A8F40F8F-2E51-4704-B575-34FED4A52750}" dt="2023-04-04T13:13:50.391" v="25706" actId="1076"/>
          <ac:picMkLst>
            <pc:docMk/>
            <pc:sldMk cId="3591389453" sldId="1269"/>
            <ac:picMk id="21" creationId="{12801BFA-4E2B-3406-07AC-F1C6639AE224}"/>
          </ac:picMkLst>
        </pc:picChg>
        <pc:cxnChg chg="del mod">
          <ac:chgData name="Alexandre Quach" userId="03a3b9a4-365b-425e-bba9-a77346403bac" providerId="ADAL" clId="{A8F40F8F-2E51-4704-B575-34FED4A52750}" dt="2023-04-04T09:10:45.116" v="18468" actId="478"/>
          <ac:cxnSpMkLst>
            <pc:docMk/>
            <pc:sldMk cId="3591389453" sldId="1269"/>
            <ac:cxnSpMk id="17" creationId="{F09B73A6-3123-A193-D678-E9073991EF79}"/>
          </ac:cxnSpMkLst>
        </pc:cxnChg>
        <pc:cxnChg chg="del mod">
          <ac:chgData name="Alexandre Quach" userId="03a3b9a4-365b-425e-bba9-a77346403bac" providerId="ADAL" clId="{A8F40F8F-2E51-4704-B575-34FED4A52750}" dt="2023-04-04T09:10:45.116" v="18468" actId="478"/>
          <ac:cxnSpMkLst>
            <pc:docMk/>
            <pc:sldMk cId="3591389453" sldId="1269"/>
            <ac:cxnSpMk id="18" creationId="{24AE57BC-E0E4-C292-A978-75A65E03196F}"/>
          </ac:cxnSpMkLst>
        </pc:cxnChg>
        <pc:cxnChg chg="del mod">
          <ac:chgData name="Alexandre Quach" userId="03a3b9a4-365b-425e-bba9-a77346403bac" providerId="ADAL" clId="{A8F40F8F-2E51-4704-B575-34FED4A52750}" dt="2023-04-04T09:10:45.116" v="18468" actId="478"/>
          <ac:cxnSpMkLst>
            <pc:docMk/>
            <pc:sldMk cId="3591389453" sldId="1269"/>
            <ac:cxnSpMk id="23" creationId="{00EE4CB5-7072-D068-EDD3-3F299E75C975}"/>
          </ac:cxnSpMkLst>
        </pc:cxnChg>
        <pc:cxnChg chg="del mod">
          <ac:chgData name="Alexandre Quach" userId="03a3b9a4-365b-425e-bba9-a77346403bac" providerId="ADAL" clId="{A8F40F8F-2E51-4704-B575-34FED4A52750}" dt="2023-04-04T09:10:45.116" v="18468" actId="478"/>
          <ac:cxnSpMkLst>
            <pc:docMk/>
            <pc:sldMk cId="3591389453" sldId="1269"/>
            <ac:cxnSpMk id="26" creationId="{741B5964-A36D-61F2-9779-4ABE6E919899}"/>
          </ac:cxnSpMkLst>
        </pc:cxnChg>
        <pc:cxnChg chg="del mod">
          <ac:chgData name="Alexandre Quach" userId="03a3b9a4-365b-425e-bba9-a77346403bac" providerId="ADAL" clId="{A8F40F8F-2E51-4704-B575-34FED4A52750}" dt="2023-04-04T09:10:45.116" v="18468" actId="478"/>
          <ac:cxnSpMkLst>
            <pc:docMk/>
            <pc:sldMk cId="3591389453" sldId="1269"/>
            <ac:cxnSpMk id="29" creationId="{AD1257DE-2334-BE4D-CA36-A46F5BC3580E}"/>
          </ac:cxnSpMkLst>
        </pc:cxnChg>
      </pc:sldChg>
      <pc:sldChg chg="addSp delSp modSp add mod">
        <pc:chgData name="Alexandre Quach" userId="03a3b9a4-365b-425e-bba9-a77346403bac" providerId="ADAL" clId="{A8F40F8F-2E51-4704-B575-34FED4A52750}" dt="2023-04-05T08:12:46.930" v="28084" actId="20577"/>
        <pc:sldMkLst>
          <pc:docMk/>
          <pc:sldMk cId="3735261619" sldId="1270"/>
        </pc:sldMkLst>
        <pc:spChg chg="add mod">
          <ac:chgData name="Alexandre Quach" userId="03a3b9a4-365b-425e-bba9-a77346403bac" providerId="ADAL" clId="{A8F40F8F-2E51-4704-B575-34FED4A52750}" dt="2023-04-05T08:12:46.930" v="28084" actId="20577"/>
          <ac:spMkLst>
            <pc:docMk/>
            <pc:sldMk cId="3735261619" sldId="1270"/>
            <ac:spMk id="3" creationId="{A9E34C22-B506-3D85-F08D-04E62984ED3A}"/>
          </ac:spMkLst>
        </pc:spChg>
        <pc:spChg chg="mod">
          <ac:chgData name="Alexandre Quach" userId="03a3b9a4-365b-425e-bba9-a77346403bac" providerId="ADAL" clId="{A8F40F8F-2E51-4704-B575-34FED4A52750}" dt="2023-04-04T10:23:06.922" v="20212" actId="1076"/>
          <ac:spMkLst>
            <pc:docMk/>
            <pc:sldMk cId="3735261619" sldId="1270"/>
            <ac:spMk id="9" creationId="{727BEA1C-5474-1754-B412-C8FA8759B3F9}"/>
          </ac:spMkLst>
        </pc:spChg>
        <pc:spChg chg="add mod">
          <ac:chgData name="Alexandre Quach" userId="03a3b9a4-365b-425e-bba9-a77346403bac" providerId="ADAL" clId="{A8F40F8F-2E51-4704-B575-34FED4A52750}" dt="2023-04-04T10:23:55.377" v="20289" actId="20577"/>
          <ac:spMkLst>
            <pc:docMk/>
            <pc:sldMk cId="3735261619" sldId="1270"/>
            <ac:spMk id="10" creationId="{3CE09FFC-4166-DE25-C62E-8D399F520F13}"/>
          </ac:spMkLst>
        </pc:spChg>
        <pc:spChg chg="del">
          <ac:chgData name="Alexandre Quach" userId="03a3b9a4-365b-425e-bba9-a77346403bac" providerId="ADAL" clId="{A8F40F8F-2E51-4704-B575-34FED4A52750}" dt="2023-04-04T09:56:28.544" v="19326" actId="478"/>
          <ac:spMkLst>
            <pc:docMk/>
            <pc:sldMk cId="3735261619" sldId="1270"/>
            <ac:spMk id="11" creationId="{8D699081-68EF-1E57-ABEC-3D61ADB37EA5}"/>
          </ac:spMkLst>
        </pc:spChg>
        <pc:spChg chg="add mod">
          <ac:chgData name="Alexandre Quach" userId="03a3b9a4-365b-425e-bba9-a77346403bac" providerId="ADAL" clId="{A8F40F8F-2E51-4704-B575-34FED4A52750}" dt="2023-04-04T10:23:56.857" v="20290" actId="20577"/>
          <ac:spMkLst>
            <pc:docMk/>
            <pc:sldMk cId="3735261619" sldId="1270"/>
            <ac:spMk id="12" creationId="{B8C5AB6A-D49E-A927-A923-77FFECA18E89}"/>
          </ac:spMkLst>
        </pc:spChg>
        <pc:spChg chg="add mod">
          <ac:chgData name="Alexandre Quach" userId="03a3b9a4-365b-425e-bba9-a77346403bac" providerId="ADAL" clId="{A8F40F8F-2E51-4704-B575-34FED4A52750}" dt="2023-04-04T10:23:58.249" v="20291" actId="20577"/>
          <ac:spMkLst>
            <pc:docMk/>
            <pc:sldMk cId="3735261619" sldId="1270"/>
            <ac:spMk id="13" creationId="{FA189161-2948-B58B-AD1D-305EC88D693C}"/>
          </ac:spMkLst>
        </pc:spChg>
        <pc:spChg chg="add mod">
          <ac:chgData name="Alexandre Quach" userId="03a3b9a4-365b-425e-bba9-a77346403bac" providerId="ADAL" clId="{A8F40F8F-2E51-4704-B575-34FED4A52750}" dt="2023-04-04T10:23:59.658" v="20292" actId="20577"/>
          <ac:spMkLst>
            <pc:docMk/>
            <pc:sldMk cId="3735261619" sldId="1270"/>
            <ac:spMk id="14" creationId="{2B1E8632-C131-2468-318E-2D8259EC3A1B}"/>
          </ac:spMkLst>
        </pc:spChg>
        <pc:spChg chg="add mod">
          <ac:chgData name="Alexandre Quach" userId="03a3b9a4-365b-425e-bba9-a77346403bac" providerId="ADAL" clId="{A8F40F8F-2E51-4704-B575-34FED4A52750}" dt="2023-04-04T10:24:00.930" v="20293" actId="20577"/>
          <ac:spMkLst>
            <pc:docMk/>
            <pc:sldMk cId="3735261619" sldId="1270"/>
            <ac:spMk id="15" creationId="{BB7BE5F0-5B07-B61F-BF3C-204C36800C56}"/>
          </ac:spMkLst>
        </pc:spChg>
        <pc:spChg chg="del">
          <ac:chgData name="Alexandre Quach" userId="03a3b9a4-365b-425e-bba9-a77346403bac" providerId="ADAL" clId="{A8F40F8F-2E51-4704-B575-34FED4A52750}" dt="2023-04-04T09:56:28.544" v="19326" actId="478"/>
          <ac:spMkLst>
            <pc:docMk/>
            <pc:sldMk cId="3735261619" sldId="1270"/>
            <ac:spMk id="16" creationId="{628BCC82-9282-401D-4CF5-7D59616235F0}"/>
          </ac:spMkLst>
        </pc:spChg>
        <pc:spChg chg="add mod">
          <ac:chgData name="Alexandre Quach" userId="03a3b9a4-365b-425e-bba9-a77346403bac" providerId="ADAL" clId="{A8F40F8F-2E51-4704-B575-34FED4A52750}" dt="2023-04-04T10:24:03.186" v="20294" actId="20577"/>
          <ac:spMkLst>
            <pc:docMk/>
            <pc:sldMk cId="3735261619" sldId="1270"/>
            <ac:spMk id="17" creationId="{0AD98526-3968-EE47-921A-8E509F21100D}"/>
          </ac:spMkLst>
        </pc:spChg>
        <pc:spChg chg="add mod">
          <ac:chgData name="Alexandre Quach" userId="03a3b9a4-365b-425e-bba9-a77346403bac" providerId="ADAL" clId="{A8F40F8F-2E51-4704-B575-34FED4A52750}" dt="2023-04-04T10:24:05.457" v="20295" actId="20577"/>
          <ac:spMkLst>
            <pc:docMk/>
            <pc:sldMk cId="3735261619" sldId="1270"/>
            <ac:spMk id="18" creationId="{B0D339D2-7143-A68B-3720-656E9C2CC35D}"/>
          </ac:spMkLst>
        </pc:spChg>
        <pc:spChg chg="add mod">
          <ac:chgData name="Alexandre Quach" userId="03a3b9a4-365b-425e-bba9-a77346403bac" providerId="ADAL" clId="{A8F40F8F-2E51-4704-B575-34FED4A52750}" dt="2023-04-04T10:23:06.922" v="20212" actId="1076"/>
          <ac:spMkLst>
            <pc:docMk/>
            <pc:sldMk cId="3735261619" sldId="1270"/>
            <ac:spMk id="19" creationId="{E95B4538-9332-BF8D-F650-4940D1DAF2E3}"/>
          </ac:spMkLst>
        </pc:spChg>
        <pc:spChg chg="add mod">
          <ac:chgData name="Alexandre Quach" userId="03a3b9a4-365b-425e-bba9-a77346403bac" providerId="ADAL" clId="{A8F40F8F-2E51-4704-B575-34FED4A52750}" dt="2023-04-04T10:29:17.017" v="20371" actId="20577"/>
          <ac:spMkLst>
            <pc:docMk/>
            <pc:sldMk cId="3735261619" sldId="1270"/>
            <ac:spMk id="20" creationId="{AE29D581-6DC3-3C8E-B682-ADE88340FE7C}"/>
          </ac:spMkLst>
        </pc:spChg>
        <pc:spChg chg="add mod">
          <ac:chgData name="Alexandre Quach" userId="03a3b9a4-365b-425e-bba9-a77346403bac" providerId="ADAL" clId="{A8F40F8F-2E51-4704-B575-34FED4A52750}" dt="2023-04-04T10:29:23.899" v="20379" actId="20577"/>
          <ac:spMkLst>
            <pc:docMk/>
            <pc:sldMk cId="3735261619" sldId="1270"/>
            <ac:spMk id="21" creationId="{88F01CBE-5764-E2FF-EBD2-D8788D9F3E0F}"/>
          </ac:spMkLst>
        </pc:spChg>
        <pc:spChg chg="add mod">
          <ac:chgData name="Alexandre Quach" userId="03a3b9a4-365b-425e-bba9-a77346403bac" providerId="ADAL" clId="{A8F40F8F-2E51-4704-B575-34FED4A52750}" dt="2023-04-04T10:29:28.049" v="20387" actId="20577"/>
          <ac:spMkLst>
            <pc:docMk/>
            <pc:sldMk cId="3735261619" sldId="1270"/>
            <ac:spMk id="22" creationId="{9ED84D19-F700-4668-CEA3-3EBB85518910}"/>
          </ac:spMkLst>
        </pc:spChg>
        <pc:spChg chg="add mod">
          <ac:chgData name="Alexandre Quach" userId="03a3b9a4-365b-425e-bba9-a77346403bac" providerId="ADAL" clId="{A8F40F8F-2E51-4704-B575-34FED4A52750}" dt="2023-04-04T10:23:06.922" v="20212" actId="1076"/>
          <ac:spMkLst>
            <pc:docMk/>
            <pc:sldMk cId="3735261619" sldId="1270"/>
            <ac:spMk id="23" creationId="{430C6256-217A-7233-4306-3A1E946AD6FB}"/>
          </ac:spMkLst>
        </pc:spChg>
        <pc:spChg chg="add mod">
          <ac:chgData name="Alexandre Quach" userId="03a3b9a4-365b-425e-bba9-a77346403bac" providerId="ADAL" clId="{A8F40F8F-2E51-4704-B575-34FED4A52750}" dt="2023-04-04T10:23:53.049" v="20288" actId="1076"/>
          <ac:spMkLst>
            <pc:docMk/>
            <pc:sldMk cId="3735261619" sldId="1270"/>
            <ac:spMk id="24" creationId="{4DF571B0-A97A-05C1-462D-B6052537D53E}"/>
          </ac:spMkLst>
        </pc:spChg>
        <pc:spChg chg="add mod">
          <ac:chgData name="Alexandre Quach" userId="03a3b9a4-365b-425e-bba9-a77346403bac" providerId="ADAL" clId="{A8F40F8F-2E51-4704-B575-34FED4A52750}" dt="2023-04-04T11:15:44.349" v="23589" actId="6549"/>
          <ac:spMkLst>
            <pc:docMk/>
            <pc:sldMk cId="3735261619" sldId="1270"/>
            <ac:spMk id="26" creationId="{FCAEB3E7-5D51-090F-3345-FA3752626560}"/>
          </ac:spMkLst>
        </pc:spChg>
        <pc:spChg chg="add mod">
          <ac:chgData name="Alexandre Quach" userId="03a3b9a4-365b-425e-bba9-a77346403bac" providerId="ADAL" clId="{A8F40F8F-2E51-4704-B575-34FED4A52750}" dt="2023-04-04T10:27:59.848" v="20308" actId="14100"/>
          <ac:spMkLst>
            <pc:docMk/>
            <pc:sldMk cId="3735261619" sldId="1270"/>
            <ac:spMk id="31" creationId="{123B5257-6158-38AF-40C3-88D56E99BFB6}"/>
          </ac:spMkLst>
        </pc:spChg>
        <pc:spChg chg="add mod">
          <ac:chgData name="Alexandre Quach" userId="03a3b9a4-365b-425e-bba9-a77346403bac" providerId="ADAL" clId="{A8F40F8F-2E51-4704-B575-34FED4A52750}" dt="2023-04-04T10:28:01.111" v="20309" actId="571"/>
          <ac:spMkLst>
            <pc:docMk/>
            <pc:sldMk cId="3735261619" sldId="1270"/>
            <ac:spMk id="32" creationId="{AE1A6363-01B4-8CEB-0897-E61C798DCF26}"/>
          </ac:spMkLst>
        </pc:spChg>
        <pc:spChg chg="add mod">
          <ac:chgData name="Alexandre Quach" userId="03a3b9a4-365b-425e-bba9-a77346403bac" providerId="ADAL" clId="{A8F40F8F-2E51-4704-B575-34FED4A52750}" dt="2023-04-04T10:28:02.119" v="20310" actId="571"/>
          <ac:spMkLst>
            <pc:docMk/>
            <pc:sldMk cId="3735261619" sldId="1270"/>
            <ac:spMk id="33" creationId="{A2AD6F2B-BC27-9105-8EFF-3CC737D60869}"/>
          </ac:spMkLst>
        </pc:spChg>
        <pc:spChg chg="add mod">
          <ac:chgData name="Alexandre Quach" userId="03a3b9a4-365b-425e-bba9-a77346403bac" providerId="ADAL" clId="{A8F40F8F-2E51-4704-B575-34FED4A52750}" dt="2023-04-04T10:28:02.999" v="20311" actId="571"/>
          <ac:spMkLst>
            <pc:docMk/>
            <pc:sldMk cId="3735261619" sldId="1270"/>
            <ac:spMk id="34" creationId="{A3C0F1C0-FF5E-C7AD-77E8-85F8A7584F5F}"/>
          </ac:spMkLst>
        </pc:spChg>
        <pc:spChg chg="add mod">
          <ac:chgData name="Alexandre Quach" userId="03a3b9a4-365b-425e-bba9-a77346403bac" providerId="ADAL" clId="{A8F40F8F-2E51-4704-B575-34FED4A52750}" dt="2023-04-04T10:28:03.944" v="20312" actId="571"/>
          <ac:spMkLst>
            <pc:docMk/>
            <pc:sldMk cId="3735261619" sldId="1270"/>
            <ac:spMk id="35" creationId="{2C54AD68-2D58-CCF2-40F0-14178DE6613C}"/>
          </ac:spMkLst>
        </pc:spChg>
        <pc:spChg chg="add mod">
          <ac:chgData name="Alexandre Quach" userId="03a3b9a4-365b-425e-bba9-a77346403bac" providerId="ADAL" clId="{A8F40F8F-2E51-4704-B575-34FED4A52750}" dt="2023-04-04T10:28:05.231" v="20313" actId="571"/>
          <ac:spMkLst>
            <pc:docMk/>
            <pc:sldMk cId="3735261619" sldId="1270"/>
            <ac:spMk id="36" creationId="{660E9E73-1B07-428D-EB46-CA941A5A4A31}"/>
          </ac:spMkLst>
        </pc:spChg>
        <pc:spChg chg="add mod">
          <ac:chgData name="Alexandre Quach" userId="03a3b9a4-365b-425e-bba9-a77346403bac" providerId="ADAL" clId="{A8F40F8F-2E51-4704-B575-34FED4A52750}" dt="2023-04-04T10:28:06.615" v="20314" actId="571"/>
          <ac:spMkLst>
            <pc:docMk/>
            <pc:sldMk cId="3735261619" sldId="1270"/>
            <ac:spMk id="37" creationId="{18978583-02B6-613F-EC7D-EF30800C941D}"/>
          </ac:spMkLst>
        </pc:spChg>
        <pc:spChg chg="add mod">
          <ac:chgData name="Alexandre Quach" userId="03a3b9a4-365b-425e-bba9-a77346403bac" providerId="ADAL" clId="{A8F40F8F-2E51-4704-B575-34FED4A52750}" dt="2023-04-04T10:28:07.497" v="20315" actId="571"/>
          <ac:spMkLst>
            <pc:docMk/>
            <pc:sldMk cId="3735261619" sldId="1270"/>
            <ac:spMk id="38" creationId="{AFAF017E-9F6F-B933-3C4D-ECF9EC67AD17}"/>
          </ac:spMkLst>
        </pc:spChg>
        <pc:spChg chg="add mod">
          <ac:chgData name="Alexandre Quach" userId="03a3b9a4-365b-425e-bba9-a77346403bac" providerId="ADAL" clId="{A8F40F8F-2E51-4704-B575-34FED4A52750}" dt="2023-04-04T10:28:08.896" v="20316" actId="571"/>
          <ac:spMkLst>
            <pc:docMk/>
            <pc:sldMk cId="3735261619" sldId="1270"/>
            <ac:spMk id="39" creationId="{188D6436-E691-6098-6E1A-295909DF4514}"/>
          </ac:spMkLst>
        </pc:spChg>
        <pc:spChg chg="add mod">
          <ac:chgData name="Alexandre Quach" userId="03a3b9a4-365b-425e-bba9-a77346403bac" providerId="ADAL" clId="{A8F40F8F-2E51-4704-B575-34FED4A52750}" dt="2023-04-04T10:28:09.624" v="20317" actId="571"/>
          <ac:spMkLst>
            <pc:docMk/>
            <pc:sldMk cId="3735261619" sldId="1270"/>
            <ac:spMk id="40" creationId="{96830F91-4F83-6152-0596-D8CB7ED20AEE}"/>
          </ac:spMkLst>
        </pc:spChg>
        <pc:spChg chg="add mod">
          <ac:chgData name="Alexandre Quach" userId="03a3b9a4-365b-425e-bba9-a77346403bac" providerId="ADAL" clId="{A8F40F8F-2E51-4704-B575-34FED4A52750}" dt="2023-04-04T10:28:10.760" v="20318" actId="571"/>
          <ac:spMkLst>
            <pc:docMk/>
            <pc:sldMk cId="3735261619" sldId="1270"/>
            <ac:spMk id="41" creationId="{9935275C-2766-2B50-7FCD-A70122C62A37}"/>
          </ac:spMkLst>
        </pc:spChg>
        <pc:spChg chg="add mod">
          <ac:chgData name="Alexandre Quach" userId="03a3b9a4-365b-425e-bba9-a77346403bac" providerId="ADAL" clId="{A8F40F8F-2E51-4704-B575-34FED4A52750}" dt="2023-04-04T10:28:11.512" v="20319" actId="571"/>
          <ac:spMkLst>
            <pc:docMk/>
            <pc:sldMk cId="3735261619" sldId="1270"/>
            <ac:spMk id="42" creationId="{0D6C5486-C094-7B22-E092-F30BECAB7A4B}"/>
          </ac:spMkLst>
        </pc:spChg>
        <pc:spChg chg="add mod">
          <ac:chgData name="Alexandre Quach" userId="03a3b9a4-365b-425e-bba9-a77346403bac" providerId="ADAL" clId="{A8F40F8F-2E51-4704-B575-34FED4A52750}" dt="2023-04-04T10:28:12.248" v="20320" actId="571"/>
          <ac:spMkLst>
            <pc:docMk/>
            <pc:sldMk cId="3735261619" sldId="1270"/>
            <ac:spMk id="43" creationId="{36D3B516-DF1D-7F82-739E-12AA111958E8}"/>
          </ac:spMkLst>
        </pc:spChg>
        <pc:spChg chg="add mod">
          <ac:chgData name="Alexandre Quach" userId="03a3b9a4-365b-425e-bba9-a77346403bac" providerId="ADAL" clId="{A8F40F8F-2E51-4704-B575-34FED4A52750}" dt="2023-04-04T10:28:13.449" v="20321" actId="571"/>
          <ac:spMkLst>
            <pc:docMk/>
            <pc:sldMk cId="3735261619" sldId="1270"/>
            <ac:spMk id="44" creationId="{DCF659BD-9301-CEAA-616A-D7211A7FCE6A}"/>
          </ac:spMkLst>
        </pc:spChg>
        <pc:spChg chg="add mod">
          <ac:chgData name="Alexandre Quach" userId="03a3b9a4-365b-425e-bba9-a77346403bac" providerId="ADAL" clId="{A8F40F8F-2E51-4704-B575-34FED4A52750}" dt="2023-04-04T10:28:14.376" v="20322" actId="571"/>
          <ac:spMkLst>
            <pc:docMk/>
            <pc:sldMk cId="3735261619" sldId="1270"/>
            <ac:spMk id="45" creationId="{55B79D1D-4370-8A1B-66A5-E28408E79781}"/>
          </ac:spMkLst>
        </pc:spChg>
        <pc:spChg chg="add mod">
          <ac:chgData name="Alexandre Quach" userId="03a3b9a4-365b-425e-bba9-a77346403bac" providerId="ADAL" clId="{A8F40F8F-2E51-4704-B575-34FED4A52750}" dt="2023-04-04T10:28:15.408" v="20323" actId="571"/>
          <ac:spMkLst>
            <pc:docMk/>
            <pc:sldMk cId="3735261619" sldId="1270"/>
            <ac:spMk id="46" creationId="{5E037138-B7F1-67FC-4029-B55E1034316D}"/>
          </ac:spMkLst>
        </pc:spChg>
        <pc:spChg chg="add mod">
          <ac:chgData name="Alexandre Quach" userId="03a3b9a4-365b-425e-bba9-a77346403bac" providerId="ADAL" clId="{A8F40F8F-2E51-4704-B575-34FED4A52750}" dt="2023-04-04T10:28:16.560" v="20324" actId="571"/>
          <ac:spMkLst>
            <pc:docMk/>
            <pc:sldMk cId="3735261619" sldId="1270"/>
            <ac:spMk id="47" creationId="{DA343E7A-BBC5-4F99-9A76-FEF4E6041365}"/>
          </ac:spMkLst>
        </pc:spChg>
        <pc:spChg chg="mod">
          <ac:chgData name="Alexandre Quach" userId="03a3b9a4-365b-425e-bba9-a77346403bac" providerId="ADAL" clId="{A8F40F8F-2E51-4704-B575-34FED4A52750}" dt="2023-04-04T12:52:44.393" v="24699" actId="113"/>
          <ac:spMkLst>
            <pc:docMk/>
            <pc:sldMk cId="3735261619" sldId="1270"/>
            <ac:spMk id="48" creationId="{5F655389-9FF2-8EEE-EF4A-D5FBE115C687}"/>
          </ac:spMkLst>
        </pc:spChg>
        <pc:spChg chg="add mod">
          <ac:chgData name="Alexandre Quach" userId="03a3b9a4-365b-425e-bba9-a77346403bac" providerId="ADAL" clId="{A8F40F8F-2E51-4704-B575-34FED4A52750}" dt="2023-04-04T10:28:17.559" v="20325" actId="571"/>
          <ac:spMkLst>
            <pc:docMk/>
            <pc:sldMk cId="3735261619" sldId="1270"/>
            <ac:spMk id="49" creationId="{63FA30AC-4661-D1FB-DDDB-055512F3F692}"/>
          </ac:spMkLst>
        </pc:spChg>
        <pc:spChg chg="add mod">
          <ac:chgData name="Alexandre Quach" userId="03a3b9a4-365b-425e-bba9-a77346403bac" providerId="ADAL" clId="{A8F40F8F-2E51-4704-B575-34FED4A52750}" dt="2023-04-04T10:28:18.224" v="20326" actId="571"/>
          <ac:spMkLst>
            <pc:docMk/>
            <pc:sldMk cId="3735261619" sldId="1270"/>
            <ac:spMk id="50" creationId="{E57D3788-760B-8300-F28F-D81E2C88A642}"/>
          </ac:spMkLst>
        </pc:spChg>
        <pc:spChg chg="add mod">
          <ac:chgData name="Alexandre Quach" userId="03a3b9a4-365b-425e-bba9-a77346403bac" providerId="ADAL" clId="{A8F40F8F-2E51-4704-B575-34FED4A52750}" dt="2023-04-04T10:28:18.968" v="20327" actId="571"/>
          <ac:spMkLst>
            <pc:docMk/>
            <pc:sldMk cId="3735261619" sldId="1270"/>
            <ac:spMk id="51" creationId="{2D8DC214-0E94-7C9F-593B-CFEC0562EF85}"/>
          </ac:spMkLst>
        </pc:spChg>
        <pc:spChg chg="add mod">
          <ac:chgData name="Alexandre Quach" userId="03a3b9a4-365b-425e-bba9-a77346403bac" providerId="ADAL" clId="{A8F40F8F-2E51-4704-B575-34FED4A52750}" dt="2023-04-04T10:29:03.881" v="20357" actId="1076"/>
          <ac:spMkLst>
            <pc:docMk/>
            <pc:sldMk cId="3735261619" sldId="1270"/>
            <ac:spMk id="52" creationId="{D397BA4C-CD67-F710-B85F-DCCBECCE451B}"/>
          </ac:spMkLst>
        </pc:spChg>
        <pc:spChg chg="add mod">
          <ac:chgData name="Alexandre Quach" userId="03a3b9a4-365b-425e-bba9-a77346403bac" providerId="ADAL" clId="{A8F40F8F-2E51-4704-B575-34FED4A52750}" dt="2023-04-04T10:28:20.482" v="20329" actId="571"/>
          <ac:spMkLst>
            <pc:docMk/>
            <pc:sldMk cId="3735261619" sldId="1270"/>
            <ac:spMk id="53" creationId="{88EB6DCA-1212-9E0F-33A2-CBE354611F7C}"/>
          </ac:spMkLst>
        </pc:spChg>
        <pc:spChg chg="add mod">
          <ac:chgData name="Alexandre Quach" userId="03a3b9a4-365b-425e-bba9-a77346403bac" providerId="ADAL" clId="{A8F40F8F-2E51-4704-B575-34FED4A52750}" dt="2023-04-04T10:28:21.176" v="20330" actId="571"/>
          <ac:spMkLst>
            <pc:docMk/>
            <pc:sldMk cId="3735261619" sldId="1270"/>
            <ac:spMk id="54" creationId="{08897535-A411-FD23-22E3-C9E5E425399F}"/>
          </ac:spMkLst>
        </pc:spChg>
        <pc:spChg chg="add mod">
          <ac:chgData name="Alexandre Quach" userId="03a3b9a4-365b-425e-bba9-a77346403bac" providerId="ADAL" clId="{A8F40F8F-2E51-4704-B575-34FED4A52750}" dt="2023-04-04T10:28:22.746" v="20331" actId="571"/>
          <ac:spMkLst>
            <pc:docMk/>
            <pc:sldMk cId="3735261619" sldId="1270"/>
            <ac:spMk id="55" creationId="{9AE0FB04-F447-0328-DD18-FCBEA824FEA7}"/>
          </ac:spMkLst>
        </pc:spChg>
        <pc:spChg chg="add mod">
          <ac:chgData name="Alexandre Quach" userId="03a3b9a4-365b-425e-bba9-a77346403bac" providerId="ADAL" clId="{A8F40F8F-2E51-4704-B575-34FED4A52750}" dt="2023-04-04T10:28:23.608" v="20332" actId="571"/>
          <ac:spMkLst>
            <pc:docMk/>
            <pc:sldMk cId="3735261619" sldId="1270"/>
            <ac:spMk id="56" creationId="{C88B5901-43D2-1422-09AA-6DA0F0FBB27F}"/>
          </ac:spMkLst>
        </pc:spChg>
        <pc:spChg chg="add mod">
          <ac:chgData name="Alexandre Quach" userId="03a3b9a4-365b-425e-bba9-a77346403bac" providerId="ADAL" clId="{A8F40F8F-2E51-4704-B575-34FED4A52750}" dt="2023-04-04T10:28:25.048" v="20333" actId="571"/>
          <ac:spMkLst>
            <pc:docMk/>
            <pc:sldMk cId="3735261619" sldId="1270"/>
            <ac:spMk id="57" creationId="{C7FA4E1D-39B8-4606-B68F-4FB1D11BC2F3}"/>
          </ac:spMkLst>
        </pc:spChg>
        <pc:spChg chg="add mod">
          <ac:chgData name="Alexandre Quach" userId="03a3b9a4-365b-425e-bba9-a77346403bac" providerId="ADAL" clId="{A8F40F8F-2E51-4704-B575-34FED4A52750}" dt="2023-04-04T10:28:25.935" v="20334" actId="571"/>
          <ac:spMkLst>
            <pc:docMk/>
            <pc:sldMk cId="3735261619" sldId="1270"/>
            <ac:spMk id="58" creationId="{E07B41FC-486A-F65C-0C89-F6C96D0D9C87}"/>
          </ac:spMkLst>
        </pc:spChg>
        <pc:spChg chg="add mod">
          <ac:chgData name="Alexandre Quach" userId="03a3b9a4-365b-425e-bba9-a77346403bac" providerId="ADAL" clId="{A8F40F8F-2E51-4704-B575-34FED4A52750}" dt="2023-04-04T10:28:26.623" v="20335" actId="571"/>
          <ac:spMkLst>
            <pc:docMk/>
            <pc:sldMk cId="3735261619" sldId="1270"/>
            <ac:spMk id="59" creationId="{7BBC0913-84AB-3E86-E714-5B3A3F9E8883}"/>
          </ac:spMkLst>
        </pc:spChg>
        <pc:spChg chg="add mod">
          <ac:chgData name="Alexandre Quach" userId="03a3b9a4-365b-425e-bba9-a77346403bac" providerId="ADAL" clId="{A8F40F8F-2E51-4704-B575-34FED4A52750}" dt="2023-04-04T10:28:27.912" v="20336" actId="571"/>
          <ac:spMkLst>
            <pc:docMk/>
            <pc:sldMk cId="3735261619" sldId="1270"/>
            <ac:spMk id="60" creationId="{9CB721B1-9501-4C62-E54D-83D2196A30ED}"/>
          </ac:spMkLst>
        </pc:spChg>
        <pc:spChg chg="add mod">
          <ac:chgData name="Alexandre Quach" userId="03a3b9a4-365b-425e-bba9-a77346403bac" providerId="ADAL" clId="{A8F40F8F-2E51-4704-B575-34FED4A52750}" dt="2023-04-04T10:28:28.552" v="20337" actId="571"/>
          <ac:spMkLst>
            <pc:docMk/>
            <pc:sldMk cId="3735261619" sldId="1270"/>
            <ac:spMk id="61" creationId="{6654FFB9-EF91-8BE6-7E61-22DD8F680E3A}"/>
          </ac:spMkLst>
        </pc:spChg>
        <pc:spChg chg="add mod">
          <ac:chgData name="Alexandre Quach" userId="03a3b9a4-365b-425e-bba9-a77346403bac" providerId="ADAL" clId="{A8F40F8F-2E51-4704-B575-34FED4A52750}" dt="2023-04-04T10:28:30.406" v="20339" actId="1076"/>
          <ac:spMkLst>
            <pc:docMk/>
            <pc:sldMk cId="3735261619" sldId="1270"/>
            <ac:spMk id="62" creationId="{F98961C3-5FE9-4114-38AA-566C020CA119}"/>
          </ac:spMkLst>
        </pc:spChg>
        <pc:spChg chg="add mod">
          <ac:chgData name="Alexandre Quach" userId="03a3b9a4-365b-425e-bba9-a77346403bac" providerId="ADAL" clId="{A8F40F8F-2E51-4704-B575-34FED4A52750}" dt="2023-04-04T10:28:31.033" v="20340" actId="571"/>
          <ac:spMkLst>
            <pc:docMk/>
            <pc:sldMk cId="3735261619" sldId="1270"/>
            <ac:spMk id="63" creationId="{94C5ADF6-873A-2906-D13B-D53A53BA4B0A}"/>
          </ac:spMkLst>
        </pc:spChg>
        <pc:spChg chg="add mod">
          <ac:chgData name="Alexandre Quach" userId="03a3b9a4-365b-425e-bba9-a77346403bac" providerId="ADAL" clId="{A8F40F8F-2E51-4704-B575-34FED4A52750}" dt="2023-04-04T10:28:31.720" v="20341" actId="571"/>
          <ac:spMkLst>
            <pc:docMk/>
            <pc:sldMk cId="3735261619" sldId="1270"/>
            <ac:spMk id="64" creationId="{C72F284E-9E52-BFD2-4732-9C319D87B9EC}"/>
          </ac:spMkLst>
        </pc:spChg>
        <pc:spChg chg="add mod">
          <ac:chgData name="Alexandre Quach" userId="03a3b9a4-365b-425e-bba9-a77346403bac" providerId="ADAL" clId="{A8F40F8F-2E51-4704-B575-34FED4A52750}" dt="2023-04-04T10:28:32.720" v="20342" actId="571"/>
          <ac:spMkLst>
            <pc:docMk/>
            <pc:sldMk cId="3735261619" sldId="1270"/>
            <ac:spMk id="65" creationId="{CB5848EA-E48D-812C-5B3A-146E95E9C777}"/>
          </ac:spMkLst>
        </pc:spChg>
        <pc:spChg chg="add mod">
          <ac:chgData name="Alexandre Quach" userId="03a3b9a4-365b-425e-bba9-a77346403bac" providerId="ADAL" clId="{A8F40F8F-2E51-4704-B575-34FED4A52750}" dt="2023-04-04T10:29:06.128" v="20358" actId="1076"/>
          <ac:spMkLst>
            <pc:docMk/>
            <pc:sldMk cId="3735261619" sldId="1270"/>
            <ac:spMk id="66" creationId="{AA87C4BB-BECD-458B-A7FB-EC6B7F0C98EC}"/>
          </ac:spMkLst>
        </pc:spChg>
        <pc:spChg chg="add mod">
          <ac:chgData name="Alexandre Quach" userId="03a3b9a4-365b-425e-bba9-a77346403bac" providerId="ADAL" clId="{A8F40F8F-2E51-4704-B575-34FED4A52750}" dt="2023-04-04T10:28:34.519" v="20344" actId="571"/>
          <ac:spMkLst>
            <pc:docMk/>
            <pc:sldMk cId="3735261619" sldId="1270"/>
            <ac:spMk id="67" creationId="{09AF7E79-84C1-65AB-3CD1-00F9A2C6EDCB}"/>
          </ac:spMkLst>
        </pc:spChg>
        <pc:spChg chg="add mod">
          <ac:chgData name="Alexandre Quach" userId="03a3b9a4-365b-425e-bba9-a77346403bac" providerId="ADAL" clId="{A8F40F8F-2E51-4704-B575-34FED4A52750}" dt="2023-04-04T10:28:35.200" v="20345" actId="571"/>
          <ac:spMkLst>
            <pc:docMk/>
            <pc:sldMk cId="3735261619" sldId="1270"/>
            <ac:spMk id="68" creationId="{C97D21A4-751F-D510-E5E5-2E3CCE2FF3BD}"/>
          </ac:spMkLst>
        </pc:spChg>
        <pc:spChg chg="add mod">
          <ac:chgData name="Alexandre Quach" userId="03a3b9a4-365b-425e-bba9-a77346403bac" providerId="ADAL" clId="{A8F40F8F-2E51-4704-B575-34FED4A52750}" dt="2023-04-04T10:28:36.184" v="20346" actId="571"/>
          <ac:spMkLst>
            <pc:docMk/>
            <pc:sldMk cId="3735261619" sldId="1270"/>
            <ac:spMk id="69" creationId="{B04C04F3-A8F5-317E-1482-19707F181181}"/>
          </ac:spMkLst>
        </pc:spChg>
        <pc:spChg chg="add mod">
          <ac:chgData name="Alexandre Quach" userId="03a3b9a4-365b-425e-bba9-a77346403bac" providerId="ADAL" clId="{A8F40F8F-2E51-4704-B575-34FED4A52750}" dt="2023-04-04T10:28:37.511" v="20347" actId="571"/>
          <ac:spMkLst>
            <pc:docMk/>
            <pc:sldMk cId="3735261619" sldId="1270"/>
            <ac:spMk id="70" creationId="{008E985F-B626-719F-D1E9-7075A95355FD}"/>
          </ac:spMkLst>
        </pc:spChg>
        <pc:spChg chg="add mod">
          <ac:chgData name="Alexandre Quach" userId="03a3b9a4-365b-425e-bba9-a77346403bac" providerId="ADAL" clId="{A8F40F8F-2E51-4704-B575-34FED4A52750}" dt="2023-04-04T10:28:38.152" v="20348" actId="571"/>
          <ac:spMkLst>
            <pc:docMk/>
            <pc:sldMk cId="3735261619" sldId="1270"/>
            <ac:spMk id="71" creationId="{63599239-F9DA-121D-A310-394C77030431}"/>
          </ac:spMkLst>
        </pc:spChg>
        <pc:spChg chg="add mod">
          <ac:chgData name="Alexandre Quach" userId="03a3b9a4-365b-425e-bba9-a77346403bac" providerId="ADAL" clId="{A8F40F8F-2E51-4704-B575-34FED4A52750}" dt="2023-04-04T10:28:39.856" v="20349" actId="571"/>
          <ac:spMkLst>
            <pc:docMk/>
            <pc:sldMk cId="3735261619" sldId="1270"/>
            <ac:spMk id="72" creationId="{9B247540-25C5-DB1A-0B0C-FB15D332FB17}"/>
          </ac:spMkLst>
        </pc:spChg>
        <pc:spChg chg="add mod">
          <ac:chgData name="Alexandre Quach" userId="03a3b9a4-365b-425e-bba9-a77346403bac" providerId="ADAL" clId="{A8F40F8F-2E51-4704-B575-34FED4A52750}" dt="2023-04-04T10:28:40.520" v="20350" actId="571"/>
          <ac:spMkLst>
            <pc:docMk/>
            <pc:sldMk cId="3735261619" sldId="1270"/>
            <ac:spMk id="73" creationId="{B8DDBF27-680F-0CD1-1A67-E2E5BE628F70}"/>
          </ac:spMkLst>
        </pc:spChg>
        <pc:spChg chg="add mod">
          <ac:chgData name="Alexandre Quach" userId="03a3b9a4-365b-425e-bba9-a77346403bac" providerId="ADAL" clId="{A8F40F8F-2E51-4704-B575-34FED4A52750}" dt="2023-04-04T10:28:41.169" v="20351" actId="571"/>
          <ac:spMkLst>
            <pc:docMk/>
            <pc:sldMk cId="3735261619" sldId="1270"/>
            <ac:spMk id="74" creationId="{252D3CD4-E19E-8699-AECE-58E0E2BDAEBA}"/>
          </ac:spMkLst>
        </pc:spChg>
        <pc:spChg chg="add mod">
          <ac:chgData name="Alexandre Quach" userId="03a3b9a4-365b-425e-bba9-a77346403bac" providerId="ADAL" clId="{A8F40F8F-2E51-4704-B575-34FED4A52750}" dt="2023-04-04T10:28:42.097" v="20352" actId="571"/>
          <ac:spMkLst>
            <pc:docMk/>
            <pc:sldMk cId="3735261619" sldId="1270"/>
            <ac:spMk id="75" creationId="{D5E54162-7EBD-AECB-1172-45D8CC0D1B41}"/>
          </ac:spMkLst>
        </pc:spChg>
        <pc:spChg chg="add mod">
          <ac:chgData name="Alexandre Quach" userId="03a3b9a4-365b-425e-bba9-a77346403bac" providerId="ADAL" clId="{A8F40F8F-2E51-4704-B575-34FED4A52750}" dt="2023-04-04T10:28:42.872" v="20353" actId="571"/>
          <ac:spMkLst>
            <pc:docMk/>
            <pc:sldMk cId="3735261619" sldId="1270"/>
            <ac:spMk id="76" creationId="{5334A766-EF37-F066-92A4-1A788F55C9B2}"/>
          </ac:spMkLst>
        </pc:spChg>
        <pc:spChg chg="add mod">
          <ac:chgData name="Alexandre Quach" userId="03a3b9a4-365b-425e-bba9-a77346403bac" providerId="ADAL" clId="{A8F40F8F-2E51-4704-B575-34FED4A52750}" dt="2023-04-04T10:28:43.529" v="20354" actId="571"/>
          <ac:spMkLst>
            <pc:docMk/>
            <pc:sldMk cId="3735261619" sldId="1270"/>
            <ac:spMk id="77" creationId="{E755C713-85F8-FA6E-96E3-A930713A4042}"/>
          </ac:spMkLst>
        </pc:spChg>
        <pc:spChg chg="add mod">
          <ac:chgData name="Alexandre Quach" userId="03a3b9a4-365b-425e-bba9-a77346403bac" providerId="ADAL" clId="{A8F40F8F-2E51-4704-B575-34FED4A52750}" dt="2023-04-04T10:28:44.912" v="20355" actId="571"/>
          <ac:spMkLst>
            <pc:docMk/>
            <pc:sldMk cId="3735261619" sldId="1270"/>
            <ac:spMk id="78" creationId="{8E27A2D2-DBD9-51DB-BB88-39CBC8228F82}"/>
          </ac:spMkLst>
        </pc:spChg>
        <pc:spChg chg="add mod">
          <ac:chgData name="Alexandre Quach" userId="03a3b9a4-365b-425e-bba9-a77346403bac" providerId="ADAL" clId="{A8F40F8F-2E51-4704-B575-34FED4A52750}" dt="2023-04-04T10:28:47.360" v="20356" actId="571"/>
          <ac:spMkLst>
            <pc:docMk/>
            <pc:sldMk cId="3735261619" sldId="1270"/>
            <ac:spMk id="79" creationId="{6DA1CD06-22D6-583B-1D82-892F2426D376}"/>
          </ac:spMkLst>
        </pc:spChg>
        <pc:spChg chg="add mod">
          <ac:chgData name="Alexandre Quach" userId="03a3b9a4-365b-425e-bba9-a77346403bac" providerId="ADAL" clId="{A8F40F8F-2E51-4704-B575-34FED4A52750}" dt="2023-04-04T11:15:42.293" v="23588" actId="571"/>
          <ac:spMkLst>
            <pc:docMk/>
            <pc:sldMk cId="3735261619" sldId="1270"/>
            <ac:spMk id="80" creationId="{C2BE50D2-96A1-A630-445C-490AF7434011}"/>
          </ac:spMkLst>
        </pc:spChg>
        <pc:grpChg chg="del">
          <ac:chgData name="Alexandre Quach" userId="03a3b9a4-365b-425e-bba9-a77346403bac" providerId="ADAL" clId="{A8F40F8F-2E51-4704-B575-34FED4A52750}" dt="2023-04-04T09:56:28.544" v="19326" actId="478"/>
          <ac:grpSpMkLst>
            <pc:docMk/>
            <pc:sldMk cId="3735261619" sldId="1270"/>
            <ac:grpSpMk id="8" creationId="{995260BE-F328-47F4-10B2-E625B34ADA12}"/>
          </ac:grpSpMkLst>
        </pc:grpChg>
        <pc:picChg chg="add mod">
          <ac:chgData name="Alexandre Quach" userId="03a3b9a4-365b-425e-bba9-a77346403bac" providerId="ADAL" clId="{A8F40F8F-2E51-4704-B575-34FED4A52750}" dt="2023-04-05T08:12:43.968" v="28083"/>
          <ac:picMkLst>
            <pc:docMk/>
            <pc:sldMk cId="3735261619" sldId="1270"/>
            <ac:picMk id="2" creationId="{4A41CA3B-4B6C-3D64-8BB2-44B1141F4FD7}"/>
          </ac:picMkLst>
        </pc:picChg>
        <pc:picChg chg="add del mod">
          <ac:chgData name="Alexandre Quach" userId="03a3b9a4-365b-425e-bba9-a77346403bac" providerId="ADAL" clId="{A8F40F8F-2E51-4704-B575-34FED4A52750}" dt="2023-04-04T10:24:33.540" v="20300" actId="478"/>
          <ac:picMkLst>
            <pc:docMk/>
            <pc:sldMk cId="3735261619" sldId="1270"/>
            <ac:picMk id="27" creationId="{398A6E59-CF2A-B9EF-E4A3-07A4EBA439A2}"/>
          </ac:picMkLst>
        </pc:picChg>
        <pc:picChg chg="add del mod">
          <ac:chgData name="Alexandre Quach" userId="03a3b9a4-365b-425e-bba9-a77346403bac" providerId="ADAL" clId="{A8F40F8F-2E51-4704-B575-34FED4A52750}" dt="2023-04-04T10:24:33.540" v="20300" actId="478"/>
          <ac:picMkLst>
            <pc:docMk/>
            <pc:sldMk cId="3735261619" sldId="1270"/>
            <ac:picMk id="28" creationId="{9B797B97-AD69-6C60-90EE-867D79A679EA}"/>
          </ac:picMkLst>
        </pc:picChg>
        <pc:picChg chg="add mod">
          <ac:chgData name="Alexandre Quach" userId="03a3b9a4-365b-425e-bba9-a77346403bac" providerId="ADAL" clId="{A8F40F8F-2E51-4704-B575-34FED4A52750}" dt="2023-04-04T10:24:36.105" v="20301" actId="1076"/>
          <ac:picMkLst>
            <pc:docMk/>
            <pc:sldMk cId="3735261619" sldId="1270"/>
            <ac:picMk id="29" creationId="{904F25C2-7878-0BC5-D3F4-299B02AC8153}"/>
          </ac:picMkLst>
        </pc:picChg>
        <pc:picChg chg="add mod">
          <ac:chgData name="Alexandre Quach" userId="03a3b9a4-365b-425e-bba9-a77346403bac" providerId="ADAL" clId="{A8F40F8F-2E51-4704-B575-34FED4A52750}" dt="2023-04-04T10:24:38.312" v="20302" actId="1076"/>
          <ac:picMkLst>
            <pc:docMk/>
            <pc:sldMk cId="3735261619" sldId="1270"/>
            <ac:picMk id="30" creationId="{239049C1-2790-8821-E532-F0A33A02262C}"/>
          </ac:picMkLst>
        </pc:picChg>
      </pc:sldChg>
      <pc:sldChg chg="addSp delSp modSp new mod modClrScheme chgLayout">
        <pc:chgData name="Alexandre Quach" userId="03a3b9a4-365b-425e-bba9-a77346403bac" providerId="ADAL" clId="{A8F40F8F-2E51-4704-B575-34FED4A52750}" dt="2023-04-04T10:01:59.639" v="19559" actId="20577"/>
        <pc:sldMkLst>
          <pc:docMk/>
          <pc:sldMk cId="1233959400" sldId="1271"/>
        </pc:sldMkLst>
        <pc:spChg chg="del mod ord">
          <ac:chgData name="Alexandre Quach" userId="03a3b9a4-365b-425e-bba9-a77346403bac" providerId="ADAL" clId="{A8F40F8F-2E51-4704-B575-34FED4A52750}" dt="2023-04-04T10:01:33.673" v="19490" actId="700"/>
          <ac:spMkLst>
            <pc:docMk/>
            <pc:sldMk cId="1233959400" sldId="1271"/>
            <ac:spMk id="2" creationId="{BC46ECBF-21D4-31EF-1D2B-72B4F1EE104C}"/>
          </ac:spMkLst>
        </pc:spChg>
        <pc:spChg chg="del mod ord">
          <ac:chgData name="Alexandre Quach" userId="03a3b9a4-365b-425e-bba9-a77346403bac" providerId="ADAL" clId="{A8F40F8F-2E51-4704-B575-34FED4A52750}" dt="2023-04-04T10:01:33.673" v="19490" actId="700"/>
          <ac:spMkLst>
            <pc:docMk/>
            <pc:sldMk cId="1233959400" sldId="1271"/>
            <ac:spMk id="3" creationId="{8E775E6D-F2E3-8A77-0615-507F7DA440CC}"/>
          </ac:spMkLst>
        </pc:spChg>
        <pc:spChg chg="add mod ord">
          <ac:chgData name="Alexandre Quach" userId="03a3b9a4-365b-425e-bba9-a77346403bac" providerId="ADAL" clId="{A8F40F8F-2E51-4704-B575-34FED4A52750}" dt="2023-04-04T10:01:59.639" v="19559" actId="20577"/>
          <ac:spMkLst>
            <pc:docMk/>
            <pc:sldMk cId="1233959400" sldId="1271"/>
            <ac:spMk id="4" creationId="{412BA0CC-B576-B2B4-59A2-82DE86C72F3E}"/>
          </ac:spMkLst>
        </pc:spChg>
        <pc:spChg chg="add mod ord">
          <ac:chgData name="Alexandre Quach" userId="03a3b9a4-365b-425e-bba9-a77346403bac" providerId="ADAL" clId="{A8F40F8F-2E51-4704-B575-34FED4A52750}" dt="2023-04-04T10:01:33.673" v="19490" actId="700"/>
          <ac:spMkLst>
            <pc:docMk/>
            <pc:sldMk cId="1233959400" sldId="1271"/>
            <ac:spMk id="5" creationId="{4CC31B93-5A28-5418-7C25-5849A7427F0D}"/>
          </ac:spMkLst>
        </pc:spChg>
      </pc:sldChg>
      <pc:sldChg chg="delSp modSp add mod">
        <pc:chgData name="Alexandre Quach" userId="03a3b9a4-365b-425e-bba9-a77346403bac" providerId="ADAL" clId="{A8F40F8F-2E51-4704-B575-34FED4A52750}" dt="2023-04-04T10:02:40.849" v="19607" actId="20577"/>
        <pc:sldMkLst>
          <pc:docMk/>
          <pc:sldMk cId="1932322551" sldId="1272"/>
        </pc:sldMkLst>
        <pc:spChg chg="mod">
          <ac:chgData name="Alexandre Quach" userId="03a3b9a4-365b-425e-bba9-a77346403bac" providerId="ADAL" clId="{A8F40F8F-2E51-4704-B575-34FED4A52750}" dt="2023-04-04T10:02:40.849" v="19607" actId="20577"/>
          <ac:spMkLst>
            <pc:docMk/>
            <pc:sldMk cId="1932322551" sldId="1272"/>
            <ac:spMk id="2" creationId="{6C8C9F34-6D6F-207B-53A6-2E2E5FC62A48}"/>
          </ac:spMkLst>
        </pc:spChg>
        <pc:spChg chg="mod">
          <ac:chgData name="Alexandre Quach" userId="03a3b9a4-365b-425e-bba9-a77346403bac" providerId="ADAL" clId="{A8F40F8F-2E51-4704-B575-34FED4A52750}" dt="2023-04-04T10:02:26.945" v="19562" actId="1076"/>
          <ac:spMkLst>
            <pc:docMk/>
            <pc:sldMk cId="1932322551" sldId="1272"/>
            <ac:spMk id="3" creationId="{CA138C4B-804F-7908-BE5C-9FC24E513B51}"/>
          </ac:spMkLst>
        </pc:spChg>
        <pc:spChg chg="mod">
          <ac:chgData name="Alexandre Quach" userId="03a3b9a4-365b-425e-bba9-a77346403bac" providerId="ADAL" clId="{A8F40F8F-2E51-4704-B575-34FED4A52750}" dt="2023-04-04T10:02:26.945" v="19562" actId="1076"/>
          <ac:spMkLst>
            <pc:docMk/>
            <pc:sldMk cId="1932322551" sldId="1272"/>
            <ac:spMk id="6" creationId="{649A9B60-AB66-1410-B7F1-5C06E96070B3}"/>
          </ac:spMkLst>
        </pc:spChg>
        <pc:spChg chg="del">
          <ac:chgData name="Alexandre Quach" userId="03a3b9a4-365b-425e-bba9-a77346403bac" providerId="ADAL" clId="{A8F40F8F-2E51-4704-B575-34FED4A52750}" dt="2023-04-04T10:02:22.566" v="19561" actId="478"/>
          <ac:spMkLst>
            <pc:docMk/>
            <pc:sldMk cId="1932322551" sldId="1272"/>
            <ac:spMk id="7" creationId="{10D55E55-1221-10F0-D7F5-D6F523DF8EA4}"/>
          </ac:spMkLst>
        </pc:spChg>
        <pc:spChg chg="mod">
          <ac:chgData name="Alexandre Quach" userId="03a3b9a4-365b-425e-bba9-a77346403bac" providerId="ADAL" clId="{A8F40F8F-2E51-4704-B575-34FED4A52750}" dt="2023-04-04T10:02:26.945" v="19562" actId="1076"/>
          <ac:spMkLst>
            <pc:docMk/>
            <pc:sldMk cId="1932322551" sldId="1272"/>
            <ac:spMk id="8" creationId="{2F4AAF4F-0460-1AE4-91F3-E26D6A7BF119}"/>
          </ac:spMkLst>
        </pc:spChg>
        <pc:spChg chg="del">
          <ac:chgData name="Alexandre Quach" userId="03a3b9a4-365b-425e-bba9-a77346403bac" providerId="ADAL" clId="{A8F40F8F-2E51-4704-B575-34FED4A52750}" dt="2023-04-04T10:02:22.566" v="19561" actId="478"/>
          <ac:spMkLst>
            <pc:docMk/>
            <pc:sldMk cId="1932322551" sldId="1272"/>
            <ac:spMk id="10" creationId="{739753A5-4D07-0A9C-CE19-2B06D7C2A569}"/>
          </ac:spMkLst>
        </pc:spChg>
        <pc:spChg chg="del">
          <ac:chgData name="Alexandre Quach" userId="03a3b9a4-365b-425e-bba9-a77346403bac" providerId="ADAL" clId="{A8F40F8F-2E51-4704-B575-34FED4A52750}" dt="2023-04-04T10:02:22.566" v="19561" actId="478"/>
          <ac:spMkLst>
            <pc:docMk/>
            <pc:sldMk cId="1932322551" sldId="1272"/>
            <ac:spMk id="13" creationId="{55881914-C91F-985E-4E67-B9CA90B45CFF}"/>
          </ac:spMkLst>
        </pc:spChg>
      </pc:sldChg>
      <pc:sldChg chg="modSp add mod">
        <pc:chgData name="Alexandre Quach" userId="03a3b9a4-365b-425e-bba9-a77346403bac" providerId="ADAL" clId="{A8F40F8F-2E51-4704-B575-34FED4A52750}" dt="2023-04-04T10:09:19.845" v="19760" actId="6549"/>
        <pc:sldMkLst>
          <pc:docMk/>
          <pc:sldMk cId="2921730838" sldId="1273"/>
        </pc:sldMkLst>
        <pc:spChg chg="mod">
          <ac:chgData name="Alexandre Quach" userId="03a3b9a4-365b-425e-bba9-a77346403bac" providerId="ADAL" clId="{A8F40F8F-2E51-4704-B575-34FED4A52750}" dt="2023-04-04T10:09:19.845" v="19760" actId="6549"/>
          <ac:spMkLst>
            <pc:docMk/>
            <pc:sldMk cId="2921730838" sldId="1273"/>
            <ac:spMk id="2" creationId="{6C8C9F34-6D6F-207B-53A6-2E2E5FC62A48}"/>
          </ac:spMkLst>
        </pc:spChg>
        <pc:spChg chg="mod">
          <ac:chgData name="Alexandre Quach" userId="03a3b9a4-365b-425e-bba9-a77346403bac" providerId="ADAL" clId="{A8F40F8F-2E51-4704-B575-34FED4A52750}" dt="2023-04-04T10:07:15.484" v="19625" actId="14100"/>
          <ac:spMkLst>
            <pc:docMk/>
            <pc:sldMk cId="2921730838" sldId="1273"/>
            <ac:spMk id="5" creationId="{3CB98EBC-E61B-F428-4160-1F819CB024A6}"/>
          </ac:spMkLst>
        </pc:spChg>
      </pc:sldChg>
      <pc:sldChg chg="add del">
        <pc:chgData name="Alexandre Quach" userId="03a3b9a4-365b-425e-bba9-a77346403bac" providerId="ADAL" clId="{A8F40F8F-2E51-4704-B575-34FED4A52750}" dt="2023-04-04T10:18:56.373" v="20148" actId="2696"/>
        <pc:sldMkLst>
          <pc:docMk/>
          <pc:sldMk cId="1005810967" sldId="1274"/>
        </pc:sldMkLst>
      </pc:sldChg>
      <pc:sldChg chg="add">
        <pc:chgData name="Alexandre Quach" userId="03a3b9a4-365b-425e-bba9-a77346403bac" providerId="ADAL" clId="{A8F40F8F-2E51-4704-B575-34FED4A52750}" dt="2023-04-04T10:19:01.566" v="20149"/>
        <pc:sldMkLst>
          <pc:docMk/>
          <pc:sldMk cId="3537236181" sldId="1274"/>
        </pc:sldMkLst>
      </pc:sldChg>
      <pc:sldChg chg="add ord">
        <pc:chgData name="Alexandre Quach" userId="03a3b9a4-365b-425e-bba9-a77346403bac" providerId="ADAL" clId="{A8F40F8F-2E51-4704-B575-34FED4A52750}" dt="2023-04-04T10:20:49.391" v="20161"/>
        <pc:sldMkLst>
          <pc:docMk/>
          <pc:sldMk cId="2284184405" sldId="1275"/>
        </pc:sldMkLst>
      </pc:sldChg>
      <pc:sldChg chg="addSp delSp modSp new mod modAnim">
        <pc:chgData name="Alexandre Quach" userId="03a3b9a4-365b-425e-bba9-a77346403bac" providerId="ADAL" clId="{A8F40F8F-2E51-4704-B575-34FED4A52750}" dt="2023-04-04T14:20:37.477" v="27660" actId="14100"/>
        <pc:sldMkLst>
          <pc:docMk/>
          <pc:sldMk cId="4180850329" sldId="1276"/>
        </pc:sldMkLst>
        <pc:spChg chg="mod">
          <ac:chgData name="Alexandre Quach" userId="03a3b9a4-365b-425e-bba9-a77346403bac" providerId="ADAL" clId="{A8F40F8F-2E51-4704-B575-34FED4A52750}" dt="2023-04-04T10:39:54.709" v="21301" actId="20577"/>
          <ac:spMkLst>
            <pc:docMk/>
            <pc:sldMk cId="4180850329" sldId="1276"/>
            <ac:spMk id="2" creationId="{B1571B85-D56E-FDB2-9353-0095EEEA3C00}"/>
          </ac:spMkLst>
        </pc:spChg>
        <pc:spChg chg="mod">
          <ac:chgData name="Alexandre Quach" userId="03a3b9a4-365b-425e-bba9-a77346403bac" providerId="ADAL" clId="{A8F40F8F-2E51-4704-B575-34FED4A52750}" dt="2023-04-04T14:20:18.078" v="27629" actId="14100"/>
          <ac:spMkLst>
            <pc:docMk/>
            <pc:sldMk cId="4180850329" sldId="1276"/>
            <ac:spMk id="3" creationId="{59A207E4-1F35-D855-9D9F-58C7533B640E}"/>
          </ac:spMkLst>
        </pc:spChg>
        <pc:spChg chg="add mod">
          <ac:chgData name="Alexandre Quach" userId="03a3b9a4-365b-425e-bba9-a77346403bac" providerId="ADAL" clId="{A8F40F8F-2E51-4704-B575-34FED4A52750}" dt="2023-04-04T14:20:18.078" v="27629" actId="14100"/>
          <ac:spMkLst>
            <pc:docMk/>
            <pc:sldMk cId="4180850329" sldId="1276"/>
            <ac:spMk id="4" creationId="{129589B1-1D43-FC7C-8DA8-3C3EBD95FDD7}"/>
          </ac:spMkLst>
        </pc:spChg>
        <pc:spChg chg="add del">
          <ac:chgData name="Alexandre Quach" userId="03a3b9a4-365b-425e-bba9-a77346403bac" providerId="ADAL" clId="{A8F40F8F-2E51-4704-B575-34FED4A52750}" dt="2023-04-04T10:36:13.547" v="21066" actId="22"/>
          <ac:spMkLst>
            <pc:docMk/>
            <pc:sldMk cId="4180850329" sldId="1276"/>
            <ac:spMk id="13" creationId="{630DD326-0D06-AB7E-EA58-F466B4A51962}"/>
          </ac:spMkLst>
        </pc:spChg>
        <pc:spChg chg="add mod">
          <ac:chgData name="Alexandre Quach" userId="03a3b9a4-365b-425e-bba9-a77346403bac" providerId="ADAL" clId="{A8F40F8F-2E51-4704-B575-34FED4A52750}" dt="2023-04-04T14:20:23.992" v="27658" actId="20577"/>
          <ac:spMkLst>
            <pc:docMk/>
            <pc:sldMk cId="4180850329" sldId="1276"/>
            <ac:spMk id="14" creationId="{A4BC1D7E-8E78-5307-AB09-AD969CC7B951}"/>
          </ac:spMkLst>
        </pc:spChg>
        <pc:spChg chg="add mod">
          <ac:chgData name="Alexandre Quach" userId="03a3b9a4-365b-425e-bba9-a77346403bac" providerId="ADAL" clId="{A8F40F8F-2E51-4704-B575-34FED4A52750}" dt="2023-04-04T14:20:18.078" v="27629" actId="14100"/>
          <ac:spMkLst>
            <pc:docMk/>
            <pc:sldMk cId="4180850329" sldId="1276"/>
            <ac:spMk id="15" creationId="{D4FF2662-7F0C-EB53-3BE9-362F7660E673}"/>
          </ac:spMkLst>
        </pc:spChg>
        <pc:picChg chg="add mod">
          <ac:chgData name="Alexandre Quach" userId="03a3b9a4-365b-425e-bba9-a77346403bac" providerId="ADAL" clId="{A8F40F8F-2E51-4704-B575-34FED4A52750}" dt="2023-04-04T13:16:09.004" v="25951" actId="1076"/>
          <ac:picMkLst>
            <pc:docMk/>
            <pc:sldMk cId="4180850329" sldId="1276"/>
            <ac:picMk id="5" creationId="{BC05D6A5-3379-A75A-0595-31ACDAB75815}"/>
          </ac:picMkLst>
        </pc:picChg>
        <pc:picChg chg="add del mod">
          <ac:chgData name="Alexandre Quach" userId="03a3b9a4-365b-425e-bba9-a77346403bac" providerId="ADAL" clId="{A8F40F8F-2E51-4704-B575-34FED4A52750}" dt="2023-04-04T10:35:47.248" v="21046" actId="478"/>
          <ac:picMkLst>
            <pc:docMk/>
            <pc:sldMk cId="4180850329" sldId="1276"/>
            <ac:picMk id="7" creationId="{6603956A-2A18-FF44-B68B-EE6088385A8F}"/>
          </ac:picMkLst>
        </pc:picChg>
        <pc:picChg chg="add mod">
          <ac:chgData name="Alexandre Quach" userId="03a3b9a4-365b-425e-bba9-a77346403bac" providerId="ADAL" clId="{A8F40F8F-2E51-4704-B575-34FED4A52750}" dt="2023-04-04T13:16:09.004" v="25951" actId="1076"/>
          <ac:picMkLst>
            <pc:docMk/>
            <pc:sldMk cId="4180850329" sldId="1276"/>
            <ac:picMk id="9" creationId="{CD6F1BCC-580C-E760-2B66-D96D450C27FA}"/>
          </ac:picMkLst>
        </pc:picChg>
        <pc:picChg chg="add mod">
          <ac:chgData name="Alexandre Quach" userId="03a3b9a4-365b-425e-bba9-a77346403bac" providerId="ADAL" clId="{A8F40F8F-2E51-4704-B575-34FED4A52750}" dt="2023-04-04T13:16:09.004" v="25951" actId="1076"/>
          <ac:picMkLst>
            <pc:docMk/>
            <pc:sldMk cId="4180850329" sldId="1276"/>
            <ac:picMk id="11" creationId="{C359D5B2-3AE0-BF5F-56FA-0DECD88435BD}"/>
          </ac:picMkLst>
        </pc:picChg>
        <pc:picChg chg="add mod">
          <ac:chgData name="Alexandre Quach" userId="03a3b9a4-365b-425e-bba9-a77346403bac" providerId="ADAL" clId="{A8F40F8F-2E51-4704-B575-34FED4A52750}" dt="2023-04-04T14:20:37.477" v="27660" actId="14100"/>
          <ac:picMkLst>
            <pc:docMk/>
            <pc:sldMk cId="4180850329" sldId="1276"/>
            <ac:picMk id="16" creationId="{FB0F8997-6AC4-3A6A-9D4B-4BAFB7C28F0D}"/>
          </ac:picMkLst>
        </pc:picChg>
      </pc:sldChg>
      <pc:sldChg chg="add del">
        <pc:chgData name="Alexandre Quach" userId="03a3b9a4-365b-425e-bba9-a77346403bac" providerId="ADAL" clId="{A8F40F8F-2E51-4704-B575-34FED4A52750}" dt="2023-04-04T11:17:17.468" v="23631" actId="2890"/>
        <pc:sldMkLst>
          <pc:docMk/>
          <pc:sldMk cId="2728883757" sldId="1277"/>
        </pc:sldMkLst>
      </pc:sldChg>
      <pc:sldChg chg="addSp modSp new mod">
        <pc:chgData name="Alexandre Quach" userId="03a3b9a4-365b-425e-bba9-a77346403bac" providerId="ADAL" clId="{A8F40F8F-2E51-4704-B575-34FED4A52750}" dt="2023-04-05T13:26:36.298" v="35121" actId="20577"/>
        <pc:sldMkLst>
          <pc:docMk/>
          <pc:sldMk cId="2746787092" sldId="1277"/>
        </pc:sldMkLst>
        <pc:spChg chg="mod">
          <ac:chgData name="Alexandre Quach" userId="03a3b9a4-365b-425e-bba9-a77346403bac" providerId="ADAL" clId="{A8F40F8F-2E51-4704-B575-34FED4A52750}" dt="2023-04-04T13:44:53.855" v="26619" actId="20577"/>
          <ac:spMkLst>
            <pc:docMk/>
            <pc:sldMk cId="2746787092" sldId="1277"/>
            <ac:spMk id="2" creationId="{00204D37-18E2-E163-F404-8BAC07DFF7EB}"/>
          </ac:spMkLst>
        </pc:spChg>
        <pc:spChg chg="mod">
          <ac:chgData name="Alexandre Quach" userId="03a3b9a4-365b-425e-bba9-a77346403bac" providerId="ADAL" clId="{A8F40F8F-2E51-4704-B575-34FED4A52750}" dt="2023-04-05T13:24:15.665" v="34737" actId="14100"/>
          <ac:spMkLst>
            <pc:docMk/>
            <pc:sldMk cId="2746787092" sldId="1277"/>
            <ac:spMk id="3" creationId="{36307D9D-9712-DA7D-17E5-CE2540E37700}"/>
          </ac:spMkLst>
        </pc:spChg>
        <pc:spChg chg="add mod">
          <ac:chgData name="Alexandre Quach" userId="03a3b9a4-365b-425e-bba9-a77346403bac" providerId="ADAL" clId="{A8F40F8F-2E51-4704-B575-34FED4A52750}" dt="2023-04-05T13:26:36.298" v="35121" actId="20577"/>
          <ac:spMkLst>
            <pc:docMk/>
            <pc:sldMk cId="2746787092" sldId="1277"/>
            <ac:spMk id="4" creationId="{0F97F8C3-A762-E727-8D03-91FC6F352946}"/>
          </ac:spMkLst>
        </pc:spChg>
        <pc:picChg chg="add mod">
          <ac:chgData name="Alexandre Quach" userId="03a3b9a4-365b-425e-bba9-a77346403bac" providerId="ADAL" clId="{A8F40F8F-2E51-4704-B575-34FED4A52750}" dt="2023-04-05T10:05:49.704" v="32257" actId="1076"/>
          <ac:picMkLst>
            <pc:docMk/>
            <pc:sldMk cId="2746787092" sldId="1277"/>
            <ac:picMk id="6" creationId="{E039D7DD-2A2F-7AC2-CDCE-B809968789E3}"/>
          </ac:picMkLst>
        </pc:picChg>
        <pc:picChg chg="add mod">
          <ac:chgData name="Alexandre Quach" userId="03a3b9a4-365b-425e-bba9-a77346403bac" providerId="ADAL" clId="{A8F40F8F-2E51-4704-B575-34FED4A52750}" dt="2023-04-05T10:06:11.664" v="32261" actId="1076"/>
          <ac:picMkLst>
            <pc:docMk/>
            <pc:sldMk cId="2746787092" sldId="1277"/>
            <ac:picMk id="7" creationId="{9E5C7C35-A33A-04D0-51FD-5CF1DC3D9E80}"/>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_rels/data2.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diagrams/_rels/data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diagrams/_rels/data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4" Type="http://schemas.openxmlformats.org/officeDocument/2006/relationships/image" Target="../media/image3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_rels/drawing2.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diagrams/_rels/drawing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diagrams/_rels/drawing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4" Type="http://schemas.openxmlformats.org/officeDocument/2006/relationships/image" Target="../media/image32.svg"/></Relationships>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92B643-4AC5-407B-8868-99ED8AD206C1}" type="doc">
      <dgm:prSet loTypeId="urn:microsoft.com/office/officeart/2005/8/layout/pList2" loCatId="picture" qsTypeId="urn:microsoft.com/office/officeart/2005/8/quickstyle/simple1" qsCatId="simple" csTypeId="urn:microsoft.com/office/officeart/2005/8/colors/accent3_1" csCatId="accent3" phldr="1"/>
      <dgm:spPr/>
    </dgm:pt>
    <dgm:pt modelId="{BA4E070F-ADC8-4CDC-94E4-64A273672FFB}">
      <dgm:prSet phldrT="[Texte]" custT="1"/>
      <dgm:spPr>
        <a:ln>
          <a:solidFill>
            <a:srgbClr val="8E2C48"/>
          </a:solidFill>
        </a:ln>
      </dgm:spPr>
      <dgm:t>
        <a:bodyPr/>
        <a:lstStyle/>
        <a:p>
          <a:r>
            <a:rPr lang="en-US" sz="1400" b="1" noProof="0" dirty="0">
              <a:solidFill>
                <a:srgbClr val="8E2C48"/>
              </a:solidFill>
              <a:latin typeface="Avenir Next LT Pro" panose="020B0504020202020204" pitchFamily="34" charset="0"/>
            </a:rPr>
            <a:t>Who is it for?</a:t>
          </a:r>
          <a:br>
            <a:rPr lang="en-US" sz="1200" b="0" noProof="0" dirty="0">
              <a:latin typeface="Avenir Next LT Pro" panose="020B0504020202020204" pitchFamily="34" charset="0"/>
            </a:rPr>
          </a:br>
          <a:endParaRPr lang="en-US" sz="1200" b="0" noProof="0" dirty="0">
            <a:latin typeface="Avenir Next LT Pro" panose="020B0504020202020204" pitchFamily="34" charset="0"/>
          </a:endParaRPr>
        </a:p>
        <a:p>
          <a:r>
            <a:rPr lang="en-US" sz="1200" b="0" noProof="0" dirty="0">
              <a:latin typeface="Avenir Next LT Pro" panose="020B0504020202020204" pitchFamily="34" charset="0"/>
            </a:rPr>
            <a:t>Communities of Practice (CoP) leaders (who define CoP roadmap</a:t>
          </a:r>
        </a:p>
        <a:p>
          <a:endParaRPr lang="en-US" sz="1200" b="0" noProof="0" dirty="0">
            <a:latin typeface="Avenir Next LT Pro" panose="020B0504020202020204" pitchFamily="34" charset="0"/>
          </a:endParaRPr>
        </a:p>
        <a:p>
          <a:r>
            <a:rPr lang="en-US" sz="1200" b="0" noProof="0" dirty="0">
              <a:latin typeface="Avenir Next LT Pro" panose="020B0504020202020204" pitchFamily="34" charset="0"/>
            </a:rPr>
            <a:t>Learning Communities who share the same challenge</a:t>
          </a:r>
          <a:br>
            <a:rPr lang="en-US" sz="1200" b="0" noProof="0" dirty="0">
              <a:latin typeface="Avenir Next LT Pro" panose="020B0504020202020204" pitchFamily="34" charset="0"/>
            </a:rPr>
          </a:br>
          <a:endParaRPr lang="en-US" sz="1200" b="0" noProof="0" dirty="0">
            <a:solidFill>
              <a:srgbClr val="5C4E63"/>
            </a:solidFill>
            <a:latin typeface="Avenir Next LT Pro" panose="020B0504020202020204" pitchFamily="34" charset="0"/>
          </a:endParaRPr>
        </a:p>
      </dgm:t>
    </dgm:pt>
    <dgm:pt modelId="{116B4F7C-D509-4D94-8573-2C210DC9A8FE}" type="parTrans" cxnId="{216AEAAF-D4F8-4458-975E-7A17D13791F2}">
      <dgm:prSet/>
      <dgm:spPr/>
      <dgm:t>
        <a:bodyPr/>
        <a:lstStyle/>
        <a:p>
          <a:endParaRPr lang="fr-FR"/>
        </a:p>
      </dgm:t>
    </dgm:pt>
    <dgm:pt modelId="{CB846919-D07B-42ED-BA6B-F923ACFCB2FA}" type="sibTrans" cxnId="{216AEAAF-D4F8-4458-975E-7A17D13791F2}">
      <dgm:prSet/>
      <dgm:spPr/>
      <dgm:t>
        <a:bodyPr/>
        <a:lstStyle/>
        <a:p>
          <a:endParaRPr lang="fr-FR"/>
        </a:p>
      </dgm:t>
    </dgm:pt>
    <dgm:pt modelId="{AECDB24C-F157-4650-8D5A-4467846CF234}">
      <dgm:prSet phldrT="[Texte]" custT="1"/>
      <dgm:spPr>
        <a:ln>
          <a:solidFill>
            <a:srgbClr val="8E2C48"/>
          </a:solidFill>
        </a:ln>
      </dgm:spPr>
      <dgm:t>
        <a:bodyPr/>
        <a:lstStyle/>
        <a:p>
          <a:r>
            <a:rPr lang="en-US" sz="1400" b="1" noProof="0" dirty="0">
              <a:solidFill>
                <a:srgbClr val="8E2C48"/>
              </a:solidFill>
              <a:latin typeface="Avenir Next LT Pro" panose="020B0504020202020204" pitchFamily="34" charset="0"/>
            </a:rPr>
            <a:t>For which situations ?</a:t>
          </a:r>
          <a:endParaRPr lang="en-US" sz="1200" noProof="0" dirty="0">
            <a:latin typeface="Avenir Next LT Pro" panose="020B0504020202020204" pitchFamily="34" charset="0"/>
          </a:endParaRPr>
        </a:p>
        <a:p>
          <a:r>
            <a:rPr lang="en-US" sz="1200" noProof="0" dirty="0">
              <a:latin typeface="Avenir Next LT Pro" panose="020B0504020202020204" pitchFamily="34" charset="0"/>
            </a:rPr>
            <a:t>Situation 1 : CoP is launching and wants to set up a consistent roadmap</a:t>
          </a:r>
          <a:br>
            <a:rPr lang="en-US" sz="1200" noProof="0" dirty="0">
              <a:latin typeface="Avenir Next LT Pro" panose="020B0504020202020204" pitchFamily="34" charset="0"/>
            </a:rPr>
          </a:br>
          <a:endParaRPr lang="en-US" sz="1200" noProof="0" dirty="0">
            <a:latin typeface="Avenir Next LT Pro" panose="020B0504020202020204" pitchFamily="34" charset="0"/>
          </a:endParaRPr>
        </a:p>
        <a:p>
          <a:r>
            <a:rPr lang="en-US" sz="1200" noProof="0" dirty="0">
              <a:latin typeface="Avenir Next LT Pro" panose="020B0504020202020204" pitchFamily="34" charset="0"/>
            </a:rPr>
            <a:t>Situation 2 : CoP is challenged on its value, despite a high number of shared practices, members need to get effective on-field results </a:t>
          </a:r>
        </a:p>
      </dgm:t>
    </dgm:pt>
    <dgm:pt modelId="{CE913761-3F89-4A72-B6BB-F997C9EA3CEB}" type="parTrans" cxnId="{9C27FF33-91EA-4A07-B163-182CE56AD4D3}">
      <dgm:prSet/>
      <dgm:spPr/>
      <dgm:t>
        <a:bodyPr/>
        <a:lstStyle/>
        <a:p>
          <a:endParaRPr lang="fr-FR"/>
        </a:p>
      </dgm:t>
    </dgm:pt>
    <dgm:pt modelId="{F6FB4777-91AE-4058-8848-58D63B5ABB77}" type="sibTrans" cxnId="{9C27FF33-91EA-4A07-B163-182CE56AD4D3}">
      <dgm:prSet/>
      <dgm:spPr/>
      <dgm:t>
        <a:bodyPr/>
        <a:lstStyle/>
        <a:p>
          <a:endParaRPr lang="fr-FR"/>
        </a:p>
      </dgm:t>
    </dgm:pt>
    <dgm:pt modelId="{A39C1FB3-6965-4446-B405-DE606E0B7B62}" type="pres">
      <dgm:prSet presAssocID="{6A92B643-4AC5-407B-8868-99ED8AD206C1}" presName="Name0" presStyleCnt="0">
        <dgm:presLayoutVars>
          <dgm:dir/>
          <dgm:resizeHandles val="exact"/>
        </dgm:presLayoutVars>
      </dgm:prSet>
      <dgm:spPr/>
    </dgm:pt>
    <dgm:pt modelId="{DCAF6BC0-80BD-4AE2-B8BD-A32B9D7650FF}" type="pres">
      <dgm:prSet presAssocID="{6A92B643-4AC5-407B-8868-99ED8AD206C1}" presName="bkgdShp" presStyleLbl="alignAccFollowNode1" presStyleIdx="0" presStyleCnt="1" custLinFactNeighborX="6125" custLinFactNeighborY="-17846"/>
      <dgm:spPr>
        <a:ln>
          <a:solidFill>
            <a:srgbClr val="5C4E63">
              <a:alpha val="90000"/>
            </a:srgbClr>
          </a:solidFill>
        </a:ln>
      </dgm:spPr>
    </dgm:pt>
    <dgm:pt modelId="{9CCB972E-2C08-4452-8C14-248BA6A100B2}" type="pres">
      <dgm:prSet presAssocID="{6A92B643-4AC5-407B-8868-99ED8AD206C1}" presName="linComp" presStyleCnt="0"/>
      <dgm:spPr/>
    </dgm:pt>
    <dgm:pt modelId="{B66FACD9-74DD-41BA-992F-D7D14291020F}" type="pres">
      <dgm:prSet presAssocID="{BA4E070F-ADC8-4CDC-94E4-64A273672FFB}" presName="compNode" presStyleCnt="0"/>
      <dgm:spPr/>
    </dgm:pt>
    <dgm:pt modelId="{898961E9-ECB2-4197-BB94-E0A27D372B88}" type="pres">
      <dgm:prSet presAssocID="{BA4E070F-ADC8-4CDC-94E4-64A273672FFB}" presName="node" presStyleLbl="node1" presStyleIdx="0" presStyleCnt="2">
        <dgm:presLayoutVars>
          <dgm:bulletEnabled val="1"/>
        </dgm:presLayoutVars>
      </dgm:prSet>
      <dgm:spPr/>
    </dgm:pt>
    <dgm:pt modelId="{70B380C1-3F1E-4D87-A304-E8A09875C035}" type="pres">
      <dgm:prSet presAssocID="{BA4E070F-ADC8-4CDC-94E4-64A273672FFB}" presName="invisiNode" presStyleLbl="node1" presStyleIdx="0" presStyleCnt="2"/>
      <dgm:spPr/>
    </dgm:pt>
    <dgm:pt modelId="{7A673366-D108-41D1-A757-E6F328FCC9C9}" type="pres">
      <dgm:prSet presAssocID="{BA4E070F-ADC8-4CDC-94E4-64A273672FFB}" presName="imagNode" presStyleLbl="fgImgPlac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7000" b="-7000"/>
          </a:stretch>
        </a:blipFill>
        <a:ln>
          <a:solidFill>
            <a:srgbClr val="8E2C48"/>
          </a:solidFill>
        </a:ln>
      </dgm:spPr>
      <dgm:extLst>
        <a:ext uri="{E40237B7-FDA0-4F09-8148-C483321AD2D9}">
          <dgm14:cNvPr xmlns:dgm14="http://schemas.microsoft.com/office/drawing/2010/diagram" id="0" name="" descr="Public cible avec un remplissage uni"/>
        </a:ext>
      </dgm:extLst>
    </dgm:pt>
    <dgm:pt modelId="{911F8200-51A7-463E-B3C6-738CAE6BB385}" type="pres">
      <dgm:prSet presAssocID="{CB846919-D07B-42ED-BA6B-F923ACFCB2FA}" presName="sibTrans" presStyleLbl="sibTrans2D1" presStyleIdx="0" presStyleCnt="0"/>
      <dgm:spPr/>
    </dgm:pt>
    <dgm:pt modelId="{2974157F-4CC5-402F-860E-EED49DF5F229}" type="pres">
      <dgm:prSet presAssocID="{AECDB24C-F157-4650-8D5A-4467846CF234}" presName="compNode" presStyleCnt="0"/>
      <dgm:spPr/>
    </dgm:pt>
    <dgm:pt modelId="{BFB5E530-E857-441B-B448-7F6CB5417375}" type="pres">
      <dgm:prSet presAssocID="{AECDB24C-F157-4650-8D5A-4467846CF234}" presName="node" presStyleLbl="node1" presStyleIdx="1" presStyleCnt="2">
        <dgm:presLayoutVars>
          <dgm:bulletEnabled val="1"/>
        </dgm:presLayoutVars>
      </dgm:prSet>
      <dgm:spPr/>
    </dgm:pt>
    <dgm:pt modelId="{AB667848-74F5-4172-A294-3336CF909320}" type="pres">
      <dgm:prSet presAssocID="{AECDB24C-F157-4650-8D5A-4467846CF234}" presName="invisiNode" presStyleLbl="node1" presStyleIdx="1" presStyleCnt="2"/>
      <dgm:spPr/>
    </dgm:pt>
    <dgm:pt modelId="{848092CF-B9E2-4851-AA8D-7B70D879A555}" type="pres">
      <dgm:prSet presAssocID="{AECDB24C-F157-4650-8D5A-4467846CF234}" presName="imagNode" presStyleLbl="fgImgPlac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7000" b="-7000"/>
          </a:stretch>
        </a:blipFill>
        <a:ln>
          <a:solidFill>
            <a:srgbClr val="8E2C48"/>
          </a:solidFill>
        </a:ln>
      </dgm:spPr>
      <dgm:extLst>
        <a:ext uri="{E40237B7-FDA0-4F09-8148-C483321AD2D9}">
          <dgm14:cNvPr xmlns:dgm14="http://schemas.microsoft.com/office/drawing/2010/diagram" id="0" name="" descr="Point d’interrogation avec un remplissage uni"/>
        </a:ext>
      </dgm:extLst>
    </dgm:pt>
  </dgm:ptLst>
  <dgm:cxnLst>
    <dgm:cxn modelId="{5BDFB813-06CB-4629-9B22-68AA7B217305}" type="presOf" srcId="{AECDB24C-F157-4650-8D5A-4467846CF234}" destId="{BFB5E530-E857-441B-B448-7F6CB5417375}" srcOrd="0" destOrd="0" presId="urn:microsoft.com/office/officeart/2005/8/layout/pList2"/>
    <dgm:cxn modelId="{06430417-1C66-4DEB-9854-BBAA2293FAE3}" type="presOf" srcId="{CB846919-D07B-42ED-BA6B-F923ACFCB2FA}" destId="{911F8200-51A7-463E-B3C6-738CAE6BB385}" srcOrd="0" destOrd="0" presId="urn:microsoft.com/office/officeart/2005/8/layout/pList2"/>
    <dgm:cxn modelId="{9C27FF33-91EA-4A07-B163-182CE56AD4D3}" srcId="{6A92B643-4AC5-407B-8868-99ED8AD206C1}" destId="{AECDB24C-F157-4650-8D5A-4467846CF234}" srcOrd="1" destOrd="0" parTransId="{CE913761-3F89-4A72-B6BB-F997C9EA3CEB}" sibTransId="{F6FB4777-91AE-4058-8848-58D63B5ABB77}"/>
    <dgm:cxn modelId="{2CFDCC57-7E68-4505-87B3-BF1A56F32DFC}" type="presOf" srcId="{6A92B643-4AC5-407B-8868-99ED8AD206C1}" destId="{A39C1FB3-6965-4446-B405-DE606E0B7B62}" srcOrd="0" destOrd="0" presId="urn:microsoft.com/office/officeart/2005/8/layout/pList2"/>
    <dgm:cxn modelId="{216AEAAF-D4F8-4458-975E-7A17D13791F2}" srcId="{6A92B643-4AC5-407B-8868-99ED8AD206C1}" destId="{BA4E070F-ADC8-4CDC-94E4-64A273672FFB}" srcOrd="0" destOrd="0" parTransId="{116B4F7C-D509-4D94-8573-2C210DC9A8FE}" sibTransId="{CB846919-D07B-42ED-BA6B-F923ACFCB2FA}"/>
    <dgm:cxn modelId="{9B8956E9-E207-4970-A500-F9CDBCE0841D}" type="presOf" srcId="{BA4E070F-ADC8-4CDC-94E4-64A273672FFB}" destId="{898961E9-ECB2-4197-BB94-E0A27D372B88}" srcOrd="0" destOrd="0" presId="urn:microsoft.com/office/officeart/2005/8/layout/pList2"/>
    <dgm:cxn modelId="{3E8F1F6B-C5B3-4C4C-8DC7-B1AD20A538B4}" type="presParOf" srcId="{A39C1FB3-6965-4446-B405-DE606E0B7B62}" destId="{DCAF6BC0-80BD-4AE2-B8BD-A32B9D7650FF}" srcOrd="0" destOrd="0" presId="urn:microsoft.com/office/officeart/2005/8/layout/pList2"/>
    <dgm:cxn modelId="{0977A69C-AED9-4109-95D4-2B919799D8E2}" type="presParOf" srcId="{A39C1FB3-6965-4446-B405-DE606E0B7B62}" destId="{9CCB972E-2C08-4452-8C14-248BA6A100B2}" srcOrd="1" destOrd="0" presId="urn:microsoft.com/office/officeart/2005/8/layout/pList2"/>
    <dgm:cxn modelId="{D6401FFA-CC00-4AB0-9F66-D54E4C85B39C}" type="presParOf" srcId="{9CCB972E-2C08-4452-8C14-248BA6A100B2}" destId="{B66FACD9-74DD-41BA-992F-D7D14291020F}" srcOrd="0" destOrd="0" presId="urn:microsoft.com/office/officeart/2005/8/layout/pList2"/>
    <dgm:cxn modelId="{E19BB616-B03C-4FB3-A227-7CAB8F431687}" type="presParOf" srcId="{B66FACD9-74DD-41BA-992F-D7D14291020F}" destId="{898961E9-ECB2-4197-BB94-E0A27D372B88}" srcOrd="0" destOrd="0" presId="urn:microsoft.com/office/officeart/2005/8/layout/pList2"/>
    <dgm:cxn modelId="{9527EC24-1E12-411F-9B0F-DE94EC5BF986}" type="presParOf" srcId="{B66FACD9-74DD-41BA-992F-D7D14291020F}" destId="{70B380C1-3F1E-4D87-A304-E8A09875C035}" srcOrd="1" destOrd="0" presId="urn:microsoft.com/office/officeart/2005/8/layout/pList2"/>
    <dgm:cxn modelId="{DCD24C58-B57C-4541-9B05-DED3B50343F4}" type="presParOf" srcId="{B66FACD9-74DD-41BA-992F-D7D14291020F}" destId="{7A673366-D108-41D1-A757-E6F328FCC9C9}" srcOrd="2" destOrd="0" presId="urn:microsoft.com/office/officeart/2005/8/layout/pList2"/>
    <dgm:cxn modelId="{1B02AE6A-11B2-489B-858D-4157B5DB2DE0}" type="presParOf" srcId="{9CCB972E-2C08-4452-8C14-248BA6A100B2}" destId="{911F8200-51A7-463E-B3C6-738CAE6BB385}" srcOrd="1" destOrd="0" presId="urn:microsoft.com/office/officeart/2005/8/layout/pList2"/>
    <dgm:cxn modelId="{876B6CB7-E4E0-4192-9E22-667FE288146F}" type="presParOf" srcId="{9CCB972E-2C08-4452-8C14-248BA6A100B2}" destId="{2974157F-4CC5-402F-860E-EED49DF5F229}" srcOrd="2" destOrd="0" presId="urn:microsoft.com/office/officeart/2005/8/layout/pList2"/>
    <dgm:cxn modelId="{5D38C134-4901-4FBB-A1BE-3E6FFED69D48}" type="presParOf" srcId="{2974157F-4CC5-402F-860E-EED49DF5F229}" destId="{BFB5E530-E857-441B-B448-7F6CB5417375}" srcOrd="0" destOrd="0" presId="urn:microsoft.com/office/officeart/2005/8/layout/pList2"/>
    <dgm:cxn modelId="{E5A11849-FF60-4957-ADF9-627B0FE2C61D}" type="presParOf" srcId="{2974157F-4CC5-402F-860E-EED49DF5F229}" destId="{AB667848-74F5-4172-A294-3336CF909320}" srcOrd="1" destOrd="0" presId="urn:microsoft.com/office/officeart/2005/8/layout/pList2"/>
    <dgm:cxn modelId="{202C3E45-53C6-4074-91A8-9FCAD2E27DC3}" type="presParOf" srcId="{2974157F-4CC5-402F-860E-EED49DF5F229}" destId="{848092CF-B9E2-4851-AA8D-7B70D879A555}" srcOrd="2" destOrd="0" presId="urn:microsoft.com/office/officeart/2005/8/layout/p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A92B643-4AC5-407B-8868-99ED8AD206C1}" type="doc">
      <dgm:prSet loTypeId="urn:microsoft.com/office/officeart/2005/8/layout/pList2" loCatId="picture" qsTypeId="urn:microsoft.com/office/officeart/2005/8/quickstyle/simple1" qsCatId="simple" csTypeId="urn:microsoft.com/office/officeart/2005/8/colors/accent3_1" csCatId="accent3" phldr="1"/>
      <dgm:spPr/>
    </dgm:pt>
    <dgm:pt modelId="{BA4E070F-ADC8-4CDC-94E4-64A273672FFB}">
      <dgm:prSet phldrT="[Texte]" custT="1"/>
      <dgm:spPr>
        <a:ln>
          <a:solidFill>
            <a:srgbClr val="8E2C48"/>
          </a:solidFill>
        </a:ln>
      </dgm:spPr>
      <dgm:t>
        <a:bodyPr/>
        <a:lstStyle/>
        <a:p>
          <a:r>
            <a:rPr lang="en-US" sz="1200" b="1" noProof="0" dirty="0">
              <a:solidFill>
                <a:srgbClr val="8E2C48"/>
              </a:solidFill>
              <a:latin typeface="Avenir Next LT Pro" panose="020B0504020202020204" pitchFamily="34" charset="0"/>
            </a:rPr>
            <a:t>1. Goal and explanation of the workshop</a:t>
          </a:r>
          <a:br>
            <a:rPr lang="en-US" sz="1200" noProof="0" dirty="0">
              <a:latin typeface="Avenir Next LT Pro" panose="020B0504020202020204" pitchFamily="34" charset="0"/>
            </a:rPr>
          </a:br>
          <a:br>
            <a:rPr lang="en-US" sz="1200" noProof="0" dirty="0">
              <a:latin typeface="Avenir Next LT Pro" panose="020B0504020202020204" pitchFamily="34" charset="0"/>
            </a:rPr>
          </a:br>
          <a:r>
            <a:rPr lang="en-US" sz="1200" noProof="0" dirty="0">
              <a:latin typeface="Avenir Next LT Pro" panose="020B0504020202020204" pitchFamily="34" charset="0"/>
            </a:rPr>
            <a:t>Explain why this workshop in the Community of practice (show the problem, the cause, and the workshop)</a:t>
          </a:r>
          <a:endParaRPr lang="en-US" sz="1200" noProof="0" dirty="0">
            <a:solidFill>
              <a:srgbClr val="5C4E63"/>
            </a:solidFill>
            <a:latin typeface="Avenir Next LT Pro" panose="020B0504020202020204" pitchFamily="34" charset="0"/>
          </a:endParaRPr>
        </a:p>
      </dgm:t>
    </dgm:pt>
    <dgm:pt modelId="{116B4F7C-D509-4D94-8573-2C210DC9A8FE}" type="parTrans" cxnId="{216AEAAF-D4F8-4458-975E-7A17D13791F2}">
      <dgm:prSet/>
      <dgm:spPr/>
      <dgm:t>
        <a:bodyPr/>
        <a:lstStyle/>
        <a:p>
          <a:endParaRPr lang="fr-FR" sz="1600"/>
        </a:p>
      </dgm:t>
    </dgm:pt>
    <dgm:pt modelId="{CB846919-D07B-42ED-BA6B-F923ACFCB2FA}" type="sibTrans" cxnId="{216AEAAF-D4F8-4458-975E-7A17D13791F2}">
      <dgm:prSet/>
      <dgm:spPr/>
      <dgm:t>
        <a:bodyPr/>
        <a:lstStyle/>
        <a:p>
          <a:endParaRPr lang="fr-FR" sz="1600"/>
        </a:p>
      </dgm:t>
    </dgm:pt>
    <dgm:pt modelId="{AECDB24C-F157-4650-8D5A-4467846CF234}">
      <dgm:prSet phldrT="[Texte]" custT="1"/>
      <dgm:spPr>
        <a:ln>
          <a:solidFill>
            <a:srgbClr val="8E2C48"/>
          </a:solidFill>
        </a:ln>
      </dgm:spPr>
      <dgm:t>
        <a:bodyPr/>
        <a:lstStyle/>
        <a:p>
          <a:r>
            <a:rPr lang="en-US" sz="1200" b="1" noProof="0" dirty="0">
              <a:solidFill>
                <a:srgbClr val="8E2C48"/>
              </a:solidFill>
              <a:latin typeface="Avenir Next LT Pro" panose="020B0504020202020204" pitchFamily="34" charset="0"/>
            </a:rPr>
            <a:t>2. Prioritize list of practices </a:t>
          </a:r>
          <a:br>
            <a:rPr lang="en-US" sz="1200" noProof="0" dirty="0">
              <a:latin typeface="Avenir Next LT Pro" panose="020B0504020202020204" pitchFamily="34" charset="0"/>
            </a:rPr>
          </a:br>
          <a:br>
            <a:rPr lang="en-US" sz="1200" noProof="0" dirty="0">
              <a:latin typeface="Avenir Next LT Pro" panose="020B0504020202020204" pitchFamily="34" charset="0"/>
            </a:rPr>
          </a:br>
          <a:r>
            <a:rPr lang="en-US" sz="1200" noProof="0" dirty="0">
              <a:solidFill>
                <a:srgbClr val="5C4E63"/>
              </a:solidFill>
              <a:latin typeface="Avenir Next LT Pro" panose="020B0504020202020204" pitchFamily="34" charset="0"/>
            </a:rPr>
            <a:t>From the most to the least important to implement to the least. </a:t>
          </a:r>
        </a:p>
        <a:p>
          <a:endParaRPr lang="en-US" sz="1200" noProof="0" dirty="0">
            <a:solidFill>
              <a:srgbClr val="5C4E63"/>
            </a:solidFill>
            <a:latin typeface="Avenir Next LT Pro" panose="020B0504020202020204" pitchFamily="34" charset="0"/>
          </a:endParaRPr>
        </a:p>
        <a:p>
          <a:r>
            <a:rPr lang="en-US" sz="1200" noProof="0" dirty="0">
              <a:solidFill>
                <a:srgbClr val="5C4E63"/>
              </a:solidFill>
              <a:latin typeface="Avenir Next LT Pro" panose="020B0504020202020204" pitchFamily="34" charset="0"/>
            </a:rPr>
            <a:t>Try to identify a top 3 (at least). </a:t>
          </a:r>
        </a:p>
        <a:p>
          <a:r>
            <a:rPr lang="en-US" sz="1200" noProof="0" dirty="0">
              <a:solidFill>
                <a:srgbClr val="5C4E63"/>
              </a:solidFill>
              <a:latin typeface="Avenir Next LT Pro" panose="020B0504020202020204" pitchFamily="34" charset="0"/>
            </a:rPr>
            <a:t>This part is optional if you already have prioritized practices.</a:t>
          </a:r>
        </a:p>
      </dgm:t>
    </dgm:pt>
    <dgm:pt modelId="{CE913761-3F89-4A72-B6BB-F997C9EA3CEB}" type="parTrans" cxnId="{9C27FF33-91EA-4A07-B163-182CE56AD4D3}">
      <dgm:prSet/>
      <dgm:spPr/>
      <dgm:t>
        <a:bodyPr/>
        <a:lstStyle/>
        <a:p>
          <a:endParaRPr lang="fr-FR" sz="1600"/>
        </a:p>
      </dgm:t>
    </dgm:pt>
    <dgm:pt modelId="{F6FB4777-91AE-4058-8848-58D63B5ABB77}" type="sibTrans" cxnId="{9C27FF33-91EA-4A07-B163-182CE56AD4D3}">
      <dgm:prSet/>
      <dgm:spPr/>
      <dgm:t>
        <a:bodyPr/>
        <a:lstStyle/>
        <a:p>
          <a:endParaRPr lang="fr-FR" sz="1600"/>
        </a:p>
      </dgm:t>
    </dgm:pt>
    <dgm:pt modelId="{FA3A7637-6A57-4EAF-BABC-7AB0B5C0195B}">
      <dgm:prSet phldrT="[Texte]" custT="1"/>
      <dgm:spPr>
        <a:ln>
          <a:solidFill>
            <a:srgbClr val="8E2C48"/>
          </a:solidFill>
        </a:ln>
      </dgm:spPr>
      <dgm:t>
        <a:bodyPr/>
        <a:lstStyle/>
        <a:p>
          <a:r>
            <a:rPr lang="en-US" sz="1200" b="1" noProof="0" dirty="0">
              <a:solidFill>
                <a:srgbClr val="8E2C48"/>
              </a:solidFill>
              <a:latin typeface="Avenir Next LT Pro" panose="020B0504020202020204" pitchFamily="34" charset="0"/>
            </a:rPr>
            <a:t>3. For each  practice, clarify its feasibility</a:t>
          </a:r>
        </a:p>
        <a:p>
          <a:r>
            <a:rPr lang="en-US" sz="1200" b="0" noProof="0" dirty="0">
              <a:solidFill>
                <a:srgbClr val="5C4E63"/>
              </a:solidFill>
              <a:latin typeface="Avenir Next LT Pro" panose="020B0504020202020204" pitchFamily="34" charset="0"/>
            </a:rPr>
            <a:t>For the top 3 practices, identify what level of support most members need, and what Community contributors can do about it. </a:t>
          </a:r>
        </a:p>
        <a:p>
          <a:r>
            <a:rPr lang="en-US" sz="1200" b="0" noProof="0" dirty="0">
              <a:solidFill>
                <a:srgbClr val="5C4E63"/>
              </a:solidFill>
              <a:latin typeface="Avenir Next LT Pro" panose="020B0504020202020204" pitchFamily="34" charset="0"/>
            </a:rPr>
            <a:t>If a practice is unfeasible, select another one from the top practices</a:t>
          </a:r>
          <a:endParaRPr lang="en-US" sz="1200" noProof="0" dirty="0">
            <a:solidFill>
              <a:srgbClr val="5C4E63"/>
            </a:solidFill>
            <a:latin typeface="Avenir Next LT Pro" panose="020B0504020202020204" pitchFamily="34" charset="0"/>
          </a:endParaRPr>
        </a:p>
      </dgm:t>
    </dgm:pt>
    <dgm:pt modelId="{E56E7D95-ACCA-44FA-9366-868AF1351F46}" type="parTrans" cxnId="{473E9909-F329-42F8-8D61-1F0E5C7CAB7A}">
      <dgm:prSet/>
      <dgm:spPr/>
      <dgm:t>
        <a:bodyPr/>
        <a:lstStyle/>
        <a:p>
          <a:endParaRPr lang="fr-FR" sz="1600"/>
        </a:p>
      </dgm:t>
    </dgm:pt>
    <dgm:pt modelId="{14AFA1AD-3C87-4A0B-BA83-4D8A673F5F60}" type="sibTrans" cxnId="{473E9909-F329-42F8-8D61-1F0E5C7CAB7A}">
      <dgm:prSet/>
      <dgm:spPr/>
      <dgm:t>
        <a:bodyPr/>
        <a:lstStyle/>
        <a:p>
          <a:endParaRPr lang="fr-FR" sz="1600"/>
        </a:p>
      </dgm:t>
    </dgm:pt>
    <dgm:pt modelId="{5CED16B4-8BD6-4B93-B03B-1706D8374EA2}">
      <dgm:prSet phldrT="[Texte]" custT="1"/>
      <dgm:spPr>
        <a:ln>
          <a:solidFill>
            <a:srgbClr val="8E2C48"/>
          </a:solidFill>
        </a:ln>
      </dgm:spPr>
      <dgm:t>
        <a:bodyPr/>
        <a:lstStyle/>
        <a:p>
          <a:r>
            <a:rPr lang="en-US" sz="1200" b="1" noProof="0" dirty="0">
              <a:solidFill>
                <a:srgbClr val="8E2C48"/>
              </a:solidFill>
              <a:latin typeface="Avenir Next LT Pro" panose="020B0504020202020204" pitchFamily="34" charset="0"/>
            </a:rPr>
            <a:t>5. Imagine a global roadmap with all practices</a:t>
          </a:r>
        </a:p>
        <a:p>
          <a:endParaRPr lang="en-US" sz="1200" b="1" noProof="0" dirty="0">
            <a:solidFill>
              <a:srgbClr val="8E2C48"/>
            </a:solidFill>
            <a:latin typeface="Avenir Next LT Pro" panose="020B0504020202020204" pitchFamily="34" charset="0"/>
          </a:endParaRPr>
        </a:p>
        <a:p>
          <a:r>
            <a:rPr lang="en-US" sz="1200" b="0" noProof="0" dirty="0">
              <a:solidFill>
                <a:srgbClr val="5C4E63"/>
              </a:solidFill>
              <a:latin typeface="Avenir Next LT Pro" panose="020B0504020202020204" pitchFamily="34" charset="0"/>
            </a:rPr>
            <a:t>Organize the learning paths about your top 3 practices in an unified roadmap</a:t>
          </a:r>
        </a:p>
        <a:p>
          <a:endParaRPr lang="en-US" sz="1200" b="0" noProof="0" dirty="0">
            <a:solidFill>
              <a:srgbClr val="5C4E63"/>
            </a:solidFill>
            <a:latin typeface="Avenir Next LT Pro" panose="020B0504020202020204" pitchFamily="34" charset="0"/>
          </a:endParaRPr>
        </a:p>
        <a:p>
          <a:r>
            <a:rPr lang="en-US" sz="1200" b="0" noProof="0" dirty="0">
              <a:solidFill>
                <a:srgbClr val="5C4E63"/>
              </a:solidFill>
              <a:latin typeface="Avenir Next LT Pro" panose="020B0504020202020204" pitchFamily="34" charset="0"/>
            </a:rPr>
            <a:t>(You can check CoP roadmap patterns if needed)</a:t>
          </a:r>
        </a:p>
      </dgm:t>
    </dgm:pt>
    <dgm:pt modelId="{C78C62B4-CABE-495A-A30E-9637BC9EAC89}" type="parTrans" cxnId="{EDCAB84A-CCA5-43A2-A243-3C4F07132276}">
      <dgm:prSet/>
      <dgm:spPr/>
      <dgm:t>
        <a:bodyPr/>
        <a:lstStyle/>
        <a:p>
          <a:endParaRPr lang="en-US"/>
        </a:p>
      </dgm:t>
    </dgm:pt>
    <dgm:pt modelId="{E9E15B78-A12F-45E5-ADE3-5B0BCC74E07F}" type="sibTrans" cxnId="{EDCAB84A-CCA5-43A2-A243-3C4F07132276}">
      <dgm:prSet/>
      <dgm:spPr/>
      <dgm:t>
        <a:bodyPr/>
        <a:lstStyle/>
        <a:p>
          <a:endParaRPr lang="en-US"/>
        </a:p>
      </dgm:t>
    </dgm:pt>
    <dgm:pt modelId="{494A770C-1BA7-4000-89E2-343295983990}">
      <dgm:prSet phldrT="[Texte]" custT="1"/>
      <dgm:spPr>
        <a:ln>
          <a:solidFill>
            <a:srgbClr val="8E2C48"/>
          </a:solidFill>
        </a:ln>
      </dgm:spPr>
      <dgm:t>
        <a:bodyPr/>
        <a:lstStyle/>
        <a:p>
          <a:r>
            <a:rPr lang="en-US" sz="1200" b="1" noProof="0" dirty="0">
              <a:solidFill>
                <a:srgbClr val="8E2C48"/>
              </a:solidFill>
              <a:latin typeface="Avenir Next LT Pro" panose="020B0504020202020204" pitchFamily="34" charset="0"/>
            </a:rPr>
            <a:t>4. Imagine a Learning Path for the practice</a:t>
          </a:r>
        </a:p>
        <a:p>
          <a:endParaRPr lang="en-US" sz="1200" b="1" noProof="0" dirty="0">
            <a:solidFill>
              <a:srgbClr val="8E2C48"/>
            </a:solidFill>
            <a:latin typeface="Avenir Next LT Pro" panose="020B0504020202020204" pitchFamily="34" charset="0"/>
          </a:endParaRPr>
        </a:p>
        <a:p>
          <a:r>
            <a:rPr lang="en-US" sz="1200" noProof="0" dirty="0">
              <a:solidFill>
                <a:srgbClr val="5C4E63"/>
              </a:solidFill>
              <a:latin typeface="Avenir Next LT Pro" panose="020B0504020202020204" pitchFamily="34" charset="0"/>
            </a:rPr>
            <a:t>For each practice of the top 3 feasible practice, clarify a specific chain of activities</a:t>
          </a:r>
        </a:p>
      </dgm:t>
    </dgm:pt>
    <dgm:pt modelId="{7B2DBB13-B8C0-4B61-8097-5CA48317B681}" type="parTrans" cxnId="{6EEB0F09-9234-495F-B1A9-61E230AB6047}">
      <dgm:prSet/>
      <dgm:spPr/>
      <dgm:t>
        <a:bodyPr/>
        <a:lstStyle/>
        <a:p>
          <a:endParaRPr lang="en-US"/>
        </a:p>
      </dgm:t>
    </dgm:pt>
    <dgm:pt modelId="{7BD43D13-6404-4A31-AC43-742FA6016223}" type="sibTrans" cxnId="{6EEB0F09-9234-495F-B1A9-61E230AB6047}">
      <dgm:prSet/>
      <dgm:spPr/>
      <dgm:t>
        <a:bodyPr/>
        <a:lstStyle/>
        <a:p>
          <a:endParaRPr lang="en-US"/>
        </a:p>
      </dgm:t>
    </dgm:pt>
    <dgm:pt modelId="{A39C1FB3-6965-4446-B405-DE606E0B7B62}" type="pres">
      <dgm:prSet presAssocID="{6A92B643-4AC5-407B-8868-99ED8AD206C1}" presName="Name0" presStyleCnt="0">
        <dgm:presLayoutVars>
          <dgm:dir/>
          <dgm:resizeHandles val="exact"/>
        </dgm:presLayoutVars>
      </dgm:prSet>
      <dgm:spPr/>
    </dgm:pt>
    <dgm:pt modelId="{DCAF6BC0-80BD-4AE2-B8BD-A32B9D7650FF}" type="pres">
      <dgm:prSet presAssocID="{6A92B643-4AC5-407B-8868-99ED8AD206C1}" presName="bkgdShp" presStyleLbl="alignAccFollowNode1" presStyleIdx="0" presStyleCnt="1" custLinFactNeighborX="6125" custLinFactNeighborY="-17846"/>
      <dgm:spPr>
        <a:ln>
          <a:solidFill>
            <a:srgbClr val="5C4E63">
              <a:alpha val="90000"/>
            </a:srgbClr>
          </a:solidFill>
        </a:ln>
      </dgm:spPr>
    </dgm:pt>
    <dgm:pt modelId="{9CCB972E-2C08-4452-8C14-248BA6A100B2}" type="pres">
      <dgm:prSet presAssocID="{6A92B643-4AC5-407B-8868-99ED8AD206C1}" presName="linComp" presStyleCnt="0"/>
      <dgm:spPr/>
    </dgm:pt>
    <dgm:pt modelId="{B66FACD9-74DD-41BA-992F-D7D14291020F}" type="pres">
      <dgm:prSet presAssocID="{BA4E070F-ADC8-4CDC-94E4-64A273672FFB}" presName="compNode" presStyleCnt="0"/>
      <dgm:spPr/>
    </dgm:pt>
    <dgm:pt modelId="{898961E9-ECB2-4197-BB94-E0A27D372B88}" type="pres">
      <dgm:prSet presAssocID="{BA4E070F-ADC8-4CDC-94E4-64A273672FFB}" presName="node" presStyleLbl="node1" presStyleIdx="0" presStyleCnt="5">
        <dgm:presLayoutVars>
          <dgm:bulletEnabled val="1"/>
        </dgm:presLayoutVars>
      </dgm:prSet>
      <dgm:spPr/>
    </dgm:pt>
    <dgm:pt modelId="{70B380C1-3F1E-4D87-A304-E8A09875C035}" type="pres">
      <dgm:prSet presAssocID="{BA4E070F-ADC8-4CDC-94E4-64A273672FFB}" presName="invisiNode" presStyleLbl="node1" presStyleIdx="0" presStyleCnt="5"/>
      <dgm:spPr/>
    </dgm:pt>
    <dgm:pt modelId="{7A673366-D108-41D1-A757-E6F328FCC9C9}" type="pres">
      <dgm:prSet presAssocID="{BA4E070F-ADC8-4CDC-94E4-64A273672FFB}" presName="imagNode" presStyleLbl="fgImgPlac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l="-10000" r="-10000"/>
          </a:stretch>
        </a:blipFill>
        <a:ln>
          <a:solidFill>
            <a:srgbClr val="8E2C48"/>
          </a:solidFill>
        </a:ln>
      </dgm:spPr>
      <dgm:extLst>
        <a:ext uri="{E40237B7-FDA0-4F09-8148-C483321AD2D9}">
          <dgm14:cNvPr xmlns:dgm14="http://schemas.microsoft.com/office/drawing/2010/diagram" id="0" name="" descr="Tiro a segno con riempimento a tinta unita"/>
        </a:ext>
      </dgm:extLst>
    </dgm:pt>
    <dgm:pt modelId="{911F8200-51A7-463E-B3C6-738CAE6BB385}" type="pres">
      <dgm:prSet presAssocID="{CB846919-D07B-42ED-BA6B-F923ACFCB2FA}" presName="sibTrans" presStyleLbl="sibTrans2D1" presStyleIdx="0" presStyleCnt="0"/>
      <dgm:spPr/>
    </dgm:pt>
    <dgm:pt modelId="{2974157F-4CC5-402F-860E-EED49DF5F229}" type="pres">
      <dgm:prSet presAssocID="{AECDB24C-F157-4650-8D5A-4467846CF234}" presName="compNode" presStyleCnt="0"/>
      <dgm:spPr/>
    </dgm:pt>
    <dgm:pt modelId="{BFB5E530-E857-441B-B448-7F6CB5417375}" type="pres">
      <dgm:prSet presAssocID="{AECDB24C-F157-4650-8D5A-4467846CF234}" presName="node" presStyleLbl="node1" presStyleIdx="1" presStyleCnt="5">
        <dgm:presLayoutVars>
          <dgm:bulletEnabled val="1"/>
        </dgm:presLayoutVars>
      </dgm:prSet>
      <dgm:spPr/>
    </dgm:pt>
    <dgm:pt modelId="{AB667848-74F5-4172-A294-3336CF909320}" type="pres">
      <dgm:prSet presAssocID="{AECDB24C-F157-4650-8D5A-4467846CF234}" presName="invisiNode" presStyleLbl="node1" presStyleIdx="1" presStyleCnt="5"/>
      <dgm:spPr/>
    </dgm:pt>
    <dgm:pt modelId="{848092CF-B9E2-4851-AA8D-7B70D879A555}" type="pres">
      <dgm:prSet presAssocID="{AECDB24C-F157-4650-8D5A-4467846CF234}" presName="imagNode" presStyleLbl="fgImgPlac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l="-10000" r="-10000"/>
          </a:stretch>
        </a:blipFill>
        <a:ln>
          <a:solidFill>
            <a:srgbClr val="8E2C48"/>
          </a:solidFill>
        </a:ln>
      </dgm:spPr>
      <dgm:extLst>
        <a:ext uri="{E40237B7-FDA0-4F09-8148-C483321AD2D9}">
          <dgm14:cNvPr xmlns:dgm14="http://schemas.microsoft.com/office/drawing/2010/diagram" id="0" name="" descr="Priorità con riempimento a tinta unita"/>
        </a:ext>
      </dgm:extLst>
    </dgm:pt>
    <dgm:pt modelId="{3FE769C7-ECEB-4F66-96F0-0B232AD5F92A}" type="pres">
      <dgm:prSet presAssocID="{F6FB4777-91AE-4058-8848-58D63B5ABB77}" presName="sibTrans" presStyleLbl="sibTrans2D1" presStyleIdx="0" presStyleCnt="0"/>
      <dgm:spPr/>
    </dgm:pt>
    <dgm:pt modelId="{C32F7D5E-7B8F-43CA-811F-D06B71790359}" type="pres">
      <dgm:prSet presAssocID="{FA3A7637-6A57-4EAF-BABC-7AB0B5C0195B}" presName="compNode" presStyleCnt="0"/>
      <dgm:spPr/>
    </dgm:pt>
    <dgm:pt modelId="{F677139D-3035-490A-997C-154D3529BFB7}" type="pres">
      <dgm:prSet presAssocID="{FA3A7637-6A57-4EAF-BABC-7AB0B5C0195B}" presName="node" presStyleLbl="node1" presStyleIdx="2" presStyleCnt="5">
        <dgm:presLayoutVars>
          <dgm:bulletEnabled val="1"/>
        </dgm:presLayoutVars>
      </dgm:prSet>
      <dgm:spPr/>
    </dgm:pt>
    <dgm:pt modelId="{ABCBF581-7353-40DE-B971-E616C2F8E53C}" type="pres">
      <dgm:prSet presAssocID="{FA3A7637-6A57-4EAF-BABC-7AB0B5C0195B}" presName="invisiNode" presStyleLbl="node1" presStyleIdx="2" presStyleCnt="5"/>
      <dgm:spPr/>
    </dgm:pt>
    <dgm:pt modelId="{B7183DFA-5031-4E8E-8D73-48543D88745F}" type="pres">
      <dgm:prSet presAssocID="{FA3A7637-6A57-4EAF-BABC-7AB0B5C0195B}" presName="imagNode" presStyleLbl="fgImgPlac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l="-10000" r="-10000"/>
          </a:stretch>
        </a:blipFill>
        <a:ln>
          <a:solidFill>
            <a:srgbClr val="8E2C48"/>
          </a:solidFill>
        </a:ln>
      </dgm:spPr>
      <dgm:extLst>
        <a:ext uri="{E40237B7-FDA0-4F09-8148-C483321AD2D9}">
          <dgm14:cNvPr xmlns:dgm14="http://schemas.microsoft.com/office/drawing/2010/diagram" id="0" name="" descr="Badge Tick1 con riempimento a tinta unita"/>
        </a:ext>
      </dgm:extLst>
    </dgm:pt>
    <dgm:pt modelId="{0E68894F-FC80-4761-A819-C68D5C975CFF}" type="pres">
      <dgm:prSet presAssocID="{14AFA1AD-3C87-4A0B-BA83-4D8A673F5F60}" presName="sibTrans" presStyleLbl="sibTrans2D1" presStyleIdx="0" presStyleCnt="0"/>
      <dgm:spPr/>
    </dgm:pt>
    <dgm:pt modelId="{AAD6240A-9314-45FC-AA66-2AEB49E337B0}" type="pres">
      <dgm:prSet presAssocID="{494A770C-1BA7-4000-89E2-343295983990}" presName="compNode" presStyleCnt="0"/>
      <dgm:spPr/>
    </dgm:pt>
    <dgm:pt modelId="{553F8B35-0D0B-43F4-B0ED-3CCE7C30D792}" type="pres">
      <dgm:prSet presAssocID="{494A770C-1BA7-4000-89E2-343295983990}" presName="node" presStyleLbl="node1" presStyleIdx="3" presStyleCnt="5">
        <dgm:presLayoutVars>
          <dgm:bulletEnabled val="1"/>
        </dgm:presLayoutVars>
      </dgm:prSet>
      <dgm:spPr/>
    </dgm:pt>
    <dgm:pt modelId="{93EFCD25-BA62-4A69-BD2D-25AEA7CA43A2}" type="pres">
      <dgm:prSet presAssocID="{494A770C-1BA7-4000-89E2-343295983990}" presName="invisiNode" presStyleLbl="node1" presStyleIdx="3" presStyleCnt="5"/>
      <dgm:spPr/>
    </dgm:pt>
    <dgm:pt modelId="{91E4E427-BF6D-4E74-8618-4E46287FCF25}" type="pres">
      <dgm:prSet presAssocID="{494A770C-1BA7-4000-89E2-343295983990}" presName="imagNode" presStyleLbl="fgImgPlac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l="-10000" r="-10000"/>
          </a:stretch>
        </a:blipFill>
      </dgm:spPr>
      <dgm:extLst>
        <a:ext uri="{E40237B7-FDA0-4F09-8148-C483321AD2D9}">
          <dgm14:cNvPr xmlns:dgm14="http://schemas.microsoft.com/office/drawing/2010/diagram" id="0" name="" descr="Frecce a zig zag con riempimento a tinta unita"/>
        </a:ext>
      </dgm:extLst>
    </dgm:pt>
    <dgm:pt modelId="{EF79C2F7-466F-40B9-A18F-A1A4655CA004}" type="pres">
      <dgm:prSet presAssocID="{7BD43D13-6404-4A31-AC43-742FA6016223}" presName="sibTrans" presStyleLbl="sibTrans2D1" presStyleIdx="0" presStyleCnt="0"/>
      <dgm:spPr/>
    </dgm:pt>
    <dgm:pt modelId="{D235A257-BD39-4378-91C8-B0AEB82F6A96}" type="pres">
      <dgm:prSet presAssocID="{5CED16B4-8BD6-4B93-B03B-1706D8374EA2}" presName="compNode" presStyleCnt="0"/>
      <dgm:spPr/>
    </dgm:pt>
    <dgm:pt modelId="{2DB5A598-CD8D-4063-83BE-4AE9AF9BC492}" type="pres">
      <dgm:prSet presAssocID="{5CED16B4-8BD6-4B93-B03B-1706D8374EA2}" presName="node" presStyleLbl="node1" presStyleIdx="4" presStyleCnt="5">
        <dgm:presLayoutVars>
          <dgm:bulletEnabled val="1"/>
        </dgm:presLayoutVars>
      </dgm:prSet>
      <dgm:spPr/>
    </dgm:pt>
    <dgm:pt modelId="{CD5CE032-E5F6-469E-9A56-E1BA02114A61}" type="pres">
      <dgm:prSet presAssocID="{5CED16B4-8BD6-4B93-B03B-1706D8374EA2}" presName="invisiNode" presStyleLbl="node1" presStyleIdx="4" presStyleCnt="5"/>
      <dgm:spPr/>
    </dgm:pt>
    <dgm:pt modelId="{464126BA-8911-40E0-BCE1-A77EED53B330}" type="pres">
      <dgm:prSet presAssocID="{5CED16B4-8BD6-4B93-B03B-1706D8374EA2}" presName="imagNode" presStyleLbl="fgImgPlac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l="-10000" r="-10000"/>
          </a:stretch>
        </a:blipFill>
      </dgm:spPr>
      <dgm:extLst>
        <a:ext uri="{E40237B7-FDA0-4F09-8148-C483321AD2D9}">
          <dgm14:cNvPr xmlns:dgm14="http://schemas.microsoft.com/office/drawing/2010/diagram" id="0" name="" descr="Diagramma di Gantt con riempimento a tinta unita"/>
        </a:ext>
      </dgm:extLst>
    </dgm:pt>
  </dgm:ptLst>
  <dgm:cxnLst>
    <dgm:cxn modelId="{C058E907-2B9C-4B72-8F8E-A9C3CCBABEF0}" type="presOf" srcId="{FA3A7637-6A57-4EAF-BABC-7AB0B5C0195B}" destId="{F677139D-3035-490A-997C-154D3529BFB7}" srcOrd="0" destOrd="0" presId="urn:microsoft.com/office/officeart/2005/8/layout/pList2"/>
    <dgm:cxn modelId="{6EEB0F09-9234-495F-B1A9-61E230AB6047}" srcId="{6A92B643-4AC5-407B-8868-99ED8AD206C1}" destId="{494A770C-1BA7-4000-89E2-343295983990}" srcOrd="3" destOrd="0" parTransId="{7B2DBB13-B8C0-4B61-8097-5CA48317B681}" sibTransId="{7BD43D13-6404-4A31-AC43-742FA6016223}"/>
    <dgm:cxn modelId="{473E9909-F329-42F8-8D61-1F0E5C7CAB7A}" srcId="{6A92B643-4AC5-407B-8868-99ED8AD206C1}" destId="{FA3A7637-6A57-4EAF-BABC-7AB0B5C0195B}" srcOrd="2" destOrd="0" parTransId="{E56E7D95-ACCA-44FA-9366-868AF1351F46}" sibTransId="{14AFA1AD-3C87-4A0B-BA83-4D8A673F5F60}"/>
    <dgm:cxn modelId="{5BDFB813-06CB-4629-9B22-68AA7B217305}" type="presOf" srcId="{AECDB24C-F157-4650-8D5A-4467846CF234}" destId="{BFB5E530-E857-441B-B448-7F6CB5417375}" srcOrd="0" destOrd="0" presId="urn:microsoft.com/office/officeart/2005/8/layout/pList2"/>
    <dgm:cxn modelId="{06430417-1C66-4DEB-9854-BBAA2293FAE3}" type="presOf" srcId="{CB846919-D07B-42ED-BA6B-F923ACFCB2FA}" destId="{911F8200-51A7-463E-B3C6-738CAE6BB385}" srcOrd="0" destOrd="0" presId="urn:microsoft.com/office/officeart/2005/8/layout/pList2"/>
    <dgm:cxn modelId="{5B8F6C21-52AA-4F03-86EE-2E94A2847C30}" type="presOf" srcId="{7BD43D13-6404-4A31-AC43-742FA6016223}" destId="{EF79C2F7-466F-40B9-A18F-A1A4655CA004}" srcOrd="0" destOrd="0" presId="urn:microsoft.com/office/officeart/2005/8/layout/pList2"/>
    <dgm:cxn modelId="{FCBE142E-1D92-4725-99CF-306A45E42819}" type="presOf" srcId="{14AFA1AD-3C87-4A0B-BA83-4D8A673F5F60}" destId="{0E68894F-FC80-4761-A819-C68D5C975CFF}" srcOrd="0" destOrd="0" presId="urn:microsoft.com/office/officeart/2005/8/layout/pList2"/>
    <dgm:cxn modelId="{9C27FF33-91EA-4A07-B163-182CE56AD4D3}" srcId="{6A92B643-4AC5-407B-8868-99ED8AD206C1}" destId="{AECDB24C-F157-4650-8D5A-4467846CF234}" srcOrd="1" destOrd="0" parTransId="{CE913761-3F89-4A72-B6BB-F997C9EA3CEB}" sibTransId="{F6FB4777-91AE-4058-8848-58D63B5ABB77}"/>
    <dgm:cxn modelId="{EDCAB84A-CCA5-43A2-A243-3C4F07132276}" srcId="{6A92B643-4AC5-407B-8868-99ED8AD206C1}" destId="{5CED16B4-8BD6-4B93-B03B-1706D8374EA2}" srcOrd="4" destOrd="0" parTransId="{C78C62B4-CABE-495A-A30E-9637BC9EAC89}" sibTransId="{E9E15B78-A12F-45E5-ADE3-5B0BCC74E07F}"/>
    <dgm:cxn modelId="{2CFDCC57-7E68-4505-87B3-BF1A56F32DFC}" type="presOf" srcId="{6A92B643-4AC5-407B-8868-99ED8AD206C1}" destId="{A39C1FB3-6965-4446-B405-DE606E0B7B62}" srcOrd="0" destOrd="0" presId="urn:microsoft.com/office/officeart/2005/8/layout/pList2"/>
    <dgm:cxn modelId="{216AEAAF-D4F8-4458-975E-7A17D13791F2}" srcId="{6A92B643-4AC5-407B-8868-99ED8AD206C1}" destId="{BA4E070F-ADC8-4CDC-94E4-64A273672FFB}" srcOrd="0" destOrd="0" parTransId="{116B4F7C-D509-4D94-8573-2C210DC9A8FE}" sibTransId="{CB846919-D07B-42ED-BA6B-F923ACFCB2FA}"/>
    <dgm:cxn modelId="{DB6593D2-7A4E-4B6E-8367-EA687E4BF9E7}" type="presOf" srcId="{494A770C-1BA7-4000-89E2-343295983990}" destId="{553F8B35-0D0B-43F4-B0ED-3CCE7C30D792}" srcOrd="0" destOrd="0" presId="urn:microsoft.com/office/officeart/2005/8/layout/pList2"/>
    <dgm:cxn modelId="{9B8956E9-E207-4970-A500-F9CDBCE0841D}" type="presOf" srcId="{BA4E070F-ADC8-4CDC-94E4-64A273672FFB}" destId="{898961E9-ECB2-4197-BB94-E0A27D372B88}" srcOrd="0" destOrd="0" presId="urn:microsoft.com/office/officeart/2005/8/layout/pList2"/>
    <dgm:cxn modelId="{D8C927EB-7B6D-47DD-85CF-2DD3DCDB20F7}" type="presOf" srcId="{F6FB4777-91AE-4058-8848-58D63B5ABB77}" destId="{3FE769C7-ECEB-4F66-96F0-0B232AD5F92A}" srcOrd="0" destOrd="0" presId="urn:microsoft.com/office/officeart/2005/8/layout/pList2"/>
    <dgm:cxn modelId="{420FDAF5-EC0E-43E8-A177-431A674A9D49}" type="presOf" srcId="{5CED16B4-8BD6-4B93-B03B-1706D8374EA2}" destId="{2DB5A598-CD8D-4063-83BE-4AE9AF9BC492}" srcOrd="0" destOrd="0" presId="urn:microsoft.com/office/officeart/2005/8/layout/pList2"/>
    <dgm:cxn modelId="{3E8F1F6B-C5B3-4C4C-8DC7-B1AD20A538B4}" type="presParOf" srcId="{A39C1FB3-6965-4446-B405-DE606E0B7B62}" destId="{DCAF6BC0-80BD-4AE2-B8BD-A32B9D7650FF}" srcOrd="0" destOrd="0" presId="urn:microsoft.com/office/officeart/2005/8/layout/pList2"/>
    <dgm:cxn modelId="{0977A69C-AED9-4109-95D4-2B919799D8E2}" type="presParOf" srcId="{A39C1FB3-6965-4446-B405-DE606E0B7B62}" destId="{9CCB972E-2C08-4452-8C14-248BA6A100B2}" srcOrd="1" destOrd="0" presId="urn:microsoft.com/office/officeart/2005/8/layout/pList2"/>
    <dgm:cxn modelId="{D6401FFA-CC00-4AB0-9F66-D54E4C85B39C}" type="presParOf" srcId="{9CCB972E-2C08-4452-8C14-248BA6A100B2}" destId="{B66FACD9-74DD-41BA-992F-D7D14291020F}" srcOrd="0" destOrd="0" presId="urn:microsoft.com/office/officeart/2005/8/layout/pList2"/>
    <dgm:cxn modelId="{E19BB616-B03C-4FB3-A227-7CAB8F431687}" type="presParOf" srcId="{B66FACD9-74DD-41BA-992F-D7D14291020F}" destId="{898961E9-ECB2-4197-BB94-E0A27D372B88}" srcOrd="0" destOrd="0" presId="urn:microsoft.com/office/officeart/2005/8/layout/pList2"/>
    <dgm:cxn modelId="{9527EC24-1E12-411F-9B0F-DE94EC5BF986}" type="presParOf" srcId="{B66FACD9-74DD-41BA-992F-D7D14291020F}" destId="{70B380C1-3F1E-4D87-A304-E8A09875C035}" srcOrd="1" destOrd="0" presId="urn:microsoft.com/office/officeart/2005/8/layout/pList2"/>
    <dgm:cxn modelId="{DCD24C58-B57C-4541-9B05-DED3B50343F4}" type="presParOf" srcId="{B66FACD9-74DD-41BA-992F-D7D14291020F}" destId="{7A673366-D108-41D1-A757-E6F328FCC9C9}" srcOrd="2" destOrd="0" presId="urn:microsoft.com/office/officeart/2005/8/layout/pList2"/>
    <dgm:cxn modelId="{1B02AE6A-11B2-489B-858D-4157B5DB2DE0}" type="presParOf" srcId="{9CCB972E-2C08-4452-8C14-248BA6A100B2}" destId="{911F8200-51A7-463E-B3C6-738CAE6BB385}" srcOrd="1" destOrd="0" presId="urn:microsoft.com/office/officeart/2005/8/layout/pList2"/>
    <dgm:cxn modelId="{876B6CB7-E4E0-4192-9E22-667FE288146F}" type="presParOf" srcId="{9CCB972E-2C08-4452-8C14-248BA6A100B2}" destId="{2974157F-4CC5-402F-860E-EED49DF5F229}" srcOrd="2" destOrd="0" presId="urn:microsoft.com/office/officeart/2005/8/layout/pList2"/>
    <dgm:cxn modelId="{5D38C134-4901-4FBB-A1BE-3E6FFED69D48}" type="presParOf" srcId="{2974157F-4CC5-402F-860E-EED49DF5F229}" destId="{BFB5E530-E857-441B-B448-7F6CB5417375}" srcOrd="0" destOrd="0" presId="urn:microsoft.com/office/officeart/2005/8/layout/pList2"/>
    <dgm:cxn modelId="{E5A11849-FF60-4957-ADF9-627B0FE2C61D}" type="presParOf" srcId="{2974157F-4CC5-402F-860E-EED49DF5F229}" destId="{AB667848-74F5-4172-A294-3336CF909320}" srcOrd="1" destOrd="0" presId="urn:microsoft.com/office/officeart/2005/8/layout/pList2"/>
    <dgm:cxn modelId="{202C3E45-53C6-4074-91A8-9FCAD2E27DC3}" type="presParOf" srcId="{2974157F-4CC5-402F-860E-EED49DF5F229}" destId="{848092CF-B9E2-4851-AA8D-7B70D879A555}" srcOrd="2" destOrd="0" presId="urn:microsoft.com/office/officeart/2005/8/layout/pList2"/>
    <dgm:cxn modelId="{1BADA813-2B2A-4D20-AC33-686380D1EB31}" type="presParOf" srcId="{9CCB972E-2C08-4452-8C14-248BA6A100B2}" destId="{3FE769C7-ECEB-4F66-96F0-0B232AD5F92A}" srcOrd="3" destOrd="0" presId="urn:microsoft.com/office/officeart/2005/8/layout/pList2"/>
    <dgm:cxn modelId="{35FB2C2A-0399-44FD-8A22-D873F98F067C}" type="presParOf" srcId="{9CCB972E-2C08-4452-8C14-248BA6A100B2}" destId="{C32F7D5E-7B8F-43CA-811F-D06B71790359}" srcOrd="4" destOrd="0" presId="urn:microsoft.com/office/officeart/2005/8/layout/pList2"/>
    <dgm:cxn modelId="{618EB790-52B8-444C-B07C-F817A8EEE8E3}" type="presParOf" srcId="{C32F7D5E-7B8F-43CA-811F-D06B71790359}" destId="{F677139D-3035-490A-997C-154D3529BFB7}" srcOrd="0" destOrd="0" presId="urn:microsoft.com/office/officeart/2005/8/layout/pList2"/>
    <dgm:cxn modelId="{A99B0247-A4BD-4E84-B535-FDF5C54A3838}" type="presParOf" srcId="{C32F7D5E-7B8F-43CA-811F-D06B71790359}" destId="{ABCBF581-7353-40DE-B971-E616C2F8E53C}" srcOrd="1" destOrd="0" presId="urn:microsoft.com/office/officeart/2005/8/layout/pList2"/>
    <dgm:cxn modelId="{1504FBCB-3BEF-49D5-9207-AC5AA674219D}" type="presParOf" srcId="{C32F7D5E-7B8F-43CA-811F-D06B71790359}" destId="{B7183DFA-5031-4E8E-8D73-48543D88745F}" srcOrd="2" destOrd="0" presId="urn:microsoft.com/office/officeart/2005/8/layout/pList2"/>
    <dgm:cxn modelId="{718E5299-C27A-4EA3-8D71-6FA6ED54CFFF}" type="presParOf" srcId="{9CCB972E-2C08-4452-8C14-248BA6A100B2}" destId="{0E68894F-FC80-4761-A819-C68D5C975CFF}" srcOrd="5" destOrd="0" presId="urn:microsoft.com/office/officeart/2005/8/layout/pList2"/>
    <dgm:cxn modelId="{A87C4CB0-7109-41AB-A741-C9679392C05C}" type="presParOf" srcId="{9CCB972E-2C08-4452-8C14-248BA6A100B2}" destId="{AAD6240A-9314-45FC-AA66-2AEB49E337B0}" srcOrd="6" destOrd="0" presId="urn:microsoft.com/office/officeart/2005/8/layout/pList2"/>
    <dgm:cxn modelId="{73289804-9BE4-49FF-A495-7305368A259A}" type="presParOf" srcId="{AAD6240A-9314-45FC-AA66-2AEB49E337B0}" destId="{553F8B35-0D0B-43F4-B0ED-3CCE7C30D792}" srcOrd="0" destOrd="0" presId="urn:microsoft.com/office/officeart/2005/8/layout/pList2"/>
    <dgm:cxn modelId="{16831287-77C8-4077-A6A8-8185E54C121B}" type="presParOf" srcId="{AAD6240A-9314-45FC-AA66-2AEB49E337B0}" destId="{93EFCD25-BA62-4A69-BD2D-25AEA7CA43A2}" srcOrd="1" destOrd="0" presId="urn:microsoft.com/office/officeart/2005/8/layout/pList2"/>
    <dgm:cxn modelId="{1FF78E0F-651C-44E3-8F12-9F05B644BB7B}" type="presParOf" srcId="{AAD6240A-9314-45FC-AA66-2AEB49E337B0}" destId="{91E4E427-BF6D-4E74-8618-4E46287FCF25}" srcOrd="2" destOrd="0" presId="urn:microsoft.com/office/officeart/2005/8/layout/pList2"/>
    <dgm:cxn modelId="{49F86E2B-41C2-4117-BAAB-5C568BA990CC}" type="presParOf" srcId="{9CCB972E-2C08-4452-8C14-248BA6A100B2}" destId="{EF79C2F7-466F-40B9-A18F-A1A4655CA004}" srcOrd="7" destOrd="0" presId="urn:microsoft.com/office/officeart/2005/8/layout/pList2"/>
    <dgm:cxn modelId="{A21E7306-2236-4F27-BA25-6B357512E76B}" type="presParOf" srcId="{9CCB972E-2C08-4452-8C14-248BA6A100B2}" destId="{D235A257-BD39-4378-91C8-B0AEB82F6A96}" srcOrd="8" destOrd="0" presId="urn:microsoft.com/office/officeart/2005/8/layout/pList2"/>
    <dgm:cxn modelId="{4F8F6493-1918-4E18-928B-D224672BA2C5}" type="presParOf" srcId="{D235A257-BD39-4378-91C8-B0AEB82F6A96}" destId="{2DB5A598-CD8D-4063-83BE-4AE9AF9BC492}" srcOrd="0" destOrd="0" presId="urn:microsoft.com/office/officeart/2005/8/layout/pList2"/>
    <dgm:cxn modelId="{2081E055-806D-4435-B400-ADAADA111D92}" type="presParOf" srcId="{D235A257-BD39-4378-91C8-B0AEB82F6A96}" destId="{CD5CE032-E5F6-469E-9A56-E1BA02114A61}" srcOrd="1" destOrd="0" presId="urn:microsoft.com/office/officeart/2005/8/layout/pList2"/>
    <dgm:cxn modelId="{0E3B36A2-53DD-465E-90B6-ADA5BAE1A6AA}" type="presParOf" srcId="{D235A257-BD39-4378-91C8-B0AEB82F6A96}" destId="{464126BA-8911-40E0-BCE1-A77EED53B330}" srcOrd="2" destOrd="0" presId="urn:microsoft.com/office/officeart/2005/8/layout/p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A92B643-4AC5-407B-8868-99ED8AD206C1}" type="doc">
      <dgm:prSet loTypeId="urn:microsoft.com/office/officeart/2005/8/layout/pList2" loCatId="picture" qsTypeId="urn:microsoft.com/office/officeart/2005/8/quickstyle/simple1" qsCatId="simple" csTypeId="urn:microsoft.com/office/officeart/2005/8/colors/accent3_1" csCatId="accent3" phldr="1"/>
      <dgm:spPr/>
    </dgm:pt>
    <dgm:pt modelId="{BA4E070F-ADC8-4CDC-94E4-64A273672FFB}">
      <dgm:prSet phldrT="[Texte]" custT="1"/>
      <dgm:spPr>
        <a:ln>
          <a:solidFill>
            <a:srgbClr val="8E2C48"/>
          </a:solidFill>
        </a:ln>
      </dgm:spPr>
      <dgm:t>
        <a:bodyPr/>
        <a:lstStyle/>
        <a:p>
          <a:r>
            <a:rPr lang="en-US" sz="1200" b="1" noProof="0" dirty="0">
              <a:solidFill>
                <a:srgbClr val="8E2C48"/>
              </a:solidFill>
              <a:latin typeface="Avenir Next LT Pro" panose="020B0504020202020204" pitchFamily="34" charset="0"/>
            </a:rPr>
            <a:t>Location</a:t>
          </a:r>
          <a:br>
            <a:rPr lang="en-US" sz="1200" noProof="0" dirty="0">
              <a:latin typeface="Avenir Next LT Pro" panose="020B0504020202020204" pitchFamily="34" charset="0"/>
            </a:rPr>
          </a:br>
          <a:br>
            <a:rPr lang="en-US" sz="1200" noProof="0" dirty="0">
              <a:latin typeface="Avenir Next LT Pro" panose="020B0504020202020204" pitchFamily="34" charset="0"/>
            </a:rPr>
          </a:br>
          <a:r>
            <a:rPr lang="en-US" sz="1200" noProof="0" dirty="0">
              <a:solidFill>
                <a:srgbClr val="5C4E63"/>
              </a:solidFill>
              <a:latin typeface="Avenir Next LT Pro" panose="020B0504020202020204" pitchFamily="34" charset="0"/>
            </a:rPr>
            <a:t>Physical or remote (prepare a virtual wall and a discussion room if in remote) </a:t>
          </a:r>
        </a:p>
      </dgm:t>
    </dgm:pt>
    <dgm:pt modelId="{116B4F7C-D509-4D94-8573-2C210DC9A8FE}" type="parTrans" cxnId="{216AEAAF-D4F8-4458-975E-7A17D13791F2}">
      <dgm:prSet/>
      <dgm:spPr/>
      <dgm:t>
        <a:bodyPr/>
        <a:lstStyle/>
        <a:p>
          <a:endParaRPr lang="fr-FR" sz="1600"/>
        </a:p>
      </dgm:t>
    </dgm:pt>
    <dgm:pt modelId="{CB846919-D07B-42ED-BA6B-F923ACFCB2FA}" type="sibTrans" cxnId="{216AEAAF-D4F8-4458-975E-7A17D13791F2}">
      <dgm:prSet/>
      <dgm:spPr/>
      <dgm:t>
        <a:bodyPr/>
        <a:lstStyle/>
        <a:p>
          <a:endParaRPr lang="fr-FR" sz="1600"/>
        </a:p>
      </dgm:t>
    </dgm:pt>
    <dgm:pt modelId="{AECDB24C-F157-4650-8D5A-4467846CF234}">
      <dgm:prSet phldrT="[Texte]" custT="1"/>
      <dgm:spPr>
        <a:ln>
          <a:solidFill>
            <a:srgbClr val="8E2C48"/>
          </a:solidFill>
        </a:ln>
      </dgm:spPr>
      <dgm:t>
        <a:bodyPr/>
        <a:lstStyle/>
        <a:p>
          <a:pPr algn="ctr"/>
          <a:r>
            <a:rPr lang="en-US" sz="1200" b="1" noProof="0" dirty="0">
              <a:solidFill>
                <a:srgbClr val="8E2C48"/>
              </a:solidFill>
              <a:latin typeface="Avenir Next LT Pro" panose="020B0504020202020204" pitchFamily="34" charset="0"/>
            </a:rPr>
            <a:t>To prepare before</a:t>
          </a:r>
          <a:br>
            <a:rPr lang="en-US" sz="1200" noProof="0" dirty="0">
              <a:latin typeface="Avenir Next LT Pro" panose="020B0504020202020204" pitchFamily="34" charset="0"/>
            </a:rPr>
          </a:br>
          <a:br>
            <a:rPr lang="en-US" sz="1200" noProof="0" dirty="0">
              <a:latin typeface="Avenir Next LT Pro" panose="020B0504020202020204" pitchFamily="34" charset="0"/>
            </a:rPr>
          </a:br>
          <a:r>
            <a:rPr lang="en-US" sz="1200" noProof="0" dirty="0">
              <a:solidFill>
                <a:srgbClr val="5C4E63"/>
              </a:solidFill>
              <a:latin typeface="Avenir Next LT Pro" panose="020B0504020202020204" pitchFamily="34" charset="0"/>
            </a:rPr>
            <a:t>A list of practices to work on in the Community.</a:t>
          </a:r>
        </a:p>
        <a:p>
          <a:pPr algn="ctr"/>
          <a:endParaRPr lang="en-US" sz="1200" noProof="0" dirty="0">
            <a:solidFill>
              <a:srgbClr val="5C4E63"/>
            </a:solidFill>
            <a:latin typeface="Avenir Next LT Pro" panose="020B0504020202020204" pitchFamily="34" charset="0"/>
          </a:endParaRPr>
        </a:p>
        <a:p>
          <a:pPr algn="ctr"/>
          <a:r>
            <a:rPr lang="en-US" sz="1200" noProof="0" dirty="0">
              <a:solidFill>
                <a:srgbClr val="5C4E63"/>
              </a:solidFill>
              <a:latin typeface="Avenir Next LT Pro" panose="020B0504020202020204" pitchFamily="34" charset="0"/>
            </a:rPr>
            <a:t>(Optional) A list of ideas of activities of different levels</a:t>
          </a:r>
        </a:p>
        <a:p>
          <a:pPr algn="ctr"/>
          <a:endParaRPr lang="en-US" sz="1200" noProof="0" dirty="0">
            <a:solidFill>
              <a:srgbClr val="5C4E63"/>
            </a:solidFill>
            <a:latin typeface="Avenir Next LT Pro" panose="020B0504020202020204" pitchFamily="34" charset="0"/>
          </a:endParaRPr>
        </a:p>
        <a:p>
          <a:pPr algn="ctr"/>
          <a:r>
            <a:rPr lang="en-US" sz="1200" noProof="0" dirty="0">
              <a:solidFill>
                <a:srgbClr val="5C4E63"/>
              </a:solidFill>
              <a:latin typeface="Avenir Next LT Pro" panose="020B0504020202020204" pitchFamily="34" charset="0"/>
            </a:rPr>
            <a:t>(Optional) A list of timeslots for Community moments</a:t>
          </a:r>
        </a:p>
        <a:p>
          <a:pPr algn="ctr"/>
          <a:endParaRPr lang="fr-FR" sz="1200" dirty="0">
            <a:solidFill>
              <a:srgbClr val="5C4E63"/>
            </a:solidFill>
            <a:latin typeface="Avenir Next LT Pro" panose="020B0504020202020204" pitchFamily="34" charset="0"/>
          </a:endParaRPr>
        </a:p>
      </dgm:t>
    </dgm:pt>
    <dgm:pt modelId="{CE913761-3F89-4A72-B6BB-F997C9EA3CEB}" type="parTrans" cxnId="{9C27FF33-91EA-4A07-B163-182CE56AD4D3}">
      <dgm:prSet/>
      <dgm:spPr/>
      <dgm:t>
        <a:bodyPr/>
        <a:lstStyle/>
        <a:p>
          <a:endParaRPr lang="fr-FR" sz="1600"/>
        </a:p>
      </dgm:t>
    </dgm:pt>
    <dgm:pt modelId="{F6FB4777-91AE-4058-8848-58D63B5ABB77}" type="sibTrans" cxnId="{9C27FF33-91EA-4A07-B163-182CE56AD4D3}">
      <dgm:prSet/>
      <dgm:spPr/>
      <dgm:t>
        <a:bodyPr/>
        <a:lstStyle/>
        <a:p>
          <a:endParaRPr lang="fr-FR" sz="1600"/>
        </a:p>
      </dgm:t>
    </dgm:pt>
    <dgm:pt modelId="{FA3A7637-6A57-4EAF-BABC-7AB0B5C0195B}">
      <dgm:prSet phldrT="[Texte]" custT="1"/>
      <dgm:spPr>
        <a:ln>
          <a:solidFill>
            <a:srgbClr val="8E2C48"/>
          </a:solidFill>
        </a:ln>
      </dgm:spPr>
      <dgm:t>
        <a:bodyPr/>
        <a:lstStyle/>
        <a:p>
          <a:r>
            <a:rPr lang="en-US" sz="1200" b="1" noProof="0" dirty="0">
              <a:solidFill>
                <a:srgbClr val="8E2C48"/>
              </a:solidFill>
              <a:latin typeface="Avenir Next LT Pro" panose="020B0504020202020204" pitchFamily="34" charset="0"/>
            </a:rPr>
            <a:t>Participants</a:t>
          </a:r>
          <a:br>
            <a:rPr lang="en-US" sz="1200" noProof="0" dirty="0">
              <a:latin typeface="Avenir Next LT Pro" panose="020B0504020202020204" pitchFamily="34" charset="0"/>
            </a:rPr>
          </a:br>
          <a:br>
            <a:rPr lang="en-US" sz="1200" noProof="0" dirty="0">
              <a:latin typeface="Avenir Next LT Pro" panose="020B0504020202020204" pitchFamily="34" charset="0"/>
            </a:rPr>
          </a:br>
          <a:r>
            <a:rPr lang="en-US" sz="1200" noProof="0" dirty="0">
              <a:latin typeface="Avenir Next LT Pro" panose="020B0504020202020204" pitchFamily="34" charset="0"/>
            </a:rPr>
            <a:t>Members of Communities of Practice </a:t>
          </a:r>
          <a:r>
            <a:rPr lang="en-US" sz="1200" b="1" noProof="0" dirty="0">
              <a:latin typeface="Avenir Next LT Pro" panose="020B0504020202020204" pitchFamily="34" charset="0"/>
            </a:rPr>
            <a:t>who know what learning a practice means</a:t>
          </a:r>
        </a:p>
        <a:p>
          <a:endParaRPr lang="en-US" sz="1200" b="1" noProof="0" dirty="0">
            <a:latin typeface="Avenir Next LT Pro" panose="020B0504020202020204" pitchFamily="34" charset="0"/>
          </a:endParaRPr>
        </a:p>
        <a:p>
          <a:r>
            <a:rPr lang="en-US" sz="1200" b="0" noProof="0" dirty="0">
              <a:latin typeface="Avenir Next LT Pro" panose="020B0504020202020204" pitchFamily="34" charset="0"/>
            </a:rPr>
            <a:t>Participants should include </a:t>
          </a:r>
          <a:r>
            <a:rPr lang="en-US" sz="1200" b="1" noProof="0" dirty="0">
              <a:latin typeface="Avenir Next LT Pro" panose="020B0504020202020204" pitchFamily="34" charset="0"/>
            </a:rPr>
            <a:t>a minimum number of experienced potential contributors </a:t>
          </a:r>
          <a:r>
            <a:rPr lang="en-US" sz="1200" b="0" noProof="0" dirty="0">
              <a:latin typeface="Avenir Next LT Pro" panose="020B0504020202020204" pitchFamily="34" charset="0"/>
            </a:rPr>
            <a:t>to make this workshop interesting.</a:t>
          </a:r>
        </a:p>
      </dgm:t>
    </dgm:pt>
    <dgm:pt modelId="{E56E7D95-ACCA-44FA-9366-868AF1351F46}" type="parTrans" cxnId="{473E9909-F329-42F8-8D61-1F0E5C7CAB7A}">
      <dgm:prSet/>
      <dgm:spPr/>
      <dgm:t>
        <a:bodyPr/>
        <a:lstStyle/>
        <a:p>
          <a:endParaRPr lang="fr-FR" sz="1600"/>
        </a:p>
      </dgm:t>
    </dgm:pt>
    <dgm:pt modelId="{14AFA1AD-3C87-4A0B-BA83-4D8A673F5F60}" type="sibTrans" cxnId="{473E9909-F329-42F8-8D61-1F0E5C7CAB7A}">
      <dgm:prSet/>
      <dgm:spPr/>
      <dgm:t>
        <a:bodyPr/>
        <a:lstStyle/>
        <a:p>
          <a:endParaRPr lang="fr-FR" sz="1600"/>
        </a:p>
      </dgm:t>
    </dgm:pt>
    <dgm:pt modelId="{A39C1FB3-6965-4446-B405-DE606E0B7B62}" type="pres">
      <dgm:prSet presAssocID="{6A92B643-4AC5-407B-8868-99ED8AD206C1}" presName="Name0" presStyleCnt="0">
        <dgm:presLayoutVars>
          <dgm:dir/>
          <dgm:resizeHandles val="exact"/>
        </dgm:presLayoutVars>
      </dgm:prSet>
      <dgm:spPr/>
    </dgm:pt>
    <dgm:pt modelId="{DCAF6BC0-80BD-4AE2-B8BD-A32B9D7650FF}" type="pres">
      <dgm:prSet presAssocID="{6A92B643-4AC5-407B-8868-99ED8AD206C1}" presName="bkgdShp" presStyleLbl="alignAccFollowNode1" presStyleIdx="0" presStyleCnt="1" custLinFactNeighborX="6125" custLinFactNeighborY="-17846"/>
      <dgm:spPr>
        <a:ln>
          <a:solidFill>
            <a:srgbClr val="5C4E63">
              <a:alpha val="90000"/>
            </a:srgbClr>
          </a:solidFill>
        </a:ln>
      </dgm:spPr>
    </dgm:pt>
    <dgm:pt modelId="{9CCB972E-2C08-4452-8C14-248BA6A100B2}" type="pres">
      <dgm:prSet presAssocID="{6A92B643-4AC5-407B-8868-99ED8AD206C1}" presName="linComp" presStyleCnt="0"/>
      <dgm:spPr/>
    </dgm:pt>
    <dgm:pt modelId="{B66FACD9-74DD-41BA-992F-D7D14291020F}" type="pres">
      <dgm:prSet presAssocID="{BA4E070F-ADC8-4CDC-94E4-64A273672FFB}" presName="compNode" presStyleCnt="0"/>
      <dgm:spPr/>
    </dgm:pt>
    <dgm:pt modelId="{898961E9-ECB2-4197-BB94-E0A27D372B88}" type="pres">
      <dgm:prSet presAssocID="{BA4E070F-ADC8-4CDC-94E4-64A273672FFB}" presName="node" presStyleLbl="node1" presStyleIdx="0" presStyleCnt="3">
        <dgm:presLayoutVars>
          <dgm:bulletEnabled val="1"/>
        </dgm:presLayoutVars>
      </dgm:prSet>
      <dgm:spPr/>
    </dgm:pt>
    <dgm:pt modelId="{70B380C1-3F1E-4D87-A304-E8A09875C035}" type="pres">
      <dgm:prSet presAssocID="{BA4E070F-ADC8-4CDC-94E4-64A273672FFB}" presName="invisiNode" presStyleLbl="node1" presStyleIdx="0" presStyleCnt="3"/>
      <dgm:spPr/>
    </dgm:pt>
    <dgm:pt modelId="{7A673366-D108-41D1-A757-E6F328FCC9C9}" type="pres">
      <dgm:prSet presAssocID="{BA4E070F-ADC8-4CDC-94E4-64A273672FFB}" presName="imagNode" presStyleLbl="fgImgPlac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26000" b="-26000"/>
          </a:stretch>
        </a:blipFill>
        <a:ln>
          <a:solidFill>
            <a:srgbClr val="8E2C48"/>
          </a:solidFill>
        </a:ln>
      </dgm:spPr>
      <dgm:extLst>
        <a:ext uri="{E40237B7-FDA0-4F09-8148-C483321AD2D9}">
          <dgm14:cNvPr xmlns:dgm14="http://schemas.microsoft.com/office/drawing/2010/diagram" id="0" name="" descr="Panneau de signalisation avec un remplissage uni"/>
        </a:ext>
      </dgm:extLst>
    </dgm:pt>
    <dgm:pt modelId="{911F8200-51A7-463E-B3C6-738CAE6BB385}" type="pres">
      <dgm:prSet presAssocID="{CB846919-D07B-42ED-BA6B-F923ACFCB2FA}" presName="sibTrans" presStyleLbl="sibTrans2D1" presStyleIdx="0" presStyleCnt="0"/>
      <dgm:spPr/>
    </dgm:pt>
    <dgm:pt modelId="{2974157F-4CC5-402F-860E-EED49DF5F229}" type="pres">
      <dgm:prSet presAssocID="{AECDB24C-F157-4650-8D5A-4467846CF234}" presName="compNode" presStyleCnt="0"/>
      <dgm:spPr/>
    </dgm:pt>
    <dgm:pt modelId="{BFB5E530-E857-441B-B448-7F6CB5417375}" type="pres">
      <dgm:prSet presAssocID="{AECDB24C-F157-4650-8D5A-4467846CF234}" presName="node" presStyleLbl="node1" presStyleIdx="1" presStyleCnt="3">
        <dgm:presLayoutVars>
          <dgm:bulletEnabled val="1"/>
        </dgm:presLayoutVars>
      </dgm:prSet>
      <dgm:spPr/>
    </dgm:pt>
    <dgm:pt modelId="{AB667848-74F5-4172-A294-3336CF909320}" type="pres">
      <dgm:prSet presAssocID="{AECDB24C-F157-4650-8D5A-4467846CF234}" presName="invisiNode" presStyleLbl="node1" presStyleIdx="1" presStyleCnt="3"/>
      <dgm:spPr/>
    </dgm:pt>
    <dgm:pt modelId="{848092CF-B9E2-4851-AA8D-7B70D879A555}" type="pres">
      <dgm:prSet presAssocID="{AECDB24C-F157-4650-8D5A-4467846CF234}" presName="imagNode" presStyleLbl="fgImgPlac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26000" b="-26000"/>
          </a:stretch>
        </a:blipFill>
        <a:ln>
          <a:solidFill>
            <a:srgbClr val="8E2C48"/>
          </a:solidFill>
        </a:ln>
      </dgm:spPr>
      <dgm:extLst>
        <a:ext uri="{E40237B7-FDA0-4F09-8148-C483321AD2D9}">
          <dgm14:cNvPr xmlns:dgm14="http://schemas.microsoft.com/office/drawing/2010/diagram" id="0" name="" descr="Porte-documents avec un remplissage uni"/>
        </a:ext>
      </dgm:extLst>
    </dgm:pt>
    <dgm:pt modelId="{3FE769C7-ECEB-4F66-96F0-0B232AD5F92A}" type="pres">
      <dgm:prSet presAssocID="{F6FB4777-91AE-4058-8848-58D63B5ABB77}" presName="sibTrans" presStyleLbl="sibTrans2D1" presStyleIdx="0" presStyleCnt="0"/>
      <dgm:spPr/>
    </dgm:pt>
    <dgm:pt modelId="{C32F7D5E-7B8F-43CA-811F-D06B71790359}" type="pres">
      <dgm:prSet presAssocID="{FA3A7637-6A57-4EAF-BABC-7AB0B5C0195B}" presName="compNode" presStyleCnt="0"/>
      <dgm:spPr/>
    </dgm:pt>
    <dgm:pt modelId="{F677139D-3035-490A-997C-154D3529BFB7}" type="pres">
      <dgm:prSet presAssocID="{FA3A7637-6A57-4EAF-BABC-7AB0B5C0195B}" presName="node" presStyleLbl="node1" presStyleIdx="2" presStyleCnt="3">
        <dgm:presLayoutVars>
          <dgm:bulletEnabled val="1"/>
        </dgm:presLayoutVars>
      </dgm:prSet>
      <dgm:spPr/>
    </dgm:pt>
    <dgm:pt modelId="{ABCBF581-7353-40DE-B971-E616C2F8E53C}" type="pres">
      <dgm:prSet presAssocID="{FA3A7637-6A57-4EAF-BABC-7AB0B5C0195B}" presName="invisiNode" presStyleLbl="node1" presStyleIdx="2" presStyleCnt="3"/>
      <dgm:spPr/>
    </dgm:pt>
    <dgm:pt modelId="{B7183DFA-5031-4E8E-8D73-48543D88745F}" type="pres">
      <dgm:prSet presAssocID="{FA3A7637-6A57-4EAF-BABC-7AB0B5C0195B}" presName="imagNode" presStyleLbl="fgImgPlac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t="-26000" b="-26000"/>
          </a:stretch>
        </a:blipFill>
        <a:ln>
          <a:solidFill>
            <a:srgbClr val="8E2C48"/>
          </a:solidFill>
        </a:ln>
      </dgm:spPr>
      <dgm:extLst>
        <a:ext uri="{E40237B7-FDA0-4F09-8148-C483321AD2D9}">
          <dgm14:cNvPr xmlns:dgm14="http://schemas.microsoft.com/office/drawing/2010/diagram" id="0" name="" descr="Groupe avec un remplissage uni"/>
        </a:ext>
      </dgm:extLst>
    </dgm:pt>
  </dgm:ptLst>
  <dgm:cxnLst>
    <dgm:cxn modelId="{C058E907-2B9C-4B72-8F8E-A9C3CCBABEF0}" type="presOf" srcId="{FA3A7637-6A57-4EAF-BABC-7AB0B5C0195B}" destId="{F677139D-3035-490A-997C-154D3529BFB7}" srcOrd="0" destOrd="0" presId="urn:microsoft.com/office/officeart/2005/8/layout/pList2"/>
    <dgm:cxn modelId="{473E9909-F329-42F8-8D61-1F0E5C7CAB7A}" srcId="{6A92B643-4AC5-407B-8868-99ED8AD206C1}" destId="{FA3A7637-6A57-4EAF-BABC-7AB0B5C0195B}" srcOrd="2" destOrd="0" parTransId="{E56E7D95-ACCA-44FA-9366-868AF1351F46}" sibTransId="{14AFA1AD-3C87-4A0B-BA83-4D8A673F5F60}"/>
    <dgm:cxn modelId="{5BDFB813-06CB-4629-9B22-68AA7B217305}" type="presOf" srcId="{AECDB24C-F157-4650-8D5A-4467846CF234}" destId="{BFB5E530-E857-441B-B448-7F6CB5417375}" srcOrd="0" destOrd="0" presId="urn:microsoft.com/office/officeart/2005/8/layout/pList2"/>
    <dgm:cxn modelId="{06430417-1C66-4DEB-9854-BBAA2293FAE3}" type="presOf" srcId="{CB846919-D07B-42ED-BA6B-F923ACFCB2FA}" destId="{911F8200-51A7-463E-B3C6-738CAE6BB385}" srcOrd="0" destOrd="0" presId="urn:microsoft.com/office/officeart/2005/8/layout/pList2"/>
    <dgm:cxn modelId="{9C27FF33-91EA-4A07-B163-182CE56AD4D3}" srcId="{6A92B643-4AC5-407B-8868-99ED8AD206C1}" destId="{AECDB24C-F157-4650-8D5A-4467846CF234}" srcOrd="1" destOrd="0" parTransId="{CE913761-3F89-4A72-B6BB-F997C9EA3CEB}" sibTransId="{F6FB4777-91AE-4058-8848-58D63B5ABB77}"/>
    <dgm:cxn modelId="{2CFDCC57-7E68-4505-87B3-BF1A56F32DFC}" type="presOf" srcId="{6A92B643-4AC5-407B-8868-99ED8AD206C1}" destId="{A39C1FB3-6965-4446-B405-DE606E0B7B62}" srcOrd="0" destOrd="0" presId="urn:microsoft.com/office/officeart/2005/8/layout/pList2"/>
    <dgm:cxn modelId="{216AEAAF-D4F8-4458-975E-7A17D13791F2}" srcId="{6A92B643-4AC5-407B-8868-99ED8AD206C1}" destId="{BA4E070F-ADC8-4CDC-94E4-64A273672FFB}" srcOrd="0" destOrd="0" parTransId="{116B4F7C-D509-4D94-8573-2C210DC9A8FE}" sibTransId="{CB846919-D07B-42ED-BA6B-F923ACFCB2FA}"/>
    <dgm:cxn modelId="{9B8956E9-E207-4970-A500-F9CDBCE0841D}" type="presOf" srcId="{BA4E070F-ADC8-4CDC-94E4-64A273672FFB}" destId="{898961E9-ECB2-4197-BB94-E0A27D372B88}" srcOrd="0" destOrd="0" presId="urn:microsoft.com/office/officeart/2005/8/layout/pList2"/>
    <dgm:cxn modelId="{D8C927EB-7B6D-47DD-85CF-2DD3DCDB20F7}" type="presOf" srcId="{F6FB4777-91AE-4058-8848-58D63B5ABB77}" destId="{3FE769C7-ECEB-4F66-96F0-0B232AD5F92A}" srcOrd="0" destOrd="0" presId="urn:microsoft.com/office/officeart/2005/8/layout/pList2"/>
    <dgm:cxn modelId="{3E8F1F6B-C5B3-4C4C-8DC7-B1AD20A538B4}" type="presParOf" srcId="{A39C1FB3-6965-4446-B405-DE606E0B7B62}" destId="{DCAF6BC0-80BD-4AE2-B8BD-A32B9D7650FF}" srcOrd="0" destOrd="0" presId="urn:microsoft.com/office/officeart/2005/8/layout/pList2"/>
    <dgm:cxn modelId="{0977A69C-AED9-4109-95D4-2B919799D8E2}" type="presParOf" srcId="{A39C1FB3-6965-4446-B405-DE606E0B7B62}" destId="{9CCB972E-2C08-4452-8C14-248BA6A100B2}" srcOrd="1" destOrd="0" presId="urn:microsoft.com/office/officeart/2005/8/layout/pList2"/>
    <dgm:cxn modelId="{D6401FFA-CC00-4AB0-9F66-D54E4C85B39C}" type="presParOf" srcId="{9CCB972E-2C08-4452-8C14-248BA6A100B2}" destId="{B66FACD9-74DD-41BA-992F-D7D14291020F}" srcOrd="0" destOrd="0" presId="urn:microsoft.com/office/officeart/2005/8/layout/pList2"/>
    <dgm:cxn modelId="{E19BB616-B03C-4FB3-A227-7CAB8F431687}" type="presParOf" srcId="{B66FACD9-74DD-41BA-992F-D7D14291020F}" destId="{898961E9-ECB2-4197-BB94-E0A27D372B88}" srcOrd="0" destOrd="0" presId="urn:microsoft.com/office/officeart/2005/8/layout/pList2"/>
    <dgm:cxn modelId="{9527EC24-1E12-411F-9B0F-DE94EC5BF986}" type="presParOf" srcId="{B66FACD9-74DD-41BA-992F-D7D14291020F}" destId="{70B380C1-3F1E-4D87-A304-E8A09875C035}" srcOrd="1" destOrd="0" presId="urn:microsoft.com/office/officeart/2005/8/layout/pList2"/>
    <dgm:cxn modelId="{DCD24C58-B57C-4541-9B05-DED3B50343F4}" type="presParOf" srcId="{B66FACD9-74DD-41BA-992F-D7D14291020F}" destId="{7A673366-D108-41D1-A757-E6F328FCC9C9}" srcOrd="2" destOrd="0" presId="urn:microsoft.com/office/officeart/2005/8/layout/pList2"/>
    <dgm:cxn modelId="{1B02AE6A-11B2-489B-858D-4157B5DB2DE0}" type="presParOf" srcId="{9CCB972E-2C08-4452-8C14-248BA6A100B2}" destId="{911F8200-51A7-463E-B3C6-738CAE6BB385}" srcOrd="1" destOrd="0" presId="urn:microsoft.com/office/officeart/2005/8/layout/pList2"/>
    <dgm:cxn modelId="{876B6CB7-E4E0-4192-9E22-667FE288146F}" type="presParOf" srcId="{9CCB972E-2C08-4452-8C14-248BA6A100B2}" destId="{2974157F-4CC5-402F-860E-EED49DF5F229}" srcOrd="2" destOrd="0" presId="urn:microsoft.com/office/officeart/2005/8/layout/pList2"/>
    <dgm:cxn modelId="{5D38C134-4901-4FBB-A1BE-3E6FFED69D48}" type="presParOf" srcId="{2974157F-4CC5-402F-860E-EED49DF5F229}" destId="{BFB5E530-E857-441B-B448-7F6CB5417375}" srcOrd="0" destOrd="0" presId="urn:microsoft.com/office/officeart/2005/8/layout/pList2"/>
    <dgm:cxn modelId="{E5A11849-FF60-4957-ADF9-627B0FE2C61D}" type="presParOf" srcId="{2974157F-4CC5-402F-860E-EED49DF5F229}" destId="{AB667848-74F5-4172-A294-3336CF909320}" srcOrd="1" destOrd="0" presId="urn:microsoft.com/office/officeart/2005/8/layout/pList2"/>
    <dgm:cxn modelId="{202C3E45-53C6-4074-91A8-9FCAD2E27DC3}" type="presParOf" srcId="{2974157F-4CC5-402F-860E-EED49DF5F229}" destId="{848092CF-B9E2-4851-AA8D-7B70D879A555}" srcOrd="2" destOrd="0" presId="urn:microsoft.com/office/officeart/2005/8/layout/pList2"/>
    <dgm:cxn modelId="{1BADA813-2B2A-4D20-AC33-686380D1EB31}" type="presParOf" srcId="{9CCB972E-2C08-4452-8C14-248BA6A100B2}" destId="{3FE769C7-ECEB-4F66-96F0-0B232AD5F92A}" srcOrd="3" destOrd="0" presId="urn:microsoft.com/office/officeart/2005/8/layout/pList2"/>
    <dgm:cxn modelId="{35FB2C2A-0399-44FD-8A22-D873F98F067C}" type="presParOf" srcId="{9CCB972E-2C08-4452-8C14-248BA6A100B2}" destId="{C32F7D5E-7B8F-43CA-811F-D06B71790359}" srcOrd="4" destOrd="0" presId="urn:microsoft.com/office/officeart/2005/8/layout/pList2"/>
    <dgm:cxn modelId="{618EB790-52B8-444C-B07C-F817A8EEE8E3}" type="presParOf" srcId="{C32F7D5E-7B8F-43CA-811F-D06B71790359}" destId="{F677139D-3035-490A-997C-154D3529BFB7}" srcOrd="0" destOrd="0" presId="urn:microsoft.com/office/officeart/2005/8/layout/pList2"/>
    <dgm:cxn modelId="{A99B0247-A4BD-4E84-B535-FDF5C54A3838}" type="presParOf" srcId="{C32F7D5E-7B8F-43CA-811F-D06B71790359}" destId="{ABCBF581-7353-40DE-B971-E616C2F8E53C}" srcOrd="1" destOrd="0" presId="urn:microsoft.com/office/officeart/2005/8/layout/pList2"/>
    <dgm:cxn modelId="{1504FBCB-3BEF-49D5-9207-AC5AA674219D}" type="presParOf" srcId="{C32F7D5E-7B8F-43CA-811F-D06B71790359}" destId="{B7183DFA-5031-4E8E-8D73-48543D88745F}" srcOrd="2" destOrd="0" presId="urn:microsoft.com/office/officeart/2005/8/layout/p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A92B643-4AC5-407B-8868-99ED8AD206C1}" type="doc">
      <dgm:prSet loTypeId="urn:microsoft.com/office/officeart/2005/8/layout/pList2" loCatId="picture" qsTypeId="urn:microsoft.com/office/officeart/2005/8/quickstyle/simple1" qsCatId="simple" csTypeId="urn:microsoft.com/office/officeart/2005/8/colors/accent3_1" csCatId="accent3" phldr="1"/>
      <dgm:spPr/>
    </dgm:pt>
    <dgm:pt modelId="{BA4E070F-ADC8-4CDC-94E4-64A273672FFB}">
      <dgm:prSet phldrT="[Texte]" custT="1"/>
      <dgm:spPr>
        <a:ln>
          <a:solidFill>
            <a:srgbClr val="8E2C48"/>
          </a:solidFill>
        </a:ln>
      </dgm:spPr>
      <dgm:t>
        <a:bodyPr/>
        <a:lstStyle/>
        <a:p>
          <a:r>
            <a:rPr lang="en-US" sz="1400" b="1" noProof="0" dirty="0">
              <a:solidFill>
                <a:srgbClr val="8E2C48"/>
              </a:solidFill>
              <a:latin typeface="Avenir Next LT Pro" panose="020B0504020202020204" pitchFamily="34" charset="0"/>
            </a:rPr>
            <a:t>This workshop is easier when</a:t>
          </a:r>
          <a:br>
            <a:rPr lang="en-US" sz="1400" noProof="0" dirty="0">
              <a:latin typeface="Avenir Next LT Pro" panose="020B0504020202020204" pitchFamily="34" charset="0"/>
            </a:rPr>
          </a:br>
          <a:br>
            <a:rPr lang="en-US" sz="1400" noProof="0" dirty="0">
              <a:latin typeface="Avenir Next LT Pro" panose="020B0504020202020204" pitchFamily="34" charset="0"/>
            </a:rPr>
          </a:br>
          <a:r>
            <a:rPr lang="en-US" sz="1400" noProof="0" dirty="0">
              <a:solidFill>
                <a:srgbClr val="5C4E63"/>
              </a:solidFill>
              <a:latin typeface="Avenir Next LT Pro" panose="020B0504020202020204" pitchFamily="34" charset="0"/>
            </a:rPr>
            <a:t>Members have past experiences in learning practices and implementing it during their job, knowing the difficulties</a:t>
          </a:r>
        </a:p>
      </dgm:t>
    </dgm:pt>
    <dgm:pt modelId="{116B4F7C-D509-4D94-8573-2C210DC9A8FE}" type="parTrans" cxnId="{216AEAAF-D4F8-4458-975E-7A17D13791F2}">
      <dgm:prSet/>
      <dgm:spPr/>
      <dgm:t>
        <a:bodyPr/>
        <a:lstStyle/>
        <a:p>
          <a:endParaRPr lang="fr-FR"/>
        </a:p>
      </dgm:t>
    </dgm:pt>
    <dgm:pt modelId="{CB846919-D07B-42ED-BA6B-F923ACFCB2FA}" type="sibTrans" cxnId="{216AEAAF-D4F8-4458-975E-7A17D13791F2}">
      <dgm:prSet/>
      <dgm:spPr/>
      <dgm:t>
        <a:bodyPr/>
        <a:lstStyle/>
        <a:p>
          <a:endParaRPr lang="fr-FR"/>
        </a:p>
      </dgm:t>
    </dgm:pt>
    <dgm:pt modelId="{AECDB24C-F157-4650-8D5A-4467846CF234}">
      <dgm:prSet phldrT="[Texte]" custT="1"/>
      <dgm:spPr>
        <a:ln>
          <a:solidFill>
            <a:srgbClr val="8E2C48"/>
          </a:solidFill>
        </a:ln>
      </dgm:spPr>
      <dgm:t>
        <a:bodyPr/>
        <a:lstStyle/>
        <a:p>
          <a:pPr algn="ctr"/>
          <a:r>
            <a:rPr lang="en-US" sz="1400" b="1" noProof="0" dirty="0">
              <a:solidFill>
                <a:srgbClr val="8E2C48"/>
              </a:solidFill>
              <a:latin typeface="Avenir Next LT Pro" panose="020B0504020202020204" pitchFamily="34" charset="0"/>
            </a:rPr>
            <a:t>This workshop becomes very difficult when</a:t>
          </a:r>
          <a:br>
            <a:rPr lang="en-US" sz="1400" noProof="0" dirty="0">
              <a:latin typeface="Avenir Next LT Pro" panose="020B0504020202020204" pitchFamily="34" charset="0"/>
            </a:rPr>
          </a:br>
          <a:br>
            <a:rPr lang="en-US" sz="1400" noProof="0" dirty="0">
              <a:latin typeface="Avenir Next LT Pro" panose="020B0504020202020204" pitchFamily="34" charset="0"/>
            </a:rPr>
          </a:br>
          <a:r>
            <a:rPr lang="en-US" sz="1400" noProof="0" dirty="0">
              <a:solidFill>
                <a:srgbClr val="5C4E63"/>
              </a:solidFill>
              <a:latin typeface="Avenir Next LT Pro" panose="020B0504020202020204" pitchFamily="34" charset="0"/>
            </a:rPr>
            <a:t>List of practices are not ready yet</a:t>
          </a:r>
        </a:p>
        <a:p>
          <a:pPr algn="ctr"/>
          <a:r>
            <a:rPr lang="en-US" sz="1400" noProof="0" dirty="0">
              <a:solidFill>
                <a:srgbClr val="5C4E63"/>
              </a:solidFill>
              <a:latin typeface="Avenir Next LT Pro" panose="020B0504020202020204" pitchFamily="34" charset="0"/>
            </a:rPr>
            <a:t>Participants do not feel ready or legitimate to choose activities and roadmap </a:t>
          </a:r>
        </a:p>
      </dgm:t>
    </dgm:pt>
    <dgm:pt modelId="{CE913761-3F89-4A72-B6BB-F997C9EA3CEB}" type="parTrans" cxnId="{9C27FF33-91EA-4A07-B163-182CE56AD4D3}">
      <dgm:prSet/>
      <dgm:spPr/>
      <dgm:t>
        <a:bodyPr/>
        <a:lstStyle/>
        <a:p>
          <a:endParaRPr lang="fr-FR"/>
        </a:p>
      </dgm:t>
    </dgm:pt>
    <dgm:pt modelId="{F6FB4777-91AE-4058-8848-58D63B5ABB77}" type="sibTrans" cxnId="{9C27FF33-91EA-4A07-B163-182CE56AD4D3}">
      <dgm:prSet/>
      <dgm:spPr/>
      <dgm:t>
        <a:bodyPr/>
        <a:lstStyle/>
        <a:p>
          <a:endParaRPr lang="fr-FR"/>
        </a:p>
      </dgm:t>
    </dgm:pt>
    <dgm:pt modelId="{A39C1FB3-6965-4446-B405-DE606E0B7B62}" type="pres">
      <dgm:prSet presAssocID="{6A92B643-4AC5-407B-8868-99ED8AD206C1}" presName="Name0" presStyleCnt="0">
        <dgm:presLayoutVars>
          <dgm:dir/>
          <dgm:resizeHandles val="exact"/>
        </dgm:presLayoutVars>
      </dgm:prSet>
      <dgm:spPr/>
    </dgm:pt>
    <dgm:pt modelId="{DCAF6BC0-80BD-4AE2-B8BD-A32B9D7650FF}" type="pres">
      <dgm:prSet presAssocID="{6A92B643-4AC5-407B-8868-99ED8AD206C1}" presName="bkgdShp" presStyleLbl="alignAccFollowNode1" presStyleIdx="0" presStyleCnt="1" custLinFactNeighborX="6125" custLinFactNeighborY="-17846"/>
      <dgm:spPr>
        <a:ln>
          <a:solidFill>
            <a:srgbClr val="5C4E63">
              <a:alpha val="90000"/>
            </a:srgbClr>
          </a:solidFill>
        </a:ln>
      </dgm:spPr>
    </dgm:pt>
    <dgm:pt modelId="{9CCB972E-2C08-4452-8C14-248BA6A100B2}" type="pres">
      <dgm:prSet presAssocID="{6A92B643-4AC5-407B-8868-99ED8AD206C1}" presName="linComp" presStyleCnt="0"/>
      <dgm:spPr/>
    </dgm:pt>
    <dgm:pt modelId="{B66FACD9-74DD-41BA-992F-D7D14291020F}" type="pres">
      <dgm:prSet presAssocID="{BA4E070F-ADC8-4CDC-94E4-64A273672FFB}" presName="compNode" presStyleCnt="0"/>
      <dgm:spPr/>
    </dgm:pt>
    <dgm:pt modelId="{898961E9-ECB2-4197-BB94-E0A27D372B88}" type="pres">
      <dgm:prSet presAssocID="{BA4E070F-ADC8-4CDC-94E4-64A273672FFB}" presName="node" presStyleLbl="node1" presStyleIdx="0" presStyleCnt="2">
        <dgm:presLayoutVars>
          <dgm:bulletEnabled val="1"/>
        </dgm:presLayoutVars>
      </dgm:prSet>
      <dgm:spPr/>
    </dgm:pt>
    <dgm:pt modelId="{70B380C1-3F1E-4D87-A304-E8A09875C035}" type="pres">
      <dgm:prSet presAssocID="{BA4E070F-ADC8-4CDC-94E4-64A273672FFB}" presName="invisiNode" presStyleLbl="node1" presStyleIdx="0" presStyleCnt="2"/>
      <dgm:spPr/>
    </dgm:pt>
    <dgm:pt modelId="{7A673366-D108-41D1-A757-E6F328FCC9C9}" type="pres">
      <dgm:prSet presAssocID="{BA4E070F-ADC8-4CDC-94E4-64A273672FFB}" presName="imagNode" presStyleLbl="fgImgPlac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20000" b="-20000"/>
          </a:stretch>
        </a:blipFill>
        <a:ln>
          <a:solidFill>
            <a:srgbClr val="8E2C48"/>
          </a:solidFill>
        </a:ln>
      </dgm:spPr>
      <dgm:extLst>
        <a:ext uri="{E40237B7-FDA0-4F09-8148-C483321AD2D9}">
          <dgm14:cNvPr xmlns:dgm14="http://schemas.microsoft.com/office/drawing/2010/diagram" id="0" name="" descr="Segna Pollice su con riempimento a tinta unita"/>
        </a:ext>
      </dgm:extLst>
    </dgm:pt>
    <dgm:pt modelId="{911F8200-51A7-463E-B3C6-738CAE6BB385}" type="pres">
      <dgm:prSet presAssocID="{CB846919-D07B-42ED-BA6B-F923ACFCB2FA}" presName="sibTrans" presStyleLbl="sibTrans2D1" presStyleIdx="0" presStyleCnt="0"/>
      <dgm:spPr/>
    </dgm:pt>
    <dgm:pt modelId="{2974157F-4CC5-402F-860E-EED49DF5F229}" type="pres">
      <dgm:prSet presAssocID="{AECDB24C-F157-4650-8D5A-4467846CF234}" presName="compNode" presStyleCnt="0"/>
      <dgm:spPr/>
    </dgm:pt>
    <dgm:pt modelId="{BFB5E530-E857-441B-B448-7F6CB5417375}" type="pres">
      <dgm:prSet presAssocID="{AECDB24C-F157-4650-8D5A-4467846CF234}" presName="node" presStyleLbl="node1" presStyleIdx="1" presStyleCnt="2">
        <dgm:presLayoutVars>
          <dgm:bulletEnabled val="1"/>
        </dgm:presLayoutVars>
      </dgm:prSet>
      <dgm:spPr/>
    </dgm:pt>
    <dgm:pt modelId="{AB667848-74F5-4172-A294-3336CF909320}" type="pres">
      <dgm:prSet presAssocID="{AECDB24C-F157-4650-8D5A-4467846CF234}" presName="invisiNode" presStyleLbl="node1" presStyleIdx="1" presStyleCnt="2"/>
      <dgm:spPr/>
    </dgm:pt>
    <dgm:pt modelId="{848092CF-B9E2-4851-AA8D-7B70D879A555}" type="pres">
      <dgm:prSet presAssocID="{AECDB24C-F157-4650-8D5A-4467846CF234}" presName="imagNode" presStyleLbl="fgImgPlac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20000" b="-20000"/>
          </a:stretch>
        </a:blipFill>
        <a:ln>
          <a:solidFill>
            <a:srgbClr val="8E2C48"/>
          </a:solidFill>
        </a:ln>
      </dgm:spPr>
      <dgm:extLst>
        <a:ext uri="{E40237B7-FDA0-4F09-8148-C483321AD2D9}">
          <dgm14:cNvPr xmlns:dgm14="http://schemas.microsoft.com/office/drawing/2010/diagram" id="0" name="" descr="Pollice abbassato con riempimento a tinta unita"/>
        </a:ext>
      </dgm:extLst>
    </dgm:pt>
  </dgm:ptLst>
  <dgm:cxnLst>
    <dgm:cxn modelId="{5BDFB813-06CB-4629-9B22-68AA7B217305}" type="presOf" srcId="{AECDB24C-F157-4650-8D5A-4467846CF234}" destId="{BFB5E530-E857-441B-B448-7F6CB5417375}" srcOrd="0" destOrd="0" presId="urn:microsoft.com/office/officeart/2005/8/layout/pList2"/>
    <dgm:cxn modelId="{06430417-1C66-4DEB-9854-BBAA2293FAE3}" type="presOf" srcId="{CB846919-D07B-42ED-BA6B-F923ACFCB2FA}" destId="{911F8200-51A7-463E-B3C6-738CAE6BB385}" srcOrd="0" destOrd="0" presId="urn:microsoft.com/office/officeart/2005/8/layout/pList2"/>
    <dgm:cxn modelId="{9C27FF33-91EA-4A07-B163-182CE56AD4D3}" srcId="{6A92B643-4AC5-407B-8868-99ED8AD206C1}" destId="{AECDB24C-F157-4650-8D5A-4467846CF234}" srcOrd="1" destOrd="0" parTransId="{CE913761-3F89-4A72-B6BB-F997C9EA3CEB}" sibTransId="{F6FB4777-91AE-4058-8848-58D63B5ABB77}"/>
    <dgm:cxn modelId="{2CFDCC57-7E68-4505-87B3-BF1A56F32DFC}" type="presOf" srcId="{6A92B643-4AC5-407B-8868-99ED8AD206C1}" destId="{A39C1FB3-6965-4446-B405-DE606E0B7B62}" srcOrd="0" destOrd="0" presId="urn:microsoft.com/office/officeart/2005/8/layout/pList2"/>
    <dgm:cxn modelId="{216AEAAF-D4F8-4458-975E-7A17D13791F2}" srcId="{6A92B643-4AC5-407B-8868-99ED8AD206C1}" destId="{BA4E070F-ADC8-4CDC-94E4-64A273672FFB}" srcOrd="0" destOrd="0" parTransId="{116B4F7C-D509-4D94-8573-2C210DC9A8FE}" sibTransId="{CB846919-D07B-42ED-BA6B-F923ACFCB2FA}"/>
    <dgm:cxn modelId="{9B8956E9-E207-4970-A500-F9CDBCE0841D}" type="presOf" srcId="{BA4E070F-ADC8-4CDC-94E4-64A273672FFB}" destId="{898961E9-ECB2-4197-BB94-E0A27D372B88}" srcOrd="0" destOrd="0" presId="urn:microsoft.com/office/officeart/2005/8/layout/pList2"/>
    <dgm:cxn modelId="{3E8F1F6B-C5B3-4C4C-8DC7-B1AD20A538B4}" type="presParOf" srcId="{A39C1FB3-6965-4446-B405-DE606E0B7B62}" destId="{DCAF6BC0-80BD-4AE2-B8BD-A32B9D7650FF}" srcOrd="0" destOrd="0" presId="urn:microsoft.com/office/officeart/2005/8/layout/pList2"/>
    <dgm:cxn modelId="{0977A69C-AED9-4109-95D4-2B919799D8E2}" type="presParOf" srcId="{A39C1FB3-6965-4446-B405-DE606E0B7B62}" destId="{9CCB972E-2C08-4452-8C14-248BA6A100B2}" srcOrd="1" destOrd="0" presId="urn:microsoft.com/office/officeart/2005/8/layout/pList2"/>
    <dgm:cxn modelId="{D6401FFA-CC00-4AB0-9F66-D54E4C85B39C}" type="presParOf" srcId="{9CCB972E-2C08-4452-8C14-248BA6A100B2}" destId="{B66FACD9-74DD-41BA-992F-D7D14291020F}" srcOrd="0" destOrd="0" presId="urn:microsoft.com/office/officeart/2005/8/layout/pList2"/>
    <dgm:cxn modelId="{E19BB616-B03C-4FB3-A227-7CAB8F431687}" type="presParOf" srcId="{B66FACD9-74DD-41BA-992F-D7D14291020F}" destId="{898961E9-ECB2-4197-BB94-E0A27D372B88}" srcOrd="0" destOrd="0" presId="urn:microsoft.com/office/officeart/2005/8/layout/pList2"/>
    <dgm:cxn modelId="{9527EC24-1E12-411F-9B0F-DE94EC5BF986}" type="presParOf" srcId="{B66FACD9-74DD-41BA-992F-D7D14291020F}" destId="{70B380C1-3F1E-4D87-A304-E8A09875C035}" srcOrd="1" destOrd="0" presId="urn:microsoft.com/office/officeart/2005/8/layout/pList2"/>
    <dgm:cxn modelId="{DCD24C58-B57C-4541-9B05-DED3B50343F4}" type="presParOf" srcId="{B66FACD9-74DD-41BA-992F-D7D14291020F}" destId="{7A673366-D108-41D1-A757-E6F328FCC9C9}" srcOrd="2" destOrd="0" presId="urn:microsoft.com/office/officeart/2005/8/layout/pList2"/>
    <dgm:cxn modelId="{1B02AE6A-11B2-489B-858D-4157B5DB2DE0}" type="presParOf" srcId="{9CCB972E-2C08-4452-8C14-248BA6A100B2}" destId="{911F8200-51A7-463E-B3C6-738CAE6BB385}" srcOrd="1" destOrd="0" presId="urn:microsoft.com/office/officeart/2005/8/layout/pList2"/>
    <dgm:cxn modelId="{876B6CB7-E4E0-4192-9E22-667FE288146F}" type="presParOf" srcId="{9CCB972E-2C08-4452-8C14-248BA6A100B2}" destId="{2974157F-4CC5-402F-860E-EED49DF5F229}" srcOrd="2" destOrd="0" presId="urn:microsoft.com/office/officeart/2005/8/layout/pList2"/>
    <dgm:cxn modelId="{5D38C134-4901-4FBB-A1BE-3E6FFED69D48}" type="presParOf" srcId="{2974157F-4CC5-402F-860E-EED49DF5F229}" destId="{BFB5E530-E857-441B-B448-7F6CB5417375}" srcOrd="0" destOrd="0" presId="urn:microsoft.com/office/officeart/2005/8/layout/pList2"/>
    <dgm:cxn modelId="{E5A11849-FF60-4957-ADF9-627B0FE2C61D}" type="presParOf" srcId="{2974157F-4CC5-402F-860E-EED49DF5F229}" destId="{AB667848-74F5-4172-A294-3336CF909320}" srcOrd="1" destOrd="0" presId="urn:microsoft.com/office/officeart/2005/8/layout/pList2"/>
    <dgm:cxn modelId="{202C3E45-53C6-4074-91A8-9FCAD2E27DC3}" type="presParOf" srcId="{2974157F-4CC5-402F-860E-EED49DF5F229}" destId="{848092CF-B9E2-4851-AA8D-7B70D879A555}" srcOrd="2" destOrd="0" presId="urn:microsoft.com/office/officeart/2005/8/layout/p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C7B8218-7C73-412C-A5E8-1313A5017D96}"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fr-FR"/>
        </a:p>
      </dgm:t>
    </dgm:pt>
    <dgm:pt modelId="{D319E433-0934-4606-AB7D-2BC75F8DFA0D}">
      <dgm:prSet phldrT="[Texte]"/>
      <dgm:spPr/>
      <dgm:t>
        <a:bodyPr/>
        <a:lstStyle/>
        <a:p>
          <a:r>
            <a:rPr lang="en-US" b="1" noProof="0" dirty="0"/>
            <a:t>NIV 1 CURIOUS(-SE): </a:t>
          </a:r>
          <a:r>
            <a:rPr lang="en-US" noProof="0" dirty="0"/>
            <a:t>Pitch, promotional material, promotional images</a:t>
          </a:r>
        </a:p>
      </dgm:t>
    </dgm:pt>
    <dgm:pt modelId="{067E9044-C40B-4316-93EA-A92A4ECAE950}" type="parTrans" cxnId="{2E7949A9-4916-4EDB-9D8B-A976E6C2DA37}">
      <dgm:prSet/>
      <dgm:spPr/>
      <dgm:t>
        <a:bodyPr/>
        <a:lstStyle/>
        <a:p>
          <a:endParaRPr lang="fr-FR"/>
        </a:p>
      </dgm:t>
    </dgm:pt>
    <dgm:pt modelId="{3B1EB9FD-9A37-4CCA-ACA1-0D64039F17D9}" type="sibTrans" cxnId="{2E7949A9-4916-4EDB-9D8B-A976E6C2DA37}">
      <dgm:prSet/>
      <dgm:spPr/>
      <dgm:t>
        <a:bodyPr/>
        <a:lstStyle/>
        <a:p>
          <a:endParaRPr lang="fr-FR"/>
        </a:p>
      </dgm:t>
    </dgm:pt>
    <dgm:pt modelId="{91700F07-B7D9-4750-8436-3D09AA34A2D4}">
      <dgm:prSet phldrT="[Texte]"/>
      <dgm:spPr/>
      <dgm:t>
        <a:bodyPr/>
        <a:lstStyle/>
        <a:p>
          <a:r>
            <a:rPr lang="en-US" b="1" noProof="0" dirty="0"/>
            <a:t>NIV 2 PLAYER : </a:t>
          </a:r>
          <a:r>
            <a:rPr lang="en-US" noProof="0" dirty="0"/>
            <a:t>Rules of the game, content of the game (cards, board, slides), FAQ, example, Observer grid</a:t>
          </a:r>
        </a:p>
      </dgm:t>
    </dgm:pt>
    <dgm:pt modelId="{1A2AEEAE-80AD-4998-84BD-BD0584C3B2FB}" type="parTrans" cxnId="{D4DD1649-6605-4868-AC8E-1F81674F8965}">
      <dgm:prSet/>
      <dgm:spPr/>
      <dgm:t>
        <a:bodyPr/>
        <a:lstStyle/>
        <a:p>
          <a:endParaRPr lang="fr-FR"/>
        </a:p>
      </dgm:t>
    </dgm:pt>
    <dgm:pt modelId="{7D2D50D2-70AB-4462-B689-202CA487E9D0}" type="sibTrans" cxnId="{D4DD1649-6605-4868-AC8E-1F81674F8965}">
      <dgm:prSet/>
      <dgm:spPr/>
      <dgm:t>
        <a:bodyPr/>
        <a:lstStyle/>
        <a:p>
          <a:endParaRPr lang="fr-FR"/>
        </a:p>
      </dgm:t>
    </dgm:pt>
    <dgm:pt modelId="{2A800630-C82C-4D2E-9CA2-07AF9907F8E2}">
      <dgm:prSet phldrT="[Texte]"/>
      <dgm:spPr/>
      <dgm:t>
        <a:bodyPr/>
        <a:lstStyle/>
        <a:p>
          <a:r>
            <a:rPr lang="en-US" b="1" noProof="0" dirty="0"/>
            <a:t>NIV 3 ECLAIREUR(-SE) : </a:t>
          </a:r>
          <a:r>
            <a:rPr lang="en-US" noProof="0" dirty="0"/>
            <a:t>Pedagogical objectives, operational, problems addressed, use cases, subjects not covered, what to complete with, ideal audience, pre-requisites, help with promotion and post-event communication</a:t>
          </a:r>
        </a:p>
      </dgm:t>
    </dgm:pt>
    <dgm:pt modelId="{315E4E1A-7793-43B2-B248-1D90BDD5E85C}" type="parTrans" cxnId="{CCB16BD5-DA92-4776-ABA4-C60160D40F02}">
      <dgm:prSet/>
      <dgm:spPr/>
      <dgm:t>
        <a:bodyPr/>
        <a:lstStyle/>
        <a:p>
          <a:endParaRPr lang="fr-FR"/>
        </a:p>
      </dgm:t>
    </dgm:pt>
    <dgm:pt modelId="{28B6BE6B-2E0F-4F2B-A73A-43933C3EE117}" type="sibTrans" cxnId="{CCB16BD5-DA92-4776-ABA4-C60160D40F02}">
      <dgm:prSet/>
      <dgm:spPr/>
      <dgm:t>
        <a:bodyPr/>
        <a:lstStyle/>
        <a:p>
          <a:endParaRPr lang="fr-FR"/>
        </a:p>
      </dgm:t>
    </dgm:pt>
    <dgm:pt modelId="{E072D5FA-D96C-4052-A44E-A0EEC6E6F48E}">
      <dgm:prSet phldrT="[Texte]"/>
      <dgm:spPr/>
      <dgm:t>
        <a:bodyPr/>
        <a:lstStyle/>
        <a:p>
          <a:r>
            <a:rPr lang="en-US" b="1" noProof="0" dirty="0"/>
            <a:t>LEVEL 4 CO-FACILITATOR: </a:t>
          </a:r>
          <a:r>
            <a:rPr lang="en-US" noProof="0" dirty="0"/>
            <a:t>Co-facilitation/facilitation breakdown, suggested session length,</a:t>
          </a:r>
        </a:p>
      </dgm:t>
    </dgm:pt>
    <dgm:pt modelId="{988D2C16-6723-4508-B712-EF96CCD17340}" type="parTrans" cxnId="{8C23C0C8-F4A5-459B-9777-1CDE8A858084}">
      <dgm:prSet/>
      <dgm:spPr/>
      <dgm:t>
        <a:bodyPr/>
        <a:lstStyle/>
        <a:p>
          <a:endParaRPr lang="fr-FR"/>
        </a:p>
      </dgm:t>
    </dgm:pt>
    <dgm:pt modelId="{65005B8E-A5AA-4912-9FEC-526B058FE77D}" type="sibTrans" cxnId="{8C23C0C8-F4A5-459B-9777-1CDE8A858084}">
      <dgm:prSet/>
      <dgm:spPr/>
      <dgm:t>
        <a:bodyPr/>
        <a:lstStyle/>
        <a:p>
          <a:endParaRPr lang="fr-FR"/>
        </a:p>
      </dgm:t>
    </dgm:pt>
    <dgm:pt modelId="{B0470A51-11AD-4E90-9EDD-C42BB5F7EF4E}">
      <dgm:prSet phldrT="[Texte]"/>
      <dgm:spPr/>
      <dgm:t>
        <a:bodyPr/>
        <a:lstStyle/>
        <a:p>
          <a:r>
            <a:rPr lang="en-US" b="1" noProof="0" dirty="0"/>
            <a:t>LEVEL 5 FACILITATOR</a:t>
          </a:r>
          <a:r>
            <a:rPr lang="en-US" noProof="0" dirty="0"/>
            <a:t>: Animation tips, specific debriefing questions, difficult animation cases</a:t>
          </a:r>
        </a:p>
      </dgm:t>
    </dgm:pt>
    <dgm:pt modelId="{C20588E9-F66D-49AE-9430-D2C06C6BC1D0}" type="parTrans" cxnId="{8D52ADD1-250A-4291-9E60-C4203DCACC57}">
      <dgm:prSet/>
      <dgm:spPr/>
      <dgm:t>
        <a:bodyPr/>
        <a:lstStyle/>
        <a:p>
          <a:endParaRPr lang="fr-FR"/>
        </a:p>
      </dgm:t>
    </dgm:pt>
    <dgm:pt modelId="{8D8D18C2-88CB-4854-9149-68F790556F74}" type="sibTrans" cxnId="{8D52ADD1-250A-4291-9E60-C4203DCACC57}">
      <dgm:prSet/>
      <dgm:spPr/>
      <dgm:t>
        <a:bodyPr/>
        <a:lstStyle/>
        <a:p>
          <a:endParaRPr lang="fr-FR"/>
        </a:p>
      </dgm:t>
    </dgm:pt>
    <dgm:pt modelId="{0B29FC3C-8A8D-499A-83D6-9B8EA78FF2C6}">
      <dgm:prSet phldrT="[Texte]"/>
      <dgm:spPr/>
      <dgm:t>
        <a:bodyPr/>
        <a:lstStyle/>
        <a:p>
          <a:r>
            <a:rPr lang="en-US" b="1" noProof="0" dirty="0"/>
            <a:t>LEVEL 6 CREATOR: </a:t>
          </a:r>
          <a:r>
            <a:rPr lang="en-US" noProof="0" dirty="0"/>
            <a:t>Variant or extension ideas, reuse rights, version history</a:t>
          </a:r>
        </a:p>
      </dgm:t>
    </dgm:pt>
    <dgm:pt modelId="{CC34ED61-8FCF-4467-8F2D-771A90B5E7EC}" type="parTrans" cxnId="{BC9C495B-D6A0-4B39-A0E1-CDCC6A01BFA9}">
      <dgm:prSet/>
      <dgm:spPr/>
      <dgm:t>
        <a:bodyPr/>
        <a:lstStyle/>
        <a:p>
          <a:endParaRPr lang="fr-FR"/>
        </a:p>
      </dgm:t>
    </dgm:pt>
    <dgm:pt modelId="{FAAADA48-87D4-47EA-A6C7-4020CBE3BA33}" type="sibTrans" cxnId="{BC9C495B-D6A0-4B39-A0E1-CDCC6A01BFA9}">
      <dgm:prSet/>
      <dgm:spPr/>
      <dgm:t>
        <a:bodyPr/>
        <a:lstStyle/>
        <a:p>
          <a:endParaRPr lang="fr-FR"/>
        </a:p>
      </dgm:t>
    </dgm:pt>
    <dgm:pt modelId="{BE813A4A-4C2E-4B5B-85E2-394A65F1EB92}" type="pres">
      <dgm:prSet presAssocID="{AC7B8218-7C73-412C-A5E8-1313A5017D96}" presName="rootnode" presStyleCnt="0">
        <dgm:presLayoutVars>
          <dgm:chMax/>
          <dgm:chPref/>
          <dgm:dir/>
          <dgm:animLvl val="lvl"/>
        </dgm:presLayoutVars>
      </dgm:prSet>
      <dgm:spPr/>
    </dgm:pt>
    <dgm:pt modelId="{7E716E2A-FC8A-4441-A0A5-47D06BC01257}" type="pres">
      <dgm:prSet presAssocID="{D319E433-0934-4606-AB7D-2BC75F8DFA0D}" presName="composite" presStyleCnt="0"/>
      <dgm:spPr/>
    </dgm:pt>
    <dgm:pt modelId="{2F536F32-7FEA-48C2-8669-56EA63027D13}" type="pres">
      <dgm:prSet presAssocID="{D319E433-0934-4606-AB7D-2BC75F8DFA0D}" presName="LShape" presStyleLbl="alignNode1" presStyleIdx="0" presStyleCnt="11"/>
      <dgm:spPr>
        <a:solidFill>
          <a:schemeClr val="bg1">
            <a:lumMod val="85000"/>
          </a:schemeClr>
        </a:solidFill>
        <a:ln>
          <a:noFill/>
        </a:ln>
      </dgm:spPr>
    </dgm:pt>
    <dgm:pt modelId="{A8F73CF3-5C35-4D3F-9BFA-3C60D3E39869}" type="pres">
      <dgm:prSet presAssocID="{D319E433-0934-4606-AB7D-2BC75F8DFA0D}" presName="ParentText" presStyleLbl="revTx" presStyleIdx="0" presStyleCnt="6">
        <dgm:presLayoutVars>
          <dgm:chMax val="0"/>
          <dgm:chPref val="0"/>
          <dgm:bulletEnabled val="1"/>
        </dgm:presLayoutVars>
      </dgm:prSet>
      <dgm:spPr/>
    </dgm:pt>
    <dgm:pt modelId="{073E1243-807D-44B9-A19F-D853AB77EB56}" type="pres">
      <dgm:prSet presAssocID="{D319E433-0934-4606-AB7D-2BC75F8DFA0D}" presName="Triangle" presStyleLbl="alignNode1" presStyleIdx="1" presStyleCnt="11"/>
      <dgm:spPr>
        <a:solidFill>
          <a:schemeClr val="bg1">
            <a:lumMod val="85000"/>
          </a:schemeClr>
        </a:solidFill>
        <a:ln>
          <a:noFill/>
        </a:ln>
      </dgm:spPr>
    </dgm:pt>
    <dgm:pt modelId="{429F7F80-DA2D-4EEC-8976-07DEB51C1EE2}" type="pres">
      <dgm:prSet presAssocID="{3B1EB9FD-9A37-4CCA-ACA1-0D64039F17D9}" presName="sibTrans" presStyleCnt="0"/>
      <dgm:spPr/>
    </dgm:pt>
    <dgm:pt modelId="{476C99B4-2925-48DB-BEB9-E2E5B618408F}" type="pres">
      <dgm:prSet presAssocID="{3B1EB9FD-9A37-4CCA-ACA1-0D64039F17D9}" presName="space" presStyleCnt="0"/>
      <dgm:spPr/>
    </dgm:pt>
    <dgm:pt modelId="{31E1E516-736B-4DA7-8F6D-1F2E5CD44D10}" type="pres">
      <dgm:prSet presAssocID="{91700F07-B7D9-4750-8436-3D09AA34A2D4}" presName="composite" presStyleCnt="0"/>
      <dgm:spPr/>
    </dgm:pt>
    <dgm:pt modelId="{1D5F48EC-0639-4D2F-820E-C3E346BBA81C}" type="pres">
      <dgm:prSet presAssocID="{91700F07-B7D9-4750-8436-3D09AA34A2D4}" presName="LShape" presStyleLbl="alignNode1" presStyleIdx="2" presStyleCnt="11"/>
      <dgm:spPr>
        <a:solidFill>
          <a:schemeClr val="bg1">
            <a:lumMod val="85000"/>
          </a:schemeClr>
        </a:solidFill>
        <a:ln>
          <a:noFill/>
        </a:ln>
      </dgm:spPr>
    </dgm:pt>
    <dgm:pt modelId="{D4C0ABF8-7168-4E17-9AEE-0A90D7D7B2D9}" type="pres">
      <dgm:prSet presAssocID="{91700F07-B7D9-4750-8436-3D09AA34A2D4}" presName="ParentText" presStyleLbl="revTx" presStyleIdx="1" presStyleCnt="6">
        <dgm:presLayoutVars>
          <dgm:chMax val="0"/>
          <dgm:chPref val="0"/>
          <dgm:bulletEnabled val="1"/>
        </dgm:presLayoutVars>
      </dgm:prSet>
      <dgm:spPr/>
    </dgm:pt>
    <dgm:pt modelId="{40B3F6C3-47F2-4E3A-B536-E6827E5B6D3D}" type="pres">
      <dgm:prSet presAssocID="{91700F07-B7D9-4750-8436-3D09AA34A2D4}" presName="Triangle" presStyleLbl="alignNode1" presStyleIdx="3" presStyleCnt="11"/>
      <dgm:spPr>
        <a:solidFill>
          <a:srgbClr val="ED7D31"/>
        </a:solidFill>
        <a:ln>
          <a:noFill/>
        </a:ln>
      </dgm:spPr>
    </dgm:pt>
    <dgm:pt modelId="{5D4F46F3-BDDB-4D23-8945-D4713CF1689D}" type="pres">
      <dgm:prSet presAssocID="{7D2D50D2-70AB-4462-B689-202CA487E9D0}" presName="sibTrans" presStyleCnt="0"/>
      <dgm:spPr/>
    </dgm:pt>
    <dgm:pt modelId="{ABB03B90-B5F3-4B67-B07C-5BF9CB50ABC1}" type="pres">
      <dgm:prSet presAssocID="{7D2D50D2-70AB-4462-B689-202CA487E9D0}" presName="space" presStyleCnt="0"/>
      <dgm:spPr/>
    </dgm:pt>
    <dgm:pt modelId="{5ACA83E8-29A0-44BA-B900-6A4B6138E717}" type="pres">
      <dgm:prSet presAssocID="{2A800630-C82C-4D2E-9CA2-07AF9907F8E2}" presName="composite" presStyleCnt="0"/>
      <dgm:spPr/>
    </dgm:pt>
    <dgm:pt modelId="{1A10CCB0-E3F3-474A-AE13-813EA8EDD27C}" type="pres">
      <dgm:prSet presAssocID="{2A800630-C82C-4D2E-9CA2-07AF9907F8E2}" presName="LShape" presStyleLbl="alignNode1" presStyleIdx="4" presStyleCnt="11"/>
      <dgm:spPr>
        <a:solidFill>
          <a:srgbClr val="ED7D31"/>
        </a:solidFill>
        <a:ln>
          <a:noFill/>
        </a:ln>
      </dgm:spPr>
    </dgm:pt>
    <dgm:pt modelId="{6937B817-1A63-4D95-94E9-FD03A7BC1B40}" type="pres">
      <dgm:prSet presAssocID="{2A800630-C82C-4D2E-9CA2-07AF9907F8E2}" presName="ParentText" presStyleLbl="revTx" presStyleIdx="2" presStyleCnt="6">
        <dgm:presLayoutVars>
          <dgm:chMax val="0"/>
          <dgm:chPref val="0"/>
          <dgm:bulletEnabled val="1"/>
        </dgm:presLayoutVars>
      </dgm:prSet>
      <dgm:spPr/>
    </dgm:pt>
    <dgm:pt modelId="{CEC1A658-099E-49E5-BC89-D956E9F29B72}" type="pres">
      <dgm:prSet presAssocID="{2A800630-C82C-4D2E-9CA2-07AF9907F8E2}" presName="Triangle" presStyleLbl="alignNode1" presStyleIdx="5" presStyleCnt="11"/>
      <dgm:spPr>
        <a:solidFill>
          <a:srgbClr val="ED7D31"/>
        </a:solidFill>
        <a:ln>
          <a:noFill/>
        </a:ln>
      </dgm:spPr>
    </dgm:pt>
    <dgm:pt modelId="{F58F0922-FE1B-457E-B8BC-B924A3B9C9DB}" type="pres">
      <dgm:prSet presAssocID="{28B6BE6B-2E0F-4F2B-A73A-43933C3EE117}" presName="sibTrans" presStyleCnt="0"/>
      <dgm:spPr/>
    </dgm:pt>
    <dgm:pt modelId="{BB0937D0-6467-456C-85A4-DC7518D4A930}" type="pres">
      <dgm:prSet presAssocID="{28B6BE6B-2E0F-4F2B-A73A-43933C3EE117}" presName="space" presStyleCnt="0"/>
      <dgm:spPr/>
    </dgm:pt>
    <dgm:pt modelId="{53603EE7-7299-4EEC-BCB6-D87CCBED108C}" type="pres">
      <dgm:prSet presAssocID="{E072D5FA-D96C-4052-A44E-A0EEC6E6F48E}" presName="composite" presStyleCnt="0"/>
      <dgm:spPr/>
    </dgm:pt>
    <dgm:pt modelId="{C452FD94-10B1-4F50-B559-A8C5CE55F511}" type="pres">
      <dgm:prSet presAssocID="{E072D5FA-D96C-4052-A44E-A0EEC6E6F48E}" presName="LShape" presStyleLbl="alignNode1" presStyleIdx="6" presStyleCnt="11"/>
      <dgm:spPr>
        <a:solidFill>
          <a:srgbClr val="ED7D31"/>
        </a:solidFill>
        <a:ln>
          <a:noFill/>
        </a:ln>
      </dgm:spPr>
    </dgm:pt>
    <dgm:pt modelId="{E1915B3A-8748-4A22-80A3-00E2828C973E}" type="pres">
      <dgm:prSet presAssocID="{E072D5FA-D96C-4052-A44E-A0EEC6E6F48E}" presName="ParentText" presStyleLbl="revTx" presStyleIdx="3" presStyleCnt="6">
        <dgm:presLayoutVars>
          <dgm:chMax val="0"/>
          <dgm:chPref val="0"/>
          <dgm:bulletEnabled val="1"/>
        </dgm:presLayoutVars>
      </dgm:prSet>
      <dgm:spPr/>
    </dgm:pt>
    <dgm:pt modelId="{B4FFB1F2-72D2-443E-96C5-38A27895A5A5}" type="pres">
      <dgm:prSet presAssocID="{E072D5FA-D96C-4052-A44E-A0EEC6E6F48E}" presName="Triangle" presStyleLbl="alignNode1" presStyleIdx="7" presStyleCnt="11"/>
      <dgm:spPr>
        <a:xfrm>
          <a:off x="5524209" y="974832"/>
          <a:ext cx="226790" cy="226790"/>
        </a:xfrm>
        <a:prstGeom prst="triangle">
          <a:avLst>
            <a:gd name="adj" fmla="val 100000"/>
          </a:avLst>
        </a:prstGeom>
        <a:solidFill>
          <a:srgbClr val="ED7D31"/>
        </a:solidFill>
        <a:ln w="12700" cap="flat" cmpd="sng" algn="ctr">
          <a:noFill/>
          <a:prstDash val="solid"/>
          <a:miter lim="800000"/>
        </a:ln>
        <a:effectLst/>
      </dgm:spPr>
    </dgm:pt>
    <dgm:pt modelId="{2F091766-25B5-4938-9AC9-E8EB12A86A42}" type="pres">
      <dgm:prSet presAssocID="{65005B8E-A5AA-4912-9FEC-526B058FE77D}" presName="sibTrans" presStyleCnt="0"/>
      <dgm:spPr/>
    </dgm:pt>
    <dgm:pt modelId="{25453257-8683-4DA5-8045-73B5FB29B3C7}" type="pres">
      <dgm:prSet presAssocID="{65005B8E-A5AA-4912-9FEC-526B058FE77D}" presName="space" presStyleCnt="0"/>
      <dgm:spPr/>
    </dgm:pt>
    <dgm:pt modelId="{F7F272BE-714C-4F67-9D13-537D5173263F}" type="pres">
      <dgm:prSet presAssocID="{B0470A51-11AD-4E90-9EDD-C42BB5F7EF4E}" presName="composite" presStyleCnt="0"/>
      <dgm:spPr/>
    </dgm:pt>
    <dgm:pt modelId="{A40119A0-C985-410C-80D3-5D5E2C451C54}" type="pres">
      <dgm:prSet presAssocID="{B0470A51-11AD-4E90-9EDD-C42BB5F7EF4E}" presName="LShape" presStyleLbl="alignNode1" presStyleIdx="8" presStyleCnt="11"/>
      <dgm:spPr>
        <a:xfrm rot="5400000">
          <a:off x="6154042" y="708734"/>
          <a:ext cx="800128" cy="1331395"/>
        </a:xfrm>
        <a:prstGeom prst="corner">
          <a:avLst>
            <a:gd name="adj1" fmla="val 16120"/>
            <a:gd name="adj2" fmla="val 16110"/>
          </a:avLst>
        </a:prstGeom>
        <a:solidFill>
          <a:srgbClr val="ED7D31"/>
        </a:solidFill>
        <a:ln w="12700" cap="flat" cmpd="sng" algn="ctr">
          <a:noFill/>
          <a:prstDash val="solid"/>
          <a:miter lim="800000"/>
        </a:ln>
        <a:effectLst/>
      </dgm:spPr>
    </dgm:pt>
    <dgm:pt modelId="{6BB94EDB-46AE-42AC-8381-C2B29F768819}" type="pres">
      <dgm:prSet presAssocID="{B0470A51-11AD-4E90-9EDD-C42BB5F7EF4E}" presName="ParentText" presStyleLbl="revTx" presStyleIdx="4" presStyleCnt="6">
        <dgm:presLayoutVars>
          <dgm:chMax val="0"/>
          <dgm:chPref val="0"/>
          <dgm:bulletEnabled val="1"/>
        </dgm:presLayoutVars>
      </dgm:prSet>
      <dgm:spPr/>
    </dgm:pt>
    <dgm:pt modelId="{B61612F3-149C-445E-B77C-8D7D7291AAB9}" type="pres">
      <dgm:prSet presAssocID="{B0470A51-11AD-4E90-9EDD-C42BB5F7EF4E}" presName="Triangle" presStyleLbl="alignNode1" presStyleIdx="9" presStyleCnt="11"/>
      <dgm:spPr>
        <a:solidFill>
          <a:srgbClr val="3494BA"/>
        </a:solidFill>
        <a:ln>
          <a:noFill/>
        </a:ln>
      </dgm:spPr>
    </dgm:pt>
    <dgm:pt modelId="{830E4E54-CAF2-4C71-B47F-79C077425C5F}" type="pres">
      <dgm:prSet presAssocID="{8D8D18C2-88CB-4854-9149-68F790556F74}" presName="sibTrans" presStyleCnt="0"/>
      <dgm:spPr/>
    </dgm:pt>
    <dgm:pt modelId="{1D5158D1-FB9E-455B-93D3-3376A62DC160}" type="pres">
      <dgm:prSet presAssocID="{8D8D18C2-88CB-4854-9149-68F790556F74}" presName="space" presStyleCnt="0"/>
      <dgm:spPr/>
    </dgm:pt>
    <dgm:pt modelId="{ACAD3B18-3E90-4481-87BF-092310327A96}" type="pres">
      <dgm:prSet presAssocID="{0B29FC3C-8A8D-499A-83D6-9B8EA78FF2C6}" presName="composite" presStyleCnt="0"/>
      <dgm:spPr/>
    </dgm:pt>
    <dgm:pt modelId="{6C4C1066-AF55-49D3-BE87-4178E463EF6B}" type="pres">
      <dgm:prSet presAssocID="{0B29FC3C-8A8D-499A-83D6-9B8EA78FF2C6}" presName="LShape" presStyleLbl="alignNode1" presStyleIdx="10" presStyleCnt="11"/>
      <dgm:spPr>
        <a:solidFill>
          <a:srgbClr val="3494BA"/>
        </a:solidFill>
        <a:ln>
          <a:noFill/>
        </a:ln>
      </dgm:spPr>
    </dgm:pt>
    <dgm:pt modelId="{EE26FCBE-40C7-4DE0-9CD7-9F29486EDACB}" type="pres">
      <dgm:prSet presAssocID="{0B29FC3C-8A8D-499A-83D6-9B8EA78FF2C6}" presName="ParentText" presStyleLbl="revTx" presStyleIdx="5" presStyleCnt="6">
        <dgm:presLayoutVars>
          <dgm:chMax val="0"/>
          <dgm:chPref val="0"/>
          <dgm:bulletEnabled val="1"/>
        </dgm:presLayoutVars>
      </dgm:prSet>
      <dgm:spPr/>
    </dgm:pt>
  </dgm:ptLst>
  <dgm:cxnLst>
    <dgm:cxn modelId="{832C2315-7BA3-448A-89BB-66622BC2CE92}" type="presOf" srcId="{D319E433-0934-4606-AB7D-2BC75F8DFA0D}" destId="{A8F73CF3-5C35-4D3F-9BFA-3C60D3E39869}" srcOrd="0" destOrd="0" presId="urn:microsoft.com/office/officeart/2009/3/layout/StepUpProcess"/>
    <dgm:cxn modelId="{BC9C495B-D6A0-4B39-A0E1-CDCC6A01BFA9}" srcId="{AC7B8218-7C73-412C-A5E8-1313A5017D96}" destId="{0B29FC3C-8A8D-499A-83D6-9B8EA78FF2C6}" srcOrd="5" destOrd="0" parTransId="{CC34ED61-8FCF-4467-8F2D-771A90B5E7EC}" sibTransId="{FAAADA48-87D4-47EA-A6C7-4020CBE3BA33}"/>
    <dgm:cxn modelId="{6DCB2E61-77C1-4C5D-AAA4-168CF4E54077}" type="presOf" srcId="{91700F07-B7D9-4750-8436-3D09AA34A2D4}" destId="{D4C0ABF8-7168-4E17-9AEE-0A90D7D7B2D9}" srcOrd="0" destOrd="0" presId="urn:microsoft.com/office/officeart/2009/3/layout/StepUpProcess"/>
    <dgm:cxn modelId="{D4DD1649-6605-4868-AC8E-1F81674F8965}" srcId="{AC7B8218-7C73-412C-A5E8-1313A5017D96}" destId="{91700F07-B7D9-4750-8436-3D09AA34A2D4}" srcOrd="1" destOrd="0" parTransId="{1A2AEEAE-80AD-4998-84BD-BD0584C3B2FB}" sibTransId="{7D2D50D2-70AB-4462-B689-202CA487E9D0}"/>
    <dgm:cxn modelId="{2B96C050-6158-4163-8018-5A3FAB2DC0B4}" type="presOf" srcId="{2A800630-C82C-4D2E-9CA2-07AF9907F8E2}" destId="{6937B817-1A63-4D95-94E9-FD03A7BC1B40}" srcOrd="0" destOrd="0" presId="urn:microsoft.com/office/officeart/2009/3/layout/StepUpProcess"/>
    <dgm:cxn modelId="{2E7949A9-4916-4EDB-9D8B-A976E6C2DA37}" srcId="{AC7B8218-7C73-412C-A5E8-1313A5017D96}" destId="{D319E433-0934-4606-AB7D-2BC75F8DFA0D}" srcOrd="0" destOrd="0" parTransId="{067E9044-C40B-4316-93EA-A92A4ECAE950}" sibTransId="{3B1EB9FD-9A37-4CCA-ACA1-0D64039F17D9}"/>
    <dgm:cxn modelId="{6F7675BF-329B-4499-83B0-8B92ED9B9A66}" type="presOf" srcId="{B0470A51-11AD-4E90-9EDD-C42BB5F7EF4E}" destId="{6BB94EDB-46AE-42AC-8381-C2B29F768819}" srcOrd="0" destOrd="0" presId="urn:microsoft.com/office/officeart/2009/3/layout/StepUpProcess"/>
    <dgm:cxn modelId="{8C23C0C8-F4A5-459B-9777-1CDE8A858084}" srcId="{AC7B8218-7C73-412C-A5E8-1313A5017D96}" destId="{E072D5FA-D96C-4052-A44E-A0EEC6E6F48E}" srcOrd="3" destOrd="0" parTransId="{988D2C16-6723-4508-B712-EF96CCD17340}" sibTransId="{65005B8E-A5AA-4912-9FEC-526B058FE77D}"/>
    <dgm:cxn modelId="{8D52ADD1-250A-4291-9E60-C4203DCACC57}" srcId="{AC7B8218-7C73-412C-A5E8-1313A5017D96}" destId="{B0470A51-11AD-4E90-9EDD-C42BB5F7EF4E}" srcOrd="4" destOrd="0" parTransId="{C20588E9-F66D-49AE-9430-D2C06C6BC1D0}" sibTransId="{8D8D18C2-88CB-4854-9149-68F790556F74}"/>
    <dgm:cxn modelId="{CCB16BD5-DA92-4776-ABA4-C60160D40F02}" srcId="{AC7B8218-7C73-412C-A5E8-1313A5017D96}" destId="{2A800630-C82C-4D2E-9CA2-07AF9907F8E2}" srcOrd="2" destOrd="0" parTransId="{315E4E1A-7793-43B2-B248-1D90BDD5E85C}" sibTransId="{28B6BE6B-2E0F-4F2B-A73A-43933C3EE117}"/>
    <dgm:cxn modelId="{F1CAFDDC-71DB-482F-B521-1D3389B8BAE5}" type="presOf" srcId="{0B29FC3C-8A8D-499A-83D6-9B8EA78FF2C6}" destId="{EE26FCBE-40C7-4DE0-9CD7-9F29486EDACB}" srcOrd="0" destOrd="0" presId="urn:microsoft.com/office/officeart/2009/3/layout/StepUpProcess"/>
    <dgm:cxn modelId="{039AC0F2-38CE-4F1D-B950-A06AB42EC8EA}" type="presOf" srcId="{AC7B8218-7C73-412C-A5E8-1313A5017D96}" destId="{BE813A4A-4C2E-4B5B-85E2-394A65F1EB92}" srcOrd="0" destOrd="0" presId="urn:microsoft.com/office/officeart/2009/3/layout/StepUpProcess"/>
    <dgm:cxn modelId="{36D281FB-EF1F-4F33-A14A-886F9F356846}" type="presOf" srcId="{E072D5FA-D96C-4052-A44E-A0EEC6E6F48E}" destId="{E1915B3A-8748-4A22-80A3-00E2828C973E}" srcOrd="0" destOrd="0" presId="urn:microsoft.com/office/officeart/2009/3/layout/StepUpProcess"/>
    <dgm:cxn modelId="{D0EEE741-5144-4270-AA3F-A92E4BA65CB5}" type="presParOf" srcId="{BE813A4A-4C2E-4B5B-85E2-394A65F1EB92}" destId="{7E716E2A-FC8A-4441-A0A5-47D06BC01257}" srcOrd="0" destOrd="0" presId="urn:microsoft.com/office/officeart/2009/3/layout/StepUpProcess"/>
    <dgm:cxn modelId="{54F074BF-3AB9-46D7-BE6C-D584D9F264DB}" type="presParOf" srcId="{7E716E2A-FC8A-4441-A0A5-47D06BC01257}" destId="{2F536F32-7FEA-48C2-8669-56EA63027D13}" srcOrd="0" destOrd="0" presId="urn:microsoft.com/office/officeart/2009/3/layout/StepUpProcess"/>
    <dgm:cxn modelId="{BE2E4AF7-46B8-4570-965E-DAA919BE587B}" type="presParOf" srcId="{7E716E2A-FC8A-4441-A0A5-47D06BC01257}" destId="{A8F73CF3-5C35-4D3F-9BFA-3C60D3E39869}" srcOrd="1" destOrd="0" presId="urn:microsoft.com/office/officeart/2009/3/layout/StepUpProcess"/>
    <dgm:cxn modelId="{D85F1781-8554-4EEF-8B72-E6947D4B4EA2}" type="presParOf" srcId="{7E716E2A-FC8A-4441-A0A5-47D06BC01257}" destId="{073E1243-807D-44B9-A19F-D853AB77EB56}" srcOrd="2" destOrd="0" presId="urn:microsoft.com/office/officeart/2009/3/layout/StepUpProcess"/>
    <dgm:cxn modelId="{A7FB8577-3DA2-450D-AD53-CA6C36BD6C2E}" type="presParOf" srcId="{BE813A4A-4C2E-4B5B-85E2-394A65F1EB92}" destId="{429F7F80-DA2D-4EEC-8976-07DEB51C1EE2}" srcOrd="1" destOrd="0" presId="urn:microsoft.com/office/officeart/2009/3/layout/StepUpProcess"/>
    <dgm:cxn modelId="{776E7934-3C09-4443-B082-6434ADCAF0D9}" type="presParOf" srcId="{429F7F80-DA2D-4EEC-8976-07DEB51C1EE2}" destId="{476C99B4-2925-48DB-BEB9-E2E5B618408F}" srcOrd="0" destOrd="0" presId="urn:microsoft.com/office/officeart/2009/3/layout/StepUpProcess"/>
    <dgm:cxn modelId="{D010E4CE-4F24-4D92-9366-3E770712A042}" type="presParOf" srcId="{BE813A4A-4C2E-4B5B-85E2-394A65F1EB92}" destId="{31E1E516-736B-4DA7-8F6D-1F2E5CD44D10}" srcOrd="2" destOrd="0" presId="urn:microsoft.com/office/officeart/2009/3/layout/StepUpProcess"/>
    <dgm:cxn modelId="{B56121AD-0FB8-4DF3-8356-DB188842019D}" type="presParOf" srcId="{31E1E516-736B-4DA7-8F6D-1F2E5CD44D10}" destId="{1D5F48EC-0639-4D2F-820E-C3E346BBA81C}" srcOrd="0" destOrd="0" presId="urn:microsoft.com/office/officeart/2009/3/layout/StepUpProcess"/>
    <dgm:cxn modelId="{B1815222-0366-4C13-9FCA-FC1BC92F97B9}" type="presParOf" srcId="{31E1E516-736B-4DA7-8F6D-1F2E5CD44D10}" destId="{D4C0ABF8-7168-4E17-9AEE-0A90D7D7B2D9}" srcOrd="1" destOrd="0" presId="urn:microsoft.com/office/officeart/2009/3/layout/StepUpProcess"/>
    <dgm:cxn modelId="{233DF1B1-0EA1-496B-B790-A47AF1FE3383}" type="presParOf" srcId="{31E1E516-736B-4DA7-8F6D-1F2E5CD44D10}" destId="{40B3F6C3-47F2-4E3A-B536-E6827E5B6D3D}" srcOrd="2" destOrd="0" presId="urn:microsoft.com/office/officeart/2009/3/layout/StepUpProcess"/>
    <dgm:cxn modelId="{B49A2A24-6599-42DE-9C27-08BAFFBBF534}" type="presParOf" srcId="{BE813A4A-4C2E-4B5B-85E2-394A65F1EB92}" destId="{5D4F46F3-BDDB-4D23-8945-D4713CF1689D}" srcOrd="3" destOrd="0" presId="urn:microsoft.com/office/officeart/2009/3/layout/StepUpProcess"/>
    <dgm:cxn modelId="{65A54A2E-BE5C-4FFA-A84C-BA470F90D4CC}" type="presParOf" srcId="{5D4F46F3-BDDB-4D23-8945-D4713CF1689D}" destId="{ABB03B90-B5F3-4B67-B07C-5BF9CB50ABC1}" srcOrd="0" destOrd="0" presId="urn:microsoft.com/office/officeart/2009/3/layout/StepUpProcess"/>
    <dgm:cxn modelId="{14E918EF-2DC3-4EFC-88D7-3A282E7A0109}" type="presParOf" srcId="{BE813A4A-4C2E-4B5B-85E2-394A65F1EB92}" destId="{5ACA83E8-29A0-44BA-B900-6A4B6138E717}" srcOrd="4" destOrd="0" presId="urn:microsoft.com/office/officeart/2009/3/layout/StepUpProcess"/>
    <dgm:cxn modelId="{077243D7-DCC7-42DF-8CAE-6AA3F9CAED91}" type="presParOf" srcId="{5ACA83E8-29A0-44BA-B900-6A4B6138E717}" destId="{1A10CCB0-E3F3-474A-AE13-813EA8EDD27C}" srcOrd="0" destOrd="0" presId="urn:microsoft.com/office/officeart/2009/3/layout/StepUpProcess"/>
    <dgm:cxn modelId="{A6B23EA3-7ACF-4B74-8D5A-6AC18D59A544}" type="presParOf" srcId="{5ACA83E8-29A0-44BA-B900-6A4B6138E717}" destId="{6937B817-1A63-4D95-94E9-FD03A7BC1B40}" srcOrd="1" destOrd="0" presId="urn:microsoft.com/office/officeart/2009/3/layout/StepUpProcess"/>
    <dgm:cxn modelId="{571E8CB0-72C9-48B2-9EE6-BD3558EDB5CA}" type="presParOf" srcId="{5ACA83E8-29A0-44BA-B900-6A4B6138E717}" destId="{CEC1A658-099E-49E5-BC89-D956E9F29B72}" srcOrd="2" destOrd="0" presId="urn:microsoft.com/office/officeart/2009/3/layout/StepUpProcess"/>
    <dgm:cxn modelId="{679351D2-F399-4D14-A202-1F03D69E0E1C}" type="presParOf" srcId="{BE813A4A-4C2E-4B5B-85E2-394A65F1EB92}" destId="{F58F0922-FE1B-457E-B8BC-B924A3B9C9DB}" srcOrd="5" destOrd="0" presId="urn:microsoft.com/office/officeart/2009/3/layout/StepUpProcess"/>
    <dgm:cxn modelId="{634DAB91-D5D8-4E2C-A6C5-610366562039}" type="presParOf" srcId="{F58F0922-FE1B-457E-B8BC-B924A3B9C9DB}" destId="{BB0937D0-6467-456C-85A4-DC7518D4A930}" srcOrd="0" destOrd="0" presId="urn:microsoft.com/office/officeart/2009/3/layout/StepUpProcess"/>
    <dgm:cxn modelId="{64385C7A-144F-4CB8-AEC5-F494A9BCA443}" type="presParOf" srcId="{BE813A4A-4C2E-4B5B-85E2-394A65F1EB92}" destId="{53603EE7-7299-4EEC-BCB6-D87CCBED108C}" srcOrd="6" destOrd="0" presId="urn:microsoft.com/office/officeart/2009/3/layout/StepUpProcess"/>
    <dgm:cxn modelId="{B0BFC900-A0CF-48AE-BE31-14AC8C57F93C}" type="presParOf" srcId="{53603EE7-7299-4EEC-BCB6-D87CCBED108C}" destId="{C452FD94-10B1-4F50-B559-A8C5CE55F511}" srcOrd="0" destOrd="0" presId="urn:microsoft.com/office/officeart/2009/3/layout/StepUpProcess"/>
    <dgm:cxn modelId="{683A80BE-7BB5-4AEC-B774-97AE9F612BB9}" type="presParOf" srcId="{53603EE7-7299-4EEC-BCB6-D87CCBED108C}" destId="{E1915B3A-8748-4A22-80A3-00E2828C973E}" srcOrd="1" destOrd="0" presId="urn:microsoft.com/office/officeart/2009/3/layout/StepUpProcess"/>
    <dgm:cxn modelId="{C7F20ED6-0EB4-467B-8A5D-20E5CD118CD3}" type="presParOf" srcId="{53603EE7-7299-4EEC-BCB6-D87CCBED108C}" destId="{B4FFB1F2-72D2-443E-96C5-38A27895A5A5}" srcOrd="2" destOrd="0" presId="urn:microsoft.com/office/officeart/2009/3/layout/StepUpProcess"/>
    <dgm:cxn modelId="{DC0CB017-23BF-4DA1-A6C0-0A73563C603C}" type="presParOf" srcId="{BE813A4A-4C2E-4B5B-85E2-394A65F1EB92}" destId="{2F091766-25B5-4938-9AC9-E8EB12A86A42}" srcOrd="7" destOrd="0" presId="urn:microsoft.com/office/officeart/2009/3/layout/StepUpProcess"/>
    <dgm:cxn modelId="{B5F499C7-5D26-423D-A869-B8B3F0BFDD8F}" type="presParOf" srcId="{2F091766-25B5-4938-9AC9-E8EB12A86A42}" destId="{25453257-8683-4DA5-8045-73B5FB29B3C7}" srcOrd="0" destOrd="0" presId="urn:microsoft.com/office/officeart/2009/3/layout/StepUpProcess"/>
    <dgm:cxn modelId="{A17DBA15-D625-40E4-8C41-D0E9E5A98FC7}" type="presParOf" srcId="{BE813A4A-4C2E-4B5B-85E2-394A65F1EB92}" destId="{F7F272BE-714C-4F67-9D13-537D5173263F}" srcOrd="8" destOrd="0" presId="urn:microsoft.com/office/officeart/2009/3/layout/StepUpProcess"/>
    <dgm:cxn modelId="{866DB61B-3580-471F-A3BF-0A187F8F17B7}" type="presParOf" srcId="{F7F272BE-714C-4F67-9D13-537D5173263F}" destId="{A40119A0-C985-410C-80D3-5D5E2C451C54}" srcOrd="0" destOrd="0" presId="urn:microsoft.com/office/officeart/2009/3/layout/StepUpProcess"/>
    <dgm:cxn modelId="{D79319B4-4730-46D5-913B-81064FD0B497}" type="presParOf" srcId="{F7F272BE-714C-4F67-9D13-537D5173263F}" destId="{6BB94EDB-46AE-42AC-8381-C2B29F768819}" srcOrd="1" destOrd="0" presId="urn:microsoft.com/office/officeart/2009/3/layout/StepUpProcess"/>
    <dgm:cxn modelId="{C70D1D07-8E6B-4EF1-840D-BC6704E9C124}" type="presParOf" srcId="{F7F272BE-714C-4F67-9D13-537D5173263F}" destId="{B61612F3-149C-445E-B77C-8D7D7291AAB9}" srcOrd="2" destOrd="0" presId="urn:microsoft.com/office/officeart/2009/3/layout/StepUpProcess"/>
    <dgm:cxn modelId="{962D9CA6-0E5C-403E-820E-BC5E1360C14A}" type="presParOf" srcId="{BE813A4A-4C2E-4B5B-85E2-394A65F1EB92}" destId="{830E4E54-CAF2-4C71-B47F-79C077425C5F}" srcOrd="9" destOrd="0" presId="urn:microsoft.com/office/officeart/2009/3/layout/StepUpProcess"/>
    <dgm:cxn modelId="{73FD6C4A-2423-4E25-AAC8-B4E150CECC83}" type="presParOf" srcId="{830E4E54-CAF2-4C71-B47F-79C077425C5F}" destId="{1D5158D1-FB9E-455B-93D3-3376A62DC160}" srcOrd="0" destOrd="0" presId="urn:microsoft.com/office/officeart/2009/3/layout/StepUpProcess"/>
    <dgm:cxn modelId="{402D2F3B-798A-4B0F-B7B2-7D83DF9585BD}" type="presParOf" srcId="{BE813A4A-4C2E-4B5B-85E2-394A65F1EB92}" destId="{ACAD3B18-3E90-4481-87BF-092310327A96}" srcOrd="10" destOrd="0" presId="urn:microsoft.com/office/officeart/2009/3/layout/StepUpProcess"/>
    <dgm:cxn modelId="{F385B66B-517F-4E2C-AFA3-95CA979B7208}" type="presParOf" srcId="{ACAD3B18-3E90-4481-87BF-092310327A96}" destId="{6C4C1066-AF55-49D3-BE87-4178E463EF6B}" srcOrd="0" destOrd="0" presId="urn:microsoft.com/office/officeart/2009/3/layout/StepUpProcess"/>
    <dgm:cxn modelId="{D53CC590-9E2F-4008-8ACC-4FA9754B9A70}" type="presParOf" srcId="{ACAD3B18-3E90-4481-87BF-092310327A96}" destId="{EE26FCBE-40C7-4DE0-9CD7-9F29486EDACB}"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AF6BC0-80BD-4AE2-B8BD-A32B9D7650FF}">
      <dsp:nvSpPr>
        <dsp:cNvPr id="0" name=""/>
        <dsp:cNvSpPr/>
      </dsp:nvSpPr>
      <dsp:spPr>
        <a:xfrm>
          <a:off x="0" y="0"/>
          <a:ext cx="4644188" cy="2206177"/>
        </a:xfrm>
        <a:prstGeom prst="roundRect">
          <a:avLst>
            <a:gd name="adj" fmla="val 10000"/>
          </a:avLst>
        </a:prstGeom>
        <a:solidFill>
          <a:schemeClr val="lt1">
            <a:alpha val="90000"/>
            <a:tint val="40000"/>
            <a:hueOff val="0"/>
            <a:satOff val="0"/>
            <a:lumOff val="0"/>
            <a:alphaOff val="0"/>
          </a:schemeClr>
        </a:solidFill>
        <a:ln w="12700" cap="flat" cmpd="sng" algn="ctr">
          <a:solidFill>
            <a:srgbClr val="5C4E63">
              <a:alpha val="90000"/>
            </a:srgbClr>
          </a:solidFill>
          <a:prstDash val="solid"/>
          <a:miter lim="800000"/>
        </a:ln>
        <a:effectLst/>
      </dsp:spPr>
      <dsp:style>
        <a:lnRef idx="2">
          <a:scrgbClr r="0" g="0" b="0"/>
        </a:lnRef>
        <a:fillRef idx="1">
          <a:scrgbClr r="0" g="0" b="0"/>
        </a:fillRef>
        <a:effectRef idx="0">
          <a:scrgbClr r="0" g="0" b="0"/>
        </a:effectRef>
        <a:fontRef idx="minor"/>
      </dsp:style>
    </dsp:sp>
    <dsp:sp modelId="{7A673366-D108-41D1-A757-E6F328FCC9C9}">
      <dsp:nvSpPr>
        <dsp:cNvPr id="0" name=""/>
        <dsp:cNvSpPr/>
      </dsp:nvSpPr>
      <dsp:spPr>
        <a:xfrm>
          <a:off x="139858" y="294157"/>
          <a:ext cx="2078319" cy="1617863"/>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7000" b="-7000"/>
          </a:stretch>
        </a:blip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dsp:style>
    </dsp:sp>
    <dsp:sp modelId="{898961E9-ECB2-4197-BB94-E0A27D372B88}">
      <dsp:nvSpPr>
        <dsp:cNvPr id="0" name=""/>
        <dsp:cNvSpPr/>
      </dsp:nvSpPr>
      <dsp:spPr>
        <a:xfrm rot="10800000">
          <a:off x="139858" y="2206177"/>
          <a:ext cx="2078319" cy="2696439"/>
        </a:xfrm>
        <a:prstGeom prst="round2SameRect">
          <a:avLst>
            <a:gd name="adj1" fmla="val 10500"/>
            <a:gd name="adj2" fmla="val 0"/>
          </a:avLst>
        </a:prstGeom>
        <a:solidFill>
          <a:schemeClr val="lt1">
            <a:hueOff val="0"/>
            <a:satOff val="0"/>
            <a:lumOff val="0"/>
            <a:alphaOff val="0"/>
          </a:schemeClr>
        </a:solid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US" sz="1400" b="1" kern="1200" noProof="0" dirty="0">
              <a:solidFill>
                <a:srgbClr val="8E2C48"/>
              </a:solidFill>
              <a:latin typeface="Avenir Next LT Pro" panose="020B0504020202020204" pitchFamily="34" charset="0"/>
            </a:rPr>
            <a:t>Who is it for?</a:t>
          </a:r>
          <a:br>
            <a:rPr lang="en-US" sz="1200" b="0" kern="1200" noProof="0" dirty="0">
              <a:latin typeface="Avenir Next LT Pro" panose="020B0504020202020204" pitchFamily="34" charset="0"/>
            </a:rPr>
          </a:br>
          <a:endParaRPr lang="en-US" sz="1200" b="0" kern="1200" noProof="0" dirty="0">
            <a:latin typeface="Avenir Next LT Pro" panose="020B0504020202020204" pitchFamily="34" charset="0"/>
          </a:endParaRPr>
        </a:p>
        <a:p>
          <a:pPr marL="0" lvl="0" indent="0" algn="ctr" defTabSz="622300">
            <a:lnSpc>
              <a:spcPct val="90000"/>
            </a:lnSpc>
            <a:spcBef>
              <a:spcPct val="0"/>
            </a:spcBef>
            <a:spcAft>
              <a:spcPct val="35000"/>
            </a:spcAft>
            <a:buNone/>
          </a:pPr>
          <a:r>
            <a:rPr lang="en-US" sz="1200" b="0" kern="1200" noProof="0" dirty="0">
              <a:latin typeface="Avenir Next LT Pro" panose="020B0504020202020204" pitchFamily="34" charset="0"/>
            </a:rPr>
            <a:t>Communities of Practice (CoP) leaders (who define CoP roadmap</a:t>
          </a:r>
        </a:p>
        <a:p>
          <a:pPr marL="0" lvl="0" indent="0" algn="ctr" defTabSz="622300">
            <a:lnSpc>
              <a:spcPct val="90000"/>
            </a:lnSpc>
            <a:spcBef>
              <a:spcPct val="0"/>
            </a:spcBef>
            <a:spcAft>
              <a:spcPct val="35000"/>
            </a:spcAft>
            <a:buNone/>
          </a:pPr>
          <a:endParaRPr lang="en-US" sz="1200" b="0" kern="1200" noProof="0" dirty="0">
            <a:latin typeface="Avenir Next LT Pro" panose="020B0504020202020204" pitchFamily="34" charset="0"/>
          </a:endParaRPr>
        </a:p>
        <a:p>
          <a:pPr marL="0" lvl="0" indent="0" algn="ctr" defTabSz="622300">
            <a:lnSpc>
              <a:spcPct val="90000"/>
            </a:lnSpc>
            <a:spcBef>
              <a:spcPct val="0"/>
            </a:spcBef>
            <a:spcAft>
              <a:spcPct val="35000"/>
            </a:spcAft>
            <a:buNone/>
          </a:pPr>
          <a:r>
            <a:rPr lang="en-US" sz="1200" b="0" kern="1200" noProof="0" dirty="0">
              <a:latin typeface="Avenir Next LT Pro" panose="020B0504020202020204" pitchFamily="34" charset="0"/>
            </a:rPr>
            <a:t>Learning Communities who share the same challenge</a:t>
          </a:r>
          <a:br>
            <a:rPr lang="en-US" sz="1200" b="0" kern="1200" noProof="0" dirty="0">
              <a:latin typeface="Avenir Next LT Pro" panose="020B0504020202020204" pitchFamily="34" charset="0"/>
            </a:rPr>
          </a:br>
          <a:endParaRPr lang="en-US" sz="1200" b="0" kern="1200" noProof="0" dirty="0">
            <a:solidFill>
              <a:srgbClr val="5C4E63"/>
            </a:solidFill>
            <a:latin typeface="Avenir Next LT Pro" panose="020B0504020202020204" pitchFamily="34" charset="0"/>
          </a:endParaRPr>
        </a:p>
      </dsp:txBody>
      <dsp:txXfrm rot="10800000">
        <a:off x="203773" y="2206177"/>
        <a:ext cx="1950489" cy="2632524"/>
      </dsp:txXfrm>
    </dsp:sp>
    <dsp:sp modelId="{848092CF-B9E2-4851-AA8D-7B70D879A555}">
      <dsp:nvSpPr>
        <dsp:cNvPr id="0" name=""/>
        <dsp:cNvSpPr/>
      </dsp:nvSpPr>
      <dsp:spPr>
        <a:xfrm>
          <a:off x="2426009" y="294157"/>
          <a:ext cx="2078319" cy="1617863"/>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7000" b="-7000"/>
          </a:stretch>
        </a:blip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dsp:style>
    </dsp:sp>
    <dsp:sp modelId="{BFB5E530-E857-441B-B448-7F6CB5417375}">
      <dsp:nvSpPr>
        <dsp:cNvPr id="0" name=""/>
        <dsp:cNvSpPr/>
      </dsp:nvSpPr>
      <dsp:spPr>
        <a:xfrm rot="10800000">
          <a:off x="2426009" y="2206177"/>
          <a:ext cx="2078319" cy="2696439"/>
        </a:xfrm>
        <a:prstGeom prst="round2SameRect">
          <a:avLst>
            <a:gd name="adj1" fmla="val 10500"/>
            <a:gd name="adj2" fmla="val 0"/>
          </a:avLst>
        </a:prstGeom>
        <a:solidFill>
          <a:schemeClr val="lt1">
            <a:hueOff val="0"/>
            <a:satOff val="0"/>
            <a:lumOff val="0"/>
            <a:alphaOff val="0"/>
          </a:schemeClr>
        </a:solid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US" sz="1400" b="1" kern="1200" noProof="0" dirty="0">
              <a:solidFill>
                <a:srgbClr val="8E2C48"/>
              </a:solidFill>
              <a:latin typeface="Avenir Next LT Pro" panose="020B0504020202020204" pitchFamily="34" charset="0"/>
            </a:rPr>
            <a:t>For which situations ?</a:t>
          </a:r>
          <a:endParaRPr lang="en-US" sz="1200" kern="1200" noProof="0" dirty="0">
            <a:latin typeface="Avenir Next LT Pro" panose="020B0504020202020204" pitchFamily="34" charset="0"/>
          </a:endParaRPr>
        </a:p>
        <a:p>
          <a:pPr marL="0" lvl="0" indent="0" algn="ctr" defTabSz="622300">
            <a:lnSpc>
              <a:spcPct val="90000"/>
            </a:lnSpc>
            <a:spcBef>
              <a:spcPct val="0"/>
            </a:spcBef>
            <a:spcAft>
              <a:spcPct val="35000"/>
            </a:spcAft>
            <a:buNone/>
          </a:pPr>
          <a:r>
            <a:rPr lang="en-US" sz="1200" kern="1200" noProof="0" dirty="0">
              <a:latin typeface="Avenir Next LT Pro" panose="020B0504020202020204" pitchFamily="34" charset="0"/>
            </a:rPr>
            <a:t>Situation 1 : CoP is launching and wants to set up a consistent roadmap</a:t>
          </a:r>
          <a:br>
            <a:rPr lang="en-US" sz="1200" kern="1200" noProof="0" dirty="0">
              <a:latin typeface="Avenir Next LT Pro" panose="020B0504020202020204" pitchFamily="34" charset="0"/>
            </a:rPr>
          </a:br>
          <a:endParaRPr lang="en-US" sz="1200" kern="1200" noProof="0" dirty="0">
            <a:latin typeface="Avenir Next LT Pro" panose="020B0504020202020204" pitchFamily="34" charset="0"/>
          </a:endParaRPr>
        </a:p>
        <a:p>
          <a:pPr marL="0" lvl="0" indent="0" algn="ctr" defTabSz="622300">
            <a:lnSpc>
              <a:spcPct val="90000"/>
            </a:lnSpc>
            <a:spcBef>
              <a:spcPct val="0"/>
            </a:spcBef>
            <a:spcAft>
              <a:spcPct val="35000"/>
            </a:spcAft>
            <a:buNone/>
          </a:pPr>
          <a:r>
            <a:rPr lang="en-US" sz="1200" kern="1200" noProof="0" dirty="0">
              <a:latin typeface="Avenir Next LT Pro" panose="020B0504020202020204" pitchFamily="34" charset="0"/>
            </a:rPr>
            <a:t>Situation 2 : CoP is challenged on its value, despite a high number of shared practices, members need to get effective on-field results </a:t>
          </a:r>
        </a:p>
      </dsp:txBody>
      <dsp:txXfrm rot="10800000">
        <a:off x="2489924" y="2206177"/>
        <a:ext cx="1950489" cy="26325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AF6BC0-80BD-4AE2-B8BD-A32B9D7650FF}">
      <dsp:nvSpPr>
        <dsp:cNvPr id="0" name=""/>
        <dsp:cNvSpPr/>
      </dsp:nvSpPr>
      <dsp:spPr>
        <a:xfrm>
          <a:off x="0" y="0"/>
          <a:ext cx="8733639" cy="2472994"/>
        </a:xfrm>
        <a:prstGeom prst="roundRect">
          <a:avLst>
            <a:gd name="adj" fmla="val 10000"/>
          </a:avLst>
        </a:prstGeom>
        <a:solidFill>
          <a:schemeClr val="lt1">
            <a:alpha val="90000"/>
            <a:tint val="40000"/>
            <a:hueOff val="0"/>
            <a:satOff val="0"/>
            <a:lumOff val="0"/>
            <a:alphaOff val="0"/>
          </a:schemeClr>
        </a:solidFill>
        <a:ln w="12700" cap="flat" cmpd="sng" algn="ctr">
          <a:solidFill>
            <a:srgbClr val="5C4E63">
              <a:alpha val="90000"/>
            </a:srgbClr>
          </a:solidFill>
          <a:prstDash val="solid"/>
          <a:miter lim="800000"/>
        </a:ln>
        <a:effectLst/>
      </dsp:spPr>
      <dsp:style>
        <a:lnRef idx="2">
          <a:scrgbClr r="0" g="0" b="0"/>
        </a:lnRef>
        <a:fillRef idx="1">
          <a:scrgbClr r="0" g="0" b="0"/>
        </a:fillRef>
        <a:effectRef idx="0">
          <a:scrgbClr r="0" g="0" b="0"/>
        </a:effectRef>
        <a:fontRef idx="minor"/>
      </dsp:style>
    </dsp:sp>
    <dsp:sp modelId="{7A673366-D108-41D1-A757-E6F328FCC9C9}">
      <dsp:nvSpPr>
        <dsp:cNvPr id="0" name=""/>
        <dsp:cNvSpPr/>
      </dsp:nvSpPr>
      <dsp:spPr>
        <a:xfrm>
          <a:off x="264815" y="329732"/>
          <a:ext cx="1519260" cy="1813529"/>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l="-10000" r="-10000"/>
          </a:stretch>
        </a:blip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dsp:style>
    </dsp:sp>
    <dsp:sp modelId="{898961E9-ECB2-4197-BB94-E0A27D372B88}">
      <dsp:nvSpPr>
        <dsp:cNvPr id="0" name=""/>
        <dsp:cNvSpPr/>
      </dsp:nvSpPr>
      <dsp:spPr>
        <a:xfrm rot="10800000">
          <a:off x="264815" y="2472994"/>
          <a:ext cx="1519260" cy="3022549"/>
        </a:xfrm>
        <a:prstGeom prst="round2SameRect">
          <a:avLst>
            <a:gd name="adj1" fmla="val 10500"/>
            <a:gd name="adj2" fmla="val 0"/>
          </a:avLst>
        </a:prstGeom>
        <a:solidFill>
          <a:schemeClr val="lt1">
            <a:hueOff val="0"/>
            <a:satOff val="0"/>
            <a:lumOff val="0"/>
            <a:alphaOff val="0"/>
          </a:schemeClr>
        </a:solid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b="1" kern="1200" noProof="0" dirty="0">
              <a:solidFill>
                <a:srgbClr val="8E2C48"/>
              </a:solidFill>
              <a:latin typeface="Avenir Next LT Pro" panose="020B0504020202020204" pitchFamily="34" charset="0"/>
            </a:rPr>
            <a:t>1. Goal and explanation of the workshop</a:t>
          </a:r>
          <a:br>
            <a:rPr lang="en-US" sz="1200" kern="1200" noProof="0" dirty="0">
              <a:latin typeface="Avenir Next LT Pro" panose="020B0504020202020204" pitchFamily="34" charset="0"/>
            </a:rPr>
          </a:br>
          <a:br>
            <a:rPr lang="en-US" sz="1200" kern="1200" noProof="0" dirty="0">
              <a:latin typeface="Avenir Next LT Pro" panose="020B0504020202020204" pitchFamily="34" charset="0"/>
            </a:rPr>
          </a:br>
          <a:r>
            <a:rPr lang="en-US" sz="1200" kern="1200" noProof="0" dirty="0">
              <a:latin typeface="Avenir Next LT Pro" panose="020B0504020202020204" pitchFamily="34" charset="0"/>
            </a:rPr>
            <a:t>Explain why this workshop in the Community of practice (show the problem, the cause, and the workshop)</a:t>
          </a:r>
          <a:endParaRPr lang="en-US" sz="1200" kern="1200" noProof="0" dirty="0">
            <a:solidFill>
              <a:srgbClr val="5C4E63"/>
            </a:solidFill>
            <a:latin typeface="Avenir Next LT Pro" panose="020B0504020202020204" pitchFamily="34" charset="0"/>
          </a:endParaRPr>
        </a:p>
      </dsp:txBody>
      <dsp:txXfrm rot="10800000">
        <a:off x="311537" y="2472994"/>
        <a:ext cx="1425816" cy="2975827"/>
      </dsp:txXfrm>
    </dsp:sp>
    <dsp:sp modelId="{848092CF-B9E2-4851-AA8D-7B70D879A555}">
      <dsp:nvSpPr>
        <dsp:cNvPr id="0" name=""/>
        <dsp:cNvSpPr/>
      </dsp:nvSpPr>
      <dsp:spPr>
        <a:xfrm>
          <a:off x="1936002" y="329732"/>
          <a:ext cx="1519260" cy="1813529"/>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l="-10000" r="-10000"/>
          </a:stretch>
        </a:blip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dsp:style>
    </dsp:sp>
    <dsp:sp modelId="{BFB5E530-E857-441B-B448-7F6CB5417375}">
      <dsp:nvSpPr>
        <dsp:cNvPr id="0" name=""/>
        <dsp:cNvSpPr/>
      </dsp:nvSpPr>
      <dsp:spPr>
        <a:xfrm rot="10800000">
          <a:off x="1936002" y="2472994"/>
          <a:ext cx="1519260" cy="3022549"/>
        </a:xfrm>
        <a:prstGeom prst="round2SameRect">
          <a:avLst>
            <a:gd name="adj1" fmla="val 10500"/>
            <a:gd name="adj2" fmla="val 0"/>
          </a:avLst>
        </a:prstGeom>
        <a:solidFill>
          <a:schemeClr val="lt1">
            <a:hueOff val="0"/>
            <a:satOff val="0"/>
            <a:lumOff val="0"/>
            <a:alphaOff val="0"/>
          </a:schemeClr>
        </a:solid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b="1" kern="1200" noProof="0" dirty="0">
              <a:solidFill>
                <a:srgbClr val="8E2C48"/>
              </a:solidFill>
              <a:latin typeface="Avenir Next LT Pro" panose="020B0504020202020204" pitchFamily="34" charset="0"/>
            </a:rPr>
            <a:t>2. Prioritize list of practices </a:t>
          </a:r>
          <a:br>
            <a:rPr lang="en-US" sz="1200" kern="1200" noProof="0" dirty="0">
              <a:latin typeface="Avenir Next LT Pro" panose="020B0504020202020204" pitchFamily="34" charset="0"/>
            </a:rPr>
          </a:br>
          <a:br>
            <a:rPr lang="en-US" sz="1200" kern="1200" noProof="0" dirty="0">
              <a:latin typeface="Avenir Next LT Pro" panose="020B0504020202020204" pitchFamily="34" charset="0"/>
            </a:rPr>
          </a:br>
          <a:r>
            <a:rPr lang="en-US" sz="1200" kern="1200" noProof="0" dirty="0">
              <a:solidFill>
                <a:srgbClr val="5C4E63"/>
              </a:solidFill>
              <a:latin typeface="Avenir Next LT Pro" panose="020B0504020202020204" pitchFamily="34" charset="0"/>
            </a:rPr>
            <a:t>From the most to the least important to implement to the least. </a:t>
          </a:r>
        </a:p>
        <a:p>
          <a:pPr marL="0" lvl="0" indent="0" algn="ctr" defTabSz="533400">
            <a:lnSpc>
              <a:spcPct val="90000"/>
            </a:lnSpc>
            <a:spcBef>
              <a:spcPct val="0"/>
            </a:spcBef>
            <a:spcAft>
              <a:spcPct val="35000"/>
            </a:spcAft>
            <a:buNone/>
          </a:pPr>
          <a:endParaRPr lang="en-US" sz="1200" kern="1200" noProof="0" dirty="0">
            <a:solidFill>
              <a:srgbClr val="5C4E63"/>
            </a:solidFill>
            <a:latin typeface="Avenir Next LT Pro" panose="020B0504020202020204" pitchFamily="34" charset="0"/>
          </a:endParaRPr>
        </a:p>
        <a:p>
          <a:pPr marL="0" lvl="0" indent="0" algn="ctr" defTabSz="533400">
            <a:lnSpc>
              <a:spcPct val="90000"/>
            </a:lnSpc>
            <a:spcBef>
              <a:spcPct val="0"/>
            </a:spcBef>
            <a:spcAft>
              <a:spcPct val="35000"/>
            </a:spcAft>
            <a:buNone/>
          </a:pPr>
          <a:r>
            <a:rPr lang="en-US" sz="1200" kern="1200" noProof="0" dirty="0">
              <a:solidFill>
                <a:srgbClr val="5C4E63"/>
              </a:solidFill>
              <a:latin typeface="Avenir Next LT Pro" panose="020B0504020202020204" pitchFamily="34" charset="0"/>
            </a:rPr>
            <a:t>Try to identify a top 3 (at least). </a:t>
          </a:r>
        </a:p>
        <a:p>
          <a:pPr marL="0" lvl="0" indent="0" algn="ctr" defTabSz="533400">
            <a:lnSpc>
              <a:spcPct val="90000"/>
            </a:lnSpc>
            <a:spcBef>
              <a:spcPct val="0"/>
            </a:spcBef>
            <a:spcAft>
              <a:spcPct val="35000"/>
            </a:spcAft>
            <a:buNone/>
          </a:pPr>
          <a:r>
            <a:rPr lang="en-US" sz="1200" kern="1200" noProof="0" dirty="0">
              <a:solidFill>
                <a:srgbClr val="5C4E63"/>
              </a:solidFill>
              <a:latin typeface="Avenir Next LT Pro" panose="020B0504020202020204" pitchFamily="34" charset="0"/>
            </a:rPr>
            <a:t>This part is optional if you already have prioritized practices.</a:t>
          </a:r>
        </a:p>
      </dsp:txBody>
      <dsp:txXfrm rot="10800000">
        <a:off x="1982724" y="2472994"/>
        <a:ext cx="1425816" cy="2975827"/>
      </dsp:txXfrm>
    </dsp:sp>
    <dsp:sp modelId="{B7183DFA-5031-4E8E-8D73-48543D88745F}">
      <dsp:nvSpPr>
        <dsp:cNvPr id="0" name=""/>
        <dsp:cNvSpPr/>
      </dsp:nvSpPr>
      <dsp:spPr>
        <a:xfrm>
          <a:off x="3607189" y="329732"/>
          <a:ext cx="1519260" cy="1813529"/>
        </a:xfrm>
        <a:prstGeom prst="roundRect">
          <a:avLst>
            <a:gd name="adj" fmla="val 10000"/>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l="-10000" r="-10000"/>
          </a:stretch>
        </a:blip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dsp:style>
    </dsp:sp>
    <dsp:sp modelId="{F677139D-3035-490A-997C-154D3529BFB7}">
      <dsp:nvSpPr>
        <dsp:cNvPr id="0" name=""/>
        <dsp:cNvSpPr/>
      </dsp:nvSpPr>
      <dsp:spPr>
        <a:xfrm rot="10800000">
          <a:off x="3607189" y="2472994"/>
          <a:ext cx="1519260" cy="3022549"/>
        </a:xfrm>
        <a:prstGeom prst="round2SameRect">
          <a:avLst>
            <a:gd name="adj1" fmla="val 10500"/>
            <a:gd name="adj2" fmla="val 0"/>
          </a:avLst>
        </a:prstGeom>
        <a:solidFill>
          <a:schemeClr val="lt1">
            <a:hueOff val="0"/>
            <a:satOff val="0"/>
            <a:lumOff val="0"/>
            <a:alphaOff val="0"/>
          </a:schemeClr>
        </a:solid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b="1" kern="1200" noProof="0" dirty="0">
              <a:solidFill>
                <a:srgbClr val="8E2C48"/>
              </a:solidFill>
              <a:latin typeface="Avenir Next LT Pro" panose="020B0504020202020204" pitchFamily="34" charset="0"/>
            </a:rPr>
            <a:t>3. For each  practice, clarify its feasibility</a:t>
          </a:r>
        </a:p>
        <a:p>
          <a:pPr marL="0" lvl="0" indent="0" algn="ctr" defTabSz="533400">
            <a:lnSpc>
              <a:spcPct val="90000"/>
            </a:lnSpc>
            <a:spcBef>
              <a:spcPct val="0"/>
            </a:spcBef>
            <a:spcAft>
              <a:spcPct val="35000"/>
            </a:spcAft>
            <a:buNone/>
          </a:pPr>
          <a:r>
            <a:rPr lang="en-US" sz="1200" b="0" kern="1200" noProof="0" dirty="0">
              <a:solidFill>
                <a:srgbClr val="5C4E63"/>
              </a:solidFill>
              <a:latin typeface="Avenir Next LT Pro" panose="020B0504020202020204" pitchFamily="34" charset="0"/>
            </a:rPr>
            <a:t>For the top 3 practices, identify what level of support most members need, and what Community contributors can do about it. </a:t>
          </a:r>
        </a:p>
        <a:p>
          <a:pPr marL="0" lvl="0" indent="0" algn="ctr" defTabSz="533400">
            <a:lnSpc>
              <a:spcPct val="90000"/>
            </a:lnSpc>
            <a:spcBef>
              <a:spcPct val="0"/>
            </a:spcBef>
            <a:spcAft>
              <a:spcPct val="35000"/>
            </a:spcAft>
            <a:buNone/>
          </a:pPr>
          <a:r>
            <a:rPr lang="en-US" sz="1200" b="0" kern="1200" noProof="0" dirty="0">
              <a:solidFill>
                <a:srgbClr val="5C4E63"/>
              </a:solidFill>
              <a:latin typeface="Avenir Next LT Pro" panose="020B0504020202020204" pitchFamily="34" charset="0"/>
            </a:rPr>
            <a:t>If a practice is unfeasible, select another one from the top practices</a:t>
          </a:r>
          <a:endParaRPr lang="en-US" sz="1200" kern="1200" noProof="0" dirty="0">
            <a:solidFill>
              <a:srgbClr val="5C4E63"/>
            </a:solidFill>
            <a:latin typeface="Avenir Next LT Pro" panose="020B0504020202020204" pitchFamily="34" charset="0"/>
          </a:endParaRPr>
        </a:p>
      </dsp:txBody>
      <dsp:txXfrm rot="10800000">
        <a:off x="3653911" y="2472994"/>
        <a:ext cx="1425816" cy="2975827"/>
      </dsp:txXfrm>
    </dsp:sp>
    <dsp:sp modelId="{91E4E427-BF6D-4E74-8618-4E46287FCF25}">
      <dsp:nvSpPr>
        <dsp:cNvPr id="0" name=""/>
        <dsp:cNvSpPr/>
      </dsp:nvSpPr>
      <dsp:spPr>
        <a:xfrm>
          <a:off x="5278376" y="329732"/>
          <a:ext cx="1519260" cy="1813529"/>
        </a:xfrm>
        <a:prstGeom prst="roundRect">
          <a:avLst>
            <a:gd name="adj" fmla="val 10000"/>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l="-10000" r="-10000"/>
          </a:stretch>
        </a:blip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53F8B35-0D0B-43F4-B0ED-3CCE7C30D792}">
      <dsp:nvSpPr>
        <dsp:cNvPr id="0" name=""/>
        <dsp:cNvSpPr/>
      </dsp:nvSpPr>
      <dsp:spPr>
        <a:xfrm rot="10800000">
          <a:off x="5278376" y="2472994"/>
          <a:ext cx="1519260" cy="3022549"/>
        </a:xfrm>
        <a:prstGeom prst="round2SameRect">
          <a:avLst>
            <a:gd name="adj1" fmla="val 10500"/>
            <a:gd name="adj2" fmla="val 0"/>
          </a:avLst>
        </a:prstGeom>
        <a:solidFill>
          <a:schemeClr val="lt1">
            <a:hueOff val="0"/>
            <a:satOff val="0"/>
            <a:lumOff val="0"/>
            <a:alphaOff val="0"/>
          </a:schemeClr>
        </a:solid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b="1" kern="1200" noProof="0" dirty="0">
              <a:solidFill>
                <a:srgbClr val="8E2C48"/>
              </a:solidFill>
              <a:latin typeface="Avenir Next LT Pro" panose="020B0504020202020204" pitchFamily="34" charset="0"/>
            </a:rPr>
            <a:t>4. Imagine a Learning Path for the practice</a:t>
          </a:r>
        </a:p>
        <a:p>
          <a:pPr marL="0" lvl="0" indent="0" algn="ctr" defTabSz="533400">
            <a:lnSpc>
              <a:spcPct val="90000"/>
            </a:lnSpc>
            <a:spcBef>
              <a:spcPct val="0"/>
            </a:spcBef>
            <a:spcAft>
              <a:spcPct val="35000"/>
            </a:spcAft>
            <a:buNone/>
          </a:pPr>
          <a:endParaRPr lang="en-US" sz="1200" b="1" kern="1200" noProof="0" dirty="0">
            <a:solidFill>
              <a:srgbClr val="8E2C48"/>
            </a:solidFill>
            <a:latin typeface="Avenir Next LT Pro" panose="020B0504020202020204" pitchFamily="34" charset="0"/>
          </a:endParaRPr>
        </a:p>
        <a:p>
          <a:pPr marL="0" lvl="0" indent="0" algn="ctr" defTabSz="533400">
            <a:lnSpc>
              <a:spcPct val="90000"/>
            </a:lnSpc>
            <a:spcBef>
              <a:spcPct val="0"/>
            </a:spcBef>
            <a:spcAft>
              <a:spcPct val="35000"/>
            </a:spcAft>
            <a:buNone/>
          </a:pPr>
          <a:r>
            <a:rPr lang="en-US" sz="1200" kern="1200" noProof="0" dirty="0">
              <a:solidFill>
                <a:srgbClr val="5C4E63"/>
              </a:solidFill>
              <a:latin typeface="Avenir Next LT Pro" panose="020B0504020202020204" pitchFamily="34" charset="0"/>
            </a:rPr>
            <a:t>For each practice of the top 3 feasible practice, clarify a specific chain of activities</a:t>
          </a:r>
        </a:p>
      </dsp:txBody>
      <dsp:txXfrm rot="10800000">
        <a:off x="5325098" y="2472994"/>
        <a:ext cx="1425816" cy="2975827"/>
      </dsp:txXfrm>
    </dsp:sp>
    <dsp:sp modelId="{464126BA-8911-40E0-BCE1-A77EED53B330}">
      <dsp:nvSpPr>
        <dsp:cNvPr id="0" name=""/>
        <dsp:cNvSpPr/>
      </dsp:nvSpPr>
      <dsp:spPr>
        <a:xfrm>
          <a:off x="6949562" y="329732"/>
          <a:ext cx="1519260" cy="1813529"/>
        </a:xfrm>
        <a:prstGeom prst="roundRect">
          <a:avLst>
            <a:gd name="adj" fmla="val 10000"/>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l="-10000" r="-10000"/>
          </a:stretch>
        </a:blip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DB5A598-CD8D-4063-83BE-4AE9AF9BC492}">
      <dsp:nvSpPr>
        <dsp:cNvPr id="0" name=""/>
        <dsp:cNvSpPr/>
      </dsp:nvSpPr>
      <dsp:spPr>
        <a:xfrm rot="10800000">
          <a:off x="6949562" y="2472994"/>
          <a:ext cx="1519260" cy="3022549"/>
        </a:xfrm>
        <a:prstGeom prst="round2SameRect">
          <a:avLst>
            <a:gd name="adj1" fmla="val 10500"/>
            <a:gd name="adj2" fmla="val 0"/>
          </a:avLst>
        </a:prstGeom>
        <a:solidFill>
          <a:schemeClr val="lt1">
            <a:hueOff val="0"/>
            <a:satOff val="0"/>
            <a:lumOff val="0"/>
            <a:alphaOff val="0"/>
          </a:schemeClr>
        </a:solid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b="1" kern="1200" noProof="0" dirty="0">
              <a:solidFill>
                <a:srgbClr val="8E2C48"/>
              </a:solidFill>
              <a:latin typeface="Avenir Next LT Pro" panose="020B0504020202020204" pitchFamily="34" charset="0"/>
            </a:rPr>
            <a:t>5. Imagine a global roadmap with all practices</a:t>
          </a:r>
        </a:p>
        <a:p>
          <a:pPr marL="0" lvl="0" indent="0" algn="ctr" defTabSz="533400">
            <a:lnSpc>
              <a:spcPct val="90000"/>
            </a:lnSpc>
            <a:spcBef>
              <a:spcPct val="0"/>
            </a:spcBef>
            <a:spcAft>
              <a:spcPct val="35000"/>
            </a:spcAft>
            <a:buNone/>
          </a:pPr>
          <a:endParaRPr lang="en-US" sz="1200" b="1" kern="1200" noProof="0" dirty="0">
            <a:solidFill>
              <a:srgbClr val="8E2C48"/>
            </a:solidFill>
            <a:latin typeface="Avenir Next LT Pro" panose="020B0504020202020204" pitchFamily="34" charset="0"/>
          </a:endParaRPr>
        </a:p>
        <a:p>
          <a:pPr marL="0" lvl="0" indent="0" algn="ctr" defTabSz="533400">
            <a:lnSpc>
              <a:spcPct val="90000"/>
            </a:lnSpc>
            <a:spcBef>
              <a:spcPct val="0"/>
            </a:spcBef>
            <a:spcAft>
              <a:spcPct val="35000"/>
            </a:spcAft>
            <a:buNone/>
          </a:pPr>
          <a:r>
            <a:rPr lang="en-US" sz="1200" b="0" kern="1200" noProof="0" dirty="0">
              <a:solidFill>
                <a:srgbClr val="5C4E63"/>
              </a:solidFill>
              <a:latin typeface="Avenir Next LT Pro" panose="020B0504020202020204" pitchFamily="34" charset="0"/>
            </a:rPr>
            <a:t>Organize the learning paths about your top 3 practices in an unified roadmap</a:t>
          </a:r>
        </a:p>
        <a:p>
          <a:pPr marL="0" lvl="0" indent="0" algn="ctr" defTabSz="533400">
            <a:lnSpc>
              <a:spcPct val="90000"/>
            </a:lnSpc>
            <a:spcBef>
              <a:spcPct val="0"/>
            </a:spcBef>
            <a:spcAft>
              <a:spcPct val="35000"/>
            </a:spcAft>
            <a:buNone/>
          </a:pPr>
          <a:endParaRPr lang="en-US" sz="1200" b="0" kern="1200" noProof="0" dirty="0">
            <a:solidFill>
              <a:srgbClr val="5C4E63"/>
            </a:solidFill>
            <a:latin typeface="Avenir Next LT Pro" panose="020B0504020202020204" pitchFamily="34" charset="0"/>
          </a:endParaRPr>
        </a:p>
        <a:p>
          <a:pPr marL="0" lvl="0" indent="0" algn="ctr" defTabSz="533400">
            <a:lnSpc>
              <a:spcPct val="90000"/>
            </a:lnSpc>
            <a:spcBef>
              <a:spcPct val="0"/>
            </a:spcBef>
            <a:spcAft>
              <a:spcPct val="35000"/>
            </a:spcAft>
            <a:buNone/>
          </a:pPr>
          <a:r>
            <a:rPr lang="en-US" sz="1200" b="0" kern="1200" noProof="0" dirty="0">
              <a:solidFill>
                <a:srgbClr val="5C4E63"/>
              </a:solidFill>
              <a:latin typeface="Avenir Next LT Pro" panose="020B0504020202020204" pitchFamily="34" charset="0"/>
            </a:rPr>
            <a:t>(You can check CoP roadmap patterns if needed)</a:t>
          </a:r>
        </a:p>
      </dsp:txBody>
      <dsp:txXfrm rot="10800000">
        <a:off x="6996284" y="2472994"/>
        <a:ext cx="1425816" cy="297582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AF6BC0-80BD-4AE2-B8BD-A32B9D7650FF}">
      <dsp:nvSpPr>
        <dsp:cNvPr id="0" name=""/>
        <dsp:cNvSpPr/>
      </dsp:nvSpPr>
      <dsp:spPr>
        <a:xfrm>
          <a:off x="0" y="0"/>
          <a:ext cx="7909828" cy="2242566"/>
        </a:xfrm>
        <a:prstGeom prst="roundRect">
          <a:avLst>
            <a:gd name="adj" fmla="val 10000"/>
          </a:avLst>
        </a:prstGeom>
        <a:solidFill>
          <a:schemeClr val="lt1">
            <a:alpha val="90000"/>
            <a:tint val="40000"/>
            <a:hueOff val="0"/>
            <a:satOff val="0"/>
            <a:lumOff val="0"/>
            <a:alphaOff val="0"/>
          </a:schemeClr>
        </a:solidFill>
        <a:ln w="12700" cap="flat" cmpd="sng" algn="ctr">
          <a:solidFill>
            <a:srgbClr val="5C4E63">
              <a:alpha val="90000"/>
            </a:srgbClr>
          </a:solidFill>
          <a:prstDash val="solid"/>
          <a:miter lim="800000"/>
        </a:ln>
        <a:effectLst/>
      </dsp:spPr>
      <dsp:style>
        <a:lnRef idx="2">
          <a:scrgbClr r="0" g="0" b="0"/>
        </a:lnRef>
        <a:fillRef idx="1">
          <a:scrgbClr r="0" g="0" b="0"/>
        </a:fillRef>
        <a:effectRef idx="0">
          <a:scrgbClr r="0" g="0" b="0"/>
        </a:effectRef>
        <a:fontRef idx="minor"/>
      </dsp:style>
    </dsp:sp>
    <dsp:sp modelId="{7A673366-D108-41D1-A757-E6F328FCC9C9}">
      <dsp:nvSpPr>
        <dsp:cNvPr id="0" name=""/>
        <dsp:cNvSpPr/>
      </dsp:nvSpPr>
      <dsp:spPr>
        <a:xfrm>
          <a:off x="237294" y="299008"/>
          <a:ext cx="2323511" cy="1644548"/>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26000" b="-26000"/>
          </a:stretch>
        </a:blip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dsp:style>
    </dsp:sp>
    <dsp:sp modelId="{898961E9-ECB2-4197-BB94-E0A27D372B88}">
      <dsp:nvSpPr>
        <dsp:cNvPr id="0" name=""/>
        <dsp:cNvSpPr/>
      </dsp:nvSpPr>
      <dsp:spPr>
        <a:xfrm rot="10800000">
          <a:off x="237294" y="2242566"/>
          <a:ext cx="2323511" cy="2740914"/>
        </a:xfrm>
        <a:prstGeom prst="round2SameRect">
          <a:avLst>
            <a:gd name="adj1" fmla="val 10500"/>
            <a:gd name="adj2" fmla="val 0"/>
          </a:avLst>
        </a:prstGeom>
        <a:solidFill>
          <a:schemeClr val="lt1">
            <a:hueOff val="0"/>
            <a:satOff val="0"/>
            <a:lumOff val="0"/>
            <a:alphaOff val="0"/>
          </a:schemeClr>
        </a:solid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b="1" kern="1200" noProof="0" dirty="0">
              <a:solidFill>
                <a:srgbClr val="8E2C48"/>
              </a:solidFill>
              <a:latin typeface="Avenir Next LT Pro" panose="020B0504020202020204" pitchFamily="34" charset="0"/>
            </a:rPr>
            <a:t>Location</a:t>
          </a:r>
          <a:br>
            <a:rPr lang="en-US" sz="1200" kern="1200" noProof="0" dirty="0">
              <a:latin typeface="Avenir Next LT Pro" panose="020B0504020202020204" pitchFamily="34" charset="0"/>
            </a:rPr>
          </a:br>
          <a:br>
            <a:rPr lang="en-US" sz="1200" kern="1200" noProof="0" dirty="0">
              <a:latin typeface="Avenir Next LT Pro" panose="020B0504020202020204" pitchFamily="34" charset="0"/>
            </a:rPr>
          </a:br>
          <a:r>
            <a:rPr lang="en-US" sz="1200" kern="1200" noProof="0" dirty="0">
              <a:solidFill>
                <a:srgbClr val="5C4E63"/>
              </a:solidFill>
              <a:latin typeface="Avenir Next LT Pro" panose="020B0504020202020204" pitchFamily="34" charset="0"/>
            </a:rPr>
            <a:t>Physical or remote (prepare a virtual wall and a discussion room if in remote) </a:t>
          </a:r>
        </a:p>
      </dsp:txBody>
      <dsp:txXfrm rot="10800000">
        <a:off x="308750" y="2242566"/>
        <a:ext cx="2180599" cy="2669458"/>
      </dsp:txXfrm>
    </dsp:sp>
    <dsp:sp modelId="{848092CF-B9E2-4851-AA8D-7B70D879A555}">
      <dsp:nvSpPr>
        <dsp:cNvPr id="0" name=""/>
        <dsp:cNvSpPr/>
      </dsp:nvSpPr>
      <dsp:spPr>
        <a:xfrm>
          <a:off x="2793158" y="299008"/>
          <a:ext cx="2323511" cy="1644548"/>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26000" b="-26000"/>
          </a:stretch>
        </a:blip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dsp:style>
    </dsp:sp>
    <dsp:sp modelId="{BFB5E530-E857-441B-B448-7F6CB5417375}">
      <dsp:nvSpPr>
        <dsp:cNvPr id="0" name=""/>
        <dsp:cNvSpPr/>
      </dsp:nvSpPr>
      <dsp:spPr>
        <a:xfrm rot="10800000">
          <a:off x="2793158" y="2242566"/>
          <a:ext cx="2323511" cy="2740914"/>
        </a:xfrm>
        <a:prstGeom prst="round2SameRect">
          <a:avLst>
            <a:gd name="adj1" fmla="val 10500"/>
            <a:gd name="adj2" fmla="val 0"/>
          </a:avLst>
        </a:prstGeom>
        <a:solidFill>
          <a:schemeClr val="lt1">
            <a:hueOff val="0"/>
            <a:satOff val="0"/>
            <a:lumOff val="0"/>
            <a:alphaOff val="0"/>
          </a:schemeClr>
        </a:solid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b="1" kern="1200" noProof="0" dirty="0">
              <a:solidFill>
                <a:srgbClr val="8E2C48"/>
              </a:solidFill>
              <a:latin typeface="Avenir Next LT Pro" panose="020B0504020202020204" pitchFamily="34" charset="0"/>
            </a:rPr>
            <a:t>To prepare before</a:t>
          </a:r>
          <a:br>
            <a:rPr lang="en-US" sz="1200" kern="1200" noProof="0" dirty="0">
              <a:latin typeface="Avenir Next LT Pro" panose="020B0504020202020204" pitchFamily="34" charset="0"/>
            </a:rPr>
          </a:br>
          <a:br>
            <a:rPr lang="en-US" sz="1200" kern="1200" noProof="0" dirty="0">
              <a:latin typeface="Avenir Next LT Pro" panose="020B0504020202020204" pitchFamily="34" charset="0"/>
            </a:rPr>
          </a:br>
          <a:r>
            <a:rPr lang="en-US" sz="1200" kern="1200" noProof="0" dirty="0">
              <a:solidFill>
                <a:srgbClr val="5C4E63"/>
              </a:solidFill>
              <a:latin typeface="Avenir Next LT Pro" panose="020B0504020202020204" pitchFamily="34" charset="0"/>
            </a:rPr>
            <a:t>A list of practices to work on in the Community.</a:t>
          </a:r>
        </a:p>
        <a:p>
          <a:pPr marL="0" lvl="0" indent="0" algn="ctr" defTabSz="533400">
            <a:lnSpc>
              <a:spcPct val="90000"/>
            </a:lnSpc>
            <a:spcBef>
              <a:spcPct val="0"/>
            </a:spcBef>
            <a:spcAft>
              <a:spcPct val="35000"/>
            </a:spcAft>
            <a:buNone/>
          </a:pPr>
          <a:endParaRPr lang="en-US" sz="1200" kern="1200" noProof="0" dirty="0">
            <a:solidFill>
              <a:srgbClr val="5C4E63"/>
            </a:solidFill>
            <a:latin typeface="Avenir Next LT Pro" panose="020B0504020202020204" pitchFamily="34" charset="0"/>
          </a:endParaRPr>
        </a:p>
        <a:p>
          <a:pPr marL="0" lvl="0" indent="0" algn="ctr" defTabSz="533400">
            <a:lnSpc>
              <a:spcPct val="90000"/>
            </a:lnSpc>
            <a:spcBef>
              <a:spcPct val="0"/>
            </a:spcBef>
            <a:spcAft>
              <a:spcPct val="35000"/>
            </a:spcAft>
            <a:buNone/>
          </a:pPr>
          <a:r>
            <a:rPr lang="en-US" sz="1200" kern="1200" noProof="0" dirty="0">
              <a:solidFill>
                <a:srgbClr val="5C4E63"/>
              </a:solidFill>
              <a:latin typeface="Avenir Next LT Pro" panose="020B0504020202020204" pitchFamily="34" charset="0"/>
            </a:rPr>
            <a:t>(Optional) A list of ideas of activities of different levels</a:t>
          </a:r>
        </a:p>
        <a:p>
          <a:pPr marL="0" lvl="0" indent="0" algn="ctr" defTabSz="533400">
            <a:lnSpc>
              <a:spcPct val="90000"/>
            </a:lnSpc>
            <a:spcBef>
              <a:spcPct val="0"/>
            </a:spcBef>
            <a:spcAft>
              <a:spcPct val="35000"/>
            </a:spcAft>
            <a:buNone/>
          </a:pPr>
          <a:endParaRPr lang="en-US" sz="1200" kern="1200" noProof="0" dirty="0">
            <a:solidFill>
              <a:srgbClr val="5C4E63"/>
            </a:solidFill>
            <a:latin typeface="Avenir Next LT Pro" panose="020B0504020202020204" pitchFamily="34" charset="0"/>
          </a:endParaRPr>
        </a:p>
        <a:p>
          <a:pPr marL="0" lvl="0" indent="0" algn="ctr" defTabSz="533400">
            <a:lnSpc>
              <a:spcPct val="90000"/>
            </a:lnSpc>
            <a:spcBef>
              <a:spcPct val="0"/>
            </a:spcBef>
            <a:spcAft>
              <a:spcPct val="35000"/>
            </a:spcAft>
            <a:buNone/>
          </a:pPr>
          <a:r>
            <a:rPr lang="en-US" sz="1200" kern="1200" noProof="0" dirty="0">
              <a:solidFill>
                <a:srgbClr val="5C4E63"/>
              </a:solidFill>
              <a:latin typeface="Avenir Next LT Pro" panose="020B0504020202020204" pitchFamily="34" charset="0"/>
            </a:rPr>
            <a:t>(Optional) A list of timeslots for Community moments</a:t>
          </a:r>
        </a:p>
        <a:p>
          <a:pPr marL="0" lvl="0" indent="0" algn="ctr" defTabSz="533400">
            <a:lnSpc>
              <a:spcPct val="90000"/>
            </a:lnSpc>
            <a:spcBef>
              <a:spcPct val="0"/>
            </a:spcBef>
            <a:spcAft>
              <a:spcPct val="35000"/>
            </a:spcAft>
            <a:buNone/>
          </a:pPr>
          <a:endParaRPr lang="fr-FR" sz="1200" kern="1200" dirty="0">
            <a:solidFill>
              <a:srgbClr val="5C4E63"/>
            </a:solidFill>
            <a:latin typeface="Avenir Next LT Pro" panose="020B0504020202020204" pitchFamily="34" charset="0"/>
          </a:endParaRPr>
        </a:p>
      </dsp:txBody>
      <dsp:txXfrm rot="10800000">
        <a:off x="2864614" y="2242566"/>
        <a:ext cx="2180599" cy="2669458"/>
      </dsp:txXfrm>
    </dsp:sp>
    <dsp:sp modelId="{B7183DFA-5031-4E8E-8D73-48543D88745F}">
      <dsp:nvSpPr>
        <dsp:cNvPr id="0" name=""/>
        <dsp:cNvSpPr/>
      </dsp:nvSpPr>
      <dsp:spPr>
        <a:xfrm>
          <a:off x="5349021" y="299008"/>
          <a:ext cx="2323511" cy="1644548"/>
        </a:xfrm>
        <a:prstGeom prst="roundRect">
          <a:avLst>
            <a:gd name="adj" fmla="val 10000"/>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t="-26000" b="-26000"/>
          </a:stretch>
        </a:blip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dsp:style>
    </dsp:sp>
    <dsp:sp modelId="{F677139D-3035-490A-997C-154D3529BFB7}">
      <dsp:nvSpPr>
        <dsp:cNvPr id="0" name=""/>
        <dsp:cNvSpPr/>
      </dsp:nvSpPr>
      <dsp:spPr>
        <a:xfrm rot="10800000">
          <a:off x="5349021" y="2242566"/>
          <a:ext cx="2323511" cy="2740914"/>
        </a:xfrm>
        <a:prstGeom prst="round2SameRect">
          <a:avLst>
            <a:gd name="adj1" fmla="val 10500"/>
            <a:gd name="adj2" fmla="val 0"/>
          </a:avLst>
        </a:prstGeom>
        <a:solidFill>
          <a:schemeClr val="lt1">
            <a:hueOff val="0"/>
            <a:satOff val="0"/>
            <a:lumOff val="0"/>
            <a:alphaOff val="0"/>
          </a:schemeClr>
        </a:solid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b="1" kern="1200" noProof="0" dirty="0">
              <a:solidFill>
                <a:srgbClr val="8E2C48"/>
              </a:solidFill>
              <a:latin typeface="Avenir Next LT Pro" panose="020B0504020202020204" pitchFamily="34" charset="0"/>
            </a:rPr>
            <a:t>Participants</a:t>
          </a:r>
          <a:br>
            <a:rPr lang="en-US" sz="1200" kern="1200" noProof="0" dirty="0">
              <a:latin typeface="Avenir Next LT Pro" panose="020B0504020202020204" pitchFamily="34" charset="0"/>
            </a:rPr>
          </a:br>
          <a:br>
            <a:rPr lang="en-US" sz="1200" kern="1200" noProof="0" dirty="0">
              <a:latin typeface="Avenir Next LT Pro" panose="020B0504020202020204" pitchFamily="34" charset="0"/>
            </a:rPr>
          </a:br>
          <a:r>
            <a:rPr lang="en-US" sz="1200" kern="1200" noProof="0" dirty="0">
              <a:latin typeface="Avenir Next LT Pro" panose="020B0504020202020204" pitchFamily="34" charset="0"/>
            </a:rPr>
            <a:t>Members of Communities of Practice </a:t>
          </a:r>
          <a:r>
            <a:rPr lang="en-US" sz="1200" b="1" kern="1200" noProof="0" dirty="0">
              <a:latin typeface="Avenir Next LT Pro" panose="020B0504020202020204" pitchFamily="34" charset="0"/>
            </a:rPr>
            <a:t>who know what learning a practice means</a:t>
          </a:r>
        </a:p>
        <a:p>
          <a:pPr marL="0" lvl="0" indent="0" algn="ctr" defTabSz="533400">
            <a:lnSpc>
              <a:spcPct val="90000"/>
            </a:lnSpc>
            <a:spcBef>
              <a:spcPct val="0"/>
            </a:spcBef>
            <a:spcAft>
              <a:spcPct val="35000"/>
            </a:spcAft>
            <a:buNone/>
          </a:pPr>
          <a:endParaRPr lang="en-US" sz="1200" b="1" kern="1200" noProof="0" dirty="0">
            <a:latin typeface="Avenir Next LT Pro" panose="020B0504020202020204" pitchFamily="34" charset="0"/>
          </a:endParaRPr>
        </a:p>
        <a:p>
          <a:pPr marL="0" lvl="0" indent="0" algn="ctr" defTabSz="533400">
            <a:lnSpc>
              <a:spcPct val="90000"/>
            </a:lnSpc>
            <a:spcBef>
              <a:spcPct val="0"/>
            </a:spcBef>
            <a:spcAft>
              <a:spcPct val="35000"/>
            </a:spcAft>
            <a:buNone/>
          </a:pPr>
          <a:r>
            <a:rPr lang="en-US" sz="1200" b="0" kern="1200" noProof="0" dirty="0">
              <a:latin typeface="Avenir Next LT Pro" panose="020B0504020202020204" pitchFamily="34" charset="0"/>
            </a:rPr>
            <a:t>Participants should include </a:t>
          </a:r>
          <a:r>
            <a:rPr lang="en-US" sz="1200" b="1" kern="1200" noProof="0" dirty="0">
              <a:latin typeface="Avenir Next LT Pro" panose="020B0504020202020204" pitchFamily="34" charset="0"/>
            </a:rPr>
            <a:t>a minimum number of experienced potential contributors </a:t>
          </a:r>
          <a:r>
            <a:rPr lang="en-US" sz="1200" b="0" kern="1200" noProof="0" dirty="0">
              <a:latin typeface="Avenir Next LT Pro" panose="020B0504020202020204" pitchFamily="34" charset="0"/>
            </a:rPr>
            <a:t>to make this workshop interesting.</a:t>
          </a:r>
        </a:p>
      </dsp:txBody>
      <dsp:txXfrm rot="10800000">
        <a:off x="5420477" y="2242566"/>
        <a:ext cx="2180599" cy="266945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AF6BC0-80BD-4AE2-B8BD-A32B9D7650FF}">
      <dsp:nvSpPr>
        <dsp:cNvPr id="0" name=""/>
        <dsp:cNvSpPr/>
      </dsp:nvSpPr>
      <dsp:spPr>
        <a:xfrm>
          <a:off x="0" y="0"/>
          <a:ext cx="3836925" cy="2040142"/>
        </a:xfrm>
        <a:prstGeom prst="roundRect">
          <a:avLst>
            <a:gd name="adj" fmla="val 10000"/>
          </a:avLst>
        </a:prstGeom>
        <a:solidFill>
          <a:schemeClr val="lt1">
            <a:alpha val="90000"/>
            <a:tint val="40000"/>
            <a:hueOff val="0"/>
            <a:satOff val="0"/>
            <a:lumOff val="0"/>
            <a:alphaOff val="0"/>
          </a:schemeClr>
        </a:solidFill>
        <a:ln w="12700" cap="flat" cmpd="sng" algn="ctr">
          <a:solidFill>
            <a:srgbClr val="5C4E63">
              <a:alpha val="90000"/>
            </a:srgbClr>
          </a:solidFill>
          <a:prstDash val="solid"/>
          <a:miter lim="800000"/>
        </a:ln>
        <a:effectLst/>
      </dsp:spPr>
      <dsp:style>
        <a:lnRef idx="2">
          <a:scrgbClr r="0" g="0" b="0"/>
        </a:lnRef>
        <a:fillRef idx="1">
          <a:scrgbClr r="0" g="0" b="0"/>
        </a:fillRef>
        <a:effectRef idx="0">
          <a:scrgbClr r="0" g="0" b="0"/>
        </a:effectRef>
        <a:fontRef idx="minor"/>
      </dsp:style>
    </dsp:sp>
    <dsp:sp modelId="{7A673366-D108-41D1-A757-E6F328FCC9C9}">
      <dsp:nvSpPr>
        <dsp:cNvPr id="0" name=""/>
        <dsp:cNvSpPr/>
      </dsp:nvSpPr>
      <dsp:spPr>
        <a:xfrm>
          <a:off x="115548" y="272018"/>
          <a:ext cx="1717061" cy="1496104"/>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20000" b="-20000"/>
          </a:stretch>
        </a:blip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dsp:style>
    </dsp:sp>
    <dsp:sp modelId="{898961E9-ECB2-4197-BB94-E0A27D372B88}">
      <dsp:nvSpPr>
        <dsp:cNvPr id="0" name=""/>
        <dsp:cNvSpPr/>
      </dsp:nvSpPr>
      <dsp:spPr>
        <a:xfrm rot="10800000">
          <a:off x="115548" y="2040142"/>
          <a:ext cx="1717061" cy="2493506"/>
        </a:xfrm>
        <a:prstGeom prst="round2SameRect">
          <a:avLst>
            <a:gd name="adj1" fmla="val 10500"/>
            <a:gd name="adj2" fmla="val 0"/>
          </a:avLst>
        </a:prstGeom>
        <a:solidFill>
          <a:schemeClr val="lt1">
            <a:hueOff val="0"/>
            <a:satOff val="0"/>
            <a:lumOff val="0"/>
            <a:alphaOff val="0"/>
          </a:schemeClr>
        </a:solid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US" sz="1400" b="1" kern="1200" noProof="0" dirty="0">
              <a:solidFill>
                <a:srgbClr val="8E2C48"/>
              </a:solidFill>
              <a:latin typeface="Avenir Next LT Pro" panose="020B0504020202020204" pitchFamily="34" charset="0"/>
            </a:rPr>
            <a:t>This workshop is easier when</a:t>
          </a:r>
          <a:br>
            <a:rPr lang="en-US" sz="1400" kern="1200" noProof="0" dirty="0">
              <a:latin typeface="Avenir Next LT Pro" panose="020B0504020202020204" pitchFamily="34" charset="0"/>
            </a:rPr>
          </a:br>
          <a:br>
            <a:rPr lang="en-US" sz="1400" kern="1200" noProof="0" dirty="0">
              <a:latin typeface="Avenir Next LT Pro" panose="020B0504020202020204" pitchFamily="34" charset="0"/>
            </a:rPr>
          </a:br>
          <a:r>
            <a:rPr lang="en-US" sz="1400" kern="1200" noProof="0" dirty="0">
              <a:solidFill>
                <a:srgbClr val="5C4E63"/>
              </a:solidFill>
              <a:latin typeface="Avenir Next LT Pro" panose="020B0504020202020204" pitchFamily="34" charset="0"/>
            </a:rPr>
            <a:t>Members have past experiences in learning practices and implementing it during their job, knowing the difficulties</a:t>
          </a:r>
        </a:p>
      </dsp:txBody>
      <dsp:txXfrm rot="10800000">
        <a:off x="168354" y="2040142"/>
        <a:ext cx="1611449" cy="2440700"/>
      </dsp:txXfrm>
    </dsp:sp>
    <dsp:sp modelId="{848092CF-B9E2-4851-AA8D-7B70D879A555}">
      <dsp:nvSpPr>
        <dsp:cNvPr id="0" name=""/>
        <dsp:cNvSpPr/>
      </dsp:nvSpPr>
      <dsp:spPr>
        <a:xfrm>
          <a:off x="2004315" y="272018"/>
          <a:ext cx="1717061" cy="1496104"/>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20000" b="-20000"/>
          </a:stretch>
        </a:blip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dsp:style>
    </dsp:sp>
    <dsp:sp modelId="{BFB5E530-E857-441B-B448-7F6CB5417375}">
      <dsp:nvSpPr>
        <dsp:cNvPr id="0" name=""/>
        <dsp:cNvSpPr/>
      </dsp:nvSpPr>
      <dsp:spPr>
        <a:xfrm rot="10800000">
          <a:off x="2004315" y="2040142"/>
          <a:ext cx="1717061" cy="2493506"/>
        </a:xfrm>
        <a:prstGeom prst="round2SameRect">
          <a:avLst>
            <a:gd name="adj1" fmla="val 10500"/>
            <a:gd name="adj2" fmla="val 0"/>
          </a:avLst>
        </a:prstGeom>
        <a:solidFill>
          <a:schemeClr val="lt1">
            <a:hueOff val="0"/>
            <a:satOff val="0"/>
            <a:lumOff val="0"/>
            <a:alphaOff val="0"/>
          </a:schemeClr>
        </a:solid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US" sz="1400" b="1" kern="1200" noProof="0" dirty="0">
              <a:solidFill>
                <a:srgbClr val="8E2C48"/>
              </a:solidFill>
              <a:latin typeface="Avenir Next LT Pro" panose="020B0504020202020204" pitchFamily="34" charset="0"/>
            </a:rPr>
            <a:t>This workshop becomes very difficult when</a:t>
          </a:r>
          <a:br>
            <a:rPr lang="en-US" sz="1400" kern="1200" noProof="0" dirty="0">
              <a:latin typeface="Avenir Next LT Pro" panose="020B0504020202020204" pitchFamily="34" charset="0"/>
            </a:rPr>
          </a:br>
          <a:br>
            <a:rPr lang="en-US" sz="1400" kern="1200" noProof="0" dirty="0">
              <a:latin typeface="Avenir Next LT Pro" panose="020B0504020202020204" pitchFamily="34" charset="0"/>
            </a:rPr>
          </a:br>
          <a:r>
            <a:rPr lang="en-US" sz="1400" kern="1200" noProof="0" dirty="0">
              <a:solidFill>
                <a:srgbClr val="5C4E63"/>
              </a:solidFill>
              <a:latin typeface="Avenir Next LT Pro" panose="020B0504020202020204" pitchFamily="34" charset="0"/>
            </a:rPr>
            <a:t>List of practices are not ready yet</a:t>
          </a:r>
        </a:p>
        <a:p>
          <a:pPr marL="0" lvl="0" indent="0" algn="ctr" defTabSz="622300">
            <a:lnSpc>
              <a:spcPct val="90000"/>
            </a:lnSpc>
            <a:spcBef>
              <a:spcPct val="0"/>
            </a:spcBef>
            <a:spcAft>
              <a:spcPct val="35000"/>
            </a:spcAft>
            <a:buNone/>
          </a:pPr>
          <a:r>
            <a:rPr lang="en-US" sz="1400" kern="1200" noProof="0" dirty="0">
              <a:solidFill>
                <a:srgbClr val="5C4E63"/>
              </a:solidFill>
              <a:latin typeface="Avenir Next LT Pro" panose="020B0504020202020204" pitchFamily="34" charset="0"/>
            </a:rPr>
            <a:t>Participants do not feel ready or legitimate to choose activities and roadmap </a:t>
          </a:r>
        </a:p>
      </dsp:txBody>
      <dsp:txXfrm rot="10800000">
        <a:off x="2057121" y="2040142"/>
        <a:ext cx="1611449" cy="24407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536F32-7FEA-48C2-8669-56EA63027D13}">
      <dsp:nvSpPr>
        <dsp:cNvPr id="0" name=""/>
        <dsp:cNvSpPr/>
      </dsp:nvSpPr>
      <dsp:spPr>
        <a:xfrm rot="5400000">
          <a:off x="315170" y="1907562"/>
          <a:ext cx="935190" cy="1556135"/>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F73CF3-5C35-4D3F-9BFA-3C60D3E39869}">
      <dsp:nvSpPr>
        <dsp:cNvPr id="0" name=""/>
        <dsp:cNvSpPr/>
      </dsp:nvSpPr>
      <dsp:spPr>
        <a:xfrm>
          <a:off x="159063" y="2372512"/>
          <a:ext cx="1404888" cy="1231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lang="en-US" sz="900" b="1" kern="1200" noProof="0" dirty="0"/>
            <a:t>NIV 1 CURIOUS(-SE): </a:t>
          </a:r>
          <a:r>
            <a:rPr lang="en-US" sz="900" kern="1200" noProof="0" dirty="0"/>
            <a:t>Pitch, promotional material, promotional images</a:t>
          </a:r>
        </a:p>
      </dsp:txBody>
      <dsp:txXfrm>
        <a:off x="159063" y="2372512"/>
        <a:ext cx="1404888" cy="1231466"/>
      </dsp:txXfrm>
    </dsp:sp>
    <dsp:sp modelId="{073E1243-807D-44B9-A19F-D853AB77EB56}">
      <dsp:nvSpPr>
        <dsp:cNvPr id="0" name=""/>
        <dsp:cNvSpPr/>
      </dsp:nvSpPr>
      <dsp:spPr>
        <a:xfrm>
          <a:off x="1298878" y="1792998"/>
          <a:ext cx="265073" cy="265073"/>
        </a:xfrm>
        <a:prstGeom prst="triangle">
          <a:avLst>
            <a:gd name="adj" fmla="val 10000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D5F48EC-0639-4D2F-820E-C3E346BBA81C}">
      <dsp:nvSpPr>
        <dsp:cNvPr id="0" name=""/>
        <dsp:cNvSpPr/>
      </dsp:nvSpPr>
      <dsp:spPr>
        <a:xfrm rot="5400000">
          <a:off x="2035027" y="1481982"/>
          <a:ext cx="935190" cy="1556135"/>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C0ABF8-7168-4E17-9AEE-0A90D7D7B2D9}">
      <dsp:nvSpPr>
        <dsp:cNvPr id="0" name=""/>
        <dsp:cNvSpPr/>
      </dsp:nvSpPr>
      <dsp:spPr>
        <a:xfrm>
          <a:off x="1878921" y="1946931"/>
          <a:ext cx="1404888" cy="1231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lang="en-US" sz="900" b="1" kern="1200" noProof="0" dirty="0"/>
            <a:t>NIV 2 PLAYER : </a:t>
          </a:r>
          <a:r>
            <a:rPr lang="en-US" sz="900" kern="1200" noProof="0" dirty="0"/>
            <a:t>Rules of the game, content of the game (cards, board, slides), FAQ, example, Observer grid</a:t>
          </a:r>
        </a:p>
      </dsp:txBody>
      <dsp:txXfrm>
        <a:off x="1878921" y="1946931"/>
        <a:ext cx="1404888" cy="1231466"/>
      </dsp:txXfrm>
    </dsp:sp>
    <dsp:sp modelId="{40B3F6C3-47F2-4E3A-B536-E6827E5B6D3D}">
      <dsp:nvSpPr>
        <dsp:cNvPr id="0" name=""/>
        <dsp:cNvSpPr/>
      </dsp:nvSpPr>
      <dsp:spPr>
        <a:xfrm>
          <a:off x="3018736" y="1367417"/>
          <a:ext cx="265073" cy="265073"/>
        </a:xfrm>
        <a:prstGeom prst="triangle">
          <a:avLst>
            <a:gd name="adj" fmla="val 10000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10CCB0-E3F3-474A-AE13-813EA8EDD27C}">
      <dsp:nvSpPr>
        <dsp:cNvPr id="0" name=""/>
        <dsp:cNvSpPr/>
      </dsp:nvSpPr>
      <dsp:spPr>
        <a:xfrm rot="5400000">
          <a:off x="3754885" y="1056401"/>
          <a:ext cx="935190" cy="1556135"/>
        </a:xfrm>
        <a:prstGeom prst="corner">
          <a:avLst>
            <a:gd name="adj1" fmla="val 16120"/>
            <a:gd name="adj2" fmla="val 1611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37B817-1A63-4D95-94E9-FD03A7BC1B40}">
      <dsp:nvSpPr>
        <dsp:cNvPr id="0" name=""/>
        <dsp:cNvSpPr/>
      </dsp:nvSpPr>
      <dsp:spPr>
        <a:xfrm>
          <a:off x="3598778" y="1521351"/>
          <a:ext cx="1404888" cy="1231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lang="en-US" sz="900" b="1" kern="1200" noProof="0" dirty="0"/>
            <a:t>NIV 3 ECLAIREUR(-SE) : </a:t>
          </a:r>
          <a:r>
            <a:rPr lang="en-US" sz="900" kern="1200" noProof="0" dirty="0"/>
            <a:t>Pedagogical objectives, operational, problems addressed, use cases, subjects not covered, what to complete with, ideal audience, pre-requisites, help with promotion and post-event communication</a:t>
          </a:r>
        </a:p>
      </dsp:txBody>
      <dsp:txXfrm>
        <a:off x="3598778" y="1521351"/>
        <a:ext cx="1404888" cy="1231466"/>
      </dsp:txXfrm>
    </dsp:sp>
    <dsp:sp modelId="{CEC1A658-099E-49E5-BC89-D956E9F29B72}">
      <dsp:nvSpPr>
        <dsp:cNvPr id="0" name=""/>
        <dsp:cNvSpPr/>
      </dsp:nvSpPr>
      <dsp:spPr>
        <a:xfrm>
          <a:off x="4738593" y="941837"/>
          <a:ext cx="265073" cy="265073"/>
        </a:xfrm>
        <a:prstGeom prst="triangle">
          <a:avLst>
            <a:gd name="adj" fmla="val 10000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52FD94-10B1-4F50-B559-A8C5CE55F511}">
      <dsp:nvSpPr>
        <dsp:cNvPr id="0" name=""/>
        <dsp:cNvSpPr/>
      </dsp:nvSpPr>
      <dsp:spPr>
        <a:xfrm rot="5400000">
          <a:off x="5474742" y="630821"/>
          <a:ext cx="935190" cy="1556135"/>
        </a:xfrm>
        <a:prstGeom prst="corner">
          <a:avLst>
            <a:gd name="adj1" fmla="val 16120"/>
            <a:gd name="adj2" fmla="val 1611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915B3A-8748-4A22-80A3-00E2828C973E}">
      <dsp:nvSpPr>
        <dsp:cNvPr id="0" name=""/>
        <dsp:cNvSpPr/>
      </dsp:nvSpPr>
      <dsp:spPr>
        <a:xfrm>
          <a:off x="5318636" y="1095770"/>
          <a:ext cx="1404888" cy="1231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lang="en-US" sz="900" b="1" kern="1200" noProof="0" dirty="0"/>
            <a:t>LEVEL 4 CO-FACILITATOR: </a:t>
          </a:r>
          <a:r>
            <a:rPr lang="en-US" sz="900" kern="1200" noProof="0" dirty="0"/>
            <a:t>Co-facilitation/facilitation breakdown, suggested session length,</a:t>
          </a:r>
        </a:p>
      </dsp:txBody>
      <dsp:txXfrm>
        <a:off x="5318636" y="1095770"/>
        <a:ext cx="1404888" cy="1231466"/>
      </dsp:txXfrm>
    </dsp:sp>
    <dsp:sp modelId="{B4FFB1F2-72D2-443E-96C5-38A27895A5A5}">
      <dsp:nvSpPr>
        <dsp:cNvPr id="0" name=""/>
        <dsp:cNvSpPr/>
      </dsp:nvSpPr>
      <dsp:spPr>
        <a:xfrm>
          <a:off x="6458451" y="516256"/>
          <a:ext cx="265073" cy="265073"/>
        </a:xfrm>
        <a:prstGeom prst="triangle">
          <a:avLst>
            <a:gd name="adj" fmla="val 10000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0119A0-C985-410C-80D3-5D5E2C451C54}">
      <dsp:nvSpPr>
        <dsp:cNvPr id="0" name=""/>
        <dsp:cNvSpPr/>
      </dsp:nvSpPr>
      <dsp:spPr>
        <a:xfrm rot="5400000">
          <a:off x="7194600" y="205240"/>
          <a:ext cx="935190" cy="1556135"/>
        </a:xfrm>
        <a:prstGeom prst="corner">
          <a:avLst>
            <a:gd name="adj1" fmla="val 16120"/>
            <a:gd name="adj2" fmla="val 1611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B94EDB-46AE-42AC-8381-C2B29F768819}">
      <dsp:nvSpPr>
        <dsp:cNvPr id="0" name=""/>
        <dsp:cNvSpPr/>
      </dsp:nvSpPr>
      <dsp:spPr>
        <a:xfrm>
          <a:off x="7038493" y="670190"/>
          <a:ext cx="1404888" cy="1231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lang="en-US" sz="900" b="1" kern="1200" noProof="0" dirty="0"/>
            <a:t>LEVEL 5 FACILITATOR</a:t>
          </a:r>
          <a:r>
            <a:rPr lang="en-US" sz="900" kern="1200" noProof="0" dirty="0"/>
            <a:t>: Animation tips, specific debriefing questions, difficult animation cases</a:t>
          </a:r>
        </a:p>
      </dsp:txBody>
      <dsp:txXfrm>
        <a:off x="7038493" y="670190"/>
        <a:ext cx="1404888" cy="1231466"/>
      </dsp:txXfrm>
    </dsp:sp>
    <dsp:sp modelId="{B61612F3-149C-445E-B77C-8D7D7291AAB9}">
      <dsp:nvSpPr>
        <dsp:cNvPr id="0" name=""/>
        <dsp:cNvSpPr/>
      </dsp:nvSpPr>
      <dsp:spPr>
        <a:xfrm>
          <a:off x="8178308" y="90676"/>
          <a:ext cx="265073" cy="265073"/>
        </a:xfrm>
        <a:prstGeom prst="triangle">
          <a:avLst>
            <a:gd name="adj" fmla="val 10000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4C1066-AF55-49D3-BE87-4178E463EF6B}">
      <dsp:nvSpPr>
        <dsp:cNvPr id="0" name=""/>
        <dsp:cNvSpPr/>
      </dsp:nvSpPr>
      <dsp:spPr>
        <a:xfrm rot="5400000">
          <a:off x="8914457" y="-220339"/>
          <a:ext cx="935190" cy="1556135"/>
        </a:xfrm>
        <a:prstGeom prst="corner">
          <a:avLst>
            <a:gd name="adj1" fmla="val 16120"/>
            <a:gd name="adj2" fmla="val 1611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26FCBE-40C7-4DE0-9CD7-9F29486EDACB}">
      <dsp:nvSpPr>
        <dsp:cNvPr id="0" name=""/>
        <dsp:cNvSpPr/>
      </dsp:nvSpPr>
      <dsp:spPr>
        <a:xfrm>
          <a:off x="8758351" y="244609"/>
          <a:ext cx="1404888" cy="1231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lang="en-US" sz="900" b="1" kern="1200" noProof="0" dirty="0"/>
            <a:t>LEVEL 6 CREATOR: </a:t>
          </a:r>
          <a:r>
            <a:rPr lang="en-US" sz="900" kern="1200" noProof="0" dirty="0"/>
            <a:t>Variant or extension ideas, reuse rights, version history</a:t>
          </a:r>
        </a:p>
      </dsp:txBody>
      <dsp:txXfrm>
        <a:off x="8758351" y="244609"/>
        <a:ext cx="1404888" cy="1231466"/>
      </dsp:txXfrm>
    </dsp:sp>
  </dsp:spTree>
</dsp:drawing>
</file>

<file path=ppt/diagrams/layout1.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2.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3.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4.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5.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2DC682-A0FA-4050-8373-3D0B6B41B593}" type="datetimeFigureOut">
              <a:rPr lang="fr-FR" smtClean="0"/>
              <a:t>02/05/2023</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Click to change the mask text styles</a:t>
            </a:r>
          </a:p>
          <a:p>
            <a:pPr lvl="1"/>
            <a:r>
              <a:rPr lang="fr-FR"/>
              <a:t>Second level</a:t>
            </a:r>
          </a:p>
          <a:p>
            <a:pPr lvl="2"/>
            <a:r>
              <a:rPr lang="fr-FR"/>
              <a:t>Third level</a:t>
            </a:r>
          </a:p>
          <a:p>
            <a:pPr lvl="3"/>
            <a:r>
              <a:rPr lang="fr-FR"/>
              <a:t>Fourth level</a:t>
            </a:r>
          </a:p>
          <a:p>
            <a:pPr lvl="4"/>
            <a:r>
              <a:rPr lang="fr-FR"/>
              <a:t>Fifth level</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381247-AF34-4F93-ACB2-EAAC5B47D7E6}" type="slidenum">
              <a:rPr lang="fr-FR" smtClean="0"/>
              <a:t>‹N›</a:t>
            </a:fld>
            <a:endParaRPr lang="fr-FR"/>
          </a:p>
        </p:txBody>
      </p:sp>
    </p:spTree>
    <p:extLst>
      <p:ext uri="{BB962C8B-B14F-4D97-AF65-F5344CB8AC3E}">
        <p14:creationId xmlns:p14="http://schemas.microsoft.com/office/powerpoint/2010/main" val="4072157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685310-3C18-492D-A7A8-CC91C275C663}"/>
              </a:ext>
            </a:extLst>
          </p:cNvPr>
          <p:cNvSpPr>
            <a:spLocks noGrp="1"/>
          </p:cNvSpPr>
          <p:nvPr>
            <p:ph type="ctrTitle"/>
          </p:nvPr>
        </p:nvSpPr>
        <p:spPr>
          <a:xfrm>
            <a:off x="1524000" y="1122363"/>
            <a:ext cx="9144000" cy="2387600"/>
          </a:xfrm>
        </p:spPr>
        <p:txBody>
          <a:bodyPr anchor="b"/>
          <a:lstStyle>
            <a:lvl1pPr algn="ctr">
              <a:defRPr sz="6000"/>
            </a:lvl1pPr>
          </a:lstStyle>
          <a:p>
            <a:r>
              <a:rPr lang="fr-FR" dirty="0"/>
              <a:t>Modifiez le style du titre</a:t>
            </a:r>
          </a:p>
        </p:txBody>
      </p:sp>
      <p:sp>
        <p:nvSpPr>
          <p:cNvPr id="3" name="Sous-titre 2">
            <a:extLst>
              <a:ext uri="{FF2B5EF4-FFF2-40B4-BE49-F238E27FC236}">
                <a16:creationId xmlns:a16="http://schemas.microsoft.com/office/drawing/2014/main" id="{D3D25BEB-22F5-4A93-BA87-2B343EB241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p>
        </p:txBody>
      </p:sp>
    </p:spTree>
    <p:extLst>
      <p:ext uri="{BB962C8B-B14F-4D97-AF65-F5344CB8AC3E}">
        <p14:creationId xmlns:p14="http://schemas.microsoft.com/office/powerpoint/2010/main" val="774886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dirty="0"/>
              <a:t>Modifiez le style du titre</a:t>
            </a:r>
          </a:p>
        </p:txBody>
      </p:sp>
      <p:sp>
        <p:nvSpPr>
          <p:cNvPr id="3" name="Espace réservé du contenu 2">
            <a:extLst>
              <a:ext uri="{FF2B5EF4-FFF2-40B4-BE49-F238E27FC236}">
                <a16:creationId xmlns:a16="http://schemas.microsoft.com/office/drawing/2014/main" id="{0F845003-365C-485F-BF7C-4D3DB52CFDF6}"/>
              </a:ext>
            </a:extLst>
          </p:cNvPr>
          <p:cNvSpPr>
            <a:spLocks noGrp="1"/>
          </p:cNvSpPr>
          <p:nvPr>
            <p:ph idx="1"/>
          </p:nvPr>
        </p:nvSpPr>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962387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re et 3 photo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F845003-365C-485F-BF7C-4D3DB52CFDF6}"/>
              </a:ext>
            </a:extLst>
          </p:cNvPr>
          <p:cNvSpPr>
            <a:spLocks noGrp="1"/>
          </p:cNvSpPr>
          <p:nvPr>
            <p:ph idx="1"/>
          </p:nvPr>
        </p:nvSpPr>
        <p:spPr>
          <a:xfrm>
            <a:off x="2244436" y="1825625"/>
            <a:ext cx="9109363"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e l'image en ligne 7">
            <a:extLst>
              <a:ext uri="{FF2B5EF4-FFF2-40B4-BE49-F238E27FC236}">
                <a16:creationId xmlns:a16="http://schemas.microsoft.com/office/drawing/2014/main" id="{4EB2234D-87EF-47C0-5BC7-6C13360493CB}"/>
              </a:ext>
            </a:extLst>
          </p:cNvPr>
          <p:cNvSpPr>
            <a:spLocks noGrp="1"/>
          </p:cNvSpPr>
          <p:nvPr>
            <p:ph type="clipArt" sz="quarter" idx="13" hasCustomPrompt="1"/>
          </p:nvPr>
        </p:nvSpPr>
        <p:spPr>
          <a:xfrm>
            <a:off x="838200" y="1845678"/>
            <a:ext cx="1263650" cy="1022350"/>
          </a:xfrm>
        </p:spPr>
        <p:txBody>
          <a:bodyPr>
            <a:normAutofit/>
          </a:bodyPr>
          <a:lstStyle>
            <a:lvl1pPr marL="0" indent="0">
              <a:buNone/>
              <a:defRPr sz="1050" b="0"/>
            </a:lvl1pPr>
          </a:lstStyle>
          <a:p>
            <a:r>
              <a:rPr lang="fr-FR"/>
              <a:t>Photo de créateur</a:t>
            </a:r>
          </a:p>
        </p:txBody>
      </p:sp>
      <p:sp>
        <p:nvSpPr>
          <p:cNvPr id="9" name="Espace réservé de l'image en ligne 7">
            <a:extLst>
              <a:ext uri="{FF2B5EF4-FFF2-40B4-BE49-F238E27FC236}">
                <a16:creationId xmlns:a16="http://schemas.microsoft.com/office/drawing/2014/main" id="{80FF0AD0-DC03-80A2-5327-95551E496B40}"/>
              </a:ext>
            </a:extLst>
          </p:cNvPr>
          <p:cNvSpPr>
            <a:spLocks noGrp="1"/>
          </p:cNvSpPr>
          <p:nvPr>
            <p:ph type="clipArt" sz="quarter" idx="14" hasCustomPrompt="1"/>
          </p:nvPr>
        </p:nvSpPr>
        <p:spPr>
          <a:xfrm>
            <a:off x="847725" y="3324719"/>
            <a:ext cx="1263650" cy="1022350"/>
          </a:xfrm>
        </p:spPr>
        <p:txBody>
          <a:bodyPr>
            <a:normAutofit/>
          </a:bodyPr>
          <a:lstStyle>
            <a:lvl1pPr marL="0" indent="0">
              <a:buNone/>
              <a:defRPr sz="1050" b="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Photo de créateur</a:t>
            </a:r>
          </a:p>
          <a:p>
            <a:endParaRPr lang="fr-FR"/>
          </a:p>
        </p:txBody>
      </p:sp>
      <p:sp>
        <p:nvSpPr>
          <p:cNvPr id="10" name="Espace réservé de l'image en ligne 7">
            <a:extLst>
              <a:ext uri="{FF2B5EF4-FFF2-40B4-BE49-F238E27FC236}">
                <a16:creationId xmlns:a16="http://schemas.microsoft.com/office/drawing/2014/main" id="{67326DE4-B342-58CE-D47F-A6038CBE45F6}"/>
              </a:ext>
            </a:extLst>
          </p:cNvPr>
          <p:cNvSpPr>
            <a:spLocks noGrp="1"/>
          </p:cNvSpPr>
          <p:nvPr>
            <p:ph type="clipArt" sz="quarter" idx="15" hasCustomPrompt="1"/>
          </p:nvPr>
        </p:nvSpPr>
        <p:spPr>
          <a:xfrm>
            <a:off x="838200" y="4813884"/>
            <a:ext cx="1263650" cy="1022350"/>
          </a:xfrm>
        </p:spPr>
        <p:txBody>
          <a:bodyPr>
            <a:normAutofit/>
          </a:bodyPr>
          <a:lstStyle>
            <a:lvl1pPr marL="0" indent="0">
              <a:buNone/>
              <a:defRPr sz="1050" b="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Photo de créateur</a:t>
            </a:r>
          </a:p>
          <a:p>
            <a:endParaRPr lang="fr-FR"/>
          </a:p>
        </p:txBody>
      </p:sp>
      <p:sp>
        <p:nvSpPr>
          <p:cNvPr id="12" name="Espace réservé du texte 11">
            <a:extLst>
              <a:ext uri="{FF2B5EF4-FFF2-40B4-BE49-F238E27FC236}">
                <a16:creationId xmlns:a16="http://schemas.microsoft.com/office/drawing/2014/main" id="{EF48C711-F14D-D25B-6014-ABDEC94DD767}"/>
              </a:ext>
            </a:extLst>
          </p:cNvPr>
          <p:cNvSpPr>
            <a:spLocks noGrp="1"/>
          </p:cNvSpPr>
          <p:nvPr>
            <p:ph type="body" sz="quarter" idx="16" hasCustomPrompt="1"/>
          </p:nvPr>
        </p:nvSpPr>
        <p:spPr>
          <a:xfrm>
            <a:off x="838201" y="2868028"/>
            <a:ext cx="1263650" cy="365125"/>
          </a:xfrm>
        </p:spPr>
        <p:txBody>
          <a:bodyPr>
            <a:noAutofit/>
          </a:bodyPr>
          <a:lstStyle>
            <a:lvl1pPr marL="0" indent="0">
              <a:buNone/>
              <a:defRPr sz="1000" b="1"/>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fr-FR"/>
              <a:t>Nom de créateur</a:t>
            </a:r>
          </a:p>
        </p:txBody>
      </p:sp>
      <p:sp>
        <p:nvSpPr>
          <p:cNvPr id="13" name="Espace réservé du texte 11">
            <a:extLst>
              <a:ext uri="{FF2B5EF4-FFF2-40B4-BE49-F238E27FC236}">
                <a16:creationId xmlns:a16="http://schemas.microsoft.com/office/drawing/2014/main" id="{03388C20-7E1F-1D0F-E90B-E6761A816CFC}"/>
              </a:ext>
            </a:extLst>
          </p:cNvPr>
          <p:cNvSpPr>
            <a:spLocks noGrp="1"/>
          </p:cNvSpPr>
          <p:nvPr>
            <p:ph type="body" sz="quarter" idx="17" hasCustomPrompt="1"/>
          </p:nvPr>
        </p:nvSpPr>
        <p:spPr>
          <a:xfrm>
            <a:off x="847726" y="4357193"/>
            <a:ext cx="1263650" cy="365125"/>
          </a:xfrm>
        </p:spPr>
        <p:txBody>
          <a:bodyPr>
            <a:noAutofit/>
          </a:bodyPr>
          <a:lstStyle>
            <a:lvl1pPr marL="0" indent="0">
              <a:buNone/>
              <a:defRPr sz="1000" b="1"/>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fr-FR"/>
              <a:t>Nom de créateur</a:t>
            </a:r>
          </a:p>
        </p:txBody>
      </p:sp>
      <p:sp>
        <p:nvSpPr>
          <p:cNvPr id="14" name="Espace réservé du texte 11">
            <a:extLst>
              <a:ext uri="{FF2B5EF4-FFF2-40B4-BE49-F238E27FC236}">
                <a16:creationId xmlns:a16="http://schemas.microsoft.com/office/drawing/2014/main" id="{045FF75B-4E95-B769-9520-DD8E9A5F4D3D}"/>
              </a:ext>
            </a:extLst>
          </p:cNvPr>
          <p:cNvSpPr>
            <a:spLocks noGrp="1"/>
          </p:cNvSpPr>
          <p:nvPr>
            <p:ph type="body" sz="quarter" idx="18" hasCustomPrompt="1"/>
          </p:nvPr>
        </p:nvSpPr>
        <p:spPr>
          <a:xfrm>
            <a:off x="838200" y="5836234"/>
            <a:ext cx="1273175" cy="365125"/>
          </a:xfrm>
        </p:spPr>
        <p:txBody>
          <a:bodyPr>
            <a:noAutofit/>
          </a:bodyPr>
          <a:lstStyle>
            <a:lvl1pPr marL="0" indent="0">
              <a:buNone/>
              <a:defRPr sz="1000" b="1"/>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fr-FR"/>
              <a:t>Nom de créateur</a:t>
            </a:r>
          </a:p>
        </p:txBody>
      </p:sp>
    </p:spTree>
    <p:extLst>
      <p:ext uri="{BB962C8B-B14F-4D97-AF65-F5344CB8AC3E}">
        <p14:creationId xmlns:p14="http://schemas.microsoft.com/office/powerpoint/2010/main" val="330500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8" name="Espace réservé pour une image  7">
            <a:extLst>
              <a:ext uri="{FF2B5EF4-FFF2-40B4-BE49-F238E27FC236}">
                <a16:creationId xmlns:a16="http://schemas.microsoft.com/office/drawing/2014/main" id="{2C332C41-73E0-4A68-BA54-2BCF680F9915}"/>
              </a:ext>
            </a:extLst>
          </p:cNvPr>
          <p:cNvSpPr>
            <a:spLocks noGrp="1"/>
          </p:cNvSpPr>
          <p:nvPr>
            <p:ph type="pic" sz="quarter" idx="13"/>
          </p:nvPr>
        </p:nvSpPr>
        <p:spPr>
          <a:xfrm>
            <a:off x="846428" y="1862686"/>
            <a:ext cx="3401376" cy="3357707"/>
          </a:xfrm>
        </p:spPr>
        <p:txBody>
          <a:bodyPr>
            <a:normAutofit/>
          </a:bodyPr>
          <a:lstStyle>
            <a:lvl1pPr marL="0" indent="0" algn="ctr">
              <a:buNone/>
              <a:defRPr sz="1050"/>
            </a:lvl1pPr>
          </a:lstStyle>
          <a:p>
            <a:endParaRPr lang="fr-FR"/>
          </a:p>
        </p:txBody>
      </p:sp>
      <p:sp>
        <p:nvSpPr>
          <p:cNvPr id="9" name="Espace réservé pour une image  7">
            <a:extLst>
              <a:ext uri="{FF2B5EF4-FFF2-40B4-BE49-F238E27FC236}">
                <a16:creationId xmlns:a16="http://schemas.microsoft.com/office/drawing/2014/main" id="{85084207-9D6C-4830-8C9D-C0F790D6CD3D}"/>
              </a:ext>
            </a:extLst>
          </p:cNvPr>
          <p:cNvSpPr>
            <a:spLocks noGrp="1"/>
          </p:cNvSpPr>
          <p:nvPr>
            <p:ph type="pic" sz="quarter" idx="14"/>
          </p:nvPr>
        </p:nvSpPr>
        <p:spPr>
          <a:xfrm>
            <a:off x="4395312" y="1862686"/>
            <a:ext cx="3401376" cy="3357707"/>
          </a:xfrm>
        </p:spPr>
        <p:txBody>
          <a:bodyPr>
            <a:normAutofit/>
          </a:bodyPr>
          <a:lstStyle>
            <a:lvl1pPr marL="0" indent="0" algn="ctr">
              <a:buNone/>
              <a:defRPr sz="1050"/>
            </a:lvl1pPr>
          </a:lstStyle>
          <a:p>
            <a:endParaRPr lang="fr-FR"/>
          </a:p>
        </p:txBody>
      </p:sp>
      <p:sp>
        <p:nvSpPr>
          <p:cNvPr id="10" name="Espace réservé pour une image  7">
            <a:extLst>
              <a:ext uri="{FF2B5EF4-FFF2-40B4-BE49-F238E27FC236}">
                <a16:creationId xmlns:a16="http://schemas.microsoft.com/office/drawing/2014/main" id="{91EDD172-1D93-470D-AC66-32C44E09933C}"/>
              </a:ext>
            </a:extLst>
          </p:cNvPr>
          <p:cNvSpPr>
            <a:spLocks noGrp="1"/>
          </p:cNvSpPr>
          <p:nvPr>
            <p:ph type="pic" sz="quarter" idx="15"/>
          </p:nvPr>
        </p:nvSpPr>
        <p:spPr>
          <a:xfrm>
            <a:off x="7935885" y="1862686"/>
            <a:ext cx="3401376" cy="3357707"/>
          </a:xfrm>
        </p:spPr>
        <p:txBody>
          <a:bodyPr>
            <a:normAutofit/>
          </a:bodyPr>
          <a:lstStyle>
            <a:lvl1pPr marL="0" indent="0" algn="ctr">
              <a:buNone/>
              <a:defRPr sz="1050"/>
            </a:lvl1pPr>
          </a:lstStyle>
          <a:p>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3" name="Espace réservé du texte 11">
            <a:extLst>
              <a:ext uri="{FF2B5EF4-FFF2-40B4-BE49-F238E27FC236}">
                <a16:creationId xmlns:a16="http://schemas.microsoft.com/office/drawing/2014/main" id="{6276362D-55B6-4312-B102-04294EA4DDBD}"/>
              </a:ext>
            </a:extLst>
          </p:cNvPr>
          <p:cNvSpPr>
            <a:spLocks noGrp="1"/>
          </p:cNvSpPr>
          <p:nvPr>
            <p:ph type="body" sz="quarter" idx="17"/>
          </p:nvPr>
        </p:nvSpPr>
        <p:spPr>
          <a:xfrm>
            <a:off x="4395312"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D9805BDB-0484-42C1-8EE5-F926C263C7DD}"/>
              </a:ext>
            </a:extLst>
          </p:cNvPr>
          <p:cNvSpPr>
            <a:spLocks noGrp="1"/>
          </p:cNvSpPr>
          <p:nvPr>
            <p:ph type="body" sz="quarter" idx="18"/>
          </p:nvPr>
        </p:nvSpPr>
        <p:spPr>
          <a:xfrm>
            <a:off x="7935885"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2557170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2514918"/>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5" name="Espace réservé du texte 3">
            <a:extLst>
              <a:ext uri="{FF2B5EF4-FFF2-40B4-BE49-F238E27FC236}">
                <a16:creationId xmlns:a16="http://schemas.microsoft.com/office/drawing/2014/main" id="{CABE86F3-7992-43DD-AA70-A9905328F026}"/>
              </a:ext>
            </a:extLst>
          </p:cNvPr>
          <p:cNvSpPr>
            <a:spLocks noGrp="1"/>
          </p:cNvSpPr>
          <p:nvPr>
            <p:ph type="body" idx="1" hasCustomPrompt="1"/>
          </p:nvPr>
        </p:nvSpPr>
        <p:spPr>
          <a:xfrm>
            <a:off x="838200" y="2011680"/>
            <a:ext cx="2412076" cy="503237"/>
          </a:xfrm>
          <a:solidFill>
            <a:srgbClr val="5C4E63"/>
          </a:solidFill>
        </p:spPr>
        <p:txBody>
          <a:bodyPr anchor="ctr">
            <a:normAutofit/>
          </a:bodyPr>
          <a:lstStyle>
            <a:lvl1pPr marL="0" indent="0">
              <a:buNone/>
              <a:defRPr b="1">
                <a:solidFill>
                  <a:schemeClr val="bg1"/>
                </a:solidFill>
              </a:defRPr>
            </a:lvl1pPr>
          </a:lstStyle>
          <a:p>
            <a:r>
              <a:rPr lang="fr-FR" sz="2000" dirty="0"/>
              <a:t>Préparation</a:t>
            </a:r>
          </a:p>
        </p:txBody>
      </p:sp>
      <p:sp>
        <p:nvSpPr>
          <p:cNvPr id="17" name="Espace réservé du texte 11">
            <a:extLst>
              <a:ext uri="{FF2B5EF4-FFF2-40B4-BE49-F238E27FC236}">
                <a16:creationId xmlns:a16="http://schemas.microsoft.com/office/drawing/2014/main" id="{8502E738-5387-4C85-8925-A58B13D5C337}"/>
              </a:ext>
            </a:extLst>
          </p:cNvPr>
          <p:cNvSpPr>
            <a:spLocks noGrp="1"/>
          </p:cNvSpPr>
          <p:nvPr>
            <p:ph type="body" sz="quarter" idx="17"/>
          </p:nvPr>
        </p:nvSpPr>
        <p:spPr>
          <a:xfrm>
            <a:off x="3423084" y="2514600"/>
            <a:ext cx="5247090"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8" name="Espace réservé du texte 3">
            <a:extLst>
              <a:ext uri="{FF2B5EF4-FFF2-40B4-BE49-F238E27FC236}">
                <a16:creationId xmlns:a16="http://schemas.microsoft.com/office/drawing/2014/main" id="{F777FCCC-8D02-429C-B656-53DE6BE1F64A}"/>
              </a:ext>
            </a:extLst>
          </p:cNvPr>
          <p:cNvSpPr>
            <a:spLocks noGrp="1"/>
          </p:cNvSpPr>
          <p:nvPr>
            <p:ph type="body" idx="18" hasCustomPrompt="1"/>
          </p:nvPr>
        </p:nvSpPr>
        <p:spPr>
          <a:xfrm>
            <a:off x="3415145" y="2011362"/>
            <a:ext cx="5255029" cy="503237"/>
          </a:xfrm>
          <a:solidFill>
            <a:srgbClr val="34657F"/>
          </a:solidFill>
        </p:spPr>
        <p:txBody>
          <a:bodyPr anchor="ctr">
            <a:normAutofit/>
          </a:bodyPr>
          <a:lstStyle>
            <a:lvl1pPr marL="0" indent="0">
              <a:buNone/>
              <a:defRPr b="1">
                <a:solidFill>
                  <a:schemeClr val="bg1"/>
                </a:solidFill>
              </a:defRPr>
            </a:lvl1pPr>
          </a:lstStyle>
          <a:p>
            <a:r>
              <a:rPr lang="fr-FR" sz="2000"/>
              <a:t>Déroulement</a:t>
            </a:r>
          </a:p>
        </p:txBody>
      </p:sp>
      <p:sp>
        <p:nvSpPr>
          <p:cNvPr id="19" name="Espace réservé du texte 11">
            <a:extLst>
              <a:ext uri="{FF2B5EF4-FFF2-40B4-BE49-F238E27FC236}">
                <a16:creationId xmlns:a16="http://schemas.microsoft.com/office/drawing/2014/main" id="{6314BD1E-5C51-4675-8B2E-5D55A2E60381}"/>
              </a:ext>
            </a:extLst>
          </p:cNvPr>
          <p:cNvSpPr>
            <a:spLocks noGrp="1"/>
          </p:cNvSpPr>
          <p:nvPr>
            <p:ph type="body" sz="quarter" idx="19"/>
          </p:nvPr>
        </p:nvSpPr>
        <p:spPr>
          <a:xfrm>
            <a:off x="8941724" y="2514600"/>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0" name="Espace réservé du texte 3">
            <a:extLst>
              <a:ext uri="{FF2B5EF4-FFF2-40B4-BE49-F238E27FC236}">
                <a16:creationId xmlns:a16="http://schemas.microsoft.com/office/drawing/2014/main" id="{A0367A33-B32C-4E8B-AF59-2F2F8AF32DE5}"/>
              </a:ext>
            </a:extLst>
          </p:cNvPr>
          <p:cNvSpPr>
            <a:spLocks noGrp="1"/>
          </p:cNvSpPr>
          <p:nvPr>
            <p:ph type="body" idx="20" hasCustomPrompt="1"/>
          </p:nvPr>
        </p:nvSpPr>
        <p:spPr>
          <a:xfrm>
            <a:off x="8933786" y="2011362"/>
            <a:ext cx="2412076" cy="503237"/>
          </a:xfrm>
          <a:solidFill>
            <a:srgbClr val="8E2C48"/>
          </a:solidFill>
        </p:spPr>
        <p:txBody>
          <a:bodyPr anchor="ctr">
            <a:normAutofit/>
          </a:bodyPr>
          <a:lstStyle>
            <a:lvl1pPr marL="0" indent="0">
              <a:buNone/>
              <a:defRPr b="1">
                <a:solidFill>
                  <a:schemeClr val="bg1"/>
                </a:solidFill>
              </a:defRPr>
            </a:lvl1pPr>
          </a:lstStyle>
          <a:p>
            <a:r>
              <a:rPr lang="fr-FR" sz="2000"/>
              <a:t>Debriefing</a:t>
            </a:r>
          </a:p>
        </p:txBody>
      </p:sp>
    </p:spTree>
    <p:extLst>
      <p:ext uri="{BB962C8B-B14F-4D97-AF65-F5344CB8AC3E}">
        <p14:creationId xmlns:p14="http://schemas.microsoft.com/office/powerpoint/2010/main" val="1485874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FF019E-C250-4721-A2DD-B0BC0B0593E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98356EF-D241-4C79-9805-7BBBA6930F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Tree>
    <p:extLst>
      <p:ext uri="{BB962C8B-B14F-4D97-AF65-F5344CB8AC3E}">
        <p14:creationId xmlns:p14="http://schemas.microsoft.com/office/powerpoint/2010/main" val="31799514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6D998D-00F1-43B6-A0CC-3F259159249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ED72D67-0BE8-40AF-A5EB-8C9EC67AA3F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14C9918-64C1-4C20-8DC2-068DB8B1EF7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699500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0A7C6-049A-4700-95E5-79A2884B5332}"/>
              </a:ext>
            </a:extLst>
          </p:cNvPr>
          <p:cNvSpPr>
            <a:spLocks noGrp="1"/>
          </p:cNvSpPr>
          <p:nvPr>
            <p:ph type="title"/>
          </p:nvPr>
        </p:nvSpPr>
        <p:spPr>
          <a:xfrm>
            <a:off x="839788" y="365125"/>
            <a:ext cx="10515600" cy="1325563"/>
          </a:xfrm>
        </p:spPr>
        <p:txBody>
          <a:bodyPr/>
          <a:lstStyle/>
          <a:p>
            <a:r>
              <a:rPr lang="fr-FR" dirty="0"/>
              <a:t>Modifiez le style du titre</a:t>
            </a:r>
          </a:p>
        </p:txBody>
      </p:sp>
      <p:sp>
        <p:nvSpPr>
          <p:cNvPr id="3" name="Espace réservé du texte 2">
            <a:extLst>
              <a:ext uri="{FF2B5EF4-FFF2-40B4-BE49-F238E27FC236}">
                <a16:creationId xmlns:a16="http://schemas.microsoft.com/office/drawing/2014/main" id="{A59723CF-0BEA-407F-B1FB-13CCEFE386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C1E08F6-C285-46DA-9C04-A9964B35745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06465F0-C6B8-466D-9229-5FE9A60A10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7C7CCEE-23DA-484E-B06E-8F59DEB43A8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997732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160D01-16EA-42AC-A2F8-D4A8EBE8E96D}"/>
              </a:ext>
            </a:extLst>
          </p:cNvPr>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2069599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odèles de cartes">
    <p:spTree>
      <p:nvGrpSpPr>
        <p:cNvPr id="1" name=""/>
        <p:cNvGrpSpPr/>
        <p:nvPr/>
      </p:nvGrpSpPr>
      <p:grpSpPr>
        <a:xfrm>
          <a:off x="0" y="0"/>
          <a:ext cx="0" cy="0"/>
          <a:chOff x="0" y="0"/>
          <a:chExt cx="0" cy="0"/>
        </a:xfrm>
      </p:grpSpPr>
      <p:sp>
        <p:nvSpPr>
          <p:cNvPr id="7" name="Espace réservé du contenu 6">
            <a:extLst>
              <a:ext uri="{FF2B5EF4-FFF2-40B4-BE49-F238E27FC236}">
                <a16:creationId xmlns:a16="http://schemas.microsoft.com/office/drawing/2014/main" id="{111C359F-018B-2A86-87C9-E7361BCF8DAC}"/>
              </a:ext>
            </a:extLst>
          </p:cNvPr>
          <p:cNvSpPr>
            <a:spLocks noGrp="1"/>
          </p:cNvSpPr>
          <p:nvPr>
            <p:ph sz="quarter" idx="13" hasCustomPrompt="1"/>
          </p:nvPr>
        </p:nvSpPr>
        <p:spPr>
          <a:xfrm>
            <a:off x="218125" y="2340148"/>
            <a:ext cx="2094201" cy="2834525"/>
          </a:xfrm>
          <a:solidFill>
            <a:srgbClr val="8E2C48"/>
          </a:solidFill>
        </p:spPr>
        <p:txBody>
          <a:bodyPr>
            <a:normAutofit/>
          </a:bodyPr>
          <a:lstStyle>
            <a:lvl1pPr marL="0" indent="0">
              <a:buNone/>
              <a:defRPr sz="1050"/>
            </a:lvl1pPr>
          </a:lstStyle>
          <a:p>
            <a:pPr lvl="0"/>
            <a:r>
              <a:rPr lang="fr-FR" dirty="0"/>
              <a:t>Changer la couleur de la carte</a:t>
            </a:r>
          </a:p>
        </p:txBody>
      </p:sp>
      <p:sp>
        <p:nvSpPr>
          <p:cNvPr id="11" name="Espace réservé du texte 10">
            <a:extLst>
              <a:ext uri="{FF2B5EF4-FFF2-40B4-BE49-F238E27FC236}">
                <a16:creationId xmlns:a16="http://schemas.microsoft.com/office/drawing/2014/main" id="{7EC189BC-EE66-B573-8F87-E92F76E4475C}"/>
              </a:ext>
            </a:extLst>
          </p:cNvPr>
          <p:cNvSpPr>
            <a:spLocks noGrp="1"/>
          </p:cNvSpPr>
          <p:nvPr>
            <p:ph type="body" sz="quarter" idx="16"/>
          </p:nvPr>
        </p:nvSpPr>
        <p:spPr>
          <a:xfrm>
            <a:off x="322250" y="2538790"/>
            <a:ext cx="1885950" cy="2527300"/>
          </a:xfrm>
          <a:solidFill>
            <a:schemeClr val="bg1"/>
          </a:solidFill>
        </p:spPr>
        <p:txBody>
          <a:bodyPr>
            <a:normAutofit/>
          </a:bodyPr>
          <a:lstStyle>
            <a:lvl1pPr marL="0" indent="0">
              <a:buNone/>
              <a:defRPr sz="1400"/>
            </a:lvl1pPr>
          </a:lstStyle>
          <a:p>
            <a:pPr lvl="0"/>
            <a:endParaRPr lang="fr-FR"/>
          </a:p>
        </p:txBody>
      </p:sp>
      <p:sp>
        <p:nvSpPr>
          <p:cNvPr id="12" name="ZoneTexte 11">
            <a:extLst>
              <a:ext uri="{FF2B5EF4-FFF2-40B4-BE49-F238E27FC236}">
                <a16:creationId xmlns:a16="http://schemas.microsoft.com/office/drawing/2014/main" id="{556EA902-CE94-7824-0D2F-185092CDF1C4}"/>
              </a:ext>
            </a:extLst>
          </p:cNvPr>
          <p:cNvSpPr txBox="1"/>
          <p:nvPr userDrawn="1"/>
        </p:nvSpPr>
        <p:spPr>
          <a:xfrm>
            <a:off x="432821" y="1909969"/>
            <a:ext cx="1668911" cy="461665"/>
          </a:xfrm>
          <a:prstGeom prst="rect">
            <a:avLst/>
          </a:prstGeom>
          <a:noFill/>
        </p:spPr>
        <p:txBody>
          <a:bodyPr wrap="square" rtlCol="0">
            <a:spAutoFit/>
          </a:bodyPr>
          <a:lstStyle/>
          <a:p>
            <a:pPr algn="ctr"/>
            <a:r>
              <a:rPr lang="fr-FR" sz="1200"/>
              <a:t>Cartes à texte uniquement</a:t>
            </a:r>
          </a:p>
        </p:txBody>
      </p:sp>
      <p:sp>
        <p:nvSpPr>
          <p:cNvPr id="13" name="ZoneTexte 12">
            <a:extLst>
              <a:ext uri="{FF2B5EF4-FFF2-40B4-BE49-F238E27FC236}">
                <a16:creationId xmlns:a16="http://schemas.microsoft.com/office/drawing/2014/main" id="{FF6A34F7-C243-BA79-0736-76D2F4776F9C}"/>
              </a:ext>
            </a:extLst>
          </p:cNvPr>
          <p:cNvSpPr txBox="1"/>
          <p:nvPr userDrawn="1"/>
        </p:nvSpPr>
        <p:spPr>
          <a:xfrm>
            <a:off x="4891474" y="988461"/>
            <a:ext cx="3086101" cy="400110"/>
          </a:xfrm>
          <a:prstGeom prst="rect">
            <a:avLst/>
          </a:prstGeom>
          <a:noFill/>
        </p:spPr>
        <p:txBody>
          <a:bodyPr wrap="none" rtlCol="0">
            <a:spAutoFit/>
          </a:bodyPr>
          <a:lstStyle/>
          <a:p>
            <a:r>
              <a:rPr lang="fr-FR" sz="2000" b="1" dirty="0">
                <a:latin typeface="Avenir Next LT Pro" panose="020B0504020202020204" pitchFamily="34" charset="0"/>
              </a:rPr>
              <a:t>Modèles à copier coller</a:t>
            </a:r>
          </a:p>
        </p:txBody>
      </p:sp>
      <p:sp>
        <p:nvSpPr>
          <p:cNvPr id="14" name="Espace réservé du contenu 6">
            <a:extLst>
              <a:ext uri="{FF2B5EF4-FFF2-40B4-BE49-F238E27FC236}">
                <a16:creationId xmlns:a16="http://schemas.microsoft.com/office/drawing/2014/main" id="{D75F371F-B473-DA50-4A53-E04ED0FC7F98}"/>
              </a:ext>
            </a:extLst>
          </p:cNvPr>
          <p:cNvSpPr>
            <a:spLocks noGrp="1"/>
          </p:cNvSpPr>
          <p:nvPr>
            <p:ph sz="quarter" idx="17" hasCustomPrompt="1"/>
          </p:nvPr>
        </p:nvSpPr>
        <p:spPr>
          <a:xfrm>
            <a:off x="2677287" y="2340148"/>
            <a:ext cx="2094201" cy="2834525"/>
          </a:xfrm>
          <a:solidFill>
            <a:srgbClr val="8E2C48"/>
          </a:solidFill>
        </p:spPr>
        <p:txBody>
          <a:bodyPr>
            <a:normAutofit/>
          </a:bodyPr>
          <a:lstStyle>
            <a:lvl1pPr marL="0" indent="0">
              <a:buNone/>
              <a:defRPr sz="1050"/>
            </a:lvl1pPr>
          </a:lstStyle>
          <a:p>
            <a:pPr lvl="0"/>
            <a:r>
              <a:rPr lang="fr-FR"/>
              <a:t>Changer la couleur de la carte</a:t>
            </a:r>
          </a:p>
        </p:txBody>
      </p:sp>
      <p:sp>
        <p:nvSpPr>
          <p:cNvPr id="16" name="ZoneTexte 15">
            <a:extLst>
              <a:ext uri="{FF2B5EF4-FFF2-40B4-BE49-F238E27FC236}">
                <a16:creationId xmlns:a16="http://schemas.microsoft.com/office/drawing/2014/main" id="{0328C455-600B-1AB0-880D-DA68AA3B7D4E}"/>
              </a:ext>
            </a:extLst>
          </p:cNvPr>
          <p:cNvSpPr txBox="1"/>
          <p:nvPr userDrawn="1"/>
        </p:nvSpPr>
        <p:spPr>
          <a:xfrm>
            <a:off x="3155420" y="1909969"/>
            <a:ext cx="1105046" cy="276999"/>
          </a:xfrm>
          <a:prstGeom prst="rect">
            <a:avLst/>
          </a:prstGeom>
          <a:noFill/>
        </p:spPr>
        <p:txBody>
          <a:bodyPr wrap="none" rtlCol="0">
            <a:spAutoFit/>
          </a:bodyPr>
          <a:lstStyle/>
          <a:p>
            <a:pPr algn="ctr"/>
            <a:r>
              <a:rPr lang="fr-FR" sz="1200"/>
              <a:t>Cartes à image</a:t>
            </a:r>
          </a:p>
        </p:txBody>
      </p:sp>
      <p:sp>
        <p:nvSpPr>
          <p:cNvPr id="17" name="Espace réservé du contenu 6">
            <a:extLst>
              <a:ext uri="{FF2B5EF4-FFF2-40B4-BE49-F238E27FC236}">
                <a16:creationId xmlns:a16="http://schemas.microsoft.com/office/drawing/2014/main" id="{4372A303-FC92-E1A9-CF05-352A510D1DEF}"/>
              </a:ext>
            </a:extLst>
          </p:cNvPr>
          <p:cNvSpPr>
            <a:spLocks noGrp="1"/>
          </p:cNvSpPr>
          <p:nvPr>
            <p:ph sz="quarter" idx="19" hasCustomPrompt="1"/>
          </p:nvPr>
        </p:nvSpPr>
        <p:spPr>
          <a:xfrm>
            <a:off x="7341329" y="2340148"/>
            <a:ext cx="2094201" cy="2834525"/>
          </a:xfrm>
          <a:solidFill>
            <a:srgbClr val="8E2C48"/>
          </a:solidFill>
        </p:spPr>
        <p:txBody>
          <a:bodyPr>
            <a:normAutofit/>
          </a:bodyPr>
          <a:lstStyle>
            <a:lvl1pPr marL="0" indent="0">
              <a:buNone/>
              <a:defRPr sz="1050"/>
            </a:lvl1pPr>
          </a:lstStyle>
          <a:p>
            <a:pPr lvl="0"/>
            <a:r>
              <a:rPr lang="fr-FR"/>
              <a:t>Changer la couleur de la carte</a:t>
            </a:r>
          </a:p>
        </p:txBody>
      </p:sp>
      <p:sp>
        <p:nvSpPr>
          <p:cNvPr id="18" name="Espace réservé du texte 10">
            <a:extLst>
              <a:ext uri="{FF2B5EF4-FFF2-40B4-BE49-F238E27FC236}">
                <a16:creationId xmlns:a16="http://schemas.microsoft.com/office/drawing/2014/main" id="{1DD94612-9A8F-275B-DF65-6E00A8025508}"/>
              </a:ext>
            </a:extLst>
          </p:cNvPr>
          <p:cNvSpPr>
            <a:spLocks noGrp="1"/>
          </p:cNvSpPr>
          <p:nvPr>
            <p:ph type="body" sz="quarter" idx="20"/>
          </p:nvPr>
        </p:nvSpPr>
        <p:spPr>
          <a:xfrm>
            <a:off x="7445454" y="3836324"/>
            <a:ext cx="1885950" cy="1229766"/>
          </a:xfrm>
          <a:solidFill>
            <a:schemeClr val="bg1"/>
          </a:solidFill>
        </p:spPr>
        <p:txBody>
          <a:bodyPr>
            <a:normAutofit/>
          </a:bodyPr>
          <a:lstStyle>
            <a:lvl1pPr marL="0" indent="0">
              <a:buNone/>
              <a:defRPr sz="1400"/>
            </a:lvl1pPr>
          </a:lstStyle>
          <a:p>
            <a:pPr lvl="0"/>
            <a:endParaRPr lang="fr-FR"/>
          </a:p>
        </p:txBody>
      </p:sp>
      <p:sp>
        <p:nvSpPr>
          <p:cNvPr id="19" name="ZoneTexte 18">
            <a:extLst>
              <a:ext uri="{FF2B5EF4-FFF2-40B4-BE49-F238E27FC236}">
                <a16:creationId xmlns:a16="http://schemas.microsoft.com/office/drawing/2014/main" id="{DA65739D-32C5-4AAB-8BD3-9DEE3C5D1EE0}"/>
              </a:ext>
            </a:extLst>
          </p:cNvPr>
          <p:cNvSpPr txBox="1"/>
          <p:nvPr userDrawn="1"/>
        </p:nvSpPr>
        <p:spPr>
          <a:xfrm>
            <a:off x="7429011" y="1909969"/>
            <a:ext cx="1906865" cy="276999"/>
          </a:xfrm>
          <a:prstGeom prst="rect">
            <a:avLst/>
          </a:prstGeom>
          <a:noFill/>
        </p:spPr>
        <p:txBody>
          <a:bodyPr wrap="square" rtlCol="0">
            <a:spAutoFit/>
          </a:bodyPr>
          <a:lstStyle/>
          <a:p>
            <a:pPr algn="ctr"/>
            <a:r>
              <a:rPr lang="fr-FR" sz="1200"/>
              <a:t>Cartes à image + descriptif</a:t>
            </a:r>
          </a:p>
        </p:txBody>
      </p:sp>
      <p:sp>
        <p:nvSpPr>
          <p:cNvPr id="20" name="Espace réservé du contenu 6">
            <a:extLst>
              <a:ext uri="{FF2B5EF4-FFF2-40B4-BE49-F238E27FC236}">
                <a16:creationId xmlns:a16="http://schemas.microsoft.com/office/drawing/2014/main" id="{21C9015A-D94E-3F5C-67FD-1064683542EE}"/>
              </a:ext>
            </a:extLst>
          </p:cNvPr>
          <p:cNvSpPr>
            <a:spLocks noGrp="1"/>
          </p:cNvSpPr>
          <p:nvPr>
            <p:ph sz="quarter" idx="21" hasCustomPrompt="1"/>
          </p:nvPr>
        </p:nvSpPr>
        <p:spPr>
          <a:xfrm>
            <a:off x="9849010" y="2340148"/>
            <a:ext cx="2094201" cy="2834525"/>
          </a:xfrm>
          <a:solidFill>
            <a:srgbClr val="8E2C48"/>
          </a:solidFill>
        </p:spPr>
        <p:txBody>
          <a:bodyPr>
            <a:normAutofit/>
          </a:bodyPr>
          <a:lstStyle>
            <a:lvl1pPr marL="0" indent="0">
              <a:buNone/>
              <a:defRPr sz="1050"/>
            </a:lvl1pPr>
          </a:lstStyle>
          <a:p>
            <a:pPr lvl="0"/>
            <a:r>
              <a:rPr lang="fr-FR"/>
              <a:t>Changer la couleur de la carte</a:t>
            </a:r>
          </a:p>
        </p:txBody>
      </p:sp>
      <p:sp>
        <p:nvSpPr>
          <p:cNvPr id="21" name="Espace réservé du texte 10">
            <a:extLst>
              <a:ext uri="{FF2B5EF4-FFF2-40B4-BE49-F238E27FC236}">
                <a16:creationId xmlns:a16="http://schemas.microsoft.com/office/drawing/2014/main" id="{F08A75ED-0577-15CE-E8E2-BD836D49E51A}"/>
              </a:ext>
            </a:extLst>
          </p:cNvPr>
          <p:cNvSpPr>
            <a:spLocks noGrp="1"/>
          </p:cNvSpPr>
          <p:nvPr>
            <p:ph type="body" sz="quarter" idx="22"/>
          </p:nvPr>
        </p:nvSpPr>
        <p:spPr>
          <a:xfrm>
            <a:off x="9953135" y="3836324"/>
            <a:ext cx="1885950" cy="947651"/>
          </a:xfrm>
          <a:solidFill>
            <a:schemeClr val="bg1"/>
          </a:solidFill>
        </p:spPr>
        <p:txBody>
          <a:bodyPr>
            <a:normAutofit/>
          </a:bodyPr>
          <a:lstStyle>
            <a:lvl1pPr marL="0" indent="0">
              <a:buNone/>
              <a:defRPr sz="1400"/>
            </a:lvl1pPr>
          </a:lstStyle>
          <a:p>
            <a:pPr lvl="0"/>
            <a:endParaRPr lang="fr-FR"/>
          </a:p>
        </p:txBody>
      </p:sp>
      <p:sp>
        <p:nvSpPr>
          <p:cNvPr id="22" name="ZoneTexte 21">
            <a:extLst>
              <a:ext uri="{FF2B5EF4-FFF2-40B4-BE49-F238E27FC236}">
                <a16:creationId xmlns:a16="http://schemas.microsoft.com/office/drawing/2014/main" id="{5DB481FE-A5BA-48E9-CCD4-DEA764520D32}"/>
              </a:ext>
            </a:extLst>
          </p:cNvPr>
          <p:cNvSpPr txBox="1"/>
          <p:nvPr userDrawn="1"/>
        </p:nvSpPr>
        <p:spPr>
          <a:xfrm>
            <a:off x="9835716" y="1909969"/>
            <a:ext cx="2003369" cy="461665"/>
          </a:xfrm>
          <a:prstGeom prst="rect">
            <a:avLst/>
          </a:prstGeom>
          <a:noFill/>
        </p:spPr>
        <p:txBody>
          <a:bodyPr wrap="none" rtlCol="0">
            <a:spAutoFit/>
          </a:bodyPr>
          <a:lstStyle/>
          <a:p>
            <a:pPr algn="ctr"/>
            <a:r>
              <a:rPr lang="fr-FR" sz="1200"/>
              <a:t>Cartes à image + descriptif</a:t>
            </a:r>
          </a:p>
          <a:p>
            <a:pPr algn="ctr"/>
            <a:r>
              <a:rPr lang="fr-FR" sz="1200"/>
              <a:t>+ caractéristique (points, </a:t>
            </a:r>
            <a:r>
              <a:rPr lang="fr-FR" sz="1200" err="1"/>
              <a:t>etc</a:t>
            </a:r>
            <a:r>
              <a:rPr lang="fr-FR" sz="1200"/>
              <a:t>)</a:t>
            </a:r>
          </a:p>
        </p:txBody>
      </p:sp>
      <p:sp>
        <p:nvSpPr>
          <p:cNvPr id="24" name="Espace réservé pour une image  23">
            <a:extLst>
              <a:ext uri="{FF2B5EF4-FFF2-40B4-BE49-F238E27FC236}">
                <a16:creationId xmlns:a16="http://schemas.microsoft.com/office/drawing/2014/main" id="{19D62B19-F213-F46A-389C-48A5832194BC}"/>
              </a:ext>
            </a:extLst>
          </p:cNvPr>
          <p:cNvSpPr>
            <a:spLocks noGrp="1"/>
          </p:cNvSpPr>
          <p:nvPr>
            <p:ph type="pic" sz="quarter" idx="23" hasCustomPrompt="1"/>
          </p:nvPr>
        </p:nvSpPr>
        <p:spPr>
          <a:xfrm>
            <a:off x="2782603" y="2538790"/>
            <a:ext cx="1858962" cy="2527300"/>
          </a:xfrm>
          <a:solidFill>
            <a:schemeClr val="bg1"/>
          </a:solidFill>
        </p:spPr>
        <p:txBody>
          <a:bodyPr anchor="ctr"/>
          <a:lstStyle>
            <a:lvl1pPr marL="0" indent="0" algn="ctr">
              <a:buNone/>
              <a:defRPr/>
            </a:lvl1pPr>
          </a:lstStyle>
          <a:p>
            <a:r>
              <a:rPr lang="fr-FR"/>
              <a:t>Insérez une image ici</a:t>
            </a:r>
          </a:p>
        </p:txBody>
      </p:sp>
      <p:sp>
        <p:nvSpPr>
          <p:cNvPr id="25" name="Espace réservé pour une image  23">
            <a:extLst>
              <a:ext uri="{FF2B5EF4-FFF2-40B4-BE49-F238E27FC236}">
                <a16:creationId xmlns:a16="http://schemas.microsoft.com/office/drawing/2014/main" id="{7141FD37-D3CB-7C48-6783-4503A2A7A286}"/>
              </a:ext>
            </a:extLst>
          </p:cNvPr>
          <p:cNvSpPr>
            <a:spLocks noGrp="1"/>
          </p:cNvSpPr>
          <p:nvPr>
            <p:ph type="pic" sz="quarter" idx="24" hasCustomPrompt="1"/>
          </p:nvPr>
        </p:nvSpPr>
        <p:spPr>
          <a:xfrm>
            <a:off x="7445454" y="2572674"/>
            <a:ext cx="1885950" cy="1263650"/>
          </a:xfrm>
          <a:solidFill>
            <a:schemeClr val="bg1"/>
          </a:solidFill>
        </p:spPr>
        <p:txBody>
          <a:bodyPr anchor="ctr"/>
          <a:lstStyle>
            <a:lvl1pPr marL="0" indent="0" algn="ctr">
              <a:buNone/>
              <a:defRPr/>
            </a:lvl1pPr>
          </a:lstStyle>
          <a:p>
            <a:r>
              <a:rPr lang="fr-FR"/>
              <a:t>Insérez une image ici</a:t>
            </a:r>
          </a:p>
        </p:txBody>
      </p:sp>
      <p:sp>
        <p:nvSpPr>
          <p:cNvPr id="26" name="Espace réservé du texte 10">
            <a:extLst>
              <a:ext uri="{FF2B5EF4-FFF2-40B4-BE49-F238E27FC236}">
                <a16:creationId xmlns:a16="http://schemas.microsoft.com/office/drawing/2014/main" id="{179E71D4-0D16-6D9A-A736-1EEB9E035FB2}"/>
              </a:ext>
            </a:extLst>
          </p:cNvPr>
          <p:cNvSpPr>
            <a:spLocks noGrp="1"/>
          </p:cNvSpPr>
          <p:nvPr>
            <p:ph type="body" sz="quarter" idx="25"/>
          </p:nvPr>
        </p:nvSpPr>
        <p:spPr>
          <a:xfrm>
            <a:off x="9953135" y="4783975"/>
            <a:ext cx="1885950" cy="282115"/>
          </a:xfrm>
          <a:solidFill>
            <a:schemeClr val="bg1"/>
          </a:solidFill>
        </p:spPr>
        <p:txBody>
          <a:bodyPr>
            <a:normAutofit/>
          </a:bodyPr>
          <a:lstStyle>
            <a:lvl1pPr marL="0" indent="0">
              <a:buNone/>
              <a:defRPr sz="1400"/>
            </a:lvl1pPr>
          </a:lstStyle>
          <a:p>
            <a:pPr lvl="0"/>
            <a:endParaRPr lang="fr-FR"/>
          </a:p>
        </p:txBody>
      </p:sp>
      <p:sp>
        <p:nvSpPr>
          <p:cNvPr id="27" name="Espace réservé pour une image  23">
            <a:extLst>
              <a:ext uri="{FF2B5EF4-FFF2-40B4-BE49-F238E27FC236}">
                <a16:creationId xmlns:a16="http://schemas.microsoft.com/office/drawing/2014/main" id="{D9BBC375-8B17-55B7-74CD-47BBD98D934F}"/>
              </a:ext>
            </a:extLst>
          </p:cNvPr>
          <p:cNvSpPr>
            <a:spLocks noGrp="1"/>
          </p:cNvSpPr>
          <p:nvPr>
            <p:ph type="pic" sz="quarter" idx="26" hasCustomPrompt="1"/>
          </p:nvPr>
        </p:nvSpPr>
        <p:spPr>
          <a:xfrm>
            <a:off x="9953135" y="2572674"/>
            <a:ext cx="1885950" cy="1263650"/>
          </a:xfrm>
          <a:solidFill>
            <a:schemeClr val="bg1"/>
          </a:solidFill>
        </p:spPr>
        <p:txBody>
          <a:bodyPr anchor="ctr"/>
          <a:lstStyle>
            <a:lvl1pPr marL="0" indent="0" algn="ctr">
              <a:buNone/>
              <a:defRPr/>
            </a:lvl1pPr>
          </a:lstStyle>
          <a:p>
            <a:r>
              <a:rPr lang="fr-FR"/>
              <a:t>Insérez une image ici</a:t>
            </a:r>
          </a:p>
        </p:txBody>
      </p:sp>
      <p:sp>
        <p:nvSpPr>
          <p:cNvPr id="28" name="Espace réservé du contenu 6">
            <a:extLst>
              <a:ext uri="{FF2B5EF4-FFF2-40B4-BE49-F238E27FC236}">
                <a16:creationId xmlns:a16="http://schemas.microsoft.com/office/drawing/2014/main" id="{4525E7DC-0901-95CA-C406-5BBF0AD4F4A1}"/>
              </a:ext>
            </a:extLst>
          </p:cNvPr>
          <p:cNvSpPr>
            <a:spLocks noGrp="1"/>
          </p:cNvSpPr>
          <p:nvPr>
            <p:ph sz="quarter" idx="27" hasCustomPrompt="1"/>
          </p:nvPr>
        </p:nvSpPr>
        <p:spPr>
          <a:xfrm>
            <a:off x="5035848" y="2340148"/>
            <a:ext cx="2094201" cy="2834525"/>
          </a:xfrm>
          <a:solidFill>
            <a:srgbClr val="8E2C48"/>
          </a:solidFill>
        </p:spPr>
        <p:txBody>
          <a:bodyPr>
            <a:normAutofit/>
          </a:bodyPr>
          <a:lstStyle>
            <a:lvl1pPr marL="0" indent="0">
              <a:buNone/>
              <a:defRPr sz="1050"/>
            </a:lvl1pPr>
          </a:lstStyle>
          <a:p>
            <a:pPr lvl="0"/>
            <a:r>
              <a:rPr lang="fr-FR"/>
              <a:t>Changer la couleur de la carte</a:t>
            </a:r>
          </a:p>
        </p:txBody>
      </p:sp>
      <p:sp>
        <p:nvSpPr>
          <p:cNvPr id="29" name="Espace réservé pour une image  23">
            <a:extLst>
              <a:ext uri="{FF2B5EF4-FFF2-40B4-BE49-F238E27FC236}">
                <a16:creationId xmlns:a16="http://schemas.microsoft.com/office/drawing/2014/main" id="{FCAE62C7-37B8-A863-E43D-01E445C71DBB}"/>
              </a:ext>
            </a:extLst>
          </p:cNvPr>
          <p:cNvSpPr>
            <a:spLocks noGrp="1"/>
          </p:cNvSpPr>
          <p:nvPr>
            <p:ph type="pic" sz="quarter" idx="28" hasCustomPrompt="1"/>
          </p:nvPr>
        </p:nvSpPr>
        <p:spPr>
          <a:xfrm>
            <a:off x="5141164" y="2538790"/>
            <a:ext cx="1858962" cy="2070618"/>
          </a:xfrm>
          <a:solidFill>
            <a:schemeClr val="bg1"/>
          </a:solidFill>
        </p:spPr>
        <p:txBody>
          <a:bodyPr anchor="ctr"/>
          <a:lstStyle>
            <a:lvl1pPr marL="0" indent="0" algn="ctr">
              <a:buNone/>
              <a:defRPr/>
            </a:lvl1pPr>
          </a:lstStyle>
          <a:p>
            <a:r>
              <a:rPr lang="fr-FR"/>
              <a:t>Insérez une image ici</a:t>
            </a:r>
          </a:p>
        </p:txBody>
      </p:sp>
      <p:sp>
        <p:nvSpPr>
          <p:cNvPr id="30" name="Espace réservé du texte 10">
            <a:extLst>
              <a:ext uri="{FF2B5EF4-FFF2-40B4-BE49-F238E27FC236}">
                <a16:creationId xmlns:a16="http://schemas.microsoft.com/office/drawing/2014/main" id="{80D1A890-FCF9-08E0-83F5-17E2CE0965D8}"/>
              </a:ext>
            </a:extLst>
          </p:cNvPr>
          <p:cNvSpPr>
            <a:spLocks noGrp="1"/>
          </p:cNvSpPr>
          <p:nvPr>
            <p:ph type="body" sz="quarter" idx="29" hasCustomPrompt="1"/>
          </p:nvPr>
        </p:nvSpPr>
        <p:spPr>
          <a:xfrm>
            <a:off x="5136448" y="4609408"/>
            <a:ext cx="1863677" cy="469410"/>
          </a:xfrm>
          <a:solidFill>
            <a:schemeClr val="bg1"/>
          </a:solidFill>
        </p:spPr>
        <p:txBody>
          <a:bodyPr>
            <a:normAutofit/>
          </a:bodyPr>
          <a:lstStyle>
            <a:lvl1pPr marL="0" indent="0" algn="ctr">
              <a:buNone/>
              <a:defRPr sz="1400" b="1"/>
            </a:lvl1pPr>
          </a:lstStyle>
          <a:p>
            <a:pPr lvl="0"/>
            <a:r>
              <a:rPr lang="fr-FR"/>
              <a:t>TITRE DE LA CARTE</a:t>
            </a:r>
          </a:p>
        </p:txBody>
      </p:sp>
      <p:sp>
        <p:nvSpPr>
          <p:cNvPr id="31" name="ZoneTexte 30">
            <a:extLst>
              <a:ext uri="{FF2B5EF4-FFF2-40B4-BE49-F238E27FC236}">
                <a16:creationId xmlns:a16="http://schemas.microsoft.com/office/drawing/2014/main" id="{A336CDB8-A233-ED83-A608-6F483E9D9D69}"/>
              </a:ext>
            </a:extLst>
          </p:cNvPr>
          <p:cNvSpPr txBox="1"/>
          <p:nvPr userDrawn="1"/>
        </p:nvSpPr>
        <p:spPr>
          <a:xfrm>
            <a:off x="5521875" y="1909969"/>
            <a:ext cx="1140312" cy="461665"/>
          </a:xfrm>
          <a:prstGeom prst="rect">
            <a:avLst/>
          </a:prstGeom>
          <a:noFill/>
        </p:spPr>
        <p:txBody>
          <a:bodyPr wrap="none" rtlCol="0">
            <a:spAutoFit/>
          </a:bodyPr>
          <a:lstStyle/>
          <a:p>
            <a:pPr algn="ctr"/>
            <a:r>
              <a:rPr lang="fr-FR" sz="1200"/>
              <a:t>Cartes à image </a:t>
            </a:r>
          </a:p>
          <a:p>
            <a:pPr algn="ctr"/>
            <a:r>
              <a:rPr lang="fr-FR" sz="1200"/>
              <a:t>avec titre</a:t>
            </a:r>
          </a:p>
        </p:txBody>
      </p:sp>
    </p:spTree>
    <p:extLst>
      <p:ext uri="{BB962C8B-B14F-4D97-AF65-F5344CB8AC3E}">
        <p14:creationId xmlns:p14="http://schemas.microsoft.com/office/powerpoint/2010/main" val="1726273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48301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73E685-751E-429E-8B10-DF14A672248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BF45ACF-D6C9-42C2-B41A-DA9D0C212C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68E6850-4938-476B-8DD5-2A355B8D9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B705D50-6C65-4188-A94C-B764F1FF8EEB}"/>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02/05/2023</a:t>
            </a:fld>
            <a:endParaRPr lang="fr-FR"/>
          </a:p>
        </p:txBody>
      </p:sp>
      <p:sp>
        <p:nvSpPr>
          <p:cNvPr id="6" name="Espace réservé du pied de page 5">
            <a:extLst>
              <a:ext uri="{FF2B5EF4-FFF2-40B4-BE49-F238E27FC236}">
                <a16:creationId xmlns:a16="http://schemas.microsoft.com/office/drawing/2014/main" id="{B35E966F-8E2C-48A7-A6B6-AC046E0CF519}"/>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Espace réservé du numéro de diapositive 6">
            <a:extLst>
              <a:ext uri="{FF2B5EF4-FFF2-40B4-BE49-F238E27FC236}">
                <a16:creationId xmlns:a16="http://schemas.microsoft.com/office/drawing/2014/main" id="{39931A66-2C00-462D-8DF2-AA240519C488}"/>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423181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9E27D2-0953-455D-BC92-219F2619F07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99E603D-DC5A-4E30-A56B-2FB234D5E2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B31F3DE-195F-4A79-8ECE-9CBDADF5F4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Tree>
    <p:extLst>
      <p:ext uri="{BB962C8B-B14F-4D97-AF65-F5344CB8AC3E}">
        <p14:creationId xmlns:p14="http://schemas.microsoft.com/office/powerpoint/2010/main" val="21762815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9A756C-D9A0-4999-A8F0-2EBF827851B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1422066-4595-4332-9DCD-73EC2894A69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7173621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45C13EF-18EF-4672-A8FF-D5432E626857}"/>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24C6866-383E-4101-8F39-0B78CFD9209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388393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hyperlink" Target="https://www.komyu.io/" TargetMode="Externa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F5B21E6-212A-425C-89EA-040DE145E0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dirty="0"/>
              <a:t>Change the style of the title</a:t>
            </a:r>
          </a:p>
        </p:txBody>
      </p:sp>
      <p:sp>
        <p:nvSpPr>
          <p:cNvPr id="3" name="Espace réservé du texte 2">
            <a:extLst>
              <a:ext uri="{FF2B5EF4-FFF2-40B4-BE49-F238E27FC236}">
                <a16:creationId xmlns:a16="http://schemas.microsoft.com/office/drawing/2014/main" id="{AD2EEFE4-89B8-4AF1-BA3D-A59A97C10E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Click to change the mask text styles</a:t>
            </a:r>
          </a:p>
          <a:p>
            <a:pPr lvl="1"/>
            <a:r>
              <a:rPr lang="fr-FR" dirty="0"/>
              <a:t>Second level</a:t>
            </a:r>
          </a:p>
          <a:p>
            <a:pPr lvl="2"/>
            <a:r>
              <a:rPr lang="fr-FR" dirty="0"/>
              <a:t>Third level</a:t>
            </a:r>
          </a:p>
          <a:p>
            <a:pPr lvl="3"/>
            <a:r>
              <a:rPr lang="fr-FR" dirty="0"/>
              <a:t>Fourth level</a:t>
            </a:r>
          </a:p>
          <a:p>
            <a:pPr lvl="4"/>
            <a:r>
              <a:rPr lang="fr-FR" dirty="0"/>
              <a:t>Fifth level</a:t>
            </a:r>
          </a:p>
        </p:txBody>
      </p:sp>
      <p:pic>
        <p:nvPicPr>
          <p:cNvPr id="13" name="Image 12" descr="Une image contenant texte, clipart&#10;&#10;Description générée automatiquement">
            <a:extLst>
              <a:ext uri="{FF2B5EF4-FFF2-40B4-BE49-F238E27FC236}">
                <a16:creationId xmlns:a16="http://schemas.microsoft.com/office/drawing/2014/main" id="{2E862182-9128-AF3B-447F-459E4893CBBB}"/>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91357" y="6579204"/>
            <a:ext cx="614777" cy="222893"/>
          </a:xfrm>
          <a:prstGeom prst="rect">
            <a:avLst/>
          </a:prstGeom>
        </p:spPr>
      </p:pic>
      <p:pic>
        <p:nvPicPr>
          <p:cNvPr id="15" name="Image 14" descr="Une image contenant texte, clipart&#10;&#10;Description générée automatiquement">
            <a:hlinkClick r:id="rId18"/>
            <a:extLst>
              <a:ext uri="{FF2B5EF4-FFF2-40B4-BE49-F238E27FC236}">
                <a16:creationId xmlns:a16="http://schemas.microsoft.com/office/drawing/2014/main" id="{DC223273-211B-D705-9FC4-1C51CF508A5D}"/>
              </a:ext>
            </a:extLst>
          </p:cNvPr>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11290852" y="6485110"/>
            <a:ext cx="901148" cy="372889"/>
          </a:xfrm>
          <a:prstGeom prst="rect">
            <a:avLst/>
          </a:prstGeom>
        </p:spPr>
      </p:pic>
      <p:pic>
        <p:nvPicPr>
          <p:cNvPr id="17" name="Image 16">
            <a:extLst>
              <a:ext uri="{FF2B5EF4-FFF2-40B4-BE49-F238E27FC236}">
                <a16:creationId xmlns:a16="http://schemas.microsoft.com/office/drawing/2014/main" id="{BDEE9BBC-47C9-BAAD-DE79-25B4F9C70B93}"/>
              </a:ext>
            </a:extLst>
          </p:cNvPr>
          <p:cNvPicPr>
            <a:picLocks noChangeAspect="1"/>
          </p:cNvPicPr>
          <p:nvPr userDrawn="1"/>
        </p:nvPicPr>
        <p:blipFill>
          <a:blip r:embed="rId20">
            <a:extLst>
              <a:ext uri="{28A0092B-C50C-407E-A947-70E740481C1C}">
                <a14:useLocalDpi xmlns:a14="http://schemas.microsoft.com/office/drawing/2010/main" val="0"/>
              </a:ext>
            </a:extLst>
          </a:blip>
          <a:stretch>
            <a:fillRect/>
          </a:stretch>
        </p:blipFill>
        <p:spPr>
          <a:xfrm>
            <a:off x="754081" y="6505021"/>
            <a:ext cx="736056" cy="333065"/>
          </a:xfrm>
          <a:prstGeom prst="rect">
            <a:avLst/>
          </a:prstGeom>
        </p:spPr>
      </p:pic>
    </p:spTree>
    <p:extLst>
      <p:ext uri="{BB962C8B-B14F-4D97-AF65-F5344CB8AC3E}">
        <p14:creationId xmlns:p14="http://schemas.microsoft.com/office/powerpoint/2010/main" val="2469071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3" r:id="rId3"/>
    <p:sldLayoutId id="2147483660" r:id="rId4"/>
    <p:sldLayoutId id="2147483662" r:id="rId5"/>
    <p:sldLayoutId id="2147483651" r:id="rId6"/>
    <p:sldLayoutId id="2147483652" r:id="rId7"/>
    <p:sldLayoutId id="2147483653" r:id="rId8"/>
    <p:sldLayoutId id="2147483654" r:id="rId9"/>
    <p:sldLayoutId id="2147483664" r:id="rId10"/>
    <p:sldLayoutId id="2147483655" r:id="rId11"/>
    <p:sldLayoutId id="2147483656" r:id="rId12"/>
    <p:sldLayoutId id="2147483657" r:id="rId13"/>
    <p:sldLayoutId id="2147483658" r:id="rId14"/>
    <p:sldLayoutId id="2147483659" r:id="rId15"/>
  </p:sldLayoutIdLst>
  <p:txStyles>
    <p:titleStyle>
      <a:lvl1pPr algn="l" defTabSz="914400" rtl="0" eaLnBrk="1" latinLnBrk="0" hangingPunct="1">
        <a:lnSpc>
          <a:spcPct val="90000"/>
        </a:lnSpc>
        <a:spcBef>
          <a:spcPct val="0"/>
        </a:spcBef>
        <a:buNone/>
        <a:defRPr sz="4400" kern="1200">
          <a:solidFill>
            <a:srgbClr val="8E2C48"/>
          </a:solidFill>
          <a:latin typeface="Avenir Next LT Pro" panose="020B05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hyperlink" Target="https://www.pxfuel.com/en/free-photo-xvark" TargetMode="Externa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hyperlink" Target="https://pixnio.com/it/persone/piccolo-gruppi-lavoro-tavoli-vertice" TargetMode="External"/><Relationship Id="rId4" Type="http://schemas.openxmlformats.org/officeDocument/2006/relationships/image" Target="../media/image6.jpg"/></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Layout" Target="../slideLayouts/slideLayout1.xml"/><Relationship Id="rId4" Type="http://schemas.openxmlformats.org/officeDocument/2006/relationships/image" Target="../media/image35.svg"/></Relationships>
</file>

<file path=ppt/slides/_rels/slide9.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hyperlink" Target="https://pixnio.com/it/persone/piccolo-gruppi-lavoro-tavoli-vertice" TargetMode="External"/><Relationship Id="rId7" Type="http://schemas.openxmlformats.org/officeDocument/2006/relationships/image" Target="../media/image39.sv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svg"/><Relationship Id="rId4" Type="http://schemas.openxmlformats.org/officeDocument/2006/relationships/image" Target="../media/image36.png"/><Relationship Id="rId9" Type="http://schemas.openxmlformats.org/officeDocument/2006/relationships/hyperlink" Target="https://www.pxfuel.com/en/free-photo-xvark"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pixnio.com/it/persone/piccolo-gruppi-lavoro-tavoli-vertice" TargetMode="External"/><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hyperlink" Target="https://www.pxfuel.com/en/free-photo-xvark" TargetMode="External"/><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3" Type="http://schemas.openxmlformats.org/officeDocument/2006/relationships/hyperlink" Target="https://www.pxfuel.com/en/free-photo-xvark" TargetMode="External"/><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pxfuel.com/en/free-photo-xvark" TargetMode="External"/><Relationship Id="rId2" Type="http://schemas.openxmlformats.org/officeDocument/2006/relationships/image" Target="../media/image7.jpg"/><Relationship Id="rId1" Type="http://schemas.openxmlformats.org/officeDocument/2006/relationships/slideLayout" Target="../slideLayouts/slideLayout2.xml"/><Relationship Id="rId5" Type="http://schemas.openxmlformats.org/officeDocument/2006/relationships/hyperlink" Target="https://pixnio.com/it/persone/piccolo-gruppi-lavoro-tavoli-vertice" TargetMode="External"/><Relationship Id="rId4" Type="http://schemas.openxmlformats.org/officeDocument/2006/relationships/image" Target="../media/image6.jpg"/></Relationships>
</file>

<file path=ppt/slides/_rels/slide13.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hyperlink" Target="http://www.flickr.com/photos/pittsburghkarate/5899352112/" TargetMode="External"/><Relationship Id="rId7" Type="http://schemas.openxmlformats.org/officeDocument/2006/relationships/hyperlink" Target="https://www.wired.it/economia/business/2017/09/19/ryanair-quello-la-compagnia-low-cost-deve-spiegarci/" TargetMode="External"/><Relationship Id="rId2" Type="http://schemas.openxmlformats.org/officeDocument/2006/relationships/image" Target="../media/image40.jpeg"/><Relationship Id="rId1" Type="http://schemas.openxmlformats.org/officeDocument/2006/relationships/slideLayout" Target="../slideLayouts/slideLayout2.xml"/><Relationship Id="rId6" Type="http://schemas.openxmlformats.org/officeDocument/2006/relationships/image" Target="../media/image42.jpeg"/><Relationship Id="rId5" Type="http://schemas.openxmlformats.org/officeDocument/2006/relationships/hyperlink" Target="https://uk.anygator.com/search/theory+driving+test" TargetMode="External"/><Relationship Id="rId4" Type="http://schemas.openxmlformats.org/officeDocument/2006/relationships/image" Target="../media/image41.jpeg"/><Relationship Id="rId9" Type="http://schemas.openxmlformats.org/officeDocument/2006/relationships/hyperlink" Target="https://www.pxfuel.com/en/free-photo-xvark"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www.flickr.com/photos/pittsburghkarate/5899352112/" TargetMode="External"/><Relationship Id="rId7" Type="http://schemas.openxmlformats.org/officeDocument/2006/relationships/hyperlink" Target="https://www.wired.it/economia/business/2017/09/19/ryanair-quello-la-compagnia-low-cost-deve-spiegarci/" TargetMode="External"/><Relationship Id="rId2" Type="http://schemas.openxmlformats.org/officeDocument/2006/relationships/image" Target="../media/image40.jpeg"/><Relationship Id="rId1" Type="http://schemas.openxmlformats.org/officeDocument/2006/relationships/slideLayout" Target="../slideLayouts/slideLayout2.xml"/><Relationship Id="rId6" Type="http://schemas.openxmlformats.org/officeDocument/2006/relationships/image" Target="../media/image42.jpeg"/><Relationship Id="rId5" Type="http://schemas.openxmlformats.org/officeDocument/2006/relationships/hyperlink" Target="https://uk.anygator.com/search/theory+driving+test" TargetMode="External"/><Relationship Id="rId4" Type="http://schemas.openxmlformats.org/officeDocument/2006/relationships/image" Target="../media/image41.jpeg"/></Relationships>
</file>

<file path=ppt/slides/_rels/slide15.xml.rels><?xml version="1.0" encoding="UTF-8" standalone="yes"?>
<Relationships xmlns="http://schemas.openxmlformats.org/package/2006/relationships"><Relationship Id="rId3" Type="http://schemas.openxmlformats.org/officeDocument/2006/relationships/hyperlink" Target="http://www.flickr.com/photos/pittsburghkarate/5899352112/" TargetMode="External"/><Relationship Id="rId7" Type="http://schemas.openxmlformats.org/officeDocument/2006/relationships/hyperlink" Target="https://www.wired.it/economia/business/2017/09/19/ryanair-quello-la-compagnia-low-cost-deve-spiegarci/" TargetMode="External"/><Relationship Id="rId2" Type="http://schemas.openxmlformats.org/officeDocument/2006/relationships/image" Target="../media/image40.jpeg"/><Relationship Id="rId1" Type="http://schemas.openxmlformats.org/officeDocument/2006/relationships/slideLayout" Target="../slideLayouts/slideLayout2.xml"/><Relationship Id="rId6" Type="http://schemas.openxmlformats.org/officeDocument/2006/relationships/image" Target="../media/image42.jpeg"/><Relationship Id="rId5" Type="http://schemas.openxmlformats.org/officeDocument/2006/relationships/hyperlink" Target="https://uk.anygator.com/search/theory+driving+test" TargetMode="External"/><Relationship Id="rId4" Type="http://schemas.openxmlformats.org/officeDocument/2006/relationships/image" Target="../media/image41.jpeg"/></Relationships>
</file>

<file path=ppt/slides/_rels/slide16.xml.rels><?xml version="1.0" encoding="UTF-8" standalone="yes"?>
<Relationships xmlns="http://schemas.openxmlformats.org/package/2006/relationships"><Relationship Id="rId3" Type="http://schemas.openxmlformats.org/officeDocument/2006/relationships/hyperlink" Target="http://www.flickr.com/photos/pittsburghkarate/5899352112/" TargetMode="External"/><Relationship Id="rId7" Type="http://schemas.openxmlformats.org/officeDocument/2006/relationships/hyperlink" Target="https://www.wired.it/economia/business/2017/09/19/ryanair-quello-la-compagnia-low-cost-deve-spiegarci/" TargetMode="External"/><Relationship Id="rId2" Type="http://schemas.openxmlformats.org/officeDocument/2006/relationships/image" Target="../media/image40.jpeg"/><Relationship Id="rId1" Type="http://schemas.openxmlformats.org/officeDocument/2006/relationships/slideLayout" Target="../slideLayouts/slideLayout2.xml"/><Relationship Id="rId6" Type="http://schemas.openxmlformats.org/officeDocument/2006/relationships/image" Target="../media/image42.jpeg"/><Relationship Id="rId5" Type="http://schemas.openxmlformats.org/officeDocument/2006/relationships/hyperlink" Target="https://uk.anygator.com/search/theory+driving+test" TargetMode="External"/><Relationship Id="rId4" Type="http://schemas.openxmlformats.org/officeDocument/2006/relationships/image" Target="../media/image41.jpeg"/></Relationships>
</file>

<file path=ppt/slides/_rels/slide17.xml.rels><?xml version="1.0" encoding="UTF-8" standalone="yes"?>
<Relationships xmlns="http://schemas.openxmlformats.org/package/2006/relationships"><Relationship Id="rId3" Type="http://schemas.openxmlformats.org/officeDocument/2006/relationships/hyperlink" Target="http://www.flickr.com/photos/pittsburghkarate/5899352112/" TargetMode="External"/><Relationship Id="rId7" Type="http://schemas.openxmlformats.org/officeDocument/2006/relationships/hyperlink" Target="https://www.wired.it/economia/business/2017/09/19/ryanair-quello-la-compagnia-low-cost-deve-spiegarci/" TargetMode="External"/><Relationship Id="rId2" Type="http://schemas.openxmlformats.org/officeDocument/2006/relationships/image" Target="../media/image40.jpeg"/><Relationship Id="rId1" Type="http://schemas.openxmlformats.org/officeDocument/2006/relationships/slideLayout" Target="../slideLayouts/slideLayout2.xml"/><Relationship Id="rId6" Type="http://schemas.openxmlformats.org/officeDocument/2006/relationships/image" Target="../media/image42.jpeg"/><Relationship Id="rId5" Type="http://schemas.openxmlformats.org/officeDocument/2006/relationships/hyperlink" Target="https://uk.anygator.com/search/theory+driving+test" TargetMode="External"/><Relationship Id="rId4" Type="http://schemas.openxmlformats.org/officeDocument/2006/relationships/image" Target="../media/image41.jpeg"/></Relationships>
</file>

<file path=ppt/slides/_rels/slide18.xml.rels><?xml version="1.0" encoding="UTF-8" standalone="yes"?>
<Relationships xmlns="http://schemas.openxmlformats.org/package/2006/relationships"><Relationship Id="rId3" Type="http://schemas.openxmlformats.org/officeDocument/2006/relationships/hyperlink" Target="http://www.flickr.com/photos/pittsburghkarate/5899352112/" TargetMode="External"/><Relationship Id="rId7" Type="http://schemas.openxmlformats.org/officeDocument/2006/relationships/hyperlink" Target="https://www.wired.it/economia/business/2017/09/19/ryanair-quello-la-compagnia-low-cost-deve-spiegarci/" TargetMode="External"/><Relationship Id="rId2" Type="http://schemas.openxmlformats.org/officeDocument/2006/relationships/image" Target="../media/image40.jpeg"/><Relationship Id="rId1" Type="http://schemas.openxmlformats.org/officeDocument/2006/relationships/slideLayout" Target="../slideLayouts/slideLayout2.xml"/><Relationship Id="rId6" Type="http://schemas.openxmlformats.org/officeDocument/2006/relationships/image" Target="../media/image42.jpeg"/><Relationship Id="rId5" Type="http://schemas.openxmlformats.org/officeDocument/2006/relationships/hyperlink" Target="https://uk.anygator.com/search/theory+driving+test" TargetMode="External"/><Relationship Id="rId4" Type="http://schemas.openxmlformats.org/officeDocument/2006/relationships/image" Target="../media/image41.jpeg"/></Relationships>
</file>

<file path=ppt/slides/_rels/slide19.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5.svg"/><Relationship Id="rId7" Type="http://schemas.openxmlformats.org/officeDocument/2006/relationships/image" Target="../media/image35.svg"/><Relationship Id="rId2" Type="http://schemas.openxmlformats.org/officeDocument/2006/relationships/image" Target="../media/image44.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47.svg"/><Relationship Id="rId4" Type="http://schemas.openxmlformats.org/officeDocument/2006/relationships/image" Target="../media/image46.png"/></Relationships>
</file>

<file path=ppt/slides/_rels/slide21.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35.svg"/><Relationship Id="rId3" Type="http://schemas.openxmlformats.org/officeDocument/2006/relationships/hyperlink" Target="http://www.flickr.com/photos/pittsburghkarate/5899352112/" TargetMode="External"/><Relationship Id="rId7" Type="http://schemas.openxmlformats.org/officeDocument/2006/relationships/hyperlink" Target="https://www.wired.it/economia/business/2017/09/19/ryanair-quello-la-compagnia-low-cost-deve-spiegarci/" TargetMode="External"/><Relationship Id="rId12" Type="http://schemas.openxmlformats.org/officeDocument/2006/relationships/image" Target="../media/image34.png"/><Relationship Id="rId2" Type="http://schemas.openxmlformats.org/officeDocument/2006/relationships/image" Target="../media/image40.jpeg"/><Relationship Id="rId1" Type="http://schemas.openxmlformats.org/officeDocument/2006/relationships/slideLayout" Target="../slideLayouts/slideLayout1.xml"/><Relationship Id="rId6" Type="http://schemas.openxmlformats.org/officeDocument/2006/relationships/image" Target="../media/image42.jpeg"/><Relationship Id="rId11" Type="http://schemas.openxmlformats.org/officeDocument/2006/relationships/image" Target="../media/image45.svg"/><Relationship Id="rId5" Type="http://schemas.openxmlformats.org/officeDocument/2006/relationships/hyperlink" Target="https://uk.anygator.com/search/theory+driving+test" TargetMode="External"/><Relationship Id="rId10" Type="http://schemas.openxmlformats.org/officeDocument/2006/relationships/image" Target="../media/image44.png"/><Relationship Id="rId4" Type="http://schemas.openxmlformats.org/officeDocument/2006/relationships/image" Target="../media/image41.jpeg"/><Relationship Id="rId9" Type="http://schemas.openxmlformats.org/officeDocument/2006/relationships/image" Target="../media/image47.svg"/></Relationships>
</file>

<file path=ppt/slides/_rels/slide22.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hyperlink" Target="http://www.flickr.com/photos/pittsburghkarate/5899352112/" TargetMode="External"/><Relationship Id="rId7" Type="http://schemas.openxmlformats.org/officeDocument/2006/relationships/hyperlink" Target="https://www.wired.it/economia/business/2017/09/19/ryanair-quello-la-compagnia-low-cost-deve-spiegarci/" TargetMode="External"/><Relationship Id="rId2" Type="http://schemas.openxmlformats.org/officeDocument/2006/relationships/image" Target="../media/image40.jpeg"/><Relationship Id="rId1" Type="http://schemas.openxmlformats.org/officeDocument/2006/relationships/slideLayout" Target="../slideLayouts/slideLayout1.xml"/><Relationship Id="rId6" Type="http://schemas.openxmlformats.org/officeDocument/2006/relationships/image" Target="../media/image42.jpeg"/><Relationship Id="rId11" Type="http://schemas.openxmlformats.org/officeDocument/2006/relationships/image" Target="../media/image45.svg"/><Relationship Id="rId5" Type="http://schemas.openxmlformats.org/officeDocument/2006/relationships/hyperlink" Target="https://uk.anygator.com/search/theory+driving+test" TargetMode="External"/><Relationship Id="rId10" Type="http://schemas.openxmlformats.org/officeDocument/2006/relationships/image" Target="../media/image44.png"/><Relationship Id="rId4" Type="http://schemas.openxmlformats.org/officeDocument/2006/relationships/image" Target="../media/image41.jpeg"/><Relationship Id="rId9" Type="http://schemas.openxmlformats.org/officeDocument/2006/relationships/image" Target="../media/image47.svg"/></Relationships>
</file>

<file path=ppt/slides/_rels/slide23.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35.svg"/><Relationship Id="rId3" Type="http://schemas.openxmlformats.org/officeDocument/2006/relationships/hyperlink" Target="http://www.flickr.com/photos/pittsburghkarate/5899352112/" TargetMode="External"/><Relationship Id="rId7" Type="http://schemas.openxmlformats.org/officeDocument/2006/relationships/hyperlink" Target="https://www.wired.it/economia/business/2017/09/19/ryanair-quello-la-compagnia-low-cost-deve-spiegarci/" TargetMode="External"/><Relationship Id="rId12" Type="http://schemas.openxmlformats.org/officeDocument/2006/relationships/image" Target="../media/image34.png"/><Relationship Id="rId2" Type="http://schemas.openxmlformats.org/officeDocument/2006/relationships/image" Target="../media/image40.jpeg"/><Relationship Id="rId1" Type="http://schemas.openxmlformats.org/officeDocument/2006/relationships/slideLayout" Target="../slideLayouts/slideLayout1.xml"/><Relationship Id="rId6" Type="http://schemas.openxmlformats.org/officeDocument/2006/relationships/image" Target="../media/image42.jpeg"/><Relationship Id="rId11" Type="http://schemas.openxmlformats.org/officeDocument/2006/relationships/image" Target="../media/image45.svg"/><Relationship Id="rId5" Type="http://schemas.openxmlformats.org/officeDocument/2006/relationships/hyperlink" Target="https://uk.anygator.com/search/theory+driving+test" TargetMode="External"/><Relationship Id="rId10" Type="http://schemas.openxmlformats.org/officeDocument/2006/relationships/image" Target="../media/image44.png"/><Relationship Id="rId4" Type="http://schemas.openxmlformats.org/officeDocument/2006/relationships/image" Target="../media/image41.jpeg"/><Relationship Id="rId9" Type="http://schemas.openxmlformats.org/officeDocument/2006/relationships/image" Target="../media/image47.svg"/></Relationships>
</file>

<file path=ppt/slides/_rels/slide24.xml.rels><?xml version="1.0" encoding="UTF-8" standalone="yes"?>
<Relationships xmlns="http://schemas.openxmlformats.org/package/2006/relationships"><Relationship Id="rId3" Type="http://schemas.openxmlformats.org/officeDocument/2006/relationships/image" Target="../media/image47.svg"/><Relationship Id="rId7" Type="http://schemas.openxmlformats.org/officeDocument/2006/relationships/image" Target="../media/image35.svg"/><Relationship Id="rId2" Type="http://schemas.openxmlformats.org/officeDocument/2006/relationships/image" Target="../media/image46.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45.svg"/><Relationship Id="rId4" Type="http://schemas.openxmlformats.org/officeDocument/2006/relationships/image" Target="../media/image4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9.svg"/><Relationship Id="rId7" Type="http://schemas.openxmlformats.org/officeDocument/2006/relationships/image" Target="../media/image45.sv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51.svg"/><Relationship Id="rId4" Type="http://schemas.openxmlformats.org/officeDocument/2006/relationships/image" Target="../media/image50.png"/><Relationship Id="rId9" Type="http://schemas.openxmlformats.org/officeDocument/2006/relationships/image" Target="../media/image47.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en.wikipedia.org/wiki/Forgetting_curve"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52.png"/><Relationship Id="rId1" Type="http://schemas.openxmlformats.org/officeDocument/2006/relationships/slideLayout" Target="../slideLayouts/slideLayout2.xml"/><Relationship Id="rId5" Type="http://schemas.openxmlformats.org/officeDocument/2006/relationships/image" Target="../media/image55.svg"/><Relationship Id="rId4" Type="http://schemas.openxmlformats.org/officeDocument/2006/relationships/image" Target="../media/image54.png"/></Relationships>
</file>

<file path=ppt/slides/_rels/slide32.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Layout" Target="../slideLayouts/slideLayout2.xml"/><Relationship Id="rId5" Type="http://schemas.openxmlformats.org/officeDocument/2006/relationships/image" Target="../media/image37.svg"/><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svg"/><Relationship Id="rId7" Type="http://schemas.openxmlformats.org/officeDocument/2006/relationships/image" Target="../media/image64.svg"/><Relationship Id="rId2" Type="http://schemas.openxmlformats.org/officeDocument/2006/relationships/image" Target="../media/image59.png"/><Relationship Id="rId1" Type="http://schemas.openxmlformats.org/officeDocument/2006/relationships/slideLayout" Target="../slideLayouts/slideLayout5.xml"/><Relationship Id="rId6" Type="http://schemas.openxmlformats.org/officeDocument/2006/relationships/image" Target="../media/image63.png"/><Relationship Id="rId11" Type="http://schemas.openxmlformats.org/officeDocument/2006/relationships/image" Target="../media/image68.svg"/><Relationship Id="rId5" Type="http://schemas.openxmlformats.org/officeDocument/2006/relationships/image" Target="../media/image62.sv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svg"/></Relationships>
</file>

<file path=ppt/slides/_rels/slide39.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80.svg"/><Relationship Id="rId18" Type="http://schemas.openxmlformats.org/officeDocument/2006/relationships/image" Target="../media/image85.svg"/><Relationship Id="rId3" Type="http://schemas.openxmlformats.org/officeDocument/2006/relationships/image" Target="../media/image70.svg"/><Relationship Id="rId7" Type="http://schemas.openxmlformats.org/officeDocument/2006/relationships/image" Target="../media/image74.svg"/><Relationship Id="rId12" Type="http://schemas.openxmlformats.org/officeDocument/2006/relationships/image" Target="../media/image79.png"/><Relationship Id="rId17" Type="http://schemas.openxmlformats.org/officeDocument/2006/relationships/image" Target="../media/image84.png"/><Relationship Id="rId2" Type="http://schemas.openxmlformats.org/officeDocument/2006/relationships/image" Target="../media/image69.png"/><Relationship Id="rId16" Type="http://schemas.openxmlformats.org/officeDocument/2006/relationships/image" Target="../media/image83.svg"/><Relationship Id="rId1" Type="http://schemas.openxmlformats.org/officeDocument/2006/relationships/slideLayout" Target="../slideLayouts/slideLayout5.xml"/><Relationship Id="rId6" Type="http://schemas.openxmlformats.org/officeDocument/2006/relationships/image" Target="../media/image73.png"/><Relationship Id="rId11" Type="http://schemas.openxmlformats.org/officeDocument/2006/relationships/image" Target="../media/image78.svg"/><Relationship Id="rId5" Type="http://schemas.openxmlformats.org/officeDocument/2006/relationships/image" Target="../media/image72.svg"/><Relationship Id="rId15" Type="http://schemas.openxmlformats.org/officeDocument/2006/relationships/image" Target="../media/image82.png"/><Relationship Id="rId10" Type="http://schemas.openxmlformats.org/officeDocument/2006/relationships/image" Target="../media/image77.png"/><Relationship Id="rId4" Type="http://schemas.openxmlformats.org/officeDocument/2006/relationships/image" Target="../media/image71.png"/><Relationship Id="rId9" Type="http://schemas.openxmlformats.org/officeDocument/2006/relationships/image" Target="../media/image76.svg"/><Relationship Id="rId14" Type="http://schemas.openxmlformats.org/officeDocument/2006/relationships/image" Target="../media/image81.png"/></Relationships>
</file>

<file path=ppt/slides/_rels/slide40.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3" Type="http://schemas.openxmlformats.org/officeDocument/2006/relationships/image" Target="../media/image90.svg"/><Relationship Id="rId18" Type="http://schemas.openxmlformats.org/officeDocument/2006/relationships/image" Target="../media/image95.png"/><Relationship Id="rId26" Type="http://schemas.openxmlformats.org/officeDocument/2006/relationships/image" Target="../media/image102.svg"/><Relationship Id="rId39" Type="http://schemas.openxmlformats.org/officeDocument/2006/relationships/image" Target="../media/image115.svg"/><Relationship Id="rId21" Type="http://schemas.microsoft.com/office/2007/relationships/hdphoto" Target="../media/hdphoto1.wdp"/><Relationship Id="rId34" Type="http://schemas.openxmlformats.org/officeDocument/2006/relationships/image" Target="../media/image110.png"/><Relationship Id="rId7" Type="http://schemas.openxmlformats.org/officeDocument/2006/relationships/image" Target="../media/image59.png"/><Relationship Id="rId12" Type="http://schemas.openxmlformats.org/officeDocument/2006/relationships/image" Target="../media/image89.png"/><Relationship Id="rId17" Type="http://schemas.openxmlformats.org/officeDocument/2006/relationships/image" Target="../media/image94.svg"/><Relationship Id="rId25" Type="http://schemas.openxmlformats.org/officeDocument/2006/relationships/image" Target="../media/image101.svg"/><Relationship Id="rId33" Type="http://schemas.openxmlformats.org/officeDocument/2006/relationships/image" Target="../media/image109.svg"/><Relationship Id="rId38" Type="http://schemas.openxmlformats.org/officeDocument/2006/relationships/image" Target="../media/image114.png"/><Relationship Id="rId2" Type="http://schemas.openxmlformats.org/officeDocument/2006/relationships/diagramData" Target="../diagrams/data5.xml"/><Relationship Id="rId16" Type="http://schemas.openxmlformats.org/officeDocument/2006/relationships/image" Target="../media/image93.png"/><Relationship Id="rId20" Type="http://schemas.openxmlformats.org/officeDocument/2006/relationships/image" Target="../media/image97.png"/><Relationship Id="rId29" Type="http://schemas.openxmlformats.org/officeDocument/2006/relationships/image" Target="../media/image105.svg"/><Relationship Id="rId1" Type="http://schemas.openxmlformats.org/officeDocument/2006/relationships/slideLayout" Target="../slideLayouts/slideLayout2.xml"/><Relationship Id="rId6" Type="http://schemas.microsoft.com/office/2007/relationships/diagramDrawing" Target="../diagrams/drawing5.xml"/><Relationship Id="rId11" Type="http://schemas.openxmlformats.org/officeDocument/2006/relationships/image" Target="../media/image81.png"/><Relationship Id="rId24" Type="http://schemas.openxmlformats.org/officeDocument/2006/relationships/image" Target="../media/image100.png"/><Relationship Id="rId32" Type="http://schemas.openxmlformats.org/officeDocument/2006/relationships/image" Target="../media/image108.png"/><Relationship Id="rId37" Type="http://schemas.openxmlformats.org/officeDocument/2006/relationships/image" Target="../media/image113.svg"/><Relationship Id="rId5" Type="http://schemas.openxmlformats.org/officeDocument/2006/relationships/diagramColors" Target="../diagrams/colors5.xml"/><Relationship Id="rId15" Type="http://schemas.openxmlformats.org/officeDocument/2006/relationships/image" Target="../media/image92.svg"/><Relationship Id="rId23" Type="http://schemas.openxmlformats.org/officeDocument/2006/relationships/image" Target="../media/image99.svg"/><Relationship Id="rId28" Type="http://schemas.openxmlformats.org/officeDocument/2006/relationships/image" Target="../media/image104.png"/><Relationship Id="rId36" Type="http://schemas.openxmlformats.org/officeDocument/2006/relationships/image" Target="../media/image112.png"/><Relationship Id="rId10" Type="http://schemas.openxmlformats.org/officeDocument/2006/relationships/image" Target="../media/image88.svg"/><Relationship Id="rId19" Type="http://schemas.openxmlformats.org/officeDocument/2006/relationships/image" Target="../media/image96.svg"/><Relationship Id="rId31" Type="http://schemas.openxmlformats.org/officeDocument/2006/relationships/image" Target="../media/image107.svg"/><Relationship Id="rId4" Type="http://schemas.openxmlformats.org/officeDocument/2006/relationships/diagramQuickStyle" Target="../diagrams/quickStyle5.xml"/><Relationship Id="rId9" Type="http://schemas.openxmlformats.org/officeDocument/2006/relationships/image" Target="../media/image87.png"/><Relationship Id="rId14" Type="http://schemas.openxmlformats.org/officeDocument/2006/relationships/image" Target="../media/image91.png"/><Relationship Id="rId22" Type="http://schemas.openxmlformats.org/officeDocument/2006/relationships/image" Target="../media/image98.png"/><Relationship Id="rId27" Type="http://schemas.openxmlformats.org/officeDocument/2006/relationships/image" Target="../media/image103.svg"/><Relationship Id="rId30" Type="http://schemas.openxmlformats.org/officeDocument/2006/relationships/image" Target="../media/image106.png"/><Relationship Id="rId35" Type="http://schemas.openxmlformats.org/officeDocument/2006/relationships/image" Target="../media/image111.svg"/><Relationship Id="rId8" Type="http://schemas.openxmlformats.org/officeDocument/2006/relationships/image" Target="../media/image60.svg"/><Relationship Id="rId3" Type="http://schemas.openxmlformats.org/officeDocument/2006/relationships/diagramLayout" Target="../diagrams/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hyperlink" Target="https://www.pxfuel.com/en/free-photo-xvark" TargetMode="External"/><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www.pxfuel.com/en/free-photo-xvark" TargetMode="External"/><Relationship Id="rId2" Type="http://schemas.openxmlformats.org/officeDocument/2006/relationships/image" Target="../media/image7.jpg"/><Relationship Id="rId1" Type="http://schemas.openxmlformats.org/officeDocument/2006/relationships/slideLayout" Target="../slideLayouts/slideLayout2.xml"/><Relationship Id="rId5" Type="http://schemas.openxmlformats.org/officeDocument/2006/relationships/hyperlink" Target="https://pixnio.com/it/persone/piccolo-gruppi-lavoro-tavoli-vertice" TargetMode="External"/><Relationship Id="rId4" Type="http://schemas.openxmlformats.org/officeDocument/2006/relationships/image" Target="../media/image6.jpg"/></Relationships>
</file>

<file path=ppt/slides/_rels/slide47.xml.rels><?xml version="1.0" encoding="UTF-8" standalone="yes"?>
<Relationships xmlns="http://schemas.openxmlformats.org/package/2006/relationships"><Relationship Id="rId3" Type="http://schemas.openxmlformats.org/officeDocument/2006/relationships/hyperlink" Target="https://pixnio.com/it/persone/piccolo-gruppi-lavoro-tavoli-vertice" TargetMode="External"/><Relationship Id="rId7" Type="http://schemas.openxmlformats.org/officeDocument/2006/relationships/hyperlink" Target="https://www.wired.it/economia/business/2017/09/19/ryanair-quello-la-compagnia-low-cost-deve-spiegarci/" TargetMode="External"/><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42.jpeg"/><Relationship Id="rId5" Type="http://schemas.openxmlformats.org/officeDocument/2006/relationships/hyperlink" Target="https://www.pxfuel.com/en/free-photo-xvark" TargetMode="External"/><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3" Type="http://schemas.openxmlformats.org/officeDocument/2006/relationships/hyperlink" Target="https://pixnio.com/it/persone/piccolo-gruppi-lavoro-tavoli-vertice" TargetMode="External"/><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hyperlink" Target="https://www.pxfuel.com/en/free-photo-xvark" TargetMode="External"/><Relationship Id="rId4" Type="http://schemas.openxmlformats.org/officeDocument/2006/relationships/image" Target="../media/image7.jpg"/></Relationships>
</file>

<file path=ppt/slides/_rels/slide49.xml.rels><?xml version="1.0" encoding="UTF-8" standalone="yes"?>
<Relationships xmlns="http://schemas.openxmlformats.org/package/2006/relationships"><Relationship Id="rId3" Type="http://schemas.openxmlformats.org/officeDocument/2006/relationships/hyperlink" Target="http://www.flickr.com/photos/pittsburghkarate/5899352112/" TargetMode="External"/><Relationship Id="rId7" Type="http://schemas.openxmlformats.org/officeDocument/2006/relationships/hyperlink" Target="https://www.wired.it/economia/business/2017/09/19/ryanair-quello-la-compagnia-low-cost-deve-spiegarci/" TargetMode="External"/><Relationship Id="rId2" Type="http://schemas.openxmlformats.org/officeDocument/2006/relationships/image" Target="../media/image40.jpeg"/><Relationship Id="rId1" Type="http://schemas.openxmlformats.org/officeDocument/2006/relationships/slideLayout" Target="../slideLayouts/slideLayout2.xml"/><Relationship Id="rId6" Type="http://schemas.openxmlformats.org/officeDocument/2006/relationships/image" Target="../media/image42.jpeg"/><Relationship Id="rId5" Type="http://schemas.openxmlformats.org/officeDocument/2006/relationships/hyperlink" Target="https://uk.anygator.com/search/theory+driving+test" TargetMode="External"/><Relationship Id="rId4" Type="http://schemas.openxmlformats.org/officeDocument/2006/relationships/image" Target="../media/image41.jpeg"/></Relationships>
</file>

<file path=ppt/slides/_rels/slide50.xml.rels><?xml version="1.0" encoding="UTF-8" standalone="yes"?>
<Relationships xmlns="http://schemas.openxmlformats.org/package/2006/relationships"><Relationship Id="rId3" Type="http://schemas.openxmlformats.org/officeDocument/2006/relationships/hyperlink" Target="http://www.flickr.com/photos/pittsburghkarate/5899352112/" TargetMode="External"/><Relationship Id="rId7" Type="http://schemas.openxmlformats.org/officeDocument/2006/relationships/hyperlink" Target="https://www.wired.it/economia/business/2017/09/19/ryanair-quello-la-compagnia-low-cost-deve-spiegarci/" TargetMode="External"/><Relationship Id="rId2" Type="http://schemas.openxmlformats.org/officeDocument/2006/relationships/image" Target="../media/image40.jpeg"/><Relationship Id="rId1" Type="http://schemas.openxmlformats.org/officeDocument/2006/relationships/slideLayout" Target="../slideLayouts/slideLayout2.xml"/><Relationship Id="rId6" Type="http://schemas.openxmlformats.org/officeDocument/2006/relationships/image" Target="../media/image42.jpeg"/><Relationship Id="rId5" Type="http://schemas.openxmlformats.org/officeDocument/2006/relationships/hyperlink" Target="https://uk.anygator.com/search/theory+driving+test" TargetMode="External"/><Relationship Id="rId4" Type="http://schemas.openxmlformats.org/officeDocument/2006/relationships/image" Target="../media/image41.jpeg"/></Relationships>
</file>

<file path=ppt/slides/_rels/slide51.xml.rels><?xml version="1.0" encoding="UTF-8" standalone="yes"?>
<Relationships xmlns="http://schemas.openxmlformats.org/package/2006/relationships"><Relationship Id="rId3" Type="http://schemas.openxmlformats.org/officeDocument/2006/relationships/hyperlink" Target="http://www.flickr.com/photos/pittsburghkarate/5899352112/" TargetMode="External"/><Relationship Id="rId7" Type="http://schemas.openxmlformats.org/officeDocument/2006/relationships/hyperlink" Target="https://www.wired.it/economia/business/2017/09/19/ryanair-quello-la-compagnia-low-cost-deve-spiegarci/" TargetMode="External"/><Relationship Id="rId2" Type="http://schemas.openxmlformats.org/officeDocument/2006/relationships/image" Target="../media/image40.jpeg"/><Relationship Id="rId1" Type="http://schemas.openxmlformats.org/officeDocument/2006/relationships/slideLayout" Target="../slideLayouts/slideLayout2.xml"/><Relationship Id="rId6" Type="http://schemas.openxmlformats.org/officeDocument/2006/relationships/image" Target="../media/image42.jpeg"/><Relationship Id="rId5" Type="http://schemas.openxmlformats.org/officeDocument/2006/relationships/hyperlink" Target="https://uk.anygator.com/search/theory+driving+test" TargetMode="External"/><Relationship Id="rId4" Type="http://schemas.openxmlformats.org/officeDocument/2006/relationships/image" Target="../media/image4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760F2153-A99C-7884-B357-72D68732BCD2}"/>
              </a:ext>
            </a:extLst>
          </p:cNvPr>
          <p:cNvSpPr txBox="1"/>
          <p:nvPr/>
        </p:nvSpPr>
        <p:spPr>
          <a:xfrm>
            <a:off x="1414226" y="617148"/>
            <a:ext cx="9924225" cy="5232202"/>
          </a:xfrm>
          <a:prstGeom prst="rect">
            <a:avLst/>
          </a:prstGeom>
          <a:noFill/>
        </p:spPr>
        <p:txBody>
          <a:bodyPr wrap="square" rtlCol="0">
            <a:spAutoFit/>
          </a:bodyPr>
          <a:lstStyle/>
          <a:p>
            <a:r>
              <a:rPr lang="en-US" sz="6000" i="1" dirty="0">
                <a:solidFill>
                  <a:srgbClr val="8E2C48"/>
                </a:solidFill>
              </a:rPr>
              <a:t>Community of Practice </a:t>
            </a:r>
          </a:p>
          <a:p>
            <a:r>
              <a:rPr lang="en-US" sz="6000" i="1" dirty="0">
                <a:solidFill>
                  <a:srgbClr val="8E2C48"/>
                </a:solidFill>
              </a:rPr>
              <a:t>Roadmap Workshop</a:t>
            </a:r>
          </a:p>
          <a:p>
            <a:endParaRPr lang="en-US" dirty="0"/>
          </a:p>
          <a:p>
            <a:endParaRPr lang="en-US" sz="2800" b="1" dirty="0">
              <a:solidFill>
                <a:srgbClr val="5C4E63"/>
              </a:solidFill>
              <a:latin typeface="Avenir Next LT Pro Light" panose="020B0304020202020204" pitchFamily="34" charset="0"/>
            </a:endParaRPr>
          </a:p>
          <a:p>
            <a:r>
              <a:rPr lang="en-US" sz="2800" b="1" dirty="0">
                <a:solidFill>
                  <a:srgbClr val="5C4E63"/>
                </a:solidFill>
                <a:latin typeface="Avenir Next LT Pro Light" panose="020B0304020202020204" pitchFamily="34" charset="0"/>
              </a:rPr>
              <a:t>Goal of this workshop</a:t>
            </a:r>
          </a:p>
          <a:p>
            <a:endParaRPr lang="en-US" sz="2800" dirty="0">
              <a:solidFill>
                <a:srgbClr val="5C4E63"/>
              </a:solidFill>
              <a:latin typeface="Avenir Next LT Pro Light" panose="020B0304020202020204" pitchFamily="34" charset="0"/>
            </a:endParaRPr>
          </a:p>
          <a:p>
            <a:pPr marL="457200" indent="-457200">
              <a:buFont typeface="Arial" panose="020B0604020202020204" pitchFamily="34" charset="0"/>
              <a:buChar char="•"/>
            </a:pPr>
            <a:r>
              <a:rPr lang="en-US" sz="2800" dirty="0">
                <a:solidFill>
                  <a:srgbClr val="5C4E63"/>
                </a:solidFill>
                <a:latin typeface="Avenir Next LT Pro Light" panose="020B0304020202020204" pitchFamily="34" charset="0"/>
              </a:rPr>
              <a:t>Consider the needs and capacities of CoP members</a:t>
            </a:r>
          </a:p>
          <a:p>
            <a:pPr marL="457200" indent="-457200">
              <a:buFont typeface="Arial" panose="020B0604020202020204" pitchFamily="34" charset="0"/>
              <a:buChar char="•"/>
            </a:pPr>
            <a:r>
              <a:rPr lang="en-US" sz="2800" dirty="0">
                <a:solidFill>
                  <a:srgbClr val="5C4E63"/>
                </a:solidFill>
                <a:latin typeface="Avenir Next LT Pro Light" panose="020B0304020202020204" pitchFamily="34" charset="0"/>
              </a:rPr>
              <a:t>Improve efficiency of Communities of practice</a:t>
            </a:r>
          </a:p>
          <a:p>
            <a:pPr marL="457200" indent="-457200">
              <a:buFont typeface="Arial" panose="020B0604020202020204" pitchFamily="34" charset="0"/>
              <a:buChar char="•"/>
            </a:pPr>
            <a:r>
              <a:rPr lang="en-US" sz="2800" dirty="0">
                <a:solidFill>
                  <a:srgbClr val="5C4E63"/>
                </a:solidFill>
                <a:latin typeface="Avenir Next LT Pro Light" panose="020B0304020202020204" pitchFamily="34" charset="0"/>
              </a:rPr>
              <a:t>Clarify a roadmap that increase the chances of results and effective value of Community activities</a:t>
            </a:r>
          </a:p>
        </p:txBody>
      </p:sp>
    </p:spTree>
    <p:extLst>
      <p:ext uri="{BB962C8B-B14F-4D97-AF65-F5344CB8AC3E}">
        <p14:creationId xmlns:p14="http://schemas.microsoft.com/office/powerpoint/2010/main" val="390272588"/>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a16="http://schemas.microsoft.com/office/drawing/2014/main" xmlns="">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4DAFB83-0AAF-AE6E-F769-9151CC4D2074}"/>
              </a:ext>
            </a:extLst>
          </p:cNvPr>
          <p:cNvSpPr>
            <a:spLocks noGrp="1"/>
          </p:cNvSpPr>
          <p:nvPr>
            <p:ph type="title"/>
          </p:nvPr>
        </p:nvSpPr>
        <p:spPr/>
        <p:txBody>
          <a:bodyPr>
            <a:normAutofit/>
          </a:bodyPr>
          <a:lstStyle/>
          <a:p>
            <a:r>
              <a:rPr lang="en-US" sz="2800" dirty="0"/>
              <a:t>CoP roadmap workshop</a:t>
            </a:r>
            <a:br>
              <a:rPr lang="en-US" sz="2800" dirty="0"/>
            </a:br>
            <a:r>
              <a:rPr lang="en-US" sz="2800" dirty="0"/>
              <a:t>Work assumptions</a:t>
            </a:r>
          </a:p>
        </p:txBody>
      </p:sp>
      <p:sp>
        <p:nvSpPr>
          <p:cNvPr id="3" name="Segnaposto contenuto 2">
            <a:extLst>
              <a:ext uri="{FF2B5EF4-FFF2-40B4-BE49-F238E27FC236}">
                <a16:creationId xmlns:a16="http://schemas.microsoft.com/office/drawing/2014/main" id="{FE0E95C0-AE74-30ED-CF2B-EFD6D8B7D5CE}"/>
              </a:ext>
            </a:extLst>
          </p:cNvPr>
          <p:cNvSpPr>
            <a:spLocks noGrp="1"/>
          </p:cNvSpPr>
          <p:nvPr>
            <p:ph idx="1"/>
          </p:nvPr>
        </p:nvSpPr>
        <p:spPr>
          <a:xfrm>
            <a:off x="6689235" y="1690688"/>
            <a:ext cx="4380189" cy="4590288"/>
          </a:xfrm>
          <a:ln>
            <a:solidFill>
              <a:schemeClr val="accent6"/>
            </a:solidFill>
          </a:ln>
        </p:spPr>
        <p:txBody>
          <a:bodyPr>
            <a:normAutofit fontScale="92500" lnSpcReduction="10000"/>
          </a:bodyPr>
          <a:lstStyle/>
          <a:p>
            <a:pPr marL="342900" indent="-342900">
              <a:buFont typeface="+mj-lt"/>
              <a:buAutoNum type="arabicPeriod"/>
            </a:pPr>
            <a:r>
              <a:rPr lang="en-US" sz="1400" dirty="0"/>
              <a:t>This workshop assumes that </a:t>
            </a:r>
            <a:r>
              <a:rPr lang="en-US" sz="1400" b="1" dirty="0"/>
              <a:t>the goal of a Corporate Community of Practice is to generate positive impact (mastery of practices, or at least implementation of it) outside of the Community context</a:t>
            </a:r>
            <a:r>
              <a:rPr lang="en-US" sz="1400" dirty="0"/>
              <a:t> : during the job, with other people who are not from the Community, etc.</a:t>
            </a:r>
          </a:p>
          <a:p>
            <a:pPr marL="342900" indent="-342900">
              <a:buFont typeface="+mj-lt"/>
              <a:buAutoNum type="arabicPeriod"/>
            </a:pPr>
            <a:r>
              <a:rPr lang="en-US" sz="1400" dirty="0"/>
              <a:t>For example, if a Corporate Community of practice trains its members into a new method of communication or a new technology, the goal would be that members use this method or technology in their work and not only between Community members.</a:t>
            </a:r>
          </a:p>
          <a:p>
            <a:pPr marL="342900" indent="-342900">
              <a:buFont typeface="+mj-lt"/>
              <a:buAutoNum type="arabicPeriod"/>
            </a:pPr>
            <a:endParaRPr lang="en-US" sz="1400" dirty="0"/>
          </a:p>
          <a:p>
            <a:pPr marL="342900" indent="-342900">
              <a:buFont typeface="+mj-lt"/>
              <a:buAutoNum type="arabicPeriod"/>
            </a:pPr>
            <a:r>
              <a:rPr lang="en-US" sz="1400" dirty="0"/>
              <a:t>Also, this workshop assumes that </a:t>
            </a:r>
            <a:r>
              <a:rPr lang="en-US" sz="1400" b="1" dirty="0"/>
              <a:t>not all practices are so easy  to implement that any member would be ready to implement a practice “just after viewing it”</a:t>
            </a:r>
            <a:r>
              <a:rPr lang="en-US" sz="1400" dirty="0"/>
              <a:t>. Some practices would need more than just presentations for members to do it by themselves out of Community context.</a:t>
            </a:r>
          </a:p>
          <a:p>
            <a:pPr marL="342900" indent="-342900">
              <a:buFont typeface="+mj-lt"/>
              <a:buAutoNum type="arabicPeriod"/>
            </a:pPr>
            <a:endParaRPr lang="en-US" sz="1400" dirty="0"/>
          </a:p>
          <a:p>
            <a:pPr marL="342900" indent="-342900">
              <a:buFont typeface="+mj-lt"/>
              <a:buAutoNum type="arabicPeriod"/>
            </a:pPr>
            <a:r>
              <a:rPr lang="en-US" sz="1400" dirty="0"/>
              <a:t>Therefore, this workshop intends to help Community members find the most relevant and feasible format of support to ensure implementation outside of Community context.</a:t>
            </a:r>
          </a:p>
        </p:txBody>
      </p:sp>
      <p:sp>
        <p:nvSpPr>
          <p:cNvPr id="6" name="Freccia a destra 5">
            <a:extLst>
              <a:ext uri="{FF2B5EF4-FFF2-40B4-BE49-F238E27FC236}">
                <a16:creationId xmlns:a16="http://schemas.microsoft.com/office/drawing/2014/main" id="{9CDC6703-3D90-842C-86F0-C52331382517}"/>
              </a:ext>
            </a:extLst>
          </p:cNvPr>
          <p:cNvSpPr/>
          <p:nvPr/>
        </p:nvSpPr>
        <p:spPr>
          <a:xfrm>
            <a:off x="393192" y="2827052"/>
            <a:ext cx="5239512" cy="914400"/>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ttangolo 6">
            <a:extLst>
              <a:ext uri="{FF2B5EF4-FFF2-40B4-BE49-F238E27FC236}">
                <a16:creationId xmlns:a16="http://schemas.microsoft.com/office/drawing/2014/main" id="{5C15A59C-CE49-B8B8-320C-9126A9C13120}"/>
              </a:ext>
            </a:extLst>
          </p:cNvPr>
          <p:cNvSpPr/>
          <p:nvPr/>
        </p:nvSpPr>
        <p:spPr>
          <a:xfrm>
            <a:off x="402321" y="3060224"/>
            <a:ext cx="332232" cy="448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egnaposto contenuto 2">
            <a:extLst>
              <a:ext uri="{FF2B5EF4-FFF2-40B4-BE49-F238E27FC236}">
                <a16:creationId xmlns:a16="http://schemas.microsoft.com/office/drawing/2014/main" id="{E9D0D46E-15F1-D465-EEDE-38E935058C2B}"/>
              </a:ext>
            </a:extLst>
          </p:cNvPr>
          <p:cNvSpPr txBox="1">
            <a:spLocks/>
          </p:cNvSpPr>
          <p:nvPr/>
        </p:nvSpPr>
        <p:spPr>
          <a:xfrm>
            <a:off x="960120" y="1993878"/>
            <a:ext cx="1444752" cy="6878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dirty="0"/>
              <a:t>Time of member with the Community</a:t>
            </a:r>
          </a:p>
        </p:txBody>
      </p:sp>
      <p:sp>
        <p:nvSpPr>
          <p:cNvPr id="9" name="Rettangolo 8">
            <a:extLst>
              <a:ext uri="{FF2B5EF4-FFF2-40B4-BE49-F238E27FC236}">
                <a16:creationId xmlns:a16="http://schemas.microsoft.com/office/drawing/2014/main" id="{AD94B7B8-01AF-03B6-014B-98527AA598CE}"/>
              </a:ext>
            </a:extLst>
          </p:cNvPr>
          <p:cNvSpPr/>
          <p:nvPr/>
        </p:nvSpPr>
        <p:spPr>
          <a:xfrm>
            <a:off x="2830830" y="3050436"/>
            <a:ext cx="332232" cy="448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egnaposto contenuto 2">
            <a:extLst>
              <a:ext uri="{FF2B5EF4-FFF2-40B4-BE49-F238E27FC236}">
                <a16:creationId xmlns:a16="http://schemas.microsoft.com/office/drawing/2014/main" id="{4184A698-CE0A-499B-4518-AE8032EACE2B}"/>
              </a:ext>
            </a:extLst>
          </p:cNvPr>
          <p:cNvSpPr txBox="1">
            <a:spLocks/>
          </p:cNvSpPr>
          <p:nvPr/>
        </p:nvSpPr>
        <p:spPr>
          <a:xfrm>
            <a:off x="2887979" y="2009745"/>
            <a:ext cx="2614787" cy="742281"/>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dirty="0"/>
              <a:t>Assumption : </a:t>
            </a:r>
          </a:p>
          <a:p>
            <a:pPr marL="0" indent="0" algn="ctr">
              <a:buNone/>
            </a:pPr>
            <a:r>
              <a:rPr lang="en-US" sz="1400" dirty="0"/>
              <a:t>Goal of a CoP is to help implement practices outside of Community context</a:t>
            </a:r>
          </a:p>
        </p:txBody>
      </p:sp>
      <p:cxnSp>
        <p:nvCxnSpPr>
          <p:cNvPr id="12" name="Connettore 2 11">
            <a:extLst>
              <a:ext uri="{FF2B5EF4-FFF2-40B4-BE49-F238E27FC236}">
                <a16:creationId xmlns:a16="http://schemas.microsoft.com/office/drawing/2014/main" id="{6C4ACDF4-D932-CC82-53CF-7215DDC77A44}"/>
              </a:ext>
            </a:extLst>
          </p:cNvPr>
          <p:cNvCxnSpPr>
            <a:cxnSpLocks/>
            <a:stCxn id="8" idx="2"/>
            <a:endCxn id="7" idx="0"/>
          </p:cNvCxnSpPr>
          <p:nvPr/>
        </p:nvCxnSpPr>
        <p:spPr>
          <a:xfrm flipH="1">
            <a:off x="568437" y="2681765"/>
            <a:ext cx="1114059" cy="3784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nettore 2 12">
            <a:extLst>
              <a:ext uri="{FF2B5EF4-FFF2-40B4-BE49-F238E27FC236}">
                <a16:creationId xmlns:a16="http://schemas.microsoft.com/office/drawing/2014/main" id="{A6CD9318-ADAC-48C6-C56C-B45A74C37E24}"/>
              </a:ext>
            </a:extLst>
          </p:cNvPr>
          <p:cNvCxnSpPr>
            <a:cxnSpLocks/>
            <a:stCxn id="8" idx="2"/>
            <a:endCxn id="9" idx="0"/>
          </p:cNvCxnSpPr>
          <p:nvPr/>
        </p:nvCxnSpPr>
        <p:spPr>
          <a:xfrm>
            <a:off x="1682496" y="2681765"/>
            <a:ext cx="1314450" cy="3686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ttore 2 15">
            <a:extLst>
              <a:ext uri="{FF2B5EF4-FFF2-40B4-BE49-F238E27FC236}">
                <a16:creationId xmlns:a16="http://schemas.microsoft.com/office/drawing/2014/main" id="{72A6FA98-2BAD-05E4-25D0-53C48D2F05CA}"/>
              </a:ext>
            </a:extLst>
          </p:cNvPr>
          <p:cNvCxnSpPr>
            <a:cxnSpLocks/>
            <a:stCxn id="10" idx="2"/>
            <a:endCxn id="51" idx="1"/>
          </p:cNvCxnSpPr>
          <p:nvPr/>
        </p:nvCxnSpPr>
        <p:spPr>
          <a:xfrm>
            <a:off x="4195373" y="2752026"/>
            <a:ext cx="400129" cy="5535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1" name="Elemento grafico 50" descr="Tiro a segno con riempimento a tinta unita">
            <a:extLst>
              <a:ext uri="{FF2B5EF4-FFF2-40B4-BE49-F238E27FC236}">
                <a16:creationId xmlns:a16="http://schemas.microsoft.com/office/drawing/2014/main" id="{B121773B-7458-3C55-075E-8D35D22E9F3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95502" y="3131205"/>
            <a:ext cx="348730" cy="348730"/>
          </a:xfrm>
          <a:prstGeom prst="rect">
            <a:avLst/>
          </a:prstGeom>
        </p:spPr>
      </p:pic>
      <p:pic>
        <p:nvPicPr>
          <p:cNvPr id="58" name="Immagine 57" descr="Immagine che contiene interno, persona, muro, gruppo&#10;&#10;Descrizione generata automaticamente">
            <a:extLst>
              <a:ext uri="{FF2B5EF4-FFF2-40B4-BE49-F238E27FC236}">
                <a16:creationId xmlns:a16="http://schemas.microsoft.com/office/drawing/2014/main" id="{4B1035C2-DC0F-6CCD-3FF5-A56D74F49299}"/>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264063" y="3616769"/>
            <a:ext cx="1470016" cy="957857"/>
          </a:xfrm>
          <a:prstGeom prst="rect">
            <a:avLst/>
          </a:prstGeom>
        </p:spPr>
      </p:pic>
      <p:pic>
        <p:nvPicPr>
          <p:cNvPr id="59" name="Immagine 58" descr="Immagine che contiene interno, persona, muro, gruppo&#10;&#10;Descrizione generata automaticamente">
            <a:extLst>
              <a:ext uri="{FF2B5EF4-FFF2-40B4-BE49-F238E27FC236}">
                <a16:creationId xmlns:a16="http://schemas.microsoft.com/office/drawing/2014/main" id="{3A98E528-7681-568E-E9B0-BE3A054CA182}"/>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2838556" y="3616769"/>
            <a:ext cx="1470016" cy="957857"/>
          </a:xfrm>
          <a:prstGeom prst="rect">
            <a:avLst/>
          </a:prstGeom>
        </p:spPr>
      </p:pic>
      <p:pic>
        <p:nvPicPr>
          <p:cNvPr id="61" name="Immagine 60">
            <a:extLst>
              <a:ext uri="{FF2B5EF4-FFF2-40B4-BE49-F238E27FC236}">
                <a16:creationId xmlns:a16="http://schemas.microsoft.com/office/drawing/2014/main" id="{A3DBAC31-5622-360B-E560-A316B4E5144B}"/>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4380094" y="3609756"/>
            <a:ext cx="917237" cy="1375856"/>
          </a:xfrm>
          <a:prstGeom prst="rect">
            <a:avLst/>
          </a:prstGeom>
        </p:spPr>
      </p:pic>
      <p:pic>
        <p:nvPicPr>
          <p:cNvPr id="62" name="Immagine 61">
            <a:extLst>
              <a:ext uri="{FF2B5EF4-FFF2-40B4-BE49-F238E27FC236}">
                <a16:creationId xmlns:a16="http://schemas.microsoft.com/office/drawing/2014/main" id="{9A127D60-4B6D-E91A-06EB-B21B97F9E574}"/>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1823836" y="3616769"/>
            <a:ext cx="917237" cy="1375856"/>
          </a:xfrm>
          <a:prstGeom prst="rect">
            <a:avLst/>
          </a:prstGeom>
        </p:spPr>
      </p:pic>
    </p:spTree>
    <p:extLst>
      <p:ext uri="{BB962C8B-B14F-4D97-AF65-F5344CB8AC3E}">
        <p14:creationId xmlns:p14="http://schemas.microsoft.com/office/powerpoint/2010/main" val="3205091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descr="Pièce de puzzle comblant un trou">
            <a:extLst>
              <a:ext uri="{FF2B5EF4-FFF2-40B4-BE49-F238E27FC236}">
                <a16:creationId xmlns:a16="http://schemas.microsoft.com/office/drawing/2014/main" id="{CB0B5827-FF19-A501-148D-7484231D0B9C}"/>
              </a:ext>
            </a:extLst>
          </p:cNvPr>
          <p:cNvPicPr>
            <a:picLocks noChangeAspect="1"/>
          </p:cNvPicPr>
          <p:nvPr/>
        </p:nvPicPr>
        <p:blipFill>
          <a:blip r:embed="rId2">
            <a:extLst>
              <a:ext uri="{28A0092B-C50C-407E-A947-70E740481C1C}">
                <a14:useLocalDpi xmlns:a14="http://schemas.microsoft.com/office/drawing/2010/main" val="0"/>
              </a:ext>
            </a:extLst>
          </a:blip>
          <a:srcRect l="11568" r="11568"/>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
        <p:nvSpPr>
          <p:cNvPr id="9" name="Titre 8">
            <a:extLst>
              <a:ext uri="{FF2B5EF4-FFF2-40B4-BE49-F238E27FC236}">
                <a16:creationId xmlns:a16="http://schemas.microsoft.com/office/drawing/2014/main" id="{5C6F2FF8-FEA8-9E29-FA23-1FDC3C7CDB38}"/>
              </a:ext>
            </a:extLst>
          </p:cNvPr>
          <p:cNvSpPr>
            <a:spLocks noGrp="1"/>
          </p:cNvSpPr>
          <p:nvPr>
            <p:ph type="ctrTitle"/>
          </p:nvPr>
        </p:nvSpPr>
        <p:spPr>
          <a:xfrm>
            <a:off x="7464614" y="1783958"/>
            <a:ext cx="4087306" cy="3464697"/>
          </a:xfrm>
        </p:spPr>
        <p:txBody>
          <a:bodyPr anchor="b">
            <a:normAutofit/>
          </a:bodyPr>
          <a:lstStyle/>
          <a:p>
            <a:pPr algn="l"/>
            <a:r>
              <a:rPr lang="en-US" sz="5400" dirty="0">
                <a:solidFill>
                  <a:srgbClr val="5C4E63"/>
                </a:solidFill>
                <a:latin typeface="Avenir Next LT Pro Light" panose="020B0304020202020204" pitchFamily="34" charset="0"/>
              </a:rPr>
              <a:t>Community of Practice </a:t>
            </a:r>
            <a:br>
              <a:rPr lang="en-US" sz="5400" dirty="0">
                <a:solidFill>
                  <a:srgbClr val="5C4E63"/>
                </a:solidFill>
                <a:latin typeface="Avenir Next LT Pro Light" panose="020B0304020202020204" pitchFamily="34" charset="0"/>
              </a:rPr>
            </a:br>
            <a:r>
              <a:rPr lang="en-US" sz="5400" dirty="0">
                <a:solidFill>
                  <a:srgbClr val="5C4E63"/>
                </a:solidFill>
                <a:latin typeface="Avenir Next LT Pro Light" panose="020B0304020202020204" pitchFamily="34" charset="0"/>
              </a:rPr>
              <a:t>roadmap workshop</a:t>
            </a:r>
          </a:p>
        </p:txBody>
      </p:sp>
    </p:spTree>
    <p:extLst>
      <p:ext uri="{BB962C8B-B14F-4D97-AF65-F5344CB8AC3E}">
        <p14:creationId xmlns:p14="http://schemas.microsoft.com/office/powerpoint/2010/main" val="34367380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a:xfrm>
            <a:off x="0" y="0"/>
            <a:ext cx="12192000" cy="1325563"/>
          </a:xfrm>
        </p:spPr>
        <p:txBody>
          <a:bodyPr>
            <a:normAutofit/>
          </a:bodyPr>
          <a:lstStyle/>
          <a:p>
            <a:r>
              <a:rPr lang="fr-FR" dirty="0">
                <a:solidFill>
                  <a:srgbClr val="5C4E63"/>
                </a:solidFill>
                <a:latin typeface="Avenir Next LT Pro Light" panose="020B0304020202020204" pitchFamily="34" charset="0"/>
              </a:rPr>
              <a:t>For whom and </a:t>
            </a:r>
            <a:r>
              <a:rPr lang="fr-FR" dirty="0" err="1">
                <a:solidFill>
                  <a:srgbClr val="5C4E63"/>
                </a:solidFill>
                <a:latin typeface="Avenir Next LT Pro Light" panose="020B0304020202020204" pitchFamily="34" charset="0"/>
              </a:rPr>
              <a:t>why</a:t>
            </a:r>
            <a:r>
              <a:rPr lang="fr-FR" dirty="0">
                <a:solidFill>
                  <a:srgbClr val="5C4E63"/>
                </a:solidFill>
                <a:latin typeface="Avenir Next LT Pro Light" panose="020B0304020202020204" pitchFamily="34" charset="0"/>
              </a:rPr>
              <a:t> </a:t>
            </a:r>
            <a:r>
              <a:rPr lang="fr-FR" dirty="0" err="1">
                <a:solidFill>
                  <a:srgbClr val="5C4E63"/>
                </a:solidFill>
                <a:latin typeface="Avenir Next LT Pro Light" panose="020B0304020202020204" pitchFamily="34" charset="0"/>
              </a:rPr>
              <a:t>this</a:t>
            </a:r>
            <a:r>
              <a:rPr lang="fr-FR" dirty="0">
                <a:solidFill>
                  <a:srgbClr val="5C4E63"/>
                </a:solidFill>
                <a:latin typeface="Avenir Next LT Pro Light" panose="020B0304020202020204" pitchFamily="34" charset="0"/>
              </a:rPr>
              <a:t> </a:t>
            </a:r>
            <a:r>
              <a:rPr lang="fr-FR" dirty="0">
                <a:solidFill>
                  <a:srgbClr val="8E2C48"/>
                </a:solidFill>
                <a:latin typeface="Avenir Next LT Pro Light" panose="020B0304020202020204" pitchFamily="34" charset="0"/>
              </a:rPr>
              <a:t>Workshop?</a:t>
            </a:r>
            <a:endParaRPr lang="fr-FR" dirty="0">
              <a:solidFill>
                <a:srgbClr val="5C4E63"/>
              </a:solidFill>
              <a:latin typeface="Avenir Next LT Pro Light" panose="020B0304020202020204" pitchFamily="34" charset="0"/>
            </a:endParaRPr>
          </a:p>
        </p:txBody>
      </p:sp>
      <p:graphicFrame>
        <p:nvGraphicFramePr>
          <p:cNvPr id="14" name="Diagramme 13">
            <a:extLst>
              <a:ext uri="{FF2B5EF4-FFF2-40B4-BE49-F238E27FC236}">
                <a16:creationId xmlns:a16="http://schemas.microsoft.com/office/drawing/2014/main" id="{AFD662A8-3A2A-775A-1682-C5613BF18B68}"/>
              </a:ext>
            </a:extLst>
          </p:cNvPr>
          <p:cNvGraphicFramePr/>
          <p:nvPr>
            <p:extLst>
              <p:ext uri="{D42A27DB-BD31-4B8C-83A1-F6EECF244321}">
                <p14:modId xmlns:p14="http://schemas.microsoft.com/office/powerpoint/2010/main" val="268737397"/>
              </p:ext>
            </p:extLst>
          </p:nvPr>
        </p:nvGraphicFramePr>
        <p:xfrm>
          <a:off x="3593433" y="1690687"/>
          <a:ext cx="4644188" cy="49026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egnaposto contenuto 2">
            <a:extLst>
              <a:ext uri="{FF2B5EF4-FFF2-40B4-BE49-F238E27FC236}">
                <a16:creationId xmlns:a16="http://schemas.microsoft.com/office/drawing/2014/main" id="{3F9A1DDF-F13E-22AD-74F2-BEB8A2B735C8}"/>
              </a:ext>
            </a:extLst>
          </p:cNvPr>
          <p:cNvSpPr txBox="1">
            <a:spLocks/>
          </p:cNvSpPr>
          <p:nvPr/>
        </p:nvSpPr>
        <p:spPr>
          <a:xfrm>
            <a:off x="9378645" y="5934456"/>
            <a:ext cx="2746299" cy="279082"/>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t>*CoP = Community of Practice</a:t>
            </a:r>
          </a:p>
        </p:txBody>
      </p:sp>
    </p:spTree>
    <p:extLst>
      <p:ext uri="{BB962C8B-B14F-4D97-AF65-F5344CB8AC3E}">
        <p14:creationId xmlns:p14="http://schemas.microsoft.com/office/powerpoint/2010/main" val="217305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a:xfrm>
            <a:off x="-1" y="0"/>
            <a:ext cx="12192000" cy="1325563"/>
          </a:xfrm>
        </p:spPr>
        <p:txBody>
          <a:bodyPr>
            <a:normAutofit/>
          </a:bodyPr>
          <a:lstStyle/>
          <a:p>
            <a:r>
              <a:rPr lang="fr-FR" dirty="0">
                <a:solidFill>
                  <a:srgbClr val="5C4E63"/>
                </a:solidFill>
                <a:latin typeface="Avenir Next LT Pro Light" panose="020B0304020202020204" pitchFamily="34" charset="0"/>
              </a:rPr>
              <a:t>Presentation of the workshop steps (optional)</a:t>
            </a:r>
          </a:p>
        </p:txBody>
      </p:sp>
      <p:graphicFrame>
        <p:nvGraphicFramePr>
          <p:cNvPr id="14" name="Diagramme 13">
            <a:extLst>
              <a:ext uri="{FF2B5EF4-FFF2-40B4-BE49-F238E27FC236}">
                <a16:creationId xmlns:a16="http://schemas.microsoft.com/office/drawing/2014/main" id="{AFD662A8-3A2A-775A-1682-C5613BF18B68}"/>
              </a:ext>
            </a:extLst>
          </p:cNvPr>
          <p:cNvGraphicFramePr/>
          <p:nvPr>
            <p:extLst>
              <p:ext uri="{D42A27DB-BD31-4B8C-83A1-F6EECF244321}">
                <p14:modId xmlns:p14="http://schemas.microsoft.com/office/powerpoint/2010/main" val="407546801"/>
              </p:ext>
            </p:extLst>
          </p:nvPr>
        </p:nvGraphicFramePr>
        <p:xfrm>
          <a:off x="1729179" y="1152144"/>
          <a:ext cx="8733639" cy="5495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78499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89C83C-CF0E-55FD-8F7C-B0A92BE675F7}"/>
              </a:ext>
            </a:extLst>
          </p:cNvPr>
          <p:cNvSpPr>
            <a:spLocks noGrp="1"/>
          </p:cNvSpPr>
          <p:nvPr>
            <p:ph type="title"/>
          </p:nvPr>
        </p:nvSpPr>
        <p:spPr>
          <a:xfrm>
            <a:off x="0" y="0"/>
            <a:ext cx="10515600" cy="1325563"/>
          </a:xfrm>
        </p:spPr>
        <p:txBody>
          <a:bodyPr/>
          <a:lstStyle/>
          <a:p>
            <a:r>
              <a:rPr lang="fr-FR" dirty="0">
                <a:solidFill>
                  <a:srgbClr val="5C4E63"/>
                </a:solidFill>
                <a:latin typeface="Avenir Next LT Pro Light" panose="020B0304020202020204" pitchFamily="34" charset="0"/>
              </a:rPr>
              <a:t>Workshop </a:t>
            </a:r>
            <a:r>
              <a:rPr lang="fr-FR" dirty="0" err="1">
                <a:solidFill>
                  <a:srgbClr val="5C4E63"/>
                </a:solidFill>
                <a:latin typeface="Avenir Next LT Pro Light" panose="020B0304020202020204" pitchFamily="34" charset="0"/>
              </a:rPr>
              <a:t>organization</a:t>
            </a:r>
            <a:endParaRPr lang="fr-FR" dirty="0">
              <a:solidFill>
                <a:srgbClr val="5C4E63"/>
              </a:solidFill>
              <a:latin typeface="Avenir Next LT Pro Light" panose="020B0304020202020204" pitchFamily="34" charset="0"/>
            </a:endParaRPr>
          </a:p>
        </p:txBody>
      </p:sp>
      <p:graphicFrame>
        <p:nvGraphicFramePr>
          <p:cNvPr id="13" name="Diagramme 12">
            <a:extLst>
              <a:ext uri="{FF2B5EF4-FFF2-40B4-BE49-F238E27FC236}">
                <a16:creationId xmlns:a16="http://schemas.microsoft.com/office/drawing/2014/main" id="{DC56BF81-D9A3-F4C8-9A4B-166CFC9B8F71}"/>
              </a:ext>
            </a:extLst>
          </p:cNvPr>
          <p:cNvGraphicFramePr/>
          <p:nvPr>
            <p:extLst>
              <p:ext uri="{D42A27DB-BD31-4B8C-83A1-F6EECF244321}">
                <p14:modId xmlns:p14="http://schemas.microsoft.com/office/powerpoint/2010/main" val="1104402803"/>
              </p:ext>
            </p:extLst>
          </p:nvPr>
        </p:nvGraphicFramePr>
        <p:xfrm>
          <a:off x="2605772" y="1444752"/>
          <a:ext cx="7909828" cy="49834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18046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89C83C-CF0E-55FD-8F7C-B0A92BE675F7}"/>
              </a:ext>
            </a:extLst>
          </p:cNvPr>
          <p:cNvSpPr>
            <a:spLocks noGrp="1"/>
          </p:cNvSpPr>
          <p:nvPr>
            <p:ph type="title"/>
          </p:nvPr>
        </p:nvSpPr>
        <p:spPr>
          <a:xfrm>
            <a:off x="0" y="0"/>
            <a:ext cx="10515600" cy="1325563"/>
          </a:xfrm>
        </p:spPr>
        <p:txBody>
          <a:bodyPr/>
          <a:lstStyle/>
          <a:p>
            <a:r>
              <a:rPr lang="fr-FR" dirty="0">
                <a:solidFill>
                  <a:srgbClr val="5C4E63"/>
                </a:solidFill>
                <a:latin typeface="Avenir Next LT Pro Light" panose="020B0304020202020204" pitchFamily="34" charset="0"/>
              </a:rPr>
              <a:t>Favorable &amp; not favorable conditions</a:t>
            </a:r>
          </a:p>
        </p:txBody>
      </p:sp>
      <p:graphicFrame>
        <p:nvGraphicFramePr>
          <p:cNvPr id="13" name="Diagramme 12">
            <a:extLst>
              <a:ext uri="{FF2B5EF4-FFF2-40B4-BE49-F238E27FC236}">
                <a16:creationId xmlns:a16="http://schemas.microsoft.com/office/drawing/2014/main" id="{DC56BF81-D9A3-F4C8-9A4B-166CFC9B8F71}"/>
              </a:ext>
            </a:extLst>
          </p:cNvPr>
          <p:cNvGraphicFramePr/>
          <p:nvPr>
            <p:extLst>
              <p:ext uri="{D42A27DB-BD31-4B8C-83A1-F6EECF244321}">
                <p14:modId xmlns:p14="http://schemas.microsoft.com/office/powerpoint/2010/main" val="1407807328"/>
              </p:ext>
            </p:extLst>
          </p:nvPr>
        </p:nvGraphicFramePr>
        <p:xfrm>
          <a:off x="3688587" y="1544383"/>
          <a:ext cx="3836925" cy="45336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42634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5C6F2FF8-FEA8-9E29-FA23-1FDC3C7CDB38}"/>
              </a:ext>
            </a:extLst>
          </p:cNvPr>
          <p:cNvSpPr>
            <a:spLocks noGrp="1"/>
          </p:cNvSpPr>
          <p:nvPr>
            <p:ph type="ctrTitle"/>
          </p:nvPr>
        </p:nvSpPr>
        <p:spPr>
          <a:xfrm>
            <a:off x="7455470" y="1837944"/>
            <a:ext cx="4346386" cy="3530073"/>
          </a:xfrm>
        </p:spPr>
        <p:txBody>
          <a:bodyPr anchor="b">
            <a:normAutofit fontScale="90000"/>
          </a:bodyPr>
          <a:lstStyle/>
          <a:p>
            <a:pPr algn="l"/>
            <a:r>
              <a:rPr lang="en-US" sz="5400" dirty="0">
                <a:solidFill>
                  <a:srgbClr val="5C4E63"/>
                </a:solidFill>
                <a:latin typeface="Avenir Next LT Pro Light" panose="020B0304020202020204" pitchFamily="34" charset="0"/>
              </a:rPr>
              <a:t>Step 1 : Explanation about workshop goals</a:t>
            </a:r>
          </a:p>
        </p:txBody>
      </p:sp>
      <p:pic>
        <p:nvPicPr>
          <p:cNvPr id="5" name="Image 4" descr="Personnes faisant un puzzle">
            <a:extLst>
              <a:ext uri="{FF2B5EF4-FFF2-40B4-BE49-F238E27FC236}">
                <a16:creationId xmlns:a16="http://schemas.microsoft.com/office/drawing/2014/main" id="{CB0B5827-FF19-A501-148D-7484231D0B9C}"/>
              </a:ext>
            </a:extLst>
          </p:cNvPr>
          <p:cNvPicPr>
            <a:picLocks noChangeAspect="1"/>
          </p:cNvPicPr>
          <p:nvPr/>
        </p:nvPicPr>
        <p:blipFill>
          <a:blip r:embed="rId2">
            <a:extLst>
              <a:ext uri="{28A0092B-C50C-407E-A947-70E740481C1C}">
                <a14:useLocalDpi xmlns:a14="http://schemas.microsoft.com/office/drawing/2010/main" val="0"/>
              </a:ext>
            </a:extLst>
          </a:blip>
          <a:srcRect l="15838" r="15838"/>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pic>
        <p:nvPicPr>
          <p:cNvPr id="3" name="Elemento grafico 2" descr="Cronometro 25% contorno">
            <a:extLst>
              <a:ext uri="{FF2B5EF4-FFF2-40B4-BE49-F238E27FC236}">
                <a16:creationId xmlns:a16="http://schemas.microsoft.com/office/drawing/2014/main" id="{DB26E030-4751-27F8-56C4-14FDCDAB0B1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19687" y="0"/>
            <a:ext cx="914400" cy="914400"/>
          </a:xfrm>
          <a:prstGeom prst="rect">
            <a:avLst/>
          </a:prstGeom>
        </p:spPr>
      </p:pic>
      <p:sp>
        <p:nvSpPr>
          <p:cNvPr id="4" name="CasellaDiTesto 3">
            <a:extLst>
              <a:ext uri="{FF2B5EF4-FFF2-40B4-BE49-F238E27FC236}">
                <a16:creationId xmlns:a16="http://schemas.microsoft.com/office/drawing/2014/main" id="{33DEDF31-BF15-28D0-D638-4A30B131B768}"/>
              </a:ext>
            </a:extLst>
          </p:cNvPr>
          <p:cNvSpPr txBox="1"/>
          <p:nvPr/>
        </p:nvSpPr>
        <p:spPr>
          <a:xfrm>
            <a:off x="11303410" y="729734"/>
            <a:ext cx="830677" cy="369332"/>
          </a:xfrm>
          <a:prstGeom prst="rect">
            <a:avLst/>
          </a:prstGeom>
          <a:noFill/>
        </p:spPr>
        <p:txBody>
          <a:bodyPr wrap="none" rtlCol="0">
            <a:spAutoFit/>
          </a:bodyPr>
          <a:lstStyle/>
          <a:p>
            <a:r>
              <a:rPr lang="en-US" dirty="0"/>
              <a:t>15 min</a:t>
            </a:r>
          </a:p>
        </p:txBody>
      </p:sp>
    </p:spTree>
    <p:extLst>
      <p:ext uri="{BB962C8B-B14F-4D97-AF65-F5344CB8AC3E}">
        <p14:creationId xmlns:p14="http://schemas.microsoft.com/office/powerpoint/2010/main" val="3458930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1571B85-D56E-FDB2-9353-0095EEEA3C00}"/>
              </a:ext>
            </a:extLst>
          </p:cNvPr>
          <p:cNvSpPr>
            <a:spLocks noGrp="1"/>
          </p:cNvSpPr>
          <p:nvPr>
            <p:ph type="title"/>
          </p:nvPr>
        </p:nvSpPr>
        <p:spPr/>
        <p:txBody>
          <a:bodyPr/>
          <a:lstStyle/>
          <a:p>
            <a:r>
              <a:rPr lang="en-US" dirty="0"/>
              <a:t>Practice and Communities of practice</a:t>
            </a:r>
            <a:br>
              <a:rPr lang="en-US" dirty="0"/>
            </a:br>
            <a:r>
              <a:rPr lang="en-US" dirty="0"/>
              <a:t>Vocabulary and assumptions</a:t>
            </a:r>
          </a:p>
        </p:txBody>
      </p:sp>
      <p:sp>
        <p:nvSpPr>
          <p:cNvPr id="3" name="Segnaposto contenuto 2">
            <a:extLst>
              <a:ext uri="{FF2B5EF4-FFF2-40B4-BE49-F238E27FC236}">
                <a16:creationId xmlns:a16="http://schemas.microsoft.com/office/drawing/2014/main" id="{59A207E4-1F35-D855-9D9F-58C7533B640E}"/>
              </a:ext>
            </a:extLst>
          </p:cNvPr>
          <p:cNvSpPr>
            <a:spLocks noGrp="1"/>
          </p:cNvSpPr>
          <p:nvPr>
            <p:ph idx="1"/>
          </p:nvPr>
        </p:nvSpPr>
        <p:spPr>
          <a:xfrm>
            <a:off x="273444" y="3436875"/>
            <a:ext cx="2773680" cy="2871580"/>
          </a:xfrm>
          <a:solidFill>
            <a:schemeClr val="accent1">
              <a:lumMod val="20000"/>
              <a:lumOff val="80000"/>
            </a:schemeClr>
          </a:solidFill>
        </p:spPr>
        <p:txBody>
          <a:bodyPr>
            <a:normAutofit/>
          </a:bodyPr>
          <a:lstStyle/>
          <a:p>
            <a:pPr marL="0" indent="0">
              <a:buNone/>
            </a:pPr>
            <a:r>
              <a:rPr lang="en-US" sz="1400" dirty="0"/>
              <a:t>A professional </a:t>
            </a:r>
            <a:r>
              <a:rPr lang="en-US" sz="1400" b="1" dirty="0">
                <a:solidFill>
                  <a:schemeClr val="accent1"/>
                </a:solidFill>
              </a:rPr>
              <a:t>PRACTICE</a:t>
            </a:r>
            <a:r>
              <a:rPr lang="en-US" sz="1400" dirty="0"/>
              <a:t> is here defined as </a:t>
            </a:r>
          </a:p>
          <a:p>
            <a:r>
              <a:rPr lang="en-US" sz="1400" dirty="0"/>
              <a:t>A set of actions one can DO within some conditions</a:t>
            </a:r>
          </a:p>
          <a:p>
            <a:r>
              <a:rPr lang="en-US" sz="1400" dirty="0"/>
              <a:t>Brings value, utility or satisfaction in a context of work, leading to </a:t>
            </a:r>
            <a:r>
              <a:rPr lang="en-US" sz="1400" b="1" dirty="0">
                <a:solidFill>
                  <a:schemeClr val="accent6"/>
                </a:solidFill>
              </a:rPr>
              <a:t>RESULTS</a:t>
            </a:r>
          </a:p>
          <a:p>
            <a:r>
              <a:rPr lang="en-US" sz="1400" dirty="0"/>
              <a:t>Something that is generic enough to be done and repeated by different people in their own context</a:t>
            </a:r>
          </a:p>
        </p:txBody>
      </p:sp>
      <p:sp>
        <p:nvSpPr>
          <p:cNvPr id="4" name="Segnaposto contenuto 2">
            <a:extLst>
              <a:ext uri="{FF2B5EF4-FFF2-40B4-BE49-F238E27FC236}">
                <a16:creationId xmlns:a16="http://schemas.microsoft.com/office/drawing/2014/main" id="{129589B1-1D43-FC7C-8DA8-3C3EBD95FDD7}"/>
              </a:ext>
            </a:extLst>
          </p:cNvPr>
          <p:cNvSpPr txBox="1">
            <a:spLocks/>
          </p:cNvSpPr>
          <p:nvPr/>
        </p:nvSpPr>
        <p:spPr>
          <a:xfrm>
            <a:off x="6218361" y="3436875"/>
            <a:ext cx="2773680" cy="2835909"/>
          </a:xfrm>
          <a:prstGeom prst="rect">
            <a:avLst/>
          </a:prstGeom>
          <a:solidFill>
            <a:schemeClr val="accent1">
              <a:lumMod val="20000"/>
              <a:lumOff val="8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dirty="0"/>
              <a:t>A professional </a:t>
            </a:r>
            <a:r>
              <a:rPr lang="en-US" sz="1400" b="1" dirty="0">
                <a:solidFill>
                  <a:schemeClr val="accent1"/>
                </a:solidFill>
              </a:rPr>
              <a:t>COMMUNITY OF PRACTICE</a:t>
            </a:r>
            <a:r>
              <a:rPr lang="en-US" sz="1400" b="1" dirty="0">
                <a:solidFill>
                  <a:srgbClr val="8E2C48"/>
                </a:solidFill>
              </a:rPr>
              <a:t> </a:t>
            </a:r>
            <a:r>
              <a:rPr lang="en-US" sz="1400" dirty="0"/>
              <a:t>is here defined as : </a:t>
            </a:r>
          </a:p>
          <a:p>
            <a:pPr marL="0" indent="0">
              <a:buFont typeface="Arial" panose="020B0604020202020204" pitchFamily="34" charset="0"/>
              <a:buNone/>
            </a:pPr>
            <a:r>
              <a:rPr lang="en-US" sz="1400" dirty="0"/>
              <a:t>A set of individuals who organize themselves as a Community in some activities in order to learn, practice, and ultimately improve </a:t>
            </a:r>
            <a:r>
              <a:rPr lang="en-US" sz="1400" b="1" dirty="0">
                <a:solidFill>
                  <a:schemeClr val="accent6"/>
                </a:solidFill>
              </a:rPr>
              <a:t>RESULTS</a:t>
            </a:r>
          </a:p>
        </p:txBody>
      </p:sp>
      <p:pic>
        <p:nvPicPr>
          <p:cNvPr id="5" name="Immagine 4" descr="Immagine che contiene interno, persona, muro, gruppo&#10;&#10;Descrizione generata automaticamente">
            <a:extLst>
              <a:ext uri="{FF2B5EF4-FFF2-40B4-BE49-F238E27FC236}">
                <a16:creationId xmlns:a16="http://schemas.microsoft.com/office/drawing/2014/main" id="{BC05D6A5-3379-A75A-0595-31ACDAB7581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443913" y="1865498"/>
            <a:ext cx="2322576" cy="1513383"/>
          </a:xfrm>
          <a:prstGeom prst="rect">
            <a:avLst/>
          </a:prstGeom>
        </p:spPr>
      </p:pic>
      <p:pic>
        <p:nvPicPr>
          <p:cNvPr id="9" name="Elemento grafico 8" descr="Appunti parzialmente selezionati con riempimento a tinta unita">
            <a:extLst>
              <a:ext uri="{FF2B5EF4-FFF2-40B4-BE49-F238E27FC236}">
                <a16:creationId xmlns:a16="http://schemas.microsoft.com/office/drawing/2014/main" id="{CD6F1BCC-580C-E760-2B66-D96D450C27F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1312" y="1728878"/>
            <a:ext cx="1672704" cy="1672704"/>
          </a:xfrm>
          <a:prstGeom prst="rect">
            <a:avLst/>
          </a:prstGeom>
        </p:spPr>
      </p:pic>
      <p:pic>
        <p:nvPicPr>
          <p:cNvPr id="11" name="Elemento grafico 10" descr="Chiudi con riempimento a tinta unita">
            <a:extLst>
              <a:ext uri="{FF2B5EF4-FFF2-40B4-BE49-F238E27FC236}">
                <a16:creationId xmlns:a16="http://schemas.microsoft.com/office/drawing/2014/main" id="{C359D5B2-3AE0-BF5F-56FA-0DECD88435B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57452" y="1945444"/>
            <a:ext cx="1433437" cy="1433437"/>
          </a:xfrm>
          <a:prstGeom prst="rect">
            <a:avLst/>
          </a:prstGeom>
        </p:spPr>
      </p:pic>
      <p:sp>
        <p:nvSpPr>
          <p:cNvPr id="14" name="Segnaposto contenuto 2">
            <a:extLst>
              <a:ext uri="{FF2B5EF4-FFF2-40B4-BE49-F238E27FC236}">
                <a16:creationId xmlns:a16="http://schemas.microsoft.com/office/drawing/2014/main" id="{A4BC1D7E-8E78-5307-AB09-AD969CC7B951}"/>
              </a:ext>
            </a:extLst>
          </p:cNvPr>
          <p:cNvSpPr txBox="1">
            <a:spLocks/>
          </p:cNvSpPr>
          <p:nvPr/>
        </p:nvSpPr>
        <p:spPr>
          <a:xfrm>
            <a:off x="3244803" y="3436875"/>
            <a:ext cx="2773680" cy="2835909"/>
          </a:xfrm>
          <a:prstGeom prst="rect">
            <a:avLst/>
          </a:prstGeom>
          <a:solidFill>
            <a:schemeClr val="accent2">
              <a:lumMod val="20000"/>
              <a:lumOff val="80000"/>
            </a:schemeClr>
          </a:solidFill>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dirty="0"/>
              <a:t>A professional practice is </a:t>
            </a:r>
            <a:r>
              <a:rPr lang="en-US" sz="1400" b="1" dirty="0">
                <a:solidFill>
                  <a:srgbClr val="8E2C48"/>
                </a:solidFill>
              </a:rPr>
              <a:t>NOT</a:t>
            </a:r>
            <a:r>
              <a:rPr lang="en-US" sz="1400" dirty="0"/>
              <a:t> : </a:t>
            </a:r>
          </a:p>
          <a:p>
            <a:r>
              <a:rPr lang="en-US" sz="1400" dirty="0"/>
              <a:t>A general theme</a:t>
            </a:r>
          </a:p>
          <a:p>
            <a:r>
              <a:rPr lang="en-US" sz="1400" dirty="0"/>
              <a:t>A question</a:t>
            </a:r>
          </a:p>
          <a:p>
            <a:r>
              <a:rPr lang="en-US" sz="1400" dirty="0"/>
              <a:t>A set of actions without any impact (or intention of impact) on professional life</a:t>
            </a:r>
          </a:p>
          <a:p>
            <a:r>
              <a:rPr lang="en-US" sz="1400" dirty="0"/>
              <a:t>A set of actions that only one or a very few persons have the opportunity to reproduce</a:t>
            </a:r>
          </a:p>
          <a:p>
            <a:r>
              <a:rPr lang="en-US" sz="1400" dirty="0"/>
              <a:t>Something that was done once in a very specific context and cannot be done anymore</a:t>
            </a:r>
          </a:p>
        </p:txBody>
      </p:sp>
      <p:sp>
        <p:nvSpPr>
          <p:cNvPr id="15" name="Segnaposto contenuto 2">
            <a:extLst>
              <a:ext uri="{FF2B5EF4-FFF2-40B4-BE49-F238E27FC236}">
                <a16:creationId xmlns:a16="http://schemas.microsoft.com/office/drawing/2014/main" id="{D4FF2662-7F0C-EB53-3BE9-362F7660E673}"/>
              </a:ext>
            </a:extLst>
          </p:cNvPr>
          <p:cNvSpPr txBox="1">
            <a:spLocks/>
          </p:cNvSpPr>
          <p:nvPr/>
        </p:nvSpPr>
        <p:spPr>
          <a:xfrm>
            <a:off x="9189720" y="3436875"/>
            <a:ext cx="2773680" cy="2835909"/>
          </a:xfrm>
          <a:prstGeom prst="rect">
            <a:avLst/>
          </a:prstGeom>
          <a:solidFill>
            <a:schemeClr val="bg1"/>
          </a:solidFill>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dirty="0"/>
              <a:t>A </a:t>
            </a:r>
            <a:r>
              <a:rPr lang="en-US" sz="1400" b="1" dirty="0"/>
              <a:t>MEMBER</a:t>
            </a:r>
            <a:r>
              <a:rPr lang="en-US" sz="1400" dirty="0"/>
              <a:t> of a professional Community of practice is here defined as : </a:t>
            </a:r>
          </a:p>
          <a:p>
            <a:pPr marL="0" indent="0">
              <a:buFont typeface="Arial" panose="020B0604020202020204" pitchFamily="34" charset="0"/>
              <a:buNone/>
            </a:pPr>
            <a:r>
              <a:rPr lang="en-US" sz="1400" dirty="0"/>
              <a:t>A person who attends activities of Community of Practice in order to bring practices to professional life and lead to on-field results.</a:t>
            </a:r>
          </a:p>
        </p:txBody>
      </p:sp>
      <p:pic>
        <p:nvPicPr>
          <p:cNvPr id="16" name="Immagine 15">
            <a:extLst>
              <a:ext uri="{FF2B5EF4-FFF2-40B4-BE49-F238E27FC236}">
                <a16:creationId xmlns:a16="http://schemas.microsoft.com/office/drawing/2014/main" id="{FB0F8997-6AC4-3A6A-9D4B-4BAFB7C28F0D}"/>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10073605" y="1865498"/>
            <a:ext cx="1008922" cy="1513383"/>
          </a:xfrm>
          <a:prstGeom prst="rect">
            <a:avLst/>
          </a:prstGeom>
        </p:spPr>
      </p:pic>
    </p:spTree>
    <p:extLst>
      <p:ext uri="{BB962C8B-B14F-4D97-AF65-F5344CB8AC3E}">
        <p14:creationId xmlns:p14="http://schemas.microsoft.com/office/powerpoint/2010/main" val="4180850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4DAFB83-0AAF-AE6E-F769-9151CC4D2074}"/>
              </a:ext>
            </a:extLst>
          </p:cNvPr>
          <p:cNvSpPr>
            <a:spLocks noGrp="1"/>
          </p:cNvSpPr>
          <p:nvPr>
            <p:ph type="title"/>
          </p:nvPr>
        </p:nvSpPr>
        <p:spPr/>
        <p:txBody>
          <a:bodyPr>
            <a:normAutofit/>
          </a:bodyPr>
          <a:lstStyle/>
          <a:p>
            <a:r>
              <a:rPr lang="en-US" sz="3600" dirty="0"/>
              <a:t>The untold story of members in some Communities of practice</a:t>
            </a:r>
          </a:p>
        </p:txBody>
      </p:sp>
      <p:sp>
        <p:nvSpPr>
          <p:cNvPr id="3" name="Segnaposto contenuto 2">
            <a:extLst>
              <a:ext uri="{FF2B5EF4-FFF2-40B4-BE49-F238E27FC236}">
                <a16:creationId xmlns:a16="http://schemas.microsoft.com/office/drawing/2014/main" id="{FE0E95C0-AE74-30ED-CF2B-EFD6D8B7D5CE}"/>
              </a:ext>
            </a:extLst>
          </p:cNvPr>
          <p:cNvSpPr>
            <a:spLocks noGrp="1"/>
          </p:cNvSpPr>
          <p:nvPr>
            <p:ph idx="1"/>
          </p:nvPr>
        </p:nvSpPr>
        <p:spPr>
          <a:xfrm>
            <a:off x="6751336" y="6086946"/>
            <a:ext cx="4472802" cy="583961"/>
          </a:xfrm>
        </p:spPr>
        <p:txBody>
          <a:bodyPr>
            <a:normAutofit fontScale="92500" lnSpcReduction="10000"/>
          </a:bodyPr>
          <a:lstStyle/>
          <a:p>
            <a:pPr marL="0" indent="0" algn="r">
              <a:buNone/>
            </a:pPr>
            <a:r>
              <a:rPr lang="en-US" sz="1400" dirty="0"/>
              <a:t>Accumulation of practice sharing activities </a:t>
            </a:r>
            <a:r>
              <a:rPr lang="en-US" sz="1400" b="1" dirty="0"/>
              <a:t>does not always mean</a:t>
            </a:r>
            <a:r>
              <a:rPr lang="en-US" sz="1400" dirty="0"/>
              <a:t> increasing the chances for practices to spread outside of Community context</a:t>
            </a:r>
          </a:p>
        </p:txBody>
      </p:sp>
      <p:sp>
        <p:nvSpPr>
          <p:cNvPr id="6" name="Freccia a destra 5">
            <a:extLst>
              <a:ext uri="{FF2B5EF4-FFF2-40B4-BE49-F238E27FC236}">
                <a16:creationId xmlns:a16="http://schemas.microsoft.com/office/drawing/2014/main" id="{9CDC6703-3D90-842C-86F0-C52331382517}"/>
              </a:ext>
            </a:extLst>
          </p:cNvPr>
          <p:cNvSpPr/>
          <p:nvPr/>
        </p:nvSpPr>
        <p:spPr>
          <a:xfrm>
            <a:off x="343184" y="2302741"/>
            <a:ext cx="9944662" cy="980535"/>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7" name="Rettangolo 6">
            <a:extLst>
              <a:ext uri="{FF2B5EF4-FFF2-40B4-BE49-F238E27FC236}">
                <a16:creationId xmlns:a16="http://schemas.microsoft.com/office/drawing/2014/main" id="{5C15A59C-CE49-B8B8-320C-9126A9C13120}"/>
              </a:ext>
            </a:extLst>
          </p:cNvPr>
          <p:cNvSpPr/>
          <p:nvPr/>
        </p:nvSpPr>
        <p:spPr>
          <a:xfrm>
            <a:off x="350212" y="2566193"/>
            <a:ext cx="430021" cy="4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8" name="Segnaposto contenuto 2">
            <a:extLst>
              <a:ext uri="{FF2B5EF4-FFF2-40B4-BE49-F238E27FC236}">
                <a16:creationId xmlns:a16="http://schemas.microsoft.com/office/drawing/2014/main" id="{E9D0D46E-15F1-D465-EEDE-38E935058C2B}"/>
              </a:ext>
            </a:extLst>
          </p:cNvPr>
          <p:cNvSpPr txBox="1">
            <a:spLocks/>
          </p:cNvSpPr>
          <p:nvPr/>
        </p:nvSpPr>
        <p:spPr>
          <a:xfrm>
            <a:off x="1026855" y="1695876"/>
            <a:ext cx="1370900" cy="5031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200" dirty="0"/>
              <a:t>Time of member with the Community</a:t>
            </a:r>
          </a:p>
        </p:txBody>
      </p:sp>
      <p:sp>
        <p:nvSpPr>
          <p:cNvPr id="9" name="Rettangolo 8">
            <a:extLst>
              <a:ext uri="{FF2B5EF4-FFF2-40B4-BE49-F238E27FC236}">
                <a16:creationId xmlns:a16="http://schemas.microsoft.com/office/drawing/2014/main" id="{AD94B7B8-01AF-03B6-014B-98527AA598CE}"/>
              </a:ext>
            </a:extLst>
          </p:cNvPr>
          <p:cNvSpPr/>
          <p:nvPr/>
        </p:nvSpPr>
        <p:spPr>
          <a:xfrm>
            <a:off x="2483866" y="2566192"/>
            <a:ext cx="430021" cy="4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cxnSp>
        <p:nvCxnSpPr>
          <p:cNvPr id="12" name="Connettore 2 11">
            <a:extLst>
              <a:ext uri="{FF2B5EF4-FFF2-40B4-BE49-F238E27FC236}">
                <a16:creationId xmlns:a16="http://schemas.microsoft.com/office/drawing/2014/main" id="{6C4ACDF4-D932-CC82-53CF-7215DDC77A44}"/>
              </a:ext>
            </a:extLst>
          </p:cNvPr>
          <p:cNvCxnSpPr>
            <a:cxnSpLocks/>
            <a:stCxn id="8" idx="2"/>
            <a:endCxn id="7" idx="0"/>
          </p:cNvCxnSpPr>
          <p:nvPr/>
        </p:nvCxnSpPr>
        <p:spPr>
          <a:xfrm flipH="1">
            <a:off x="565223" y="2199003"/>
            <a:ext cx="1147082" cy="3671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nettore 2 12">
            <a:extLst>
              <a:ext uri="{FF2B5EF4-FFF2-40B4-BE49-F238E27FC236}">
                <a16:creationId xmlns:a16="http://schemas.microsoft.com/office/drawing/2014/main" id="{A6CD9318-ADAC-48C6-C56C-B45A74C37E24}"/>
              </a:ext>
            </a:extLst>
          </p:cNvPr>
          <p:cNvCxnSpPr>
            <a:cxnSpLocks/>
            <a:stCxn id="8" idx="2"/>
            <a:endCxn id="9" idx="0"/>
          </p:cNvCxnSpPr>
          <p:nvPr/>
        </p:nvCxnSpPr>
        <p:spPr>
          <a:xfrm>
            <a:off x="1712305" y="2199003"/>
            <a:ext cx="986572" cy="367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8" name="Immagine 57" descr="Immagine che contiene interno, persona, muro, gruppo&#10;&#10;Descrizione generata automaticamente">
            <a:extLst>
              <a:ext uri="{FF2B5EF4-FFF2-40B4-BE49-F238E27FC236}">
                <a16:creationId xmlns:a16="http://schemas.microsoft.com/office/drawing/2014/main" id="{4B1035C2-DC0F-6CCD-3FF5-A56D74F49299}"/>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34348" y="3314906"/>
            <a:ext cx="1239007" cy="807333"/>
          </a:xfrm>
          <a:prstGeom prst="rect">
            <a:avLst/>
          </a:prstGeom>
        </p:spPr>
      </p:pic>
      <p:pic>
        <p:nvPicPr>
          <p:cNvPr id="59" name="Immagine 58" descr="Immagine che contiene interno, persona, muro, gruppo&#10;&#10;Descrizione generata automaticamente">
            <a:extLst>
              <a:ext uri="{FF2B5EF4-FFF2-40B4-BE49-F238E27FC236}">
                <a16:creationId xmlns:a16="http://schemas.microsoft.com/office/drawing/2014/main" id="{3A98E528-7681-568E-E9B0-BE3A054CA18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397755" y="3308995"/>
            <a:ext cx="1239007" cy="807333"/>
          </a:xfrm>
          <a:prstGeom prst="rect">
            <a:avLst/>
          </a:prstGeom>
        </p:spPr>
      </p:pic>
      <p:pic>
        <p:nvPicPr>
          <p:cNvPr id="61" name="Immagine 60">
            <a:extLst>
              <a:ext uri="{FF2B5EF4-FFF2-40B4-BE49-F238E27FC236}">
                <a16:creationId xmlns:a16="http://schemas.microsoft.com/office/drawing/2014/main" id="{A3DBAC31-5622-360B-E560-A316B4E5144B}"/>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3703557" y="3308995"/>
            <a:ext cx="773096" cy="1159644"/>
          </a:xfrm>
          <a:prstGeom prst="rect">
            <a:avLst/>
          </a:prstGeom>
        </p:spPr>
      </p:pic>
      <p:pic>
        <p:nvPicPr>
          <p:cNvPr id="62" name="Immagine 61">
            <a:extLst>
              <a:ext uri="{FF2B5EF4-FFF2-40B4-BE49-F238E27FC236}">
                <a16:creationId xmlns:a16="http://schemas.microsoft.com/office/drawing/2014/main" id="{9A127D60-4B6D-E91A-06EB-B21B97F9E574}"/>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549007" y="3314906"/>
            <a:ext cx="773096" cy="1159644"/>
          </a:xfrm>
          <a:prstGeom prst="rect">
            <a:avLst/>
          </a:prstGeom>
        </p:spPr>
      </p:pic>
      <p:sp>
        <p:nvSpPr>
          <p:cNvPr id="11" name="Rettangolo 10">
            <a:extLst>
              <a:ext uri="{FF2B5EF4-FFF2-40B4-BE49-F238E27FC236}">
                <a16:creationId xmlns:a16="http://schemas.microsoft.com/office/drawing/2014/main" id="{298C6E5F-7B03-62D1-FF23-95E3908E32C6}"/>
              </a:ext>
            </a:extLst>
          </p:cNvPr>
          <p:cNvSpPr/>
          <p:nvPr/>
        </p:nvSpPr>
        <p:spPr>
          <a:xfrm>
            <a:off x="4785985" y="2566192"/>
            <a:ext cx="430021" cy="4702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4" name="Rettangolo 13">
            <a:extLst>
              <a:ext uri="{FF2B5EF4-FFF2-40B4-BE49-F238E27FC236}">
                <a16:creationId xmlns:a16="http://schemas.microsoft.com/office/drawing/2014/main" id="{C2FDE28D-9D1F-563B-BB06-4077B93585D7}"/>
              </a:ext>
            </a:extLst>
          </p:cNvPr>
          <p:cNvSpPr/>
          <p:nvPr/>
        </p:nvSpPr>
        <p:spPr>
          <a:xfrm>
            <a:off x="7088104" y="2557883"/>
            <a:ext cx="430021" cy="4702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pic>
        <p:nvPicPr>
          <p:cNvPr id="15" name="Immagine 14">
            <a:extLst>
              <a:ext uri="{FF2B5EF4-FFF2-40B4-BE49-F238E27FC236}">
                <a16:creationId xmlns:a16="http://schemas.microsoft.com/office/drawing/2014/main" id="{50706E9B-68BA-5BED-0A2C-A831377E64A6}"/>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5978240" y="3308995"/>
            <a:ext cx="773096" cy="1159644"/>
          </a:xfrm>
          <a:prstGeom prst="rect">
            <a:avLst/>
          </a:prstGeom>
        </p:spPr>
      </p:pic>
      <p:pic>
        <p:nvPicPr>
          <p:cNvPr id="17" name="Immagine 16" descr="Immagine che contiene interno, persona, muro, gruppo&#10;&#10;Descrizione generata automaticamente">
            <a:extLst>
              <a:ext uri="{FF2B5EF4-FFF2-40B4-BE49-F238E27FC236}">
                <a16:creationId xmlns:a16="http://schemas.microsoft.com/office/drawing/2014/main" id="{9182647C-0171-4BF3-8B95-4B5EF97B278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629835" y="3308995"/>
            <a:ext cx="1239007" cy="807333"/>
          </a:xfrm>
          <a:prstGeom prst="rect">
            <a:avLst/>
          </a:prstGeom>
        </p:spPr>
      </p:pic>
      <p:pic>
        <p:nvPicPr>
          <p:cNvPr id="18" name="Immagine 17" descr="Immagine che contiene interno, persona, muro, gruppo&#10;&#10;Descrizione generata automaticamente">
            <a:extLst>
              <a:ext uri="{FF2B5EF4-FFF2-40B4-BE49-F238E27FC236}">
                <a16:creationId xmlns:a16="http://schemas.microsoft.com/office/drawing/2014/main" id="{256A106E-89CB-4F12-D273-2C041E6C5993}"/>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851281" y="3308995"/>
            <a:ext cx="1239007" cy="807333"/>
          </a:xfrm>
          <a:prstGeom prst="rect">
            <a:avLst/>
          </a:prstGeom>
        </p:spPr>
      </p:pic>
      <p:sp>
        <p:nvSpPr>
          <p:cNvPr id="19" name="Fumetto: ovale 18">
            <a:extLst>
              <a:ext uri="{FF2B5EF4-FFF2-40B4-BE49-F238E27FC236}">
                <a16:creationId xmlns:a16="http://schemas.microsoft.com/office/drawing/2014/main" id="{2CAA51BD-BF57-634F-97DB-9E397577BBE8}"/>
              </a:ext>
            </a:extLst>
          </p:cNvPr>
          <p:cNvSpPr/>
          <p:nvPr/>
        </p:nvSpPr>
        <p:spPr>
          <a:xfrm>
            <a:off x="74978" y="4194686"/>
            <a:ext cx="1380846" cy="767654"/>
          </a:xfrm>
          <a:prstGeom prst="wedgeEllipseCallout">
            <a:avLst>
              <a:gd name="adj1" fmla="val -1647"/>
              <a:gd name="adj2" fmla="val -101692"/>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Next LT Pro" panose="020B0504020202020204" pitchFamily="34" charset="0"/>
              </a:rPr>
              <a:t>Here is a new practice </a:t>
            </a:r>
          </a:p>
        </p:txBody>
      </p:sp>
      <p:sp>
        <p:nvSpPr>
          <p:cNvPr id="20" name="Fumetto: ovale 19">
            <a:extLst>
              <a:ext uri="{FF2B5EF4-FFF2-40B4-BE49-F238E27FC236}">
                <a16:creationId xmlns:a16="http://schemas.microsoft.com/office/drawing/2014/main" id="{3F327597-8DB6-2ECE-5B75-9BFA84F52D3C}"/>
              </a:ext>
            </a:extLst>
          </p:cNvPr>
          <p:cNvSpPr/>
          <p:nvPr/>
        </p:nvSpPr>
        <p:spPr>
          <a:xfrm>
            <a:off x="2320650" y="4194686"/>
            <a:ext cx="1380846" cy="767654"/>
          </a:xfrm>
          <a:prstGeom prst="wedgeEllipseCallout">
            <a:avLst>
              <a:gd name="adj1" fmla="val -1647"/>
              <a:gd name="adj2" fmla="val -101692"/>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Next LT Pro" panose="020B0504020202020204" pitchFamily="34" charset="0"/>
              </a:rPr>
              <a:t>Here is a new practice</a:t>
            </a:r>
          </a:p>
        </p:txBody>
      </p:sp>
      <p:sp>
        <p:nvSpPr>
          <p:cNvPr id="21" name="Fumetto: ovale 20">
            <a:extLst>
              <a:ext uri="{FF2B5EF4-FFF2-40B4-BE49-F238E27FC236}">
                <a16:creationId xmlns:a16="http://schemas.microsoft.com/office/drawing/2014/main" id="{06F3EF83-6B08-D8E7-5204-6C1A49E00E83}"/>
              </a:ext>
            </a:extLst>
          </p:cNvPr>
          <p:cNvSpPr/>
          <p:nvPr/>
        </p:nvSpPr>
        <p:spPr>
          <a:xfrm>
            <a:off x="4568600" y="4194686"/>
            <a:ext cx="1380846" cy="767654"/>
          </a:xfrm>
          <a:prstGeom prst="wedgeEllipseCallout">
            <a:avLst>
              <a:gd name="adj1" fmla="val -1647"/>
              <a:gd name="adj2" fmla="val -101692"/>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Next LT Pro" panose="020B0504020202020204" pitchFamily="34" charset="0"/>
              </a:rPr>
              <a:t>Here is a new practice</a:t>
            </a:r>
          </a:p>
        </p:txBody>
      </p:sp>
      <p:sp>
        <p:nvSpPr>
          <p:cNvPr id="22" name="Fumetto: ovale 21">
            <a:extLst>
              <a:ext uri="{FF2B5EF4-FFF2-40B4-BE49-F238E27FC236}">
                <a16:creationId xmlns:a16="http://schemas.microsoft.com/office/drawing/2014/main" id="{181F9FC2-EE5B-B6A4-DA5C-59939ECFC772}"/>
              </a:ext>
            </a:extLst>
          </p:cNvPr>
          <p:cNvSpPr/>
          <p:nvPr/>
        </p:nvSpPr>
        <p:spPr>
          <a:xfrm>
            <a:off x="6844520" y="4194686"/>
            <a:ext cx="1380846" cy="767654"/>
          </a:xfrm>
          <a:prstGeom prst="wedgeEllipseCallout">
            <a:avLst>
              <a:gd name="adj1" fmla="val -1647"/>
              <a:gd name="adj2" fmla="val -101692"/>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Next LT Pro" panose="020B0504020202020204" pitchFamily="34" charset="0"/>
              </a:rPr>
              <a:t>Here is a new practice</a:t>
            </a:r>
          </a:p>
        </p:txBody>
      </p:sp>
      <p:sp>
        <p:nvSpPr>
          <p:cNvPr id="24" name="Fumetto: ovale 23">
            <a:extLst>
              <a:ext uri="{FF2B5EF4-FFF2-40B4-BE49-F238E27FC236}">
                <a16:creationId xmlns:a16="http://schemas.microsoft.com/office/drawing/2014/main" id="{37483EDE-DAEC-F21F-1138-A5943C54A777}"/>
              </a:ext>
            </a:extLst>
          </p:cNvPr>
          <p:cNvSpPr/>
          <p:nvPr/>
        </p:nvSpPr>
        <p:spPr>
          <a:xfrm>
            <a:off x="1202584" y="4737796"/>
            <a:ext cx="1380846" cy="980534"/>
          </a:xfrm>
          <a:prstGeom prst="wedgeEllipseCallout">
            <a:avLst>
              <a:gd name="adj1" fmla="val -2810"/>
              <a:gd name="adj2" fmla="val -126791"/>
            </a:avLst>
          </a:prstGeom>
          <a:solidFill>
            <a:schemeClr val="bg1"/>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Next LT Pro" panose="020B0504020202020204" pitchFamily="34" charset="0"/>
              </a:rPr>
              <a:t>Great, I will try to apply the first practice !</a:t>
            </a:r>
          </a:p>
        </p:txBody>
      </p:sp>
      <p:sp>
        <p:nvSpPr>
          <p:cNvPr id="25" name="Fumetto: ovale 24">
            <a:extLst>
              <a:ext uri="{FF2B5EF4-FFF2-40B4-BE49-F238E27FC236}">
                <a16:creationId xmlns:a16="http://schemas.microsoft.com/office/drawing/2014/main" id="{7ED586B8-E0A4-3C1A-BB19-B6FB4237413E}"/>
              </a:ext>
            </a:extLst>
          </p:cNvPr>
          <p:cNvSpPr/>
          <p:nvPr/>
        </p:nvSpPr>
        <p:spPr>
          <a:xfrm>
            <a:off x="3399682" y="4737796"/>
            <a:ext cx="1380846" cy="923436"/>
          </a:xfrm>
          <a:prstGeom prst="wedgeEllipseCallout">
            <a:avLst>
              <a:gd name="adj1" fmla="val -2810"/>
              <a:gd name="adj2" fmla="val -126791"/>
            </a:avLst>
          </a:prstGeom>
          <a:solidFill>
            <a:schemeClr val="bg1"/>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Next LT Pro" panose="020B0504020202020204" pitchFamily="34" charset="0"/>
              </a:rPr>
              <a:t>But I did not even have time to apply the </a:t>
            </a:r>
            <a:r>
              <a:rPr lang="en-US" sz="1000" dirty="0" err="1">
                <a:solidFill>
                  <a:schemeClr val="tx1"/>
                </a:solidFill>
                <a:latin typeface="Avenir Next LT Pro" panose="020B0504020202020204" pitchFamily="34" charset="0"/>
              </a:rPr>
              <a:t>previo</a:t>
            </a:r>
            <a:r>
              <a:rPr lang="en-US" sz="1000" dirty="0">
                <a:solidFill>
                  <a:schemeClr val="tx1"/>
                </a:solidFill>
                <a:latin typeface="Avenir Next LT Pro" panose="020B0504020202020204" pitchFamily="34" charset="0"/>
              </a:rPr>
              <a:t>...</a:t>
            </a:r>
          </a:p>
        </p:txBody>
      </p:sp>
      <p:sp>
        <p:nvSpPr>
          <p:cNvPr id="26" name="Fumetto: ovale 25">
            <a:extLst>
              <a:ext uri="{FF2B5EF4-FFF2-40B4-BE49-F238E27FC236}">
                <a16:creationId xmlns:a16="http://schemas.microsoft.com/office/drawing/2014/main" id="{56BE3586-0DAF-58FB-E810-593DE6195C97}"/>
              </a:ext>
            </a:extLst>
          </p:cNvPr>
          <p:cNvSpPr/>
          <p:nvPr/>
        </p:nvSpPr>
        <p:spPr>
          <a:xfrm>
            <a:off x="5704912" y="4737795"/>
            <a:ext cx="1380846" cy="923435"/>
          </a:xfrm>
          <a:prstGeom prst="wedgeEllipseCallout">
            <a:avLst>
              <a:gd name="adj1" fmla="val -2810"/>
              <a:gd name="adj2" fmla="val -126791"/>
            </a:avLst>
          </a:prstGeom>
          <a:solidFill>
            <a:schemeClr val="bg1"/>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Next LT Pro" panose="020B0504020202020204" pitchFamily="34" charset="0"/>
              </a:rPr>
              <a:t>I may need help to apply it for real in my job and…</a:t>
            </a:r>
          </a:p>
        </p:txBody>
      </p:sp>
      <p:pic>
        <p:nvPicPr>
          <p:cNvPr id="39" name="Immagine 38">
            <a:extLst>
              <a:ext uri="{FF2B5EF4-FFF2-40B4-BE49-F238E27FC236}">
                <a16:creationId xmlns:a16="http://schemas.microsoft.com/office/drawing/2014/main" id="{71304452-0A5C-84EC-E36A-BB69BD87DF4E}"/>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8225567" y="3308995"/>
            <a:ext cx="773096" cy="1159644"/>
          </a:xfrm>
          <a:prstGeom prst="rect">
            <a:avLst/>
          </a:prstGeom>
        </p:spPr>
      </p:pic>
      <p:sp>
        <p:nvSpPr>
          <p:cNvPr id="40" name="Fumetto: ovale 39">
            <a:extLst>
              <a:ext uri="{FF2B5EF4-FFF2-40B4-BE49-F238E27FC236}">
                <a16:creationId xmlns:a16="http://schemas.microsoft.com/office/drawing/2014/main" id="{4E3543CE-6356-B3B7-ABDE-578226CB24FF}"/>
              </a:ext>
            </a:extLst>
          </p:cNvPr>
          <p:cNvSpPr/>
          <p:nvPr/>
        </p:nvSpPr>
        <p:spPr>
          <a:xfrm>
            <a:off x="7928165" y="4732753"/>
            <a:ext cx="1380846" cy="767654"/>
          </a:xfrm>
          <a:prstGeom prst="wedgeEllipseCallout">
            <a:avLst>
              <a:gd name="adj1" fmla="val -2810"/>
              <a:gd name="adj2" fmla="val -126791"/>
            </a:avLst>
          </a:prstGeom>
          <a:solidFill>
            <a:schemeClr val="bg1"/>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Next LT Pro" panose="020B0504020202020204" pitchFamily="34" charset="0"/>
              </a:rPr>
              <a:t>There is no point going again !!</a:t>
            </a:r>
          </a:p>
        </p:txBody>
      </p:sp>
      <p:pic>
        <p:nvPicPr>
          <p:cNvPr id="41" name="Immagine 40" descr="Immagine che contiene interno, persona, muro, gruppo&#10;&#10;Descrizione generata automaticamente">
            <a:extLst>
              <a:ext uri="{FF2B5EF4-FFF2-40B4-BE49-F238E27FC236}">
                <a16:creationId xmlns:a16="http://schemas.microsoft.com/office/drawing/2014/main" id="{319A6B66-0263-26C9-E184-41CFB08A0DC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9113874" y="3308995"/>
            <a:ext cx="1239007" cy="807333"/>
          </a:xfrm>
          <a:prstGeom prst="rect">
            <a:avLst/>
          </a:prstGeom>
        </p:spPr>
      </p:pic>
      <p:sp>
        <p:nvSpPr>
          <p:cNvPr id="43" name="Fumetto: ovale 42">
            <a:extLst>
              <a:ext uri="{FF2B5EF4-FFF2-40B4-BE49-F238E27FC236}">
                <a16:creationId xmlns:a16="http://schemas.microsoft.com/office/drawing/2014/main" id="{D2144D21-8EF3-6452-4C46-32A80E3A8EC9}"/>
              </a:ext>
            </a:extLst>
          </p:cNvPr>
          <p:cNvSpPr/>
          <p:nvPr/>
        </p:nvSpPr>
        <p:spPr>
          <a:xfrm>
            <a:off x="9366760" y="4174223"/>
            <a:ext cx="2552465" cy="1695625"/>
          </a:xfrm>
          <a:prstGeom prst="wedgeEllipseCallout">
            <a:avLst>
              <a:gd name="adj1" fmla="val -35818"/>
              <a:gd name="adj2" fmla="val -74185"/>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Avenir Next LT Pro" panose="020B0504020202020204" pitchFamily="34" charset="0"/>
              </a:rPr>
              <a:t>Why are members leaving and are less engaged ?</a:t>
            </a:r>
          </a:p>
          <a:p>
            <a:pPr algn="ctr"/>
            <a:endParaRPr lang="en-US" sz="1100" dirty="0">
              <a:solidFill>
                <a:schemeClr val="tx1"/>
              </a:solidFill>
              <a:latin typeface="Avenir Next LT Pro" panose="020B0504020202020204" pitchFamily="34" charset="0"/>
            </a:endParaRPr>
          </a:p>
          <a:p>
            <a:pPr algn="ctr"/>
            <a:r>
              <a:rPr lang="en-US" sz="1100" dirty="0">
                <a:solidFill>
                  <a:schemeClr val="tx1"/>
                </a:solidFill>
                <a:latin typeface="Avenir Next LT Pro" panose="020B0504020202020204" pitchFamily="34" charset="0"/>
              </a:rPr>
              <a:t>Why do we have difficulties in measuring impact of Communities ? </a:t>
            </a:r>
          </a:p>
        </p:txBody>
      </p:sp>
      <p:sp>
        <p:nvSpPr>
          <p:cNvPr id="10" name="CasellaDiTesto 9">
            <a:extLst>
              <a:ext uri="{FF2B5EF4-FFF2-40B4-BE49-F238E27FC236}">
                <a16:creationId xmlns:a16="http://schemas.microsoft.com/office/drawing/2014/main" id="{E34B1FE6-AA5A-ED3B-3B7F-24293452F305}"/>
              </a:ext>
            </a:extLst>
          </p:cNvPr>
          <p:cNvSpPr txBox="1"/>
          <p:nvPr/>
        </p:nvSpPr>
        <p:spPr>
          <a:xfrm>
            <a:off x="227462" y="3129094"/>
            <a:ext cx="1239008" cy="400110"/>
          </a:xfrm>
          <a:prstGeom prst="rect">
            <a:avLst/>
          </a:prstGeom>
          <a:solidFill>
            <a:schemeClr val="accent2"/>
          </a:solidFill>
        </p:spPr>
        <p:txBody>
          <a:bodyPr wrap="square">
            <a:spAutoFit/>
          </a:bodyPr>
          <a:lstStyle/>
          <a:p>
            <a:pPr algn="ctr"/>
            <a:r>
              <a:rPr lang="en-US" sz="1000" dirty="0">
                <a:solidFill>
                  <a:schemeClr val="tx1"/>
                </a:solidFill>
                <a:latin typeface="Avenir Next LT Pro" panose="020B0504020202020204" pitchFamily="34" charset="0"/>
              </a:rPr>
              <a:t>Community leaders</a:t>
            </a:r>
          </a:p>
        </p:txBody>
      </p:sp>
      <p:sp>
        <p:nvSpPr>
          <p:cNvPr id="16" name="CasellaDiTesto 15">
            <a:extLst>
              <a:ext uri="{FF2B5EF4-FFF2-40B4-BE49-F238E27FC236}">
                <a16:creationId xmlns:a16="http://schemas.microsoft.com/office/drawing/2014/main" id="{989C1DFE-DC32-714F-C66C-1ACFA846ED14}"/>
              </a:ext>
            </a:extLst>
          </p:cNvPr>
          <p:cNvSpPr txBox="1"/>
          <p:nvPr/>
        </p:nvSpPr>
        <p:spPr>
          <a:xfrm>
            <a:off x="1533265" y="3146412"/>
            <a:ext cx="797695" cy="246221"/>
          </a:xfrm>
          <a:prstGeom prst="rect">
            <a:avLst/>
          </a:prstGeom>
          <a:solidFill>
            <a:schemeClr val="accent1"/>
          </a:solidFill>
        </p:spPr>
        <p:txBody>
          <a:bodyPr wrap="square">
            <a:spAutoFit/>
          </a:bodyPr>
          <a:lstStyle/>
          <a:p>
            <a:pPr algn="ctr"/>
            <a:r>
              <a:rPr lang="en-US" sz="1000" dirty="0">
                <a:solidFill>
                  <a:schemeClr val="tx1"/>
                </a:solidFill>
                <a:latin typeface="Avenir Next LT Pro" panose="020B0504020202020204" pitchFamily="34" charset="0"/>
              </a:rPr>
              <a:t>Member</a:t>
            </a:r>
          </a:p>
        </p:txBody>
      </p:sp>
    </p:spTree>
    <p:extLst>
      <p:ext uri="{BB962C8B-B14F-4D97-AF65-F5344CB8AC3E}">
        <p14:creationId xmlns:p14="http://schemas.microsoft.com/office/powerpoint/2010/main" val="3779222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animBg="1"/>
      <p:bldP spid="11" grpId="0" animBg="1"/>
      <p:bldP spid="14" grpId="0" animBg="1"/>
      <p:bldP spid="20" grpId="0" animBg="1"/>
      <p:bldP spid="21" grpId="0" animBg="1"/>
      <p:bldP spid="22" grpId="0" animBg="1"/>
      <p:bldP spid="24" grpId="0" animBg="1"/>
      <p:bldP spid="25" grpId="0" animBg="1"/>
      <p:bldP spid="26" grpId="0" animBg="1"/>
      <p:bldP spid="40" grpId="0" animBg="1"/>
      <p:bldP spid="4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C8C9F34-6D6F-207B-53A6-2E2E5FC62A48}"/>
              </a:ext>
            </a:extLst>
          </p:cNvPr>
          <p:cNvSpPr>
            <a:spLocks noGrp="1"/>
          </p:cNvSpPr>
          <p:nvPr>
            <p:ph type="title"/>
          </p:nvPr>
        </p:nvSpPr>
        <p:spPr>
          <a:xfrm>
            <a:off x="838200" y="365125"/>
            <a:ext cx="10515600" cy="975489"/>
          </a:xfrm>
        </p:spPr>
        <p:txBody>
          <a:bodyPr>
            <a:noAutofit/>
          </a:bodyPr>
          <a:lstStyle/>
          <a:p>
            <a:r>
              <a:rPr lang="en-US" sz="2000" dirty="0"/>
              <a:t>CoP roadmap workshop</a:t>
            </a:r>
            <a:br>
              <a:rPr lang="en-US" sz="2000" dirty="0"/>
            </a:br>
            <a:r>
              <a:rPr lang="en-US" sz="2000" dirty="0"/>
              <a:t>CoP Member experience : Path about a given practice</a:t>
            </a:r>
          </a:p>
        </p:txBody>
      </p:sp>
      <p:sp>
        <p:nvSpPr>
          <p:cNvPr id="7" name="Rettangolo 6">
            <a:extLst>
              <a:ext uri="{FF2B5EF4-FFF2-40B4-BE49-F238E27FC236}">
                <a16:creationId xmlns:a16="http://schemas.microsoft.com/office/drawing/2014/main" id="{10D55E55-1221-10F0-D7F5-D6F523DF8EA4}"/>
              </a:ext>
            </a:extLst>
          </p:cNvPr>
          <p:cNvSpPr/>
          <p:nvPr/>
        </p:nvSpPr>
        <p:spPr>
          <a:xfrm>
            <a:off x="2530573" y="2149689"/>
            <a:ext cx="2722944" cy="255862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it-IT" sz="1200" b="1" dirty="0">
                <a:solidFill>
                  <a:schemeClr val="tx1"/>
                </a:solidFill>
                <a:latin typeface="Avenir Next LT Pro" panose="020B0504020202020204" pitchFamily="34" charset="0"/>
              </a:rPr>
              <a:t>DISCOVER </a:t>
            </a:r>
            <a:r>
              <a:rPr lang="it-IT" sz="1200" dirty="0">
                <a:solidFill>
                  <a:schemeClr val="tx1"/>
                </a:solidFill>
                <a:latin typeface="Avenir Next LT Pro" panose="020B0504020202020204" pitchFamily="34" charset="0"/>
              </a:rPr>
              <a:t>the practice</a:t>
            </a:r>
          </a:p>
          <a:p>
            <a:pPr algn="ctr"/>
            <a:endParaRPr lang="it-IT" sz="1200" b="1" dirty="0">
              <a:solidFill>
                <a:schemeClr val="tx1"/>
              </a:solidFill>
              <a:latin typeface="Avenir Next LT Pro" panose="020B0504020202020204" pitchFamily="34" charset="0"/>
            </a:endParaRPr>
          </a:p>
          <a:p>
            <a:pPr marL="171450" indent="-171450">
              <a:buFont typeface="Wingdings" panose="05000000000000000000" pitchFamily="2" charset="2"/>
              <a:buChar char="q"/>
            </a:pPr>
            <a:r>
              <a:rPr lang="en-US" sz="1200" i="1" dirty="0">
                <a:solidFill>
                  <a:schemeClr val="tx1"/>
                </a:solidFill>
                <a:latin typeface="Avenir Next LT Pro" panose="020B0504020202020204" pitchFamily="34" charset="0"/>
              </a:rPr>
              <a:t>I know that “I did not know this practice”, and open my mind to its existence in other contexts</a:t>
            </a:r>
          </a:p>
          <a:p>
            <a:pPr marL="171450" indent="-171450">
              <a:buFont typeface="Wingdings" panose="05000000000000000000" pitchFamily="2" charset="2"/>
              <a:buChar char="q"/>
            </a:pPr>
            <a:endParaRPr lang="en-US" sz="1200" i="1" dirty="0">
              <a:solidFill>
                <a:schemeClr val="tx1"/>
              </a:solidFill>
              <a:latin typeface="Avenir Next LT Pro" panose="020B0504020202020204" pitchFamily="34" charset="0"/>
            </a:endParaRPr>
          </a:p>
          <a:p>
            <a:pPr marL="171450" indent="-171450">
              <a:buFont typeface="Wingdings" panose="05000000000000000000" pitchFamily="2" charset="2"/>
              <a:buChar char="q"/>
            </a:pPr>
            <a:r>
              <a:rPr lang="en-US" sz="1200" i="1" dirty="0">
                <a:solidFill>
                  <a:schemeClr val="tx1"/>
                </a:solidFill>
                <a:latin typeface="Avenir Next LT Pro" panose="020B0504020202020204" pitchFamily="34" charset="0"/>
              </a:rPr>
              <a:t>I can picture an example of practicing or practitioner </a:t>
            </a:r>
          </a:p>
          <a:p>
            <a:pPr marL="171450" indent="-171450">
              <a:buFont typeface="Wingdings" panose="05000000000000000000" pitchFamily="2" charset="2"/>
              <a:buChar char="q"/>
            </a:pPr>
            <a:endParaRPr lang="en-US" sz="1200" i="1" dirty="0">
              <a:solidFill>
                <a:schemeClr val="tx1"/>
              </a:solidFill>
              <a:latin typeface="Avenir Next LT Pro" panose="020B0504020202020204" pitchFamily="34" charset="0"/>
            </a:endParaRPr>
          </a:p>
          <a:p>
            <a:pPr marL="171450" indent="-171450">
              <a:buFont typeface="Wingdings" panose="05000000000000000000" pitchFamily="2" charset="2"/>
              <a:buChar char="q"/>
            </a:pPr>
            <a:r>
              <a:rPr lang="en-US" sz="1200" i="1" dirty="0">
                <a:solidFill>
                  <a:schemeClr val="tx1"/>
                </a:solidFill>
                <a:latin typeface="Avenir Next LT Pro" panose="020B0504020202020204" pitchFamily="34" charset="0"/>
              </a:rPr>
              <a:t>I know enough about this practice to be interested</a:t>
            </a:r>
          </a:p>
        </p:txBody>
      </p:sp>
      <p:sp>
        <p:nvSpPr>
          <p:cNvPr id="10" name="Rettangolo 9">
            <a:extLst>
              <a:ext uri="{FF2B5EF4-FFF2-40B4-BE49-F238E27FC236}">
                <a16:creationId xmlns:a16="http://schemas.microsoft.com/office/drawing/2014/main" id="{739753A5-4D07-0A9C-CE19-2B06D7C2A569}"/>
              </a:ext>
            </a:extLst>
          </p:cNvPr>
          <p:cNvSpPr/>
          <p:nvPr/>
        </p:nvSpPr>
        <p:spPr>
          <a:xfrm>
            <a:off x="5700172" y="2142906"/>
            <a:ext cx="2722944" cy="255862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dirty="0">
                <a:solidFill>
                  <a:schemeClr val="bg1"/>
                </a:solidFill>
                <a:latin typeface="Avenir Next LT Pro" panose="020B0504020202020204" pitchFamily="34" charset="0"/>
              </a:rPr>
              <a:t>DIGEST </a:t>
            </a:r>
            <a:r>
              <a:rPr lang="en-US" sz="1200" dirty="0">
                <a:solidFill>
                  <a:schemeClr val="bg1"/>
                </a:solidFill>
                <a:latin typeface="Avenir Next LT Pro" panose="020B0504020202020204" pitchFamily="34" charset="0"/>
              </a:rPr>
              <a:t>the practice</a:t>
            </a:r>
            <a:endParaRPr lang="en-US" sz="1200" b="1" dirty="0">
              <a:solidFill>
                <a:schemeClr val="bg1"/>
              </a:solidFill>
              <a:latin typeface="Avenir Next LT Pro" panose="020B0504020202020204" pitchFamily="34" charset="0"/>
            </a:endParaRPr>
          </a:p>
          <a:p>
            <a:pPr algn="ctr"/>
            <a:endParaRPr lang="en-US" sz="1200" b="1" dirty="0">
              <a:solidFill>
                <a:schemeClr val="bg1"/>
              </a:solidFill>
              <a:latin typeface="Avenir Next LT Pro" panose="020B0504020202020204" pitchFamily="34" charset="0"/>
            </a:endParaRPr>
          </a:p>
          <a:p>
            <a:pPr marL="171450" indent="-171450">
              <a:buFont typeface="Wingdings" panose="05000000000000000000" pitchFamily="2" charset="2"/>
              <a:buChar char="q"/>
            </a:pPr>
            <a:r>
              <a:rPr lang="en-US" sz="1200" b="1" i="1" dirty="0">
                <a:solidFill>
                  <a:schemeClr val="bg1"/>
                </a:solidFill>
                <a:latin typeface="Avenir Next LT Pro" panose="020B0504020202020204" pitchFamily="34" charset="0"/>
              </a:rPr>
              <a:t> </a:t>
            </a:r>
            <a:r>
              <a:rPr lang="en-US" sz="1200" i="1" dirty="0">
                <a:solidFill>
                  <a:schemeClr val="bg1"/>
                </a:solidFill>
                <a:latin typeface="Avenir Next LT Pro" panose="020B0504020202020204" pitchFamily="34" charset="0"/>
              </a:rPr>
              <a:t>I can compare the practice to what I know and my own past references, making it my own</a:t>
            </a:r>
          </a:p>
          <a:p>
            <a:pPr marL="171450" indent="-171450">
              <a:buFont typeface="Wingdings" panose="05000000000000000000" pitchFamily="2" charset="2"/>
              <a:buChar char="q"/>
            </a:pPr>
            <a:endParaRPr lang="en-US" sz="1200" i="1" dirty="0">
              <a:solidFill>
                <a:schemeClr val="bg1"/>
              </a:solidFill>
              <a:latin typeface="Avenir Next LT Pro" panose="020B0504020202020204" pitchFamily="34" charset="0"/>
            </a:endParaRPr>
          </a:p>
          <a:p>
            <a:pPr marL="171450" indent="-171450">
              <a:buFont typeface="Wingdings" panose="05000000000000000000" pitchFamily="2" charset="2"/>
              <a:buChar char="q"/>
            </a:pPr>
            <a:r>
              <a:rPr lang="en-US" sz="1200" i="1" dirty="0">
                <a:solidFill>
                  <a:schemeClr val="bg1"/>
                </a:solidFill>
                <a:latin typeface="Avenir Next LT Pro" panose="020B0504020202020204" pitchFamily="34" charset="0"/>
              </a:rPr>
              <a:t>I can estimate its usefulness and relevance for me and for now</a:t>
            </a:r>
          </a:p>
          <a:p>
            <a:pPr marL="171450" indent="-171450">
              <a:buFont typeface="Wingdings" panose="05000000000000000000" pitchFamily="2" charset="2"/>
              <a:buChar char="q"/>
            </a:pPr>
            <a:endParaRPr lang="en-US" sz="1200" i="1" dirty="0">
              <a:solidFill>
                <a:schemeClr val="bg1"/>
              </a:solidFill>
              <a:latin typeface="Avenir Next LT Pro" panose="020B0504020202020204" pitchFamily="34" charset="0"/>
            </a:endParaRPr>
          </a:p>
          <a:p>
            <a:pPr marL="171450" indent="-171450">
              <a:buFont typeface="Wingdings" panose="05000000000000000000" pitchFamily="2" charset="2"/>
              <a:buChar char="q"/>
            </a:pPr>
            <a:r>
              <a:rPr lang="en-US" sz="1200" i="1" dirty="0">
                <a:solidFill>
                  <a:schemeClr val="bg1"/>
                </a:solidFill>
                <a:latin typeface="Avenir Next LT Pro" panose="020B0504020202020204" pitchFamily="34" charset="0"/>
              </a:rPr>
              <a:t>I start understanding (not just knowing) what it means to practice it myself (within a safe environment and with repetitions)</a:t>
            </a:r>
          </a:p>
        </p:txBody>
      </p:sp>
      <p:sp>
        <p:nvSpPr>
          <p:cNvPr id="13" name="Rettangolo 12">
            <a:extLst>
              <a:ext uri="{FF2B5EF4-FFF2-40B4-BE49-F238E27FC236}">
                <a16:creationId xmlns:a16="http://schemas.microsoft.com/office/drawing/2014/main" id="{55881914-C91F-985E-4E67-B9CA90B45CFF}"/>
              </a:ext>
            </a:extLst>
          </p:cNvPr>
          <p:cNvSpPr/>
          <p:nvPr/>
        </p:nvSpPr>
        <p:spPr>
          <a:xfrm>
            <a:off x="8997653" y="2149689"/>
            <a:ext cx="2722944" cy="255862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it-IT" sz="1200" b="1" dirty="0">
                <a:solidFill>
                  <a:schemeClr val="tx1"/>
                </a:solidFill>
                <a:latin typeface="Avenir Next LT Pro" panose="020B0504020202020204" pitchFamily="34" charset="0"/>
              </a:rPr>
              <a:t>DEPLOY </a:t>
            </a:r>
            <a:r>
              <a:rPr lang="it-IT" sz="1200" dirty="0">
                <a:solidFill>
                  <a:schemeClr val="tx1"/>
                </a:solidFill>
                <a:latin typeface="Avenir Next LT Pro" panose="020B0504020202020204" pitchFamily="34" charset="0"/>
              </a:rPr>
              <a:t>the practice</a:t>
            </a:r>
            <a:endParaRPr lang="it-IT" sz="1200" b="1" dirty="0">
              <a:solidFill>
                <a:schemeClr val="tx1"/>
              </a:solidFill>
              <a:latin typeface="Avenir Next LT Pro" panose="020B0504020202020204" pitchFamily="34" charset="0"/>
            </a:endParaRPr>
          </a:p>
          <a:p>
            <a:pPr algn="ctr"/>
            <a:endParaRPr lang="it-IT" sz="1200" b="1" dirty="0">
              <a:solidFill>
                <a:schemeClr val="tx1"/>
              </a:solidFill>
              <a:latin typeface="Avenir Next LT Pro" panose="020B0504020202020204" pitchFamily="34" charset="0"/>
            </a:endParaRPr>
          </a:p>
          <a:p>
            <a:pPr marL="171450" indent="-171450">
              <a:buFont typeface="Wingdings" panose="05000000000000000000" pitchFamily="2" charset="2"/>
              <a:buChar char="q"/>
            </a:pPr>
            <a:r>
              <a:rPr lang="en-US" sz="1200" i="1" dirty="0">
                <a:solidFill>
                  <a:schemeClr val="tx1"/>
                </a:solidFill>
                <a:latin typeface="Avenir Next LT Pro" panose="020B0504020202020204" pitchFamily="34" charset="0"/>
              </a:rPr>
              <a:t>I face the challenges of practicing in my own environment (job context), with its specificities</a:t>
            </a:r>
          </a:p>
          <a:p>
            <a:pPr marL="171450" indent="-171450">
              <a:buFont typeface="Wingdings" panose="05000000000000000000" pitchFamily="2" charset="2"/>
              <a:buChar char="q"/>
            </a:pPr>
            <a:endParaRPr lang="en-US" sz="1200" i="1" dirty="0">
              <a:solidFill>
                <a:schemeClr val="tx1"/>
              </a:solidFill>
              <a:latin typeface="Avenir Next LT Pro" panose="020B0504020202020204" pitchFamily="34" charset="0"/>
            </a:endParaRPr>
          </a:p>
          <a:p>
            <a:pPr marL="171450" indent="-171450">
              <a:buFont typeface="Wingdings" panose="05000000000000000000" pitchFamily="2" charset="2"/>
              <a:buChar char="q"/>
            </a:pPr>
            <a:r>
              <a:rPr lang="en-US" sz="1200" i="1" dirty="0">
                <a:solidFill>
                  <a:schemeClr val="tx1"/>
                </a:solidFill>
                <a:latin typeface="Avenir Next LT Pro" panose="020B0504020202020204" pitchFamily="34" charset="0"/>
              </a:rPr>
              <a:t>I take some hindsight on the specific value of the practice within my own context</a:t>
            </a:r>
          </a:p>
          <a:p>
            <a:pPr marL="171450" indent="-171450">
              <a:buFont typeface="Wingdings" panose="05000000000000000000" pitchFamily="2" charset="2"/>
              <a:buChar char="q"/>
            </a:pPr>
            <a:endParaRPr lang="en-US" sz="1200" i="1" dirty="0">
              <a:solidFill>
                <a:schemeClr val="tx1"/>
              </a:solidFill>
              <a:latin typeface="Avenir Next LT Pro" panose="020B0504020202020204" pitchFamily="34" charset="0"/>
            </a:endParaRPr>
          </a:p>
          <a:p>
            <a:pPr marL="171450" indent="-171450">
              <a:buFont typeface="Wingdings" panose="05000000000000000000" pitchFamily="2" charset="2"/>
              <a:buChar char="q"/>
            </a:pPr>
            <a:r>
              <a:rPr lang="en-US" sz="1200" i="1" dirty="0">
                <a:solidFill>
                  <a:schemeClr val="tx1"/>
                </a:solidFill>
                <a:latin typeface="Avenir Next LT Pro" panose="020B0504020202020204" pitchFamily="34" charset="0"/>
              </a:rPr>
              <a:t>I become autonomous in implementation of the practice</a:t>
            </a:r>
          </a:p>
        </p:txBody>
      </p:sp>
      <p:pic>
        <p:nvPicPr>
          <p:cNvPr id="6" name="Immagine 5">
            <a:extLst>
              <a:ext uri="{FF2B5EF4-FFF2-40B4-BE49-F238E27FC236}">
                <a16:creationId xmlns:a16="http://schemas.microsoft.com/office/drawing/2014/main" id="{5DD09A9B-8E86-D4D2-D210-B5B6DFE0BB2A}"/>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028209" y="2281101"/>
            <a:ext cx="1111593" cy="1667390"/>
          </a:xfrm>
          <a:prstGeom prst="rect">
            <a:avLst/>
          </a:prstGeom>
        </p:spPr>
      </p:pic>
      <p:sp>
        <p:nvSpPr>
          <p:cNvPr id="22" name="Segnaposto contenuto 2">
            <a:extLst>
              <a:ext uri="{FF2B5EF4-FFF2-40B4-BE49-F238E27FC236}">
                <a16:creationId xmlns:a16="http://schemas.microsoft.com/office/drawing/2014/main" id="{68CD443E-718E-F184-1FFE-F1E6A49B2354}"/>
              </a:ext>
            </a:extLst>
          </p:cNvPr>
          <p:cNvSpPr txBox="1">
            <a:spLocks/>
          </p:cNvSpPr>
          <p:nvPr/>
        </p:nvSpPr>
        <p:spPr>
          <a:xfrm>
            <a:off x="912480" y="4062660"/>
            <a:ext cx="1239012" cy="112482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it-IT" sz="1400" dirty="0"/>
              <a:t>M</a:t>
            </a:r>
            <a:r>
              <a:rPr lang="en-US" sz="1400" dirty="0"/>
              <a:t>ember of Community of practice about a given practice</a:t>
            </a:r>
          </a:p>
        </p:txBody>
      </p:sp>
      <p:sp>
        <p:nvSpPr>
          <p:cNvPr id="8" name="Freccia a destra 7">
            <a:extLst>
              <a:ext uri="{FF2B5EF4-FFF2-40B4-BE49-F238E27FC236}">
                <a16:creationId xmlns:a16="http://schemas.microsoft.com/office/drawing/2014/main" id="{EC0960DC-F91F-3D79-C207-194F3377FF25}"/>
              </a:ext>
            </a:extLst>
          </p:cNvPr>
          <p:cNvSpPr/>
          <p:nvPr/>
        </p:nvSpPr>
        <p:spPr>
          <a:xfrm>
            <a:off x="2158543" y="2910499"/>
            <a:ext cx="365529" cy="914400"/>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ccia a destra 8">
            <a:extLst>
              <a:ext uri="{FF2B5EF4-FFF2-40B4-BE49-F238E27FC236}">
                <a16:creationId xmlns:a16="http://schemas.microsoft.com/office/drawing/2014/main" id="{1CF6758F-A5A8-C05D-8463-7CB3C1160101}"/>
              </a:ext>
            </a:extLst>
          </p:cNvPr>
          <p:cNvSpPr/>
          <p:nvPr/>
        </p:nvSpPr>
        <p:spPr>
          <a:xfrm>
            <a:off x="5253517" y="2921626"/>
            <a:ext cx="446655" cy="914400"/>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ccia a destra 10">
            <a:extLst>
              <a:ext uri="{FF2B5EF4-FFF2-40B4-BE49-F238E27FC236}">
                <a16:creationId xmlns:a16="http://schemas.microsoft.com/office/drawing/2014/main" id="{4DD0F887-8480-630A-65CC-FA4E4A8544B1}"/>
              </a:ext>
            </a:extLst>
          </p:cNvPr>
          <p:cNvSpPr/>
          <p:nvPr/>
        </p:nvSpPr>
        <p:spPr>
          <a:xfrm>
            <a:off x="8423116" y="2973639"/>
            <a:ext cx="574537" cy="914400"/>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41637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C8C9F34-6D6F-207B-53A6-2E2E5FC62A48}"/>
              </a:ext>
            </a:extLst>
          </p:cNvPr>
          <p:cNvSpPr>
            <a:spLocks noGrp="1"/>
          </p:cNvSpPr>
          <p:nvPr>
            <p:ph type="title"/>
          </p:nvPr>
        </p:nvSpPr>
        <p:spPr>
          <a:xfrm>
            <a:off x="838200" y="365125"/>
            <a:ext cx="10515600" cy="975489"/>
          </a:xfrm>
        </p:spPr>
        <p:txBody>
          <a:bodyPr>
            <a:noAutofit/>
          </a:bodyPr>
          <a:lstStyle/>
          <a:p>
            <a:r>
              <a:rPr lang="en-US" sz="2000" dirty="0"/>
              <a:t>CoP roadmap workshop</a:t>
            </a:r>
            <a:br>
              <a:rPr lang="en-US" sz="2000" dirty="0"/>
            </a:br>
            <a:r>
              <a:rPr lang="en-US" sz="2000" dirty="0"/>
              <a:t>CoP Member experience : Path about a given practice</a:t>
            </a:r>
          </a:p>
        </p:txBody>
      </p:sp>
      <p:sp>
        <p:nvSpPr>
          <p:cNvPr id="7" name="Rettangolo 6">
            <a:extLst>
              <a:ext uri="{FF2B5EF4-FFF2-40B4-BE49-F238E27FC236}">
                <a16:creationId xmlns:a16="http://schemas.microsoft.com/office/drawing/2014/main" id="{10D55E55-1221-10F0-D7F5-D6F523DF8EA4}"/>
              </a:ext>
            </a:extLst>
          </p:cNvPr>
          <p:cNvSpPr/>
          <p:nvPr/>
        </p:nvSpPr>
        <p:spPr>
          <a:xfrm>
            <a:off x="2451561" y="1875370"/>
            <a:ext cx="2722944" cy="52714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it-IT" sz="1200" b="1" dirty="0">
                <a:solidFill>
                  <a:schemeClr val="tx1"/>
                </a:solidFill>
                <a:latin typeface="Avenir Next LT Pro" panose="020B0504020202020204" pitchFamily="34" charset="0"/>
              </a:rPr>
              <a:t>DISCOVER PRACTICE</a:t>
            </a:r>
          </a:p>
          <a:p>
            <a:pPr algn="ctr"/>
            <a:endParaRPr lang="it-IT" sz="1200" b="1" dirty="0">
              <a:solidFill>
                <a:schemeClr val="tx1"/>
              </a:solidFill>
              <a:latin typeface="Avenir Next LT Pro" panose="020B0504020202020204" pitchFamily="34" charset="0"/>
            </a:endParaRPr>
          </a:p>
        </p:txBody>
      </p:sp>
      <p:sp>
        <p:nvSpPr>
          <p:cNvPr id="10" name="Rettangolo 9">
            <a:extLst>
              <a:ext uri="{FF2B5EF4-FFF2-40B4-BE49-F238E27FC236}">
                <a16:creationId xmlns:a16="http://schemas.microsoft.com/office/drawing/2014/main" id="{739753A5-4D07-0A9C-CE19-2B06D7C2A569}"/>
              </a:ext>
            </a:extLst>
          </p:cNvPr>
          <p:cNvSpPr/>
          <p:nvPr/>
        </p:nvSpPr>
        <p:spPr>
          <a:xfrm>
            <a:off x="5621160" y="1868587"/>
            <a:ext cx="2722944" cy="5271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dirty="0">
                <a:solidFill>
                  <a:schemeClr val="bg1"/>
                </a:solidFill>
                <a:latin typeface="Avenir Next LT Pro" panose="020B0504020202020204" pitchFamily="34" charset="0"/>
              </a:rPr>
              <a:t>DIGEST PRACTICE</a:t>
            </a:r>
            <a:endParaRPr lang="en-US" sz="1200" dirty="0">
              <a:solidFill>
                <a:schemeClr val="bg1"/>
              </a:solidFill>
              <a:latin typeface="Avenir Next LT Pro" panose="020B0504020202020204" pitchFamily="34" charset="0"/>
            </a:endParaRPr>
          </a:p>
        </p:txBody>
      </p:sp>
      <p:sp>
        <p:nvSpPr>
          <p:cNvPr id="13" name="Rettangolo 12">
            <a:extLst>
              <a:ext uri="{FF2B5EF4-FFF2-40B4-BE49-F238E27FC236}">
                <a16:creationId xmlns:a16="http://schemas.microsoft.com/office/drawing/2014/main" id="{55881914-C91F-985E-4E67-B9CA90B45CFF}"/>
              </a:ext>
            </a:extLst>
          </p:cNvPr>
          <p:cNvSpPr/>
          <p:nvPr/>
        </p:nvSpPr>
        <p:spPr>
          <a:xfrm>
            <a:off x="8918641" y="1875370"/>
            <a:ext cx="2722944" cy="52714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it-IT" sz="1200" b="1" dirty="0">
                <a:solidFill>
                  <a:schemeClr val="tx1"/>
                </a:solidFill>
                <a:latin typeface="Avenir Next LT Pro" panose="020B0504020202020204" pitchFamily="34" charset="0"/>
              </a:rPr>
              <a:t>DEPLOY PRACTICE</a:t>
            </a:r>
          </a:p>
        </p:txBody>
      </p:sp>
      <p:pic>
        <p:nvPicPr>
          <p:cNvPr id="6" name="Immagine 5">
            <a:extLst>
              <a:ext uri="{FF2B5EF4-FFF2-40B4-BE49-F238E27FC236}">
                <a16:creationId xmlns:a16="http://schemas.microsoft.com/office/drawing/2014/main" id="{5DD09A9B-8E86-D4D2-D210-B5B6DFE0BB2A}"/>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70245" y="1865624"/>
            <a:ext cx="1111593" cy="1667390"/>
          </a:xfrm>
          <a:prstGeom prst="rect">
            <a:avLst/>
          </a:prstGeom>
        </p:spPr>
      </p:pic>
      <p:sp>
        <p:nvSpPr>
          <p:cNvPr id="22" name="Segnaposto contenuto 2">
            <a:extLst>
              <a:ext uri="{FF2B5EF4-FFF2-40B4-BE49-F238E27FC236}">
                <a16:creationId xmlns:a16="http://schemas.microsoft.com/office/drawing/2014/main" id="{68CD443E-718E-F184-1FFE-F1E6A49B2354}"/>
              </a:ext>
            </a:extLst>
          </p:cNvPr>
          <p:cNvSpPr txBox="1">
            <a:spLocks/>
          </p:cNvSpPr>
          <p:nvPr/>
        </p:nvSpPr>
        <p:spPr>
          <a:xfrm>
            <a:off x="282619" y="3568143"/>
            <a:ext cx="1239012" cy="13358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it-IT" sz="1400" dirty="0"/>
              <a:t>M</a:t>
            </a:r>
            <a:r>
              <a:rPr lang="en-US" sz="1400" dirty="0"/>
              <a:t>ember of Community of practice about a given practice</a:t>
            </a:r>
          </a:p>
        </p:txBody>
      </p:sp>
      <p:sp>
        <p:nvSpPr>
          <p:cNvPr id="8" name="Freccia a destra 7">
            <a:extLst>
              <a:ext uri="{FF2B5EF4-FFF2-40B4-BE49-F238E27FC236}">
                <a16:creationId xmlns:a16="http://schemas.microsoft.com/office/drawing/2014/main" id="{EC0960DC-F91F-3D79-C207-194F3377FF25}"/>
              </a:ext>
            </a:extLst>
          </p:cNvPr>
          <p:cNvSpPr/>
          <p:nvPr/>
        </p:nvSpPr>
        <p:spPr>
          <a:xfrm>
            <a:off x="1488339" y="2636179"/>
            <a:ext cx="3522573" cy="914400"/>
          </a:xfrm>
          <a:prstGeom prst="rightArrow">
            <a:avLst/>
          </a:prstGeom>
          <a:solidFill>
            <a:schemeClr val="bg1"/>
          </a:solid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venir Next LT Pro" panose="020B0504020202020204" pitchFamily="34" charset="0"/>
              </a:rPr>
              <a:t>I can do this part by myself </a:t>
            </a:r>
          </a:p>
        </p:txBody>
      </p:sp>
      <p:sp>
        <p:nvSpPr>
          <p:cNvPr id="9" name="Freccia a destra 8">
            <a:extLst>
              <a:ext uri="{FF2B5EF4-FFF2-40B4-BE49-F238E27FC236}">
                <a16:creationId xmlns:a16="http://schemas.microsoft.com/office/drawing/2014/main" id="{1CF6758F-A5A8-C05D-8463-7CB3C1160101}"/>
              </a:ext>
            </a:extLst>
          </p:cNvPr>
          <p:cNvSpPr/>
          <p:nvPr/>
        </p:nvSpPr>
        <p:spPr>
          <a:xfrm>
            <a:off x="5017413" y="2647306"/>
            <a:ext cx="2722944" cy="914400"/>
          </a:xfrm>
          <a:prstGeom prst="right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venir Next LT Pro" panose="020B0504020202020204" pitchFamily="34" charset="0"/>
              </a:rPr>
              <a:t>I may need the assistance of a Community for this part</a:t>
            </a:r>
          </a:p>
        </p:txBody>
      </p:sp>
      <p:pic>
        <p:nvPicPr>
          <p:cNvPr id="3" name="Immagine 2" descr="Immagine che contiene interno, persona, muro, gruppo&#10;&#10;Descrizione generata automaticamente">
            <a:extLst>
              <a:ext uri="{FF2B5EF4-FFF2-40B4-BE49-F238E27FC236}">
                <a16:creationId xmlns:a16="http://schemas.microsoft.com/office/drawing/2014/main" id="{3CD6E291-D1A3-5E1A-FEA8-C3F25114AC35}"/>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5722694" y="2402512"/>
            <a:ext cx="808068" cy="526535"/>
          </a:xfrm>
          <a:prstGeom prst="rect">
            <a:avLst/>
          </a:prstGeom>
        </p:spPr>
      </p:pic>
      <p:sp>
        <p:nvSpPr>
          <p:cNvPr id="4" name="Freccia a destra 3">
            <a:extLst>
              <a:ext uri="{FF2B5EF4-FFF2-40B4-BE49-F238E27FC236}">
                <a16:creationId xmlns:a16="http://schemas.microsoft.com/office/drawing/2014/main" id="{1505CE52-E59E-25D4-AEBF-0CDECD19FA5D}"/>
              </a:ext>
            </a:extLst>
          </p:cNvPr>
          <p:cNvSpPr/>
          <p:nvPr/>
        </p:nvSpPr>
        <p:spPr>
          <a:xfrm>
            <a:off x="7746858" y="2647306"/>
            <a:ext cx="2722944" cy="914400"/>
          </a:xfrm>
          <a:prstGeom prst="rightArrow">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venir Next LT Pro" panose="020B0504020202020204" pitchFamily="34" charset="0"/>
              </a:rPr>
              <a:t>I may need the assistance of a Community for this part</a:t>
            </a:r>
          </a:p>
        </p:txBody>
      </p:sp>
      <p:pic>
        <p:nvPicPr>
          <p:cNvPr id="12" name="Immagine 11" descr="Immagine che contiene interno, persona, muro, gruppo&#10;&#10;Descrizione generata automaticamente">
            <a:extLst>
              <a:ext uri="{FF2B5EF4-FFF2-40B4-BE49-F238E27FC236}">
                <a16:creationId xmlns:a16="http://schemas.microsoft.com/office/drawing/2014/main" id="{45FA2CFD-582E-B155-80B6-02EF6F452F70}"/>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8960734" y="2410733"/>
            <a:ext cx="808068" cy="526535"/>
          </a:xfrm>
          <a:prstGeom prst="rect">
            <a:avLst/>
          </a:prstGeom>
        </p:spPr>
      </p:pic>
    </p:spTree>
    <p:extLst>
      <p:ext uri="{BB962C8B-B14F-4D97-AF65-F5344CB8AC3E}">
        <p14:creationId xmlns:p14="http://schemas.microsoft.com/office/powerpoint/2010/main" val="3848836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C8C9F34-6D6F-207B-53A6-2E2E5FC62A48}"/>
              </a:ext>
            </a:extLst>
          </p:cNvPr>
          <p:cNvSpPr>
            <a:spLocks noGrp="1"/>
          </p:cNvSpPr>
          <p:nvPr>
            <p:ph type="title"/>
          </p:nvPr>
        </p:nvSpPr>
        <p:spPr>
          <a:xfrm>
            <a:off x="838200" y="365125"/>
            <a:ext cx="10515600" cy="975489"/>
          </a:xfrm>
        </p:spPr>
        <p:txBody>
          <a:bodyPr>
            <a:noAutofit/>
          </a:bodyPr>
          <a:lstStyle/>
          <a:p>
            <a:r>
              <a:rPr lang="en-US" sz="2000" dirty="0"/>
              <a:t>CoP roadmap workshop</a:t>
            </a:r>
            <a:br>
              <a:rPr lang="en-US" sz="2000" dirty="0"/>
            </a:br>
            <a:r>
              <a:rPr lang="en-US" sz="2000" dirty="0"/>
              <a:t>Levels to which a Community of Practice can support a practice</a:t>
            </a:r>
            <a:br>
              <a:rPr lang="en-US" sz="2000" dirty="0"/>
            </a:br>
            <a:r>
              <a:rPr lang="en-US" sz="2000" dirty="0"/>
              <a:t>CoP Member experience</a:t>
            </a:r>
          </a:p>
        </p:txBody>
      </p:sp>
      <p:pic>
        <p:nvPicPr>
          <p:cNvPr id="27" name="Immagine 26" descr="Immagine che contiene persona, interni, sport, ballerino&#10;&#10;Descrizione generata automaticamente">
            <a:extLst>
              <a:ext uri="{FF2B5EF4-FFF2-40B4-BE49-F238E27FC236}">
                <a16:creationId xmlns:a16="http://schemas.microsoft.com/office/drawing/2014/main" id="{76F10737-C981-0F4D-3F34-2BF3098F6FE1}"/>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37" b="-1751"/>
          <a:stretch/>
        </p:blipFill>
        <p:spPr>
          <a:xfrm>
            <a:off x="7138557" y="2725704"/>
            <a:ext cx="2206740" cy="1660594"/>
          </a:xfrm>
          <a:prstGeom prst="rect">
            <a:avLst/>
          </a:prstGeom>
        </p:spPr>
      </p:pic>
      <p:sp>
        <p:nvSpPr>
          <p:cNvPr id="4" name="Rettangolo con angoli arrotondati 3">
            <a:extLst>
              <a:ext uri="{FF2B5EF4-FFF2-40B4-BE49-F238E27FC236}">
                <a16:creationId xmlns:a16="http://schemas.microsoft.com/office/drawing/2014/main" id="{A9B0D46C-2697-2AC4-9F22-D3B5013E51BF}"/>
              </a:ext>
            </a:extLst>
          </p:cNvPr>
          <p:cNvSpPr/>
          <p:nvPr/>
        </p:nvSpPr>
        <p:spPr>
          <a:xfrm>
            <a:off x="7348440" y="2165049"/>
            <a:ext cx="1690666" cy="359036"/>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latin typeface="Avenir Next LT Pro" panose="020B0504020202020204" pitchFamily="34" charset="0"/>
              </a:rPr>
              <a:t>Train &amp; Hope level activities</a:t>
            </a:r>
          </a:p>
        </p:txBody>
      </p:sp>
      <p:sp>
        <p:nvSpPr>
          <p:cNvPr id="5" name="Rettangolo con angoli arrotondati 4">
            <a:extLst>
              <a:ext uri="{FF2B5EF4-FFF2-40B4-BE49-F238E27FC236}">
                <a16:creationId xmlns:a16="http://schemas.microsoft.com/office/drawing/2014/main" id="{3C34903A-67DB-9A38-AE24-9CB2C4A7F822}"/>
              </a:ext>
            </a:extLst>
          </p:cNvPr>
          <p:cNvSpPr/>
          <p:nvPr/>
        </p:nvSpPr>
        <p:spPr>
          <a:xfrm>
            <a:off x="9733826" y="2156112"/>
            <a:ext cx="2279725" cy="359036"/>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latin typeface="Avenir Next LT Pro" panose="020B0504020202020204" pitchFamily="34" charset="0"/>
              </a:rPr>
              <a:t>Train &amp; support on-field level activities</a:t>
            </a:r>
          </a:p>
        </p:txBody>
      </p:sp>
      <p:pic>
        <p:nvPicPr>
          <p:cNvPr id="21" name="Immagine 20">
            <a:extLst>
              <a:ext uri="{FF2B5EF4-FFF2-40B4-BE49-F238E27FC236}">
                <a16:creationId xmlns:a16="http://schemas.microsoft.com/office/drawing/2014/main" id="{3A0F438C-0C69-6AC8-1EA5-F463C4E6FD9C}"/>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flipH="1">
            <a:off x="9810526" y="2725704"/>
            <a:ext cx="2206740" cy="1650221"/>
          </a:xfrm>
          <a:prstGeom prst="rect">
            <a:avLst/>
          </a:prstGeom>
        </p:spPr>
      </p:pic>
      <p:sp>
        <p:nvSpPr>
          <p:cNvPr id="25" name="Rettangolo con angoli arrotondati 24">
            <a:extLst>
              <a:ext uri="{FF2B5EF4-FFF2-40B4-BE49-F238E27FC236}">
                <a16:creationId xmlns:a16="http://schemas.microsoft.com/office/drawing/2014/main" id="{F3C042A7-3792-C164-F749-79BFF81C197D}"/>
              </a:ext>
            </a:extLst>
          </p:cNvPr>
          <p:cNvSpPr/>
          <p:nvPr/>
        </p:nvSpPr>
        <p:spPr>
          <a:xfrm>
            <a:off x="4785041" y="2165050"/>
            <a:ext cx="1851071" cy="359036"/>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latin typeface="Avenir Next LT Pro" panose="020B0504020202020204" pitchFamily="34" charset="0"/>
              </a:rPr>
              <a:t>Show &amp; Hope level activities</a:t>
            </a:r>
          </a:p>
        </p:txBody>
      </p:sp>
      <p:pic>
        <p:nvPicPr>
          <p:cNvPr id="29" name="Immagine 28" descr="Immagine che contiene interni, soffitto&#10;&#10;Descrizione generata automaticamente">
            <a:extLst>
              <a:ext uri="{FF2B5EF4-FFF2-40B4-BE49-F238E27FC236}">
                <a16:creationId xmlns:a16="http://schemas.microsoft.com/office/drawing/2014/main" id="{F9A2D173-A2EE-01BF-206E-E39941FFB849}"/>
              </a:ext>
            </a:extLst>
          </p:cNvPr>
          <p:cNvPicPr>
            <a:picLocks noChangeAspect="1"/>
          </p:cNvPicPr>
          <p:nvPr/>
        </p:nvPicPr>
        <p:blipFill rotWithShape="1">
          <a:blip r:embed="rId6" cstate="email">
            <a:extLst>
              <a:ext uri="{28A0092B-C50C-407E-A947-70E740481C1C}">
                <a14:useLocalDpi xmlns:a14="http://schemas.microsoft.com/office/drawing/2010/main"/>
              </a:ext>
              <a:ext uri="{837473B0-CC2E-450A-ABE3-18F120FF3D39}">
                <a1611:picAttrSrcUrl xmlns:a1611="http://schemas.microsoft.com/office/drawing/2016/11/main" r:id="rId7"/>
              </a:ext>
            </a:extLst>
          </a:blip>
          <a:srcRect/>
          <a:stretch/>
        </p:blipFill>
        <p:spPr>
          <a:xfrm>
            <a:off x="4572000" y="2725704"/>
            <a:ext cx="2206740" cy="1644728"/>
          </a:xfrm>
          <a:prstGeom prst="rect">
            <a:avLst/>
          </a:prstGeom>
        </p:spPr>
      </p:pic>
      <p:sp>
        <p:nvSpPr>
          <p:cNvPr id="7" name="Rettangolo 6">
            <a:extLst>
              <a:ext uri="{FF2B5EF4-FFF2-40B4-BE49-F238E27FC236}">
                <a16:creationId xmlns:a16="http://schemas.microsoft.com/office/drawing/2014/main" id="{10D55E55-1221-10F0-D7F5-D6F523DF8EA4}"/>
              </a:ext>
            </a:extLst>
          </p:cNvPr>
          <p:cNvSpPr/>
          <p:nvPr/>
        </p:nvSpPr>
        <p:spPr>
          <a:xfrm>
            <a:off x="4572000" y="4641516"/>
            <a:ext cx="2204883" cy="10176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it-IT" sz="1200" b="1" dirty="0">
                <a:solidFill>
                  <a:schemeClr val="tx1"/>
                </a:solidFill>
                <a:latin typeface="Avenir Next LT Pro" panose="020B0504020202020204" pitchFamily="34" charset="0"/>
              </a:rPr>
              <a:t>DISCOVER</a:t>
            </a:r>
          </a:p>
          <a:p>
            <a:pPr algn="ctr"/>
            <a:endParaRPr lang="it-IT" sz="1200" b="1" dirty="0">
              <a:solidFill>
                <a:schemeClr val="tx1"/>
              </a:solidFill>
              <a:latin typeface="Avenir Next LT Pro" panose="020B0504020202020204" pitchFamily="34" charset="0"/>
            </a:endParaRPr>
          </a:p>
        </p:txBody>
      </p:sp>
      <p:sp>
        <p:nvSpPr>
          <p:cNvPr id="10" name="Rettangolo 9">
            <a:extLst>
              <a:ext uri="{FF2B5EF4-FFF2-40B4-BE49-F238E27FC236}">
                <a16:creationId xmlns:a16="http://schemas.microsoft.com/office/drawing/2014/main" id="{739753A5-4D07-0A9C-CE19-2B06D7C2A569}"/>
              </a:ext>
            </a:extLst>
          </p:cNvPr>
          <p:cNvSpPr/>
          <p:nvPr/>
        </p:nvSpPr>
        <p:spPr>
          <a:xfrm>
            <a:off x="7138558" y="4636024"/>
            <a:ext cx="2204883" cy="10176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dirty="0">
                <a:solidFill>
                  <a:schemeClr val="bg1"/>
                </a:solidFill>
                <a:latin typeface="Avenir Next LT Pro" panose="020B0504020202020204" pitchFamily="34" charset="0"/>
              </a:rPr>
              <a:t>DIGEST</a:t>
            </a:r>
          </a:p>
        </p:txBody>
      </p:sp>
      <p:sp>
        <p:nvSpPr>
          <p:cNvPr id="13" name="Rettangolo 12">
            <a:extLst>
              <a:ext uri="{FF2B5EF4-FFF2-40B4-BE49-F238E27FC236}">
                <a16:creationId xmlns:a16="http://schemas.microsoft.com/office/drawing/2014/main" id="{55881914-C91F-985E-4E67-B9CA90B45CFF}"/>
              </a:ext>
            </a:extLst>
          </p:cNvPr>
          <p:cNvSpPr/>
          <p:nvPr/>
        </p:nvSpPr>
        <p:spPr>
          <a:xfrm>
            <a:off x="9808668" y="4641517"/>
            <a:ext cx="2204883" cy="101217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it-IT" sz="1200" b="1" dirty="0">
                <a:solidFill>
                  <a:schemeClr val="tx1"/>
                </a:solidFill>
                <a:latin typeface="Avenir Next LT Pro" panose="020B0504020202020204" pitchFamily="34" charset="0"/>
              </a:rPr>
              <a:t>DEPLOY</a:t>
            </a:r>
          </a:p>
        </p:txBody>
      </p:sp>
      <p:cxnSp>
        <p:nvCxnSpPr>
          <p:cNvPr id="9" name="Connettore 2 8">
            <a:extLst>
              <a:ext uri="{FF2B5EF4-FFF2-40B4-BE49-F238E27FC236}">
                <a16:creationId xmlns:a16="http://schemas.microsoft.com/office/drawing/2014/main" id="{2FF553F5-EFE6-897F-49D2-EC53E68EB18E}"/>
              </a:ext>
            </a:extLst>
          </p:cNvPr>
          <p:cNvCxnSpPr>
            <a:cxnSpLocks/>
            <a:stCxn id="29" idx="2"/>
            <a:endCxn id="7" idx="0"/>
          </p:cNvCxnSpPr>
          <p:nvPr/>
        </p:nvCxnSpPr>
        <p:spPr>
          <a:xfrm flipH="1">
            <a:off x="5674442" y="4370430"/>
            <a:ext cx="928" cy="271086"/>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nettore 2 10">
            <a:extLst>
              <a:ext uri="{FF2B5EF4-FFF2-40B4-BE49-F238E27FC236}">
                <a16:creationId xmlns:a16="http://schemas.microsoft.com/office/drawing/2014/main" id="{DB9DDFD5-5FC7-8A93-80FB-58A7E9289F6A}"/>
              </a:ext>
            </a:extLst>
          </p:cNvPr>
          <p:cNvCxnSpPr>
            <a:cxnSpLocks/>
            <a:stCxn id="27" idx="2"/>
            <a:endCxn id="10" idx="0"/>
          </p:cNvCxnSpPr>
          <p:nvPr/>
        </p:nvCxnSpPr>
        <p:spPr>
          <a:xfrm flipH="1">
            <a:off x="8241000" y="4386296"/>
            <a:ext cx="927" cy="24972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Connettore 2 14">
            <a:extLst>
              <a:ext uri="{FF2B5EF4-FFF2-40B4-BE49-F238E27FC236}">
                <a16:creationId xmlns:a16="http://schemas.microsoft.com/office/drawing/2014/main" id="{DA783EA6-6EB2-382F-9A77-B14D6336D234}"/>
              </a:ext>
            </a:extLst>
          </p:cNvPr>
          <p:cNvCxnSpPr>
            <a:cxnSpLocks/>
            <a:stCxn id="21" idx="2"/>
            <a:endCxn id="13" idx="0"/>
          </p:cNvCxnSpPr>
          <p:nvPr/>
        </p:nvCxnSpPr>
        <p:spPr>
          <a:xfrm flipH="1">
            <a:off x="10911110" y="4375923"/>
            <a:ext cx="2786" cy="265594"/>
          </a:xfrm>
          <a:prstGeom prst="straightConnector1">
            <a:avLst/>
          </a:prstGeom>
          <a:ln w="571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pic>
        <p:nvPicPr>
          <p:cNvPr id="16" name="Immagine 15">
            <a:extLst>
              <a:ext uri="{FF2B5EF4-FFF2-40B4-BE49-F238E27FC236}">
                <a16:creationId xmlns:a16="http://schemas.microsoft.com/office/drawing/2014/main" id="{D3A0121B-9E61-AAB1-E9A8-9509866EAA93}"/>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3277573" y="4636023"/>
            <a:ext cx="682109" cy="1023164"/>
          </a:xfrm>
          <a:prstGeom prst="rect">
            <a:avLst/>
          </a:prstGeom>
        </p:spPr>
      </p:pic>
      <p:sp>
        <p:nvSpPr>
          <p:cNvPr id="17" name="Segnaposto contenuto 2">
            <a:extLst>
              <a:ext uri="{FF2B5EF4-FFF2-40B4-BE49-F238E27FC236}">
                <a16:creationId xmlns:a16="http://schemas.microsoft.com/office/drawing/2014/main" id="{33FD5478-F70E-E138-1B5A-1E253BF6631C}"/>
              </a:ext>
            </a:extLst>
          </p:cNvPr>
          <p:cNvSpPr txBox="1">
            <a:spLocks/>
          </p:cNvSpPr>
          <p:nvPr/>
        </p:nvSpPr>
        <p:spPr>
          <a:xfrm>
            <a:off x="3021262" y="5653695"/>
            <a:ext cx="1239012" cy="59693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it-IT" sz="1400" dirty="0"/>
              <a:t>M</a:t>
            </a:r>
            <a:r>
              <a:rPr lang="en-US" sz="1400" dirty="0"/>
              <a:t>ember of Community of practice</a:t>
            </a:r>
          </a:p>
        </p:txBody>
      </p:sp>
      <p:sp>
        <p:nvSpPr>
          <p:cNvPr id="18" name="Segnaposto contenuto 2">
            <a:extLst>
              <a:ext uri="{FF2B5EF4-FFF2-40B4-BE49-F238E27FC236}">
                <a16:creationId xmlns:a16="http://schemas.microsoft.com/office/drawing/2014/main" id="{439B8468-2147-2C32-8DB9-EB356698E880}"/>
              </a:ext>
            </a:extLst>
          </p:cNvPr>
          <p:cNvSpPr txBox="1">
            <a:spLocks/>
          </p:cNvSpPr>
          <p:nvPr/>
        </p:nvSpPr>
        <p:spPr>
          <a:xfrm>
            <a:off x="838200" y="1995206"/>
            <a:ext cx="1686954" cy="406726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t>A Community of Practice can host many types of activities, each one having many effects, but mostly impacting one of the DDD (Discover, Digest, Deploy) phase.</a:t>
            </a:r>
          </a:p>
          <a:p>
            <a:pPr marL="0" indent="0">
              <a:buNone/>
            </a:pPr>
            <a:r>
              <a:rPr lang="en-US" sz="1400" dirty="0"/>
              <a:t>These activities in turn can be categorized into 3 main levels of activities.</a:t>
            </a:r>
          </a:p>
        </p:txBody>
      </p:sp>
    </p:spTree>
    <p:extLst>
      <p:ext uri="{BB962C8B-B14F-4D97-AF65-F5344CB8AC3E}">
        <p14:creationId xmlns:p14="http://schemas.microsoft.com/office/powerpoint/2010/main" val="3285941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magine 26" descr="Immagine che contiene persona, interni, sport, ballerino&#10;&#10;Descrizione generata automaticamente">
            <a:extLst>
              <a:ext uri="{FF2B5EF4-FFF2-40B4-BE49-F238E27FC236}">
                <a16:creationId xmlns:a16="http://schemas.microsoft.com/office/drawing/2014/main" id="{76F10737-C981-0F4D-3F34-2BF3098F6FE1}"/>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37" b="-1751"/>
          <a:stretch/>
        </p:blipFill>
        <p:spPr>
          <a:xfrm>
            <a:off x="4521495" y="1692848"/>
            <a:ext cx="3297600" cy="2481477"/>
          </a:xfrm>
          <a:prstGeom prst="rect">
            <a:avLst/>
          </a:prstGeom>
        </p:spPr>
      </p:pic>
      <p:sp>
        <p:nvSpPr>
          <p:cNvPr id="2" name="Titolo 1">
            <a:extLst>
              <a:ext uri="{FF2B5EF4-FFF2-40B4-BE49-F238E27FC236}">
                <a16:creationId xmlns:a16="http://schemas.microsoft.com/office/drawing/2014/main" id="{6C8C9F34-6D6F-207B-53A6-2E2E5FC62A48}"/>
              </a:ext>
            </a:extLst>
          </p:cNvPr>
          <p:cNvSpPr>
            <a:spLocks noGrp="1"/>
          </p:cNvSpPr>
          <p:nvPr>
            <p:ph type="title"/>
          </p:nvPr>
        </p:nvSpPr>
        <p:spPr>
          <a:xfrm>
            <a:off x="838200" y="365125"/>
            <a:ext cx="10515600" cy="975489"/>
          </a:xfrm>
        </p:spPr>
        <p:txBody>
          <a:bodyPr>
            <a:noAutofit/>
          </a:bodyPr>
          <a:lstStyle/>
          <a:p>
            <a:r>
              <a:rPr lang="en-US" sz="2000" dirty="0"/>
              <a:t>CoP roadmap workshop</a:t>
            </a:r>
            <a:br>
              <a:rPr lang="en-US" sz="2000" dirty="0"/>
            </a:br>
            <a:r>
              <a:rPr lang="en-US" sz="2000" dirty="0"/>
              <a:t>Examples of activities</a:t>
            </a:r>
          </a:p>
        </p:txBody>
      </p:sp>
      <p:sp>
        <p:nvSpPr>
          <p:cNvPr id="4" name="Rettangolo con angoli arrotondati 3">
            <a:extLst>
              <a:ext uri="{FF2B5EF4-FFF2-40B4-BE49-F238E27FC236}">
                <a16:creationId xmlns:a16="http://schemas.microsoft.com/office/drawing/2014/main" id="{A9B0D46C-2697-2AC4-9F22-D3B5013E51BF}"/>
              </a:ext>
            </a:extLst>
          </p:cNvPr>
          <p:cNvSpPr/>
          <p:nvPr/>
        </p:nvSpPr>
        <p:spPr>
          <a:xfrm>
            <a:off x="4521495" y="1340614"/>
            <a:ext cx="3297600" cy="536519"/>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latin typeface="Avenir Next LT Pro" panose="020B0504020202020204" pitchFamily="34" charset="0"/>
              </a:rPr>
              <a:t>Train &amp; Hope level</a:t>
            </a:r>
          </a:p>
        </p:txBody>
      </p:sp>
      <p:sp>
        <p:nvSpPr>
          <p:cNvPr id="5" name="Rettangolo con angoli arrotondati 4">
            <a:extLst>
              <a:ext uri="{FF2B5EF4-FFF2-40B4-BE49-F238E27FC236}">
                <a16:creationId xmlns:a16="http://schemas.microsoft.com/office/drawing/2014/main" id="{3C34903A-67DB-9A38-AE24-9CB2C4A7F822}"/>
              </a:ext>
            </a:extLst>
          </p:cNvPr>
          <p:cNvSpPr/>
          <p:nvPr/>
        </p:nvSpPr>
        <p:spPr>
          <a:xfrm>
            <a:off x="8514299" y="1340614"/>
            <a:ext cx="3297600" cy="536519"/>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latin typeface="Avenir Next LT Pro" panose="020B0504020202020204" pitchFamily="34" charset="0"/>
              </a:rPr>
              <a:t>Train &amp; support on-field level</a:t>
            </a:r>
          </a:p>
        </p:txBody>
      </p:sp>
      <p:pic>
        <p:nvPicPr>
          <p:cNvPr id="21" name="Immagine 20">
            <a:extLst>
              <a:ext uri="{FF2B5EF4-FFF2-40B4-BE49-F238E27FC236}">
                <a16:creationId xmlns:a16="http://schemas.microsoft.com/office/drawing/2014/main" id="{3A0F438C-0C69-6AC8-1EA5-F463C4E6FD9C}"/>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flipH="1">
            <a:off x="8514300" y="1692848"/>
            <a:ext cx="3297600" cy="2465975"/>
          </a:xfrm>
          <a:prstGeom prst="rect">
            <a:avLst/>
          </a:prstGeom>
        </p:spPr>
      </p:pic>
      <p:sp>
        <p:nvSpPr>
          <p:cNvPr id="25" name="Rettangolo con angoli arrotondati 24">
            <a:extLst>
              <a:ext uri="{FF2B5EF4-FFF2-40B4-BE49-F238E27FC236}">
                <a16:creationId xmlns:a16="http://schemas.microsoft.com/office/drawing/2014/main" id="{F3C042A7-3792-C164-F749-79BFF81C197D}"/>
              </a:ext>
            </a:extLst>
          </p:cNvPr>
          <p:cNvSpPr/>
          <p:nvPr/>
        </p:nvSpPr>
        <p:spPr>
          <a:xfrm>
            <a:off x="686209" y="1340614"/>
            <a:ext cx="3297600" cy="536519"/>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latin typeface="Avenir Next LT Pro" panose="020B0504020202020204" pitchFamily="34" charset="0"/>
              </a:rPr>
              <a:t>Show &amp; Hope level</a:t>
            </a:r>
          </a:p>
        </p:txBody>
      </p:sp>
      <p:pic>
        <p:nvPicPr>
          <p:cNvPr id="29" name="Immagine 28" descr="Immagine che contiene interni, soffitto&#10;&#10;Descrizione generata automaticamente">
            <a:extLst>
              <a:ext uri="{FF2B5EF4-FFF2-40B4-BE49-F238E27FC236}">
                <a16:creationId xmlns:a16="http://schemas.microsoft.com/office/drawing/2014/main" id="{F9A2D173-A2EE-01BF-206E-E39941FFB849}"/>
              </a:ext>
            </a:extLst>
          </p:cNvPr>
          <p:cNvPicPr>
            <a:picLocks noChangeAspect="1"/>
          </p:cNvPicPr>
          <p:nvPr/>
        </p:nvPicPr>
        <p:blipFill rotWithShape="1">
          <a:blip r:embed="rId6" cstate="email">
            <a:extLst>
              <a:ext uri="{28A0092B-C50C-407E-A947-70E740481C1C}">
                <a14:useLocalDpi xmlns:a14="http://schemas.microsoft.com/office/drawing/2010/main"/>
              </a:ext>
              <a:ext uri="{837473B0-CC2E-450A-ABE3-18F120FF3D39}">
                <a1611:picAttrSrcUrl xmlns:a1611="http://schemas.microsoft.com/office/drawing/2016/11/main" r:id="rId7"/>
              </a:ext>
            </a:extLst>
          </a:blip>
          <a:srcRect/>
          <a:stretch/>
        </p:blipFill>
        <p:spPr>
          <a:xfrm>
            <a:off x="686209" y="1692848"/>
            <a:ext cx="3297600" cy="2457767"/>
          </a:xfrm>
          <a:prstGeom prst="rect">
            <a:avLst/>
          </a:prstGeom>
        </p:spPr>
      </p:pic>
      <p:sp>
        <p:nvSpPr>
          <p:cNvPr id="7" name="Rettangolo 6">
            <a:extLst>
              <a:ext uri="{FF2B5EF4-FFF2-40B4-BE49-F238E27FC236}">
                <a16:creationId xmlns:a16="http://schemas.microsoft.com/office/drawing/2014/main" id="{10D55E55-1221-10F0-D7F5-D6F523DF8EA4}"/>
              </a:ext>
            </a:extLst>
          </p:cNvPr>
          <p:cNvSpPr/>
          <p:nvPr/>
        </p:nvSpPr>
        <p:spPr>
          <a:xfrm>
            <a:off x="686209" y="4260962"/>
            <a:ext cx="3297600" cy="15271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b="0" i="0" dirty="0">
                <a:solidFill>
                  <a:srgbClr val="FFFFFF"/>
                </a:solidFill>
                <a:effectLst/>
                <a:latin typeface="Helvetica Neue"/>
              </a:rPr>
              <a:t>🗣️</a:t>
            </a:r>
            <a:r>
              <a:rPr lang="en-US" sz="1200" dirty="0">
                <a:solidFill>
                  <a:schemeClr val="tx1"/>
                </a:solidFill>
                <a:latin typeface="Avenir Next LT Pro" panose="020B0504020202020204" pitchFamily="34" charset="0"/>
              </a:rPr>
              <a:t>Organization of feedback sessions by members, for discovery purpose</a:t>
            </a:r>
          </a:p>
          <a:p>
            <a:r>
              <a:rPr lang="en-US" sz="1200" dirty="0">
                <a:solidFill>
                  <a:schemeClr val="tx1"/>
                </a:solidFill>
                <a:latin typeface="Avenir Next LT Pro" panose="020B0504020202020204" pitchFamily="34" charset="0"/>
              </a:rPr>
              <a:t>🔥Presentation of inspirational examples</a:t>
            </a:r>
          </a:p>
        </p:txBody>
      </p:sp>
      <p:sp>
        <p:nvSpPr>
          <p:cNvPr id="10" name="Rettangolo 9">
            <a:extLst>
              <a:ext uri="{FF2B5EF4-FFF2-40B4-BE49-F238E27FC236}">
                <a16:creationId xmlns:a16="http://schemas.microsoft.com/office/drawing/2014/main" id="{739753A5-4D07-0A9C-CE19-2B06D7C2A569}"/>
              </a:ext>
            </a:extLst>
          </p:cNvPr>
          <p:cNvSpPr/>
          <p:nvPr/>
        </p:nvSpPr>
        <p:spPr>
          <a:xfrm>
            <a:off x="4521495" y="4260962"/>
            <a:ext cx="3297600" cy="15271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dirty="0">
                <a:solidFill>
                  <a:schemeClr val="bg1"/>
                </a:solidFill>
                <a:latin typeface="Avenir Next LT Pro" panose="020B0504020202020204" pitchFamily="34" charset="0"/>
              </a:rPr>
              <a:t>🖥️Coding Dojos / Practicing dojos</a:t>
            </a:r>
          </a:p>
          <a:p>
            <a:r>
              <a:rPr lang="en-US" sz="1200" dirty="0">
                <a:solidFill>
                  <a:schemeClr val="bg1"/>
                </a:solidFill>
                <a:latin typeface="Avenir Next LT Pro" panose="020B0504020202020204" pitchFamily="34" charset="0"/>
              </a:rPr>
              <a:t>🎒Tutorials &amp; exercises (may be online)</a:t>
            </a:r>
          </a:p>
          <a:p>
            <a:r>
              <a:rPr lang="en-US" sz="1200" dirty="0">
                <a:solidFill>
                  <a:schemeClr val="bg1"/>
                </a:solidFill>
                <a:latin typeface="Avenir Next LT Pro" panose="020B0504020202020204" pitchFamily="34" charset="0"/>
              </a:rPr>
              <a:t>🤼Workshops to practice together</a:t>
            </a:r>
          </a:p>
          <a:p>
            <a:r>
              <a:rPr lang="en-US" sz="1200" dirty="0">
                <a:solidFill>
                  <a:schemeClr val="bg1"/>
                </a:solidFill>
                <a:latin typeface="Avenir Next LT Pro" panose="020B0504020202020204" pitchFamily="34" charset="0"/>
              </a:rPr>
              <a:t>🏫Learning Paths</a:t>
            </a:r>
          </a:p>
          <a:p>
            <a:r>
              <a:rPr lang="en-US" sz="1200" b="0" i="0" dirty="0">
                <a:solidFill>
                  <a:schemeClr val="bg1"/>
                </a:solidFill>
                <a:effectLst/>
                <a:latin typeface="Helvetica Neue"/>
              </a:rPr>
              <a:t>🗣️</a:t>
            </a:r>
            <a:r>
              <a:rPr lang="en-US" sz="1200" b="0" i="0" dirty="0">
                <a:solidFill>
                  <a:schemeClr val="bg1"/>
                </a:solidFill>
                <a:effectLst/>
                <a:latin typeface="Avenir Next LT Pro" panose="020B0504020202020204" pitchFamily="34" charset="0"/>
              </a:rPr>
              <a:t>Talks from advanced practitioners to othe</a:t>
            </a:r>
            <a:r>
              <a:rPr lang="en-US" sz="1200" dirty="0">
                <a:solidFill>
                  <a:schemeClr val="bg1"/>
                </a:solidFill>
                <a:latin typeface="Avenir Next LT Pro" panose="020B0504020202020204" pitchFamily="34" charset="0"/>
              </a:rPr>
              <a:t>r practitioners to perfect their training.</a:t>
            </a:r>
          </a:p>
        </p:txBody>
      </p:sp>
      <p:sp>
        <p:nvSpPr>
          <p:cNvPr id="13" name="Rettangolo 12">
            <a:extLst>
              <a:ext uri="{FF2B5EF4-FFF2-40B4-BE49-F238E27FC236}">
                <a16:creationId xmlns:a16="http://schemas.microsoft.com/office/drawing/2014/main" id="{55881914-C91F-985E-4E67-B9CA90B45CFF}"/>
              </a:ext>
            </a:extLst>
          </p:cNvPr>
          <p:cNvSpPr/>
          <p:nvPr/>
        </p:nvSpPr>
        <p:spPr>
          <a:xfrm>
            <a:off x="8514300" y="4256301"/>
            <a:ext cx="3297600" cy="152719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latin typeface="Avenir Next LT Pro" panose="020B0504020202020204" pitchFamily="34" charset="0"/>
              </a:rPr>
              <a:t>🕵️Shadowing of experts and live feedback or post-feedback</a:t>
            </a:r>
          </a:p>
          <a:p>
            <a:r>
              <a:rPr lang="en-US" sz="1200" dirty="0">
                <a:solidFill>
                  <a:schemeClr val="tx1"/>
                </a:solidFill>
                <a:latin typeface="Avenir Next LT Pro" panose="020B0504020202020204" pitchFamily="34" charset="0"/>
              </a:rPr>
              <a:t>❓Answering specific requests </a:t>
            </a:r>
          </a:p>
          <a:p>
            <a:r>
              <a:rPr lang="en-US" sz="1200" dirty="0">
                <a:solidFill>
                  <a:schemeClr val="tx1"/>
                </a:solidFill>
                <a:latin typeface="Avenir Next LT Pro" panose="020B0504020202020204" pitchFamily="34" charset="0"/>
              </a:rPr>
              <a:t>🆘Experts hotline or clinic timeslots</a:t>
            </a:r>
          </a:p>
          <a:p>
            <a:r>
              <a:rPr lang="en-US" sz="1200" dirty="0">
                <a:solidFill>
                  <a:schemeClr val="tx1"/>
                </a:solidFill>
                <a:latin typeface="Avenir Next LT Pro" panose="020B0504020202020204" pitchFamily="34" charset="0"/>
              </a:rPr>
              <a:t>🫴Co-development sessions</a:t>
            </a:r>
          </a:p>
          <a:p>
            <a:r>
              <a:rPr lang="en-US" sz="1200" dirty="0">
                <a:solidFill>
                  <a:schemeClr val="tx1"/>
                </a:solidFill>
                <a:latin typeface="Avenir Next LT Pro" panose="020B0504020202020204" pitchFamily="34" charset="0"/>
              </a:rPr>
              <a:t>👁️Review deliverables that are used on-field</a:t>
            </a:r>
          </a:p>
          <a:p>
            <a:r>
              <a:rPr lang="en-US" sz="1200" b="0" i="0" dirty="0">
                <a:solidFill>
                  <a:srgbClr val="FFFFFF"/>
                </a:solidFill>
                <a:effectLst/>
                <a:latin typeface="Helvetica Neue"/>
              </a:rPr>
              <a:t>🗣️</a:t>
            </a:r>
            <a:r>
              <a:rPr lang="en-US" sz="1200" b="0" i="0" dirty="0">
                <a:solidFill>
                  <a:schemeClr val="tx1"/>
                </a:solidFill>
                <a:effectLst/>
                <a:latin typeface="Avenir Next LT Pro" panose="020B0504020202020204" pitchFamily="34" charset="0"/>
              </a:rPr>
              <a:t>Talks from advanced practitioners to practitioners in deployment phase</a:t>
            </a:r>
          </a:p>
        </p:txBody>
      </p:sp>
    </p:spTree>
    <p:extLst>
      <p:ext uri="{BB962C8B-B14F-4D97-AF65-F5344CB8AC3E}">
        <p14:creationId xmlns:p14="http://schemas.microsoft.com/office/powerpoint/2010/main" val="19753840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C8C9F34-6D6F-207B-53A6-2E2E5FC62A48}"/>
              </a:ext>
            </a:extLst>
          </p:cNvPr>
          <p:cNvSpPr>
            <a:spLocks noGrp="1"/>
          </p:cNvSpPr>
          <p:nvPr>
            <p:ph type="title"/>
          </p:nvPr>
        </p:nvSpPr>
        <p:spPr>
          <a:xfrm>
            <a:off x="838200" y="365125"/>
            <a:ext cx="10515600" cy="975489"/>
          </a:xfrm>
        </p:spPr>
        <p:txBody>
          <a:bodyPr>
            <a:noAutofit/>
          </a:bodyPr>
          <a:lstStyle/>
          <a:p>
            <a:r>
              <a:rPr lang="en-US" sz="2000" dirty="0"/>
              <a:t>CoP roadmap workshop</a:t>
            </a:r>
            <a:br>
              <a:rPr lang="en-US" sz="2000" dirty="0"/>
            </a:br>
            <a:r>
              <a:rPr lang="en-US" sz="2000" dirty="0"/>
              <a:t>Members estimate their needs </a:t>
            </a:r>
          </a:p>
        </p:txBody>
      </p:sp>
      <p:sp>
        <p:nvSpPr>
          <p:cNvPr id="5" name="Segnaposto contenuto 2">
            <a:extLst>
              <a:ext uri="{FF2B5EF4-FFF2-40B4-BE49-F238E27FC236}">
                <a16:creationId xmlns:a16="http://schemas.microsoft.com/office/drawing/2014/main" id="{3CB98EBC-E61B-F428-4160-1F819CB024A6}"/>
              </a:ext>
            </a:extLst>
          </p:cNvPr>
          <p:cNvSpPr>
            <a:spLocks noGrp="1"/>
          </p:cNvSpPr>
          <p:nvPr>
            <p:ph idx="1"/>
          </p:nvPr>
        </p:nvSpPr>
        <p:spPr>
          <a:xfrm>
            <a:off x="977154" y="2477961"/>
            <a:ext cx="2243328" cy="2526461"/>
          </a:xfrm>
        </p:spPr>
        <p:txBody>
          <a:bodyPr>
            <a:normAutofit lnSpcReduction="10000"/>
          </a:bodyPr>
          <a:lstStyle/>
          <a:p>
            <a:pPr marL="0" indent="0">
              <a:buNone/>
            </a:pPr>
            <a:r>
              <a:rPr lang="en-US" sz="1400" dirty="0"/>
              <a:t>The goal of the CoP roadmap workshop is to </a:t>
            </a:r>
            <a:r>
              <a:rPr lang="en-US" sz="1400" b="1" dirty="0">
                <a:solidFill>
                  <a:srgbClr val="8E2C48"/>
                </a:solidFill>
              </a:rPr>
              <a:t>avoid relying on pure assumptions </a:t>
            </a:r>
            <a:r>
              <a:rPr lang="en-US" sz="1400" dirty="0"/>
              <a:t>on members’ autonomy, by using </a:t>
            </a:r>
            <a:r>
              <a:rPr lang="en-US" sz="1400" b="1" dirty="0">
                <a:solidFill>
                  <a:schemeClr val="tx2"/>
                </a:solidFill>
              </a:rPr>
              <a:t>collective expression and decision</a:t>
            </a:r>
            <a:r>
              <a:rPr lang="en-US" sz="1400" dirty="0"/>
              <a:t> on “what part to do in the Community of Practice to get results” for each practice, within </a:t>
            </a:r>
            <a:r>
              <a:rPr lang="en-US" sz="1400" b="1" dirty="0">
                <a:solidFill>
                  <a:schemeClr val="accent2"/>
                </a:solidFill>
              </a:rPr>
              <a:t>capacity of contributors</a:t>
            </a:r>
            <a:r>
              <a:rPr lang="en-US" sz="1400" dirty="0"/>
              <a:t>.</a:t>
            </a:r>
          </a:p>
        </p:txBody>
      </p:sp>
      <p:grpSp>
        <p:nvGrpSpPr>
          <p:cNvPr id="16" name="Gruppo 15">
            <a:extLst>
              <a:ext uri="{FF2B5EF4-FFF2-40B4-BE49-F238E27FC236}">
                <a16:creationId xmlns:a16="http://schemas.microsoft.com/office/drawing/2014/main" id="{D8570DC3-9A89-4912-C43A-4D69D071605C}"/>
              </a:ext>
            </a:extLst>
          </p:cNvPr>
          <p:cNvGrpSpPr/>
          <p:nvPr/>
        </p:nvGrpSpPr>
        <p:grpSpPr>
          <a:xfrm>
            <a:off x="3245561" y="4030197"/>
            <a:ext cx="7544359" cy="683588"/>
            <a:chOff x="2605481" y="3140506"/>
            <a:chExt cx="9895126" cy="1030483"/>
          </a:xfrm>
        </p:grpSpPr>
        <p:sp>
          <p:nvSpPr>
            <p:cNvPr id="12" name="Rettangolo 11">
              <a:extLst>
                <a:ext uri="{FF2B5EF4-FFF2-40B4-BE49-F238E27FC236}">
                  <a16:creationId xmlns:a16="http://schemas.microsoft.com/office/drawing/2014/main" id="{80A12B6C-2A26-2972-30ED-2735657E331B}"/>
                </a:ext>
              </a:extLst>
            </p:cNvPr>
            <p:cNvSpPr/>
            <p:nvPr/>
          </p:nvSpPr>
          <p:spPr>
            <a:xfrm>
              <a:off x="2605481" y="3259216"/>
              <a:ext cx="1438275" cy="8191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Practice A</a:t>
              </a:r>
            </a:p>
          </p:txBody>
        </p:sp>
        <p:sp>
          <p:nvSpPr>
            <p:cNvPr id="13" name="Freccia a destra 12">
              <a:extLst>
                <a:ext uri="{FF2B5EF4-FFF2-40B4-BE49-F238E27FC236}">
                  <a16:creationId xmlns:a16="http://schemas.microsoft.com/office/drawing/2014/main" id="{3F33C7BF-54E1-0D33-F8D4-47D4D70BD8D7}"/>
                </a:ext>
              </a:extLst>
            </p:cNvPr>
            <p:cNvSpPr/>
            <p:nvPr/>
          </p:nvSpPr>
          <p:spPr>
            <a:xfrm>
              <a:off x="4043754" y="3642704"/>
              <a:ext cx="8456853" cy="52828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100" dirty="0">
                  <a:solidFill>
                    <a:schemeClr val="tx1"/>
                  </a:solidFill>
                </a:rPr>
                <a:t>What the Community contributors can provide </a:t>
              </a:r>
            </a:p>
          </p:txBody>
        </p:sp>
        <p:sp>
          <p:nvSpPr>
            <p:cNvPr id="14" name="Freccia a destra 13">
              <a:extLst>
                <a:ext uri="{FF2B5EF4-FFF2-40B4-BE49-F238E27FC236}">
                  <a16:creationId xmlns:a16="http://schemas.microsoft.com/office/drawing/2014/main" id="{AD5A76B2-4BB0-B51A-0170-E0E54305E6F0}"/>
                </a:ext>
              </a:extLst>
            </p:cNvPr>
            <p:cNvSpPr/>
            <p:nvPr/>
          </p:nvSpPr>
          <p:spPr>
            <a:xfrm>
              <a:off x="4043755" y="3140506"/>
              <a:ext cx="4882877" cy="528286"/>
            </a:xfrm>
            <a:prstGeom prst="rightArrow">
              <a:avLst/>
            </a:prstGeom>
            <a:solidFill>
              <a:schemeClr val="bg1"/>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100" dirty="0">
                  <a:solidFill>
                    <a:schemeClr val="tx1"/>
                  </a:solidFill>
                </a:rPr>
                <a:t>What level of support MOST members need to get to results</a:t>
              </a:r>
            </a:p>
          </p:txBody>
        </p:sp>
      </p:grpSp>
      <p:grpSp>
        <p:nvGrpSpPr>
          <p:cNvPr id="25" name="Gruppo 24">
            <a:extLst>
              <a:ext uri="{FF2B5EF4-FFF2-40B4-BE49-F238E27FC236}">
                <a16:creationId xmlns:a16="http://schemas.microsoft.com/office/drawing/2014/main" id="{E34D1040-64EC-E436-8749-E7093B7B4789}"/>
              </a:ext>
            </a:extLst>
          </p:cNvPr>
          <p:cNvGrpSpPr/>
          <p:nvPr/>
        </p:nvGrpSpPr>
        <p:grpSpPr>
          <a:xfrm>
            <a:off x="4682166" y="2273302"/>
            <a:ext cx="6464370" cy="1646474"/>
            <a:chOff x="686209" y="1340614"/>
            <a:chExt cx="11125691" cy="2833711"/>
          </a:xfrm>
        </p:grpSpPr>
        <p:pic>
          <p:nvPicPr>
            <p:cNvPr id="18" name="Immagine 17" descr="Immagine che contiene persona, interni, sport, ballerino&#10;&#10;Descrizione generata automaticamente">
              <a:extLst>
                <a:ext uri="{FF2B5EF4-FFF2-40B4-BE49-F238E27FC236}">
                  <a16:creationId xmlns:a16="http://schemas.microsoft.com/office/drawing/2014/main" id="{DCAB337A-D85D-5D8C-0151-9033366F5DA8}"/>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37" b="-1751"/>
            <a:stretch/>
          </p:blipFill>
          <p:spPr>
            <a:xfrm>
              <a:off x="4521495" y="1692848"/>
              <a:ext cx="3297600" cy="2481477"/>
            </a:xfrm>
            <a:prstGeom prst="rect">
              <a:avLst/>
            </a:prstGeom>
          </p:spPr>
        </p:pic>
        <p:sp>
          <p:nvSpPr>
            <p:cNvPr id="19" name="Rettangolo con angoli arrotondati 18">
              <a:extLst>
                <a:ext uri="{FF2B5EF4-FFF2-40B4-BE49-F238E27FC236}">
                  <a16:creationId xmlns:a16="http://schemas.microsoft.com/office/drawing/2014/main" id="{7C54B833-DF77-440B-B2C4-BF8517CF0B38}"/>
                </a:ext>
              </a:extLst>
            </p:cNvPr>
            <p:cNvSpPr/>
            <p:nvPr/>
          </p:nvSpPr>
          <p:spPr>
            <a:xfrm>
              <a:off x="4521495" y="1340614"/>
              <a:ext cx="3297600" cy="536519"/>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a:solidFill>
                    <a:schemeClr val="tx1"/>
                  </a:solidFill>
                  <a:latin typeface="Avenir Next LT Pro" panose="020B0504020202020204" pitchFamily="34" charset="0"/>
                </a:rPr>
                <a:t>Train &amp; Hope level</a:t>
              </a:r>
            </a:p>
          </p:txBody>
        </p:sp>
        <p:sp>
          <p:nvSpPr>
            <p:cNvPr id="20" name="Rettangolo con angoli arrotondati 19">
              <a:extLst>
                <a:ext uri="{FF2B5EF4-FFF2-40B4-BE49-F238E27FC236}">
                  <a16:creationId xmlns:a16="http://schemas.microsoft.com/office/drawing/2014/main" id="{0FAA5523-9F1A-FD30-E36C-F4B780FD14DF}"/>
                </a:ext>
              </a:extLst>
            </p:cNvPr>
            <p:cNvSpPr/>
            <p:nvPr/>
          </p:nvSpPr>
          <p:spPr>
            <a:xfrm>
              <a:off x="8514299" y="1340614"/>
              <a:ext cx="3297600" cy="536519"/>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a:solidFill>
                    <a:schemeClr val="tx1"/>
                  </a:solidFill>
                  <a:latin typeface="Avenir Next LT Pro" panose="020B0504020202020204" pitchFamily="34" charset="0"/>
                </a:rPr>
                <a:t>Train &amp; support on-field level</a:t>
              </a:r>
            </a:p>
          </p:txBody>
        </p:sp>
        <p:pic>
          <p:nvPicPr>
            <p:cNvPr id="22" name="Immagine 21">
              <a:extLst>
                <a:ext uri="{FF2B5EF4-FFF2-40B4-BE49-F238E27FC236}">
                  <a16:creationId xmlns:a16="http://schemas.microsoft.com/office/drawing/2014/main" id="{F17E061B-0ACD-A3A1-81E8-234F256F470C}"/>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flipH="1">
              <a:off x="8514300" y="1692848"/>
              <a:ext cx="3297600" cy="2465975"/>
            </a:xfrm>
            <a:prstGeom prst="rect">
              <a:avLst/>
            </a:prstGeom>
          </p:spPr>
        </p:pic>
        <p:sp>
          <p:nvSpPr>
            <p:cNvPr id="23" name="Rettangolo con angoli arrotondati 22">
              <a:extLst>
                <a:ext uri="{FF2B5EF4-FFF2-40B4-BE49-F238E27FC236}">
                  <a16:creationId xmlns:a16="http://schemas.microsoft.com/office/drawing/2014/main" id="{91D36081-8758-E8E3-0FF9-84916AB27C98}"/>
                </a:ext>
              </a:extLst>
            </p:cNvPr>
            <p:cNvSpPr/>
            <p:nvPr/>
          </p:nvSpPr>
          <p:spPr>
            <a:xfrm>
              <a:off x="686209" y="1340614"/>
              <a:ext cx="3297600" cy="536519"/>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a:solidFill>
                    <a:schemeClr val="tx1"/>
                  </a:solidFill>
                  <a:latin typeface="Avenir Next LT Pro" panose="020B0504020202020204" pitchFamily="34" charset="0"/>
                </a:rPr>
                <a:t>Show &amp; Hope level</a:t>
              </a:r>
            </a:p>
          </p:txBody>
        </p:sp>
        <p:pic>
          <p:nvPicPr>
            <p:cNvPr id="24" name="Immagine 23" descr="Immagine che contiene interni, soffitto&#10;&#10;Descrizione generata automaticamente">
              <a:extLst>
                <a:ext uri="{FF2B5EF4-FFF2-40B4-BE49-F238E27FC236}">
                  <a16:creationId xmlns:a16="http://schemas.microsoft.com/office/drawing/2014/main" id="{BD8806F9-16F5-957C-EBDE-B5EEA9ED9DF5}"/>
                </a:ext>
              </a:extLst>
            </p:cNvPr>
            <p:cNvPicPr>
              <a:picLocks noChangeAspect="1"/>
            </p:cNvPicPr>
            <p:nvPr/>
          </p:nvPicPr>
          <p:blipFill rotWithShape="1">
            <a:blip r:embed="rId6" cstate="email">
              <a:extLst>
                <a:ext uri="{28A0092B-C50C-407E-A947-70E740481C1C}">
                  <a14:useLocalDpi xmlns:a14="http://schemas.microsoft.com/office/drawing/2010/main"/>
                </a:ext>
                <a:ext uri="{837473B0-CC2E-450A-ABE3-18F120FF3D39}">
                  <a1611:picAttrSrcUrl xmlns:a1611="http://schemas.microsoft.com/office/drawing/2016/11/main" r:id="rId7"/>
                </a:ext>
              </a:extLst>
            </a:blip>
            <a:srcRect/>
            <a:stretch/>
          </p:blipFill>
          <p:spPr>
            <a:xfrm>
              <a:off x="686209" y="1692848"/>
              <a:ext cx="3297600" cy="2457767"/>
            </a:xfrm>
            <a:prstGeom prst="rect">
              <a:avLst/>
            </a:prstGeom>
          </p:spPr>
        </p:pic>
      </p:grpSp>
    </p:spTree>
    <p:extLst>
      <p:ext uri="{BB962C8B-B14F-4D97-AF65-F5344CB8AC3E}">
        <p14:creationId xmlns:p14="http://schemas.microsoft.com/office/powerpoint/2010/main" val="2366043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C8C9F34-6D6F-207B-53A6-2E2E5FC62A48}"/>
              </a:ext>
            </a:extLst>
          </p:cNvPr>
          <p:cNvSpPr>
            <a:spLocks noGrp="1"/>
          </p:cNvSpPr>
          <p:nvPr>
            <p:ph type="title"/>
          </p:nvPr>
        </p:nvSpPr>
        <p:spPr>
          <a:xfrm>
            <a:off x="838200" y="365125"/>
            <a:ext cx="10515600" cy="975489"/>
          </a:xfrm>
        </p:spPr>
        <p:txBody>
          <a:bodyPr>
            <a:noAutofit/>
          </a:bodyPr>
          <a:lstStyle/>
          <a:p>
            <a:r>
              <a:rPr lang="en-US" sz="2000" dirty="0"/>
              <a:t>CoP roadmap workshop</a:t>
            </a:r>
            <a:br>
              <a:rPr lang="en-US" sz="2000" dirty="0"/>
            </a:br>
            <a:r>
              <a:rPr lang="en-US" sz="2000" dirty="0"/>
              <a:t>Roadmap is based on requirements and contribution capacities</a:t>
            </a:r>
          </a:p>
        </p:txBody>
      </p:sp>
      <p:sp>
        <p:nvSpPr>
          <p:cNvPr id="5" name="Segnaposto contenuto 2">
            <a:extLst>
              <a:ext uri="{FF2B5EF4-FFF2-40B4-BE49-F238E27FC236}">
                <a16:creationId xmlns:a16="http://schemas.microsoft.com/office/drawing/2014/main" id="{3CB98EBC-E61B-F428-4160-1F819CB024A6}"/>
              </a:ext>
            </a:extLst>
          </p:cNvPr>
          <p:cNvSpPr>
            <a:spLocks noGrp="1"/>
          </p:cNvSpPr>
          <p:nvPr>
            <p:ph idx="1"/>
          </p:nvPr>
        </p:nvSpPr>
        <p:spPr>
          <a:xfrm>
            <a:off x="906930" y="2973312"/>
            <a:ext cx="2243328" cy="2031158"/>
          </a:xfrm>
        </p:spPr>
        <p:txBody>
          <a:bodyPr>
            <a:normAutofit/>
          </a:bodyPr>
          <a:lstStyle/>
          <a:p>
            <a:pPr marL="0" indent="0">
              <a:buNone/>
            </a:pPr>
            <a:r>
              <a:rPr lang="en-US" sz="1400" dirty="0"/>
              <a:t>From the knowledge of autonomy capacity and contribution capacity of the Community on a given practice (here example practice A), members can then deduce </a:t>
            </a:r>
            <a:r>
              <a:rPr lang="en-US" sz="1400" b="1" dirty="0">
                <a:solidFill>
                  <a:schemeClr val="accent1"/>
                </a:solidFill>
              </a:rPr>
              <a:t>a roadmap of real activities.</a:t>
            </a:r>
          </a:p>
        </p:txBody>
      </p:sp>
      <p:grpSp>
        <p:nvGrpSpPr>
          <p:cNvPr id="16" name="Gruppo 15">
            <a:extLst>
              <a:ext uri="{FF2B5EF4-FFF2-40B4-BE49-F238E27FC236}">
                <a16:creationId xmlns:a16="http://schemas.microsoft.com/office/drawing/2014/main" id="{D8570DC3-9A89-4912-C43A-4D69D071605C}"/>
              </a:ext>
            </a:extLst>
          </p:cNvPr>
          <p:cNvGrpSpPr/>
          <p:nvPr/>
        </p:nvGrpSpPr>
        <p:grpSpPr>
          <a:xfrm>
            <a:off x="3236417" y="3097509"/>
            <a:ext cx="7544359" cy="683588"/>
            <a:chOff x="2605481" y="3140506"/>
            <a:chExt cx="9895126" cy="1030483"/>
          </a:xfrm>
        </p:grpSpPr>
        <p:sp>
          <p:nvSpPr>
            <p:cNvPr id="12" name="Rettangolo 11">
              <a:extLst>
                <a:ext uri="{FF2B5EF4-FFF2-40B4-BE49-F238E27FC236}">
                  <a16:creationId xmlns:a16="http://schemas.microsoft.com/office/drawing/2014/main" id="{80A12B6C-2A26-2972-30ED-2735657E331B}"/>
                </a:ext>
              </a:extLst>
            </p:cNvPr>
            <p:cNvSpPr/>
            <p:nvPr/>
          </p:nvSpPr>
          <p:spPr>
            <a:xfrm>
              <a:off x="2605481" y="3259216"/>
              <a:ext cx="1438275" cy="8191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Practice A</a:t>
              </a:r>
            </a:p>
          </p:txBody>
        </p:sp>
        <p:sp>
          <p:nvSpPr>
            <p:cNvPr id="13" name="Freccia a destra 12">
              <a:extLst>
                <a:ext uri="{FF2B5EF4-FFF2-40B4-BE49-F238E27FC236}">
                  <a16:creationId xmlns:a16="http://schemas.microsoft.com/office/drawing/2014/main" id="{3F33C7BF-54E1-0D33-F8D4-47D4D70BD8D7}"/>
                </a:ext>
              </a:extLst>
            </p:cNvPr>
            <p:cNvSpPr/>
            <p:nvPr/>
          </p:nvSpPr>
          <p:spPr>
            <a:xfrm>
              <a:off x="4043754" y="3642704"/>
              <a:ext cx="8456853" cy="52828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100" dirty="0">
                  <a:solidFill>
                    <a:schemeClr val="tx1"/>
                  </a:solidFill>
                </a:rPr>
                <a:t>What the Community contributors can provide </a:t>
              </a:r>
            </a:p>
          </p:txBody>
        </p:sp>
        <p:sp>
          <p:nvSpPr>
            <p:cNvPr id="14" name="Freccia a destra 13">
              <a:extLst>
                <a:ext uri="{FF2B5EF4-FFF2-40B4-BE49-F238E27FC236}">
                  <a16:creationId xmlns:a16="http://schemas.microsoft.com/office/drawing/2014/main" id="{AD5A76B2-4BB0-B51A-0170-E0E54305E6F0}"/>
                </a:ext>
              </a:extLst>
            </p:cNvPr>
            <p:cNvSpPr/>
            <p:nvPr/>
          </p:nvSpPr>
          <p:spPr>
            <a:xfrm>
              <a:off x="4043755" y="3140506"/>
              <a:ext cx="4882877" cy="528286"/>
            </a:xfrm>
            <a:prstGeom prst="rightArrow">
              <a:avLst/>
            </a:prstGeom>
            <a:solidFill>
              <a:schemeClr val="bg1"/>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100" dirty="0">
                  <a:solidFill>
                    <a:schemeClr val="tx1"/>
                  </a:solidFill>
                </a:rPr>
                <a:t>What level of support MOST members need to get to results</a:t>
              </a:r>
            </a:p>
          </p:txBody>
        </p:sp>
      </p:grpSp>
      <p:grpSp>
        <p:nvGrpSpPr>
          <p:cNvPr id="25" name="Gruppo 24">
            <a:extLst>
              <a:ext uri="{FF2B5EF4-FFF2-40B4-BE49-F238E27FC236}">
                <a16:creationId xmlns:a16="http://schemas.microsoft.com/office/drawing/2014/main" id="{E34D1040-64EC-E436-8749-E7093B7B4789}"/>
              </a:ext>
            </a:extLst>
          </p:cNvPr>
          <p:cNvGrpSpPr/>
          <p:nvPr/>
        </p:nvGrpSpPr>
        <p:grpSpPr>
          <a:xfrm>
            <a:off x="4673022" y="1340614"/>
            <a:ext cx="6464370" cy="1646474"/>
            <a:chOff x="686209" y="1340614"/>
            <a:chExt cx="11125691" cy="2833711"/>
          </a:xfrm>
        </p:grpSpPr>
        <p:pic>
          <p:nvPicPr>
            <p:cNvPr id="18" name="Immagine 17" descr="Immagine che contiene persona, interni, sport, ballerino&#10;&#10;Descrizione generata automaticamente">
              <a:extLst>
                <a:ext uri="{FF2B5EF4-FFF2-40B4-BE49-F238E27FC236}">
                  <a16:creationId xmlns:a16="http://schemas.microsoft.com/office/drawing/2014/main" id="{DCAB337A-D85D-5D8C-0151-9033366F5DA8}"/>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37" b="-1751"/>
            <a:stretch/>
          </p:blipFill>
          <p:spPr>
            <a:xfrm>
              <a:off x="4521495" y="1692848"/>
              <a:ext cx="3297600" cy="2481477"/>
            </a:xfrm>
            <a:prstGeom prst="rect">
              <a:avLst/>
            </a:prstGeom>
          </p:spPr>
        </p:pic>
        <p:sp>
          <p:nvSpPr>
            <p:cNvPr id="19" name="Rettangolo con angoli arrotondati 18">
              <a:extLst>
                <a:ext uri="{FF2B5EF4-FFF2-40B4-BE49-F238E27FC236}">
                  <a16:creationId xmlns:a16="http://schemas.microsoft.com/office/drawing/2014/main" id="{7C54B833-DF77-440B-B2C4-BF8517CF0B38}"/>
                </a:ext>
              </a:extLst>
            </p:cNvPr>
            <p:cNvSpPr/>
            <p:nvPr/>
          </p:nvSpPr>
          <p:spPr>
            <a:xfrm>
              <a:off x="4521495" y="1340614"/>
              <a:ext cx="3297600" cy="536519"/>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a:solidFill>
                    <a:schemeClr val="tx1"/>
                  </a:solidFill>
                  <a:latin typeface="Avenir Next LT Pro" panose="020B0504020202020204" pitchFamily="34" charset="0"/>
                </a:rPr>
                <a:t>Train &amp; Hope level</a:t>
              </a:r>
            </a:p>
          </p:txBody>
        </p:sp>
        <p:sp>
          <p:nvSpPr>
            <p:cNvPr id="20" name="Rettangolo con angoli arrotondati 19">
              <a:extLst>
                <a:ext uri="{FF2B5EF4-FFF2-40B4-BE49-F238E27FC236}">
                  <a16:creationId xmlns:a16="http://schemas.microsoft.com/office/drawing/2014/main" id="{0FAA5523-9F1A-FD30-E36C-F4B780FD14DF}"/>
                </a:ext>
              </a:extLst>
            </p:cNvPr>
            <p:cNvSpPr/>
            <p:nvPr/>
          </p:nvSpPr>
          <p:spPr>
            <a:xfrm>
              <a:off x="8514299" y="1340614"/>
              <a:ext cx="3297600" cy="536519"/>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a:solidFill>
                    <a:schemeClr val="tx1"/>
                  </a:solidFill>
                  <a:latin typeface="Avenir Next LT Pro" panose="020B0504020202020204" pitchFamily="34" charset="0"/>
                </a:rPr>
                <a:t>Train &amp; support on-field level</a:t>
              </a:r>
            </a:p>
          </p:txBody>
        </p:sp>
        <p:pic>
          <p:nvPicPr>
            <p:cNvPr id="22" name="Immagine 21">
              <a:extLst>
                <a:ext uri="{FF2B5EF4-FFF2-40B4-BE49-F238E27FC236}">
                  <a16:creationId xmlns:a16="http://schemas.microsoft.com/office/drawing/2014/main" id="{F17E061B-0ACD-A3A1-81E8-234F256F470C}"/>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flipH="1">
              <a:off x="8514300" y="1692848"/>
              <a:ext cx="3297600" cy="2465975"/>
            </a:xfrm>
            <a:prstGeom prst="rect">
              <a:avLst/>
            </a:prstGeom>
          </p:spPr>
        </p:pic>
        <p:sp>
          <p:nvSpPr>
            <p:cNvPr id="23" name="Rettangolo con angoli arrotondati 22">
              <a:extLst>
                <a:ext uri="{FF2B5EF4-FFF2-40B4-BE49-F238E27FC236}">
                  <a16:creationId xmlns:a16="http://schemas.microsoft.com/office/drawing/2014/main" id="{91D36081-8758-E8E3-0FF9-84916AB27C98}"/>
                </a:ext>
              </a:extLst>
            </p:cNvPr>
            <p:cNvSpPr/>
            <p:nvPr/>
          </p:nvSpPr>
          <p:spPr>
            <a:xfrm>
              <a:off x="686209" y="1340614"/>
              <a:ext cx="3297600" cy="536519"/>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a:solidFill>
                    <a:schemeClr val="tx1"/>
                  </a:solidFill>
                  <a:latin typeface="Avenir Next LT Pro" panose="020B0504020202020204" pitchFamily="34" charset="0"/>
                </a:rPr>
                <a:t>Show &amp; Hope level</a:t>
              </a:r>
            </a:p>
          </p:txBody>
        </p:sp>
        <p:pic>
          <p:nvPicPr>
            <p:cNvPr id="24" name="Immagine 23" descr="Immagine che contiene interni, soffitto&#10;&#10;Descrizione generata automaticamente">
              <a:extLst>
                <a:ext uri="{FF2B5EF4-FFF2-40B4-BE49-F238E27FC236}">
                  <a16:creationId xmlns:a16="http://schemas.microsoft.com/office/drawing/2014/main" id="{BD8806F9-16F5-957C-EBDE-B5EEA9ED9DF5}"/>
                </a:ext>
              </a:extLst>
            </p:cNvPr>
            <p:cNvPicPr>
              <a:picLocks noChangeAspect="1"/>
            </p:cNvPicPr>
            <p:nvPr/>
          </p:nvPicPr>
          <p:blipFill rotWithShape="1">
            <a:blip r:embed="rId6" cstate="email">
              <a:extLst>
                <a:ext uri="{28A0092B-C50C-407E-A947-70E740481C1C}">
                  <a14:useLocalDpi xmlns:a14="http://schemas.microsoft.com/office/drawing/2010/main"/>
                </a:ext>
                <a:ext uri="{837473B0-CC2E-450A-ABE3-18F120FF3D39}">
                  <a1611:picAttrSrcUrl xmlns:a1611="http://schemas.microsoft.com/office/drawing/2016/11/main" r:id="rId7"/>
                </a:ext>
              </a:extLst>
            </a:blip>
            <a:srcRect/>
            <a:stretch/>
          </p:blipFill>
          <p:spPr>
            <a:xfrm>
              <a:off x="686209" y="1692848"/>
              <a:ext cx="3297600" cy="2457767"/>
            </a:xfrm>
            <a:prstGeom prst="rect">
              <a:avLst/>
            </a:prstGeom>
          </p:spPr>
        </p:pic>
      </p:grpSp>
      <p:grpSp>
        <p:nvGrpSpPr>
          <p:cNvPr id="41" name="Gruppo 40">
            <a:extLst>
              <a:ext uri="{FF2B5EF4-FFF2-40B4-BE49-F238E27FC236}">
                <a16:creationId xmlns:a16="http://schemas.microsoft.com/office/drawing/2014/main" id="{6CA0E3E1-B6B2-0E62-08B3-769EF0B3F78A}"/>
              </a:ext>
            </a:extLst>
          </p:cNvPr>
          <p:cNvGrpSpPr/>
          <p:nvPr/>
        </p:nvGrpSpPr>
        <p:grpSpPr>
          <a:xfrm>
            <a:off x="3236417" y="3858527"/>
            <a:ext cx="5577875" cy="1145947"/>
            <a:chOff x="639522" y="4472784"/>
            <a:chExt cx="8000593" cy="1544917"/>
          </a:xfrm>
        </p:grpSpPr>
        <p:sp>
          <p:nvSpPr>
            <p:cNvPr id="30" name="Rettangolo 29">
              <a:extLst>
                <a:ext uri="{FF2B5EF4-FFF2-40B4-BE49-F238E27FC236}">
                  <a16:creationId xmlns:a16="http://schemas.microsoft.com/office/drawing/2014/main" id="{119A10AD-ED88-9FF0-0693-31B4E76AC795}"/>
                </a:ext>
              </a:extLst>
            </p:cNvPr>
            <p:cNvSpPr/>
            <p:nvPr/>
          </p:nvSpPr>
          <p:spPr>
            <a:xfrm>
              <a:off x="639522" y="4835664"/>
              <a:ext cx="1438274" cy="8191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Roadmap for Practice A</a:t>
              </a:r>
            </a:p>
          </p:txBody>
        </p:sp>
        <p:sp>
          <p:nvSpPr>
            <p:cNvPr id="31" name="Rettangolo 30">
              <a:extLst>
                <a:ext uri="{FF2B5EF4-FFF2-40B4-BE49-F238E27FC236}">
                  <a16:creationId xmlns:a16="http://schemas.microsoft.com/office/drawing/2014/main" id="{8B12730F-EA73-AE46-33C5-4DFECF584425}"/>
                </a:ext>
              </a:extLst>
            </p:cNvPr>
            <p:cNvSpPr/>
            <p:nvPr/>
          </p:nvSpPr>
          <p:spPr>
            <a:xfrm>
              <a:off x="3074788" y="4472784"/>
              <a:ext cx="1276350" cy="154491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0" i="0" dirty="0">
                  <a:solidFill>
                    <a:srgbClr val="FFFFFF"/>
                  </a:solidFill>
                  <a:effectLst/>
                  <a:latin typeface="Helvetica Neue"/>
                </a:rPr>
                <a:t>🗣️ </a:t>
              </a:r>
              <a:r>
                <a:rPr lang="en-US" sz="1100" dirty="0">
                  <a:solidFill>
                    <a:schemeClr val="tx1"/>
                  </a:solidFill>
                </a:rPr>
                <a:t>Presentation by an experienced member</a:t>
              </a:r>
            </a:p>
          </p:txBody>
        </p:sp>
        <p:sp>
          <p:nvSpPr>
            <p:cNvPr id="32" name="Rettangolo 31">
              <a:extLst>
                <a:ext uri="{FF2B5EF4-FFF2-40B4-BE49-F238E27FC236}">
                  <a16:creationId xmlns:a16="http://schemas.microsoft.com/office/drawing/2014/main" id="{E0EA65CA-C978-E2C9-0052-28ABAD6A9CA1}"/>
                </a:ext>
              </a:extLst>
            </p:cNvPr>
            <p:cNvSpPr/>
            <p:nvPr/>
          </p:nvSpPr>
          <p:spPr>
            <a:xfrm>
              <a:off x="5799632" y="4472790"/>
              <a:ext cx="1276350" cy="154491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Avenir Next LT Pro" panose="020B0504020202020204" pitchFamily="34" charset="0"/>
                </a:rPr>
                <a:t>🖥️</a:t>
              </a:r>
              <a:r>
                <a:rPr lang="en-US" sz="1100" dirty="0">
                  <a:solidFill>
                    <a:schemeClr val="tx1"/>
                  </a:solidFill>
                </a:rPr>
                <a:t>Training session on practice</a:t>
              </a:r>
            </a:p>
          </p:txBody>
        </p:sp>
        <p:sp>
          <p:nvSpPr>
            <p:cNvPr id="33" name="Rettangolo 32">
              <a:extLst>
                <a:ext uri="{FF2B5EF4-FFF2-40B4-BE49-F238E27FC236}">
                  <a16:creationId xmlns:a16="http://schemas.microsoft.com/office/drawing/2014/main" id="{016CB7AA-AF1E-6626-0D36-A3E0E995EB45}"/>
                </a:ext>
              </a:extLst>
            </p:cNvPr>
            <p:cNvSpPr/>
            <p:nvPr/>
          </p:nvSpPr>
          <p:spPr>
            <a:xfrm>
              <a:off x="7363765" y="4472784"/>
              <a:ext cx="1276350" cy="154491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Avenir Next LT Pro" panose="020B0504020202020204" pitchFamily="34" charset="0"/>
                </a:rPr>
                <a:t>🖥️</a:t>
              </a:r>
              <a:r>
                <a:rPr lang="en-US" sz="1100" dirty="0">
                  <a:solidFill>
                    <a:schemeClr val="tx1"/>
                  </a:solidFill>
                </a:rPr>
                <a:t>Training session  on practice (Repeat)</a:t>
              </a:r>
            </a:p>
          </p:txBody>
        </p:sp>
        <p:cxnSp>
          <p:nvCxnSpPr>
            <p:cNvPr id="36" name="Connettore 2 35">
              <a:extLst>
                <a:ext uri="{FF2B5EF4-FFF2-40B4-BE49-F238E27FC236}">
                  <a16:creationId xmlns:a16="http://schemas.microsoft.com/office/drawing/2014/main" id="{F6F28F36-CD8B-82B5-B13D-0948535C7153}"/>
                </a:ext>
              </a:extLst>
            </p:cNvPr>
            <p:cNvCxnSpPr>
              <a:cxnSpLocks/>
              <a:stCxn id="30" idx="3"/>
              <a:endCxn id="31" idx="1"/>
            </p:cNvCxnSpPr>
            <p:nvPr/>
          </p:nvCxnSpPr>
          <p:spPr>
            <a:xfrm>
              <a:off x="2077796" y="5245239"/>
              <a:ext cx="99699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nettore 2 36">
              <a:extLst>
                <a:ext uri="{FF2B5EF4-FFF2-40B4-BE49-F238E27FC236}">
                  <a16:creationId xmlns:a16="http://schemas.microsoft.com/office/drawing/2014/main" id="{609ADACA-E34D-4A95-51A1-F58DD33D20E8}"/>
                </a:ext>
              </a:extLst>
            </p:cNvPr>
            <p:cNvCxnSpPr>
              <a:cxnSpLocks/>
              <a:stCxn id="31" idx="3"/>
              <a:endCxn id="32" idx="1"/>
            </p:cNvCxnSpPr>
            <p:nvPr/>
          </p:nvCxnSpPr>
          <p:spPr>
            <a:xfrm>
              <a:off x="4351138" y="5245241"/>
              <a:ext cx="1448494" cy="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Connettore 2 37">
              <a:extLst>
                <a:ext uri="{FF2B5EF4-FFF2-40B4-BE49-F238E27FC236}">
                  <a16:creationId xmlns:a16="http://schemas.microsoft.com/office/drawing/2014/main" id="{1030DD74-BACB-6380-AF21-CBFD50AEB184}"/>
                </a:ext>
              </a:extLst>
            </p:cNvPr>
            <p:cNvCxnSpPr>
              <a:cxnSpLocks/>
              <a:stCxn id="32" idx="3"/>
              <a:endCxn id="33" idx="1"/>
            </p:cNvCxnSpPr>
            <p:nvPr/>
          </p:nvCxnSpPr>
          <p:spPr>
            <a:xfrm flipV="1">
              <a:off x="7075982" y="5245241"/>
              <a:ext cx="287783" cy="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217308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C8C9F34-6D6F-207B-53A6-2E2E5FC62A48}"/>
              </a:ext>
            </a:extLst>
          </p:cNvPr>
          <p:cNvSpPr>
            <a:spLocks noGrp="1"/>
          </p:cNvSpPr>
          <p:nvPr>
            <p:ph type="title"/>
          </p:nvPr>
        </p:nvSpPr>
        <p:spPr>
          <a:xfrm>
            <a:off x="838200" y="365125"/>
            <a:ext cx="10515600" cy="975489"/>
          </a:xfrm>
        </p:spPr>
        <p:txBody>
          <a:bodyPr>
            <a:noAutofit/>
          </a:bodyPr>
          <a:lstStyle/>
          <a:p>
            <a:r>
              <a:rPr lang="en-US" sz="2000" dirty="0"/>
              <a:t>CoP roadmap workshop</a:t>
            </a:r>
            <a:br>
              <a:rPr lang="en-US" sz="2000" dirty="0"/>
            </a:br>
            <a:r>
              <a:rPr lang="en-US" sz="2000" dirty="0"/>
              <a:t>Different requirements lead to different roadmaps</a:t>
            </a:r>
          </a:p>
        </p:txBody>
      </p:sp>
      <p:sp>
        <p:nvSpPr>
          <p:cNvPr id="5" name="Segnaposto contenuto 2">
            <a:extLst>
              <a:ext uri="{FF2B5EF4-FFF2-40B4-BE49-F238E27FC236}">
                <a16:creationId xmlns:a16="http://schemas.microsoft.com/office/drawing/2014/main" id="{3CB98EBC-E61B-F428-4160-1F819CB024A6}"/>
              </a:ext>
            </a:extLst>
          </p:cNvPr>
          <p:cNvSpPr>
            <a:spLocks noGrp="1"/>
          </p:cNvSpPr>
          <p:nvPr>
            <p:ph idx="1"/>
          </p:nvPr>
        </p:nvSpPr>
        <p:spPr>
          <a:xfrm>
            <a:off x="892769" y="3176258"/>
            <a:ext cx="1731559" cy="1821597"/>
          </a:xfrm>
        </p:spPr>
        <p:txBody>
          <a:bodyPr>
            <a:normAutofit/>
          </a:bodyPr>
          <a:lstStyle/>
          <a:p>
            <a:pPr marL="0" indent="0">
              <a:buNone/>
            </a:pPr>
            <a:r>
              <a:rPr lang="en-US" sz="1400" dirty="0"/>
              <a:t>Different practices can have different requirements, and lead to different roadmaps adapted to most members.</a:t>
            </a:r>
          </a:p>
        </p:txBody>
      </p:sp>
      <p:grpSp>
        <p:nvGrpSpPr>
          <p:cNvPr id="16" name="Gruppo 15">
            <a:extLst>
              <a:ext uri="{FF2B5EF4-FFF2-40B4-BE49-F238E27FC236}">
                <a16:creationId xmlns:a16="http://schemas.microsoft.com/office/drawing/2014/main" id="{D8570DC3-9A89-4912-C43A-4D69D071605C}"/>
              </a:ext>
            </a:extLst>
          </p:cNvPr>
          <p:cNvGrpSpPr/>
          <p:nvPr/>
        </p:nvGrpSpPr>
        <p:grpSpPr>
          <a:xfrm>
            <a:off x="3236417" y="3079118"/>
            <a:ext cx="7544359" cy="701980"/>
            <a:chOff x="2605481" y="3112781"/>
            <a:chExt cx="9895126" cy="1058208"/>
          </a:xfrm>
        </p:grpSpPr>
        <p:sp>
          <p:nvSpPr>
            <p:cNvPr id="12" name="Rettangolo 11">
              <a:extLst>
                <a:ext uri="{FF2B5EF4-FFF2-40B4-BE49-F238E27FC236}">
                  <a16:creationId xmlns:a16="http://schemas.microsoft.com/office/drawing/2014/main" id="{80A12B6C-2A26-2972-30ED-2735657E331B}"/>
                </a:ext>
              </a:extLst>
            </p:cNvPr>
            <p:cNvSpPr/>
            <p:nvPr/>
          </p:nvSpPr>
          <p:spPr>
            <a:xfrm>
              <a:off x="2605481" y="3259216"/>
              <a:ext cx="1438275" cy="819150"/>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Practice B</a:t>
              </a:r>
            </a:p>
          </p:txBody>
        </p:sp>
        <p:sp>
          <p:nvSpPr>
            <p:cNvPr id="13" name="Freccia a destra 12">
              <a:extLst>
                <a:ext uri="{FF2B5EF4-FFF2-40B4-BE49-F238E27FC236}">
                  <a16:creationId xmlns:a16="http://schemas.microsoft.com/office/drawing/2014/main" id="{3F33C7BF-54E1-0D33-F8D4-47D4D70BD8D7}"/>
                </a:ext>
              </a:extLst>
            </p:cNvPr>
            <p:cNvSpPr/>
            <p:nvPr/>
          </p:nvSpPr>
          <p:spPr>
            <a:xfrm>
              <a:off x="7617728" y="3642704"/>
              <a:ext cx="4882877" cy="52828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100" dirty="0">
                  <a:solidFill>
                    <a:schemeClr val="tx1"/>
                  </a:solidFill>
                </a:rPr>
                <a:t>What the Community contributors can provide </a:t>
              </a:r>
            </a:p>
          </p:txBody>
        </p:sp>
        <p:sp>
          <p:nvSpPr>
            <p:cNvPr id="14" name="Freccia a destra 13">
              <a:extLst>
                <a:ext uri="{FF2B5EF4-FFF2-40B4-BE49-F238E27FC236}">
                  <a16:creationId xmlns:a16="http://schemas.microsoft.com/office/drawing/2014/main" id="{AD5A76B2-4BB0-B51A-0170-E0E54305E6F0}"/>
                </a:ext>
              </a:extLst>
            </p:cNvPr>
            <p:cNvSpPr/>
            <p:nvPr/>
          </p:nvSpPr>
          <p:spPr>
            <a:xfrm>
              <a:off x="7617730" y="3112781"/>
              <a:ext cx="4882877" cy="528286"/>
            </a:xfrm>
            <a:prstGeom prst="rightArrow">
              <a:avLst/>
            </a:prstGeom>
            <a:solidFill>
              <a:schemeClr val="bg1"/>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100" dirty="0">
                  <a:solidFill>
                    <a:schemeClr val="tx1"/>
                  </a:solidFill>
                </a:rPr>
                <a:t>What level of support MOST members need to get to results</a:t>
              </a:r>
            </a:p>
          </p:txBody>
        </p:sp>
      </p:grpSp>
      <p:grpSp>
        <p:nvGrpSpPr>
          <p:cNvPr id="25" name="Gruppo 24">
            <a:extLst>
              <a:ext uri="{FF2B5EF4-FFF2-40B4-BE49-F238E27FC236}">
                <a16:creationId xmlns:a16="http://schemas.microsoft.com/office/drawing/2014/main" id="{E34D1040-64EC-E436-8749-E7093B7B4789}"/>
              </a:ext>
            </a:extLst>
          </p:cNvPr>
          <p:cNvGrpSpPr/>
          <p:nvPr/>
        </p:nvGrpSpPr>
        <p:grpSpPr>
          <a:xfrm>
            <a:off x="4673022" y="1340614"/>
            <a:ext cx="6464370" cy="1646474"/>
            <a:chOff x="686209" y="1340614"/>
            <a:chExt cx="11125691" cy="2833711"/>
          </a:xfrm>
        </p:grpSpPr>
        <p:pic>
          <p:nvPicPr>
            <p:cNvPr id="18" name="Immagine 17" descr="Immagine che contiene persona, interni, sport, ballerino&#10;&#10;Descrizione generata automaticamente">
              <a:extLst>
                <a:ext uri="{FF2B5EF4-FFF2-40B4-BE49-F238E27FC236}">
                  <a16:creationId xmlns:a16="http://schemas.microsoft.com/office/drawing/2014/main" id="{DCAB337A-D85D-5D8C-0151-9033366F5DA8}"/>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37" b="-1751"/>
            <a:stretch/>
          </p:blipFill>
          <p:spPr>
            <a:xfrm>
              <a:off x="4521495" y="1692848"/>
              <a:ext cx="3297600" cy="2481477"/>
            </a:xfrm>
            <a:prstGeom prst="rect">
              <a:avLst/>
            </a:prstGeom>
          </p:spPr>
        </p:pic>
        <p:sp>
          <p:nvSpPr>
            <p:cNvPr id="19" name="Rettangolo con angoli arrotondati 18">
              <a:extLst>
                <a:ext uri="{FF2B5EF4-FFF2-40B4-BE49-F238E27FC236}">
                  <a16:creationId xmlns:a16="http://schemas.microsoft.com/office/drawing/2014/main" id="{7C54B833-DF77-440B-B2C4-BF8517CF0B38}"/>
                </a:ext>
              </a:extLst>
            </p:cNvPr>
            <p:cNvSpPr/>
            <p:nvPr/>
          </p:nvSpPr>
          <p:spPr>
            <a:xfrm>
              <a:off x="4521495" y="1340614"/>
              <a:ext cx="3297600" cy="536519"/>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a:solidFill>
                    <a:schemeClr val="tx1"/>
                  </a:solidFill>
                  <a:latin typeface="Avenir Next LT Pro" panose="020B0504020202020204" pitchFamily="34" charset="0"/>
                </a:rPr>
                <a:t>Train &amp; Hope level</a:t>
              </a:r>
            </a:p>
          </p:txBody>
        </p:sp>
        <p:sp>
          <p:nvSpPr>
            <p:cNvPr id="20" name="Rettangolo con angoli arrotondati 19">
              <a:extLst>
                <a:ext uri="{FF2B5EF4-FFF2-40B4-BE49-F238E27FC236}">
                  <a16:creationId xmlns:a16="http://schemas.microsoft.com/office/drawing/2014/main" id="{0FAA5523-9F1A-FD30-E36C-F4B780FD14DF}"/>
                </a:ext>
              </a:extLst>
            </p:cNvPr>
            <p:cNvSpPr/>
            <p:nvPr/>
          </p:nvSpPr>
          <p:spPr>
            <a:xfrm>
              <a:off x="8514299" y="1340614"/>
              <a:ext cx="3297600" cy="536519"/>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a:solidFill>
                    <a:schemeClr val="tx1"/>
                  </a:solidFill>
                  <a:latin typeface="Avenir Next LT Pro" panose="020B0504020202020204" pitchFamily="34" charset="0"/>
                </a:rPr>
                <a:t>Train &amp; support on-field level</a:t>
              </a:r>
            </a:p>
          </p:txBody>
        </p:sp>
        <p:pic>
          <p:nvPicPr>
            <p:cNvPr id="22" name="Immagine 21">
              <a:extLst>
                <a:ext uri="{FF2B5EF4-FFF2-40B4-BE49-F238E27FC236}">
                  <a16:creationId xmlns:a16="http://schemas.microsoft.com/office/drawing/2014/main" id="{F17E061B-0ACD-A3A1-81E8-234F256F470C}"/>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flipH="1">
              <a:off x="8514300" y="1692848"/>
              <a:ext cx="3297600" cy="2465975"/>
            </a:xfrm>
            <a:prstGeom prst="rect">
              <a:avLst/>
            </a:prstGeom>
          </p:spPr>
        </p:pic>
        <p:sp>
          <p:nvSpPr>
            <p:cNvPr id="23" name="Rettangolo con angoli arrotondati 22">
              <a:extLst>
                <a:ext uri="{FF2B5EF4-FFF2-40B4-BE49-F238E27FC236}">
                  <a16:creationId xmlns:a16="http://schemas.microsoft.com/office/drawing/2014/main" id="{91D36081-8758-E8E3-0FF9-84916AB27C98}"/>
                </a:ext>
              </a:extLst>
            </p:cNvPr>
            <p:cNvSpPr/>
            <p:nvPr/>
          </p:nvSpPr>
          <p:spPr>
            <a:xfrm>
              <a:off x="686209" y="1340614"/>
              <a:ext cx="3297600" cy="536519"/>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a:solidFill>
                    <a:schemeClr val="tx1"/>
                  </a:solidFill>
                  <a:latin typeface="Avenir Next LT Pro" panose="020B0504020202020204" pitchFamily="34" charset="0"/>
                </a:rPr>
                <a:t>Show &amp; Hope level</a:t>
              </a:r>
            </a:p>
          </p:txBody>
        </p:sp>
        <p:pic>
          <p:nvPicPr>
            <p:cNvPr id="24" name="Immagine 23" descr="Immagine che contiene interni, soffitto&#10;&#10;Descrizione generata automaticamente">
              <a:extLst>
                <a:ext uri="{FF2B5EF4-FFF2-40B4-BE49-F238E27FC236}">
                  <a16:creationId xmlns:a16="http://schemas.microsoft.com/office/drawing/2014/main" id="{BD8806F9-16F5-957C-EBDE-B5EEA9ED9DF5}"/>
                </a:ext>
              </a:extLst>
            </p:cNvPr>
            <p:cNvPicPr>
              <a:picLocks noChangeAspect="1"/>
            </p:cNvPicPr>
            <p:nvPr/>
          </p:nvPicPr>
          <p:blipFill rotWithShape="1">
            <a:blip r:embed="rId6" cstate="email">
              <a:extLst>
                <a:ext uri="{28A0092B-C50C-407E-A947-70E740481C1C}">
                  <a14:useLocalDpi xmlns:a14="http://schemas.microsoft.com/office/drawing/2010/main"/>
                </a:ext>
                <a:ext uri="{837473B0-CC2E-450A-ABE3-18F120FF3D39}">
                  <a1611:picAttrSrcUrl xmlns:a1611="http://schemas.microsoft.com/office/drawing/2016/11/main" r:id="rId7"/>
                </a:ext>
              </a:extLst>
            </a:blip>
            <a:srcRect/>
            <a:stretch/>
          </p:blipFill>
          <p:spPr>
            <a:xfrm>
              <a:off x="686209" y="1692848"/>
              <a:ext cx="3297600" cy="2457767"/>
            </a:xfrm>
            <a:prstGeom prst="rect">
              <a:avLst/>
            </a:prstGeom>
          </p:spPr>
        </p:pic>
      </p:grpSp>
      <p:grpSp>
        <p:nvGrpSpPr>
          <p:cNvPr id="41" name="Gruppo 40">
            <a:extLst>
              <a:ext uri="{FF2B5EF4-FFF2-40B4-BE49-F238E27FC236}">
                <a16:creationId xmlns:a16="http://schemas.microsoft.com/office/drawing/2014/main" id="{6CA0E3E1-B6B2-0E62-08B3-769EF0B3F78A}"/>
              </a:ext>
            </a:extLst>
          </p:cNvPr>
          <p:cNvGrpSpPr/>
          <p:nvPr/>
        </p:nvGrpSpPr>
        <p:grpSpPr>
          <a:xfrm>
            <a:off x="3236416" y="3858527"/>
            <a:ext cx="7900975" cy="1145947"/>
            <a:chOff x="639521" y="4472784"/>
            <a:chExt cx="11332718" cy="1544917"/>
          </a:xfrm>
        </p:grpSpPr>
        <p:sp>
          <p:nvSpPr>
            <p:cNvPr id="30" name="Rettangolo 29">
              <a:extLst>
                <a:ext uri="{FF2B5EF4-FFF2-40B4-BE49-F238E27FC236}">
                  <a16:creationId xmlns:a16="http://schemas.microsoft.com/office/drawing/2014/main" id="{119A10AD-ED88-9FF0-0693-31B4E76AC795}"/>
                </a:ext>
              </a:extLst>
            </p:cNvPr>
            <p:cNvSpPr/>
            <p:nvPr/>
          </p:nvSpPr>
          <p:spPr>
            <a:xfrm>
              <a:off x="639521" y="4835663"/>
              <a:ext cx="1572883" cy="819150"/>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Roadmap for Practice B</a:t>
              </a:r>
            </a:p>
          </p:txBody>
        </p:sp>
        <p:sp>
          <p:nvSpPr>
            <p:cNvPr id="32" name="Rettangolo 31">
              <a:extLst>
                <a:ext uri="{FF2B5EF4-FFF2-40B4-BE49-F238E27FC236}">
                  <a16:creationId xmlns:a16="http://schemas.microsoft.com/office/drawing/2014/main" id="{E0EA65CA-C978-E2C9-0052-28ABAD6A9CA1}"/>
                </a:ext>
              </a:extLst>
            </p:cNvPr>
            <p:cNvSpPr/>
            <p:nvPr/>
          </p:nvSpPr>
          <p:spPr>
            <a:xfrm>
              <a:off x="5799632" y="4472790"/>
              <a:ext cx="1276350" cy="154491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Avenir Next LT Pro" panose="020B0504020202020204" pitchFamily="34" charset="0"/>
                </a:rPr>
                <a:t>🖥️</a:t>
              </a:r>
              <a:r>
                <a:rPr lang="en-US" sz="1100" dirty="0">
                  <a:solidFill>
                    <a:schemeClr val="tx1"/>
                  </a:solidFill>
                </a:rPr>
                <a:t>Training session on practice</a:t>
              </a:r>
            </a:p>
          </p:txBody>
        </p:sp>
        <p:sp>
          <p:nvSpPr>
            <p:cNvPr id="33" name="Rettangolo 32">
              <a:extLst>
                <a:ext uri="{FF2B5EF4-FFF2-40B4-BE49-F238E27FC236}">
                  <a16:creationId xmlns:a16="http://schemas.microsoft.com/office/drawing/2014/main" id="{016CB7AA-AF1E-6626-0D36-A3E0E995EB45}"/>
                </a:ext>
              </a:extLst>
            </p:cNvPr>
            <p:cNvSpPr/>
            <p:nvPr/>
          </p:nvSpPr>
          <p:spPr>
            <a:xfrm>
              <a:off x="7363765" y="4472784"/>
              <a:ext cx="1276350" cy="154491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Avenir Next LT Pro" panose="020B0504020202020204" pitchFamily="34" charset="0"/>
                </a:rPr>
                <a:t>🖥️</a:t>
              </a:r>
              <a:r>
                <a:rPr lang="en-US" sz="1100" dirty="0">
                  <a:solidFill>
                    <a:schemeClr val="tx1"/>
                  </a:solidFill>
                </a:rPr>
                <a:t>Training session  on practice (Repeat)</a:t>
              </a:r>
            </a:p>
          </p:txBody>
        </p:sp>
        <p:sp>
          <p:nvSpPr>
            <p:cNvPr id="34" name="Rettangolo 33">
              <a:extLst>
                <a:ext uri="{FF2B5EF4-FFF2-40B4-BE49-F238E27FC236}">
                  <a16:creationId xmlns:a16="http://schemas.microsoft.com/office/drawing/2014/main" id="{BA49FB67-E280-F31C-71B9-E9D9076DF9E6}"/>
                </a:ext>
              </a:extLst>
            </p:cNvPr>
            <p:cNvSpPr/>
            <p:nvPr/>
          </p:nvSpPr>
          <p:spPr>
            <a:xfrm>
              <a:off x="9131755" y="4472786"/>
              <a:ext cx="1276350" cy="1544911"/>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Avenir Next LT Pro" panose="020B0504020202020204" pitchFamily="34" charset="0"/>
                </a:rPr>
                <a:t>🕵️</a:t>
              </a:r>
              <a:r>
                <a:rPr lang="en-US" sz="1100" dirty="0">
                  <a:solidFill>
                    <a:schemeClr val="tx1"/>
                  </a:solidFill>
                </a:rPr>
                <a:t>Shadowing by expert members in implementation cases</a:t>
              </a:r>
            </a:p>
          </p:txBody>
        </p:sp>
        <p:sp>
          <p:nvSpPr>
            <p:cNvPr id="35" name="Rettangolo 34">
              <a:extLst>
                <a:ext uri="{FF2B5EF4-FFF2-40B4-BE49-F238E27FC236}">
                  <a16:creationId xmlns:a16="http://schemas.microsoft.com/office/drawing/2014/main" id="{99F84E2F-CDD5-DAA5-A39E-650297DD4046}"/>
                </a:ext>
              </a:extLst>
            </p:cNvPr>
            <p:cNvSpPr/>
            <p:nvPr/>
          </p:nvSpPr>
          <p:spPr>
            <a:xfrm>
              <a:off x="10695889" y="4472788"/>
              <a:ext cx="1276350" cy="1544911"/>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Avenir Next LT Pro" panose="020B0504020202020204" pitchFamily="34" charset="0"/>
                </a:rPr>
                <a:t>🫴</a:t>
              </a:r>
              <a:r>
                <a:rPr lang="en-US" sz="1100" dirty="0">
                  <a:solidFill>
                    <a:schemeClr val="tx1"/>
                  </a:solidFill>
                </a:rPr>
                <a:t>Co-dev sessions about implementation challenges</a:t>
              </a:r>
            </a:p>
          </p:txBody>
        </p:sp>
        <p:cxnSp>
          <p:nvCxnSpPr>
            <p:cNvPr id="37" name="Connettore 2 36">
              <a:extLst>
                <a:ext uri="{FF2B5EF4-FFF2-40B4-BE49-F238E27FC236}">
                  <a16:creationId xmlns:a16="http://schemas.microsoft.com/office/drawing/2014/main" id="{609ADACA-E34D-4A95-51A1-F58DD33D20E8}"/>
                </a:ext>
              </a:extLst>
            </p:cNvPr>
            <p:cNvCxnSpPr>
              <a:cxnSpLocks/>
              <a:stCxn id="30" idx="3"/>
              <a:endCxn id="32" idx="1"/>
            </p:cNvCxnSpPr>
            <p:nvPr/>
          </p:nvCxnSpPr>
          <p:spPr>
            <a:xfrm>
              <a:off x="2212404" y="5245239"/>
              <a:ext cx="3587228" cy="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Connettore 2 37">
              <a:extLst>
                <a:ext uri="{FF2B5EF4-FFF2-40B4-BE49-F238E27FC236}">
                  <a16:creationId xmlns:a16="http://schemas.microsoft.com/office/drawing/2014/main" id="{1030DD74-BACB-6380-AF21-CBFD50AEB184}"/>
                </a:ext>
              </a:extLst>
            </p:cNvPr>
            <p:cNvCxnSpPr>
              <a:cxnSpLocks/>
              <a:stCxn id="32" idx="3"/>
              <a:endCxn id="33" idx="1"/>
            </p:cNvCxnSpPr>
            <p:nvPr/>
          </p:nvCxnSpPr>
          <p:spPr>
            <a:xfrm flipV="1">
              <a:off x="7075982" y="5245241"/>
              <a:ext cx="287783" cy="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onnettore 2 38">
              <a:extLst>
                <a:ext uri="{FF2B5EF4-FFF2-40B4-BE49-F238E27FC236}">
                  <a16:creationId xmlns:a16="http://schemas.microsoft.com/office/drawing/2014/main" id="{8FF7F860-E1CE-8ACD-7F8F-3C9DE3477BA6}"/>
                </a:ext>
              </a:extLst>
            </p:cNvPr>
            <p:cNvCxnSpPr>
              <a:cxnSpLocks/>
              <a:stCxn id="33" idx="3"/>
              <a:endCxn id="34" idx="1"/>
            </p:cNvCxnSpPr>
            <p:nvPr/>
          </p:nvCxnSpPr>
          <p:spPr>
            <a:xfrm>
              <a:off x="8640116" y="5245241"/>
              <a:ext cx="49163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Connettore 2 39">
              <a:extLst>
                <a:ext uri="{FF2B5EF4-FFF2-40B4-BE49-F238E27FC236}">
                  <a16:creationId xmlns:a16="http://schemas.microsoft.com/office/drawing/2014/main" id="{DF65ED0E-C8C4-1FAB-BD0D-7B9BD6681DC6}"/>
                </a:ext>
              </a:extLst>
            </p:cNvPr>
            <p:cNvCxnSpPr>
              <a:cxnSpLocks/>
              <a:stCxn id="34" idx="3"/>
              <a:endCxn id="35" idx="1"/>
            </p:cNvCxnSpPr>
            <p:nvPr/>
          </p:nvCxnSpPr>
          <p:spPr>
            <a:xfrm>
              <a:off x="10408106" y="5245242"/>
              <a:ext cx="287783" cy="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970518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C8C9F34-6D6F-207B-53A6-2E2E5FC62A48}"/>
              </a:ext>
            </a:extLst>
          </p:cNvPr>
          <p:cNvSpPr>
            <a:spLocks noGrp="1"/>
          </p:cNvSpPr>
          <p:nvPr>
            <p:ph type="title"/>
          </p:nvPr>
        </p:nvSpPr>
        <p:spPr>
          <a:xfrm>
            <a:off x="838200" y="365125"/>
            <a:ext cx="10515600" cy="975489"/>
          </a:xfrm>
        </p:spPr>
        <p:txBody>
          <a:bodyPr>
            <a:noAutofit/>
          </a:bodyPr>
          <a:lstStyle/>
          <a:p>
            <a:r>
              <a:rPr lang="en-US" sz="2000" dirty="0"/>
              <a:t>CoP roadmap workshop</a:t>
            </a:r>
            <a:br>
              <a:rPr lang="en-US" sz="2000" dirty="0"/>
            </a:br>
            <a:r>
              <a:rPr lang="en-US" sz="2000" dirty="0"/>
              <a:t>Levels to which a Community of Practice can support a practice</a:t>
            </a:r>
            <a:br>
              <a:rPr lang="en-US" sz="2000" dirty="0"/>
            </a:br>
            <a:r>
              <a:rPr lang="en-US" sz="2000" dirty="0"/>
              <a:t>CoP Member experience : Usual assumption of CoP leaders</a:t>
            </a:r>
          </a:p>
        </p:txBody>
      </p:sp>
      <p:sp>
        <p:nvSpPr>
          <p:cNvPr id="5" name="Segnaposto contenuto 2">
            <a:extLst>
              <a:ext uri="{FF2B5EF4-FFF2-40B4-BE49-F238E27FC236}">
                <a16:creationId xmlns:a16="http://schemas.microsoft.com/office/drawing/2014/main" id="{3CB98EBC-E61B-F428-4160-1F819CB024A6}"/>
              </a:ext>
            </a:extLst>
          </p:cNvPr>
          <p:cNvSpPr>
            <a:spLocks noGrp="1"/>
          </p:cNvSpPr>
          <p:nvPr>
            <p:ph idx="1"/>
          </p:nvPr>
        </p:nvSpPr>
        <p:spPr>
          <a:xfrm>
            <a:off x="966178" y="2762028"/>
            <a:ext cx="1790550" cy="2731341"/>
          </a:xfrm>
        </p:spPr>
        <p:txBody>
          <a:bodyPr>
            <a:normAutofit/>
          </a:bodyPr>
          <a:lstStyle/>
          <a:p>
            <a:pPr marL="0" indent="0">
              <a:buNone/>
            </a:pPr>
            <a:r>
              <a:rPr lang="en-US" sz="1400" dirty="0"/>
              <a:t>If the Community cannot provide what members need to get to results, even if contributors can contribute, </a:t>
            </a:r>
            <a:r>
              <a:rPr lang="en-US" sz="1400" b="1" dirty="0"/>
              <a:t>there is not much interest in occupying Community members time with useless activities</a:t>
            </a:r>
            <a:r>
              <a:rPr lang="en-US" sz="1400" dirty="0"/>
              <a:t>.</a:t>
            </a:r>
          </a:p>
        </p:txBody>
      </p:sp>
      <p:grpSp>
        <p:nvGrpSpPr>
          <p:cNvPr id="16" name="Gruppo 15">
            <a:extLst>
              <a:ext uri="{FF2B5EF4-FFF2-40B4-BE49-F238E27FC236}">
                <a16:creationId xmlns:a16="http://schemas.microsoft.com/office/drawing/2014/main" id="{D8570DC3-9A89-4912-C43A-4D69D071605C}"/>
              </a:ext>
            </a:extLst>
          </p:cNvPr>
          <p:cNvGrpSpPr/>
          <p:nvPr/>
        </p:nvGrpSpPr>
        <p:grpSpPr>
          <a:xfrm>
            <a:off x="3236417" y="3012110"/>
            <a:ext cx="7535215" cy="707545"/>
            <a:chOff x="2605481" y="3011769"/>
            <a:chExt cx="9883133" cy="1066597"/>
          </a:xfrm>
        </p:grpSpPr>
        <p:sp>
          <p:nvSpPr>
            <p:cNvPr id="12" name="Rettangolo 11">
              <a:extLst>
                <a:ext uri="{FF2B5EF4-FFF2-40B4-BE49-F238E27FC236}">
                  <a16:creationId xmlns:a16="http://schemas.microsoft.com/office/drawing/2014/main" id="{80A12B6C-2A26-2972-30ED-2735657E331B}"/>
                </a:ext>
              </a:extLst>
            </p:cNvPr>
            <p:cNvSpPr/>
            <p:nvPr/>
          </p:nvSpPr>
          <p:spPr>
            <a:xfrm>
              <a:off x="2605481" y="3259216"/>
              <a:ext cx="1438275" cy="81915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Practice C</a:t>
              </a:r>
            </a:p>
          </p:txBody>
        </p:sp>
        <p:sp>
          <p:nvSpPr>
            <p:cNvPr id="13" name="Freccia a destra 12">
              <a:extLst>
                <a:ext uri="{FF2B5EF4-FFF2-40B4-BE49-F238E27FC236}">
                  <a16:creationId xmlns:a16="http://schemas.microsoft.com/office/drawing/2014/main" id="{3F33C7BF-54E1-0D33-F8D4-47D4D70BD8D7}"/>
                </a:ext>
              </a:extLst>
            </p:cNvPr>
            <p:cNvSpPr/>
            <p:nvPr/>
          </p:nvSpPr>
          <p:spPr>
            <a:xfrm>
              <a:off x="4043755" y="3550081"/>
              <a:ext cx="2136434" cy="52828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100" dirty="0">
                  <a:solidFill>
                    <a:schemeClr val="tx1"/>
                  </a:solidFill>
                </a:rPr>
                <a:t>What the Community contributors can provide </a:t>
              </a:r>
            </a:p>
          </p:txBody>
        </p:sp>
        <p:sp>
          <p:nvSpPr>
            <p:cNvPr id="14" name="Freccia a destra 13">
              <a:extLst>
                <a:ext uri="{FF2B5EF4-FFF2-40B4-BE49-F238E27FC236}">
                  <a16:creationId xmlns:a16="http://schemas.microsoft.com/office/drawing/2014/main" id="{AD5A76B2-4BB0-B51A-0170-E0E54305E6F0}"/>
                </a:ext>
              </a:extLst>
            </p:cNvPr>
            <p:cNvSpPr/>
            <p:nvPr/>
          </p:nvSpPr>
          <p:spPr>
            <a:xfrm>
              <a:off x="9058558" y="3011769"/>
              <a:ext cx="3430056" cy="819150"/>
            </a:xfrm>
            <a:prstGeom prst="rightArrow">
              <a:avLst/>
            </a:prstGeom>
            <a:solidFill>
              <a:schemeClr val="bg1"/>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100" dirty="0">
                  <a:solidFill>
                    <a:schemeClr val="tx1"/>
                  </a:solidFill>
                </a:rPr>
                <a:t>What level of support MOST members need to get to results</a:t>
              </a:r>
            </a:p>
          </p:txBody>
        </p:sp>
      </p:grpSp>
      <p:grpSp>
        <p:nvGrpSpPr>
          <p:cNvPr id="25" name="Gruppo 24">
            <a:extLst>
              <a:ext uri="{FF2B5EF4-FFF2-40B4-BE49-F238E27FC236}">
                <a16:creationId xmlns:a16="http://schemas.microsoft.com/office/drawing/2014/main" id="{E34D1040-64EC-E436-8749-E7093B7B4789}"/>
              </a:ext>
            </a:extLst>
          </p:cNvPr>
          <p:cNvGrpSpPr/>
          <p:nvPr/>
        </p:nvGrpSpPr>
        <p:grpSpPr>
          <a:xfrm>
            <a:off x="4673022" y="1340614"/>
            <a:ext cx="6464370" cy="1646474"/>
            <a:chOff x="686209" y="1340614"/>
            <a:chExt cx="11125691" cy="2833711"/>
          </a:xfrm>
        </p:grpSpPr>
        <p:pic>
          <p:nvPicPr>
            <p:cNvPr id="18" name="Immagine 17" descr="Immagine che contiene persona, interni, sport, ballerino&#10;&#10;Descrizione generata automaticamente">
              <a:extLst>
                <a:ext uri="{FF2B5EF4-FFF2-40B4-BE49-F238E27FC236}">
                  <a16:creationId xmlns:a16="http://schemas.microsoft.com/office/drawing/2014/main" id="{DCAB337A-D85D-5D8C-0151-9033366F5DA8}"/>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37" b="-1751"/>
            <a:stretch/>
          </p:blipFill>
          <p:spPr>
            <a:xfrm>
              <a:off x="4521495" y="1692848"/>
              <a:ext cx="3297600" cy="2481477"/>
            </a:xfrm>
            <a:prstGeom prst="rect">
              <a:avLst/>
            </a:prstGeom>
          </p:spPr>
        </p:pic>
        <p:sp>
          <p:nvSpPr>
            <p:cNvPr id="19" name="Rettangolo con angoli arrotondati 18">
              <a:extLst>
                <a:ext uri="{FF2B5EF4-FFF2-40B4-BE49-F238E27FC236}">
                  <a16:creationId xmlns:a16="http://schemas.microsoft.com/office/drawing/2014/main" id="{7C54B833-DF77-440B-B2C4-BF8517CF0B38}"/>
                </a:ext>
              </a:extLst>
            </p:cNvPr>
            <p:cNvSpPr/>
            <p:nvPr/>
          </p:nvSpPr>
          <p:spPr>
            <a:xfrm>
              <a:off x="4521495" y="1340614"/>
              <a:ext cx="3297600" cy="536519"/>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a:solidFill>
                    <a:schemeClr val="tx1"/>
                  </a:solidFill>
                  <a:latin typeface="Avenir Next LT Pro" panose="020B0504020202020204" pitchFamily="34" charset="0"/>
                </a:rPr>
                <a:t>Train &amp; Hope level</a:t>
              </a:r>
            </a:p>
          </p:txBody>
        </p:sp>
        <p:sp>
          <p:nvSpPr>
            <p:cNvPr id="20" name="Rettangolo con angoli arrotondati 19">
              <a:extLst>
                <a:ext uri="{FF2B5EF4-FFF2-40B4-BE49-F238E27FC236}">
                  <a16:creationId xmlns:a16="http://schemas.microsoft.com/office/drawing/2014/main" id="{0FAA5523-9F1A-FD30-E36C-F4B780FD14DF}"/>
                </a:ext>
              </a:extLst>
            </p:cNvPr>
            <p:cNvSpPr/>
            <p:nvPr/>
          </p:nvSpPr>
          <p:spPr>
            <a:xfrm>
              <a:off x="8514299" y="1340614"/>
              <a:ext cx="3297600" cy="536519"/>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a:solidFill>
                    <a:schemeClr val="tx1"/>
                  </a:solidFill>
                  <a:latin typeface="Avenir Next LT Pro" panose="020B0504020202020204" pitchFamily="34" charset="0"/>
                </a:rPr>
                <a:t>Train &amp; support on-field level</a:t>
              </a:r>
            </a:p>
          </p:txBody>
        </p:sp>
        <p:pic>
          <p:nvPicPr>
            <p:cNvPr id="22" name="Immagine 21">
              <a:extLst>
                <a:ext uri="{FF2B5EF4-FFF2-40B4-BE49-F238E27FC236}">
                  <a16:creationId xmlns:a16="http://schemas.microsoft.com/office/drawing/2014/main" id="{F17E061B-0ACD-A3A1-81E8-234F256F470C}"/>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flipH="1">
              <a:off x="8514300" y="1692848"/>
              <a:ext cx="3297600" cy="2465975"/>
            </a:xfrm>
            <a:prstGeom prst="rect">
              <a:avLst/>
            </a:prstGeom>
          </p:spPr>
        </p:pic>
        <p:sp>
          <p:nvSpPr>
            <p:cNvPr id="23" name="Rettangolo con angoli arrotondati 22">
              <a:extLst>
                <a:ext uri="{FF2B5EF4-FFF2-40B4-BE49-F238E27FC236}">
                  <a16:creationId xmlns:a16="http://schemas.microsoft.com/office/drawing/2014/main" id="{91D36081-8758-E8E3-0FF9-84916AB27C98}"/>
                </a:ext>
              </a:extLst>
            </p:cNvPr>
            <p:cNvSpPr/>
            <p:nvPr/>
          </p:nvSpPr>
          <p:spPr>
            <a:xfrm>
              <a:off x="686209" y="1340614"/>
              <a:ext cx="3297600" cy="536519"/>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a:solidFill>
                    <a:schemeClr val="tx1"/>
                  </a:solidFill>
                  <a:latin typeface="Avenir Next LT Pro" panose="020B0504020202020204" pitchFamily="34" charset="0"/>
                </a:rPr>
                <a:t>Show &amp; Hope level</a:t>
              </a:r>
            </a:p>
          </p:txBody>
        </p:sp>
        <p:pic>
          <p:nvPicPr>
            <p:cNvPr id="24" name="Immagine 23" descr="Immagine che contiene interni, soffitto&#10;&#10;Descrizione generata automaticamente">
              <a:extLst>
                <a:ext uri="{FF2B5EF4-FFF2-40B4-BE49-F238E27FC236}">
                  <a16:creationId xmlns:a16="http://schemas.microsoft.com/office/drawing/2014/main" id="{BD8806F9-16F5-957C-EBDE-B5EEA9ED9DF5}"/>
                </a:ext>
              </a:extLst>
            </p:cNvPr>
            <p:cNvPicPr>
              <a:picLocks noChangeAspect="1"/>
            </p:cNvPicPr>
            <p:nvPr/>
          </p:nvPicPr>
          <p:blipFill rotWithShape="1">
            <a:blip r:embed="rId6" cstate="email">
              <a:extLst>
                <a:ext uri="{28A0092B-C50C-407E-A947-70E740481C1C}">
                  <a14:useLocalDpi xmlns:a14="http://schemas.microsoft.com/office/drawing/2010/main"/>
                </a:ext>
                <a:ext uri="{837473B0-CC2E-450A-ABE3-18F120FF3D39}">
                  <a1611:picAttrSrcUrl xmlns:a1611="http://schemas.microsoft.com/office/drawing/2016/11/main" r:id="rId7"/>
                </a:ext>
              </a:extLst>
            </a:blip>
            <a:srcRect/>
            <a:stretch/>
          </p:blipFill>
          <p:spPr>
            <a:xfrm>
              <a:off x="686209" y="1692848"/>
              <a:ext cx="3297600" cy="2457767"/>
            </a:xfrm>
            <a:prstGeom prst="rect">
              <a:avLst/>
            </a:prstGeom>
          </p:spPr>
        </p:pic>
      </p:grpSp>
      <p:sp>
        <p:nvSpPr>
          <p:cNvPr id="30" name="Rettangolo 29">
            <a:extLst>
              <a:ext uri="{FF2B5EF4-FFF2-40B4-BE49-F238E27FC236}">
                <a16:creationId xmlns:a16="http://schemas.microsoft.com/office/drawing/2014/main" id="{119A10AD-ED88-9FF0-0693-31B4E76AC795}"/>
              </a:ext>
            </a:extLst>
          </p:cNvPr>
          <p:cNvSpPr/>
          <p:nvPr/>
        </p:nvSpPr>
        <p:spPr>
          <a:xfrm>
            <a:off x="3236417" y="4511747"/>
            <a:ext cx="1096587" cy="60760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Roadmap for Practice C</a:t>
            </a:r>
          </a:p>
        </p:txBody>
      </p:sp>
      <p:sp>
        <p:nvSpPr>
          <p:cNvPr id="3" name="Segno di moltiplicazione 2">
            <a:extLst>
              <a:ext uri="{FF2B5EF4-FFF2-40B4-BE49-F238E27FC236}">
                <a16:creationId xmlns:a16="http://schemas.microsoft.com/office/drawing/2014/main" id="{D1ADF877-E334-83D7-2FEE-EC69B20013F4}"/>
              </a:ext>
            </a:extLst>
          </p:cNvPr>
          <p:cNvSpPr/>
          <p:nvPr/>
        </p:nvSpPr>
        <p:spPr>
          <a:xfrm>
            <a:off x="2844148" y="3719655"/>
            <a:ext cx="2303297" cy="2303297"/>
          </a:xfrm>
          <a:prstGeom prst="mathMultiply">
            <a:avLst>
              <a:gd name="adj1" fmla="val 16361"/>
            </a:avLst>
          </a:prstGeom>
          <a:solidFill>
            <a:srgbClr val="FF00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3553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5C6F2FF8-FEA8-9E29-FA23-1FDC3C7CDB38}"/>
              </a:ext>
            </a:extLst>
          </p:cNvPr>
          <p:cNvSpPr>
            <a:spLocks noGrp="1"/>
          </p:cNvSpPr>
          <p:nvPr>
            <p:ph type="ctrTitle"/>
          </p:nvPr>
        </p:nvSpPr>
        <p:spPr>
          <a:xfrm>
            <a:off x="7464614" y="1783959"/>
            <a:ext cx="4087306" cy="2889114"/>
          </a:xfrm>
        </p:spPr>
        <p:txBody>
          <a:bodyPr anchor="b">
            <a:normAutofit/>
          </a:bodyPr>
          <a:lstStyle/>
          <a:p>
            <a:pPr algn="l"/>
            <a:r>
              <a:rPr lang="fr-FR" sz="5400" dirty="0">
                <a:solidFill>
                  <a:srgbClr val="5C4E63"/>
                </a:solidFill>
                <a:latin typeface="Avenir Next LT Pro Light" panose="020B0304020202020204" pitchFamily="34" charset="0"/>
              </a:rPr>
              <a:t>Workshop </a:t>
            </a:r>
            <a:r>
              <a:rPr lang="fr-FR" sz="5400" dirty="0" err="1">
                <a:solidFill>
                  <a:srgbClr val="5C4E63"/>
                </a:solidFill>
                <a:latin typeface="Avenir Next LT Pro Light" panose="020B0304020202020204" pitchFamily="34" charset="0"/>
              </a:rPr>
              <a:t>Material</a:t>
            </a:r>
            <a:endParaRPr lang="fr-FR" sz="5400" dirty="0">
              <a:solidFill>
                <a:srgbClr val="5C4E63"/>
              </a:solidFill>
              <a:latin typeface="Avenir Next LT Pro Light" panose="020B0304020202020204" pitchFamily="34" charset="0"/>
            </a:endParaRPr>
          </a:p>
        </p:txBody>
      </p:sp>
      <p:pic>
        <p:nvPicPr>
          <p:cNvPr id="5" name="Image 4" descr="Boîtes en carton">
            <a:extLst>
              <a:ext uri="{FF2B5EF4-FFF2-40B4-BE49-F238E27FC236}">
                <a16:creationId xmlns:a16="http://schemas.microsoft.com/office/drawing/2014/main" id="{CB0B5827-FF19-A501-148D-7484231D0B9C}"/>
              </a:ext>
            </a:extLst>
          </p:cNvPr>
          <p:cNvPicPr>
            <a:picLocks noChangeAspect="1"/>
          </p:cNvPicPr>
          <p:nvPr/>
        </p:nvPicPr>
        <p:blipFill>
          <a:blip r:embed="rId2">
            <a:extLst>
              <a:ext uri="{28A0092B-C50C-407E-A947-70E740481C1C}">
                <a14:useLocalDpi xmlns:a14="http://schemas.microsoft.com/office/drawing/2010/main" val="0"/>
              </a:ext>
            </a:extLst>
          </a:blip>
          <a:srcRect l="15671" r="15671"/>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Tree>
    <p:extLst>
      <p:ext uri="{BB962C8B-B14F-4D97-AF65-F5344CB8AC3E}">
        <p14:creationId xmlns:p14="http://schemas.microsoft.com/office/powerpoint/2010/main" val="14248393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itre 1">
            <a:extLst>
              <a:ext uri="{FF2B5EF4-FFF2-40B4-BE49-F238E27FC236}">
                <a16:creationId xmlns:a16="http://schemas.microsoft.com/office/drawing/2014/main" id="{5F655389-9FF2-8EEE-EF4A-D5FBE115C687}"/>
              </a:ext>
            </a:extLst>
          </p:cNvPr>
          <p:cNvSpPr txBox="1">
            <a:spLocks/>
          </p:cNvSpPr>
          <p:nvPr/>
        </p:nvSpPr>
        <p:spPr>
          <a:xfrm>
            <a:off x="0" y="123966"/>
            <a:ext cx="12192000" cy="649931"/>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solidFill>
                  <a:srgbClr val="5C4E63"/>
                </a:solidFill>
                <a:latin typeface="Avenir Next LT Pro" panose="020B0504020202020204" pitchFamily="34" charset="0"/>
              </a:rPr>
              <a:t>Step 2 : </a:t>
            </a:r>
            <a:r>
              <a:rPr lang="en-US" sz="2800" dirty="0">
                <a:solidFill>
                  <a:srgbClr val="5C4E63"/>
                </a:solidFill>
                <a:latin typeface="Avenir Next LT Pro" panose="020B0504020202020204" pitchFamily="34" charset="0"/>
              </a:rPr>
              <a:t>Practice prioritization</a:t>
            </a:r>
          </a:p>
        </p:txBody>
      </p:sp>
      <p:sp>
        <p:nvSpPr>
          <p:cNvPr id="9" name="Rettangolo 8">
            <a:extLst>
              <a:ext uri="{FF2B5EF4-FFF2-40B4-BE49-F238E27FC236}">
                <a16:creationId xmlns:a16="http://schemas.microsoft.com/office/drawing/2014/main" id="{727BEA1C-5474-1754-B412-C8FA8759B3F9}"/>
              </a:ext>
            </a:extLst>
          </p:cNvPr>
          <p:cNvSpPr/>
          <p:nvPr/>
        </p:nvSpPr>
        <p:spPr>
          <a:xfrm>
            <a:off x="2660345" y="2088784"/>
            <a:ext cx="1438275" cy="8191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Practice A</a:t>
            </a:r>
          </a:p>
        </p:txBody>
      </p:sp>
      <p:sp>
        <p:nvSpPr>
          <p:cNvPr id="10" name="Rettangolo 9">
            <a:extLst>
              <a:ext uri="{FF2B5EF4-FFF2-40B4-BE49-F238E27FC236}">
                <a16:creationId xmlns:a16="http://schemas.microsoft.com/office/drawing/2014/main" id="{3CE09FFC-4166-DE25-C62E-8D399F520F13}"/>
              </a:ext>
            </a:extLst>
          </p:cNvPr>
          <p:cNvSpPr/>
          <p:nvPr/>
        </p:nvSpPr>
        <p:spPr>
          <a:xfrm>
            <a:off x="2660345" y="3046857"/>
            <a:ext cx="1438275" cy="8191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Practice B</a:t>
            </a:r>
          </a:p>
        </p:txBody>
      </p:sp>
      <p:sp>
        <p:nvSpPr>
          <p:cNvPr id="12" name="Rettangolo 11">
            <a:extLst>
              <a:ext uri="{FF2B5EF4-FFF2-40B4-BE49-F238E27FC236}">
                <a16:creationId xmlns:a16="http://schemas.microsoft.com/office/drawing/2014/main" id="{B8C5AB6A-D49E-A927-A923-77FFECA18E89}"/>
              </a:ext>
            </a:extLst>
          </p:cNvPr>
          <p:cNvSpPr/>
          <p:nvPr/>
        </p:nvSpPr>
        <p:spPr>
          <a:xfrm>
            <a:off x="2660345" y="4004930"/>
            <a:ext cx="1438275" cy="8191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Practice C</a:t>
            </a:r>
          </a:p>
        </p:txBody>
      </p:sp>
      <p:sp>
        <p:nvSpPr>
          <p:cNvPr id="13" name="Rettangolo 12">
            <a:extLst>
              <a:ext uri="{FF2B5EF4-FFF2-40B4-BE49-F238E27FC236}">
                <a16:creationId xmlns:a16="http://schemas.microsoft.com/office/drawing/2014/main" id="{FA189161-2948-B58B-AD1D-305EC88D693C}"/>
              </a:ext>
            </a:extLst>
          </p:cNvPr>
          <p:cNvSpPr/>
          <p:nvPr/>
        </p:nvSpPr>
        <p:spPr>
          <a:xfrm>
            <a:off x="2660345" y="4963003"/>
            <a:ext cx="1438275" cy="8191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Practice D</a:t>
            </a:r>
          </a:p>
        </p:txBody>
      </p:sp>
      <p:sp>
        <p:nvSpPr>
          <p:cNvPr id="14" name="Rettangolo 13">
            <a:extLst>
              <a:ext uri="{FF2B5EF4-FFF2-40B4-BE49-F238E27FC236}">
                <a16:creationId xmlns:a16="http://schemas.microsoft.com/office/drawing/2014/main" id="{2B1E8632-C131-2468-318E-2D8259EC3A1B}"/>
              </a:ext>
            </a:extLst>
          </p:cNvPr>
          <p:cNvSpPr/>
          <p:nvPr/>
        </p:nvSpPr>
        <p:spPr>
          <a:xfrm>
            <a:off x="4233113" y="2088784"/>
            <a:ext cx="1438275" cy="8191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Practice E</a:t>
            </a:r>
          </a:p>
        </p:txBody>
      </p:sp>
      <p:sp>
        <p:nvSpPr>
          <p:cNvPr id="15" name="Rettangolo 14">
            <a:extLst>
              <a:ext uri="{FF2B5EF4-FFF2-40B4-BE49-F238E27FC236}">
                <a16:creationId xmlns:a16="http://schemas.microsoft.com/office/drawing/2014/main" id="{BB7BE5F0-5B07-B61F-BF3C-204C36800C56}"/>
              </a:ext>
            </a:extLst>
          </p:cNvPr>
          <p:cNvSpPr/>
          <p:nvPr/>
        </p:nvSpPr>
        <p:spPr>
          <a:xfrm>
            <a:off x="4233113" y="3046857"/>
            <a:ext cx="1438275" cy="8191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Practice F</a:t>
            </a:r>
          </a:p>
        </p:txBody>
      </p:sp>
      <p:sp>
        <p:nvSpPr>
          <p:cNvPr id="17" name="Rettangolo 16">
            <a:extLst>
              <a:ext uri="{FF2B5EF4-FFF2-40B4-BE49-F238E27FC236}">
                <a16:creationId xmlns:a16="http://schemas.microsoft.com/office/drawing/2014/main" id="{0AD98526-3968-EE47-921A-8E509F21100D}"/>
              </a:ext>
            </a:extLst>
          </p:cNvPr>
          <p:cNvSpPr/>
          <p:nvPr/>
        </p:nvSpPr>
        <p:spPr>
          <a:xfrm>
            <a:off x="4233113" y="4004930"/>
            <a:ext cx="1438275" cy="8191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Practice G</a:t>
            </a:r>
          </a:p>
        </p:txBody>
      </p:sp>
      <p:sp>
        <p:nvSpPr>
          <p:cNvPr id="18" name="Rettangolo 17">
            <a:extLst>
              <a:ext uri="{FF2B5EF4-FFF2-40B4-BE49-F238E27FC236}">
                <a16:creationId xmlns:a16="http://schemas.microsoft.com/office/drawing/2014/main" id="{B0D339D2-7143-A68B-3720-656E9C2CC35D}"/>
              </a:ext>
            </a:extLst>
          </p:cNvPr>
          <p:cNvSpPr/>
          <p:nvPr/>
        </p:nvSpPr>
        <p:spPr>
          <a:xfrm>
            <a:off x="4233113" y="4963003"/>
            <a:ext cx="1438275" cy="8191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Practice H</a:t>
            </a:r>
          </a:p>
        </p:txBody>
      </p:sp>
      <p:sp>
        <p:nvSpPr>
          <p:cNvPr id="19" name="Parentesi graffa chiusa 18">
            <a:extLst>
              <a:ext uri="{FF2B5EF4-FFF2-40B4-BE49-F238E27FC236}">
                <a16:creationId xmlns:a16="http://schemas.microsoft.com/office/drawing/2014/main" id="{E95B4538-9332-BF8D-F650-4940D1DAF2E3}"/>
              </a:ext>
            </a:extLst>
          </p:cNvPr>
          <p:cNvSpPr/>
          <p:nvPr/>
        </p:nvSpPr>
        <p:spPr>
          <a:xfrm>
            <a:off x="6172200" y="2139696"/>
            <a:ext cx="673608" cy="3607928"/>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Rettangolo 19">
            <a:extLst>
              <a:ext uri="{FF2B5EF4-FFF2-40B4-BE49-F238E27FC236}">
                <a16:creationId xmlns:a16="http://schemas.microsoft.com/office/drawing/2014/main" id="{AE29D581-6DC3-3C8E-B682-ADE88340FE7C}"/>
              </a:ext>
            </a:extLst>
          </p:cNvPr>
          <p:cNvSpPr/>
          <p:nvPr/>
        </p:nvSpPr>
        <p:spPr>
          <a:xfrm>
            <a:off x="8704529" y="2534935"/>
            <a:ext cx="1438275" cy="8191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Practice A</a:t>
            </a:r>
          </a:p>
          <a:p>
            <a:pPr algn="ctr"/>
            <a:r>
              <a:rPr lang="en-US" sz="1100" dirty="0">
                <a:solidFill>
                  <a:schemeClr val="tx1"/>
                </a:solidFill>
              </a:rPr>
              <a:t>10 votes</a:t>
            </a:r>
          </a:p>
        </p:txBody>
      </p:sp>
      <p:sp>
        <p:nvSpPr>
          <p:cNvPr id="21" name="Rettangolo 20">
            <a:extLst>
              <a:ext uri="{FF2B5EF4-FFF2-40B4-BE49-F238E27FC236}">
                <a16:creationId xmlns:a16="http://schemas.microsoft.com/office/drawing/2014/main" id="{88F01CBE-5764-E2FF-EBD2-D8788D9F3E0F}"/>
              </a:ext>
            </a:extLst>
          </p:cNvPr>
          <p:cNvSpPr/>
          <p:nvPr/>
        </p:nvSpPr>
        <p:spPr>
          <a:xfrm>
            <a:off x="8704529" y="3493008"/>
            <a:ext cx="1438275" cy="8191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Practice B</a:t>
            </a:r>
          </a:p>
          <a:p>
            <a:pPr algn="ctr"/>
            <a:r>
              <a:rPr lang="en-US" sz="1100" dirty="0">
                <a:solidFill>
                  <a:schemeClr val="tx1"/>
                </a:solidFill>
              </a:rPr>
              <a:t>9 votes</a:t>
            </a:r>
          </a:p>
        </p:txBody>
      </p:sp>
      <p:sp>
        <p:nvSpPr>
          <p:cNvPr id="22" name="Rettangolo 21">
            <a:extLst>
              <a:ext uri="{FF2B5EF4-FFF2-40B4-BE49-F238E27FC236}">
                <a16:creationId xmlns:a16="http://schemas.microsoft.com/office/drawing/2014/main" id="{9ED84D19-F700-4668-CEA3-3EBB85518910}"/>
              </a:ext>
            </a:extLst>
          </p:cNvPr>
          <p:cNvSpPr/>
          <p:nvPr/>
        </p:nvSpPr>
        <p:spPr>
          <a:xfrm>
            <a:off x="8704529" y="4451081"/>
            <a:ext cx="1438275" cy="8191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Practice C</a:t>
            </a:r>
          </a:p>
          <a:p>
            <a:pPr algn="ctr"/>
            <a:r>
              <a:rPr lang="en-US" sz="1100" dirty="0">
                <a:solidFill>
                  <a:schemeClr val="tx1"/>
                </a:solidFill>
              </a:rPr>
              <a:t>8 votes</a:t>
            </a:r>
          </a:p>
        </p:txBody>
      </p:sp>
      <p:sp>
        <p:nvSpPr>
          <p:cNvPr id="23" name="Freccia a destra 22">
            <a:extLst>
              <a:ext uri="{FF2B5EF4-FFF2-40B4-BE49-F238E27FC236}">
                <a16:creationId xmlns:a16="http://schemas.microsoft.com/office/drawing/2014/main" id="{430C6256-217A-7233-4306-3A1E946AD6FB}"/>
              </a:ext>
            </a:extLst>
          </p:cNvPr>
          <p:cNvSpPr/>
          <p:nvPr/>
        </p:nvSpPr>
        <p:spPr>
          <a:xfrm>
            <a:off x="6693358" y="3705570"/>
            <a:ext cx="1764792" cy="476179"/>
          </a:xfrm>
          <a:prstGeom prst="right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Segnaposto contenuto 2">
            <a:extLst>
              <a:ext uri="{FF2B5EF4-FFF2-40B4-BE49-F238E27FC236}">
                <a16:creationId xmlns:a16="http://schemas.microsoft.com/office/drawing/2014/main" id="{4DF571B0-A97A-05C1-462D-B6052537D53E}"/>
              </a:ext>
            </a:extLst>
          </p:cNvPr>
          <p:cNvSpPr txBox="1">
            <a:spLocks/>
          </p:cNvSpPr>
          <p:nvPr/>
        </p:nvSpPr>
        <p:spPr>
          <a:xfrm>
            <a:off x="7059917" y="2815990"/>
            <a:ext cx="1074395" cy="8895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dirty="0"/>
              <a:t>Extract top 3 most voted practices</a:t>
            </a:r>
          </a:p>
        </p:txBody>
      </p:sp>
      <p:sp>
        <p:nvSpPr>
          <p:cNvPr id="26" name="CasellaDiTesto 25">
            <a:extLst>
              <a:ext uri="{FF2B5EF4-FFF2-40B4-BE49-F238E27FC236}">
                <a16:creationId xmlns:a16="http://schemas.microsoft.com/office/drawing/2014/main" id="{FCAEB3E7-5D51-090F-3345-FA3752626560}"/>
              </a:ext>
            </a:extLst>
          </p:cNvPr>
          <p:cNvSpPr txBox="1"/>
          <p:nvPr/>
        </p:nvSpPr>
        <p:spPr>
          <a:xfrm>
            <a:off x="523938" y="2235499"/>
            <a:ext cx="1717282" cy="3416320"/>
          </a:xfrm>
          <a:prstGeom prst="rect">
            <a:avLst/>
          </a:prstGeom>
          <a:noFill/>
        </p:spPr>
        <p:txBody>
          <a:bodyPr wrap="square">
            <a:spAutoFit/>
          </a:bodyPr>
          <a:lstStyle/>
          <a:p>
            <a:pPr algn="l"/>
            <a:r>
              <a:rPr lang="en-US" sz="1800" dirty="0">
                <a:solidFill>
                  <a:srgbClr val="5C4E63"/>
                </a:solidFill>
                <a:latin typeface="Avenir Next LT Pro" panose="020B0504020202020204" pitchFamily="34" charset="0"/>
              </a:rPr>
              <a:t>Which practices do you consider the most interesting in terms of results ?</a:t>
            </a:r>
          </a:p>
          <a:p>
            <a:pPr algn="l"/>
            <a:endParaRPr lang="en-US" sz="1800" dirty="0">
              <a:solidFill>
                <a:srgbClr val="5C4E63"/>
              </a:solidFill>
              <a:latin typeface="Avenir Next LT Pro" panose="020B0504020202020204" pitchFamily="34" charset="0"/>
            </a:endParaRPr>
          </a:p>
          <a:p>
            <a:pPr algn="l"/>
            <a:r>
              <a:rPr lang="en-US" sz="1800" dirty="0">
                <a:solidFill>
                  <a:srgbClr val="5C4E63"/>
                </a:solidFill>
                <a:latin typeface="Avenir Next LT Pro" panose="020B0504020202020204" pitchFamily="34" charset="0"/>
              </a:rPr>
              <a:t>Vote </a:t>
            </a:r>
          </a:p>
          <a:p>
            <a:pPr algn="l"/>
            <a:r>
              <a:rPr lang="en-US" dirty="0">
                <a:solidFill>
                  <a:srgbClr val="5C4E63"/>
                </a:solidFill>
                <a:latin typeface="Avenir Next LT Pro" panose="020B0504020202020204" pitchFamily="34" charset="0"/>
              </a:rPr>
              <a:t>(example : 3 for each person)</a:t>
            </a:r>
            <a:endParaRPr lang="en-US" sz="1800" dirty="0">
              <a:solidFill>
                <a:srgbClr val="5C4E63"/>
              </a:solidFill>
              <a:latin typeface="Avenir Next LT Pro" panose="020B0504020202020204" pitchFamily="34" charset="0"/>
            </a:endParaRPr>
          </a:p>
        </p:txBody>
      </p:sp>
      <p:pic>
        <p:nvPicPr>
          <p:cNvPr id="29" name="Elemento grafico 28" descr="Badge con riempimento a tinta unita">
            <a:extLst>
              <a:ext uri="{FF2B5EF4-FFF2-40B4-BE49-F238E27FC236}">
                <a16:creationId xmlns:a16="http://schemas.microsoft.com/office/drawing/2014/main" id="{904F25C2-7878-0BC5-D3F4-299B02AC815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47203" y="2235499"/>
            <a:ext cx="565811" cy="565811"/>
          </a:xfrm>
          <a:prstGeom prst="rect">
            <a:avLst/>
          </a:prstGeom>
        </p:spPr>
      </p:pic>
      <p:pic>
        <p:nvPicPr>
          <p:cNvPr id="30" name="Elemento grafico 29" descr="Badge 1 con riempimento a tinta unita">
            <a:extLst>
              <a:ext uri="{FF2B5EF4-FFF2-40B4-BE49-F238E27FC236}">
                <a16:creationId xmlns:a16="http://schemas.microsoft.com/office/drawing/2014/main" id="{239049C1-2790-8821-E532-F0A33A02262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2738" y="1617468"/>
            <a:ext cx="565811" cy="565811"/>
          </a:xfrm>
          <a:prstGeom prst="rect">
            <a:avLst/>
          </a:prstGeom>
        </p:spPr>
      </p:pic>
      <p:sp>
        <p:nvSpPr>
          <p:cNvPr id="31" name="Ovale 30">
            <a:extLst>
              <a:ext uri="{FF2B5EF4-FFF2-40B4-BE49-F238E27FC236}">
                <a16:creationId xmlns:a16="http://schemas.microsoft.com/office/drawing/2014/main" id="{123B5257-6158-38AF-40C3-88D56E99BFB6}"/>
              </a:ext>
            </a:extLst>
          </p:cNvPr>
          <p:cNvSpPr/>
          <p:nvPr/>
        </p:nvSpPr>
        <p:spPr>
          <a:xfrm>
            <a:off x="3808971" y="2534935"/>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e 31">
            <a:extLst>
              <a:ext uri="{FF2B5EF4-FFF2-40B4-BE49-F238E27FC236}">
                <a16:creationId xmlns:a16="http://schemas.microsoft.com/office/drawing/2014/main" id="{AE1A6363-01B4-8CEB-0897-E61C798DCF26}"/>
              </a:ext>
            </a:extLst>
          </p:cNvPr>
          <p:cNvSpPr/>
          <p:nvPr/>
        </p:nvSpPr>
        <p:spPr>
          <a:xfrm>
            <a:off x="3593205" y="2653445"/>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e 32">
            <a:extLst>
              <a:ext uri="{FF2B5EF4-FFF2-40B4-BE49-F238E27FC236}">
                <a16:creationId xmlns:a16="http://schemas.microsoft.com/office/drawing/2014/main" id="{A2AD6F2B-BC27-9105-8EFF-3CC737D60869}"/>
              </a:ext>
            </a:extLst>
          </p:cNvPr>
          <p:cNvSpPr/>
          <p:nvPr/>
        </p:nvSpPr>
        <p:spPr>
          <a:xfrm>
            <a:off x="3804149" y="2726234"/>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e 33">
            <a:extLst>
              <a:ext uri="{FF2B5EF4-FFF2-40B4-BE49-F238E27FC236}">
                <a16:creationId xmlns:a16="http://schemas.microsoft.com/office/drawing/2014/main" id="{A3C0F1C0-FF5E-C7AD-77E8-85F8A7584F5F}"/>
              </a:ext>
            </a:extLst>
          </p:cNvPr>
          <p:cNvSpPr/>
          <p:nvPr/>
        </p:nvSpPr>
        <p:spPr>
          <a:xfrm>
            <a:off x="3916025" y="2383839"/>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e 34">
            <a:extLst>
              <a:ext uri="{FF2B5EF4-FFF2-40B4-BE49-F238E27FC236}">
                <a16:creationId xmlns:a16="http://schemas.microsoft.com/office/drawing/2014/main" id="{2C54AD68-2D58-CCF2-40F0-14178DE6613C}"/>
              </a:ext>
            </a:extLst>
          </p:cNvPr>
          <p:cNvSpPr/>
          <p:nvPr/>
        </p:nvSpPr>
        <p:spPr>
          <a:xfrm>
            <a:off x="3820162" y="2200220"/>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e 35">
            <a:extLst>
              <a:ext uri="{FF2B5EF4-FFF2-40B4-BE49-F238E27FC236}">
                <a16:creationId xmlns:a16="http://schemas.microsoft.com/office/drawing/2014/main" id="{660E9E73-1B07-428D-EB46-CA941A5A4A31}"/>
              </a:ext>
            </a:extLst>
          </p:cNvPr>
          <p:cNvSpPr/>
          <p:nvPr/>
        </p:nvSpPr>
        <p:spPr>
          <a:xfrm>
            <a:off x="3755750" y="2373307"/>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e 36">
            <a:extLst>
              <a:ext uri="{FF2B5EF4-FFF2-40B4-BE49-F238E27FC236}">
                <a16:creationId xmlns:a16="http://schemas.microsoft.com/office/drawing/2014/main" id="{18978583-02B6-613F-EC7D-EF30800C941D}"/>
              </a:ext>
            </a:extLst>
          </p:cNvPr>
          <p:cNvSpPr/>
          <p:nvPr/>
        </p:nvSpPr>
        <p:spPr>
          <a:xfrm>
            <a:off x="3377439" y="2657432"/>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e 37">
            <a:extLst>
              <a:ext uri="{FF2B5EF4-FFF2-40B4-BE49-F238E27FC236}">
                <a16:creationId xmlns:a16="http://schemas.microsoft.com/office/drawing/2014/main" id="{AFAF017E-9F6F-B933-3C4D-ECF9EC67AD17}"/>
              </a:ext>
            </a:extLst>
          </p:cNvPr>
          <p:cNvSpPr/>
          <p:nvPr/>
        </p:nvSpPr>
        <p:spPr>
          <a:xfrm>
            <a:off x="3195846" y="2653445"/>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e 38">
            <a:extLst>
              <a:ext uri="{FF2B5EF4-FFF2-40B4-BE49-F238E27FC236}">
                <a16:creationId xmlns:a16="http://schemas.microsoft.com/office/drawing/2014/main" id="{188D6436-E691-6098-6E1A-295909DF4514}"/>
              </a:ext>
            </a:extLst>
          </p:cNvPr>
          <p:cNvSpPr/>
          <p:nvPr/>
        </p:nvSpPr>
        <p:spPr>
          <a:xfrm>
            <a:off x="3706083" y="3209623"/>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e 39">
            <a:extLst>
              <a:ext uri="{FF2B5EF4-FFF2-40B4-BE49-F238E27FC236}">
                <a16:creationId xmlns:a16="http://schemas.microsoft.com/office/drawing/2014/main" id="{96830F91-4F83-6152-0596-D8CB7ED20AEE}"/>
              </a:ext>
            </a:extLst>
          </p:cNvPr>
          <p:cNvSpPr/>
          <p:nvPr/>
        </p:nvSpPr>
        <p:spPr>
          <a:xfrm>
            <a:off x="3868471" y="3265510"/>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e 40">
            <a:extLst>
              <a:ext uri="{FF2B5EF4-FFF2-40B4-BE49-F238E27FC236}">
                <a16:creationId xmlns:a16="http://schemas.microsoft.com/office/drawing/2014/main" id="{9935275C-2766-2B50-7FCD-A70122C62A37}"/>
              </a:ext>
            </a:extLst>
          </p:cNvPr>
          <p:cNvSpPr/>
          <p:nvPr/>
        </p:nvSpPr>
        <p:spPr>
          <a:xfrm>
            <a:off x="3740511" y="3402669"/>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e 41">
            <a:extLst>
              <a:ext uri="{FF2B5EF4-FFF2-40B4-BE49-F238E27FC236}">
                <a16:creationId xmlns:a16="http://schemas.microsoft.com/office/drawing/2014/main" id="{0D6C5486-C094-7B22-E092-F30BECAB7A4B}"/>
              </a:ext>
            </a:extLst>
          </p:cNvPr>
          <p:cNvSpPr/>
          <p:nvPr/>
        </p:nvSpPr>
        <p:spPr>
          <a:xfrm>
            <a:off x="3897357" y="3539828"/>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e 42">
            <a:extLst>
              <a:ext uri="{FF2B5EF4-FFF2-40B4-BE49-F238E27FC236}">
                <a16:creationId xmlns:a16="http://schemas.microsoft.com/office/drawing/2014/main" id="{36D3B516-DF1D-7F82-739E-12AA111958E8}"/>
              </a:ext>
            </a:extLst>
          </p:cNvPr>
          <p:cNvSpPr/>
          <p:nvPr/>
        </p:nvSpPr>
        <p:spPr>
          <a:xfrm>
            <a:off x="3706082" y="3651601"/>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e 43">
            <a:extLst>
              <a:ext uri="{FF2B5EF4-FFF2-40B4-BE49-F238E27FC236}">
                <a16:creationId xmlns:a16="http://schemas.microsoft.com/office/drawing/2014/main" id="{DCF659BD-9301-CEAA-616A-D7211A7FCE6A}"/>
              </a:ext>
            </a:extLst>
          </p:cNvPr>
          <p:cNvSpPr/>
          <p:nvPr/>
        </p:nvSpPr>
        <p:spPr>
          <a:xfrm>
            <a:off x="3880957" y="3725850"/>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e 44">
            <a:extLst>
              <a:ext uri="{FF2B5EF4-FFF2-40B4-BE49-F238E27FC236}">
                <a16:creationId xmlns:a16="http://schemas.microsoft.com/office/drawing/2014/main" id="{55B79D1D-4370-8A1B-66A5-E28408E79781}"/>
              </a:ext>
            </a:extLst>
          </p:cNvPr>
          <p:cNvSpPr/>
          <p:nvPr/>
        </p:nvSpPr>
        <p:spPr>
          <a:xfrm>
            <a:off x="3514576" y="3662795"/>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e 45">
            <a:extLst>
              <a:ext uri="{FF2B5EF4-FFF2-40B4-BE49-F238E27FC236}">
                <a16:creationId xmlns:a16="http://schemas.microsoft.com/office/drawing/2014/main" id="{5E037138-B7F1-67FC-4029-B55E1034316D}"/>
              </a:ext>
            </a:extLst>
          </p:cNvPr>
          <p:cNvSpPr/>
          <p:nvPr/>
        </p:nvSpPr>
        <p:spPr>
          <a:xfrm>
            <a:off x="3194061" y="3633384"/>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e 46">
            <a:extLst>
              <a:ext uri="{FF2B5EF4-FFF2-40B4-BE49-F238E27FC236}">
                <a16:creationId xmlns:a16="http://schemas.microsoft.com/office/drawing/2014/main" id="{DA343E7A-BBC5-4F99-9A76-FEF4E6041365}"/>
              </a:ext>
            </a:extLst>
          </p:cNvPr>
          <p:cNvSpPr/>
          <p:nvPr/>
        </p:nvSpPr>
        <p:spPr>
          <a:xfrm>
            <a:off x="3376561" y="3539828"/>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e 48">
            <a:extLst>
              <a:ext uri="{FF2B5EF4-FFF2-40B4-BE49-F238E27FC236}">
                <a16:creationId xmlns:a16="http://schemas.microsoft.com/office/drawing/2014/main" id="{63FA30AC-4661-D1FB-DDDB-055512F3F692}"/>
              </a:ext>
            </a:extLst>
          </p:cNvPr>
          <p:cNvSpPr/>
          <p:nvPr/>
        </p:nvSpPr>
        <p:spPr>
          <a:xfrm>
            <a:off x="3717520" y="4099879"/>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e 49">
            <a:extLst>
              <a:ext uri="{FF2B5EF4-FFF2-40B4-BE49-F238E27FC236}">
                <a16:creationId xmlns:a16="http://schemas.microsoft.com/office/drawing/2014/main" id="{E57D3788-760B-8300-F28F-D81E2C88A642}"/>
              </a:ext>
            </a:extLst>
          </p:cNvPr>
          <p:cNvSpPr/>
          <p:nvPr/>
        </p:nvSpPr>
        <p:spPr>
          <a:xfrm>
            <a:off x="3792265" y="4181445"/>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e 50">
            <a:extLst>
              <a:ext uri="{FF2B5EF4-FFF2-40B4-BE49-F238E27FC236}">
                <a16:creationId xmlns:a16="http://schemas.microsoft.com/office/drawing/2014/main" id="{2D8DC214-0E94-7C9F-593B-CFEC0562EF85}"/>
              </a:ext>
            </a:extLst>
          </p:cNvPr>
          <p:cNvSpPr/>
          <p:nvPr/>
        </p:nvSpPr>
        <p:spPr>
          <a:xfrm>
            <a:off x="3801697" y="4362571"/>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e 51">
            <a:extLst>
              <a:ext uri="{FF2B5EF4-FFF2-40B4-BE49-F238E27FC236}">
                <a16:creationId xmlns:a16="http://schemas.microsoft.com/office/drawing/2014/main" id="{D397BA4C-CD67-F710-B85F-DCCBECCE451B}"/>
              </a:ext>
            </a:extLst>
          </p:cNvPr>
          <p:cNvSpPr/>
          <p:nvPr/>
        </p:nvSpPr>
        <p:spPr>
          <a:xfrm>
            <a:off x="3597604" y="2221294"/>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e 52">
            <a:extLst>
              <a:ext uri="{FF2B5EF4-FFF2-40B4-BE49-F238E27FC236}">
                <a16:creationId xmlns:a16="http://schemas.microsoft.com/office/drawing/2014/main" id="{88EB6DCA-1212-9E0F-33A2-CBE354611F7C}"/>
              </a:ext>
            </a:extLst>
          </p:cNvPr>
          <p:cNvSpPr/>
          <p:nvPr/>
        </p:nvSpPr>
        <p:spPr>
          <a:xfrm>
            <a:off x="3708954" y="4554562"/>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e 53">
            <a:extLst>
              <a:ext uri="{FF2B5EF4-FFF2-40B4-BE49-F238E27FC236}">
                <a16:creationId xmlns:a16="http://schemas.microsoft.com/office/drawing/2014/main" id="{08897535-A411-FD23-22E3-C9E5E425399F}"/>
              </a:ext>
            </a:extLst>
          </p:cNvPr>
          <p:cNvSpPr/>
          <p:nvPr/>
        </p:nvSpPr>
        <p:spPr>
          <a:xfrm>
            <a:off x="3837022" y="4594986"/>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e 54">
            <a:extLst>
              <a:ext uri="{FF2B5EF4-FFF2-40B4-BE49-F238E27FC236}">
                <a16:creationId xmlns:a16="http://schemas.microsoft.com/office/drawing/2014/main" id="{9AE0FB04-F447-0328-DD18-FCBEA824FEA7}"/>
              </a:ext>
            </a:extLst>
          </p:cNvPr>
          <p:cNvSpPr/>
          <p:nvPr/>
        </p:nvSpPr>
        <p:spPr>
          <a:xfrm>
            <a:off x="4005527" y="4532111"/>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e 55">
            <a:extLst>
              <a:ext uri="{FF2B5EF4-FFF2-40B4-BE49-F238E27FC236}">
                <a16:creationId xmlns:a16="http://schemas.microsoft.com/office/drawing/2014/main" id="{C88B5901-43D2-1422-09AA-6DA0F0FBB27F}"/>
              </a:ext>
            </a:extLst>
          </p:cNvPr>
          <p:cNvSpPr/>
          <p:nvPr/>
        </p:nvSpPr>
        <p:spPr>
          <a:xfrm>
            <a:off x="3970801" y="4330957"/>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e 56">
            <a:extLst>
              <a:ext uri="{FF2B5EF4-FFF2-40B4-BE49-F238E27FC236}">
                <a16:creationId xmlns:a16="http://schemas.microsoft.com/office/drawing/2014/main" id="{C7FA4E1D-39B8-4606-B68F-4FB1D11BC2F3}"/>
              </a:ext>
            </a:extLst>
          </p:cNvPr>
          <p:cNvSpPr/>
          <p:nvPr/>
        </p:nvSpPr>
        <p:spPr>
          <a:xfrm>
            <a:off x="3674477" y="5078199"/>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e 57">
            <a:extLst>
              <a:ext uri="{FF2B5EF4-FFF2-40B4-BE49-F238E27FC236}">
                <a16:creationId xmlns:a16="http://schemas.microsoft.com/office/drawing/2014/main" id="{E07B41FC-486A-F65C-0C89-F6C96D0D9C87}"/>
              </a:ext>
            </a:extLst>
          </p:cNvPr>
          <p:cNvSpPr/>
          <p:nvPr/>
        </p:nvSpPr>
        <p:spPr>
          <a:xfrm>
            <a:off x="3875174" y="5298394"/>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e 58">
            <a:extLst>
              <a:ext uri="{FF2B5EF4-FFF2-40B4-BE49-F238E27FC236}">
                <a16:creationId xmlns:a16="http://schemas.microsoft.com/office/drawing/2014/main" id="{7BBC0913-84AB-3E86-E714-5B3A3F9E8883}"/>
              </a:ext>
            </a:extLst>
          </p:cNvPr>
          <p:cNvSpPr/>
          <p:nvPr/>
        </p:nvSpPr>
        <p:spPr>
          <a:xfrm>
            <a:off x="3628191" y="5460939"/>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e 59">
            <a:extLst>
              <a:ext uri="{FF2B5EF4-FFF2-40B4-BE49-F238E27FC236}">
                <a16:creationId xmlns:a16="http://schemas.microsoft.com/office/drawing/2014/main" id="{9CB721B1-9501-4C62-E54D-83D2196A30ED}"/>
              </a:ext>
            </a:extLst>
          </p:cNvPr>
          <p:cNvSpPr/>
          <p:nvPr/>
        </p:nvSpPr>
        <p:spPr>
          <a:xfrm>
            <a:off x="5157470" y="4713891"/>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e 60">
            <a:extLst>
              <a:ext uri="{FF2B5EF4-FFF2-40B4-BE49-F238E27FC236}">
                <a16:creationId xmlns:a16="http://schemas.microsoft.com/office/drawing/2014/main" id="{6654FFB9-EF91-8BE6-7E61-22DD8F680E3A}"/>
              </a:ext>
            </a:extLst>
          </p:cNvPr>
          <p:cNvSpPr/>
          <p:nvPr/>
        </p:nvSpPr>
        <p:spPr>
          <a:xfrm>
            <a:off x="5222511" y="4513713"/>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e 61">
            <a:extLst>
              <a:ext uri="{FF2B5EF4-FFF2-40B4-BE49-F238E27FC236}">
                <a16:creationId xmlns:a16="http://schemas.microsoft.com/office/drawing/2014/main" id="{F98961C3-5FE9-4114-38AA-566C020CA119}"/>
              </a:ext>
            </a:extLst>
          </p:cNvPr>
          <p:cNvSpPr/>
          <p:nvPr/>
        </p:nvSpPr>
        <p:spPr>
          <a:xfrm>
            <a:off x="5320015" y="4327644"/>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e 62">
            <a:extLst>
              <a:ext uri="{FF2B5EF4-FFF2-40B4-BE49-F238E27FC236}">
                <a16:creationId xmlns:a16="http://schemas.microsoft.com/office/drawing/2014/main" id="{94C5ADF6-873A-2906-D13B-D53A53BA4B0A}"/>
              </a:ext>
            </a:extLst>
          </p:cNvPr>
          <p:cNvSpPr/>
          <p:nvPr/>
        </p:nvSpPr>
        <p:spPr>
          <a:xfrm>
            <a:off x="5308755" y="4079982"/>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e 63">
            <a:extLst>
              <a:ext uri="{FF2B5EF4-FFF2-40B4-BE49-F238E27FC236}">
                <a16:creationId xmlns:a16="http://schemas.microsoft.com/office/drawing/2014/main" id="{C72F284E-9E52-BFD2-4732-9C319D87B9EC}"/>
              </a:ext>
            </a:extLst>
          </p:cNvPr>
          <p:cNvSpPr/>
          <p:nvPr/>
        </p:nvSpPr>
        <p:spPr>
          <a:xfrm>
            <a:off x="5113689" y="4043363"/>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e 64">
            <a:extLst>
              <a:ext uri="{FF2B5EF4-FFF2-40B4-BE49-F238E27FC236}">
                <a16:creationId xmlns:a16="http://schemas.microsoft.com/office/drawing/2014/main" id="{CB5848EA-E48D-812C-5B3A-146E95E9C777}"/>
              </a:ext>
            </a:extLst>
          </p:cNvPr>
          <p:cNvSpPr/>
          <p:nvPr/>
        </p:nvSpPr>
        <p:spPr>
          <a:xfrm>
            <a:off x="5470058" y="4215574"/>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e 65">
            <a:extLst>
              <a:ext uri="{FF2B5EF4-FFF2-40B4-BE49-F238E27FC236}">
                <a16:creationId xmlns:a16="http://schemas.microsoft.com/office/drawing/2014/main" id="{AA87C4BB-BECD-458B-A7FB-EC6B7F0C98EC}"/>
              </a:ext>
            </a:extLst>
          </p:cNvPr>
          <p:cNvSpPr/>
          <p:nvPr/>
        </p:nvSpPr>
        <p:spPr>
          <a:xfrm>
            <a:off x="3339366" y="2191926"/>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e 66">
            <a:extLst>
              <a:ext uri="{FF2B5EF4-FFF2-40B4-BE49-F238E27FC236}">
                <a16:creationId xmlns:a16="http://schemas.microsoft.com/office/drawing/2014/main" id="{09AF7E79-84C1-65AB-3CD1-00F9A2C6EDCB}"/>
              </a:ext>
            </a:extLst>
          </p:cNvPr>
          <p:cNvSpPr/>
          <p:nvPr/>
        </p:nvSpPr>
        <p:spPr>
          <a:xfrm>
            <a:off x="5222511" y="3507571"/>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e 67">
            <a:extLst>
              <a:ext uri="{FF2B5EF4-FFF2-40B4-BE49-F238E27FC236}">
                <a16:creationId xmlns:a16="http://schemas.microsoft.com/office/drawing/2014/main" id="{C97D21A4-751F-D510-E5E5-2E3CCE2FF3BD}"/>
              </a:ext>
            </a:extLst>
          </p:cNvPr>
          <p:cNvSpPr/>
          <p:nvPr/>
        </p:nvSpPr>
        <p:spPr>
          <a:xfrm>
            <a:off x="5341936" y="3388665"/>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e 68">
            <a:extLst>
              <a:ext uri="{FF2B5EF4-FFF2-40B4-BE49-F238E27FC236}">
                <a16:creationId xmlns:a16="http://schemas.microsoft.com/office/drawing/2014/main" id="{B04C04F3-A8F5-317E-1482-19707F181181}"/>
              </a:ext>
            </a:extLst>
          </p:cNvPr>
          <p:cNvSpPr/>
          <p:nvPr/>
        </p:nvSpPr>
        <p:spPr>
          <a:xfrm>
            <a:off x="5479685" y="3599309"/>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e 69">
            <a:extLst>
              <a:ext uri="{FF2B5EF4-FFF2-40B4-BE49-F238E27FC236}">
                <a16:creationId xmlns:a16="http://schemas.microsoft.com/office/drawing/2014/main" id="{008E985F-B626-719F-D1E9-7075A95355FD}"/>
              </a:ext>
            </a:extLst>
          </p:cNvPr>
          <p:cNvSpPr/>
          <p:nvPr/>
        </p:nvSpPr>
        <p:spPr>
          <a:xfrm>
            <a:off x="5317140" y="2784185"/>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e 70">
            <a:extLst>
              <a:ext uri="{FF2B5EF4-FFF2-40B4-BE49-F238E27FC236}">
                <a16:creationId xmlns:a16="http://schemas.microsoft.com/office/drawing/2014/main" id="{63599239-F9DA-121D-A310-394C77030431}"/>
              </a:ext>
            </a:extLst>
          </p:cNvPr>
          <p:cNvSpPr/>
          <p:nvPr/>
        </p:nvSpPr>
        <p:spPr>
          <a:xfrm>
            <a:off x="5350698" y="2608086"/>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e 71">
            <a:extLst>
              <a:ext uri="{FF2B5EF4-FFF2-40B4-BE49-F238E27FC236}">
                <a16:creationId xmlns:a16="http://schemas.microsoft.com/office/drawing/2014/main" id="{9B247540-25C5-DB1A-0B0C-FB15D332FB17}"/>
              </a:ext>
            </a:extLst>
          </p:cNvPr>
          <p:cNvSpPr/>
          <p:nvPr/>
        </p:nvSpPr>
        <p:spPr>
          <a:xfrm>
            <a:off x="5350698" y="2333471"/>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e 72">
            <a:extLst>
              <a:ext uri="{FF2B5EF4-FFF2-40B4-BE49-F238E27FC236}">
                <a16:creationId xmlns:a16="http://schemas.microsoft.com/office/drawing/2014/main" id="{B8DDBF27-680F-0CD1-1A67-E2E5BE628F70}"/>
              </a:ext>
            </a:extLst>
          </p:cNvPr>
          <p:cNvSpPr/>
          <p:nvPr/>
        </p:nvSpPr>
        <p:spPr>
          <a:xfrm>
            <a:off x="5240583" y="2221401"/>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e 73">
            <a:extLst>
              <a:ext uri="{FF2B5EF4-FFF2-40B4-BE49-F238E27FC236}">
                <a16:creationId xmlns:a16="http://schemas.microsoft.com/office/drawing/2014/main" id="{252D3CD4-E19E-8699-AECE-58E0E2BDAEBA}"/>
              </a:ext>
            </a:extLst>
          </p:cNvPr>
          <p:cNvSpPr/>
          <p:nvPr/>
        </p:nvSpPr>
        <p:spPr>
          <a:xfrm>
            <a:off x="5431970" y="2179236"/>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e 74">
            <a:extLst>
              <a:ext uri="{FF2B5EF4-FFF2-40B4-BE49-F238E27FC236}">
                <a16:creationId xmlns:a16="http://schemas.microsoft.com/office/drawing/2014/main" id="{D5E54162-7EBD-AECB-1172-45D8CC0D1B41}"/>
              </a:ext>
            </a:extLst>
          </p:cNvPr>
          <p:cNvSpPr/>
          <p:nvPr/>
        </p:nvSpPr>
        <p:spPr>
          <a:xfrm>
            <a:off x="5505200" y="2509570"/>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e 75">
            <a:extLst>
              <a:ext uri="{FF2B5EF4-FFF2-40B4-BE49-F238E27FC236}">
                <a16:creationId xmlns:a16="http://schemas.microsoft.com/office/drawing/2014/main" id="{5334A766-EF37-F066-92A4-1A788F55C9B2}"/>
              </a:ext>
            </a:extLst>
          </p:cNvPr>
          <p:cNvSpPr/>
          <p:nvPr/>
        </p:nvSpPr>
        <p:spPr>
          <a:xfrm>
            <a:off x="5120906" y="2672115"/>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e 76">
            <a:extLst>
              <a:ext uri="{FF2B5EF4-FFF2-40B4-BE49-F238E27FC236}">
                <a16:creationId xmlns:a16="http://schemas.microsoft.com/office/drawing/2014/main" id="{E755C713-85F8-FA6E-96E3-A930713A4042}"/>
              </a:ext>
            </a:extLst>
          </p:cNvPr>
          <p:cNvSpPr/>
          <p:nvPr/>
        </p:nvSpPr>
        <p:spPr>
          <a:xfrm>
            <a:off x="4954718" y="2672115"/>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e 77">
            <a:extLst>
              <a:ext uri="{FF2B5EF4-FFF2-40B4-BE49-F238E27FC236}">
                <a16:creationId xmlns:a16="http://schemas.microsoft.com/office/drawing/2014/main" id="{8E27A2D2-DBD9-51DB-BB88-39CBC8228F82}"/>
              </a:ext>
            </a:extLst>
          </p:cNvPr>
          <p:cNvSpPr/>
          <p:nvPr/>
        </p:nvSpPr>
        <p:spPr>
          <a:xfrm>
            <a:off x="5485237" y="2726434"/>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e 78">
            <a:extLst>
              <a:ext uri="{FF2B5EF4-FFF2-40B4-BE49-F238E27FC236}">
                <a16:creationId xmlns:a16="http://schemas.microsoft.com/office/drawing/2014/main" id="{6DA1CD06-22D6-583B-1D82-892F2426D376}"/>
              </a:ext>
            </a:extLst>
          </p:cNvPr>
          <p:cNvSpPr/>
          <p:nvPr/>
        </p:nvSpPr>
        <p:spPr>
          <a:xfrm>
            <a:off x="3912586" y="4015717"/>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e 79">
            <a:extLst>
              <a:ext uri="{FF2B5EF4-FFF2-40B4-BE49-F238E27FC236}">
                <a16:creationId xmlns:a16="http://schemas.microsoft.com/office/drawing/2014/main" id="{C2BE50D2-96A1-A630-445C-490AF7434011}"/>
              </a:ext>
            </a:extLst>
          </p:cNvPr>
          <p:cNvSpPr/>
          <p:nvPr/>
        </p:nvSpPr>
        <p:spPr>
          <a:xfrm>
            <a:off x="1954349" y="4800458"/>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Elemento grafico 1" descr="Cronometro 25% contorno">
            <a:extLst>
              <a:ext uri="{FF2B5EF4-FFF2-40B4-BE49-F238E27FC236}">
                <a16:creationId xmlns:a16="http://schemas.microsoft.com/office/drawing/2014/main" id="{4A41CA3B-4B6C-3D64-8BB2-44B1141F4FD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219687" y="0"/>
            <a:ext cx="914400" cy="914400"/>
          </a:xfrm>
          <a:prstGeom prst="rect">
            <a:avLst/>
          </a:prstGeom>
        </p:spPr>
      </p:pic>
      <p:sp>
        <p:nvSpPr>
          <p:cNvPr id="3" name="CasellaDiTesto 2">
            <a:extLst>
              <a:ext uri="{FF2B5EF4-FFF2-40B4-BE49-F238E27FC236}">
                <a16:creationId xmlns:a16="http://schemas.microsoft.com/office/drawing/2014/main" id="{A9E34C22-B506-3D85-F08D-04E62984ED3A}"/>
              </a:ext>
            </a:extLst>
          </p:cNvPr>
          <p:cNvSpPr txBox="1"/>
          <p:nvPr/>
        </p:nvSpPr>
        <p:spPr>
          <a:xfrm>
            <a:off x="11303410" y="729734"/>
            <a:ext cx="830677" cy="369332"/>
          </a:xfrm>
          <a:prstGeom prst="rect">
            <a:avLst/>
          </a:prstGeom>
          <a:noFill/>
        </p:spPr>
        <p:txBody>
          <a:bodyPr wrap="none" rtlCol="0">
            <a:spAutoFit/>
          </a:bodyPr>
          <a:lstStyle/>
          <a:p>
            <a:r>
              <a:rPr lang="en-US" dirty="0"/>
              <a:t>10 min</a:t>
            </a:r>
          </a:p>
        </p:txBody>
      </p:sp>
    </p:spTree>
    <p:extLst>
      <p:ext uri="{BB962C8B-B14F-4D97-AF65-F5344CB8AC3E}">
        <p14:creationId xmlns:p14="http://schemas.microsoft.com/office/powerpoint/2010/main" val="37352616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Freccia a destra 76">
            <a:extLst>
              <a:ext uri="{FF2B5EF4-FFF2-40B4-BE49-F238E27FC236}">
                <a16:creationId xmlns:a16="http://schemas.microsoft.com/office/drawing/2014/main" id="{99B98FD9-E1CB-B2F1-5D2D-74A5B0AF6545}"/>
              </a:ext>
            </a:extLst>
          </p:cNvPr>
          <p:cNvSpPr/>
          <p:nvPr/>
        </p:nvSpPr>
        <p:spPr>
          <a:xfrm>
            <a:off x="4309294" y="2889298"/>
            <a:ext cx="7882705" cy="1732998"/>
          </a:xfrm>
          <a:prstGeom prst="rightArrow">
            <a:avLst>
              <a:gd name="adj1" fmla="val 78438"/>
              <a:gd name="adj2" fmla="val 48477"/>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ccia a destra 74">
            <a:extLst>
              <a:ext uri="{FF2B5EF4-FFF2-40B4-BE49-F238E27FC236}">
                <a16:creationId xmlns:a16="http://schemas.microsoft.com/office/drawing/2014/main" id="{8188FD6D-A964-A3AC-8B4F-55D52DB61FB9}"/>
              </a:ext>
            </a:extLst>
          </p:cNvPr>
          <p:cNvSpPr/>
          <p:nvPr/>
        </p:nvSpPr>
        <p:spPr>
          <a:xfrm>
            <a:off x="4187952" y="4741168"/>
            <a:ext cx="8004048" cy="1764792"/>
          </a:xfrm>
          <a:prstGeom prst="rightArrow">
            <a:avLst>
              <a:gd name="adj1" fmla="val 69689"/>
              <a:gd name="adj2" fmla="val 4792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itre 1">
            <a:extLst>
              <a:ext uri="{FF2B5EF4-FFF2-40B4-BE49-F238E27FC236}">
                <a16:creationId xmlns:a16="http://schemas.microsoft.com/office/drawing/2014/main" id="{5F655389-9FF2-8EEE-EF4A-D5FBE115C687}"/>
              </a:ext>
            </a:extLst>
          </p:cNvPr>
          <p:cNvSpPr txBox="1">
            <a:spLocks/>
          </p:cNvSpPr>
          <p:nvPr/>
        </p:nvSpPr>
        <p:spPr>
          <a:xfrm>
            <a:off x="0" y="123967"/>
            <a:ext cx="12192000" cy="56581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solidFill>
                  <a:srgbClr val="5C4E63"/>
                </a:solidFill>
                <a:latin typeface="Avenir Next LT Pro" panose="020B0504020202020204" pitchFamily="34" charset="0"/>
              </a:rPr>
              <a:t>Step 3 : </a:t>
            </a:r>
            <a:r>
              <a:rPr lang="en-US" sz="2800" dirty="0">
                <a:solidFill>
                  <a:srgbClr val="5C4E63"/>
                </a:solidFill>
                <a:latin typeface="Avenir Next LT Pro" panose="020B0504020202020204" pitchFamily="34" charset="0"/>
              </a:rPr>
              <a:t>Members’ Needs to get results and contributors’ capacities</a:t>
            </a:r>
          </a:p>
        </p:txBody>
      </p:sp>
      <p:sp>
        <p:nvSpPr>
          <p:cNvPr id="9" name="Rettangolo 8">
            <a:extLst>
              <a:ext uri="{FF2B5EF4-FFF2-40B4-BE49-F238E27FC236}">
                <a16:creationId xmlns:a16="http://schemas.microsoft.com/office/drawing/2014/main" id="{727BEA1C-5474-1754-B412-C8FA8759B3F9}"/>
              </a:ext>
            </a:extLst>
          </p:cNvPr>
          <p:cNvSpPr/>
          <p:nvPr/>
        </p:nvSpPr>
        <p:spPr>
          <a:xfrm>
            <a:off x="254531" y="3429396"/>
            <a:ext cx="1438275" cy="8191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Practice A</a:t>
            </a:r>
          </a:p>
        </p:txBody>
      </p:sp>
      <p:sp>
        <p:nvSpPr>
          <p:cNvPr id="10" name="Rettangolo 9">
            <a:extLst>
              <a:ext uri="{FF2B5EF4-FFF2-40B4-BE49-F238E27FC236}">
                <a16:creationId xmlns:a16="http://schemas.microsoft.com/office/drawing/2014/main" id="{19A46AD8-BA71-7A09-F4E7-72F40D2216D7}"/>
              </a:ext>
            </a:extLst>
          </p:cNvPr>
          <p:cNvSpPr/>
          <p:nvPr/>
        </p:nvSpPr>
        <p:spPr>
          <a:xfrm>
            <a:off x="4440366" y="3171420"/>
            <a:ext cx="1845788" cy="109206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dirty="0">
                <a:solidFill>
                  <a:schemeClr val="tx1"/>
                </a:solidFill>
              </a:rPr>
              <a:t>In order to get results, I would need Community activities to </a:t>
            </a:r>
            <a:r>
              <a:rPr lang="en-US" sz="1100" b="1" dirty="0">
                <a:solidFill>
                  <a:schemeClr val="tx1"/>
                </a:solidFill>
              </a:rPr>
              <a:t>DISCOVER</a:t>
            </a:r>
            <a:r>
              <a:rPr lang="en-US" sz="1100" dirty="0">
                <a:solidFill>
                  <a:schemeClr val="tx1"/>
                </a:solidFill>
              </a:rPr>
              <a:t> this practice</a:t>
            </a:r>
          </a:p>
        </p:txBody>
      </p:sp>
      <p:sp>
        <p:nvSpPr>
          <p:cNvPr id="12" name="Rettangolo 11">
            <a:extLst>
              <a:ext uri="{FF2B5EF4-FFF2-40B4-BE49-F238E27FC236}">
                <a16:creationId xmlns:a16="http://schemas.microsoft.com/office/drawing/2014/main" id="{7466D7DD-4EA5-812B-084A-C15ADEC62A17}"/>
              </a:ext>
            </a:extLst>
          </p:cNvPr>
          <p:cNvSpPr/>
          <p:nvPr/>
        </p:nvSpPr>
        <p:spPr>
          <a:xfrm>
            <a:off x="6942665" y="3171420"/>
            <a:ext cx="1845788" cy="1092067"/>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dirty="0">
                <a:solidFill>
                  <a:schemeClr val="tx1"/>
                </a:solidFill>
              </a:rPr>
              <a:t>In order to get results, I would need Community activities to </a:t>
            </a:r>
            <a:r>
              <a:rPr lang="en-US" sz="1100" b="1" dirty="0">
                <a:solidFill>
                  <a:schemeClr val="tx1"/>
                </a:solidFill>
              </a:rPr>
              <a:t>DIGEST</a:t>
            </a:r>
            <a:r>
              <a:rPr lang="en-US" sz="1100" dirty="0">
                <a:solidFill>
                  <a:schemeClr val="tx1"/>
                </a:solidFill>
              </a:rPr>
              <a:t> this practice </a:t>
            </a:r>
          </a:p>
        </p:txBody>
      </p:sp>
      <p:sp>
        <p:nvSpPr>
          <p:cNvPr id="13" name="Rettangolo 12">
            <a:extLst>
              <a:ext uri="{FF2B5EF4-FFF2-40B4-BE49-F238E27FC236}">
                <a16:creationId xmlns:a16="http://schemas.microsoft.com/office/drawing/2014/main" id="{D96D20D5-61D3-064C-089B-589713CFFD00}"/>
              </a:ext>
            </a:extLst>
          </p:cNvPr>
          <p:cNvSpPr/>
          <p:nvPr/>
        </p:nvSpPr>
        <p:spPr>
          <a:xfrm>
            <a:off x="9546624" y="3171419"/>
            <a:ext cx="1845788" cy="109206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dirty="0">
                <a:solidFill>
                  <a:schemeClr val="tx1"/>
                </a:solidFill>
              </a:rPr>
              <a:t>In order to get results, I would need Community activities to help me </a:t>
            </a:r>
            <a:r>
              <a:rPr lang="en-US" sz="1100" b="1" dirty="0">
                <a:solidFill>
                  <a:schemeClr val="tx1"/>
                </a:solidFill>
              </a:rPr>
              <a:t>DEPLOY</a:t>
            </a:r>
            <a:r>
              <a:rPr lang="en-US" sz="1100" dirty="0">
                <a:solidFill>
                  <a:schemeClr val="tx1"/>
                </a:solidFill>
              </a:rPr>
              <a:t> this practice</a:t>
            </a:r>
          </a:p>
        </p:txBody>
      </p:sp>
      <p:grpSp>
        <p:nvGrpSpPr>
          <p:cNvPr id="76" name="Gruppo 75">
            <a:extLst>
              <a:ext uri="{FF2B5EF4-FFF2-40B4-BE49-F238E27FC236}">
                <a16:creationId xmlns:a16="http://schemas.microsoft.com/office/drawing/2014/main" id="{A38CFD83-2472-1443-ED84-AD57E6A134A5}"/>
              </a:ext>
            </a:extLst>
          </p:cNvPr>
          <p:cNvGrpSpPr/>
          <p:nvPr/>
        </p:nvGrpSpPr>
        <p:grpSpPr>
          <a:xfrm>
            <a:off x="4339271" y="1532281"/>
            <a:ext cx="7255764" cy="1307591"/>
            <a:chOff x="4294289" y="-15899"/>
            <a:chExt cx="7255764" cy="1307591"/>
          </a:xfrm>
        </p:grpSpPr>
        <p:grpSp>
          <p:nvGrpSpPr>
            <p:cNvPr id="8" name="Gruppo 7">
              <a:extLst>
                <a:ext uri="{FF2B5EF4-FFF2-40B4-BE49-F238E27FC236}">
                  <a16:creationId xmlns:a16="http://schemas.microsoft.com/office/drawing/2014/main" id="{995260BE-F328-47F4-10B2-E625B34ADA12}"/>
                </a:ext>
              </a:extLst>
            </p:cNvPr>
            <p:cNvGrpSpPr/>
            <p:nvPr/>
          </p:nvGrpSpPr>
          <p:grpSpPr>
            <a:xfrm>
              <a:off x="4316995" y="-15899"/>
              <a:ext cx="7233058" cy="1240887"/>
              <a:chOff x="721023" y="2114078"/>
              <a:chExt cx="11090876" cy="1902725"/>
            </a:xfrm>
          </p:grpSpPr>
          <p:pic>
            <p:nvPicPr>
              <p:cNvPr id="2" name="Immagine 1" descr="Immagine che contiene persona, interni, sport, ballerino&#10;&#10;Descrizione generata automaticamente">
                <a:extLst>
                  <a:ext uri="{FF2B5EF4-FFF2-40B4-BE49-F238E27FC236}">
                    <a16:creationId xmlns:a16="http://schemas.microsoft.com/office/drawing/2014/main" id="{61E0F101-732B-F926-EED3-F4668ACC4E00}"/>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 r="1" b="25592"/>
              <a:stretch/>
            </p:blipFill>
            <p:spPr>
              <a:xfrm>
                <a:off x="4486679" y="2127946"/>
                <a:ext cx="3297599" cy="1806711"/>
              </a:xfrm>
              <a:prstGeom prst="rect">
                <a:avLst/>
              </a:prstGeom>
            </p:spPr>
          </p:pic>
          <p:pic>
            <p:nvPicPr>
              <p:cNvPr id="5" name="Immagine 4">
                <a:extLst>
                  <a:ext uri="{FF2B5EF4-FFF2-40B4-BE49-F238E27FC236}">
                    <a16:creationId xmlns:a16="http://schemas.microsoft.com/office/drawing/2014/main" id="{FB6375AB-F193-FE51-6B37-A71B6A4CF797}"/>
                  </a:ext>
                </a:extLst>
              </p:cNvPr>
              <p:cNvPicPr>
                <a:picLocks noChangeAspect="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b="26172"/>
              <a:stretch/>
            </p:blipFill>
            <p:spPr>
              <a:xfrm flipH="1">
                <a:off x="8514298" y="2114078"/>
                <a:ext cx="3297601" cy="1820578"/>
              </a:xfrm>
              <a:prstGeom prst="rect">
                <a:avLst/>
              </a:prstGeom>
            </p:spPr>
          </p:pic>
          <p:pic>
            <p:nvPicPr>
              <p:cNvPr id="7" name="Immagine 6" descr="Immagine che contiene interni, soffitto&#10;&#10;Descrizione generata automaticamente">
                <a:extLst>
                  <a:ext uri="{FF2B5EF4-FFF2-40B4-BE49-F238E27FC236}">
                    <a16:creationId xmlns:a16="http://schemas.microsoft.com/office/drawing/2014/main" id="{B92C27FE-2E3C-41CD-2A4E-CD027BC9E77F}"/>
                  </a:ext>
                </a:extLst>
              </p:cNvPr>
              <p:cNvPicPr>
                <a:picLocks noChangeAspect="1"/>
              </p:cNvPicPr>
              <p:nvPr/>
            </p:nvPicPr>
            <p:blipFill rotWithShape="1">
              <a:blip r:embed="rId6" cstate="email">
                <a:extLst>
                  <a:ext uri="{28A0092B-C50C-407E-A947-70E740481C1C}">
                    <a14:useLocalDpi xmlns:a14="http://schemas.microsoft.com/office/drawing/2010/main"/>
                  </a:ext>
                  <a:ext uri="{837473B0-CC2E-450A-ABE3-18F120FF3D39}">
                    <a1611:picAttrSrcUrl xmlns:a1611="http://schemas.microsoft.com/office/drawing/2016/11/main" r:id="rId7"/>
                  </a:ext>
                </a:extLst>
              </a:blip>
              <a:srcRect r="1055" b="22583"/>
              <a:stretch/>
            </p:blipFill>
            <p:spPr>
              <a:xfrm>
                <a:off x="721023" y="2114080"/>
                <a:ext cx="3262784" cy="1902723"/>
              </a:xfrm>
              <a:prstGeom prst="rect">
                <a:avLst/>
              </a:prstGeom>
            </p:spPr>
          </p:pic>
        </p:grpSp>
        <p:sp>
          <p:nvSpPr>
            <p:cNvPr id="14" name="Rettangolo con angoli arrotondati 13">
              <a:extLst>
                <a:ext uri="{FF2B5EF4-FFF2-40B4-BE49-F238E27FC236}">
                  <a16:creationId xmlns:a16="http://schemas.microsoft.com/office/drawing/2014/main" id="{CED90888-B918-A15B-852D-A63702AAC4FB}"/>
                </a:ext>
              </a:extLst>
            </p:cNvPr>
            <p:cNvSpPr/>
            <p:nvPr/>
          </p:nvSpPr>
          <p:spPr>
            <a:xfrm>
              <a:off x="6795522" y="787267"/>
              <a:ext cx="2150573" cy="504425"/>
            </a:xfrm>
            <a:prstGeom prst="roundRect">
              <a:avLst>
                <a:gd name="adj" fmla="val 15629"/>
              </a:avLst>
            </a:prstGeom>
            <a:solidFill>
              <a:schemeClr val="accent1">
                <a:lumMod val="20000"/>
                <a:lumOff val="8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latin typeface="Avenir Next LT Pro" panose="020B0504020202020204" pitchFamily="34" charset="0"/>
                </a:rPr>
                <a:t>Train &amp; Hope level</a:t>
              </a:r>
            </a:p>
          </p:txBody>
        </p:sp>
        <p:sp>
          <p:nvSpPr>
            <p:cNvPr id="15" name="Rettangolo con angoli arrotondati 14">
              <a:extLst>
                <a:ext uri="{FF2B5EF4-FFF2-40B4-BE49-F238E27FC236}">
                  <a16:creationId xmlns:a16="http://schemas.microsoft.com/office/drawing/2014/main" id="{2989C64A-F3FF-76B8-FF20-486E90247499}"/>
                </a:ext>
              </a:extLst>
            </p:cNvPr>
            <p:cNvSpPr/>
            <p:nvPr/>
          </p:nvSpPr>
          <p:spPr>
            <a:xfrm>
              <a:off x="9399480" y="787267"/>
              <a:ext cx="2150573" cy="504425"/>
            </a:xfrm>
            <a:prstGeom prst="roundRect">
              <a:avLst>
                <a:gd name="adj" fmla="val 15629"/>
              </a:avLst>
            </a:prstGeom>
            <a:solidFill>
              <a:schemeClr val="accent6">
                <a:lumMod val="20000"/>
                <a:lumOff val="8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latin typeface="Avenir Next LT Pro" panose="020B0504020202020204" pitchFamily="34" charset="0"/>
                </a:rPr>
                <a:t>Train &amp; support on-field level</a:t>
              </a:r>
            </a:p>
          </p:txBody>
        </p:sp>
        <p:sp>
          <p:nvSpPr>
            <p:cNvPr id="17" name="Rettangolo con angoli arrotondati 16">
              <a:extLst>
                <a:ext uri="{FF2B5EF4-FFF2-40B4-BE49-F238E27FC236}">
                  <a16:creationId xmlns:a16="http://schemas.microsoft.com/office/drawing/2014/main" id="{463498AD-CB47-25EE-FB66-79545B6658F5}"/>
                </a:ext>
              </a:extLst>
            </p:cNvPr>
            <p:cNvSpPr/>
            <p:nvPr/>
          </p:nvSpPr>
          <p:spPr>
            <a:xfrm>
              <a:off x="4294289" y="787267"/>
              <a:ext cx="2150573" cy="504425"/>
            </a:xfrm>
            <a:prstGeom prst="roundRect">
              <a:avLst>
                <a:gd name="adj" fmla="val 15629"/>
              </a:avLst>
            </a:prstGeom>
            <a:solidFill>
              <a:schemeClr val="bg1">
                <a:lumMod val="8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latin typeface="Avenir Next LT Pro" panose="020B0504020202020204" pitchFamily="34" charset="0"/>
                </a:rPr>
                <a:t>Show &amp; Hope level</a:t>
              </a:r>
            </a:p>
          </p:txBody>
        </p:sp>
      </p:grpSp>
      <p:sp>
        <p:nvSpPr>
          <p:cNvPr id="21" name="Rettangolo 20">
            <a:extLst>
              <a:ext uri="{FF2B5EF4-FFF2-40B4-BE49-F238E27FC236}">
                <a16:creationId xmlns:a16="http://schemas.microsoft.com/office/drawing/2014/main" id="{84C1E5C0-A52C-6B6C-674C-5EA0FB5E7626}"/>
              </a:ext>
            </a:extLst>
          </p:cNvPr>
          <p:cNvSpPr/>
          <p:nvPr/>
        </p:nvSpPr>
        <p:spPr>
          <a:xfrm>
            <a:off x="4441434" y="5226205"/>
            <a:ext cx="1845787" cy="819150"/>
          </a:xfrm>
          <a:prstGeom prst="rect">
            <a:avLst/>
          </a:prstGeom>
          <a:solidFill>
            <a:schemeClr val="bg2"/>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I can help other members DISCOVER the practice (give feedback, show basic examples, inspire, …)</a:t>
            </a:r>
          </a:p>
        </p:txBody>
      </p:sp>
      <p:sp>
        <p:nvSpPr>
          <p:cNvPr id="22" name="Rettangolo 21">
            <a:extLst>
              <a:ext uri="{FF2B5EF4-FFF2-40B4-BE49-F238E27FC236}">
                <a16:creationId xmlns:a16="http://schemas.microsoft.com/office/drawing/2014/main" id="{618F8A32-4ADD-6C18-747E-8B8B46554CF5}"/>
              </a:ext>
            </a:extLst>
          </p:cNvPr>
          <p:cNvSpPr/>
          <p:nvPr/>
        </p:nvSpPr>
        <p:spPr>
          <a:xfrm>
            <a:off x="6942666" y="5226205"/>
            <a:ext cx="1845787" cy="819150"/>
          </a:xfrm>
          <a:prstGeom prst="rect">
            <a:avLst/>
          </a:prstGeom>
          <a:solidFill>
            <a:schemeClr val="accent5">
              <a:lumMod val="20000"/>
              <a:lumOff val="80000"/>
            </a:schemeClr>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I can help other members DIGEST the practice (organize, find or support training, …)</a:t>
            </a:r>
          </a:p>
        </p:txBody>
      </p:sp>
      <p:sp>
        <p:nvSpPr>
          <p:cNvPr id="23" name="Rettangolo 22">
            <a:extLst>
              <a:ext uri="{FF2B5EF4-FFF2-40B4-BE49-F238E27FC236}">
                <a16:creationId xmlns:a16="http://schemas.microsoft.com/office/drawing/2014/main" id="{1019C392-4999-03C3-ECD0-92FE37C717F1}"/>
              </a:ext>
            </a:extLst>
          </p:cNvPr>
          <p:cNvSpPr/>
          <p:nvPr/>
        </p:nvSpPr>
        <p:spPr>
          <a:xfrm>
            <a:off x="9546625" y="5226205"/>
            <a:ext cx="1845787" cy="819150"/>
          </a:xfrm>
          <a:prstGeom prst="rect">
            <a:avLst/>
          </a:prstGeom>
          <a:solidFill>
            <a:schemeClr val="accent6">
              <a:lumMod val="20000"/>
              <a:lumOff val="80000"/>
            </a:schemeClr>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I can help other members to DEPLOY the practice</a:t>
            </a:r>
          </a:p>
          <a:p>
            <a:pPr algn="ctr"/>
            <a:r>
              <a:rPr lang="en-US" sz="1100" dirty="0">
                <a:solidFill>
                  <a:schemeClr val="tx1"/>
                </a:solidFill>
              </a:rPr>
              <a:t>(support on-field, answer to deployment questions…)</a:t>
            </a:r>
          </a:p>
        </p:txBody>
      </p:sp>
      <p:pic>
        <p:nvPicPr>
          <p:cNvPr id="24" name="Elemento grafico 23" descr="Badge 1 con riempimento a tinta unita">
            <a:extLst>
              <a:ext uri="{FF2B5EF4-FFF2-40B4-BE49-F238E27FC236}">
                <a16:creationId xmlns:a16="http://schemas.microsoft.com/office/drawing/2014/main" id="{8419C750-2A0A-4754-67FF-BA07DB8EB7C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841514" y="2644810"/>
            <a:ext cx="565811" cy="565811"/>
          </a:xfrm>
          <a:prstGeom prst="rect">
            <a:avLst/>
          </a:prstGeom>
        </p:spPr>
      </p:pic>
      <p:sp>
        <p:nvSpPr>
          <p:cNvPr id="25" name="CasellaDiTesto 24">
            <a:extLst>
              <a:ext uri="{FF2B5EF4-FFF2-40B4-BE49-F238E27FC236}">
                <a16:creationId xmlns:a16="http://schemas.microsoft.com/office/drawing/2014/main" id="{7A2537DC-1BE2-6D3D-7F38-51BC51A2BB27}"/>
              </a:ext>
            </a:extLst>
          </p:cNvPr>
          <p:cNvSpPr txBox="1"/>
          <p:nvPr/>
        </p:nvSpPr>
        <p:spPr>
          <a:xfrm>
            <a:off x="2372527" y="1333416"/>
            <a:ext cx="1688661" cy="1754326"/>
          </a:xfrm>
          <a:prstGeom prst="rect">
            <a:avLst/>
          </a:prstGeom>
          <a:noFill/>
        </p:spPr>
        <p:txBody>
          <a:bodyPr wrap="square">
            <a:spAutoFit/>
          </a:bodyPr>
          <a:lstStyle/>
          <a:p>
            <a:pPr algn="l"/>
            <a:r>
              <a:rPr lang="en-US" sz="1200" dirty="0">
                <a:solidFill>
                  <a:srgbClr val="5C4E63"/>
                </a:solidFill>
                <a:latin typeface="Avenir Next LT Pro" panose="020B0504020202020204" pitchFamily="34" charset="0"/>
              </a:rPr>
              <a:t>As a Community </a:t>
            </a:r>
            <a:r>
              <a:rPr lang="en-US" sz="1200" b="1" dirty="0">
                <a:solidFill>
                  <a:srgbClr val="5C4E63"/>
                </a:solidFill>
                <a:latin typeface="Avenir Next LT Pro" panose="020B0504020202020204" pitchFamily="34" charset="0"/>
              </a:rPr>
              <a:t>member</a:t>
            </a:r>
            <a:r>
              <a:rPr lang="en-US" sz="1200" dirty="0">
                <a:solidFill>
                  <a:srgbClr val="5C4E63"/>
                </a:solidFill>
                <a:latin typeface="Avenir Next LT Pro" panose="020B0504020202020204" pitchFamily="34" charset="0"/>
              </a:rPr>
              <a:t>, what are your needs of Community support to get to results ?</a:t>
            </a:r>
          </a:p>
          <a:p>
            <a:pPr algn="l"/>
            <a:endParaRPr lang="en-US" sz="1200" dirty="0">
              <a:solidFill>
                <a:srgbClr val="5C4E63"/>
              </a:solidFill>
              <a:latin typeface="Avenir Next LT Pro" panose="020B0504020202020204" pitchFamily="34" charset="0"/>
            </a:endParaRPr>
          </a:p>
          <a:p>
            <a:pPr algn="l"/>
            <a:r>
              <a:rPr lang="en-US" sz="1200" dirty="0">
                <a:solidFill>
                  <a:srgbClr val="5C4E63"/>
                </a:solidFill>
                <a:latin typeface="Avenir Next LT Pro" panose="020B0504020202020204" pitchFamily="34" charset="0"/>
              </a:rPr>
              <a:t>Inform (up to 3     per person if you need the 3 levels). </a:t>
            </a:r>
          </a:p>
        </p:txBody>
      </p:sp>
      <p:pic>
        <p:nvPicPr>
          <p:cNvPr id="26" name="Elemento grafico 25" descr="Badge con riempimento a tinta unita">
            <a:extLst>
              <a:ext uri="{FF2B5EF4-FFF2-40B4-BE49-F238E27FC236}">
                <a16:creationId xmlns:a16="http://schemas.microsoft.com/office/drawing/2014/main" id="{5EF15295-19B2-2F3D-0B65-6D6790C91E8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890154" y="4411771"/>
            <a:ext cx="565811" cy="565811"/>
          </a:xfrm>
          <a:prstGeom prst="rect">
            <a:avLst/>
          </a:prstGeom>
        </p:spPr>
      </p:pic>
      <p:sp>
        <p:nvSpPr>
          <p:cNvPr id="27" name="CasellaDiTesto 26">
            <a:extLst>
              <a:ext uri="{FF2B5EF4-FFF2-40B4-BE49-F238E27FC236}">
                <a16:creationId xmlns:a16="http://schemas.microsoft.com/office/drawing/2014/main" id="{C449FD18-21D1-1EA7-7EA1-54B27861601A}"/>
              </a:ext>
            </a:extLst>
          </p:cNvPr>
          <p:cNvSpPr txBox="1"/>
          <p:nvPr/>
        </p:nvSpPr>
        <p:spPr>
          <a:xfrm>
            <a:off x="2390503" y="4694676"/>
            <a:ext cx="1688661" cy="2123658"/>
          </a:xfrm>
          <a:prstGeom prst="rect">
            <a:avLst/>
          </a:prstGeom>
          <a:noFill/>
        </p:spPr>
        <p:txBody>
          <a:bodyPr wrap="square">
            <a:spAutoFit/>
          </a:bodyPr>
          <a:lstStyle/>
          <a:p>
            <a:pPr algn="l"/>
            <a:r>
              <a:rPr lang="en-US" sz="1200" dirty="0">
                <a:solidFill>
                  <a:srgbClr val="5C4E63"/>
                </a:solidFill>
                <a:latin typeface="Avenir Next LT Pro" panose="020B0504020202020204" pitchFamily="34" charset="0"/>
              </a:rPr>
              <a:t>As a Community </a:t>
            </a:r>
            <a:r>
              <a:rPr lang="en-US" sz="1200" b="1" dirty="0">
                <a:solidFill>
                  <a:schemeClr val="accent2"/>
                </a:solidFill>
                <a:latin typeface="Avenir Next LT Pro" panose="020B0504020202020204" pitchFamily="34" charset="0"/>
              </a:rPr>
              <a:t>contributor</a:t>
            </a:r>
            <a:r>
              <a:rPr lang="en-US" sz="1200" dirty="0">
                <a:solidFill>
                  <a:srgbClr val="5C4E63"/>
                </a:solidFill>
                <a:latin typeface="Avenir Next LT Pro" panose="020B0504020202020204" pitchFamily="34" charset="0"/>
              </a:rPr>
              <a:t>, what help can you provide to other members ?  (you both have skills and enough availability)</a:t>
            </a:r>
          </a:p>
          <a:p>
            <a:pPr algn="l"/>
            <a:endParaRPr lang="en-US" sz="1200" dirty="0">
              <a:solidFill>
                <a:srgbClr val="5C4E63"/>
              </a:solidFill>
              <a:latin typeface="Avenir Next LT Pro" panose="020B0504020202020204" pitchFamily="34" charset="0"/>
            </a:endParaRPr>
          </a:p>
          <a:p>
            <a:pPr algn="l"/>
            <a:r>
              <a:rPr lang="en-US" sz="1200" dirty="0">
                <a:solidFill>
                  <a:srgbClr val="5C4E63"/>
                </a:solidFill>
                <a:latin typeface="Avenir Next LT Pro" panose="020B0504020202020204" pitchFamily="34" charset="0"/>
              </a:rPr>
              <a:t>Inform (up to 3      per contributor if you can help on 3 levels)</a:t>
            </a:r>
          </a:p>
        </p:txBody>
      </p:sp>
      <p:sp>
        <p:nvSpPr>
          <p:cNvPr id="28" name="Ovale 27">
            <a:extLst>
              <a:ext uri="{FF2B5EF4-FFF2-40B4-BE49-F238E27FC236}">
                <a16:creationId xmlns:a16="http://schemas.microsoft.com/office/drawing/2014/main" id="{EBE74E26-A10F-5A71-0555-BB9AF3641E4F}"/>
              </a:ext>
            </a:extLst>
          </p:cNvPr>
          <p:cNvSpPr/>
          <p:nvPr/>
        </p:nvSpPr>
        <p:spPr>
          <a:xfrm>
            <a:off x="3498355" y="2482265"/>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e 28">
            <a:extLst>
              <a:ext uri="{FF2B5EF4-FFF2-40B4-BE49-F238E27FC236}">
                <a16:creationId xmlns:a16="http://schemas.microsoft.com/office/drawing/2014/main" id="{4E98E704-5116-CA8A-60AC-A88F554E9212}"/>
              </a:ext>
            </a:extLst>
          </p:cNvPr>
          <p:cNvSpPr/>
          <p:nvPr/>
        </p:nvSpPr>
        <p:spPr>
          <a:xfrm>
            <a:off x="4800452" y="4001850"/>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e 29">
            <a:extLst>
              <a:ext uri="{FF2B5EF4-FFF2-40B4-BE49-F238E27FC236}">
                <a16:creationId xmlns:a16="http://schemas.microsoft.com/office/drawing/2014/main" id="{2A0E6FFE-54FB-C123-257D-830359B4F52F}"/>
              </a:ext>
            </a:extLst>
          </p:cNvPr>
          <p:cNvSpPr/>
          <p:nvPr/>
        </p:nvSpPr>
        <p:spPr>
          <a:xfrm>
            <a:off x="5011724" y="4057127"/>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e 30">
            <a:extLst>
              <a:ext uri="{FF2B5EF4-FFF2-40B4-BE49-F238E27FC236}">
                <a16:creationId xmlns:a16="http://schemas.microsoft.com/office/drawing/2014/main" id="{152A292F-2811-9816-A9DD-392178471021}"/>
              </a:ext>
            </a:extLst>
          </p:cNvPr>
          <p:cNvSpPr/>
          <p:nvPr/>
        </p:nvSpPr>
        <p:spPr>
          <a:xfrm>
            <a:off x="5274226" y="3987849"/>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e 31">
            <a:extLst>
              <a:ext uri="{FF2B5EF4-FFF2-40B4-BE49-F238E27FC236}">
                <a16:creationId xmlns:a16="http://schemas.microsoft.com/office/drawing/2014/main" id="{9C5B63BE-F03B-752D-8135-F259827BB27B}"/>
              </a:ext>
            </a:extLst>
          </p:cNvPr>
          <p:cNvSpPr/>
          <p:nvPr/>
        </p:nvSpPr>
        <p:spPr>
          <a:xfrm>
            <a:off x="5515391" y="4034483"/>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e 32">
            <a:extLst>
              <a:ext uri="{FF2B5EF4-FFF2-40B4-BE49-F238E27FC236}">
                <a16:creationId xmlns:a16="http://schemas.microsoft.com/office/drawing/2014/main" id="{774CFF17-57DB-CA0B-68E5-3A7B74156A47}"/>
              </a:ext>
            </a:extLst>
          </p:cNvPr>
          <p:cNvSpPr/>
          <p:nvPr/>
        </p:nvSpPr>
        <p:spPr>
          <a:xfrm>
            <a:off x="5789185" y="3960211"/>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e 33">
            <a:extLst>
              <a:ext uri="{FF2B5EF4-FFF2-40B4-BE49-F238E27FC236}">
                <a16:creationId xmlns:a16="http://schemas.microsoft.com/office/drawing/2014/main" id="{54AF8C96-9411-880D-C1FC-64CDE5FD51C6}"/>
              </a:ext>
            </a:extLst>
          </p:cNvPr>
          <p:cNvSpPr/>
          <p:nvPr/>
        </p:nvSpPr>
        <p:spPr>
          <a:xfrm>
            <a:off x="7663384" y="3921180"/>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e 34">
            <a:extLst>
              <a:ext uri="{FF2B5EF4-FFF2-40B4-BE49-F238E27FC236}">
                <a16:creationId xmlns:a16="http://schemas.microsoft.com/office/drawing/2014/main" id="{8F0C79B8-6BCF-E80B-5E8F-3FD9EA5D5F74}"/>
              </a:ext>
            </a:extLst>
          </p:cNvPr>
          <p:cNvSpPr/>
          <p:nvPr/>
        </p:nvSpPr>
        <p:spPr>
          <a:xfrm>
            <a:off x="7855905" y="3928181"/>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e 35">
            <a:extLst>
              <a:ext uri="{FF2B5EF4-FFF2-40B4-BE49-F238E27FC236}">
                <a16:creationId xmlns:a16="http://schemas.microsoft.com/office/drawing/2014/main" id="{F9085602-A651-2E74-D168-3F2C8CBD97FA}"/>
              </a:ext>
            </a:extLst>
          </p:cNvPr>
          <p:cNvSpPr/>
          <p:nvPr/>
        </p:nvSpPr>
        <p:spPr>
          <a:xfrm>
            <a:off x="8048426" y="3901390"/>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e 36">
            <a:extLst>
              <a:ext uri="{FF2B5EF4-FFF2-40B4-BE49-F238E27FC236}">
                <a16:creationId xmlns:a16="http://schemas.microsoft.com/office/drawing/2014/main" id="{29AA8AA6-462B-01EA-C0E7-94077981C32E}"/>
              </a:ext>
            </a:extLst>
          </p:cNvPr>
          <p:cNvSpPr/>
          <p:nvPr/>
        </p:nvSpPr>
        <p:spPr>
          <a:xfrm>
            <a:off x="8251524" y="3886540"/>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e 37">
            <a:extLst>
              <a:ext uri="{FF2B5EF4-FFF2-40B4-BE49-F238E27FC236}">
                <a16:creationId xmlns:a16="http://schemas.microsoft.com/office/drawing/2014/main" id="{8A8FDD05-D978-0073-3D17-A5F7DC90B33C}"/>
              </a:ext>
            </a:extLst>
          </p:cNvPr>
          <p:cNvSpPr/>
          <p:nvPr/>
        </p:nvSpPr>
        <p:spPr>
          <a:xfrm>
            <a:off x="8390915" y="3986865"/>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e 38">
            <a:extLst>
              <a:ext uri="{FF2B5EF4-FFF2-40B4-BE49-F238E27FC236}">
                <a16:creationId xmlns:a16="http://schemas.microsoft.com/office/drawing/2014/main" id="{18EEA0EF-2292-7CCC-1341-562317F0BBED}"/>
              </a:ext>
            </a:extLst>
          </p:cNvPr>
          <p:cNvSpPr/>
          <p:nvPr/>
        </p:nvSpPr>
        <p:spPr>
          <a:xfrm>
            <a:off x="8177920" y="4088097"/>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e 39">
            <a:extLst>
              <a:ext uri="{FF2B5EF4-FFF2-40B4-BE49-F238E27FC236}">
                <a16:creationId xmlns:a16="http://schemas.microsoft.com/office/drawing/2014/main" id="{F751B587-85B6-351A-BCA0-27E801D4B898}"/>
              </a:ext>
            </a:extLst>
          </p:cNvPr>
          <p:cNvSpPr/>
          <p:nvPr/>
        </p:nvSpPr>
        <p:spPr>
          <a:xfrm>
            <a:off x="7967153" y="4144153"/>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e 40">
            <a:extLst>
              <a:ext uri="{FF2B5EF4-FFF2-40B4-BE49-F238E27FC236}">
                <a16:creationId xmlns:a16="http://schemas.microsoft.com/office/drawing/2014/main" id="{AC586A2F-F92A-E5E8-7E14-B0F6DD6BC375}"/>
              </a:ext>
            </a:extLst>
          </p:cNvPr>
          <p:cNvSpPr/>
          <p:nvPr/>
        </p:nvSpPr>
        <p:spPr>
          <a:xfrm>
            <a:off x="7740609" y="4184220"/>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e 41">
            <a:extLst>
              <a:ext uri="{FF2B5EF4-FFF2-40B4-BE49-F238E27FC236}">
                <a16:creationId xmlns:a16="http://schemas.microsoft.com/office/drawing/2014/main" id="{F13DB65C-4211-09C1-D6EA-FCCBD70088DF}"/>
              </a:ext>
            </a:extLst>
          </p:cNvPr>
          <p:cNvSpPr/>
          <p:nvPr/>
        </p:nvSpPr>
        <p:spPr>
          <a:xfrm>
            <a:off x="7514065" y="4091546"/>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e 42">
            <a:extLst>
              <a:ext uri="{FF2B5EF4-FFF2-40B4-BE49-F238E27FC236}">
                <a16:creationId xmlns:a16="http://schemas.microsoft.com/office/drawing/2014/main" id="{2D701E9F-F753-E44A-9DAB-6181D30ACF63}"/>
              </a:ext>
            </a:extLst>
          </p:cNvPr>
          <p:cNvSpPr/>
          <p:nvPr/>
        </p:nvSpPr>
        <p:spPr>
          <a:xfrm>
            <a:off x="7339832" y="3972405"/>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e 43">
            <a:extLst>
              <a:ext uri="{FF2B5EF4-FFF2-40B4-BE49-F238E27FC236}">
                <a16:creationId xmlns:a16="http://schemas.microsoft.com/office/drawing/2014/main" id="{FDE61FFE-65E8-16FD-086F-6A1E979C7366}"/>
              </a:ext>
            </a:extLst>
          </p:cNvPr>
          <p:cNvSpPr/>
          <p:nvPr/>
        </p:nvSpPr>
        <p:spPr>
          <a:xfrm>
            <a:off x="7175122" y="4091277"/>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e 44">
            <a:extLst>
              <a:ext uri="{FF2B5EF4-FFF2-40B4-BE49-F238E27FC236}">
                <a16:creationId xmlns:a16="http://schemas.microsoft.com/office/drawing/2014/main" id="{00BAC7FF-A58C-C2FB-2924-159A4F8801D9}"/>
              </a:ext>
            </a:extLst>
          </p:cNvPr>
          <p:cNvSpPr/>
          <p:nvPr/>
        </p:nvSpPr>
        <p:spPr>
          <a:xfrm>
            <a:off x="10114954" y="4034483"/>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e 45">
            <a:extLst>
              <a:ext uri="{FF2B5EF4-FFF2-40B4-BE49-F238E27FC236}">
                <a16:creationId xmlns:a16="http://schemas.microsoft.com/office/drawing/2014/main" id="{2FA2DA28-DC2A-F3F2-C364-DA35656CCE9B}"/>
              </a:ext>
            </a:extLst>
          </p:cNvPr>
          <p:cNvSpPr/>
          <p:nvPr/>
        </p:nvSpPr>
        <p:spPr>
          <a:xfrm>
            <a:off x="10377217" y="4027480"/>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e 46">
            <a:extLst>
              <a:ext uri="{FF2B5EF4-FFF2-40B4-BE49-F238E27FC236}">
                <a16:creationId xmlns:a16="http://schemas.microsoft.com/office/drawing/2014/main" id="{93EC4E3F-F829-BE87-1B73-626934CF66E1}"/>
              </a:ext>
            </a:extLst>
          </p:cNvPr>
          <p:cNvSpPr/>
          <p:nvPr/>
        </p:nvSpPr>
        <p:spPr>
          <a:xfrm>
            <a:off x="10609991" y="4027481"/>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e 48">
            <a:extLst>
              <a:ext uri="{FF2B5EF4-FFF2-40B4-BE49-F238E27FC236}">
                <a16:creationId xmlns:a16="http://schemas.microsoft.com/office/drawing/2014/main" id="{E6D59F90-513C-CD5A-2E96-7CD779D4A898}"/>
              </a:ext>
            </a:extLst>
          </p:cNvPr>
          <p:cNvSpPr/>
          <p:nvPr/>
        </p:nvSpPr>
        <p:spPr>
          <a:xfrm>
            <a:off x="6151498" y="5364593"/>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e 54">
            <a:extLst>
              <a:ext uri="{FF2B5EF4-FFF2-40B4-BE49-F238E27FC236}">
                <a16:creationId xmlns:a16="http://schemas.microsoft.com/office/drawing/2014/main" id="{3EB3CC01-D724-7F75-FF6D-A94F542601F3}"/>
              </a:ext>
            </a:extLst>
          </p:cNvPr>
          <p:cNvSpPr/>
          <p:nvPr/>
        </p:nvSpPr>
        <p:spPr>
          <a:xfrm>
            <a:off x="8218399" y="5835884"/>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e 55">
            <a:extLst>
              <a:ext uri="{FF2B5EF4-FFF2-40B4-BE49-F238E27FC236}">
                <a16:creationId xmlns:a16="http://schemas.microsoft.com/office/drawing/2014/main" id="{8C443043-35AB-A015-C71A-B531F13F5E60}"/>
              </a:ext>
            </a:extLst>
          </p:cNvPr>
          <p:cNvSpPr/>
          <p:nvPr/>
        </p:nvSpPr>
        <p:spPr>
          <a:xfrm>
            <a:off x="8403406" y="5843522"/>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e 56">
            <a:extLst>
              <a:ext uri="{FF2B5EF4-FFF2-40B4-BE49-F238E27FC236}">
                <a16:creationId xmlns:a16="http://schemas.microsoft.com/office/drawing/2014/main" id="{9D9BFE5B-AC37-5E7A-267D-3F7E77197B8A}"/>
              </a:ext>
            </a:extLst>
          </p:cNvPr>
          <p:cNvSpPr/>
          <p:nvPr/>
        </p:nvSpPr>
        <p:spPr>
          <a:xfrm>
            <a:off x="8606824" y="5792071"/>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e 57">
            <a:extLst>
              <a:ext uri="{FF2B5EF4-FFF2-40B4-BE49-F238E27FC236}">
                <a16:creationId xmlns:a16="http://schemas.microsoft.com/office/drawing/2014/main" id="{08B477AD-FDFB-9E38-DF2A-039EB60F6EB9}"/>
              </a:ext>
            </a:extLst>
          </p:cNvPr>
          <p:cNvSpPr/>
          <p:nvPr/>
        </p:nvSpPr>
        <p:spPr>
          <a:xfrm>
            <a:off x="10240757" y="5938986"/>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e 58">
            <a:extLst>
              <a:ext uri="{FF2B5EF4-FFF2-40B4-BE49-F238E27FC236}">
                <a16:creationId xmlns:a16="http://schemas.microsoft.com/office/drawing/2014/main" id="{D608501F-6247-7E6B-C6A8-ED7AF3589D12}"/>
              </a:ext>
            </a:extLst>
          </p:cNvPr>
          <p:cNvSpPr/>
          <p:nvPr/>
        </p:nvSpPr>
        <p:spPr>
          <a:xfrm>
            <a:off x="9861147" y="5954616"/>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e 60">
            <a:extLst>
              <a:ext uri="{FF2B5EF4-FFF2-40B4-BE49-F238E27FC236}">
                <a16:creationId xmlns:a16="http://schemas.microsoft.com/office/drawing/2014/main" id="{9CA47184-142E-236A-F7A5-6BE2E05A2CB4}"/>
              </a:ext>
            </a:extLst>
          </p:cNvPr>
          <p:cNvSpPr/>
          <p:nvPr/>
        </p:nvSpPr>
        <p:spPr>
          <a:xfrm>
            <a:off x="6062976" y="5849001"/>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e 63">
            <a:extLst>
              <a:ext uri="{FF2B5EF4-FFF2-40B4-BE49-F238E27FC236}">
                <a16:creationId xmlns:a16="http://schemas.microsoft.com/office/drawing/2014/main" id="{F5A1EF0E-4493-D1CF-8989-9D2F9B658514}"/>
              </a:ext>
            </a:extLst>
          </p:cNvPr>
          <p:cNvSpPr/>
          <p:nvPr/>
        </p:nvSpPr>
        <p:spPr>
          <a:xfrm>
            <a:off x="4416968" y="5554507"/>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e 64">
            <a:extLst>
              <a:ext uri="{FF2B5EF4-FFF2-40B4-BE49-F238E27FC236}">
                <a16:creationId xmlns:a16="http://schemas.microsoft.com/office/drawing/2014/main" id="{DD6BB07E-956A-2AD5-8649-8777465A04D3}"/>
              </a:ext>
            </a:extLst>
          </p:cNvPr>
          <p:cNvSpPr/>
          <p:nvPr/>
        </p:nvSpPr>
        <p:spPr>
          <a:xfrm>
            <a:off x="4531711" y="5820663"/>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Connettore 2 67">
            <a:extLst>
              <a:ext uri="{FF2B5EF4-FFF2-40B4-BE49-F238E27FC236}">
                <a16:creationId xmlns:a16="http://schemas.microsoft.com/office/drawing/2014/main" id="{E4BFD15D-E9EC-C737-631D-AD50838EAD86}"/>
              </a:ext>
            </a:extLst>
          </p:cNvPr>
          <p:cNvCxnSpPr>
            <a:cxnSpLocks/>
            <a:stCxn id="9" idx="3"/>
            <a:endCxn id="24" idx="2"/>
          </p:cNvCxnSpPr>
          <p:nvPr/>
        </p:nvCxnSpPr>
        <p:spPr>
          <a:xfrm flipV="1">
            <a:off x="1692806" y="3210621"/>
            <a:ext cx="431614" cy="628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Connettore 2 68">
            <a:extLst>
              <a:ext uri="{FF2B5EF4-FFF2-40B4-BE49-F238E27FC236}">
                <a16:creationId xmlns:a16="http://schemas.microsoft.com/office/drawing/2014/main" id="{E128F59D-09C8-C385-8A30-799F4D8F6999}"/>
              </a:ext>
            </a:extLst>
          </p:cNvPr>
          <p:cNvCxnSpPr>
            <a:cxnSpLocks/>
            <a:stCxn id="9" idx="3"/>
            <a:endCxn id="26" idx="0"/>
          </p:cNvCxnSpPr>
          <p:nvPr/>
        </p:nvCxnSpPr>
        <p:spPr>
          <a:xfrm>
            <a:off x="1692806" y="3838971"/>
            <a:ext cx="480254" cy="572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Ovale 73">
            <a:extLst>
              <a:ext uri="{FF2B5EF4-FFF2-40B4-BE49-F238E27FC236}">
                <a16:creationId xmlns:a16="http://schemas.microsoft.com/office/drawing/2014/main" id="{1AFC70B0-D861-7E1E-1E14-459D24325B50}"/>
              </a:ext>
            </a:extLst>
          </p:cNvPr>
          <p:cNvSpPr/>
          <p:nvPr/>
        </p:nvSpPr>
        <p:spPr>
          <a:xfrm>
            <a:off x="3529935" y="6224869"/>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e 77">
            <a:extLst>
              <a:ext uri="{FF2B5EF4-FFF2-40B4-BE49-F238E27FC236}">
                <a16:creationId xmlns:a16="http://schemas.microsoft.com/office/drawing/2014/main" id="{54064E31-5570-4547-DBAE-8B09A5D1C2DD}"/>
              </a:ext>
            </a:extLst>
          </p:cNvPr>
          <p:cNvSpPr/>
          <p:nvPr/>
        </p:nvSpPr>
        <p:spPr>
          <a:xfrm>
            <a:off x="4552087" y="5629526"/>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Elemento grafico 2" descr="Cronometro 25% contorno">
            <a:extLst>
              <a:ext uri="{FF2B5EF4-FFF2-40B4-BE49-F238E27FC236}">
                <a16:creationId xmlns:a16="http://schemas.microsoft.com/office/drawing/2014/main" id="{81EF71A3-D254-3A86-2D81-1F7D835F69F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1010589" y="25748"/>
            <a:ext cx="914400" cy="914400"/>
          </a:xfrm>
          <a:prstGeom prst="rect">
            <a:avLst/>
          </a:prstGeom>
        </p:spPr>
      </p:pic>
      <p:sp>
        <p:nvSpPr>
          <p:cNvPr id="6" name="CasellaDiTesto 5">
            <a:extLst>
              <a:ext uri="{FF2B5EF4-FFF2-40B4-BE49-F238E27FC236}">
                <a16:creationId xmlns:a16="http://schemas.microsoft.com/office/drawing/2014/main" id="{B6D8661C-19ED-0BA5-F9DC-CE3B13A05FDA}"/>
              </a:ext>
            </a:extLst>
          </p:cNvPr>
          <p:cNvSpPr txBox="1"/>
          <p:nvPr/>
        </p:nvSpPr>
        <p:spPr>
          <a:xfrm>
            <a:off x="10772536" y="776782"/>
            <a:ext cx="1390507" cy="646331"/>
          </a:xfrm>
          <a:prstGeom prst="rect">
            <a:avLst/>
          </a:prstGeom>
          <a:noFill/>
        </p:spPr>
        <p:txBody>
          <a:bodyPr wrap="square" rtlCol="0">
            <a:spAutoFit/>
          </a:bodyPr>
          <a:lstStyle/>
          <a:p>
            <a:pPr algn="ctr"/>
            <a:r>
              <a:rPr lang="en-US" sz="1200" dirty="0"/>
              <a:t>5 min explanation</a:t>
            </a:r>
          </a:p>
          <a:p>
            <a:pPr algn="ctr"/>
            <a:r>
              <a:rPr lang="en-US" sz="1200" dirty="0"/>
              <a:t>+</a:t>
            </a:r>
          </a:p>
          <a:p>
            <a:pPr algn="ctr"/>
            <a:r>
              <a:rPr lang="en-US" sz="1200" dirty="0"/>
              <a:t>3 min per practice</a:t>
            </a:r>
          </a:p>
        </p:txBody>
      </p:sp>
    </p:spTree>
    <p:extLst>
      <p:ext uri="{BB962C8B-B14F-4D97-AF65-F5344CB8AC3E}">
        <p14:creationId xmlns:p14="http://schemas.microsoft.com/office/powerpoint/2010/main" val="42877331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itre 1">
            <a:extLst>
              <a:ext uri="{FF2B5EF4-FFF2-40B4-BE49-F238E27FC236}">
                <a16:creationId xmlns:a16="http://schemas.microsoft.com/office/drawing/2014/main" id="{5F655389-9FF2-8EEE-EF4A-D5FBE115C687}"/>
              </a:ext>
            </a:extLst>
          </p:cNvPr>
          <p:cNvSpPr txBox="1">
            <a:spLocks/>
          </p:cNvSpPr>
          <p:nvPr/>
        </p:nvSpPr>
        <p:spPr>
          <a:xfrm>
            <a:off x="0" y="123967"/>
            <a:ext cx="12192000" cy="5547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solidFill>
                  <a:srgbClr val="5C4E63"/>
                </a:solidFill>
                <a:latin typeface="Avenir Next LT Pro" panose="020B0504020202020204" pitchFamily="34" charset="0"/>
              </a:rPr>
              <a:t>Step 3 :  </a:t>
            </a:r>
            <a:r>
              <a:rPr lang="en-US" sz="2800" dirty="0">
                <a:solidFill>
                  <a:srgbClr val="5C4E63"/>
                </a:solidFill>
                <a:latin typeface="Avenir Next LT Pro" panose="020B0504020202020204" pitchFamily="34" charset="0"/>
              </a:rPr>
              <a:t>Needs and capacities for results</a:t>
            </a:r>
          </a:p>
        </p:txBody>
      </p:sp>
      <p:sp>
        <p:nvSpPr>
          <p:cNvPr id="9" name="Rettangolo 8">
            <a:extLst>
              <a:ext uri="{FF2B5EF4-FFF2-40B4-BE49-F238E27FC236}">
                <a16:creationId xmlns:a16="http://schemas.microsoft.com/office/drawing/2014/main" id="{727BEA1C-5474-1754-B412-C8FA8759B3F9}"/>
              </a:ext>
            </a:extLst>
          </p:cNvPr>
          <p:cNvSpPr/>
          <p:nvPr/>
        </p:nvSpPr>
        <p:spPr>
          <a:xfrm>
            <a:off x="6237402" y="2805427"/>
            <a:ext cx="625140" cy="356040"/>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Practice B</a:t>
            </a:r>
          </a:p>
        </p:txBody>
      </p:sp>
      <p:sp>
        <p:nvSpPr>
          <p:cNvPr id="11" name="Freccia a destra 10">
            <a:extLst>
              <a:ext uri="{FF2B5EF4-FFF2-40B4-BE49-F238E27FC236}">
                <a16:creationId xmlns:a16="http://schemas.microsoft.com/office/drawing/2014/main" id="{8D699081-68EF-1E57-ABEC-3D61ADB37EA5}"/>
              </a:ext>
            </a:extLst>
          </p:cNvPr>
          <p:cNvSpPr/>
          <p:nvPr/>
        </p:nvSpPr>
        <p:spPr>
          <a:xfrm>
            <a:off x="6862541" y="2972108"/>
            <a:ext cx="2262605" cy="229617"/>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100" dirty="0"/>
              <a:t>Capacity of contributors</a:t>
            </a:r>
          </a:p>
        </p:txBody>
      </p:sp>
      <p:sp>
        <p:nvSpPr>
          <p:cNvPr id="16" name="Freccia a destra 15">
            <a:extLst>
              <a:ext uri="{FF2B5EF4-FFF2-40B4-BE49-F238E27FC236}">
                <a16:creationId xmlns:a16="http://schemas.microsoft.com/office/drawing/2014/main" id="{628BCC82-9282-401D-4CF5-7D59616235F0}"/>
              </a:ext>
            </a:extLst>
          </p:cNvPr>
          <p:cNvSpPr/>
          <p:nvPr/>
        </p:nvSpPr>
        <p:spPr>
          <a:xfrm>
            <a:off x="6862541" y="2753830"/>
            <a:ext cx="4242234" cy="229617"/>
          </a:xfrm>
          <a:prstGeom prst="rightArrow">
            <a:avLst/>
          </a:prstGeom>
          <a:solidFill>
            <a:schemeClr val="bg1"/>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100" dirty="0">
                <a:solidFill>
                  <a:schemeClr val="tx1"/>
                </a:solidFill>
              </a:rPr>
              <a:t>Members’ needs</a:t>
            </a:r>
          </a:p>
        </p:txBody>
      </p:sp>
      <p:grpSp>
        <p:nvGrpSpPr>
          <p:cNvPr id="20" name="Gruppo 19">
            <a:extLst>
              <a:ext uri="{FF2B5EF4-FFF2-40B4-BE49-F238E27FC236}">
                <a16:creationId xmlns:a16="http://schemas.microsoft.com/office/drawing/2014/main" id="{68ABC7DD-EDF7-1A0C-2E3C-77256908AF2D}"/>
              </a:ext>
            </a:extLst>
          </p:cNvPr>
          <p:cNvGrpSpPr/>
          <p:nvPr/>
        </p:nvGrpSpPr>
        <p:grpSpPr>
          <a:xfrm>
            <a:off x="6862541" y="1592930"/>
            <a:ext cx="4831231" cy="1077559"/>
            <a:chOff x="4296606" y="3193168"/>
            <a:chExt cx="7255764" cy="1618328"/>
          </a:xfrm>
        </p:grpSpPr>
        <p:grpSp>
          <p:nvGrpSpPr>
            <p:cNvPr id="12" name="Gruppo 11">
              <a:extLst>
                <a:ext uri="{FF2B5EF4-FFF2-40B4-BE49-F238E27FC236}">
                  <a16:creationId xmlns:a16="http://schemas.microsoft.com/office/drawing/2014/main" id="{6E1BF388-5291-AAFB-97A6-065356BF19DB}"/>
                </a:ext>
              </a:extLst>
            </p:cNvPr>
            <p:cNvGrpSpPr/>
            <p:nvPr/>
          </p:nvGrpSpPr>
          <p:grpSpPr>
            <a:xfrm>
              <a:off x="4296606" y="3193168"/>
              <a:ext cx="7255764" cy="1618328"/>
              <a:chOff x="686207" y="2114078"/>
              <a:chExt cx="11125692" cy="2481477"/>
            </a:xfrm>
          </p:grpSpPr>
          <p:pic>
            <p:nvPicPr>
              <p:cNvPr id="13" name="Immagine 12" descr="Immagine che contiene persona, interni, sport, ballerino&#10;&#10;Descrizione generata automaticamente">
                <a:extLst>
                  <a:ext uri="{FF2B5EF4-FFF2-40B4-BE49-F238E27FC236}">
                    <a16:creationId xmlns:a16="http://schemas.microsoft.com/office/drawing/2014/main" id="{2E27CD24-9A2D-BFC9-502B-A8936AB85E3B}"/>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37" b="-1751"/>
              <a:stretch/>
            </p:blipFill>
            <p:spPr>
              <a:xfrm>
                <a:off x="4521494" y="2114078"/>
                <a:ext cx="3297600" cy="2481477"/>
              </a:xfrm>
              <a:prstGeom prst="rect">
                <a:avLst/>
              </a:prstGeom>
            </p:spPr>
          </p:pic>
          <p:pic>
            <p:nvPicPr>
              <p:cNvPr id="14" name="Immagine 13">
                <a:extLst>
                  <a:ext uri="{FF2B5EF4-FFF2-40B4-BE49-F238E27FC236}">
                    <a16:creationId xmlns:a16="http://schemas.microsoft.com/office/drawing/2014/main" id="{4125040A-922D-9371-48F9-DCE92E94F804}"/>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flipH="1">
                <a:off x="8514298" y="2114078"/>
                <a:ext cx="3297601" cy="2465974"/>
              </a:xfrm>
              <a:prstGeom prst="rect">
                <a:avLst/>
              </a:prstGeom>
            </p:spPr>
          </p:pic>
          <p:pic>
            <p:nvPicPr>
              <p:cNvPr id="15" name="Immagine 14" descr="Immagine che contiene interni, soffitto&#10;&#10;Descrizione generata automaticamente">
                <a:extLst>
                  <a:ext uri="{FF2B5EF4-FFF2-40B4-BE49-F238E27FC236}">
                    <a16:creationId xmlns:a16="http://schemas.microsoft.com/office/drawing/2014/main" id="{FDF94624-C6A1-A191-C479-4C346F29C313}"/>
                  </a:ext>
                </a:extLst>
              </p:cNvPr>
              <p:cNvPicPr>
                <a:picLocks noChangeAspect="1"/>
              </p:cNvPicPr>
              <p:nvPr/>
            </p:nvPicPr>
            <p:blipFill rotWithShape="1">
              <a:blip r:embed="rId6" cstate="email">
                <a:extLst>
                  <a:ext uri="{28A0092B-C50C-407E-A947-70E740481C1C}">
                    <a14:useLocalDpi xmlns:a14="http://schemas.microsoft.com/office/drawing/2010/main"/>
                  </a:ext>
                  <a:ext uri="{837473B0-CC2E-450A-ABE3-18F120FF3D39}">
                    <a1611:picAttrSrcUrl xmlns:a1611="http://schemas.microsoft.com/office/drawing/2016/11/main" r:id="rId7"/>
                  </a:ext>
                </a:extLst>
              </a:blip>
              <a:srcRect/>
              <a:stretch/>
            </p:blipFill>
            <p:spPr>
              <a:xfrm>
                <a:off x="686207" y="2114078"/>
                <a:ext cx="3297600" cy="2457766"/>
              </a:xfrm>
              <a:prstGeom prst="rect">
                <a:avLst/>
              </a:prstGeom>
            </p:spPr>
          </p:pic>
        </p:grpSp>
        <p:sp>
          <p:nvSpPr>
            <p:cNvPr id="17" name="Rettangolo con angoli arrotondati 16">
              <a:extLst>
                <a:ext uri="{FF2B5EF4-FFF2-40B4-BE49-F238E27FC236}">
                  <a16:creationId xmlns:a16="http://schemas.microsoft.com/office/drawing/2014/main" id="{5C0D11D6-4099-857D-C894-F29F8C9F6BFD}"/>
                </a:ext>
              </a:extLst>
            </p:cNvPr>
            <p:cNvSpPr/>
            <p:nvPr/>
          </p:nvSpPr>
          <p:spPr>
            <a:xfrm>
              <a:off x="6797839" y="3996334"/>
              <a:ext cx="2150573" cy="504425"/>
            </a:xfrm>
            <a:prstGeom prst="roundRect">
              <a:avLst>
                <a:gd name="adj" fmla="val 15629"/>
              </a:avLst>
            </a:prstGeom>
            <a:solidFill>
              <a:schemeClr val="accent1">
                <a:lumMod val="20000"/>
                <a:lumOff val="8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latin typeface="Avenir Next LT Pro" panose="020B0504020202020204" pitchFamily="34" charset="0"/>
                </a:rPr>
                <a:t>Train &amp; Hope level</a:t>
              </a:r>
            </a:p>
          </p:txBody>
        </p:sp>
        <p:sp>
          <p:nvSpPr>
            <p:cNvPr id="18" name="Rettangolo con angoli arrotondati 17">
              <a:extLst>
                <a:ext uri="{FF2B5EF4-FFF2-40B4-BE49-F238E27FC236}">
                  <a16:creationId xmlns:a16="http://schemas.microsoft.com/office/drawing/2014/main" id="{F7300B63-E78F-9D21-D437-252A91F9C7FD}"/>
                </a:ext>
              </a:extLst>
            </p:cNvPr>
            <p:cNvSpPr/>
            <p:nvPr/>
          </p:nvSpPr>
          <p:spPr>
            <a:xfrm>
              <a:off x="9401797" y="3996334"/>
              <a:ext cx="2150573" cy="504425"/>
            </a:xfrm>
            <a:prstGeom prst="roundRect">
              <a:avLst>
                <a:gd name="adj" fmla="val 15629"/>
              </a:avLst>
            </a:prstGeom>
            <a:solidFill>
              <a:schemeClr val="accent6">
                <a:lumMod val="20000"/>
                <a:lumOff val="8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latin typeface="Avenir Next LT Pro" panose="020B0504020202020204" pitchFamily="34" charset="0"/>
                </a:rPr>
                <a:t>Train &amp; support on-field level</a:t>
              </a:r>
            </a:p>
          </p:txBody>
        </p:sp>
        <p:sp>
          <p:nvSpPr>
            <p:cNvPr id="19" name="Rettangolo con angoli arrotondati 18">
              <a:extLst>
                <a:ext uri="{FF2B5EF4-FFF2-40B4-BE49-F238E27FC236}">
                  <a16:creationId xmlns:a16="http://schemas.microsoft.com/office/drawing/2014/main" id="{29E58955-8E1A-E40D-5A89-AC2494F9C97B}"/>
                </a:ext>
              </a:extLst>
            </p:cNvPr>
            <p:cNvSpPr/>
            <p:nvPr/>
          </p:nvSpPr>
          <p:spPr>
            <a:xfrm>
              <a:off x="4296606" y="3996334"/>
              <a:ext cx="2150573" cy="504425"/>
            </a:xfrm>
            <a:prstGeom prst="roundRect">
              <a:avLst>
                <a:gd name="adj" fmla="val 15629"/>
              </a:avLst>
            </a:prstGeom>
            <a:solidFill>
              <a:schemeClr val="bg1">
                <a:lumMod val="8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latin typeface="Avenir Next LT Pro" panose="020B0504020202020204" pitchFamily="34" charset="0"/>
                </a:rPr>
                <a:t>Show &amp; Hope level</a:t>
              </a:r>
            </a:p>
          </p:txBody>
        </p:sp>
      </p:grpSp>
      <p:sp>
        <p:nvSpPr>
          <p:cNvPr id="32" name="Rettangolo 31">
            <a:extLst>
              <a:ext uri="{FF2B5EF4-FFF2-40B4-BE49-F238E27FC236}">
                <a16:creationId xmlns:a16="http://schemas.microsoft.com/office/drawing/2014/main" id="{4FC03FAD-2722-7F1D-98DB-985B177DBE13}"/>
              </a:ext>
            </a:extLst>
          </p:cNvPr>
          <p:cNvSpPr/>
          <p:nvPr/>
        </p:nvSpPr>
        <p:spPr>
          <a:xfrm>
            <a:off x="327060" y="2805427"/>
            <a:ext cx="625140" cy="35604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Practice A</a:t>
            </a:r>
          </a:p>
        </p:txBody>
      </p:sp>
      <p:sp>
        <p:nvSpPr>
          <p:cNvPr id="33" name="Freccia a destra 32">
            <a:extLst>
              <a:ext uri="{FF2B5EF4-FFF2-40B4-BE49-F238E27FC236}">
                <a16:creationId xmlns:a16="http://schemas.microsoft.com/office/drawing/2014/main" id="{8DAD864A-27DB-CACE-5BCD-E30A657596C6}"/>
              </a:ext>
            </a:extLst>
          </p:cNvPr>
          <p:cNvSpPr/>
          <p:nvPr/>
        </p:nvSpPr>
        <p:spPr>
          <a:xfrm>
            <a:off x="952198" y="2972108"/>
            <a:ext cx="4056973" cy="229617"/>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100" dirty="0"/>
              <a:t>Capacity of contributors</a:t>
            </a:r>
          </a:p>
        </p:txBody>
      </p:sp>
      <p:sp>
        <p:nvSpPr>
          <p:cNvPr id="34" name="Freccia a destra 33">
            <a:extLst>
              <a:ext uri="{FF2B5EF4-FFF2-40B4-BE49-F238E27FC236}">
                <a16:creationId xmlns:a16="http://schemas.microsoft.com/office/drawing/2014/main" id="{DE2FE167-2610-4D70-AF3E-B4B45443C862}"/>
              </a:ext>
            </a:extLst>
          </p:cNvPr>
          <p:cNvSpPr/>
          <p:nvPr/>
        </p:nvSpPr>
        <p:spPr>
          <a:xfrm>
            <a:off x="952199" y="2753830"/>
            <a:ext cx="2415747" cy="229617"/>
          </a:xfrm>
          <a:prstGeom prst="rightArrow">
            <a:avLst/>
          </a:prstGeom>
          <a:solidFill>
            <a:schemeClr val="bg1"/>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100" dirty="0">
                <a:solidFill>
                  <a:schemeClr val="tx1"/>
                </a:solidFill>
              </a:rPr>
              <a:t>Members’ needs</a:t>
            </a:r>
          </a:p>
        </p:txBody>
      </p:sp>
      <p:grpSp>
        <p:nvGrpSpPr>
          <p:cNvPr id="35" name="Gruppo 34">
            <a:extLst>
              <a:ext uri="{FF2B5EF4-FFF2-40B4-BE49-F238E27FC236}">
                <a16:creationId xmlns:a16="http://schemas.microsoft.com/office/drawing/2014/main" id="{758060E3-133F-FA3E-E1CD-625E3F9EADEB}"/>
              </a:ext>
            </a:extLst>
          </p:cNvPr>
          <p:cNvGrpSpPr/>
          <p:nvPr/>
        </p:nvGrpSpPr>
        <p:grpSpPr>
          <a:xfrm>
            <a:off x="952199" y="1592930"/>
            <a:ext cx="4831231" cy="1077559"/>
            <a:chOff x="4296606" y="3193168"/>
            <a:chExt cx="7255764" cy="1618328"/>
          </a:xfrm>
        </p:grpSpPr>
        <p:grpSp>
          <p:nvGrpSpPr>
            <p:cNvPr id="36" name="Gruppo 35">
              <a:extLst>
                <a:ext uri="{FF2B5EF4-FFF2-40B4-BE49-F238E27FC236}">
                  <a16:creationId xmlns:a16="http://schemas.microsoft.com/office/drawing/2014/main" id="{980C8D7A-2C40-A509-E9C9-B594C697FA4E}"/>
                </a:ext>
              </a:extLst>
            </p:cNvPr>
            <p:cNvGrpSpPr/>
            <p:nvPr/>
          </p:nvGrpSpPr>
          <p:grpSpPr>
            <a:xfrm>
              <a:off x="4296606" y="3193168"/>
              <a:ext cx="7255764" cy="1618328"/>
              <a:chOff x="686207" y="2114078"/>
              <a:chExt cx="11125692" cy="2481477"/>
            </a:xfrm>
          </p:grpSpPr>
          <p:pic>
            <p:nvPicPr>
              <p:cNvPr id="40" name="Immagine 39" descr="Immagine che contiene persona, interni, sport, ballerino&#10;&#10;Descrizione generata automaticamente">
                <a:extLst>
                  <a:ext uri="{FF2B5EF4-FFF2-40B4-BE49-F238E27FC236}">
                    <a16:creationId xmlns:a16="http://schemas.microsoft.com/office/drawing/2014/main" id="{EB39BE8D-9C5A-DEB3-1B32-AA2AE6F71887}"/>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37" b="-1751"/>
              <a:stretch/>
            </p:blipFill>
            <p:spPr>
              <a:xfrm>
                <a:off x="4521494" y="2114078"/>
                <a:ext cx="3297600" cy="2481477"/>
              </a:xfrm>
              <a:prstGeom prst="rect">
                <a:avLst/>
              </a:prstGeom>
            </p:spPr>
          </p:pic>
          <p:pic>
            <p:nvPicPr>
              <p:cNvPr id="41" name="Immagine 40">
                <a:extLst>
                  <a:ext uri="{FF2B5EF4-FFF2-40B4-BE49-F238E27FC236}">
                    <a16:creationId xmlns:a16="http://schemas.microsoft.com/office/drawing/2014/main" id="{2B954B77-F29F-DB2A-8118-B41E2C081F93}"/>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flipH="1">
                <a:off x="8514298" y="2114078"/>
                <a:ext cx="3297601" cy="2465974"/>
              </a:xfrm>
              <a:prstGeom prst="rect">
                <a:avLst/>
              </a:prstGeom>
            </p:spPr>
          </p:pic>
          <p:pic>
            <p:nvPicPr>
              <p:cNvPr id="42" name="Immagine 41" descr="Immagine che contiene interni, soffitto&#10;&#10;Descrizione generata automaticamente">
                <a:extLst>
                  <a:ext uri="{FF2B5EF4-FFF2-40B4-BE49-F238E27FC236}">
                    <a16:creationId xmlns:a16="http://schemas.microsoft.com/office/drawing/2014/main" id="{F5A15D57-3035-0B9B-D1EF-93938429B686}"/>
                  </a:ext>
                </a:extLst>
              </p:cNvPr>
              <p:cNvPicPr>
                <a:picLocks noChangeAspect="1"/>
              </p:cNvPicPr>
              <p:nvPr/>
            </p:nvPicPr>
            <p:blipFill rotWithShape="1">
              <a:blip r:embed="rId6" cstate="email">
                <a:extLst>
                  <a:ext uri="{28A0092B-C50C-407E-A947-70E740481C1C}">
                    <a14:useLocalDpi xmlns:a14="http://schemas.microsoft.com/office/drawing/2010/main"/>
                  </a:ext>
                  <a:ext uri="{837473B0-CC2E-450A-ABE3-18F120FF3D39}">
                    <a1611:picAttrSrcUrl xmlns:a1611="http://schemas.microsoft.com/office/drawing/2016/11/main" r:id="rId7"/>
                  </a:ext>
                </a:extLst>
              </a:blip>
              <a:srcRect/>
              <a:stretch/>
            </p:blipFill>
            <p:spPr>
              <a:xfrm>
                <a:off x="686207" y="2114078"/>
                <a:ext cx="3297600" cy="2457766"/>
              </a:xfrm>
              <a:prstGeom prst="rect">
                <a:avLst/>
              </a:prstGeom>
            </p:spPr>
          </p:pic>
        </p:grpSp>
        <p:sp>
          <p:nvSpPr>
            <p:cNvPr id="37" name="Rettangolo con angoli arrotondati 36">
              <a:extLst>
                <a:ext uri="{FF2B5EF4-FFF2-40B4-BE49-F238E27FC236}">
                  <a16:creationId xmlns:a16="http://schemas.microsoft.com/office/drawing/2014/main" id="{0B8281C6-D795-3553-E65A-D5F7888BB9AC}"/>
                </a:ext>
              </a:extLst>
            </p:cNvPr>
            <p:cNvSpPr/>
            <p:nvPr/>
          </p:nvSpPr>
          <p:spPr>
            <a:xfrm>
              <a:off x="6797839" y="3996334"/>
              <a:ext cx="2150573" cy="504425"/>
            </a:xfrm>
            <a:prstGeom prst="roundRect">
              <a:avLst>
                <a:gd name="adj" fmla="val 15629"/>
              </a:avLst>
            </a:prstGeom>
            <a:solidFill>
              <a:schemeClr val="accent1">
                <a:lumMod val="20000"/>
                <a:lumOff val="8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latin typeface="Avenir Next LT Pro" panose="020B0504020202020204" pitchFamily="34" charset="0"/>
                </a:rPr>
                <a:t>Train &amp; Hope level</a:t>
              </a:r>
            </a:p>
          </p:txBody>
        </p:sp>
        <p:sp>
          <p:nvSpPr>
            <p:cNvPr id="38" name="Rettangolo con angoli arrotondati 37">
              <a:extLst>
                <a:ext uri="{FF2B5EF4-FFF2-40B4-BE49-F238E27FC236}">
                  <a16:creationId xmlns:a16="http://schemas.microsoft.com/office/drawing/2014/main" id="{12A580D8-7F99-CAFF-EA43-CDDE5C619C90}"/>
                </a:ext>
              </a:extLst>
            </p:cNvPr>
            <p:cNvSpPr/>
            <p:nvPr/>
          </p:nvSpPr>
          <p:spPr>
            <a:xfrm>
              <a:off x="9401797" y="3996334"/>
              <a:ext cx="2150573" cy="504425"/>
            </a:xfrm>
            <a:prstGeom prst="roundRect">
              <a:avLst>
                <a:gd name="adj" fmla="val 15629"/>
              </a:avLst>
            </a:prstGeom>
            <a:solidFill>
              <a:schemeClr val="accent6">
                <a:lumMod val="20000"/>
                <a:lumOff val="8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latin typeface="Avenir Next LT Pro" panose="020B0504020202020204" pitchFamily="34" charset="0"/>
                </a:rPr>
                <a:t>Train &amp; support on-field level</a:t>
              </a:r>
            </a:p>
          </p:txBody>
        </p:sp>
        <p:sp>
          <p:nvSpPr>
            <p:cNvPr id="39" name="Rettangolo con angoli arrotondati 38">
              <a:extLst>
                <a:ext uri="{FF2B5EF4-FFF2-40B4-BE49-F238E27FC236}">
                  <a16:creationId xmlns:a16="http://schemas.microsoft.com/office/drawing/2014/main" id="{E764304B-23BF-0C0A-5459-1E9D862D80D0}"/>
                </a:ext>
              </a:extLst>
            </p:cNvPr>
            <p:cNvSpPr/>
            <p:nvPr/>
          </p:nvSpPr>
          <p:spPr>
            <a:xfrm>
              <a:off x="4296606" y="3996334"/>
              <a:ext cx="2150573" cy="504425"/>
            </a:xfrm>
            <a:prstGeom prst="roundRect">
              <a:avLst>
                <a:gd name="adj" fmla="val 15629"/>
              </a:avLst>
            </a:prstGeom>
            <a:solidFill>
              <a:schemeClr val="bg1">
                <a:lumMod val="8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b="1" dirty="0">
                  <a:solidFill>
                    <a:schemeClr val="tx1"/>
                  </a:solidFill>
                  <a:latin typeface="Avenir Next LT Pro" panose="020B0504020202020204" pitchFamily="34" charset="0"/>
                </a:rPr>
                <a:t>Show &amp; Hope level</a:t>
              </a:r>
            </a:p>
          </p:txBody>
        </p:sp>
      </p:grpSp>
      <p:pic>
        <p:nvPicPr>
          <p:cNvPr id="43" name="Elemento grafico 42" descr="Badge 1 con riempimento a tinta unita">
            <a:extLst>
              <a:ext uri="{FF2B5EF4-FFF2-40B4-BE49-F238E27FC236}">
                <a16:creationId xmlns:a16="http://schemas.microsoft.com/office/drawing/2014/main" id="{D84A2632-578E-ED29-AF4D-1FAE8A26511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19346" y="3459272"/>
            <a:ext cx="565811" cy="565811"/>
          </a:xfrm>
          <a:prstGeom prst="rect">
            <a:avLst/>
          </a:prstGeom>
        </p:spPr>
      </p:pic>
      <p:sp>
        <p:nvSpPr>
          <p:cNvPr id="44" name="CasellaDiTesto 43">
            <a:extLst>
              <a:ext uri="{FF2B5EF4-FFF2-40B4-BE49-F238E27FC236}">
                <a16:creationId xmlns:a16="http://schemas.microsoft.com/office/drawing/2014/main" id="{5A93827B-EE89-9C79-253D-E9EA5D794B82}"/>
              </a:ext>
            </a:extLst>
          </p:cNvPr>
          <p:cNvSpPr txBox="1"/>
          <p:nvPr/>
        </p:nvSpPr>
        <p:spPr>
          <a:xfrm>
            <a:off x="1734532" y="3563889"/>
            <a:ext cx="2689666" cy="1569660"/>
          </a:xfrm>
          <a:prstGeom prst="rect">
            <a:avLst/>
          </a:prstGeom>
          <a:noFill/>
        </p:spPr>
        <p:txBody>
          <a:bodyPr wrap="square">
            <a:spAutoFit/>
          </a:bodyPr>
          <a:lstStyle/>
          <a:p>
            <a:pPr algn="l"/>
            <a:r>
              <a:rPr lang="en-US" sz="1200" dirty="0">
                <a:solidFill>
                  <a:srgbClr val="5C4E63"/>
                </a:solidFill>
                <a:latin typeface="Avenir Next LT Pro" panose="020B0504020202020204" pitchFamily="34" charset="0"/>
              </a:rPr>
              <a:t>Case number 1: </a:t>
            </a:r>
          </a:p>
          <a:p>
            <a:pPr algn="l"/>
            <a:endParaRPr lang="en-US" sz="1200" dirty="0">
              <a:solidFill>
                <a:srgbClr val="5C4E63"/>
              </a:solidFill>
              <a:latin typeface="Avenir Next LT Pro" panose="020B0504020202020204" pitchFamily="34" charset="0"/>
            </a:endParaRPr>
          </a:p>
          <a:p>
            <a:pPr algn="l"/>
            <a:r>
              <a:rPr lang="en-US" sz="1200" dirty="0">
                <a:solidFill>
                  <a:srgbClr val="5C4E63"/>
                </a:solidFill>
                <a:latin typeface="Avenir Next LT Pro" panose="020B0504020202020204" pitchFamily="34" charset="0"/>
              </a:rPr>
              <a:t>Capacity of Community contributors exceeds most members’ needs on the practice</a:t>
            </a:r>
          </a:p>
          <a:p>
            <a:pPr algn="l"/>
            <a:endParaRPr lang="en-US" sz="1200" dirty="0">
              <a:solidFill>
                <a:srgbClr val="5C4E63"/>
              </a:solidFill>
              <a:latin typeface="Avenir Next LT Pro" panose="020B0504020202020204" pitchFamily="34" charset="0"/>
            </a:endParaRPr>
          </a:p>
          <a:p>
            <a:pPr algn="l"/>
            <a:endParaRPr lang="en-US" sz="1200" dirty="0">
              <a:solidFill>
                <a:srgbClr val="5C4E63"/>
              </a:solidFill>
              <a:latin typeface="Avenir Next LT Pro" panose="020B0504020202020204" pitchFamily="34" charset="0"/>
            </a:endParaRPr>
          </a:p>
          <a:p>
            <a:pPr algn="l"/>
            <a:r>
              <a:rPr lang="en-US" sz="1200" dirty="0">
                <a:solidFill>
                  <a:srgbClr val="5C4E63"/>
                </a:solidFill>
                <a:latin typeface="Avenir Next LT Pro" panose="020B0504020202020204" pitchFamily="34" charset="0"/>
              </a:rPr>
              <a:t>Jump to next step</a:t>
            </a:r>
          </a:p>
        </p:txBody>
      </p:sp>
      <p:sp>
        <p:nvSpPr>
          <p:cNvPr id="45" name="Freccia a destra 44">
            <a:extLst>
              <a:ext uri="{FF2B5EF4-FFF2-40B4-BE49-F238E27FC236}">
                <a16:creationId xmlns:a16="http://schemas.microsoft.com/office/drawing/2014/main" id="{725E40C4-D4DF-6877-95A6-ED0E36BD4F3F}"/>
              </a:ext>
            </a:extLst>
          </p:cNvPr>
          <p:cNvSpPr/>
          <p:nvPr/>
        </p:nvSpPr>
        <p:spPr>
          <a:xfrm>
            <a:off x="1423928" y="4803611"/>
            <a:ext cx="361229" cy="320511"/>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Elemento grafico 45" descr="Badge con riempimento a tinta unita">
            <a:extLst>
              <a:ext uri="{FF2B5EF4-FFF2-40B4-BE49-F238E27FC236}">
                <a16:creationId xmlns:a16="http://schemas.microsoft.com/office/drawing/2014/main" id="{8A2FE423-ABC6-EBDF-E815-44CDCCF689C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167781" y="3446362"/>
            <a:ext cx="565811" cy="565811"/>
          </a:xfrm>
          <a:prstGeom prst="rect">
            <a:avLst/>
          </a:prstGeom>
        </p:spPr>
      </p:pic>
      <p:sp>
        <p:nvSpPr>
          <p:cNvPr id="47" name="CasellaDiTesto 46">
            <a:extLst>
              <a:ext uri="{FF2B5EF4-FFF2-40B4-BE49-F238E27FC236}">
                <a16:creationId xmlns:a16="http://schemas.microsoft.com/office/drawing/2014/main" id="{68EC9A88-A8FD-C5ED-637C-8F84C2506377}"/>
              </a:ext>
            </a:extLst>
          </p:cNvPr>
          <p:cNvSpPr txBox="1"/>
          <p:nvPr/>
        </p:nvSpPr>
        <p:spPr>
          <a:xfrm>
            <a:off x="6733592" y="3577769"/>
            <a:ext cx="4585747" cy="3046988"/>
          </a:xfrm>
          <a:prstGeom prst="rect">
            <a:avLst/>
          </a:prstGeom>
          <a:noFill/>
        </p:spPr>
        <p:txBody>
          <a:bodyPr wrap="square">
            <a:spAutoFit/>
          </a:bodyPr>
          <a:lstStyle/>
          <a:p>
            <a:pPr algn="l"/>
            <a:r>
              <a:rPr lang="en-US" sz="1200" dirty="0">
                <a:solidFill>
                  <a:srgbClr val="5C4E63"/>
                </a:solidFill>
                <a:latin typeface="Avenir Next LT Pro" panose="020B0504020202020204" pitchFamily="34" charset="0"/>
              </a:rPr>
              <a:t>Case number 2: </a:t>
            </a:r>
          </a:p>
          <a:p>
            <a:pPr algn="l"/>
            <a:endParaRPr lang="en-US" sz="1200" dirty="0">
              <a:solidFill>
                <a:srgbClr val="5C4E63"/>
              </a:solidFill>
              <a:latin typeface="Avenir Next LT Pro" panose="020B0504020202020204" pitchFamily="34" charset="0"/>
            </a:endParaRPr>
          </a:p>
          <a:p>
            <a:pPr algn="l"/>
            <a:r>
              <a:rPr lang="en-US" sz="1200" dirty="0">
                <a:solidFill>
                  <a:srgbClr val="5C4E63"/>
                </a:solidFill>
                <a:latin typeface="Avenir Next LT Pro" panose="020B0504020202020204" pitchFamily="34" charset="0"/>
              </a:rPr>
              <a:t>Most members’ needs on the practice exceed capacity of contributors </a:t>
            </a:r>
          </a:p>
          <a:p>
            <a:pPr algn="l"/>
            <a:endParaRPr lang="en-US" sz="1200" dirty="0">
              <a:solidFill>
                <a:srgbClr val="5C4E63"/>
              </a:solidFill>
              <a:latin typeface="Avenir Next LT Pro" panose="020B0504020202020204" pitchFamily="34" charset="0"/>
            </a:endParaRPr>
          </a:p>
          <a:p>
            <a:pPr algn="l"/>
            <a:r>
              <a:rPr lang="en-US" sz="1200" dirty="0">
                <a:solidFill>
                  <a:srgbClr val="5C4E63"/>
                </a:solidFill>
                <a:latin typeface="Avenir Next LT Pro" panose="020B0504020202020204" pitchFamily="34" charset="0"/>
              </a:rPr>
              <a:t>Put this practice aside, repeat the exercise on another practice from the top priorities</a:t>
            </a:r>
          </a:p>
          <a:p>
            <a:pPr algn="l"/>
            <a:endParaRPr lang="en-US" sz="1200" dirty="0">
              <a:solidFill>
                <a:srgbClr val="5C4E63"/>
              </a:solidFill>
              <a:latin typeface="Avenir Next LT Pro" panose="020B0504020202020204" pitchFamily="34" charset="0"/>
            </a:endParaRPr>
          </a:p>
          <a:p>
            <a:pPr algn="l"/>
            <a:endParaRPr lang="en-US" sz="1200" dirty="0">
              <a:solidFill>
                <a:srgbClr val="5C4E63"/>
              </a:solidFill>
              <a:latin typeface="Avenir Next LT Pro" panose="020B0504020202020204" pitchFamily="34" charset="0"/>
            </a:endParaRPr>
          </a:p>
          <a:p>
            <a:pPr algn="l"/>
            <a:r>
              <a:rPr lang="en-US" sz="1200" dirty="0">
                <a:solidFill>
                  <a:srgbClr val="5C4E63"/>
                </a:solidFill>
                <a:latin typeface="Avenir Next LT Pro" panose="020B0504020202020204" pitchFamily="34" charset="0"/>
              </a:rPr>
              <a:t>If there are no more interesting practices in the prioritized list</a:t>
            </a:r>
          </a:p>
          <a:p>
            <a:pPr algn="l"/>
            <a:endParaRPr lang="en-US" sz="1200" dirty="0">
              <a:solidFill>
                <a:srgbClr val="5C4E63"/>
              </a:solidFill>
              <a:latin typeface="Avenir Next LT Pro" panose="020B0504020202020204" pitchFamily="34" charset="0"/>
            </a:endParaRPr>
          </a:p>
          <a:p>
            <a:pPr algn="l"/>
            <a:r>
              <a:rPr lang="en-US" sz="1200" dirty="0">
                <a:solidFill>
                  <a:srgbClr val="5C4E63"/>
                </a:solidFill>
                <a:latin typeface="Avenir Next LT Pro" panose="020B0504020202020204" pitchFamily="34" charset="0"/>
              </a:rPr>
              <a:t>Try to find external contributors</a:t>
            </a:r>
          </a:p>
          <a:p>
            <a:pPr algn="l"/>
            <a:r>
              <a:rPr lang="en-US" sz="1200" dirty="0">
                <a:solidFill>
                  <a:srgbClr val="5C4E63"/>
                </a:solidFill>
                <a:latin typeface="Avenir Next LT Pro" panose="020B0504020202020204" pitchFamily="34" charset="0"/>
              </a:rPr>
              <a:t>Try to find more practices</a:t>
            </a:r>
          </a:p>
          <a:p>
            <a:pPr algn="l"/>
            <a:r>
              <a:rPr lang="en-US" sz="1200" dirty="0">
                <a:solidFill>
                  <a:srgbClr val="5C4E63"/>
                </a:solidFill>
                <a:latin typeface="Avenir Next LT Pro" panose="020B0504020202020204" pitchFamily="34" charset="0"/>
              </a:rPr>
              <a:t>If nothing works, review your goals as a Community of practice or even the interest of building a Community if you have only members but no contributors.</a:t>
            </a:r>
          </a:p>
        </p:txBody>
      </p:sp>
      <p:sp>
        <p:nvSpPr>
          <p:cNvPr id="49" name="Freccia a destra 48">
            <a:extLst>
              <a:ext uri="{FF2B5EF4-FFF2-40B4-BE49-F238E27FC236}">
                <a16:creationId xmlns:a16="http://schemas.microsoft.com/office/drawing/2014/main" id="{2064CBAC-4D59-E198-2269-D1CAEFDAEFA5}"/>
              </a:ext>
            </a:extLst>
          </p:cNvPr>
          <p:cNvSpPr/>
          <p:nvPr/>
        </p:nvSpPr>
        <p:spPr>
          <a:xfrm>
            <a:off x="6450687" y="4483100"/>
            <a:ext cx="361229" cy="320511"/>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ccia a destra 49">
            <a:extLst>
              <a:ext uri="{FF2B5EF4-FFF2-40B4-BE49-F238E27FC236}">
                <a16:creationId xmlns:a16="http://schemas.microsoft.com/office/drawing/2014/main" id="{4525E42F-FAAF-244D-AEA3-9F289BAB6D9F}"/>
              </a:ext>
            </a:extLst>
          </p:cNvPr>
          <p:cNvSpPr/>
          <p:nvPr/>
        </p:nvSpPr>
        <p:spPr>
          <a:xfrm>
            <a:off x="6573604" y="5603570"/>
            <a:ext cx="238312" cy="210744"/>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ccia a destra 50">
            <a:extLst>
              <a:ext uri="{FF2B5EF4-FFF2-40B4-BE49-F238E27FC236}">
                <a16:creationId xmlns:a16="http://schemas.microsoft.com/office/drawing/2014/main" id="{8CDF4C74-2987-AAC3-6820-301D95790168}"/>
              </a:ext>
            </a:extLst>
          </p:cNvPr>
          <p:cNvSpPr/>
          <p:nvPr/>
        </p:nvSpPr>
        <p:spPr>
          <a:xfrm>
            <a:off x="6573604" y="5808232"/>
            <a:ext cx="238312" cy="210744"/>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ccia a destra 51">
            <a:extLst>
              <a:ext uri="{FF2B5EF4-FFF2-40B4-BE49-F238E27FC236}">
                <a16:creationId xmlns:a16="http://schemas.microsoft.com/office/drawing/2014/main" id="{244AB921-295F-8E8C-0FE8-4ED182A8C8E2}"/>
              </a:ext>
            </a:extLst>
          </p:cNvPr>
          <p:cNvSpPr/>
          <p:nvPr/>
        </p:nvSpPr>
        <p:spPr>
          <a:xfrm>
            <a:off x="6573604" y="5985064"/>
            <a:ext cx="238312" cy="210744"/>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25474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itre 1">
            <a:extLst>
              <a:ext uri="{FF2B5EF4-FFF2-40B4-BE49-F238E27FC236}">
                <a16:creationId xmlns:a16="http://schemas.microsoft.com/office/drawing/2014/main" id="{5F655389-9FF2-8EEE-EF4A-D5FBE115C687}"/>
              </a:ext>
            </a:extLst>
          </p:cNvPr>
          <p:cNvSpPr txBox="1">
            <a:spLocks/>
          </p:cNvSpPr>
          <p:nvPr/>
        </p:nvSpPr>
        <p:spPr>
          <a:xfrm>
            <a:off x="0" y="123967"/>
            <a:ext cx="12192000" cy="56032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rgbClr val="5C4E63"/>
                </a:solidFill>
                <a:latin typeface="Avenir Next LT Pro" panose="020B0504020202020204" pitchFamily="34" charset="0"/>
              </a:rPr>
              <a:t>Step 4 </a:t>
            </a:r>
            <a:r>
              <a:rPr lang="en-US" sz="3200" dirty="0">
                <a:solidFill>
                  <a:srgbClr val="5C4E63"/>
                </a:solidFill>
                <a:latin typeface="Avenir Next LT Pro" panose="020B0504020202020204" pitchFamily="34" charset="0"/>
              </a:rPr>
              <a:t>: Establish a Learning Path for a given practice</a:t>
            </a:r>
          </a:p>
        </p:txBody>
      </p:sp>
      <p:grpSp>
        <p:nvGrpSpPr>
          <p:cNvPr id="8" name="Gruppo 7">
            <a:extLst>
              <a:ext uri="{FF2B5EF4-FFF2-40B4-BE49-F238E27FC236}">
                <a16:creationId xmlns:a16="http://schemas.microsoft.com/office/drawing/2014/main" id="{995260BE-F328-47F4-10B2-E625B34ADA12}"/>
              </a:ext>
            </a:extLst>
          </p:cNvPr>
          <p:cNvGrpSpPr/>
          <p:nvPr/>
        </p:nvGrpSpPr>
        <p:grpSpPr>
          <a:xfrm>
            <a:off x="2665476" y="1203454"/>
            <a:ext cx="9183000" cy="2580423"/>
            <a:chOff x="686209" y="1340614"/>
            <a:chExt cx="11125691" cy="3126319"/>
          </a:xfrm>
        </p:grpSpPr>
        <p:pic>
          <p:nvPicPr>
            <p:cNvPr id="2" name="Immagine 1" descr="Immagine che contiene persona, interni, sport, ballerino&#10;&#10;Descrizione generata automaticamente">
              <a:extLst>
                <a:ext uri="{FF2B5EF4-FFF2-40B4-BE49-F238E27FC236}">
                  <a16:creationId xmlns:a16="http://schemas.microsoft.com/office/drawing/2014/main" id="{61E0F101-732B-F926-EED3-F4668ACC4E00}"/>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37" b="-1751"/>
            <a:stretch/>
          </p:blipFill>
          <p:spPr>
            <a:xfrm>
              <a:off x="4521495" y="1985456"/>
              <a:ext cx="3297600" cy="2481477"/>
            </a:xfrm>
            <a:prstGeom prst="rect">
              <a:avLst/>
            </a:prstGeom>
          </p:spPr>
        </p:pic>
        <p:sp>
          <p:nvSpPr>
            <p:cNvPr id="3" name="Rettangolo con angoli arrotondati 2">
              <a:extLst>
                <a:ext uri="{FF2B5EF4-FFF2-40B4-BE49-F238E27FC236}">
                  <a16:creationId xmlns:a16="http://schemas.microsoft.com/office/drawing/2014/main" id="{5569D348-94EB-5D0A-30C1-632CFF51DB7F}"/>
                </a:ext>
              </a:extLst>
            </p:cNvPr>
            <p:cNvSpPr/>
            <p:nvPr/>
          </p:nvSpPr>
          <p:spPr>
            <a:xfrm>
              <a:off x="4521495" y="1340614"/>
              <a:ext cx="3297600" cy="536519"/>
            </a:xfrm>
            <a:prstGeom prst="roundRect">
              <a:avLst>
                <a:gd name="adj" fmla="val 15629"/>
              </a:avLst>
            </a:prstGeom>
            <a:solidFill>
              <a:schemeClr val="accent1">
                <a:lumMod val="20000"/>
                <a:lumOff val="8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Avenir Next LT Pro" panose="020B0504020202020204" pitchFamily="34" charset="0"/>
                </a:rPr>
                <a:t>Train &amp; Hope level</a:t>
              </a:r>
            </a:p>
          </p:txBody>
        </p:sp>
        <p:sp>
          <p:nvSpPr>
            <p:cNvPr id="4" name="Rettangolo con angoli arrotondati 3">
              <a:extLst>
                <a:ext uri="{FF2B5EF4-FFF2-40B4-BE49-F238E27FC236}">
                  <a16:creationId xmlns:a16="http://schemas.microsoft.com/office/drawing/2014/main" id="{7B46889E-DAED-3F0E-D2FD-B03353FA2FCB}"/>
                </a:ext>
              </a:extLst>
            </p:cNvPr>
            <p:cNvSpPr/>
            <p:nvPr/>
          </p:nvSpPr>
          <p:spPr>
            <a:xfrm>
              <a:off x="8514300" y="1340614"/>
              <a:ext cx="3297600" cy="536519"/>
            </a:xfrm>
            <a:prstGeom prst="roundRect">
              <a:avLst>
                <a:gd name="adj" fmla="val 15629"/>
              </a:avLst>
            </a:prstGeom>
            <a:solidFill>
              <a:schemeClr val="accent6">
                <a:lumMod val="20000"/>
                <a:lumOff val="8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Avenir Next LT Pro" panose="020B0504020202020204" pitchFamily="34" charset="0"/>
                </a:rPr>
                <a:t>Train &amp; support on-field level</a:t>
              </a:r>
            </a:p>
          </p:txBody>
        </p:sp>
        <p:pic>
          <p:nvPicPr>
            <p:cNvPr id="5" name="Immagine 4">
              <a:extLst>
                <a:ext uri="{FF2B5EF4-FFF2-40B4-BE49-F238E27FC236}">
                  <a16:creationId xmlns:a16="http://schemas.microsoft.com/office/drawing/2014/main" id="{FB6375AB-F193-FE51-6B37-A71B6A4CF797}"/>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flipH="1">
              <a:off x="8514300" y="1985456"/>
              <a:ext cx="3297600" cy="2465975"/>
            </a:xfrm>
            <a:prstGeom prst="rect">
              <a:avLst/>
            </a:prstGeom>
          </p:spPr>
        </p:pic>
        <p:sp>
          <p:nvSpPr>
            <p:cNvPr id="6" name="Rettangolo con angoli arrotondati 5">
              <a:extLst>
                <a:ext uri="{FF2B5EF4-FFF2-40B4-BE49-F238E27FC236}">
                  <a16:creationId xmlns:a16="http://schemas.microsoft.com/office/drawing/2014/main" id="{6945E598-FD8B-27DC-5BA9-E7F59FD00506}"/>
                </a:ext>
              </a:extLst>
            </p:cNvPr>
            <p:cNvSpPr/>
            <p:nvPr/>
          </p:nvSpPr>
          <p:spPr>
            <a:xfrm>
              <a:off x="686209" y="1340614"/>
              <a:ext cx="3297599" cy="536519"/>
            </a:xfrm>
            <a:prstGeom prst="roundRect">
              <a:avLst>
                <a:gd name="adj" fmla="val 15629"/>
              </a:avLst>
            </a:prstGeom>
            <a:solidFill>
              <a:schemeClr val="bg1">
                <a:lumMod val="9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Avenir Next LT Pro" panose="020B0504020202020204" pitchFamily="34" charset="0"/>
                </a:rPr>
                <a:t>Show &amp; Hope level</a:t>
              </a:r>
            </a:p>
          </p:txBody>
        </p:sp>
        <p:pic>
          <p:nvPicPr>
            <p:cNvPr id="7" name="Immagine 6" descr="Immagine che contiene interni, soffitto&#10;&#10;Descrizione generata automaticamente">
              <a:extLst>
                <a:ext uri="{FF2B5EF4-FFF2-40B4-BE49-F238E27FC236}">
                  <a16:creationId xmlns:a16="http://schemas.microsoft.com/office/drawing/2014/main" id="{B92C27FE-2E3C-41CD-2A4E-CD027BC9E77F}"/>
                </a:ext>
              </a:extLst>
            </p:cNvPr>
            <p:cNvPicPr>
              <a:picLocks noChangeAspect="1"/>
            </p:cNvPicPr>
            <p:nvPr/>
          </p:nvPicPr>
          <p:blipFill rotWithShape="1">
            <a:blip r:embed="rId6" cstate="email">
              <a:extLst>
                <a:ext uri="{28A0092B-C50C-407E-A947-70E740481C1C}">
                  <a14:useLocalDpi xmlns:a14="http://schemas.microsoft.com/office/drawing/2010/main"/>
                </a:ext>
                <a:ext uri="{837473B0-CC2E-450A-ABE3-18F120FF3D39}">
                  <a1611:picAttrSrcUrl xmlns:a1611="http://schemas.microsoft.com/office/drawing/2016/11/main" r:id="rId7"/>
                </a:ext>
              </a:extLst>
            </a:blip>
            <a:srcRect/>
            <a:stretch/>
          </p:blipFill>
          <p:spPr>
            <a:xfrm>
              <a:off x="686209" y="1985456"/>
              <a:ext cx="3297600" cy="2457767"/>
            </a:xfrm>
            <a:prstGeom prst="rect">
              <a:avLst/>
            </a:prstGeom>
          </p:spPr>
        </p:pic>
      </p:grpSp>
      <p:sp>
        <p:nvSpPr>
          <p:cNvPr id="9" name="Rettangolo 8">
            <a:extLst>
              <a:ext uri="{FF2B5EF4-FFF2-40B4-BE49-F238E27FC236}">
                <a16:creationId xmlns:a16="http://schemas.microsoft.com/office/drawing/2014/main" id="{727BEA1C-5474-1754-B412-C8FA8759B3F9}"/>
              </a:ext>
            </a:extLst>
          </p:cNvPr>
          <p:cNvSpPr/>
          <p:nvPr/>
        </p:nvSpPr>
        <p:spPr>
          <a:xfrm>
            <a:off x="648666" y="4527816"/>
            <a:ext cx="1438275" cy="8191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Practice A</a:t>
            </a:r>
          </a:p>
        </p:txBody>
      </p:sp>
      <p:sp>
        <p:nvSpPr>
          <p:cNvPr id="10" name="Rettangolo 9">
            <a:extLst>
              <a:ext uri="{FF2B5EF4-FFF2-40B4-BE49-F238E27FC236}">
                <a16:creationId xmlns:a16="http://schemas.microsoft.com/office/drawing/2014/main" id="{5CEFCA9F-5790-07DB-06CB-EE0CDB4E54C5}"/>
              </a:ext>
            </a:extLst>
          </p:cNvPr>
          <p:cNvSpPr/>
          <p:nvPr/>
        </p:nvSpPr>
        <p:spPr>
          <a:xfrm>
            <a:off x="3083931" y="4579935"/>
            <a:ext cx="1276350" cy="71491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0" i="0" dirty="0">
                <a:solidFill>
                  <a:srgbClr val="FFFFFF"/>
                </a:solidFill>
                <a:effectLst/>
                <a:latin typeface="Helvetica Neue"/>
              </a:rPr>
              <a:t>🗣️ </a:t>
            </a:r>
            <a:r>
              <a:rPr lang="en-US" sz="1100" dirty="0">
                <a:solidFill>
                  <a:schemeClr val="tx1"/>
                </a:solidFill>
              </a:rPr>
              <a:t>Presentation by Alice (experienced)</a:t>
            </a:r>
          </a:p>
        </p:txBody>
      </p:sp>
      <p:sp>
        <p:nvSpPr>
          <p:cNvPr id="12" name="Rettangolo 11">
            <a:extLst>
              <a:ext uri="{FF2B5EF4-FFF2-40B4-BE49-F238E27FC236}">
                <a16:creationId xmlns:a16="http://schemas.microsoft.com/office/drawing/2014/main" id="{D9501C28-282C-D1F3-8DF5-1A6FA681D500}"/>
              </a:ext>
            </a:extLst>
          </p:cNvPr>
          <p:cNvSpPr/>
          <p:nvPr/>
        </p:nvSpPr>
        <p:spPr>
          <a:xfrm>
            <a:off x="5808776" y="4579940"/>
            <a:ext cx="1276350" cy="71491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Avenir Next LT Pro" panose="020B0504020202020204" pitchFamily="34" charset="0"/>
              </a:rPr>
              <a:t>🖥️</a:t>
            </a:r>
            <a:r>
              <a:rPr lang="en-US" sz="1100" dirty="0">
                <a:solidFill>
                  <a:schemeClr val="tx1"/>
                </a:solidFill>
              </a:rPr>
              <a:t>Training session on practice organized by Bob</a:t>
            </a:r>
          </a:p>
        </p:txBody>
      </p:sp>
      <p:sp>
        <p:nvSpPr>
          <p:cNvPr id="13" name="Rettangolo 12">
            <a:extLst>
              <a:ext uri="{FF2B5EF4-FFF2-40B4-BE49-F238E27FC236}">
                <a16:creationId xmlns:a16="http://schemas.microsoft.com/office/drawing/2014/main" id="{243F115F-622E-249B-B057-60A1CE024F61}"/>
              </a:ext>
            </a:extLst>
          </p:cNvPr>
          <p:cNvSpPr/>
          <p:nvPr/>
        </p:nvSpPr>
        <p:spPr>
          <a:xfrm>
            <a:off x="7372910" y="4579935"/>
            <a:ext cx="1276350" cy="71491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Avenir Next LT Pro" panose="020B0504020202020204" pitchFamily="34" charset="0"/>
              </a:rPr>
              <a:t>🖥️</a:t>
            </a:r>
            <a:r>
              <a:rPr lang="en-US" sz="1100" dirty="0">
                <a:solidFill>
                  <a:schemeClr val="tx1"/>
                </a:solidFill>
              </a:rPr>
              <a:t>Training session  on practice organized by Bob</a:t>
            </a:r>
          </a:p>
        </p:txBody>
      </p:sp>
      <p:sp>
        <p:nvSpPr>
          <p:cNvPr id="14" name="Rettangolo 13">
            <a:extLst>
              <a:ext uri="{FF2B5EF4-FFF2-40B4-BE49-F238E27FC236}">
                <a16:creationId xmlns:a16="http://schemas.microsoft.com/office/drawing/2014/main" id="{0B27D83B-BFA4-B67D-CDDA-8AC6F6A520DC}"/>
              </a:ext>
            </a:extLst>
          </p:cNvPr>
          <p:cNvSpPr/>
          <p:nvPr/>
        </p:nvSpPr>
        <p:spPr>
          <a:xfrm>
            <a:off x="9140899" y="4527816"/>
            <a:ext cx="1276350" cy="81915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Avenir Next LT Pro" panose="020B0504020202020204" pitchFamily="34" charset="0"/>
              </a:rPr>
              <a:t>🕵️</a:t>
            </a:r>
            <a:r>
              <a:rPr lang="en-US" sz="1100" dirty="0">
                <a:solidFill>
                  <a:schemeClr val="tx1"/>
                </a:solidFill>
              </a:rPr>
              <a:t>Organization of shadowing by Alice &amp; Bob of members who implement</a:t>
            </a:r>
          </a:p>
        </p:txBody>
      </p:sp>
      <p:sp>
        <p:nvSpPr>
          <p:cNvPr id="15" name="Rettangolo 14">
            <a:extLst>
              <a:ext uri="{FF2B5EF4-FFF2-40B4-BE49-F238E27FC236}">
                <a16:creationId xmlns:a16="http://schemas.microsoft.com/office/drawing/2014/main" id="{8C4A45B5-3B5E-E64A-DDA7-EBDB20D5A8A5}"/>
              </a:ext>
            </a:extLst>
          </p:cNvPr>
          <p:cNvSpPr/>
          <p:nvPr/>
        </p:nvSpPr>
        <p:spPr>
          <a:xfrm>
            <a:off x="10705033" y="4579938"/>
            <a:ext cx="1276350" cy="79956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Avenir Next LT Pro" panose="020B0504020202020204" pitchFamily="34" charset="0"/>
              </a:rPr>
              <a:t>🫴</a:t>
            </a:r>
            <a:r>
              <a:rPr lang="en-US" sz="1100" dirty="0">
                <a:solidFill>
                  <a:schemeClr val="tx1"/>
                </a:solidFill>
              </a:rPr>
              <a:t>Co-dev sessions about difficulties in implementation on-field</a:t>
            </a:r>
          </a:p>
        </p:txBody>
      </p:sp>
      <p:cxnSp>
        <p:nvCxnSpPr>
          <p:cNvPr id="17" name="Connettore 2 16">
            <a:extLst>
              <a:ext uri="{FF2B5EF4-FFF2-40B4-BE49-F238E27FC236}">
                <a16:creationId xmlns:a16="http://schemas.microsoft.com/office/drawing/2014/main" id="{F09B73A6-3123-A193-D678-E9073991EF79}"/>
              </a:ext>
            </a:extLst>
          </p:cNvPr>
          <p:cNvCxnSpPr>
            <a:stCxn id="9" idx="3"/>
            <a:endCxn id="10" idx="1"/>
          </p:cNvCxnSpPr>
          <p:nvPr/>
        </p:nvCxnSpPr>
        <p:spPr>
          <a:xfrm>
            <a:off x="2086941" y="4937391"/>
            <a:ext cx="9969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ttore 2 17">
            <a:extLst>
              <a:ext uri="{FF2B5EF4-FFF2-40B4-BE49-F238E27FC236}">
                <a16:creationId xmlns:a16="http://schemas.microsoft.com/office/drawing/2014/main" id="{24AE57BC-E0E4-C292-A978-75A65E03196F}"/>
              </a:ext>
            </a:extLst>
          </p:cNvPr>
          <p:cNvCxnSpPr>
            <a:cxnSpLocks/>
            <a:stCxn id="10" idx="3"/>
            <a:endCxn id="12" idx="1"/>
          </p:cNvCxnSpPr>
          <p:nvPr/>
        </p:nvCxnSpPr>
        <p:spPr>
          <a:xfrm>
            <a:off x="4360281" y="4937391"/>
            <a:ext cx="1448495" cy="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ttore 2 22">
            <a:extLst>
              <a:ext uri="{FF2B5EF4-FFF2-40B4-BE49-F238E27FC236}">
                <a16:creationId xmlns:a16="http://schemas.microsoft.com/office/drawing/2014/main" id="{00EE4CB5-7072-D068-EDD3-3F299E75C975}"/>
              </a:ext>
            </a:extLst>
          </p:cNvPr>
          <p:cNvCxnSpPr>
            <a:cxnSpLocks/>
            <a:stCxn id="12" idx="3"/>
            <a:endCxn id="13" idx="1"/>
          </p:cNvCxnSpPr>
          <p:nvPr/>
        </p:nvCxnSpPr>
        <p:spPr>
          <a:xfrm flipV="1">
            <a:off x="7085126" y="4937391"/>
            <a:ext cx="287784" cy="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ttore 2 25">
            <a:extLst>
              <a:ext uri="{FF2B5EF4-FFF2-40B4-BE49-F238E27FC236}">
                <a16:creationId xmlns:a16="http://schemas.microsoft.com/office/drawing/2014/main" id="{741B5964-A36D-61F2-9779-4ABE6E919899}"/>
              </a:ext>
            </a:extLst>
          </p:cNvPr>
          <p:cNvCxnSpPr>
            <a:cxnSpLocks/>
            <a:stCxn id="13" idx="3"/>
            <a:endCxn id="14" idx="1"/>
          </p:cNvCxnSpPr>
          <p:nvPr/>
        </p:nvCxnSpPr>
        <p:spPr>
          <a:xfrm>
            <a:off x="8649260" y="4937391"/>
            <a:ext cx="4916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ttore 2 28">
            <a:extLst>
              <a:ext uri="{FF2B5EF4-FFF2-40B4-BE49-F238E27FC236}">
                <a16:creationId xmlns:a16="http://schemas.microsoft.com/office/drawing/2014/main" id="{AD1257DE-2334-BE4D-CA36-A46F5BC3580E}"/>
              </a:ext>
            </a:extLst>
          </p:cNvPr>
          <p:cNvCxnSpPr>
            <a:cxnSpLocks/>
            <a:stCxn id="14" idx="3"/>
            <a:endCxn id="15" idx="1"/>
          </p:cNvCxnSpPr>
          <p:nvPr/>
        </p:nvCxnSpPr>
        <p:spPr>
          <a:xfrm>
            <a:off x="10417249" y="4937391"/>
            <a:ext cx="287784" cy="423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ttangolo 27">
            <a:extLst>
              <a:ext uri="{FF2B5EF4-FFF2-40B4-BE49-F238E27FC236}">
                <a16:creationId xmlns:a16="http://schemas.microsoft.com/office/drawing/2014/main" id="{13CD85EF-806E-869E-4E8C-658EE3565F80}"/>
              </a:ext>
            </a:extLst>
          </p:cNvPr>
          <p:cNvSpPr/>
          <p:nvPr/>
        </p:nvSpPr>
        <p:spPr>
          <a:xfrm>
            <a:off x="2665476" y="2661224"/>
            <a:ext cx="2721796" cy="15767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000" b="1" i="0" dirty="0">
                <a:solidFill>
                  <a:schemeClr val="tx1"/>
                </a:solidFill>
                <a:effectLst/>
                <a:latin typeface="Helvetica Neue"/>
              </a:rPr>
              <a:t>EXAMPLES OF ACTIVITIES</a:t>
            </a:r>
          </a:p>
          <a:p>
            <a:r>
              <a:rPr lang="en-US" sz="1000" b="0" i="0" dirty="0">
                <a:solidFill>
                  <a:schemeClr val="tx1"/>
                </a:solidFill>
                <a:effectLst/>
                <a:latin typeface="Helvetica Neue"/>
              </a:rPr>
              <a:t>🗣️</a:t>
            </a:r>
            <a:r>
              <a:rPr lang="en-US" sz="1000" dirty="0">
                <a:solidFill>
                  <a:schemeClr val="tx1"/>
                </a:solidFill>
                <a:latin typeface="Avenir Next LT Pro" panose="020B0504020202020204" pitchFamily="34" charset="0"/>
              </a:rPr>
              <a:t>Organization of feedback sessions by members, for discovery purpose</a:t>
            </a:r>
          </a:p>
          <a:p>
            <a:r>
              <a:rPr lang="en-US" sz="1000" dirty="0">
                <a:solidFill>
                  <a:schemeClr val="tx1"/>
                </a:solidFill>
                <a:latin typeface="Avenir Next LT Pro" panose="020B0504020202020204" pitchFamily="34" charset="0"/>
              </a:rPr>
              <a:t>🔥Presentation of inspirational examples</a:t>
            </a:r>
          </a:p>
        </p:txBody>
      </p:sp>
      <p:sp>
        <p:nvSpPr>
          <p:cNvPr id="30" name="Rettangolo 29">
            <a:extLst>
              <a:ext uri="{FF2B5EF4-FFF2-40B4-BE49-F238E27FC236}">
                <a16:creationId xmlns:a16="http://schemas.microsoft.com/office/drawing/2014/main" id="{E4475D3D-C54E-297B-84EA-C1FB90ABD635}"/>
              </a:ext>
            </a:extLst>
          </p:cNvPr>
          <p:cNvSpPr/>
          <p:nvPr/>
        </p:nvSpPr>
        <p:spPr>
          <a:xfrm>
            <a:off x="5831072" y="2659048"/>
            <a:ext cx="2721796" cy="15767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000" b="1" dirty="0">
                <a:solidFill>
                  <a:schemeClr val="bg1"/>
                </a:solidFill>
                <a:latin typeface="Avenir Next LT Pro" panose="020B0504020202020204" pitchFamily="34" charset="0"/>
              </a:rPr>
              <a:t>EXAMPLES OF ACTIVITIES</a:t>
            </a:r>
          </a:p>
          <a:p>
            <a:r>
              <a:rPr lang="en-US" sz="1000" dirty="0">
                <a:solidFill>
                  <a:schemeClr val="bg1"/>
                </a:solidFill>
                <a:latin typeface="Avenir Next LT Pro" panose="020B0504020202020204" pitchFamily="34" charset="0"/>
              </a:rPr>
              <a:t>🖥️Coding Dojos / Practicing dojos</a:t>
            </a:r>
          </a:p>
          <a:p>
            <a:r>
              <a:rPr lang="en-US" sz="1000" dirty="0">
                <a:solidFill>
                  <a:schemeClr val="bg1"/>
                </a:solidFill>
                <a:latin typeface="Avenir Next LT Pro" panose="020B0504020202020204" pitchFamily="34" charset="0"/>
              </a:rPr>
              <a:t>🎒Tutorials &amp; exercises (may be online)</a:t>
            </a:r>
          </a:p>
          <a:p>
            <a:r>
              <a:rPr lang="en-US" sz="1000" dirty="0">
                <a:solidFill>
                  <a:schemeClr val="bg1"/>
                </a:solidFill>
                <a:latin typeface="Avenir Next LT Pro" panose="020B0504020202020204" pitchFamily="34" charset="0"/>
              </a:rPr>
              <a:t>🤼Workshops to practice together</a:t>
            </a:r>
          </a:p>
          <a:p>
            <a:r>
              <a:rPr lang="en-US" sz="1000" dirty="0">
                <a:solidFill>
                  <a:schemeClr val="bg1"/>
                </a:solidFill>
                <a:latin typeface="Avenir Next LT Pro" panose="020B0504020202020204" pitchFamily="34" charset="0"/>
              </a:rPr>
              <a:t>🏫Learning Paths</a:t>
            </a:r>
          </a:p>
          <a:p>
            <a:r>
              <a:rPr lang="en-US" sz="1000" b="0" i="0" dirty="0">
                <a:solidFill>
                  <a:schemeClr val="bg1"/>
                </a:solidFill>
                <a:effectLst/>
                <a:latin typeface="Helvetica Neue"/>
              </a:rPr>
              <a:t>🗣️</a:t>
            </a:r>
            <a:r>
              <a:rPr lang="en-US" sz="1000" b="0" i="0" dirty="0">
                <a:solidFill>
                  <a:schemeClr val="bg1"/>
                </a:solidFill>
                <a:effectLst/>
                <a:latin typeface="Avenir Next LT Pro" panose="020B0504020202020204" pitchFamily="34" charset="0"/>
              </a:rPr>
              <a:t>Talks from advanced practitioners to othe</a:t>
            </a:r>
            <a:r>
              <a:rPr lang="en-US" sz="1000" dirty="0">
                <a:solidFill>
                  <a:schemeClr val="bg1"/>
                </a:solidFill>
                <a:latin typeface="Avenir Next LT Pro" panose="020B0504020202020204" pitchFamily="34" charset="0"/>
              </a:rPr>
              <a:t>r practitioners to perfect their training.</a:t>
            </a:r>
          </a:p>
        </p:txBody>
      </p:sp>
      <p:sp>
        <p:nvSpPr>
          <p:cNvPr id="31" name="Rettangolo 30">
            <a:extLst>
              <a:ext uri="{FF2B5EF4-FFF2-40B4-BE49-F238E27FC236}">
                <a16:creationId xmlns:a16="http://schemas.microsoft.com/office/drawing/2014/main" id="{2234B7E3-BE8D-6491-AD80-4D17CF2CBE63}"/>
              </a:ext>
            </a:extLst>
          </p:cNvPr>
          <p:cNvSpPr/>
          <p:nvPr/>
        </p:nvSpPr>
        <p:spPr>
          <a:xfrm>
            <a:off x="9126681" y="2659048"/>
            <a:ext cx="2721796" cy="157675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000" b="1" dirty="0">
                <a:solidFill>
                  <a:schemeClr val="tx1"/>
                </a:solidFill>
                <a:latin typeface="Avenir Next LT Pro" panose="020B0504020202020204" pitchFamily="34" charset="0"/>
              </a:rPr>
              <a:t>EXAMPLES OF ACTIVITIES</a:t>
            </a:r>
          </a:p>
          <a:p>
            <a:r>
              <a:rPr lang="en-US" sz="1000" dirty="0">
                <a:solidFill>
                  <a:schemeClr val="tx1"/>
                </a:solidFill>
                <a:latin typeface="Avenir Next LT Pro" panose="020B0504020202020204" pitchFamily="34" charset="0"/>
              </a:rPr>
              <a:t>🕵️Shadowing of experts and live feedback or post-feedback</a:t>
            </a:r>
          </a:p>
          <a:p>
            <a:r>
              <a:rPr lang="en-US" sz="1000" dirty="0">
                <a:solidFill>
                  <a:schemeClr val="tx1"/>
                </a:solidFill>
                <a:latin typeface="Avenir Next LT Pro" panose="020B0504020202020204" pitchFamily="34" charset="0"/>
              </a:rPr>
              <a:t>❓Answering specific requests </a:t>
            </a:r>
          </a:p>
          <a:p>
            <a:r>
              <a:rPr lang="en-US" sz="1000" dirty="0">
                <a:solidFill>
                  <a:schemeClr val="tx1"/>
                </a:solidFill>
                <a:latin typeface="Avenir Next LT Pro" panose="020B0504020202020204" pitchFamily="34" charset="0"/>
              </a:rPr>
              <a:t>🆘Experts hotline or clinic timeslots</a:t>
            </a:r>
          </a:p>
          <a:p>
            <a:r>
              <a:rPr lang="en-US" sz="1000" dirty="0">
                <a:solidFill>
                  <a:schemeClr val="tx1"/>
                </a:solidFill>
                <a:latin typeface="Avenir Next LT Pro" panose="020B0504020202020204" pitchFamily="34" charset="0"/>
              </a:rPr>
              <a:t>🫴Co-development sessions</a:t>
            </a:r>
          </a:p>
          <a:p>
            <a:r>
              <a:rPr lang="en-US" sz="1000" dirty="0">
                <a:solidFill>
                  <a:schemeClr val="tx1"/>
                </a:solidFill>
                <a:latin typeface="Avenir Next LT Pro" panose="020B0504020202020204" pitchFamily="34" charset="0"/>
              </a:rPr>
              <a:t>👁️Review deliverables that are used on-field</a:t>
            </a:r>
          </a:p>
          <a:p>
            <a:r>
              <a:rPr lang="en-US" sz="1000" b="0" i="0" dirty="0">
                <a:solidFill>
                  <a:srgbClr val="FFFFFF"/>
                </a:solidFill>
                <a:effectLst/>
                <a:latin typeface="Helvetica Neue"/>
              </a:rPr>
              <a:t>🗣️</a:t>
            </a:r>
            <a:r>
              <a:rPr lang="en-US" sz="1000" b="0" i="0" dirty="0">
                <a:solidFill>
                  <a:schemeClr val="tx1"/>
                </a:solidFill>
                <a:effectLst/>
                <a:latin typeface="Avenir Next LT Pro" panose="020B0504020202020204" pitchFamily="34" charset="0"/>
              </a:rPr>
              <a:t>Talks from advanced practitioners to practitioners in deployment phase</a:t>
            </a:r>
          </a:p>
        </p:txBody>
      </p:sp>
      <p:sp>
        <p:nvSpPr>
          <p:cNvPr id="32" name="CasellaDiTesto 31">
            <a:extLst>
              <a:ext uri="{FF2B5EF4-FFF2-40B4-BE49-F238E27FC236}">
                <a16:creationId xmlns:a16="http://schemas.microsoft.com/office/drawing/2014/main" id="{F6AC927A-EFFD-02D9-D5B1-FEF88BDAEE73}"/>
              </a:ext>
            </a:extLst>
          </p:cNvPr>
          <p:cNvSpPr txBox="1"/>
          <p:nvPr/>
        </p:nvSpPr>
        <p:spPr>
          <a:xfrm>
            <a:off x="461938" y="2214217"/>
            <a:ext cx="1625003" cy="1754326"/>
          </a:xfrm>
          <a:prstGeom prst="rect">
            <a:avLst/>
          </a:prstGeom>
          <a:noFill/>
        </p:spPr>
        <p:txBody>
          <a:bodyPr wrap="square">
            <a:spAutoFit/>
          </a:bodyPr>
          <a:lstStyle/>
          <a:p>
            <a:pPr algn="l"/>
            <a:r>
              <a:rPr lang="en-US" sz="1200" dirty="0">
                <a:solidFill>
                  <a:srgbClr val="5C4E63"/>
                </a:solidFill>
                <a:latin typeface="Avenir Next LT Pro" panose="020B0504020202020204" pitchFamily="34" charset="0"/>
              </a:rPr>
              <a:t>Contributors can propose various activities of different levels (only necessary levels) and non-contributing members can react on the interest of it </a:t>
            </a:r>
          </a:p>
        </p:txBody>
      </p:sp>
      <p:pic>
        <p:nvPicPr>
          <p:cNvPr id="33" name="Elemento grafico 32" descr="Badge 1 con riempimento a tinta unita">
            <a:extLst>
              <a:ext uri="{FF2B5EF4-FFF2-40B4-BE49-F238E27FC236}">
                <a16:creationId xmlns:a16="http://schemas.microsoft.com/office/drawing/2014/main" id="{086F1C55-68BB-1442-D592-099FE31470D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45026" y="1707277"/>
            <a:ext cx="565811" cy="565811"/>
          </a:xfrm>
          <a:prstGeom prst="rect">
            <a:avLst/>
          </a:prstGeom>
        </p:spPr>
      </p:pic>
      <p:pic>
        <p:nvPicPr>
          <p:cNvPr id="34" name="Elemento grafico 33" descr="Badge con riempimento a tinta unita">
            <a:extLst>
              <a:ext uri="{FF2B5EF4-FFF2-40B4-BE49-F238E27FC236}">
                <a16:creationId xmlns:a16="http://schemas.microsoft.com/office/drawing/2014/main" id="{2CEE219F-769B-6A6C-890D-570FA7F54AB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250845" y="5796370"/>
            <a:ext cx="565811" cy="565811"/>
          </a:xfrm>
          <a:prstGeom prst="rect">
            <a:avLst/>
          </a:prstGeom>
        </p:spPr>
      </p:pic>
      <p:sp>
        <p:nvSpPr>
          <p:cNvPr id="35" name="CasellaDiTesto 34">
            <a:extLst>
              <a:ext uri="{FF2B5EF4-FFF2-40B4-BE49-F238E27FC236}">
                <a16:creationId xmlns:a16="http://schemas.microsoft.com/office/drawing/2014/main" id="{CC510524-B775-33D4-6162-694F964D9605}"/>
              </a:ext>
            </a:extLst>
          </p:cNvPr>
          <p:cNvSpPr txBox="1"/>
          <p:nvPr/>
        </p:nvSpPr>
        <p:spPr>
          <a:xfrm>
            <a:off x="3816656" y="5935404"/>
            <a:ext cx="3556254" cy="646331"/>
          </a:xfrm>
          <a:prstGeom prst="rect">
            <a:avLst/>
          </a:prstGeom>
          <a:noFill/>
        </p:spPr>
        <p:txBody>
          <a:bodyPr wrap="square">
            <a:spAutoFit/>
          </a:bodyPr>
          <a:lstStyle/>
          <a:p>
            <a:pPr algn="l"/>
            <a:r>
              <a:rPr lang="en-US" sz="1200" dirty="0">
                <a:solidFill>
                  <a:srgbClr val="5C4E63"/>
                </a:solidFill>
                <a:latin typeface="Avenir Next LT Pro" panose="020B0504020202020204" pitchFamily="34" charset="0"/>
              </a:rPr>
              <a:t>Together, members choose the activities and set up a Learning Path. You do not need to set dates at this point.</a:t>
            </a:r>
          </a:p>
        </p:txBody>
      </p:sp>
      <p:pic>
        <p:nvPicPr>
          <p:cNvPr id="11" name="Elemento grafico 10" descr="Cronometro 25% contorno">
            <a:extLst>
              <a:ext uri="{FF2B5EF4-FFF2-40B4-BE49-F238E27FC236}">
                <a16:creationId xmlns:a16="http://schemas.microsoft.com/office/drawing/2014/main" id="{9867EAA6-C86E-B8DA-B172-FE60837786D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1219687" y="0"/>
            <a:ext cx="914400" cy="914400"/>
          </a:xfrm>
          <a:prstGeom prst="rect">
            <a:avLst/>
          </a:prstGeom>
        </p:spPr>
      </p:pic>
      <p:sp>
        <p:nvSpPr>
          <p:cNvPr id="16" name="CasellaDiTesto 15">
            <a:extLst>
              <a:ext uri="{FF2B5EF4-FFF2-40B4-BE49-F238E27FC236}">
                <a16:creationId xmlns:a16="http://schemas.microsoft.com/office/drawing/2014/main" id="{50064CCE-D5EB-A9A2-C3E5-AAF22602CEEF}"/>
              </a:ext>
            </a:extLst>
          </p:cNvPr>
          <p:cNvSpPr txBox="1"/>
          <p:nvPr/>
        </p:nvSpPr>
        <p:spPr>
          <a:xfrm>
            <a:off x="11249764" y="776782"/>
            <a:ext cx="913279" cy="461665"/>
          </a:xfrm>
          <a:prstGeom prst="rect">
            <a:avLst/>
          </a:prstGeom>
          <a:noFill/>
        </p:spPr>
        <p:txBody>
          <a:bodyPr wrap="square" rtlCol="0">
            <a:spAutoFit/>
          </a:bodyPr>
          <a:lstStyle/>
          <a:p>
            <a:pPr algn="ctr"/>
            <a:r>
              <a:rPr lang="en-US" sz="1200" dirty="0"/>
              <a:t>15 min per practice</a:t>
            </a:r>
          </a:p>
        </p:txBody>
      </p:sp>
    </p:spTree>
    <p:extLst>
      <p:ext uri="{BB962C8B-B14F-4D97-AF65-F5344CB8AC3E}">
        <p14:creationId xmlns:p14="http://schemas.microsoft.com/office/powerpoint/2010/main" val="27375814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itre 1">
            <a:extLst>
              <a:ext uri="{FF2B5EF4-FFF2-40B4-BE49-F238E27FC236}">
                <a16:creationId xmlns:a16="http://schemas.microsoft.com/office/drawing/2014/main" id="{5F655389-9FF2-8EEE-EF4A-D5FBE115C687}"/>
              </a:ext>
            </a:extLst>
          </p:cNvPr>
          <p:cNvSpPr txBox="1">
            <a:spLocks/>
          </p:cNvSpPr>
          <p:nvPr/>
        </p:nvSpPr>
        <p:spPr>
          <a:xfrm>
            <a:off x="0" y="123967"/>
            <a:ext cx="12192000" cy="79956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b="1" dirty="0">
                <a:solidFill>
                  <a:srgbClr val="5C4E63"/>
                </a:solidFill>
                <a:latin typeface="Avenir Next LT Pro" panose="020B0504020202020204" pitchFamily="34" charset="0"/>
              </a:rPr>
              <a:t>Step 5 </a:t>
            </a:r>
            <a:r>
              <a:rPr lang="en-US" sz="3600" dirty="0">
                <a:solidFill>
                  <a:srgbClr val="5C4E63"/>
                </a:solidFill>
                <a:latin typeface="Avenir Next LT Pro" panose="020B0504020202020204" pitchFamily="34" charset="0"/>
              </a:rPr>
              <a:t>: Establish a unified roadmap</a:t>
            </a:r>
          </a:p>
        </p:txBody>
      </p:sp>
      <p:sp>
        <p:nvSpPr>
          <p:cNvPr id="11" name="Freccia a destra 10">
            <a:extLst>
              <a:ext uri="{FF2B5EF4-FFF2-40B4-BE49-F238E27FC236}">
                <a16:creationId xmlns:a16="http://schemas.microsoft.com/office/drawing/2014/main" id="{7DE9F793-3F36-1524-CDBE-A3E433A8199C}"/>
              </a:ext>
            </a:extLst>
          </p:cNvPr>
          <p:cNvSpPr/>
          <p:nvPr/>
        </p:nvSpPr>
        <p:spPr>
          <a:xfrm>
            <a:off x="2997856" y="1497507"/>
            <a:ext cx="7592570" cy="68580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6" name="Tabella 4">
            <a:extLst>
              <a:ext uri="{FF2B5EF4-FFF2-40B4-BE49-F238E27FC236}">
                <a16:creationId xmlns:a16="http://schemas.microsoft.com/office/drawing/2014/main" id="{5B0D77B8-2E37-ACF1-5C62-9EA7B2F7782B}"/>
              </a:ext>
            </a:extLst>
          </p:cNvPr>
          <p:cNvGraphicFramePr>
            <a:graphicFrameLocks/>
          </p:cNvGraphicFramePr>
          <p:nvPr>
            <p:extLst>
              <p:ext uri="{D42A27DB-BD31-4B8C-83A1-F6EECF244321}">
                <p14:modId xmlns:p14="http://schemas.microsoft.com/office/powerpoint/2010/main" val="1960061551"/>
              </p:ext>
            </p:extLst>
          </p:nvPr>
        </p:nvGraphicFramePr>
        <p:xfrm>
          <a:off x="2200656" y="1661034"/>
          <a:ext cx="7592570" cy="3227781"/>
        </p:xfrm>
        <a:graphic>
          <a:graphicData uri="http://schemas.openxmlformats.org/drawingml/2006/table">
            <a:tbl>
              <a:tblPr firstRow="1" firstCol="1" bandRow="1">
                <a:tableStyleId>{5C22544A-7EE6-4342-B048-85BDC9FD1C3A}</a:tableStyleId>
              </a:tblPr>
              <a:tblGrid>
                <a:gridCol w="759257">
                  <a:extLst>
                    <a:ext uri="{9D8B030D-6E8A-4147-A177-3AD203B41FA5}">
                      <a16:colId xmlns:a16="http://schemas.microsoft.com/office/drawing/2014/main" val="2069436799"/>
                    </a:ext>
                  </a:extLst>
                </a:gridCol>
                <a:gridCol w="759257">
                  <a:extLst>
                    <a:ext uri="{9D8B030D-6E8A-4147-A177-3AD203B41FA5}">
                      <a16:colId xmlns:a16="http://schemas.microsoft.com/office/drawing/2014/main" val="1634841939"/>
                    </a:ext>
                  </a:extLst>
                </a:gridCol>
                <a:gridCol w="759257">
                  <a:extLst>
                    <a:ext uri="{9D8B030D-6E8A-4147-A177-3AD203B41FA5}">
                      <a16:colId xmlns:a16="http://schemas.microsoft.com/office/drawing/2014/main" val="1075691395"/>
                    </a:ext>
                  </a:extLst>
                </a:gridCol>
                <a:gridCol w="759257">
                  <a:extLst>
                    <a:ext uri="{9D8B030D-6E8A-4147-A177-3AD203B41FA5}">
                      <a16:colId xmlns:a16="http://schemas.microsoft.com/office/drawing/2014/main" val="2934417990"/>
                    </a:ext>
                  </a:extLst>
                </a:gridCol>
                <a:gridCol w="759257">
                  <a:extLst>
                    <a:ext uri="{9D8B030D-6E8A-4147-A177-3AD203B41FA5}">
                      <a16:colId xmlns:a16="http://schemas.microsoft.com/office/drawing/2014/main" val="4151943279"/>
                    </a:ext>
                  </a:extLst>
                </a:gridCol>
                <a:gridCol w="759257">
                  <a:extLst>
                    <a:ext uri="{9D8B030D-6E8A-4147-A177-3AD203B41FA5}">
                      <a16:colId xmlns:a16="http://schemas.microsoft.com/office/drawing/2014/main" val="2124516836"/>
                    </a:ext>
                  </a:extLst>
                </a:gridCol>
                <a:gridCol w="759257">
                  <a:extLst>
                    <a:ext uri="{9D8B030D-6E8A-4147-A177-3AD203B41FA5}">
                      <a16:colId xmlns:a16="http://schemas.microsoft.com/office/drawing/2014/main" val="493060582"/>
                    </a:ext>
                  </a:extLst>
                </a:gridCol>
                <a:gridCol w="759257">
                  <a:extLst>
                    <a:ext uri="{9D8B030D-6E8A-4147-A177-3AD203B41FA5}">
                      <a16:colId xmlns:a16="http://schemas.microsoft.com/office/drawing/2014/main" val="2353957936"/>
                    </a:ext>
                  </a:extLst>
                </a:gridCol>
                <a:gridCol w="759257">
                  <a:extLst>
                    <a:ext uri="{9D8B030D-6E8A-4147-A177-3AD203B41FA5}">
                      <a16:colId xmlns:a16="http://schemas.microsoft.com/office/drawing/2014/main" val="2717217343"/>
                    </a:ext>
                  </a:extLst>
                </a:gridCol>
                <a:gridCol w="759257">
                  <a:extLst>
                    <a:ext uri="{9D8B030D-6E8A-4147-A177-3AD203B41FA5}">
                      <a16:colId xmlns:a16="http://schemas.microsoft.com/office/drawing/2014/main" val="3650025189"/>
                    </a:ext>
                  </a:extLst>
                </a:gridCol>
              </a:tblGrid>
              <a:tr h="373214">
                <a:tc>
                  <a:txBody>
                    <a:bodyPr/>
                    <a:lstStyle/>
                    <a:p>
                      <a:endParaRPr lang="en-US" sz="1400" dirty="0"/>
                    </a:p>
                  </a:txBody>
                  <a:tcPr marL="70223" marR="70223" marT="35111" marB="35111">
                    <a:solidFill>
                      <a:schemeClr val="bg1"/>
                    </a:solidFill>
                  </a:tcPr>
                </a:tc>
                <a:tc>
                  <a:txBody>
                    <a:bodyPr/>
                    <a:lstStyle/>
                    <a:p>
                      <a:pPr algn="ctr"/>
                      <a:r>
                        <a:rPr lang="en-US" sz="1100" dirty="0">
                          <a:solidFill>
                            <a:schemeClr val="bg1"/>
                          </a:solidFill>
                        </a:rPr>
                        <a:t>Session 1</a:t>
                      </a:r>
                    </a:p>
                  </a:txBody>
                  <a:tcPr marL="70223" marR="70223" marT="35111" marB="35111">
                    <a:solidFill>
                      <a:schemeClr val="tx1"/>
                    </a:solidFill>
                  </a:tcPr>
                </a:tc>
                <a:tc>
                  <a:txBody>
                    <a:bodyPr/>
                    <a:lstStyle/>
                    <a:p>
                      <a:pPr algn="ctr"/>
                      <a:r>
                        <a:rPr lang="en-US" sz="1100" dirty="0">
                          <a:solidFill>
                            <a:schemeClr val="bg1"/>
                          </a:solidFill>
                        </a:rPr>
                        <a:t>Session 2</a:t>
                      </a:r>
                    </a:p>
                  </a:txBody>
                  <a:tcPr marL="70223" marR="70223" marT="35111" marB="35111">
                    <a:solidFill>
                      <a:schemeClr val="tx1"/>
                    </a:solidFill>
                  </a:tcPr>
                </a:tc>
                <a:tc>
                  <a:txBody>
                    <a:bodyPr/>
                    <a:lstStyle/>
                    <a:p>
                      <a:pPr algn="ctr"/>
                      <a:r>
                        <a:rPr kumimoji="0" lang="en-US" sz="1100" b="1" i="0" u="none" strike="noStrike" kern="1200" cap="none" spc="0" normalizeH="0" baseline="0" noProof="0">
                          <a:ln>
                            <a:noFill/>
                          </a:ln>
                          <a:solidFill>
                            <a:schemeClr val="bg1"/>
                          </a:solidFill>
                          <a:effectLst/>
                          <a:uLnTx/>
                          <a:uFillTx/>
                          <a:latin typeface="Calibri" panose="020F0502020204030204"/>
                          <a:ea typeface="+mn-ea"/>
                          <a:cs typeface="+mn-cs"/>
                        </a:rPr>
                        <a:t>Session 3</a:t>
                      </a:r>
                      <a:endParaRPr lang="en-US" sz="1100" dirty="0">
                        <a:solidFill>
                          <a:schemeClr val="bg1"/>
                        </a:solidFill>
                      </a:endParaRPr>
                    </a:p>
                  </a:txBody>
                  <a:tcPr marL="70223" marR="70223" marT="35111" marB="35111">
                    <a:solidFill>
                      <a:schemeClr val="tx1"/>
                    </a:solidFill>
                  </a:tcPr>
                </a:tc>
                <a:tc>
                  <a:txBody>
                    <a:bodyPr/>
                    <a:lstStyle/>
                    <a:p>
                      <a:pPr algn="ctr"/>
                      <a:r>
                        <a:rPr kumimoji="0" lang="en-US" sz="1100" b="1" i="0" u="none" strike="noStrike" kern="1200" cap="none" spc="0" normalizeH="0" baseline="0" noProof="0">
                          <a:ln>
                            <a:noFill/>
                          </a:ln>
                          <a:solidFill>
                            <a:schemeClr val="bg1"/>
                          </a:solidFill>
                          <a:effectLst/>
                          <a:uLnTx/>
                          <a:uFillTx/>
                          <a:latin typeface="Calibri" panose="020F0502020204030204"/>
                          <a:ea typeface="+mn-ea"/>
                          <a:cs typeface="+mn-cs"/>
                        </a:rPr>
                        <a:t>Session 4</a:t>
                      </a:r>
                      <a:endParaRPr lang="en-US" sz="1100" dirty="0">
                        <a:solidFill>
                          <a:schemeClr val="bg1"/>
                        </a:solidFill>
                      </a:endParaRPr>
                    </a:p>
                  </a:txBody>
                  <a:tcPr marL="70223" marR="70223" marT="35111" marB="35111">
                    <a:solidFill>
                      <a:schemeClr val="tx1"/>
                    </a:solidFill>
                  </a:tcPr>
                </a:tc>
                <a:tc>
                  <a:txBody>
                    <a:bodyPr/>
                    <a:lstStyle/>
                    <a:p>
                      <a:pPr algn="ctr"/>
                      <a:r>
                        <a:rPr kumimoji="0" lang="en-US" sz="1100" b="1" i="0" u="none" strike="noStrike" kern="1200" cap="none" spc="0" normalizeH="0" baseline="0" noProof="0" dirty="0">
                          <a:ln>
                            <a:noFill/>
                          </a:ln>
                          <a:solidFill>
                            <a:schemeClr val="bg1"/>
                          </a:solidFill>
                          <a:effectLst/>
                          <a:uLnTx/>
                          <a:uFillTx/>
                          <a:latin typeface="Calibri" panose="020F0502020204030204"/>
                          <a:ea typeface="+mn-ea"/>
                          <a:cs typeface="+mn-cs"/>
                        </a:rPr>
                        <a:t>Session 5</a:t>
                      </a:r>
                      <a:endParaRPr lang="en-US" sz="1100" dirty="0">
                        <a:solidFill>
                          <a:schemeClr val="bg1"/>
                        </a:solidFill>
                      </a:endParaRPr>
                    </a:p>
                  </a:txBody>
                  <a:tcPr marL="70223" marR="70223" marT="35111" marB="35111">
                    <a:solidFill>
                      <a:schemeClr val="tx1"/>
                    </a:solidFill>
                  </a:tcPr>
                </a:tc>
                <a:tc>
                  <a:txBody>
                    <a:bodyPr/>
                    <a:lstStyle/>
                    <a:p>
                      <a:pPr algn="ctr"/>
                      <a:r>
                        <a:rPr kumimoji="0" lang="en-US" sz="1100" b="1" i="0" u="none" strike="noStrike" kern="1200" cap="none" spc="0" normalizeH="0" baseline="0" noProof="0">
                          <a:ln>
                            <a:noFill/>
                          </a:ln>
                          <a:solidFill>
                            <a:schemeClr val="bg1"/>
                          </a:solidFill>
                          <a:effectLst/>
                          <a:uLnTx/>
                          <a:uFillTx/>
                          <a:latin typeface="Calibri" panose="020F0502020204030204"/>
                          <a:ea typeface="+mn-ea"/>
                          <a:cs typeface="+mn-cs"/>
                        </a:rPr>
                        <a:t>Session 6</a:t>
                      </a:r>
                      <a:endParaRPr lang="en-US" sz="1100" dirty="0">
                        <a:solidFill>
                          <a:schemeClr val="bg1"/>
                        </a:solidFill>
                      </a:endParaRPr>
                    </a:p>
                  </a:txBody>
                  <a:tcPr marL="70223" marR="70223" marT="35111" marB="35111">
                    <a:solidFill>
                      <a:schemeClr val="tx1"/>
                    </a:solidFill>
                  </a:tcPr>
                </a:tc>
                <a:tc>
                  <a:txBody>
                    <a:bodyPr/>
                    <a:lstStyle/>
                    <a:p>
                      <a:pPr algn="ctr"/>
                      <a:r>
                        <a:rPr kumimoji="0" lang="en-US" sz="1100" b="1" i="0" u="none" strike="noStrike" kern="1200" cap="none" spc="0" normalizeH="0" baseline="0" noProof="0" dirty="0">
                          <a:ln>
                            <a:noFill/>
                          </a:ln>
                          <a:solidFill>
                            <a:schemeClr val="bg1"/>
                          </a:solidFill>
                          <a:effectLst/>
                          <a:uLnTx/>
                          <a:uFillTx/>
                          <a:latin typeface="Calibri" panose="020F0502020204030204"/>
                          <a:ea typeface="+mn-ea"/>
                          <a:cs typeface="+mn-cs"/>
                        </a:rPr>
                        <a:t>Session 7</a:t>
                      </a:r>
                      <a:endParaRPr lang="en-US" sz="1100" dirty="0">
                        <a:solidFill>
                          <a:schemeClr val="bg1"/>
                        </a:solidFill>
                      </a:endParaRPr>
                    </a:p>
                  </a:txBody>
                  <a:tcPr marL="70223" marR="70223" marT="35111" marB="35111">
                    <a:solidFill>
                      <a:schemeClr val="tx1"/>
                    </a:solidFill>
                  </a:tcPr>
                </a:tc>
                <a:tc>
                  <a:txBody>
                    <a:bodyPr/>
                    <a:lstStyle/>
                    <a:p>
                      <a:pPr algn="ctr"/>
                      <a:r>
                        <a:rPr kumimoji="0" lang="en-US" sz="1100" b="1" i="0" u="none" strike="noStrike" kern="1200" cap="none" spc="0" normalizeH="0" baseline="0" noProof="0" dirty="0">
                          <a:ln>
                            <a:noFill/>
                          </a:ln>
                          <a:solidFill>
                            <a:schemeClr val="bg1"/>
                          </a:solidFill>
                          <a:effectLst/>
                          <a:uLnTx/>
                          <a:uFillTx/>
                          <a:latin typeface="Calibri" panose="020F0502020204030204"/>
                          <a:ea typeface="+mn-ea"/>
                          <a:cs typeface="+mn-cs"/>
                        </a:rPr>
                        <a:t>Session 8</a:t>
                      </a:r>
                      <a:endParaRPr lang="en-US" sz="1100" dirty="0">
                        <a:solidFill>
                          <a:schemeClr val="bg1"/>
                        </a:solidFill>
                      </a:endParaRPr>
                    </a:p>
                  </a:txBody>
                  <a:tcPr marL="70223" marR="70223" marT="35111" marB="35111">
                    <a:solidFill>
                      <a:schemeClr val="tx1"/>
                    </a:solidFill>
                  </a:tcPr>
                </a:tc>
                <a:tc>
                  <a:txBody>
                    <a:bodyPr/>
                    <a:lstStyle/>
                    <a:p>
                      <a:pPr algn="ctr"/>
                      <a:r>
                        <a:rPr kumimoji="0" lang="en-US" sz="1100" b="1" i="0" u="none" strike="noStrike" kern="1200" cap="none" spc="0" normalizeH="0" baseline="0" noProof="0" dirty="0">
                          <a:ln>
                            <a:noFill/>
                          </a:ln>
                          <a:solidFill>
                            <a:schemeClr val="bg1"/>
                          </a:solidFill>
                          <a:effectLst/>
                          <a:uLnTx/>
                          <a:uFillTx/>
                          <a:latin typeface="Calibri" panose="020F0502020204030204"/>
                          <a:ea typeface="+mn-ea"/>
                          <a:cs typeface="+mn-cs"/>
                        </a:rPr>
                        <a:t>Session 9</a:t>
                      </a:r>
                      <a:endParaRPr lang="en-US" sz="1100" dirty="0">
                        <a:solidFill>
                          <a:schemeClr val="bg1"/>
                        </a:solidFill>
                      </a:endParaRPr>
                    </a:p>
                  </a:txBody>
                  <a:tcPr marL="70223" marR="70223" marT="35111" marB="35111">
                    <a:solidFill>
                      <a:schemeClr val="tx1"/>
                    </a:solidFill>
                  </a:tcPr>
                </a:tc>
                <a:extLst>
                  <a:ext uri="{0D108BD9-81ED-4DB2-BD59-A6C34878D82A}">
                    <a16:rowId xmlns:a16="http://schemas.microsoft.com/office/drawing/2014/main" val="4076229127"/>
                  </a:ext>
                </a:extLst>
              </a:tr>
              <a:tr h="280891">
                <a:tc>
                  <a:txBody>
                    <a:bodyPr/>
                    <a:lstStyle/>
                    <a:p>
                      <a:pPr algn="ctr"/>
                      <a:endParaRPr lang="en-US" sz="1400" dirty="0">
                        <a:solidFill>
                          <a:schemeClr val="tx1"/>
                        </a:solidFill>
                      </a:endParaRPr>
                    </a:p>
                  </a:txBody>
                  <a:tcPr marL="70223" marR="70223" marT="35111" marB="35111" anchor="ctr">
                    <a:solidFill>
                      <a:schemeClr val="bg1"/>
                    </a:solidFill>
                  </a:tcPr>
                </a:tc>
                <a:tc>
                  <a:txBody>
                    <a:bodyPr/>
                    <a:lstStyle/>
                    <a:p>
                      <a:endParaRPr lang="en-US" sz="1400" dirty="0"/>
                    </a:p>
                  </a:txBody>
                  <a:tcPr marL="70223" marR="70223" marT="35111" marB="35111">
                    <a:solidFill>
                      <a:schemeClr val="bg1"/>
                    </a:solidFill>
                  </a:tcPr>
                </a:tc>
                <a:tc>
                  <a:txBody>
                    <a:bodyPr/>
                    <a:lstStyle/>
                    <a:p>
                      <a:endParaRPr lang="en-US" sz="1400" dirty="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dirty="0"/>
                    </a:p>
                  </a:txBody>
                  <a:tcPr marL="70223" marR="70223" marT="35111" marB="35111">
                    <a:solidFill>
                      <a:schemeClr val="bg1"/>
                    </a:solidFill>
                  </a:tcPr>
                </a:tc>
                <a:extLst>
                  <a:ext uri="{0D108BD9-81ED-4DB2-BD59-A6C34878D82A}">
                    <a16:rowId xmlns:a16="http://schemas.microsoft.com/office/drawing/2014/main" val="1456946727"/>
                  </a:ext>
                </a:extLst>
              </a:tr>
              <a:tr h="6441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Practice A</a:t>
                      </a:r>
                    </a:p>
                  </a:txBody>
                  <a:tcPr marL="70223" marR="70223" marT="35111" marB="35111" anchor="ctr">
                    <a:solidFill>
                      <a:srgbClr val="FFFF00"/>
                    </a:solidFill>
                  </a:tcPr>
                </a:tc>
                <a:tc>
                  <a:txBody>
                    <a:bodyPr/>
                    <a:lstStyle/>
                    <a:p>
                      <a:pPr algn="ctr"/>
                      <a:r>
                        <a:rPr lang="en-US" sz="1000" dirty="0"/>
                        <a:t>Presentation by Alice</a:t>
                      </a:r>
                    </a:p>
                  </a:txBody>
                  <a:tcPr marL="70223" marR="70223" marT="35111" marB="35111" anchor="ctr">
                    <a:solidFill>
                      <a:schemeClr val="bg1">
                        <a:lumMod val="85000"/>
                      </a:schemeClr>
                    </a:solidFill>
                  </a:tcPr>
                </a:tc>
                <a:tc>
                  <a:txBody>
                    <a:bodyPr/>
                    <a:lstStyle/>
                    <a:p>
                      <a:pPr algn="ctr"/>
                      <a:r>
                        <a:rPr lang="en-US" sz="1000" dirty="0"/>
                        <a:t>Training session by Bob</a:t>
                      </a:r>
                    </a:p>
                  </a:txBody>
                  <a:tcPr marL="70223" marR="70223" marT="35111" marB="35111" anchor="ctr">
                    <a:solidFill>
                      <a:schemeClr val="accent1">
                        <a:lumMod val="20000"/>
                        <a:lumOff val="80000"/>
                      </a:schemeClr>
                    </a:solidFill>
                  </a:tcPr>
                </a:tc>
                <a:tc>
                  <a:txBody>
                    <a:bodyPr/>
                    <a:lstStyle/>
                    <a:p>
                      <a:pPr algn="ctr"/>
                      <a:r>
                        <a:rPr lang="en-US" sz="1000" dirty="0"/>
                        <a:t>Co-Dev session by Charlie</a:t>
                      </a:r>
                    </a:p>
                  </a:txBody>
                  <a:tcPr marL="70223" marR="70223" marT="35111" marB="35111" anchor="ctr">
                    <a:solidFill>
                      <a:schemeClr val="accent6">
                        <a:lumMod val="20000"/>
                        <a:lumOff val="80000"/>
                      </a:schemeClr>
                    </a:solidFill>
                  </a:tcPr>
                </a:tc>
                <a:tc>
                  <a:txBody>
                    <a:bodyPr/>
                    <a:lstStyle/>
                    <a:p>
                      <a:pPr algn="ctr"/>
                      <a:endParaRPr lang="en-US" sz="1000" dirty="0"/>
                    </a:p>
                  </a:txBody>
                  <a:tcPr marL="70223" marR="70223" marT="35111" marB="35111" anchor="ctr">
                    <a:solidFill>
                      <a:schemeClr val="bg1"/>
                    </a:solidFill>
                  </a:tcPr>
                </a:tc>
                <a:tc>
                  <a:txBody>
                    <a:bodyPr/>
                    <a:lstStyle/>
                    <a:p>
                      <a:pPr algn="ctr"/>
                      <a:endParaRPr lang="en-US" sz="1000" dirty="0"/>
                    </a:p>
                  </a:txBody>
                  <a:tcPr marL="70223" marR="70223" marT="35111" marB="35111" anchor="ctr">
                    <a:solidFill>
                      <a:schemeClr val="bg1"/>
                    </a:solidFill>
                  </a:tcPr>
                </a:tc>
                <a:tc>
                  <a:txBody>
                    <a:bodyPr/>
                    <a:lstStyle/>
                    <a:p>
                      <a:pPr algn="ctr"/>
                      <a:endParaRPr lang="en-US" sz="1000"/>
                    </a:p>
                  </a:txBody>
                  <a:tcPr marL="70223" marR="70223" marT="35111" marB="35111" anchor="ctr">
                    <a:solidFill>
                      <a:schemeClr val="bg1"/>
                    </a:solidFill>
                  </a:tcPr>
                </a:tc>
                <a:tc>
                  <a:txBody>
                    <a:bodyPr/>
                    <a:lstStyle/>
                    <a:p>
                      <a:pPr algn="ctr"/>
                      <a:endParaRPr lang="en-US" sz="1000"/>
                    </a:p>
                  </a:txBody>
                  <a:tcPr marL="70223" marR="70223" marT="35111" marB="35111" anchor="ctr">
                    <a:solidFill>
                      <a:schemeClr val="bg1"/>
                    </a:solidFill>
                  </a:tcPr>
                </a:tc>
                <a:tc>
                  <a:txBody>
                    <a:bodyPr/>
                    <a:lstStyle/>
                    <a:p>
                      <a:pPr algn="ctr"/>
                      <a:endParaRPr lang="en-US" sz="1000"/>
                    </a:p>
                  </a:txBody>
                  <a:tcPr marL="70223" marR="70223" marT="35111" marB="35111" anchor="ctr">
                    <a:solidFill>
                      <a:schemeClr val="bg1"/>
                    </a:solidFill>
                  </a:tcPr>
                </a:tc>
                <a:tc>
                  <a:txBody>
                    <a:bodyPr/>
                    <a:lstStyle/>
                    <a:p>
                      <a:pPr algn="ctr"/>
                      <a:endParaRPr lang="en-US" sz="1000"/>
                    </a:p>
                  </a:txBody>
                  <a:tcPr marL="70223" marR="70223" marT="35111" marB="35111" anchor="ctr">
                    <a:solidFill>
                      <a:schemeClr val="bg1"/>
                    </a:solidFill>
                  </a:tcPr>
                </a:tc>
                <a:extLst>
                  <a:ext uri="{0D108BD9-81ED-4DB2-BD59-A6C34878D82A}">
                    <a16:rowId xmlns:a16="http://schemas.microsoft.com/office/drawing/2014/main" val="55005126"/>
                  </a:ext>
                </a:extLst>
              </a:tr>
              <a:tr h="280891">
                <a:tc>
                  <a:txBody>
                    <a:bodyPr/>
                    <a:lstStyle/>
                    <a:p>
                      <a:pPr algn="ctr"/>
                      <a:endParaRPr lang="en-US" sz="1400" dirty="0">
                        <a:solidFill>
                          <a:schemeClr val="tx1"/>
                        </a:solidFill>
                      </a:endParaRPr>
                    </a:p>
                  </a:txBody>
                  <a:tcPr marL="70223" marR="70223" marT="35111" marB="35111" anchor="ctr">
                    <a:solidFill>
                      <a:schemeClr val="bg1"/>
                    </a:solidFill>
                  </a:tcPr>
                </a:tc>
                <a:tc>
                  <a:txBody>
                    <a:bodyPr/>
                    <a:lstStyle/>
                    <a:p>
                      <a:pPr algn="ctr"/>
                      <a:endParaRPr lang="en-US" sz="1000" dirty="0"/>
                    </a:p>
                  </a:txBody>
                  <a:tcPr marL="70223" marR="70223" marT="35111" marB="35111" anchor="ctr">
                    <a:solidFill>
                      <a:schemeClr val="bg1"/>
                    </a:solidFill>
                  </a:tcPr>
                </a:tc>
                <a:tc>
                  <a:txBody>
                    <a:bodyPr/>
                    <a:lstStyle/>
                    <a:p>
                      <a:pPr algn="ctr"/>
                      <a:endParaRPr lang="en-US" sz="1000" dirty="0"/>
                    </a:p>
                  </a:txBody>
                  <a:tcPr marL="70223" marR="70223" marT="35111" marB="35111" anchor="ctr">
                    <a:solidFill>
                      <a:schemeClr val="bg1"/>
                    </a:solidFill>
                  </a:tcPr>
                </a:tc>
                <a:tc>
                  <a:txBody>
                    <a:bodyPr/>
                    <a:lstStyle/>
                    <a:p>
                      <a:pPr algn="ctr"/>
                      <a:endParaRPr lang="en-US" sz="1000" dirty="0"/>
                    </a:p>
                  </a:txBody>
                  <a:tcPr marL="70223" marR="70223" marT="35111" marB="35111" anchor="ctr">
                    <a:solidFill>
                      <a:schemeClr val="bg1"/>
                    </a:solidFill>
                  </a:tcPr>
                </a:tc>
                <a:tc>
                  <a:txBody>
                    <a:bodyPr/>
                    <a:lstStyle/>
                    <a:p>
                      <a:pPr algn="ctr"/>
                      <a:endParaRPr lang="en-US" sz="1000" dirty="0"/>
                    </a:p>
                  </a:txBody>
                  <a:tcPr marL="70223" marR="70223" marT="35111" marB="35111" anchor="ctr">
                    <a:solidFill>
                      <a:schemeClr val="bg1"/>
                    </a:solidFill>
                  </a:tcPr>
                </a:tc>
                <a:tc>
                  <a:txBody>
                    <a:bodyPr/>
                    <a:lstStyle/>
                    <a:p>
                      <a:pPr algn="ctr"/>
                      <a:endParaRPr lang="en-US" sz="1000"/>
                    </a:p>
                  </a:txBody>
                  <a:tcPr marL="70223" marR="70223" marT="35111" marB="35111" anchor="ctr">
                    <a:solidFill>
                      <a:schemeClr val="bg1"/>
                    </a:solidFill>
                  </a:tcPr>
                </a:tc>
                <a:tc>
                  <a:txBody>
                    <a:bodyPr/>
                    <a:lstStyle/>
                    <a:p>
                      <a:pPr algn="ctr"/>
                      <a:endParaRPr lang="en-US" sz="1000"/>
                    </a:p>
                  </a:txBody>
                  <a:tcPr marL="70223" marR="70223" marT="35111" marB="35111" anchor="ctr">
                    <a:solidFill>
                      <a:schemeClr val="bg1"/>
                    </a:solidFill>
                  </a:tcPr>
                </a:tc>
                <a:tc>
                  <a:txBody>
                    <a:bodyPr/>
                    <a:lstStyle/>
                    <a:p>
                      <a:pPr algn="ctr"/>
                      <a:endParaRPr lang="en-US" sz="1000"/>
                    </a:p>
                  </a:txBody>
                  <a:tcPr marL="70223" marR="70223" marT="35111" marB="35111" anchor="ctr">
                    <a:solidFill>
                      <a:schemeClr val="bg1"/>
                    </a:solidFill>
                  </a:tcPr>
                </a:tc>
                <a:tc>
                  <a:txBody>
                    <a:bodyPr/>
                    <a:lstStyle/>
                    <a:p>
                      <a:pPr algn="ctr"/>
                      <a:endParaRPr lang="en-US" sz="1000"/>
                    </a:p>
                  </a:txBody>
                  <a:tcPr marL="70223" marR="70223" marT="35111" marB="35111" anchor="ctr">
                    <a:solidFill>
                      <a:schemeClr val="bg1"/>
                    </a:solidFill>
                  </a:tcPr>
                </a:tc>
                <a:tc>
                  <a:txBody>
                    <a:bodyPr/>
                    <a:lstStyle/>
                    <a:p>
                      <a:pPr algn="ctr"/>
                      <a:endParaRPr lang="en-US" sz="1000"/>
                    </a:p>
                  </a:txBody>
                  <a:tcPr marL="70223" marR="70223" marT="35111" marB="35111" anchor="ctr">
                    <a:solidFill>
                      <a:schemeClr val="bg1"/>
                    </a:solidFill>
                  </a:tcPr>
                </a:tc>
                <a:extLst>
                  <a:ext uri="{0D108BD9-81ED-4DB2-BD59-A6C34878D82A}">
                    <a16:rowId xmlns:a16="http://schemas.microsoft.com/office/drawing/2014/main" val="3645593550"/>
                  </a:ext>
                </a:extLst>
              </a:tr>
              <a:tr h="644177">
                <a:tc>
                  <a:txBody>
                    <a:bodyPr/>
                    <a:lstStyle/>
                    <a:p>
                      <a:pPr algn="ctr"/>
                      <a:r>
                        <a:rPr lang="en-US" sz="1400" dirty="0">
                          <a:solidFill>
                            <a:schemeClr val="tx1"/>
                          </a:solidFill>
                        </a:rPr>
                        <a:t>Practice B</a:t>
                      </a:r>
                    </a:p>
                  </a:txBody>
                  <a:tcPr marL="70223" marR="70223" marT="35111" marB="35111" anchor="ctr">
                    <a:solidFill>
                      <a:srgbClr val="FF00FF"/>
                    </a:solidFill>
                  </a:tcPr>
                </a:tc>
                <a:tc>
                  <a:txBody>
                    <a:bodyPr/>
                    <a:lstStyle/>
                    <a:p>
                      <a:pPr algn="ctr"/>
                      <a:endParaRPr lang="en-US" sz="1000"/>
                    </a:p>
                  </a:txBody>
                  <a:tcPr marL="70223" marR="70223" marT="35111" marB="35111" anchor="ctr">
                    <a:solidFill>
                      <a:schemeClr val="bg1"/>
                    </a:solidFill>
                  </a:tcPr>
                </a:tc>
                <a:tc>
                  <a:txBody>
                    <a:bodyPr/>
                    <a:lstStyle/>
                    <a:p>
                      <a:pPr algn="ctr"/>
                      <a:endParaRPr lang="en-US" sz="1000"/>
                    </a:p>
                  </a:txBody>
                  <a:tcPr marL="70223" marR="70223" marT="35111" marB="35111" anchor="ctr">
                    <a:solidFill>
                      <a:schemeClr val="bg1"/>
                    </a:solidFill>
                  </a:tcPr>
                </a:tc>
                <a:tc>
                  <a:txBody>
                    <a:bodyPr/>
                    <a:lstStyle/>
                    <a:p>
                      <a:pPr algn="ctr"/>
                      <a:endParaRPr lang="en-US" sz="1000"/>
                    </a:p>
                  </a:txBody>
                  <a:tcPr marL="70223" marR="70223" marT="35111" marB="35111" anchor="ctr">
                    <a:solidFill>
                      <a:schemeClr val="bg1"/>
                    </a:solidFill>
                  </a:tcPr>
                </a:tc>
                <a:tc>
                  <a:txBody>
                    <a:bodyPr/>
                    <a:lstStyle/>
                    <a:p>
                      <a:pPr algn="ctr"/>
                      <a:r>
                        <a:rPr lang="en-US" sz="1000" dirty="0"/>
                        <a:t>Feedback presentation by Charlie</a:t>
                      </a:r>
                    </a:p>
                  </a:txBody>
                  <a:tcPr marL="70223" marR="70223" marT="35111" marB="35111" anchor="ctr">
                    <a:solidFill>
                      <a:schemeClr val="bg1">
                        <a:lumMod val="85000"/>
                      </a:schemeClr>
                    </a:solidFill>
                  </a:tcPr>
                </a:tc>
                <a:tc>
                  <a:txBody>
                    <a:bodyPr/>
                    <a:lstStyle/>
                    <a:p>
                      <a:pPr algn="ctr"/>
                      <a:r>
                        <a:rPr lang="en-US" sz="1000" dirty="0"/>
                        <a:t>Training by Charlie</a:t>
                      </a:r>
                    </a:p>
                  </a:txBody>
                  <a:tcPr marL="70223" marR="70223" marT="35111" marB="35111" anchor="ctr">
                    <a:solidFill>
                      <a:schemeClr val="accent5">
                        <a:lumMod val="20000"/>
                        <a:lumOff val="80000"/>
                      </a:schemeClr>
                    </a:solidFill>
                  </a:tcPr>
                </a:tc>
                <a:tc>
                  <a:txBody>
                    <a:bodyPr/>
                    <a:lstStyle/>
                    <a:p>
                      <a:pPr algn="ctr"/>
                      <a:r>
                        <a:rPr lang="en-US" sz="1000" dirty="0"/>
                        <a:t>Shadowing by Charlie (expert in practice B)</a:t>
                      </a:r>
                    </a:p>
                  </a:txBody>
                  <a:tcPr marL="70223" marR="70223" marT="35111" marB="35111" anchor="ctr">
                    <a:solidFill>
                      <a:schemeClr val="accent6">
                        <a:lumMod val="20000"/>
                        <a:lumOff val="80000"/>
                      </a:schemeClr>
                    </a:solidFill>
                  </a:tcPr>
                </a:tc>
                <a:tc>
                  <a:txBody>
                    <a:bodyPr/>
                    <a:lstStyle/>
                    <a:p>
                      <a:pPr algn="ctr"/>
                      <a:endParaRPr lang="en-US" sz="1000" dirty="0"/>
                    </a:p>
                  </a:txBody>
                  <a:tcPr marL="70223" marR="70223" marT="35111" marB="35111" anchor="ctr">
                    <a:solidFill>
                      <a:schemeClr val="bg1"/>
                    </a:solidFill>
                  </a:tcPr>
                </a:tc>
                <a:tc>
                  <a:txBody>
                    <a:bodyPr/>
                    <a:lstStyle/>
                    <a:p>
                      <a:pPr algn="ctr"/>
                      <a:endParaRPr lang="en-US" sz="1000" dirty="0"/>
                    </a:p>
                  </a:txBody>
                  <a:tcPr marL="70223" marR="70223" marT="35111" marB="35111" anchor="ctr">
                    <a:solidFill>
                      <a:schemeClr val="bg1"/>
                    </a:solidFill>
                  </a:tcPr>
                </a:tc>
                <a:tc>
                  <a:txBody>
                    <a:bodyPr/>
                    <a:lstStyle/>
                    <a:p>
                      <a:pPr algn="ctr"/>
                      <a:endParaRPr lang="en-US" sz="1000" dirty="0"/>
                    </a:p>
                  </a:txBody>
                  <a:tcPr marL="70223" marR="70223" marT="35111" marB="35111" anchor="ctr">
                    <a:solidFill>
                      <a:schemeClr val="bg1"/>
                    </a:solidFill>
                  </a:tcPr>
                </a:tc>
                <a:extLst>
                  <a:ext uri="{0D108BD9-81ED-4DB2-BD59-A6C34878D82A}">
                    <a16:rowId xmlns:a16="http://schemas.microsoft.com/office/drawing/2014/main" val="1799357627"/>
                  </a:ext>
                </a:extLst>
              </a:tr>
              <a:tr h="280891">
                <a:tc>
                  <a:txBody>
                    <a:bodyPr/>
                    <a:lstStyle/>
                    <a:p>
                      <a:pPr algn="ctr"/>
                      <a:endParaRPr lang="en-US" sz="1400" dirty="0">
                        <a:solidFill>
                          <a:schemeClr val="tx1"/>
                        </a:solidFill>
                      </a:endParaRPr>
                    </a:p>
                  </a:txBody>
                  <a:tcPr marL="70223" marR="70223" marT="35111" marB="35111" anchor="ctr">
                    <a:solidFill>
                      <a:schemeClr val="bg1"/>
                    </a:solidFill>
                  </a:tcPr>
                </a:tc>
                <a:tc>
                  <a:txBody>
                    <a:bodyPr/>
                    <a:lstStyle/>
                    <a:p>
                      <a:pPr algn="ctr"/>
                      <a:endParaRPr lang="en-US" sz="1000"/>
                    </a:p>
                  </a:txBody>
                  <a:tcPr marL="70223" marR="70223" marT="35111" marB="35111" anchor="ctr">
                    <a:solidFill>
                      <a:schemeClr val="bg1"/>
                    </a:solidFill>
                  </a:tcPr>
                </a:tc>
                <a:tc>
                  <a:txBody>
                    <a:bodyPr/>
                    <a:lstStyle/>
                    <a:p>
                      <a:pPr algn="ctr"/>
                      <a:endParaRPr lang="en-US" sz="1000"/>
                    </a:p>
                  </a:txBody>
                  <a:tcPr marL="70223" marR="70223" marT="35111" marB="35111" anchor="ctr">
                    <a:solidFill>
                      <a:schemeClr val="bg1"/>
                    </a:solidFill>
                  </a:tcPr>
                </a:tc>
                <a:tc>
                  <a:txBody>
                    <a:bodyPr/>
                    <a:lstStyle/>
                    <a:p>
                      <a:pPr algn="ctr"/>
                      <a:endParaRPr lang="en-US" sz="1000"/>
                    </a:p>
                  </a:txBody>
                  <a:tcPr marL="70223" marR="70223" marT="35111" marB="35111" anchor="ctr">
                    <a:solidFill>
                      <a:schemeClr val="bg1"/>
                    </a:solidFill>
                  </a:tcPr>
                </a:tc>
                <a:tc>
                  <a:txBody>
                    <a:bodyPr/>
                    <a:lstStyle/>
                    <a:p>
                      <a:pPr algn="ctr"/>
                      <a:endParaRPr lang="en-US" sz="1000"/>
                    </a:p>
                  </a:txBody>
                  <a:tcPr marL="70223" marR="70223" marT="35111" marB="35111" anchor="ctr">
                    <a:solidFill>
                      <a:schemeClr val="bg1"/>
                    </a:solidFill>
                  </a:tcPr>
                </a:tc>
                <a:tc>
                  <a:txBody>
                    <a:bodyPr/>
                    <a:lstStyle/>
                    <a:p>
                      <a:pPr algn="ctr"/>
                      <a:endParaRPr lang="en-US" sz="1000" dirty="0"/>
                    </a:p>
                  </a:txBody>
                  <a:tcPr marL="70223" marR="70223" marT="35111" marB="35111" anchor="ctr">
                    <a:solidFill>
                      <a:schemeClr val="bg1"/>
                    </a:solidFill>
                  </a:tcPr>
                </a:tc>
                <a:tc>
                  <a:txBody>
                    <a:bodyPr/>
                    <a:lstStyle/>
                    <a:p>
                      <a:pPr algn="ctr"/>
                      <a:endParaRPr lang="en-US" sz="1000" dirty="0"/>
                    </a:p>
                  </a:txBody>
                  <a:tcPr marL="70223" marR="70223" marT="35111" marB="35111" anchor="ctr">
                    <a:solidFill>
                      <a:schemeClr val="bg1"/>
                    </a:solidFill>
                  </a:tcPr>
                </a:tc>
                <a:tc>
                  <a:txBody>
                    <a:bodyPr/>
                    <a:lstStyle/>
                    <a:p>
                      <a:pPr algn="ctr"/>
                      <a:endParaRPr lang="en-US" sz="1000" dirty="0"/>
                    </a:p>
                  </a:txBody>
                  <a:tcPr marL="70223" marR="70223" marT="35111" marB="35111" anchor="ctr">
                    <a:solidFill>
                      <a:schemeClr val="bg1"/>
                    </a:solidFill>
                  </a:tcPr>
                </a:tc>
                <a:tc>
                  <a:txBody>
                    <a:bodyPr/>
                    <a:lstStyle/>
                    <a:p>
                      <a:pPr algn="ctr"/>
                      <a:endParaRPr lang="en-US" sz="1000" dirty="0"/>
                    </a:p>
                  </a:txBody>
                  <a:tcPr marL="70223" marR="70223" marT="35111" marB="35111" anchor="ctr">
                    <a:solidFill>
                      <a:schemeClr val="bg1"/>
                    </a:solidFill>
                  </a:tcPr>
                </a:tc>
                <a:tc>
                  <a:txBody>
                    <a:bodyPr/>
                    <a:lstStyle/>
                    <a:p>
                      <a:pPr algn="ctr"/>
                      <a:endParaRPr lang="en-US" sz="1000" dirty="0"/>
                    </a:p>
                  </a:txBody>
                  <a:tcPr marL="70223" marR="70223" marT="35111" marB="35111" anchor="ctr">
                    <a:solidFill>
                      <a:schemeClr val="bg1"/>
                    </a:solidFill>
                  </a:tcPr>
                </a:tc>
                <a:extLst>
                  <a:ext uri="{0D108BD9-81ED-4DB2-BD59-A6C34878D82A}">
                    <a16:rowId xmlns:a16="http://schemas.microsoft.com/office/drawing/2014/main" val="1383614597"/>
                  </a:ext>
                </a:extLst>
              </a:tr>
              <a:tr h="644177">
                <a:tc>
                  <a:txBody>
                    <a:bodyPr/>
                    <a:lstStyle/>
                    <a:p>
                      <a:pPr algn="ctr"/>
                      <a:r>
                        <a:rPr lang="en-US" sz="1400" dirty="0">
                          <a:solidFill>
                            <a:schemeClr val="tx1"/>
                          </a:solidFill>
                        </a:rPr>
                        <a:t>Practice C</a:t>
                      </a:r>
                    </a:p>
                  </a:txBody>
                  <a:tcPr marL="70223" marR="70223" marT="35111" marB="35111" anchor="ctr">
                    <a:solidFill>
                      <a:srgbClr val="FFC000"/>
                    </a:solidFill>
                  </a:tcPr>
                </a:tc>
                <a:tc>
                  <a:txBody>
                    <a:bodyPr/>
                    <a:lstStyle/>
                    <a:p>
                      <a:pPr algn="ctr"/>
                      <a:endParaRPr lang="en-US" sz="1000" dirty="0"/>
                    </a:p>
                  </a:txBody>
                  <a:tcPr marL="70223" marR="70223" marT="35111" marB="35111" anchor="ctr">
                    <a:solidFill>
                      <a:schemeClr val="bg1"/>
                    </a:solidFill>
                  </a:tcPr>
                </a:tc>
                <a:tc>
                  <a:txBody>
                    <a:bodyPr/>
                    <a:lstStyle/>
                    <a:p>
                      <a:pPr algn="ctr"/>
                      <a:endParaRPr lang="en-US" sz="1000" dirty="0"/>
                    </a:p>
                  </a:txBody>
                  <a:tcPr marL="70223" marR="70223" marT="35111" marB="35111" anchor="ctr">
                    <a:solidFill>
                      <a:schemeClr val="bg1"/>
                    </a:solidFill>
                  </a:tcPr>
                </a:tc>
                <a:tc>
                  <a:txBody>
                    <a:bodyPr/>
                    <a:lstStyle/>
                    <a:p>
                      <a:pPr algn="ctr"/>
                      <a:endParaRPr lang="en-US" sz="1000" dirty="0"/>
                    </a:p>
                  </a:txBody>
                  <a:tcPr marL="70223" marR="70223" marT="35111" marB="35111" anchor="ctr">
                    <a:solidFill>
                      <a:schemeClr val="bg1"/>
                    </a:solidFill>
                  </a:tcPr>
                </a:tc>
                <a:tc>
                  <a:txBody>
                    <a:bodyPr/>
                    <a:lstStyle/>
                    <a:p>
                      <a:pPr algn="ctr"/>
                      <a:endParaRPr lang="en-US" sz="1000" dirty="0"/>
                    </a:p>
                  </a:txBody>
                  <a:tcPr marL="70223" marR="70223" marT="35111" marB="35111" anchor="ctr">
                    <a:solidFill>
                      <a:schemeClr val="bg1"/>
                    </a:solidFill>
                  </a:tcPr>
                </a:tc>
                <a:tc>
                  <a:txBody>
                    <a:bodyPr/>
                    <a:lstStyle/>
                    <a:p>
                      <a:pPr algn="ctr"/>
                      <a:endParaRPr lang="en-US" sz="1000"/>
                    </a:p>
                  </a:txBody>
                  <a:tcPr marL="70223" marR="70223" marT="35111" marB="35111" anchor="ctr">
                    <a:solidFill>
                      <a:schemeClr val="bg1"/>
                    </a:solidFill>
                  </a:tcPr>
                </a:tc>
                <a:tc>
                  <a:txBody>
                    <a:bodyPr/>
                    <a:lstStyle/>
                    <a:p>
                      <a:pPr algn="ctr"/>
                      <a:endParaRPr lang="en-US" sz="1000"/>
                    </a:p>
                  </a:txBody>
                  <a:tcPr marL="70223" marR="70223" marT="35111" marB="35111" anchor="ctr">
                    <a:solidFill>
                      <a:schemeClr val="bg1"/>
                    </a:solidFill>
                  </a:tcPr>
                </a:tc>
                <a:tc>
                  <a:txBody>
                    <a:bodyPr/>
                    <a:lstStyle/>
                    <a:p>
                      <a:pPr algn="ctr"/>
                      <a:r>
                        <a:rPr lang="en-US" sz="1000" dirty="0"/>
                        <a:t>Example talk by Dick</a:t>
                      </a:r>
                    </a:p>
                  </a:txBody>
                  <a:tcPr marL="70223" marR="70223" marT="35111" marB="35111" anchor="ctr">
                    <a:solidFill>
                      <a:schemeClr val="bg1">
                        <a:lumMod val="85000"/>
                      </a:schemeClr>
                    </a:solidFill>
                  </a:tcPr>
                </a:tc>
                <a:tc>
                  <a:txBody>
                    <a:bodyPr/>
                    <a:lstStyle/>
                    <a:p>
                      <a:pPr algn="ctr"/>
                      <a:r>
                        <a:rPr lang="en-US" sz="1000" dirty="0"/>
                        <a:t>Practice C Dojo by Alice </a:t>
                      </a:r>
                    </a:p>
                  </a:txBody>
                  <a:tcPr marL="70223" marR="70223" marT="35111" marB="35111" anchor="ctr">
                    <a:solidFill>
                      <a:schemeClr val="accent1">
                        <a:lumMod val="20000"/>
                        <a:lumOff val="80000"/>
                      </a:schemeClr>
                    </a:solidFill>
                  </a:tcPr>
                </a:tc>
                <a:tc>
                  <a:txBody>
                    <a:bodyPr/>
                    <a:lstStyle/>
                    <a:p>
                      <a:pPr algn="ctr"/>
                      <a:r>
                        <a:rPr lang="en-US" sz="1000" dirty="0"/>
                        <a:t>On-field support clinic with Alice</a:t>
                      </a:r>
                    </a:p>
                  </a:txBody>
                  <a:tcPr marL="70223" marR="70223" marT="35111" marB="35111" anchor="ctr">
                    <a:solidFill>
                      <a:schemeClr val="accent6">
                        <a:lumMod val="20000"/>
                        <a:lumOff val="80000"/>
                      </a:schemeClr>
                    </a:solidFill>
                  </a:tcPr>
                </a:tc>
                <a:extLst>
                  <a:ext uri="{0D108BD9-81ED-4DB2-BD59-A6C34878D82A}">
                    <a16:rowId xmlns:a16="http://schemas.microsoft.com/office/drawing/2014/main" val="893293149"/>
                  </a:ext>
                </a:extLst>
              </a:tr>
            </a:tbl>
          </a:graphicData>
        </a:graphic>
      </p:graphicFrame>
      <p:sp>
        <p:nvSpPr>
          <p:cNvPr id="19" name="CasellaDiTesto 18">
            <a:extLst>
              <a:ext uri="{FF2B5EF4-FFF2-40B4-BE49-F238E27FC236}">
                <a16:creationId xmlns:a16="http://schemas.microsoft.com/office/drawing/2014/main" id="{317DF990-65F2-33B3-2459-DEC3E09EF4C4}"/>
              </a:ext>
            </a:extLst>
          </p:cNvPr>
          <p:cNvSpPr txBox="1"/>
          <p:nvPr/>
        </p:nvSpPr>
        <p:spPr>
          <a:xfrm>
            <a:off x="308048" y="2014424"/>
            <a:ext cx="1625003" cy="3416320"/>
          </a:xfrm>
          <a:prstGeom prst="rect">
            <a:avLst/>
          </a:prstGeom>
          <a:noFill/>
        </p:spPr>
        <p:txBody>
          <a:bodyPr wrap="square">
            <a:spAutoFit/>
          </a:bodyPr>
          <a:lstStyle/>
          <a:p>
            <a:pPr algn="l"/>
            <a:r>
              <a:rPr lang="en-US" sz="1200" dirty="0">
                <a:solidFill>
                  <a:srgbClr val="5C4E63"/>
                </a:solidFill>
                <a:latin typeface="Avenir Next LT Pro" panose="020B0504020202020204" pitchFamily="34" charset="0"/>
              </a:rPr>
              <a:t>Get to this step when you have the top 3 practices.</a:t>
            </a:r>
          </a:p>
          <a:p>
            <a:pPr algn="l"/>
            <a:endParaRPr lang="en-US" sz="1200" dirty="0">
              <a:solidFill>
                <a:srgbClr val="5C4E63"/>
              </a:solidFill>
              <a:latin typeface="Avenir Next LT Pro" panose="020B0504020202020204" pitchFamily="34" charset="0"/>
            </a:endParaRPr>
          </a:p>
          <a:p>
            <a:pPr algn="l"/>
            <a:endParaRPr lang="en-US" sz="1200" dirty="0">
              <a:solidFill>
                <a:srgbClr val="5C4E63"/>
              </a:solidFill>
              <a:latin typeface="Avenir Next LT Pro" panose="020B0504020202020204" pitchFamily="34" charset="0"/>
            </a:endParaRPr>
          </a:p>
          <a:p>
            <a:pPr algn="l"/>
            <a:r>
              <a:rPr lang="en-US" sz="1200" dirty="0">
                <a:solidFill>
                  <a:srgbClr val="5C4E63"/>
                </a:solidFill>
                <a:latin typeface="Avenir Next LT Pro" panose="020B0504020202020204" pitchFamily="34" charset="0"/>
              </a:rPr>
              <a:t>If you already have the timeslots for your Community (session 1, 2, …), try to integrate your top 3 learning paths in your timeslots.</a:t>
            </a:r>
          </a:p>
          <a:p>
            <a:pPr algn="l"/>
            <a:endParaRPr lang="en-US" sz="1200" dirty="0">
              <a:solidFill>
                <a:srgbClr val="5C4E63"/>
              </a:solidFill>
              <a:latin typeface="Avenir Next LT Pro" panose="020B0504020202020204" pitchFamily="34" charset="0"/>
            </a:endParaRPr>
          </a:p>
          <a:p>
            <a:pPr algn="l"/>
            <a:r>
              <a:rPr lang="en-US" sz="1200" dirty="0">
                <a:solidFill>
                  <a:srgbClr val="5C4E63"/>
                </a:solidFill>
                <a:latin typeface="Avenir Next LT Pro" panose="020B0504020202020204" pitchFamily="34" charset="0"/>
              </a:rPr>
              <a:t>Choose your strategy well : You can use the CoP roadmap patterns if needed.</a:t>
            </a:r>
          </a:p>
        </p:txBody>
      </p:sp>
      <p:pic>
        <p:nvPicPr>
          <p:cNvPr id="20" name="Elemento grafico 19" descr="Badge 1 con riempimento a tinta unita">
            <a:extLst>
              <a:ext uri="{FF2B5EF4-FFF2-40B4-BE49-F238E27FC236}">
                <a16:creationId xmlns:a16="http://schemas.microsoft.com/office/drawing/2014/main" id="{1999CC9E-089A-5CC9-BF4E-E97C6AA86EA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7645" y="1448613"/>
            <a:ext cx="565811" cy="565811"/>
          </a:xfrm>
          <a:prstGeom prst="rect">
            <a:avLst/>
          </a:prstGeom>
        </p:spPr>
      </p:pic>
      <p:pic>
        <p:nvPicPr>
          <p:cNvPr id="21" name="Elemento grafico 20" descr="Badge con riempimento a tinta unita">
            <a:extLst>
              <a:ext uri="{FF2B5EF4-FFF2-40B4-BE49-F238E27FC236}">
                <a16:creationId xmlns:a16="http://schemas.microsoft.com/office/drawing/2014/main" id="{12801BFA-4E2B-3406-07AC-F1C6639AE2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09213" y="5768938"/>
            <a:ext cx="565811" cy="565811"/>
          </a:xfrm>
          <a:prstGeom prst="rect">
            <a:avLst/>
          </a:prstGeom>
        </p:spPr>
      </p:pic>
      <p:sp>
        <p:nvSpPr>
          <p:cNvPr id="22" name="CasellaDiTesto 21">
            <a:extLst>
              <a:ext uri="{FF2B5EF4-FFF2-40B4-BE49-F238E27FC236}">
                <a16:creationId xmlns:a16="http://schemas.microsoft.com/office/drawing/2014/main" id="{E78AC3BE-E7C0-16A3-5EFD-862C402F6094}"/>
              </a:ext>
            </a:extLst>
          </p:cNvPr>
          <p:cNvSpPr txBox="1"/>
          <p:nvPr/>
        </p:nvSpPr>
        <p:spPr>
          <a:xfrm>
            <a:off x="4470997" y="5741787"/>
            <a:ext cx="3493427" cy="830997"/>
          </a:xfrm>
          <a:prstGeom prst="rect">
            <a:avLst/>
          </a:prstGeom>
          <a:noFill/>
        </p:spPr>
        <p:txBody>
          <a:bodyPr wrap="square">
            <a:spAutoFit/>
          </a:bodyPr>
          <a:lstStyle/>
          <a:p>
            <a:pPr algn="l"/>
            <a:r>
              <a:rPr lang="en-US" sz="1200" dirty="0">
                <a:solidFill>
                  <a:srgbClr val="5C4E63"/>
                </a:solidFill>
                <a:latin typeface="Avenir Next LT Pro" panose="020B0504020202020204" pitchFamily="34" charset="0"/>
              </a:rPr>
              <a:t>If you did not have time to produce 3 learning paths, either start a roadmap with what you have or wait for next sessions to produce the 3 learning paths</a:t>
            </a:r>
          </a:p>
        </p:txBody>
      </p:sp>
      <p:pic>
        <p:nvPicPr>
          <p:cNvPr id="2" name="Elemento grafico 1" descr="Cronometro 25% contorno">
            <a:extLst>
              <a:ext uri="{FF2B5EF4-FFF2-40B4-BE49-F238E27FC236}">
                <a16:creationId xmlns:a16="http://schemas.microsoft.com/office/drawing/2014/main" id="{0122A8D6-CEC2-C421-6D09-FB28B0CD278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219687" y="0"/>
            <a:ext cx="914400" cy="914400"/>
          </a:xfrm>
          <a:prstGeom prst="rect">
            <a:avLst/>
          </a:prstGeom>
        </p:spPr>
      </p:pic>
      <p:sp>
        <p:nvSpPr>
          <p:cNvPr id="3" name="CasellaDiTesto 2">
            <a:extLst>
              <a:ext uri="{FF2B5EF4-FFF2-40B4-BE49-F238E27FC236}">
                <a16:creationId xmlns:a16="http://schemas.microsoft.com/office/drawing/2014/main" id="{786B0EDC-4EA1-8A04-E69A-FAB3000E04E5}"/>
              </a:ext>
            </a:extLst>
          </p:cNvPr>
          <p:cNvSpPr txBox="1"/>
          <p:nvPr/>
        </p:nvSpPr>
        <p:spPr>
          <a:xfrm>
            <a:off x="11278721" y="731982"/>
            <a:ext cx="830677" cy="369332"/>
          </a:xfrm>
          <a:prstGeom prst="rect">
            <a:avLst/>
          </a:prstGeom>
          <a:noFill/>
        </p:spPr>
        <p:txBody>
          <a:bodyPr wrap="none" rtlCol="0">
            <a:spAutoFit/>
          </a:bodyPr>
          <a:lstStyle/>
          <a:p>
            <a:r>
              <a:rPr lang="en-US" dirty="0"/>
              <a:t>25 min</a:t>
            </a:r>
          </a:p>
        </p:txBody>
      </p:sp>
    </p:spTree>
    <p:extLst>
      <p:ext uri="{BB962C8B-B14F-4D97-AF65-F5344CB8AC3E}">
        <p14:creationId xmlns:p14="http://schemas.microsoft.com/office/powerpoint/2010/main" val="35913894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1B31EBAE-B37C-0A43-22A0-E84D04D79610}"/>
              </a:ext>
            </a:extLst>
          </p:cNvPr>
          <p:cNvSpPr>
            <a:spLocks noGrp="1"/>
          </p:cNvSpPr>
          <p:nvPr>
            <p:ph type="title"/>
          </p:nvPr>
        </p:nvSpPr>
        <p:spPr/>
        <p:txBody>
          <a:bodyPr/>
          <a:lstStyle/>
          <a:p>
            <a:r>
              <a:rPr lang="en-US" dirty="0"/>
              <a:t>Optional help for Step 5 :</a:t>
            </a:r>
            <a:br>
              <a:rPr lang="en-US" dirty="0"/>
            </a:br>
            <a:r>
              <a:rPr lang="en-US" dirty="0"/>
              <a:t>CoP Roadmap patterns</a:t>
            </a:r>
          </a:p>
        </p:txBody>
      </p:sp>
      <p:sp>
        <p:nvSpPr>
          <p:cNvPr id="5" name="Segnaposto testo 4">
            <a:extLst>
              <a:ext uri="{FF2B5EF4-FFF2-40B4-BE49-F238E27FC236}">
                <a16:creationId xmlns:a16="http://schemas.microsoft.com/office/drawing/2014/main" id="{DFE94C8B-7698-7CC6-BA6E-E57790BACE21}"/>
              </a:ext>
            </a:extLst>
          </p:cNvPr>
          <p:cNvSpPr>
            <a:spLocks noGrp="1"/>
          </p:cNvSpPr>
          <p:nvPr>
            <p:ph type="body" idx="1"/>
          </p:nvPr>
        </p:nvSpPr>
        <p:spPr/>
        <p:txBody>
          <a:bodyPr/>
          <a:lstStyle/>
          <a:p>
            <a:r>
              <a:rPr lang="en-US" dirty="0"/>
              <a:t>In the cases of Community of Practice with multiple practices in target, there are multiple ways to define a roadmap, with elements of various levels. This section studies several usual patterns of CoP roadmaps.</a:t>
            </a:r>
          </a:p>
        </p:txBody>
      </p:sp>
    </p:spTree>
    <p:extLst>
      <p:ext uri="{BB962C8B-B14F-4D97-AF65-F5344CB8AC3E}">
        <p14:creationId xmlns:p14="http://schemas.microsoft.com/office/powerpoint/2010/main" val="17356140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reccia a destra 21">
            <a:extLst>
              <a:ext uri="{FF2B5EF4-FFF2-40B4-BE49-F238E27FC236}">
                <a16:creationId xmlns:a16="http://schemas.microsoft.com/office/drawing/2014/main" id="{D991148C-142E-D3AC-DC63-03B6BBE8F824}"/>
              </a:ext>
            </a:extLst>
          </p:cNvPr>
          <p:cNvSpPr/>
          <p:nvPr/>
        </p:nvSpPr>
        <p:spPr>
          <a:xfrm>
            <a:off x="780801" y="2403102"/>
            <a:ext cx="2177648" cy="68580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3">
            <a:extLst>
              <a:ext uri="{FF2B5EF4-FFF2-40B4-BE49-F238E27FC236}">
                <a16:creationId xmlns:a16="http://schemas.microsoft.com/office/drawing/2014/main" id="{D298E8DB-3CD9-8D78-088F-2BAB323A021B}"/>
              </a:ext>
            </a:extLst>
          </p:cNvPr>
          <p:cNvSpPr>
            <a:spLocks noGrp="1"/>
          </p:cNvSpPr>
          <p:nvPr>
            <p:ph type="title"/>
          </p:nvPr>
        </p:nvSpPr>
        <p:spPr/>
        <p:txBody>
          <a:bodyPr/>
          <a:lstStyle/>
          <a:p>
            <a:r>
              <a:rPr lang="en-US" dirty="0"/>
              <a:t>CoP roadmap workshop</a:t>
            </a:r>
            <a:br>
              <a:rPr lang="en-US" dirty="0"/>
            </a:br>
            <a:r>
              <a:rPr lang="en-US" dirty="0"/>
              <a:t>Simplification for pattern definition</a:t>
            </a:r>
          </a:p>
        </p:txBody>
      </p:sp>
      <p:sp>
        <p:nvSpPr>
          <p:cNvPr id="5" name="Segnaposto contenuto 4">
            <a:extLst>
              <a:ext uri="{FF2B5EF4-FFF2-40B4-BE49-F238E27FC236}">
                <a16:creationId xmlns:a16="http://schemas.microsoft.com/office/drawing/2014/main" id="{F832DE5C-CC74-C42D-0B9B-929A68155139}"/>
              </a:ext>
            </a:extLst>
          </p:cNvPr>
          <p:cNvSpPr>
            <a:spLocks noGrp="1"/>
          </p:cNvSpPr>
          <p:nvPr>
            <p:ph idx="1"/>
          </p:nvPr>
        </p:nvSpPr>
        <p:spPr>
          <a:xfrm>
            <a:off x="4037258" y="3230492"/>
            <a:ext cx="1981505" cy="3399504"/>
          </a:xfrm>
        </p:spPr>
        <p:txBody>
          <a:bodyPr>
            <a:normAutofit lnSpcReduction="10000"/>
          </a:bodyPr>
          <a:lstStyle/>
          <a:p>
            <a:pPr marL="0" indent="0">
              <a:buNone/>
            </a:pPr>
            <a:r>
              <a:rPr lang="en-US" sz="1100" dirty="0"/>
              <a:t>For visual simplification, for most of patterns below, only one session per type of activity has been represented on the example hereby, but it can of course be extended in this pattern (for example, 1 session of show and hope activity, 4 of train and hope activities, 3 of train and support on-field activity.</a:t>
            </a:r>
          </a:p>
          <a:p>
            <a:pPr marL="0" indent="0">
              <a:buNone/>
            </a:pPr>
            <a:r>
              <a:rPr lang="en-US" sz="1100" dirty="0"/>
              <a:t>For visual simplification also, all 3 types of activities are represented for each practice.</a:t>
            </a:r>
          </a:p>
          <a:p>
            <a:pPr marL="0" indent="0">
              <a:buNone/>
            </a:pPr>
            <a:r>
              <a:rPr lang="en-US" sz="1100" dirty="0"/>
              <a:t>When a pattern explicitly needs several sessions of the same type, it is represented as such in the example.</a:t>
            </a:r>
          </a:p>
        </p:txBody>
      </p:sp>
      <p:graphicFrame>
        <p:nvGraphicFramePr>
          <p:cNvPr id="6" name="Tabella 4">
            <a:extLst>
              <a:ext uri="{FF2B5EF4-FFF2-40B4-BE49-F238E27FC236}">
                <a16:creationId xmlns:a16="http://schemas.microsoft.com/office/drawing/2014/main" id="{BE40511D-FE36-CE6E-2A4E-755E84F7431F}"/>
              </a:ext>
            </a:extLst>
          </p:cNvPr>
          <p:cNvGraphicFramePr>
            <a:graphicFrameLocks/>
          </p:cNvGraphicFramePr>
          <p:nvPr>
            <p:extLst>
              <p:ext uri="{D42A27DB-BD31-4B8C-83A1-F6EECF244321}">
                <p14:modId xmlns:p14="http://schemas.microsoft.com/office/powerpoint/2010/main" val="4247950522"/>
              </p:ext>
            </p:extLst>
          </p:nvPr>
        </p:nvGraphicFramePr>
        <p:xfrm>
          <a:off x="3573624" y="2000801"/>
          <a:ext cx="2522376" cy="1082040"/>
        </p:xfrm>
        <a:graphic>
          <a:graphicData uri="http://schemas.openxmlformats.org/drawingml/2006/table">
            <a:tbl>
              <a:tblPr firstRow="1" firstCol="1" bandRow="1">
                <a:tableStyleId>{5C22544A-7EE6-4342-B048-85BDC9FD1C3A}</a:tableStyleId>
              </a:tblPr>
              <a:tblGrid>
                <a:gridCol w="678336">
                  <a:extLst>
                    <a:ext uri="{9D8B030D-6E8A-4147-A177-3AD203B41FA5}">
                      <a16:colId xmlns:a16="http://schemas.microsoft.com/office/drawing/2014/main" val="2069436799"/>
                    </a:ext>
                  </a:extLst>
                </a:gridCol>
                <a:gridCol w="582852">
                  <a:extLst>
                    <a:ext uri="{9D8B030D-6E8A-4147-A177-3AD203B41FA5}">
                      <a16:colId xmlns:a16="http://schemas.microsoft.com/office/drawing/2014/main" val="1634841939"/>
                    </a:ext>
                  </a:extLst>
                </a:gridCol>
                <a:gridCol w="630594">
                  <a:extLst>
                    <a:ext uri="{9D8B030D-6E8A-4147-A177-3AD203B41FA5}">
                      <a16:colId xmlns:a16="http://schemas.microsoft.com/office/drawing/2014/main" val="1075691395"/>
                    </a:ext>
                  </a:extLst>
                </a:gridCol>
                <a:gridCol w="630594">
                  <a:extLst>
                    <a:ext uri="{9D8B030D-6E8A-4147-A177-3AD203B41FA5}">
                      <a16:colId xmlns:a16="http://schemas.microsoft.com/office/drawing/2014/main" val="2934417990"/>
                    </a:ext>
                  </a:extLst>
                </a:gridCol>
              </a:tblGrid>
              <a:tr h="270886">
                <a:tc>
                  <a:txBody>
                    <a:bodyPr/>
                    <a:lstStyle/>
                    <a:p>
                      <a:endParaRPr lang="en-US" sz="1100" dirty="0"/>
                    </a:p>
                  </a:txBody>
                  <a:tcPr>
                    <a:solidFill>
                      <a:schemeClr val="bg1"/>
                    </a:solidFill>
                  </a:tcPr>
                </a:tc>
                <a:tc>
                  <a:txBody>
                    <a:bodyPr/>
                    <a:lstStyle/>
                    <a:p>
                      <a:pPr algn="ctr"/>
                      <a:r>
                        <a:rPr lang="en-US" sz="1000" dirty="0"/>
                        <a:t>Session 1</a:t>
                      </a:r>
                    </a:p>
                  </a:txBody>
                  <a:tcPr>
                    <a:solidFill>
                      <a:schemeClr val="tx1"/>
                    </a:solidFill>
                  </a:tcPr>
                </a:tc>
                <a:tc>
                  <a:txBody>
                    <a:bodyPr/>
                    <a:lstStyle/>
                    <a:p>
                      <a:pPr algn="ctr"/>
                      <a:r>
                        <a:rPr lang="en-US" sz="1000" dirty="0"/>
                        <a:t>Session 2</a:t>
                      </a:r>
                    </a:p>
                  </a:txBody>
                  <a:tcPr>
                    <a:solidFill>
                      <a:schemeClr val="tx1"/>
                    </a:solidFill>
                  </a:tcPr>
                </a:tc>
                <a:tc>
                  <a:txBody>
                    <a:bodyPr/>
                    <a:lstStyle/>
                    <a:p>
                      <a:pPr algn="ctr"/>
                      <a:r>
                        <a:rPr kumimoji="0" lang="en-US" sz="1000" b="1" i="0" u="none" strike="noStrike" kern="1200" cap="none" spc="0" normalizeH="0" baseline="0" noProof="0" dirty="0">
                          <a:ln>
                            <a:noFill/>
                          </a:ln>
                          <a:solidFill>
                            <a:prstClr val="white"/>
                          </a:solidFill>
                          <a:effectLst/>
                          <a:uLnTx/>
                          <a:uFillTx/>
                          <a:latin typeface="Calibri" panose="020F0502020204030204"/>
                          <a:ea typeface="+mn-ea"/>
                          <a:cs typeface="+mn-cs"/>
                        </a:rPr>
                        <a:t>Session 3</a:t>
                      </a:r>
                      <a:endParaRPr lang="en-US" sz="1000" dirty="0"/>
                    </a:p>
                  </a:txBody>
                  <a:tcPr>
                    <a:solidFill>
                      <a:schemeClr val="tx1"/>
                    </a:solidFill>
                  </a:tcPr>
                </a:tc>
                <a:extLst>
                  <a:ext uri="{0D108BD9-81ED-4DB2-BD59-A6C34878D82A}">
                    <a16:rowId xmlns:a16="http://schemas.microsoft.com/office/drawing/2014/main" val="4076229127"/>
                  </a:ext>
                </a:extLst>
              </a:tr>
              <a:tr h="177118">
                <a:tc>
                  <a:txBody>
                    <a:bodyPr/>
                    <a:lstStyle/>
                    <a:p>
                      <a:pPr algn="ctr"/>
                      <a:endParaRPr lang="en-US" sz="1100" dirty="0">
                        <a:solidFill>
                          <a:schemeClr val="tx1"/>
                        </a:solidFill>
                      </a:endParaRPr>
                    </a:p>
                  </a:txBody>
                  <a:tcPr anchor="ctr">
                    <a:solidFill>
                      <a:schemeClr val="bg1"/>
                    </a:solidFill>
                  </a:tcPr>
                </a:tc>
                <a:tc>
                  <a:txBody>
                    <a:bodyPr/>
                    <a:lstStyle/>
                    <a:p>
                      <a:endParaRPr lang="en-US" sz="1100" dirty="0"/>
                    </a:p>
                  </a:txBody>
                  <a:tcPr>
                    <a:solidFill>
                      <a:schemeClr val="bg1"/>
                    </a:solidFill>
                  </a:tcPr>
                </a:tc>
                <a:tc>
                  <a:txBody>
                    <a:bodyPr/>
                    <a:lstStyle/>
                    <a:p>
                      <a:endParaRPr lang="en-US" sz="1100" dirty="0"/>
                    </a:p>
                  </a:txBody>
                  <a:tcPr>
                    <a:solidFill>
                      <a:schemeClr val="bg1"/>
                    </a:solidFill>
                  </a:tcPr>
                </a:tc>
                <a:tc>
                  <a:txBody>
                    <a:bodyPr/>
                    <a:lstStyle/>
                    <a:p>
                      <a:endParaRPr lang="en-US" sz="1100"/>
                    </a:p>
                  </a:txBody>
                  <a:tcPr>
                    <a:solidFill>
                      <a:schemeClr val="bg1"/>
                    </a:solidFill>
                  </a:tcPr>
                </a:tc>
                <a:extLst>
                  <a:ext uri="{0D108BD9-81ED-4DB2-BD59-A6C34878D82A}">
                    <a16:rowId xmlns:a16="http://schemas.microsoft.com/office/drawing/2014/main" val="1456946727"/>
                  </a:ext>
                </a:extLst>
              </a:tr>
              <a:tr h="29172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Practice A</a:t>
                      </a:r>
                    </a:p>
                  </a:txBody>
                  <a:tcPr anchor="ctr">
                    <a:solidFill>
                      <a:srgbClr val="FFFF00"/>
                    </a:solidFill>
                  </a:tcPr>
                </a:tc>
                <a:tc>
                  <a:txBody>
                    <a:bodyPr/>
                    <a:lstStyle/>
                    <a:p>
                      <a:endParaRPr lang="en-US" sz="1100" dirty="0"/>
                    </a:p>
                  </a:txBody>
                  <a:tcPr>
                    <a:solidFill>
                      <a:schemeClr val="bg1">
                        <a:lumMod val="85000"/>
                      </a:schemeClr>
                    </a:solidFill>
                  </a:tcPr>
                </a:tc>
                <a:tc>
                  <a:txBody>
                    <a:bodyPr/>
                    <a:lstStyle/>
                    <a:p>
                      <a:endParaRPr lang="en-US" sz="1100" dirty="0"/>
                    </a:p>
                  </a:txBody>
                  <a:tcPr>
                    <a:solidFill>
                      <a:schemeClr val="accent1">
                        <a:lumMod val="20000"/>
                        <a:lumOff val="80000"/>
                      </a:schemeClr>
                    </a:solidFill>
                  </a:tcPr>
                </a:tc>
                <a:tc>
                  <a:txBody>
                    <a:bodyPr/>
                    <a:lstStyle/>
                    <a:p>
                      <a:endParaRPr lang="en-US" sz="1100" dirty="0"/>
                    </a:p>
                  </a:txBody>
                  <a:tcPr>
                    <a:solidFill>
                      <a:schemeClr val="accent6">
                        <a:lumMod val="20000"/>
                        <a:lumOff val="80000"/>
                      </a:schemeClr>
                    </a:solidFill>
                  </a:tcPr>
                </a:tc>
                <a:extLst>
                  <a:ext uri="{0D108BD9-81ED-4DB2-BD59-A6C34878D82A}">
                    <a16:rowId xmlns:a16="http://schemas.microsoft.com/office/drawing/2014/main" val="55005126"/>
                  </a:ext>
                </a:extLst>
              </a:tr>
            </a:tbl>
          </a:graphicData>
        </a:graphic>
      </p:graphicFrame>
      <p:graphicFrame>
        <p:nvGraphicFramePr>
          <p:cNvPr id="7" name="Tabella 4">
            <a:extLst>
              <a:ext uri="{FF2B5EF4-FFF2-40B4-BE49-F238E27FC236}">
                <a16:creationId xmlns:a16="http://schemas.microsoft.com/office/drawing/2014/main" id="{47912DB8-FCD6-AADC-B2AC-539D39804C95}"/>
              </a:ext>
            </a:extLst>
          </p:cNvPr>
          <p:cNvGraphicFramePr>
            <a:graphicFrameLocks/>
          </p:cNvGraphicFramePr>
          <p:nvPr>
            <p:extLst>
              <p:ext uri="{D42A27DB-BD31-4B8C-83A1-F6EECF244321}">
                <p14:modId xmlns:p14="http://schemas.microsoft.com/office/powerpoint/2010/main" val="2695789067"/>
              </p:ext>
            </p:extLst>
          </p:nvPr>
        </p:nvGraphicFramePr>
        <p:xfrm>
          <a:off x="6693896" y="1976051"/>
          <a:ext cx="1981504" cy="1920240"/>
        </p:xfrm>
        <a:graphic>
          <a:graphicData uri="http://schemas.openxmlformats.org/drawingml/2006/table">
            <a:tbl>
              <a:tblPr firstRow="1" firstCol="1" bandRow="1">
                <a:tableStyleId>{5C22544A-7EE6-4342-B048-85BDC9FD1C3A}</a:tableStyleId>
              </a:tblPr>
              <a:tblGrid>
                <a:gridCol w="990752">
                  <a:extLst>
                    <a:ext uri="{9D8B030D-6E8A-4147-A177-3AD203B41FA5}">
                      <a16:colId xmlns:a16="http://schemas.microsoft.com/office/drawing/2014/main" val="2069436799"/>
                    </a:ext>
                  </a:extLst>
                </a:gridCol>
                <a:gridCol w="990752">
                  <a:extLst>
                    <a:ext uri="{9D8B030D-6E8A-4147-A177-3AD203B41FA5}">
                      <a16:colId xmlns:a16="http://schemas.microsoft.com/office/drawing/2014/main" val="1634841939"/>
                    </a:ext>
                  </a:extLst>
                </a:gridCol>
              </a:tblGrid>
              <a:tr h="0">
                <a:tc>
                  <a:txBody>
                    <a:bodyPr/>
                    <a:lstStyle/>
                    <a:p>
                      <a:endParaRPr lang="en-US" sz="1200" dirty="0"/>
                    </a:p>
                  </a:txBody>
                  <a:tcPr>
                    <a:solidFill>
                      <a:schemeClr val="bg1"/>
                    </a:solidFill>
                  </a:tcPr>
                </a:tc>
                <a:tc>
                  <a:txBody>
                    <a:bodyPr/>
                    <a:lstStyle/>
                    <a:p>
                      <a:pPr algn="ctr"/>
                      <a:r>
                        <a:rPr lang="en-US" sz="1050" dirty="0"/>
                        <a:t>Session 1</a:t>
                      </a:r>
                    </a:p>
                  </a:txBody>
                  <a:tcPr>
                    <a:solidFill>
                      <a:schemeClr val="tx1"/>
                    </a:solidFill>
                  </a:tcPr>
                </a:tc>
                <a:extLst>
                  <a:ext uri="{0D108BD9-81ED-4DB2-BD59-A6C34878D82A}">
                    <a16:rowId xmlns:a16="http://schemas.microsoft.com/office/drawing/2014/main" val="4076229127"/>
                  </a:ext>
                </a:extLst>
              </a:tr>
              <a:tr h="0">
                <a:tc>
                  <a:txBody>
                    <a:bodyPr/>
                    <a:lstStyle/>
                    <a:p>
                      <a:pPr algn="ctr"/>
                      <a:endParaRPr lang="en-US" sz="1200" dirty="0">
                        <a:solidFill>
                          <a:schemeClr val="tx1"/>
                        </a:solidFill>
                      </a:endParaRPr>
                    </a:p>
                  </a:txBody>
                  <a:tcPr anchor="ct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1456946727"/>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Practice A</a:t>
                      </a:r>
                    </a:p>
                  </a:txBody>
                  <a:tcPr anchor="ctr">
                    <a:solidFill>
                      <a:srgbClr val="FFFF00"/>
                    </a:solidFill>
                  </a:tcPr>
                </a:tc>
                <a:tc>
                  <a:txBody>
                    <a:bodyPr/>
                    <a:lstStyle/>
                    <a:p>
                      <a:endParaRPr lang="en-US" sz="1200" dirty="0"/>
                    </a:p>
                  </a:txBody>
                  <a:tcPr>
                    <a:solidFill>
                      <a:schemeClr val="bg1">
                        <a:lumMod val="85000"/>
                      </a:schemeClr>
                    </a:solidFill>
                  </a:tcPr>
                </a:tc>
                <a:extLst>
                  <a:ext uri="{0D108BD9-81ED-4DB2-BD59-A6C34878D82A}">
                    <a16:rowId xmlns:a16="http://schemas.microsoft.com/office/drawing/2014/main" val="55005126"/>
                  </a:ext>
                </a:extLst>
              </a:tr>
              <a:tr h="0">
                <a:tc>
                  <a:txBody>
                    <a:bodyPr/>
                    <a:lstStyle/>
                    <a:p>
                      <a:pPr algn="ctr"/>
                      <a:endParaRPr lang="en-US" sz="1200" dirty="0">
                        <a:solidFill>
                          <a:schemeClr val="tx1"/>
                        </a:solidFill>
                      </a:endParaRPr>
                    </a:p>
                  </a:txBody>
                  <a:tcPr anchor="ct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3645593550"/>
                  </a:ext>
                </a:extLst>
              </a:tr>
              <a:tr h="0">
                <a:tc>
                  <a:txBody>
                    <a:bodyPr/>
                    <a:lstStyle/>
                    <a:p>
                      <a:pPr algn="ctr"/>
                      <a:r>
                        <a:rPr lang="en-US" sz="1200" dirty="0">
                          <a:solidFill>
                            <a:schemeClr val="tx1"/>
                          </a:solidFill>
                        </a:rPr>
                        <a:t>Practice B</a:t>
                      </a:r>
                    </a:p>
                  </a:txBody>
                  <a:tcPr anchor="ctr">
                    <a:solidFill>
                      <a:srgbClr val="FF00FF"/>
                    </a:solidFill>
                  </a:tcPr>
                </a:tc>
                <a:tc>
                  <a:txBody>
                    <a:bodyPr/>
                    <a:lstStyle/>
                    <a:p>
                      <a:endParaRPr lang="en-US" sz="1200" dirty="0"/>
                    </a:p>
                  </a:txBody>
                  <a:tcPr>
                    <a:solidFill>
                      <a:schemeClr val="bg1"/>
                    </a:solidFill>
                  </a:tcPr>
                </a:tc>
                <a:extLst>
                  <a:ext uri="{0D108BD9-81ED-4DB2-BD59-A6C34878D82A}">
                    <a16:rowId xmlns:a16="http://schemas.microsoft.com/office/drawing/2014/main" val="1799357627"/>
                  </a:ext>
                </a:extLst>
              </a:tr>
              <a:tr h="0">
                <a:tc>
                  <a:txBody>
                    <a:bodyPr/>
                    <a:lstStyle/>
                    <a:p>
                      <a:pPr algn="ctr"/>
                      <a:endParaRPr lang="en-US" sz="1200" dirty="0">
                        <a:solidFill>
                          <a:schemeClr val="tx1"/>
                        </a:solidFill>
                      </a:endParaRPr>
                    </a:p>
                  </a:txBody>
                  <a:tcPr anchor="ct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1383614597"/>
                  </a:ext>
                </a:extLst>
              </a:tr>
              <a:tr h="0">
                <a:tc>
                  <a:txBody>
                    <a:bodyPr/>
                    <a:lstStyle/>
                    <a:p>
                      <a:pPr algn="ctr"/>
                      <a:r>
                        <a:rPr lang="en-US" sz="1200" dirty="0">
                          <a:solidFill>
                            <a:schemeClr val="tx1"/>
                          </a:solidFill>
                        </a:rPr>
                        <a:t>Practice C</a:t>
                      </a:r>
                    </a:p>
                  </a:txBody>
                  <a:tcPr anchor="ctr">
                    <a:solidFill>
                      <a:srgbClr val="FFC000"/>
                    </a:solidFill>
                  </a:tcPr>
                </a:tc>
                <a:tc>
                  <a:txBody>
                    <a:bodyPr/>
                    <a:lstStyle/>
                    <a:p>
                      <a:endParaRPr lang="en-US" sz="1200" dirty="0"/>
                    </a:p>
                  </a:txBody>
                  <a:tcPr>
                    <a:solidFill>
                      <a:schemeClr val="bg1"/>
                    </a:solidFill>
                  </a:tcPr>
                </a:tc>
                <a:extLst>
                  <a:ext uri="{0D108BD9-81ED-4DB2-BD59-A6C34878D82A}">
                    <a16:rowId xmlns:a16="http://schemas.microsoft.com/office/drawing/2014/main" val="893293149"/>
                  </a:ext>
                </a:extLst>
              </a:tr>
            </a:tbl>
          </a:graphicData>
        </a:graphic>
      </p:graphicFrame>
      <p:sp>
        <p:nvSpPr>
          <p:cNvPr id="8" name="Segnaposto contenuto 4">
            <a:extLst>
              <a:ext uri="{FF2B5EF4-FFF2-40B4-BE49-F238E27FC236}">
                <a16:creationId xmlns:a16="http://schemas.microsoft.com/office/drawing/2014/main" id="{85727FE1-6423-BCD1-2095-0F5B2F3FEB67}"/>
              </a:ext>
            </a:extLst>
          </p:cNvPr>
          <p:cNvSpPr txBox="1">
            <a:spLocks/>
          </p:cNvSpPr>
          <p:nvPr/>
        </p:nvSpPr>
        <p:spPr>
          <a:xfrm>
            <a:off x="7219182" y="4087687"/>
            <a:ext cx="1673910" cy="22700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100" dirty="0"/>
              <a:t>In most cases below, only three patterns are represented, as 3 is enough to visually demonstrate the key principle behind each pattern.</a:t>
            </a:r>
          </a:p>
          <a:p>
            <a:pPr marL="0" indent="0">
              <a:buFont typeface="Arial" panose="020B0604020202020204" pitchFamily="34" charset="0"/>
              <a:buNone/>
            </a:pPr>
            <a:r>
              <a:rPr lang="en-US" sz="1100" dirty="0"/>
              <a:t>When a pattern explicitly needs more practices, it is represented with more than 3 practices.</a:t>
            </a:r>
          </a:p>
        </p:txBody>
      </p:sp>
      <p:sp>
        <p:nvSpPr>
          <p:cNvPr id="9" name="Segnaposto contenuto 4">
            <a:extLst>
              <a:ext uri="{FF2B5EF4-FFF2-40B4-BE49-F238E27FC236}">
                <a16:creationId xmlns:a16="http://schemas.microsoft.com/office/drawing/2014/main" id="{65C26028-41C0-9DA1-2BD8-051A1ADC93C3}"/>
              </a:ext>
            </a:extLst>
          </p:cNvPr>
          <p:cNvSpPr txBox="1">
            <a:spLocks/>
          </p:cNvSpPr>
          <p:nvPr/>
        </p:nvSpPr>
        <p:spPr>
          <a:xfrm>
            <a:off x="9873751" y="4087687"/>
            <a:ext cx="1673911" cy="10417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100" dirty="0"/>
              <a:t>When a key moment or key event of a given pattern is to be noticed, a small arrow is represented in the timeline.</a:t>
            </a:r>
          </a:p>
        </p:txBody>
      </p:sp>
      <p:pic>
        <p:nvPicPr>
          <p:cNvPr id="11" name="Elemento grafico 10" descr="Badge 4 con riempimento a tinta unita">
            <a:extLst>
              <a:ext uri="{FF2B5EF4-FFF2-40B4-BE49-F238E27FC236}">
                <a16:creationId xmlns:a16="http://schemas.microsoft.com/office/drawing/2014/main" id="{FE2A9271-CE63-6071-E3A5-A50FC06CB25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85348" y="4087687"/>
            <a:ext cx="565811" cy="565811"/>
          </a:xfrm>
          <a:prstGeom prst="rect">
            <a:avLst/>
          </a:prstGeom>
        </p:spPr>
      </p:pic>
      <p:pic>
        <p:nvPicPr>
          <p:cNvPr id="13" name="Elemento grafico 12" descr="Badge 3 con riempimento a tinta unita">
            <a:extLst>
              <a:ext uri="{FF2B5EF4-FFF2-40B4-BE49-F238E27FC236}">
                <a16:creationId xmlns:a16="http://schemas.microsoft.com/office/drawing/2014/main" id="{8921B4FB-FF94-FF01-7C36-AAAE0C28312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26926" y="4087687"/>
            <a:ext cx="565811" cy="565811"/>
          </a:xfrm>
          <a:prstGeom prst="rect">
            <a:avLst/>
          </a:prstGeom>
        </p:spPr>
      </p:pic>
      <p:pic>
        <p:nvPicPr>
          <p:cNvPr id="15" name="Elemento grafico 14" descr="Badge con riempimento a tinta unita">
            <a:extLst>
              <a:ext uri="{FF2B5EF4-FFF2-40B4-BE49-F238E27FC236}">
                <a16:creationId xmlns:a16="http://schemas.microsoft.com/office/drawing/2014/main" id="{29B1C98D-1C85-90D8-9A02-1225E8B21D0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529353" y="3230492"/>
            <a:ext cx="565811" cy="565811"/>
          </a:xfrm>
          <a:prstGeom prst="rect">
            <a:avLst/>
          </a:prstGeom>
        </p:spPr>
      </p:pic>
      <p:pic>
        <p:nvPicPr>
          <p:cNvPr id="17" name="Elemento grafico 16" descr="Badge 1 con riempimento a tinta unita">
            <a:extLst>
              <a:ext uri="{FF2B5EF4-FFF2-40B4-BE49-F238E27FC236}">
                <a16:creationId xmlns:a16="http://schemas.microsoft.com/office/drawing/2014/main" id="{D8EA31D3-0074-D3E1-6A1E-CA00D53B4D2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78470" y="3230492"/>
            <a:ext cx="565811" cy="565811"/>
          </a:xfrm>
          <a:prstGeom prst="rect">
            <a:avLst/>
          </a:prstGeom>
        </p:spPr>
      </p:pic>
      <p:graphicFrame>
        <p:nvGraphicFramePr>
          <p:cNvPr id="18" name="Tabella 4">
            <a:extLst>
              <a:ext uri="{FF2B5EF4-FFF2-40B4-BE49-F238E27FC236}">
                <a16:creationId xmlns:a16="http://schemas.microsoft.com/office/drawing/2014/main" id="{CAE9CC3D-DE76-41EF-A181-66BC34DE50D2}"/>
              </a:ext>
            </a:extLst>
          </p:cNvPr>
          <p:cNvGraphicFramePr>
            <a:graphicFrameLocks/>
          </p:cNvGraphicFramePr>
          <p:nvPr>
            <p:extLst>
              <p:ext uri="{D42A27DB-BD31-4B8C-83A1-F6EECF244321}">
                <p14:modId xmlns:p14="http://schemas.microsoft.com/office/powerpoint/2010/main" val="4135202662"/>
              </p:ext>
            </p:extLst>
          </p:nvPr>
        </p:nvGraphicFramePr>
        <p:xfrm>
          <a:off x="713308" y="2541821"/>
          <a:ext cx="1858293" cy="411480"/>
        </p:xfrm>
        <a:graphic>
          <a:graphicData uri="http://schemas.openxmlformats.org/drawingml/2006/table">
            <a:tbl>
              <a:tblPr firstRow="1" firstCol="1" bandRow="1">
                <a:tableStyleId>{5C22544A-7EE6-4342-B048-85BDC9FD1C3A}</a:tableStyleId>
              </a:tblPr>
              <a:tblGrid>
                <a:gridCol w="619431">
                  <a:extLst>
                    <a:ext uri="{9D8B030D-6E8A-4147-A177-3AD203B41FA5}">
                      <a16:colId xmlns:a16="http://schemas.microsoft.com/office/drawing/2014/main" val="1634841939"/>
                    </a:ext>
                  </a:extLst>
                </a:gridCol>
                <a:gridCol w="619431">
                  <a:extLst>
                    <a:ext uri="{9D8B030D-6E8A-4147-A177-3AD203B41FA5}">
                      <a16:colId xmlns:a16="http://schemas.microsoft.com/office/drawing/2014/main" val="1075691395"/>
                    </a:ext>
                  </a:extLst>
                </a:gridCol>
                <a:gridCol w="619431">
                  <a:extLst>
                    <a:ext uri="{9D8B030D-6E8A-4147-A177-3AD203B41FA5}">
                      <a16:colId xmlns:a16="http://schemas.microsoft.com/office/drawing/2014/main" val="2934417990"/>
                    </a:ext>
                  </a:extLst>
                </a:gridCol>
              </a:tblGrid>
              <a:tr h="274012">
                <a:tc>
                  <a:txBody>
                    <a:bodyPr/>
                    <a:lstStyle/>
                    <a:p>
                      <a:pPr algn="ctr"/>
                      <a:r>
                        <a:rPr lang="en-US" sz="1050" dirty="0"/>
                        <a:t>Session 1</a:t>
                      </a:r>
                    </a:p>
                  </a:txBody>
                  <a:tcPr>
                    <a:solidFill>
                      <a:schemeClr val="tx1"/>
                    </a:solidFill>
                  </a:tcPr>
                </a:tc>
                <a:tc>
                  <a:txBody>
                    <a:bodyPr/>
                    <a:lstStyle/>
                    <a:p>
                      <a:pPr algn="ctr"/>
                      <a:r>
                        <a:rPr lang="en-US" sz="1050" dirty="0"/>
                        <a:t>Session 2</a:t>
                      </a:r>
                    </a:p>
                  </a:txBody>
                  <a:tcPr>
                    <a:solidFill>
                      <a:schemeClr val="tx1"/>
                    </a:solidFill>
                  </a:tcPr>
                </a:tc>
                <a:tc>
                  <a:txBody>
                    <a:bodyPr/>
                    <a:lstStyle/>
                    <a:p>
                      <a:pPr algn="ctr"/>
                      <a:r>
                        <a:rPr kumimoji="0" lang="en-US" sz="1050" b="1" i="0" u="none" strike="noStrike" kern="1200" cap="none" spc="0" normalizeH="0" baseline="0" noProof="0" dirty="0">
                          <a:ln>
                            <a:noFill/>
                          </a:ln>
                          <a:solidFill>
                            <a:prstClr val="white"/>
                          </a:solidFill>
                          <a:effectLst/>
                          <a:uLnTx/>
                          <a:uFillTx/>
                          <a:latin typeface="Calibri" panose="020F0502020204030204"/>
                          <a:ea typeface="+mn-ea"/>
                          <a:cs typeface="+mn-cs"/>
                        </a:rPr>
                        <a:t>Session 3</a:t>
                      </a:r>
                      <a:endParaRPr lang="en-US" sz="1050" dirty="0"/>
                    </a:p>
                  </a:txBody>
                  <a:tcPr>
                    <a:solidFill>
                      <a:schemeClr val="tx1"/>
                    </a:solidFill>
                  </a:tcPr>
                </a:tc>
                <a:extLst>
                  <a:ext uri="{0D108BD9-81ED-4DB2-BD59-A6C34878D82A}">
                    <a16:rowId xmlns:a16="http://schemas.microsoft.com/office/drawing/2014/main" val="4076229127"/>
                  </a:ext>
                </a:extLst>
              </a:tr>
            </a:tbl>
          </a:graphicData>
        </a:graphic>
      </p:graphicFrame>
      <p:sp>
        <p:nvSpPr>
          <p:cNvPr id="19" name="Segnaposto contenuto 2">
            <a:extLst>
              <a:ext uri="{FF2B5EF4-FFF2-40B4-BE49-F238E27FC236}">
                <a16:creationId xmlns:a16="http://schemas.microsoft.com/office/drawing/2014/main" id="{31CF15CB-C5CF-0405-BB09-E98898D63BCC}"/>
              </a:ext>
            </a:extLst>
          </p:cNvPr>
          <p:cNvSpPr txBox="1">
            <a:spLocks/>
          </p:cNvSpPr>
          <p:nvPr/>
        </p:nvSpPr>
        <p:spPr>
          <a:xfrm>
            <a:off x="10012409" y="2973271"/>
            <a:ext cx="1261723" cy="82303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dirty="0"/>
              <a:t>“Consumers” type members may leave</a:t>
            </a:r>
          </a:p>
        </p:txBody>
      </p:sp>
      <p:sp>
        <p:nvSpPr>
          <p:cNvPr id="20" name="Triangolo isoscele 19">
            <a:extLst>
              <a:ext uri="{FF2B5EF4-FFF2-40B4-BE49-F238E27FC236}">
                <a16:creationId xmlns:a16="http://schemas.microsoft.com/office/drawing/2014/main" id="{298DE0FB-68F2-B54C-DED6-A7BB11891CFC}"/>
              </a:ext>
            </a:extLst>
          </p:cNvPr>
          <p:cNvSpPr/>
          <p:nvPr/>
        </p:nvSpPr>
        <p:spPr>
          <a:xfrm>
            <a:off x="10481117" y="2119168"/>
            <a:ext cx="324308" cy="279576"/>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Connettore diritto 20">
            <a:extLst>
              <a:ext uri="{FF2B5EF4-FFF2-40B4-BE49-F238E27FC236}">
                <a16:creationId xmlns:a16="http://schemas.microsoft.com/office/drawing/2014/main" id="{5C5E45E7-87B2-B962-1205-202416D721D9}"/>
              </a:ext>
            </a:extLst>
          </p:cNvPr>
          <p:cNvCxnSpPr>
            <a:cxnSpLocks/>
            <a:stCxn id="20" idx="3"/>
            <a:endCxn id="19" idx="0"/>
          </p:cNvCxnSpPr>
          <p:nvPr/>
        </p:nvCxnSpPr>
        <p:spPr>
          <a:xfrm>
            <a:off x="10643271" y="2398744"/>
            <a:ext cx="0" cy="57452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3" name="Segnaposto contenuto 4">
            <a:extLst>
              <a:ext uri="{FF2B5EF4-FFF2-40B4-BE49-F238E27FC236}">
                <a16:creationId xmlns:a16="http://schemas.microsoft.com/office/drawing/2014/main" id="{3F785201-1F21-1286-5EBE-A0A31CF1FB68}"/>
              </a:ext>
            </a:extLst>
          </p:cNvPr>
          <p:cNvSpPr txBox="1">
            <a:spLocks/>
          </p:cNvSpPr>
          <p:nvPr/>
        </p:nvSpPr>
        <p:spPr>
          <a:xfrm>
            <a:off x="1215298" y="3230492"/>
            <a:ext cx="1877227" cy="29379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100" dirty="0"/>
              <a:t>Roadmaps of Communities of practice are represented in a set of sessions (timeslots). </a:t>
            </a:r>
          </a:p>
          <a:p>
            <a:pPr marL="0" indent="0">
              <a:buFont typeface="Arial" panose="020B0604020202020204" pitchFamily="34" charset="0"/>
              <a:buNone/>
            </a:pPr>
            <a:r>
              <a:rPr lang="en-US" sz="1100" dirty="0"/>
              <a:t>The visual representations below are the same as Gantt charts : a horizontal timeline and activities as blocks below.</a:t>
            </a:r>
          </a:p>
          <a:p>
            <a:pPr marL="0" indent="0">
              <a:buFont typeface="Arial" panose="020B0604020202020204" pitchFamily="34" charset="0"/>
              <a:buNone/>
            </a:pPr>
            <a:r>
              <a:rPr lang="en-US" sz="1100" dirty="0"/>
              <a:t>When activities happen simultaneously, it means that Community members split into subgroups. Therefore, there are </a:t>
            </a:r>
            <a:r>
              <a:rPr lang="en-US" sz="1100" i="1" dirty="0"/>
              <a:t>single-group</a:t>
            </a:r>
            <a:r>
              <a:rPr lang="en-US" sz="1100" dirty="0"/>
              <a:t> roadmap patterns, and </a:t>
            </a:r>
            <a:r>
              <a:rPr lang="en-US" sz="1100" i="1" dirty="0"/>
              <a:t>multi-group</a:t>
            </a:r>
            <a:r>
              <a:rPr lang="en-US" sz="1100" dirty="0"/>
              <a:t> roadmap patterns</a:t>
            </a:r>
          </a:p>
        </p:txBody>
      </p:sp>
    </p:spTree>
    <p:extLst>
      <p:ext uri="{BB962C8B-B14F-4D97-AF65-F5344CB8AC3E}">
        <p14:creationId xmlns:p14="http://schemas.microsoft.com/office/powerpoint/2010/main" val="15719715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ccia a destra 10">
            <a:extLst>
              <a:ext uri="{FF2B5EF4-FFF2-40B4-BE49-F238E27FC236}">
                <a16:creationId xmlns:a16="http://schemas.microsoft.com/office/drawing/2014/main" id="{294D9822-4717-A0CC-D2A3-B70AF80D1AA9}"/>
              </a:ext>
            </a:extLst>
          </p:cNvPr>
          <p:cNvSpPr/>
          <p:nvPr/>
        </p:nvSpPr>
        <p:spPr>
          <a:xfrm>
            <a:off x="1635400" y="1662099"/>
            <a:ext cx="7592570" cy="68580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54F178F4-6618-0E2F-99C8-4B38A977A0CE}"/>
              </a:ext>
            </a:extLst>
          </p:cNvPr>
          <p:cNvSpPr>
            <a:spLocks noGrp="1"/>
          </p:cNvSpPr>
          <p:nvPr>
            <p:ph type="title"/>
          </p:nvPr>
        </p:nvSpPr>
        <p:spPr>
          <a:xfrm>
            <a:off x="838200" y="365126"/>
            <a:ext cx="10515600" cy="810570"/>
          </a:xfrm>
        </p:spPr>
        <p:txBody>
          <a:bodyPr>
            <a:noAutofit/>
          </a:bodyPr>
          <a:lstStyle/>
          <a:p>
            <a:r>
              <a:rPr lang="en-US" sz="2800" dirty="0"/>
              <a:t>Cop Roadmap workshop</a:t>
            </a:r>
            <a:br>
              <a:rPr lang="en-US" sz="2800" dirty="0"/>
            </a:br>
            <a:r>
              <a:rPr lang="en-US" sz="2800" dirty="0"/>
              <a:t>Single-group roadmap pattern : practices in series</a:t>
            </a:r>
          </a:p>
        </p:txBody>
      </p:sp>
      <p:graphicFrame>
        <p:nvGraphicFramePr>
          <p:cNvPr id="4" name="Tabella 4">
            <a:extLst>
              <a:ext uri="{FF2B5EF4-FFF2-40B4-BE49-F238E27FC236}">
                <a16:creationId xmlns:a16="http://schemas.microsoft.com/office/drawing/2014/main" id="{75D44E04-D876-92F3-FFD3-838614DC2F0D}"/>
              </a:ext>
            </a:extLst>
          </p:cNvPr>
          <p:cNvGraphicFramePr>
            <a:graphicFrameLocks noGrp="1"/>
          </p:cNvGraphicFramePr>
          <p:nvPr>
            <p:ph idx="1"/>
            <p:extLst>
              <p:ext uri="{D42A27DB-BD31-4B8C-83A1-F6EECF244321}">
                <p14:modId xmlns:p14="http://schemas.microsoft.com/office/powerpoint/2010/main" val="669574181"/>
              </p:ext>
            </p:extLst>
          </p:nvPr>
        </p:nvGraphicFramePr>
        <p:xfrm>
          <a:off x="838200" y="1825626"/>
          <a:ext cx="7592570" cy="3156491"/>
        </p:xfrm>
        <a:graphic>
          <a:graphicData uri="http://schemas.openxmlformats.org/drawingml/2006/table">
            <a:tbl>
              <a:tblPr firstRow="1" firstCol="1" bandRow="1">
                <a:tableStyleId>{5C22544A-7EE6-4342-B048-85BDC9FD1C3A}</a:tableStyleId>
              </a:tblPr>
              <a:tblGrid>
                <a:gridCol w="759257">
                  <a:extLst>
                    <a:ext uri="{9D8B030D-6E8A-4147-A177-3AD203B41FA5}">
                      <a16:colId xmlns:a16="http://schemas.microsoft.com/office/drawing/2014/main" val="2069436799"/>
                    </a:ext>
                  </a:extLst>
                </a:gridCol>
                <a:gridCol w="759257">
                  <a:extLst>
                    <a:ext uri="{9D8B030D-6E8A-4147-A177-3AD203B41FA5}">
                      <a16:colId xmlns:a16="http://schemas.microsoft.com/office/drawing/2014/main" val="1634841939"/>
                    </a:ext>
                  </a:extLst>
                </a:gridCol>
                <a:gridCol w="759257">
                  <a:extLst>
                    <a:ext uri="{9D8B030D-6E8A-4147-A177-3AD203B41FA5}">
                      <a16:colId xmlns:a16="http://schemas.microsoft.com/office/drawing/2014/main" val="1075691395"/>
                    </a:ext>
                  </a:extLst>
                </a:gridCol>
                <a:gridCol w="759257">
                  <a:extLst>
                    <a:ext uri="{9D8B030D-6E8A-4147-A177-3AD203B41FA5}">
                      <a16:colId xmlns:a16="http://schemas.microsoft.com/office/drawing/2014/main" val="2934417990"/>
                    </a:ext>
                  </a:extLst>
                </a:gridCol>
                <a:gridCol w="759257">
                  <a:extLst>
                    <a:ext uri="{9D8B030D-6E8A-4147-A177-3AD203B41FA5}">
                      <a16:colId xmlns:a16="http://schemas.microsoft.com/office/drawing/2014/main" val="4151943279"/>
                    </a:ext>
                  </a:extLst>
                </a:gridCol>
                <a:gridCol w="759257">
                  <a:extLst>
                    <a:ext uri="{9D8B030D-6E8A-4147-A177-3AD203B41FA5}">
                      <a16:colId xmlns:a16="http://schemas.microsoft.com/office/drawing/2014/main" val="2124516836"/>
                    </a:ext>
                  </a:extLst>
                </a:gridCol>
                <a:gridCol w="759257">
                  <a:extLst>
                    <a:ext uri="{9D8B030D-6E8A-4147-A177-3AD203B41FA5}">
                      <a16:colId xmlns:a16="http://schemas.microsoft.com/office/drawing/2014/main" val="493060582"/>
                    </a:ext>
                  </a:extLst>
                </a:gridCol>
                <a:gridCol w="759257">
                  <a:extLst>
                    <a:ext uri="{9D8B030D-6E8A-4147-A177-3AD203B41FA5}">
                      <a16:colId xmlns:a16="http://schemas.microsoft.com/office/drawing/2014/main" val="2353957936"/>
                    </a:ext>
                  </a:extLst>
                </a:gridCol>
                <a:gridCol w="759257">
                  <a:extLst>
                    <a:ext uri="{9D8B030D-6E8A-4147-A177-3AD203B41FA5}">
                      <a16:colId xmlns:a16="http://schemas.microsoft.com/office/drawing/2014/main" val="2717217343"/>
                    </a:ext>
                  </a:extLst>
                </a:gridCol>
                <a:gridCol w="759257">
                  <a:extLst>
                    <a:ext uri="{9D8B030D-6E8A-4147-A177-3AD203B41FA5}">
                      <a16:colId xmlns:a16="http://schemas.microsoft.com/office/drawing/2014/main" val="3650025189"/>
                    </a:ext>
                  </a:extLst>
                </a:gridCol>
              </a:tblGrid>
              <a:tr h="373214">
                <a:tc>
                  <a:txBody>
                    <a:bodyPr/>
                    <a:lstStyle/>
                    <a:p>
                      <a:endParaRPr lang="en-US" sz="1400" dirty="0"/>
                    </a:p>
                  </a:txBody>
                  <a:tcPr marL="70223" marR="70223" marT="35111" marB="35111">
                    <a:solidFill>
                      <a:schemeClr val="bg1"/>
                    </a:solidFill>
                  </a:tcPr>
                </a:tc>
                <a:tc>
                  <a:txBody>
                    <a:bodyPr/>
                    <a:lstStyle/>
                    <a:p>
                      <a:pPr algn="ctr"/>
                      <a:r>
                        <a:rPr lang="en-US" sz="1100" dirty="0">
                          <a:solidFill>
                            <a:schemeClr val="bg1"/>
                          </a:solidFill>
                        </a:rPr>
                        <a:t>Session 1</a:t>
                      </a:r>
                    </a:p>
                  </a:txBody>
                  <a:tcPr marL="70223" marR="70223" marT="35111" marB="35111">
                    <a:solidFill>
                      <a:schemeClr val="tx1"/>
                    </a:solidFill>
                  </a:tcPr>
                </a:tc>
                <a:tc>
                  <a:txBody>
                    <a:bodyPr/>
                    <a:lstStyle/>
                    <a:p>
                      <a:pPr algn="ctr"/>
                      <a:r>
                        <a:rPr lang="en-US" sz="1100" dirty="0">
                          <a:solidFill>
                            <a:schemeClr val="bg1"/>
                          </a:solidFill>
                        </a:rPr>
                        <a:t>Session 2</a:t>
                      </a:r>
                    </a:p>
                  </a:txBody>
                  <a:tcPr marL="70223" marR="70223" marT="35111" marB="35111">
                    <a:solidFill>
                      <a:schemeClr val="tx1"/>
                    </a:solidFill>
                  </a:tcPr>
                </a:tc>
                <a:tc>
                  <a:txBody>
                    <a:bodyPr/>
                    <a:lstStyle/>
                    <a:p>
                      <a:pPr algn="ctr"/>
                      <a:r>
                        <a:rPr kumimoji="0" lang="en-US" sz="1100" b="1" i="0" u="none" strike="noStrike" kern="1200" cap="none" spc="0" normalizeH="0" baseline="0" noProof="0">
                          <a:ln>
                            <a:noFill/>
                          </a:ln>
                          <a:solidFill>
                            <a:schemeClr val="bg1"/>
                          </a:solidFill>
                          <a:effectLst/>
                          <a:uLnTx/>
                          <a:uFillTx/>
                          <a:latin typeface="Calibri" panose="020F0502020204030204"/>
                          <a:ea typeface="+mn-ea"/>
                          <a:cs typeface="+mn-cs"/>
                        </a:rPr>
                        <a:t>Session 3</a:t>
                      </a:r>
                      <a:endParaRPr lang="en-US" sz="1100" dirty="0">
                        <a:solidFill>
                          <a:schemeClr val="bg1"/>
                        </a:solidFill>
                      </a:endParaRPr>
                    </a:p>
                  </a:txBody>
                  <a:tcPr marL="70223" marR="70223" marT="35111" marB="35111">
                    <a:solidFill>
                      <a:schemeClr val="tx1"/>
                    </a:solidFill>
                  </a:tcPr>
                </a:tc>
                <a:tc>
                  <a:txBody>
                    <a:bodyPr/>
                    <a:lstStyle/>
                    <a:p>
                      <a:pPr algn="ctr"/>
                      <a:r>
                        <a:rPr kumimoji="0" lang="en-US" sz="1100" b="1" i="0" u="none" strike="noStrike" kern="1200" cap="none" spc="0" normalizeH="0" baseline="0" noProof="0">
                          <a:ln>
                            <a:noFill/>
                          </a:ln>
                          <a:solidFill>
                            <a:schemeClr val="bg1"/>
                          </a:solidFill>
                          <a:effectLst/>
                          <a:uLnTx/>
                          <a:uFillTx/>
                          <a:latin typeface="Calibri" panose="020F0502020204030204"/>
                          <a:ea typeface="+mn-ea"/>
                          <a:cs typeface="+mn-cs"/>
                        </a:rPr>
                        <a:t>Session 4</a:t>
                      </a:r>
                      <a:endParaRPr lang="en-US" sz="1100" dirty="0">
                        <a:solidFill>
                          <a:schemeClr val="bg1"/>
                        </a:solidFill>
                      </a:endParaRPr>
                    </a:p>
                  </a:txBody>
                  <a:tcPr marL="70223" marR="70223" marT="35111" marB="35111">
                    <a:solidFill>
                      <a:schemeClr val="tx1"/>
                    </a:solidFill>
                  </a:tcPr>
                </a:tc>
                <a:tc>
                  <a:txBody>
                    <a:bodyPr/>
                    <a:lstStyle/>
                    <a:p>
                      <a:pPr algn="ctr"/>
                      <a:r>
                        <a:rPr kumimoji="0" lang="en-US" sz="1100" b="1" i="0" u="none" strike="noStrike" kern="1200" cap="none" spc="0" normalizeH="0" baseline="0" noProof="0" dirty="0">
                          <a:ln>
                            <a:noFill/>
                          </a:ln>
                          <a:solidFill>
                            <a:schemeClr val="bg1"/>
                          </a:solidFill>
                          <a:effectLst/>
                          <a:uLnTx/>
                          <a:uFillTx/>
                          <a:latin typeface="Calibri" panose="020F0502020204030204"/>
                          <a:ea typeface="+mn-ea"/>
                          <a:cs typeface="+mn-cs"/>
                        </a:rPr>
                        <a:t>Session 5</a:t>
                      </a:r>
                      <a:endParaRPr lang="en-US" sz="1100" dirty="0">
                        <a:solidFill>
                          <a:schemeClr val="bg1"/>
                        </a:solidFill>
                      </a:endParaRPr>
                    </a:p>
                  </a:txBody>
                  <a:tcPr marL="70223" marR="70223" marT="35111" marB="35111">
                    <a:solidFill>
                      <a:schemeClr val="tx1"/>
                    </a:solidFill>
                  </a:tcPr>
                </a:tc>
                <a:tc>
                  <a:txBody>
                    <a:bodyPr/>
                    <a:lstStyle/>
                    <a:p>
                      <a:pPr algn="ctr"/>
                      <a:r>
                        <a:rPr kumimoji="0" lang="en-US" sz="1100" b="1" i="0" u="none" strike="noStrike" kern="1200" cap="none" spc="0" normalizeH="0" baseline="0" noProof="0">
                          <a:ln>
                            <a:noFill/>
                          </a:ln>
                          <a:solidFill>
                            <a:schemeClr val="bg1"/>
                          </a:solidFill>
                          <a:effectLst/>
                          <a:uLnTx/>
                          <a:uFillTx/>
                          <a:latin typeface="Calibri" panose="020F0502020204030204"/>
                          <a:ea typeface="+mn-ea"/>
                          <a:cs typeface="+mn-cs"/>
                        </a:rPr>
                        <a:t>Session 6</a:t>
                      </a:r>
                      <a:endParaRPr lang="en-US" sz="1100" dirty="0">
                        <a:solidFill>
                          <a:schemeClr val="bg1"/>
                        </a:solidFill>
                      </a:endParaRPr>
                    </a:p>
                  </a:txBody>
                  <a:tcPr marL="70223" marR="70223" marT="35111" marB="35111">
                    <a:solidFill>
                      <a:schemeClr val="tx1"/>
                    </a:solidFill>
                  </a:tcPr>
                </a:tc>
                <a:tc>
                  <a:txBody>
                    <a:bodyPr/>
                    <a:lstStyle/>
                    <a:p>
                      <a:pPr algn="ctr"/>
                      <a:r>
                        <a:rPr kumimoji="0" lang="en-US" sz="1100" b="1" i="0" u="none" strike="noStrike" kern="1200" cap="none" spc="0" normalizeH="0" baseline="0" noProof="0" dirty="0">
                          <a:ln>
                            <a:noFill/>
                          </a:ln>
                          <a:solidFill>
                            <a:schemeClr val="bg1"/>
                          </a:solidFill>
                          <a:effectLst/>
                          <a:uLnTx/>
                          <a:uFillTx/>
                          <a:latin typeface="Calibri" panose="020F0502020204030204"/>
                          <a:ea typeface="+mn-ea"/>
                          <a:cs typeface="+mn-cs"/>
                        </a:rPr>
                        <a:t>Session 7</a:t>
                      </a:r>
                      <a:endParaRPr lang="en-US" sz="1100" dirty="0">
                        <a:solidFill>
                          <a:schemeClr val="bg1"/>
                        </a:solidFill>
                      </a:endParaRPr>
                    </a:p>
                  </a:txBody>
                  <a:tcPr marL="70223" marR="70223" marT="35111" marB="35111">
                    <a:solidFill>
                      <a:schemeClr val="tx1"/>
                    </a:solidFill>
                  </a:tcPr>
                </a:tc>
                <a:tc>
                  <a:txBody>
                    <a:bodyPr/>
                    <a:lstStyle/>
                    <a:p>
                      <a:pPr algn="ctr"/>
                      <a:r>
                        <a:rPr kumimoji="0" lang="en-US" sz="1100" b="1" i="0" u="none" strike="noStrike" kern="1200" cap="none" spc="0" normalizeH="0" baseline="0" noProof="0" dirty="0">
                          <a:ln>
                            <a:noFill/>
                          </a:ln>
                          <a:solidFill>
                            <a:schemeClr val="bg1"/>
                          </a:solidFill>
                          <a:effectLst/>
                          <a:uLnTx/>
                          <a:uFillTx/>
                          <a:latin typeface="Calibri" panose="020F0502020204030204"/>
                          <a:ea typeface="+mn-ea"/>
                          <a:cs typeface="+mn-cs"/>
                        </a:rPr>
                        <a:t>Session 8</a:t>
                      </a:r>
                      <a:endParaRPr lang="en-US" sz="1100" dirty="0">
                        <a:solidFill>
                          <a:schemeClr val="bg1"/>
                        </a:solidFill>
                      </a:endParaRPr>
                    </a:p>
                  </a:txBody>
                  <a:tcPr marL="70223" marR="70223" marT="35111" marB="35111">
                    <a:solidFill>
                      <a:schemeClr val="tx1"/>
                    </a:solidFill>
                  </a:tcPr>
                </a:tc>
                <a:tc>
                  <a:txBody>
                    <a:bodyPr/>
                    <a:lstStyle/>
                    <a:p>
                      <a:pPr algn="ctr"/>
                      <a:r>
                        <a:rPr kumimoji="0" lang="en-US" sz="1100" b="1" i="0" u="none" strike="noStrike" kern="1200" cap="none" spc="0" normalizeH="0" baseline="0" noProof="0" dirty="0">
                          <a:ln>
                            <a:noFill/>
                          </a:ln>
                          <a:solidFill>
                            <a:schemeClr val="bg1"/>
                          </a:solidFill>
                          <a:effectLst/>
                          <a:uLnTx/>
                          <a:uFillTx/>
                          <a:latin typeface="Calibri" panose="020F0502020204030204"/>
                          <a:ea typeface="+mn-ea"/>
                          <a:cs typeface="+mn-cs"/>
                        </a:rPr>
                        <a:t>Session 9</a:t>
                      </a:r>
                      <a:endParaRPr lang="en-US" sz="1100" dirty="0">
                        <a:solidFill>
                          <a:schemeClr val="bg1"/>
                        </a:solidFill>
                      </a:endParaRPr>
                    </a:p>
                  </a:txBody>
                  <a:tcPr marL="70223" marR="70223" marT="35111" marB="35111">
                    <a:solidFill>
                      <a:schemeClr val="tx1"/>
                    </a:solidFill>
                  </a:tcPr>
                </a:tc>
                <a:extLst>
                  <a:ext uri="{0D108BD9-81ED-4DB2-BD59-A6C34878D82A}">
                    <a16:rowId xmlns:a16="http://schemas.microsoft.com/office/drawing/2014/main" val="4076229127"/>
                  </a:ext>
                </a:extLst>
              </a:tr>
              <a:tr h="280891">
                <a:tc>
                  <a:txBody>
                    <a:bodyPr/>
                    <a:lstStyle/>
                    <a:p>
                      <a:pPr algn="ctr"/>
                      <a:endParaRPr lang="en-US" sz="1400" dirty="0">
                        <a:solidFill>
                          <a:schemeClr val="tx1"/>
                        </a:solidFill>
                      </a:endParaRPr>
                    </a:p>
                  </a:txBody>
                  <a:tcPr marL="70223" marR="70223" marT="35111" marB="35111" anchor="ctr">
                    <a:solidFill>
                      <a:schemeClr val="bg1"/>
                    </a:solidFill>
                  </a:tcPr>
                </a:tc>
                <a:tc>
                  <a:txBody>
                    <a:bodyPr/>
                    <a:lstStyle/>
                    <a:p>
                      <a:endParaRPr lang="en-US" sz="1400" dirty="0"/>
                    </a:p>
                  </a:txBody>
                  <a:tcPr marL="70223" marR="70223" marT="35111" marB="35111">
                    <a:solidFill>
                      <a:schemeClr val="bg1"/>
                    </a:solidFill>
                  </a:tcPr>
                </a:tc>
                <a:tc>
                  <a:txBody>
                    <a:bodyPr/>
                    <a:lstStyle/>
                    <a:p>
                      <a:endParaRPr lang="en-US" sz="1400" dirty="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dirty="0"/>
                    </a:p>
                  </a:txBody>
                  <a:tcPr marL="70223" marR="70223" marT="35111" marB="35111">
                    <a:solidFill>
                      <a:schemeClr val="bg1"/>
                    </a:solidFill>
                  </a:tcPr>
                </a:tc>
                <a:extLst>
                  <a:ext uri="{0D108BD9-81ED-4DB2-BD59-A6C34878D82A}">
                    <a16:rowId xmlns:a16="http://schemas.microsoft.com/office/drawing/2014/main" val="1456946727"/>
                  </a:ext>
                </a:extLst>
              </a:tr>
              <a:tr h="6441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Practice A</a:t>
                      </a:r>
                    </a:p>
                  </a:txBody>
                  <a:tcPr marL="70223" marR="70223" marT="35111" marB="35111" anchor="ctr">
                    <a:solidFill>
                      <a:srgbClr val="FFFF00"/>
                    </a:solidFill>
                  </a:tcPr>
                </a:tc>
                <a:tc>
                  <a:txBody>
                    <a:bodyPr/>
                    <a:lstStyle/>
                    <a:p>
                      <a:endParaRPr lang="en-US" sz="1400" dirty="0"/>
                    </a:p>
                  </a:txBody>
                  <a:tcPr marL="70223" marR="70223" marT="35111" marB="35111">
                    <a:solidFill>
                      <a:schemeClr val="bg1">
                        <a:lumMod val="85000"/>
                      </a:schemeClr>
                    </a:solidFill>
                  </a:tcPr>
                </a:tc>
                <a:tc>
                  <a:txBody>
                    <a:bodyPr/>
                    <a:lstStyle/>
                    <a:p>
                      <a:endParaRPr lang="en-US" sz="1400" dirty="0"/>
                    </a:p>
                  </a:txBody>
                  <a:tcPr marL="70223" marR="70223" marT="35111" marB="35111">
                    <a:solidFill>
                      <a:schemeClr val="accent1">
                        <a:lumMod val="20000"/>
                        <a:lumOff val="80000"/>
                      </a:schemeClr>
                    </a:solidFill>
                  </a:tcPr>
                </a:tc>
                <a:tc>
                  <a:txBody>
                    <a:bodyPr/>
                    <a:lstStyle/>
                    <a:p>
                      <a:endParaRPr lang="en-US" sz="1400" dirty="0"/>
                    </a:p>
                  </a:txBody>
                  <a:tcPr marL="70223" marR="70223" marT="35111" marB="35111">
                    <a:solidFill>
                      <a:schemeClr val="accent6">
                        <a:lumMod val="20000"/>
                        <a:lumOff val="80000"/>
                      </a:schemeClr>
                    </a:solidFill>
                  </a:tcPr>
                </a:tc>
                <a:tc>
                  <a:txBody>
                    <a:bodyPr/>
                    <a:lstStyle/>
                    <a:p>
                      <a:endParaRPr lang="en-US" sz="1400" dirty="0"/>
                    </a:p>
                  </a:txBody>
                  <a:tcPr marL="70223" marR="70223" marT="35111" marB="35111">
                    <a:solidFill>
                      <a:schemeClr val="bg1"/>
                    </a:solidFill>
                  </a:tcPr>
                </a:tc>
                <a:tc>
                  <a:txBody>
                    <a:bodyPr/>
                    <a:lstStyle/>
                    <a:p>
                      <a:endParaRPr lang="en-US" sz="1400" dirty="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a:p>
                  </a:txBody>
                  <a:tcPr marL="70223" marR="70223" marT="35111" marB="35111">
                    <a:solidFill>
                      <a:schemeClr val="bg1"/>
                    </a:solidFill>
                  </a:tcPr>
                </a:tc>
                <a:extLst>
                  <a:ext uri="{0D108BD9-81ED-4DB2-BD59-A6C34878D82A}">
                    <a16:rowId xmlns:a16="http://schemas.microsoft.com/office/drawing/2014/main" val="55005126"/>
                  </a:ext>
                </a:extLst>
              </a:tr>
              <a:tr h="280891">
                <a:tc>
                  <a:txBody>
                    <a:bodyPr/>
                    <a:lstStyle/>
                    <a:p>
                      <a:pPr algn="ctr"/>
                      <a:endParaRPr lang="en-US" sz="1400" dirty="0">
                        <a:solidFill>
                          <a:schemeClr val="tx1"/>
                        </a:solidFill>
                      </a:endParaRPr>
                    </a:p>
                  </a:txBody>
                  <a:tcPr marL="70223" marR="70223" marT="35111" marB="35111" anchor="ctr">
                    <a:solidFill>
                      <a:schemeClr val="bg1"/>
                    </a:solidFill>
                  </a:tcPr>
                </a:tc>
                <a:tc>
                  <a:txBody>
                    <a:bodyPr/>
                    <a:lstStyle/>
                    <a:p>
                      <a:endParaRPr lang="en-US" sz="1400" dirty="0"/>
                    </a:p>
                  </a:txBody>
                  <a:tcPr marL="70223" marR="70223" marT="35111" marB="35111">
                    <a:solidFill>
                      <a:schemeClr val="bg1"/>
                    </a:solidFill>
                  </a:tcPr>
                </a:tc>
                <a:tc>
                  <a:txBody>
                    <a:bodyPr/>
                    <a:lstStyle/>
                    <a:p>
                      <a:endParaRPr lang="en-US" sz="1400" dirty="0"/>
                    </a:p>
                  </a:txBody>
                  <a:tcPr marL="70223" marR="70223" marT="35111" marB="35111">
                    <a:solidFill>
                      <a:schemeClr val="bg1"/>
                    </a:solidFill>
                  </a:tcPr>
                </a:tc>
                <a:tc>
                  <a:txBody>
                    <a:bodyPr/>
                    <a:lstStyle/>
                    <a:p>
                      <a:endParaRPr lang="en-US" sz="1400" dirty="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a:p>
                  </a:txBody>
                  <a:tcPr marL="70223" marR="70223" marT="35111" marB="35111">
                    <a:solidFill>
                      <a:schemeClr val="bg1"/>
                    </a:solidFill>
                  </a:tcPr>
                </a:tc>
                <a:extLst>
                  <a:ext uri="{0D108BD9-81ED-4DB2-BD59-A6C34878D82A}">
                    <a16:rowId xmlns:a16="http://schemas.microsoft.com/office/drawing/2014/main" val="3645593550"/>
                  </a:ext>
                </a:extLst>
              </a:tr>
              <a:tr h="644177">
                <a:tc>
                  <a:txBody>
                    <a:bodyPr/>
                    <a:lstStyle/>
                    <a:p>
                      <a:pPr algn="ctr"/>
                      <a:r>
                        <a:rPr lang="en-US" sz="1400" dirty="0">
                          <a:solidFill>
                            <a:schemeClr val="tx1"/>
                          </a:solidFill>
                        </a:rPr>
                        <a:t>Practice B</a:t>
                      </a:r>
                    </a:p>
                  </a:txBody>
                  <a:tcPr marL="70223" marR="70223" marT="35111" marB="35111" anchor="ctr">
                    <a:solidFill>
                      <a:srgbClr val="FF00FF"/>
                    </a:solidFill>
                  </a:tcPr>
                </a:tc>
                <a:tc>
                  <a:txBody>
                    <a:bodyPr/>
                    <a:lstStyle/>
                    <a:p>
                      <a:endParaRPr lang="en-US" sz="140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dirty="0"/>
                    </a:p>
                  </a:txBody>
                  <a:tcPr marL="70223" marR="70223" marT="35111" marB="35111">
                    <a:solidFill>
                      <a:schemeClr val="bg1">
                        <a:lumMod val="85000"/>
                      </a:schemeClr>
                    </a:solidFill>
                  </a:tcPr>
                </a:tc>
                <a:tc>
                  <a:txBody>
                    <a:bodyPr/>
                    <a:lstStyle/>
                    <a:p>
                      <a:endParaRPr lang="en-US" sz="1400" dirty="0"/>
                    </a:p>
                  </a:txBody>
                  <a:tcPr marL="70223" marR="70223" marT="35111" marB="35111">
                    <a:solidFill>
                      <a:schemeClr val="accent5">
                        <a:lumMod val="20000"/>
                        <a:lumOff val="80000"/>
                      </a:schemeClr>
                    </a:solidFill>
                  </a:tcPr>
                </a:tc>
                <a:tc>
                  <a:txBody>
                    <a:bodyPr/>
                    <a:lstStyle/>
                    <a:p>
                      <a:endParaRPr lang="en-US" sz="1400" dirty="0"/>
                    </a:p>
                  </a:txBody>
                  <a:tcPr marL="70223" marR="70223" marT="35111" marB="35111">
                    <a:solidFill>
                      <a:schemeClr val="accent6">
                        <a:lumMod val="20000"/>
                        <a:lumOff val="80000"/>
                      </a:schemeClr>
                    </a:solidFill>
                  </a:tcPr>
                </a:tc>
                <a:tc>
                  <a:txBody>
                    <a:bodyPr/>
                    <a:lstStyle/>
                    <a:p>
                      <a:endParaRPr lang="en-US" sz="1400" dirty="0"/>
                    </a:p>
                  </a:txBody>
                  <a:tcPr marL="70223" marR="70223" marT="35111" marB="35111">
                    <a:solidFill>
                      <a:schemeClr val="bg1"/>
                    </a:solidFill>
                  </a:tcPr>
                </a:tc>
                <a:tc>
                  <a:txBody>
                    <a:bodyPr/>
                    <a:lstStyle/>
                    <a:p>
                      <a:endParaRPr lang="en-US" sz="1400" dirty="0"/>
                    </a:p>
                  </a:txBody>
                  <a:tcPr marL="70223" marR="70223" marT="35111" marB="35111">
                    <a:solidFill>
                      <a:schemeClr val="bg1"/>
                    </a:solidFill>
                  </a:tcPr>
                </a:tc>
                <a:tc>
                  <a:txBody>
                    <a:bodyPr/>
                    <a:lstStyle/>
                    <a:p>
                      <a:endParaRPr lang="en-US" sz="1400" dirty="0"/>
                    </a:p>
                  </a:txBody>
                  <a:tcPr marL="70223" marR="70223" marT="35111" marB="35111">
                    <a:solidFill>
                      <a:schemeClr val="bg1"/>
                    </a:solidFill>
                  </a:tcPr>
                </a:tc>
                <a:extLst>
                  <a:ext uri="{0D108BD9-81ED-4DB2-BD59-A6C34878D82A}">
                    <a16:rowId xmlns:a16="http://schemas.microsoft.com/office/drawing/2014/main" val="1799357627"/>
                  </a:ext>
                </a:extLst>
              </a:tr>
              <a:tr h="280891">
                <a:tc>
                  <a:txBody>
                    <a:bodyPr/>
                    <a:lstStyle/>
                    <a:p>
                      <a:pPr algn="ctr"/>
                      <a:endParaRPr lang="en-US" sz="1400" dirty="0">
                        <a:solidFill>
                          <a:schemeClr val="tx1"/>
                        </a:solidFill>
                      </a:endParaRPr>
                    </a:p>
                  </a:txBody>
                  <a:tcPr marL="70223" marR="70223" marT="35111" marB="35111" anchor="ctr">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dirty="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dirty="0"/>
                    </a:p>
                  </a:txBody>
                  <a:tcPr marL="70223" marR="70223" marT="35111" marB="35111">
                    <a:solidFill>
                      <a:schemeClr val="bg1"/>
                    </a:solidFill>
                  </a:tcPr>
                </a:tc>
                <a:tc>
                  <a:txBody>
                    <a:bodyPr/>
                    <a:lstStyle/>
                    <a:p>
                      <a:endParaRPr lang="en-US" sz="1400" dirty="0"/>
                    </a:p>
                  </a:txBody>
                  <a:tcPr marL="70223" marR="70223" marT="35111" marB="35111">
                    <a:solidFill>
                      <a:schemeClr val="bg1"/>
                    </a:solidFill>
                  </a:tcPr>
                </a:tc>
                <a:tc>
                  <a:txBody>
                    <a:bodyPr/>
                    <a:lstStyle/>
                    <a:p>
                      <a:endParaRPr lang="en-US" sz="1400" dirty="0"/>
                    </a:p>
                  </a:txBody>
                  <a:tcPr marL="70223" marR="70223" marT="35111" marB="35111">
                    <a:solidFill>
                      <a:schemeClr val="bg1"/>
                    </a:solidFill>
                  </a:tcPr>
                </a:tc>
                <a:extLst>
                  <a:ext uri="{0D108BD9-81ED-4DB2-BD59-A6C34878D82A}">
                    <a16:rowId xmlns:a16="http://schemas.microsoft.com/office/drawing/2014/main" val="1383614597"/>
                  </a:ext>
                </a:extLst>
              </a:tr>
              <a:tr h="644177">
                <a:tc>
                  <a:txBody>
                    <a:bodyPr/>
                    <a:lstStyle/>
                    <a:p>
                      <a:pPr algn="ctr"/>
                      <a:r>
                        <a:rPr lang="en-US" sz="1400" dirty="0">
                          <a:solidFill>
                            <a:schemeClr val="tx1"/>
                          </a:solidFill>
                        </a:rPr>
                        <a:t>Practice C</a:t>
                      </a:r>
                    </a:p>
                  </a:txBody>
                  <a:tcPr marL="70223" marR="70223" marT="35111" marB="35111" anchor="ctr">
                    <a:solidFill>
                      <a:srgbClr val="FFC000"/>
                    </a:solidFill>
                  </a:tcPr>
                </a:tc>
                <a:tc>
                  <a:txBody>
                    <a:bodyPr/>
                    <a:lstStyle/>
                    <a:p>
                      <a:endParaRPr lang="en-US" sz="1400" dirty="0"/>
                    </a:p>
                  </a:txBody>
                  <a:tcPr marL="70223" marR="70223" marT="35111" marB="35111">
                    <a:solidFill>
                      <a:schemeClr val="bg1"/>
                    </a:solidFill>
                  </a:tcPr>
                </a:tc>
                <a:tc>
                  <a:txBody>
                    <a:bodyPr/>
                    <a:lstStyle/>
                    <a:p>
                      <a:endParaRPr lang="en-US" sz="1400" dirty="0"/>
                    </a:p>
                  </a:txBody>
                  <a:tcPr marL="70223" marR="70223" marT="35111" marB="35111">
                    <a:solidFill>
                      <a:schemeClr val="bg1"/>
                    </a:solidFill>
                  </a:tcPr>
                </a:tc>
                <a:tc>
                  <a:txBody>
                    <a:bodyPr/>
                    <a:lstStyle/>
                    <a:p>
                      <a:endParaRPr lang="en-US" sz="1400" dirty="0"/>
                    </a:p>
                  </a:txBody>
                  <a:tcPr marL="70223" marR="70223" marT="35111" marB="35111">
                    <a:solidFill>
                      <a:schemeClr val="bg1"/>
                    </a:solidFill>
                  </a:tcPr>
                </a:tc>
                <a:tc>
                  <a:txBody>
                    <a:bodyPr/>
                    <a:lstStyle/>
                    <a:p>
                      <a:endParaRPr lang="en-US" sz="1400" dirty="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a:p>
                  </a:txBody>
                  <a:tcPr marL="70223" marR="70223" marT="35111" marB="35111">
                    <a:solidFill>
                      <a:schemeClr val="bg1"/>
                    </a:solidFill>
                  </a:tcPr>
                </a:tc>
                <a:tc>
                  <a:txBody>
                    <a:bodyPr/>
                    <a:lstStyle/>
                    <a:p>
                      <a:endParaRPr lang="en-US" sz="1400" dirty="0"/>
                    </a:p>
                  </a:txBody>
                  <a:tcPr marL="70223" marR="70223" marT="35111" marB="35111">
                    <a:solidFill>
                      <a:schemeClr val="bg1">
                        <a:lumMod val="85000"/>
                      </a:schemeClr>
                    </a:solidFill>
                  </a:tcPr>
                </a:tc>
                <a:tc>
                  <a:txBody>
                    <a:bodyPr/>
                    <a:lstStyle/>
                    <a:p>
                      <a:endParaRPr lang="en-US" sz="1400" dirty="0"/>
                    </a:p>
                  </a:txBody>
                  <a:tcPr marL="70223" marR="70223" marT="35111" marB="35111">
                    <a:solidFill>
                      <a:schemeClr val="accent1">
                        <a:lumMod val="20000"/>
                        <a:lumOff val="80000"/>
                      </a:schemeClr>
                    </a:solidFill>
                  </a:tcPr>
                </a:tc>
                <a:tc>
                  <a:txBody>
                    <a:bodyPr/>
                    <a:lstStyle/>
                    <a:p>
                      <a:endParaRPr lang="en-US" sz="1400" dirty="0"/>
                    </a:p>
                  </a:txBody>
                  <a:tcPr marL="70223" marR="70223" marT="35111" marB="35111">
                    <a:solidFill>
                      <a:schemeClr val="accent6">
                        <a:lumMod val="20000"/>
                        <a:lumOff val="80000"/>
                      </a:schemeClr>
                    </a:solidFill>
                  </a:tcPr>
                </a:tc>
                <a:extLst>
                  <a:ext uri="{0D108BD9-81ED-4DB2-BD59-A6C34878D82A}">
                    <a16:rowId xmlns:a16="http://schemas.microsoft.com/office/drawing/2014/main" val="893293149"/>
                  </a:ext>
                </a:extLst>
              </a:tr>
            </a:tbl>
          </a:graphicData>
        </a:graphic>
      </p:graphicFrame>
      <p:sp>
        <p:nvSpPr>
          <p:cNvPr id="9" name="Segnaposto contenuto 2">
            <a:extLst>
              <a:ext uri="{FF2B5EF4-FFF2-40B4-BE49-F238E27FC236}">
                <a16:creationId xmlns:a16="http://schemas.microsoft.com/office/drawing/2014/main" id="{ADC75C27-8FA6-797B-58FA-C49E4D0F5150}"/>
              </a:ext>
            </a:extLst>
          </p:cNvPr>
          <p:cNvSpPr txBox="1">
            <a:spLocks/>
          </p:cNvSpPr>
          <p:nvPr/>
        </p:nvSpPr>
        <p:spPr>
          <a:xfrm>
            <a:off x="9323455" y="1116952"/>
            <a:ext cx="2633621" cy="550468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dirty="0"/>
              <a:t>In the single-group roadmap pattern “practices in series”, practices are worked one-by-one by all members, on the various steps of maturity up to implementation on-field.</a:t>
            </a:r>
          </a:p>
          <a:p>
            <a:pPr marL="0" indent="0">
              <a:buFont typeface="Arial" panose="020B0604020202020204" pitchFamily="34" charset="0"/>
              <a:buNone/>
            </a:pPr>
            <a:r>
              <a:rPr lang="en-US" sz="1000" b="1" dirty="0"/>
              <a:t>Advantages</a:t>
            </a:r>
            <a:r>
              <a:rPr lang="en-US" sz="1000" dirty="0"/>
              <a:t> :</a:t>
            </a:r>
          </a:p>
          <a:p>
            <a:pPr>
              <a:buClr>
                <a:schemeClr val="accent6"/>
              </a:buClr>
              <a:buSzPct val="150000"/>
              <a:buFont typeface="Avenir Next LT Pro" panose="020B0504020202020204" pitchFamily="34" charset="0"/>
              <a:buChar char="+"/>
            </a:pPr>
            <a:r>
              <a:rPr lang="en-US" sz="1000" dirty="0"/>
              <a:t>Low context switching, increasing chances</a:t>
            </a:r>
          </a:p>
          <a:p>
            <a:pPr>
              <a:buClr>
                <a:schemeClr val="accent6"/>
              </a:buClr>
              <a:buSzPct val="150000"/>
              <a:buFont typeface="Avenir Next LT Pro" panose="020B0504020202020204" pitchFamily="34" charset="0"/>
              <a:buChar char="+"/>
            </a:pPr>
            <a:r>
              <a:rPr lang="en-US" sz="1000" dirty="0"/>
              <a:t>Faster concentration and results</a:t>
            </a:r>
          </a:p>
          <a:p>
            <a:pPr>
              <a:buClr>
                <a:schemeClr val="accent6"/>
              </a:buClr>
              <a:buSzPct val="150000"/>
              <a:buFont typeface="Avenir Next LT Pro" panose="020B0504020202020204" pitchFamily="34" charset="0"/>
              <a:buChar char="+"/>
            </a:pPr>
            <a:r>
              <a:rPr lang="en-US" sz="1000" dirty="0"/>
              <a:t>All members are together, increasing chances to reach of critical mass threshold</a:t>
            </a:r>
          </a:p>
          <a:p>
            <a:pPr marL="0" indent="0">
              <a:buFont typeface="Arial" panose="020B0604020202020204" pitchFamily="34" charset="0"/>
              <a:buNone/>
            </a:pPr>
            <a:r>
              <a:rPr lang="en-US" sz="1000" b="1" dirty="0"/>
              <a:t>Drawbacks</a:t>
            </a:r>
            <a:r>
              <a:rPr lang="en-US" sz="1000" dirty="0"/>
              <a:t> :</a:t>
            </a:r>
          </a:p>
          <a:p>
            <a:pPr>
              <a:buClr>
                <a:srgbClr val="FF0000"/>
              </a:buClr>
              <a:buSzPct val="150000"/>
              <a:buFont typeface="Avenir Next LT Pro" panose="020B0504020202020204" pitchFamily="34" charset="0"/>
              <a:buChar char="-"/>
            </a:pPr>
            <a:r>
              <a:rPr lang="en-US" sz="1000" dirty="0"/>
              <a:t>Less consideration for individual practice preferences</a:t>
            </a:r>
          </a:p>
          <a:p>
            <a:pPr>
              <a:buClr>
                <a:srgbClr val="FF0000"/>
              </a:buClr>
              <a:buSzPct val="150000"/>
              <a:buFont typeface="Avenir Next LT Pro" panose="020B0504020202020204" pitchFamily="34" charset="0"/>
              <a:buChar char="-"/>
            </a:pPr>
            <a:r>
              <a:rPr lang="en-US" sz="1000" dirty="0"/>
              <a:t>Slower general discovery and feeling of novelty</a:t>
            </a:r>
          </a:p>
          <a:p>
            <a:pPr>
              <a:buClr>
                <a:srgbClr val="FF0000"/>
              </a:buClr>
              <a:buSzPct val="150000"/>
              <a:buFont typeface="Avenir Next LT Pro" panose="020B0504020202020204" pitchFamily="34" charset="0"/>
              <a:buChar char="-"/>
            </a:pPr>
            <a:r>
              <a:rPr lang="en-US" sz="1000" dirty="0"/>
              <a:t>If timing of opportunity of deployment is not during timeslots for support of deployment, opportunity can be lost</a:t>
            </a:r>
          </a:p>
          <a:p>
            <a:pPr marL="0" indent="0">
              <a:buClr>
                <a:srgbClr val="FF0000"/>
              </a:buClr>
              <a:buSzPct val="150000"/>
              <a:buNone/>
            </a:pPr>
            <a:r>
              <a:rPr lang="en-US" sz="1000" b="1" dirty="0"/>
              <a:t>Favorable conditions for this pattern</a:t>
            </a:r>
            <a:r>
              <a:rPr lang="en-US" sz="1000" dirty="0"/>
              <a:t>:</a:t>
            </a:r>
          </a:p>
          <a:p>
            <a:pPr>
              <a:buClr>
                <a:schemeClr val="accent2"/>
              </a:buClr>
              <a:buSzPct val="150000"/>
              <a:buFont typeface="Avenir Next LT Pro" panose="020B0504020202020204" pitchFamily="34" charset="0"/>
              <a:buChar char="&gt;"/>
            </a:pPr>
            <a:r>
              <a:rPr lang="en-US" sz="1000" dirty="0"/>
              <a:t>Members know the practices enough to make strong choices</a:t>
            </a:r>
          </a:p>
          <a:p>
            <a:pPr>
              <a:buClr>
                <a:schemeClr val="accent2"/>
              </a:buClr>
              <a:buSzPct val="150000"/>
              <a:buFont typeface="Avenir Next LT Pro" panose="020B0504020202020204" pitchFamily="34" charset="0"/>
              <a:buChar char="&gt;"/>
            </a:pPr>
            <a:r>
              <a:rPr lang="en-US" sz="1000" dirty="0"/>
              <a:t>Pressure for fast proof of value from members or from stakeholders</a:t>
            </a:r>
          </a:p>
          <a:p>
            <a:pPr>
              <a:buClr>
                <a:schemeClr val="accent2"/>
              </a:buClr>
              <a:buSzPct val="150000"/>
              <a:buFont typeface="Avenir Next LT Pro" panose="020B0504020202020204" pitchFamily="34" charset="0"/>
              <a:buChar char="&gt;"/>
            </a:pPr>
            <a:r>
              <a:rPr lang="en-US" sz="1000" dirty="0"/>
              <a:t>Less pressure on regular novelty than on results</a:t>
            </a:r>
          </a:p>
          <a:p>
            <a:pPr>
              <a:buClr>
                <a:schemeClr val="accent2"/>
              </a:buClr>
              <a:buSzPct val="150000"/>
              <a:buFont typeface="Avenir Next LT Pro" panose="020B0504020202020204" pitchFamily="34" charset="0"/>
              <a:buChar char="&gt;"/>
            </a:pPr>
            <a:r>
              <a:rPr lang="en-US" sz="1000" dirty="0"/>
              <a:t>Practices can be deployed (anytime) without strong conditions on timing</a:t>
            </a:r>
          </a:p>
        </p:txBody>
      </p:sp>
      <p:sp>
        <p:nvSpPr>
          <p:cNvPr id="12" name="Segnaposto contenuto 2">
            <a:extLst>
              <a:ext uri="{FF2B5EF4-FFF2-40B4-BE49-F238E27FC236}">
                <a16:creationId xmlns:a16="http://schemas.microsoft.com/office/drawing/2014/main" id="{F67A4D38-55E0-A0F9-457E-85E3B884B067}"/>
              </a:ext>
            </a:extLst>
          </p:cNvPr>
          <p:cNvSpPr txBox="1">
            <a:spLocks/>
          </p:cNvSpPr>
          <p:nvPr/>
        </p:nvSpPr>
        <p:spPr>
          <a:xfrm>
            <a:off x="3218762" y="5842944"/>
            <a:ext cx="1261723" cy="649931"/>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dirty="0"/>
              <a:t>First proofs of Community value on-field</a:t>
            </a:r>
          </a:p>
        </p:txBody>
      </p:sp>
      <p:sp>
        <p:nvSpPr>
          <p:cNvPr id="13" name="Triangolo isoscele 12">
            <a:extLst>
              <a:ext uri="{FF2B5EF4-FFF2-40B4-BE49-F238E27FC236}">
                <a16:creationId xmlns:a16="http://schemas.microsoft.com/office/drawing/2014/main" id="{B51ABADF-BCCF-FC1D-6152-DC2F7BB7CDEF}"/>
              </a:ext>
            </a:extLst>
          </p:cNvPr>
          <p:cNvSpPr/>
          <p:nvPr/>
        </p:nvSpPr>
        <p:spPr>
          <a:xfrm>
            <a:off x="3687470" y="4982117"/>
            <a:ext cx="324308" cy="279576"/>
          </a:xfrm>
          <a:prstGeom prst="triangl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Connettore diritto 13">
            <a:extLst>
              <a:ext uri="{FF2B5EF4-FFF2-40B4-BE49-F238E27FC236}">
                <a16:creationId xmlns:a16="http://schemas.microsoft.com/office/drawing/2014/main" id="{3815F8F3-4658-678D-9DA6-E68FA50A2D03}"/>
              </a:ext>
            </a:extLst>
          </p:cNvPr>
          <p:cNvCxnSpPr>
            <a:cxnSpLocks/>
            <a:stCxn id="13" idx="3"/>
            <a:endCxn id="12" idx="0"/>
          </p:cNvCxnSpPr>
          <p:nvPr/>
        </p:nvCxnSpPr>
        <p:spPr>
          <a:xfrm>
            <a:off x="3849624" y="5261693"/>
            <a:ext cx="0" cy="58125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82161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ccia a destra 5">
            <a:extLst>
              <a:ext uri="{FF2B5EF4-FFF2-40B4-BE49-F238E27FC236}">
                <a16:creationId xmlns:a16="http://schemas.microsoft.com/office/drawing/2014/main" id="{44521D9A-2040-D784-230C-CE7DF2B4E31C}"/>
              </a:ext>
            </a:extLst>
          </p:cNvPr>
          <p:cNvSpPr/>
          <p:nvPr/>
        </p:nvSpPr>
        <p:spPr>
          <a:xfrm>
            <a:off x="1635400" y="1662099"/>
            <a:ext cx="7592570" cy="68580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54F178F4-6618-0E2F-99C8-4B38A977A0CE}"/>
              </a:ext>
            </a:extLst>
          </p:cNvPr>
          <p:cNvSpPr>
            <a:spLocks noGrp="1"/>
          </p:cNvSpPr>
          <p:nvPr>
            <p:ph type="title"/>
          </p:nvPr>
        </p:nvSpPr>
        <p:spPr/>
        <p:txBody>
          <a:bodyPr>
            <a:noAutofit/>
          </a:bodyPr>
          <a:lstStyle/>
          <a:p>
            <a:r>
              <a:rPr lang="en-US" sz="2800" dirty="0"/>
              <a:t>Cop Roadmap workshop</a:t>
            </a:r>
            <a:br>
              <a:rPr lang="en-US" sz="2800" dirty="0"/>
            </a:br>
            <a:r>
              <a:rPr lang="en-US" sz="2800" dirty="0"/>
              <a:t>Single-group roadmap pattern : Seasonal</a:t>
            </a:r>
            <a:br>
              <a:rPr lang="en-US" sz="2800" dirty="0"/>
            </a:br>
            <a:endParaRPr lang="en-US" sz="2800" dirty="0"/>
          </a:p>
        </p:txBody>
      </p:sp>
      <p:graphicFrame>
        <p:nvGraphicFramePr>
          <p:cNvPr id="4" name="Tabella 4">
            <a:extLst>
              <a:ext uri="{FF2B5EF4-FFF2-40B4-BE49-F238E27FC236}">
                <a16:creationId xmlns:a16="http://schemas.microsoft.com/office/drawing/2014/main" id="{75D44E04-D876-92F3-FFD3-838614DC2F0D}"/>
              </a:ext>
            </a:extLst>
          </p:cNvPr>
          <p:cNvGraphicFramePr>
            <a:graphicFrameLocks noGrp="1"/>
          </p:cNvGraphicFramePr>
          <p:nvPr>
            <p:ph idx="1"/>
            <p:extLst>
              <p:ext uri="{D42A27DB-BD31-4B8C-83A1-F6EECF244321}">
                <p14:modId xmlns:p14="http://schemas.microsoft.com/office/powerpoint/2010/main" val="157668592"/>
              </p:ext>
            </p:extLst>
          </p:nvPr>
        </p:nvGraphicFramePr>
        <p:xfrm>
          <a:off x="838200" y="1825626"/>
          <a:ext cx="7592570" cy="2889942"/>
        </p:xfrm>
        <a:graphic>
          <a:graphicData uri="http://schemas.openxmlformats.org/drawingml/2006/table">
            <a:tbl>
              <a:tblPr firstRow="1" firstCol="1" bandRow="1">
                <a:tableStyleId>{5C22544A-7EE6-4342-B048-85BDC9FD1C3A}</a:tableStyleId>
              </a:tblPr>
              <a:tblGrid>
                <a:gridCol w="759257">
                  <a:extLst>
                    <a:ext uri="{9D8B030D-6E8A-4147-A177-3AD203B41FA5}">
                      <a16:colId xmlns:a16="http://schemas.microsoft.com/office/drawing/2014/main" val="2069436799"/>
                    </a:ext>
                  </a:extLst>
                </a:gridCol>
                <a:gridCol w="759257">
                  <a:extLst>
                    <a:ext uri="{9D8B030D-6E8A-4147-A177-3AD203B41FA5}">
                      <a16:colId xmlns:a16="http://schemas.microsoft.com/office/drawing/2014/main" val="1634841939"/>
                    </a:ext>
                  </a:extLst>
                </a:gridCol>
                <a:gridCol w="759257">
                  <a:extLst>
                    <a:ext uri="{9D8B030D-6E8A-4147-A177-3AD203B41FA5}">
                      <a16:colId xmlns:a16="http://schemas.microsoft.com/office/drawing/2014/main" val="1075691395"/>
                    </a:ext>
                  </a:extLst>
                </a:gridCol>
                <a:gridCol w="759257">
                  <a:extLst>
                    <a:ext uri="{9D8B030D-6E8A-4147-A177-3AD203B41FA5}">
                      <a16:colId xmlns:a16="http://schemas.microsoft.com/office/drawing/2014/main" val="2934417990"/>
                    </a:ext>
                  </a:extLst>
                </a:gridCol>
                <a:gridCol w="759257">
                  <a:extLst>
                    <a:ext uri="{9D8B030D-6E8A-4147-A177-3AD203B41FA5}">
                      <a16:colId xmlns:a16="http://schemas.microsoft.com/office/drawing/2014/main" val="4151943279"/>
                    </a:ext>
                  </a:extLst>
                </a:gridCol>
                <a:gridCol w="759257">
                  <a:extLst>
                    <a:ext uri="{9D8B030D-6E8A-4147-A177-3AD203B41FA5}">
                      <a16:colId xmlns:a16="http://schemas.microsoft.com/office/drawing/2014/main" val="2124516836"/>
                    </a:ext>
                  </a:extLst>
                </a:gridCol>
                <a:gridCol w="759257">
                  <a:extLst>
                    <a:ext uri="{9D8B030D-6E8A-4147-A177-3AD203B41FA5}">
                      <a16:colId xmlns:a16="http://schemas.microsoft.com/office/drawing/2014/main" val="493060582"/>
                    </a:ext>
                  </a:extLst>
                </a:gridCol>
                <a:gridCol w="759257">
                  <a:extLst>
                    <a:ext uri="{9D8B030D-6E8A-4147-A177-3AD203B41FA5}">
                      <a16:colId xmlns:a16="http://schemas.microsoft.com/office/drawing/2014/main" val="2353957936"/>
                    </a:ext>
                  </a:extLst>
                </a:gridCol>
                <a:gridCol w="759257">
                  <a:extLst>
                    <a:ext uri="{9D8B030D-6E8A-4147-A177-3AD203B41FA5}">
                      <a16:colId xmlns:a16="http://schemas.microsoft.com/office/drawing/2014/main" val="2717217343"/>
                    </a:ext>
                  </a:extLst>
                </a:gridCol>
                <a:gridCol w="759257">
                  <a:extLst>
                    <a:ext uri="{9D8B030D-6E8A-4147-A177-3AD203B41FA5}">
                      <a16:colId xmlns:a16="http://schemas.microsoft.com/office/drawing/2014/main" val="3650025189"/>
                    </a:ext>
                  </a:extLst>
                </a:gridCol>
              </a:tblGrid>
              <a:tr h="424455">
                <a:tc>
                  <a:txBody>
                    <a:bodyPr/>
                    <a:lstStyle/>
                    <a:p>
                      <a:endParaRPr lang="en-US" sz="1600" dirty="0"/>
                    </a:p>
                  </a:txBody>
                  <a:tcPr>
                    <a:solidFill>
                      <a:schemeClr val="bg1"/>
                    </a:solidFill>
                  </a:tcPr>
                </a:tc>
                <a:tc>
                  <a:txBody>
                    <a:bodyPr/>
                    <a:lstStyle/>
                    <a:p>
                      <a:pPr algn="ctr"/>
                      <a:r>
                        <a:rPr lang="en-US" sz="1100" dirty="0"/>
                        <a:t>Session 1</a:t>
                      </a:r>
                    </a:p>
                  </a:txBody>
                  <a:tcPr>
                    <a:solidFill>
                      <a:schemeClr val="tx1"/>
                    </a:solidFill>
                  </a:tcPr>
                </a:tc>
                <a:tc>
                  <a:txBody>
                    <a:bodyPr/>
                    <a:lstStyle/>
                    <a:p>
                      <a:pPr algn="ctr"/>
                      <a:r>
                        <a:rPr lang="en-US" sz="1100" dirty="0"/>
                        <a:t>Session 2</a:t>
                      </a:r>
                    </a:p>
                  </a:txBody>
                  <a:tcPr>
                    <a:solidFill>
                      <a:schemeClr val="tx1"/>
                    </a:solidFill>
                  </a:tcPr>
                </a:tc>
                <a:tc>
                  <a:txBody>
                    <a:bodyPr/>
                    <a:lstStyle/>
                    <a:p>
                      <a:pPr algn="ctr"/>
                      <a:r>
                        <a:rPr kumimoji="0" lang="en-US" sz="1100" b="1" i="0" u="none" strike="noStrike" kern="1200" cap="none" spc="0" normalizeH="0" baseline="0" noProof="0" dirty="0">
                          <a:ln>
                            <a:noFill/>
                          </a:ln>
                          <a:solidFill>
                            <a:prstClr val="white"/>
                          </a:solidFill>
                          <a:effectLst/>
                          <a:uLnTx/>
                          <a:uFillTx/>
                          <a:latin typeface="Calibri" panose="020F0502020204030204"/>
                          <a:ea typeface="+mn-ea"/>
                          <a:cs typeface="+mn-cs"/>
                        </a:rPr>
                        <a:t>Session 3</a:t>
                      </a:r>
                      <a:endParaRPr lang="en-US" sz="1100" dirty="0"/>
                    </a:p>
                  </a:txBody>
                  <a:tcPr>
                    <a:solidFill>
                      <a:schemeClr val="tx1"/>
                    </a:solidFill>
                  </a:tcPr>
                </a:tc>
                <a:tc>
                  <a:txBody>
                    <a:bodyPr/>
                    <a:lstStyle/>
                    <a:p>
                      <a:pPr algn="ctr"/>
                      <a:r>
                        <a:rPr kumimoji="0" lang="en-US" sz="1100" b="1" i="0" u="none" strike="noStrike" kern="1200" cap="none" spc="0" normalizeH="0" baseline="0" noProof="0" dirty="0">
                          <a:ln>
                            <a:noFill/>
                          </a:ln>
                          <a:solidFill>
                            <a:prstClr val="white"/>
                          </a:solidFill>
                          <a:effectLst/>
                          <a:uLnTx/>
                          <a:uFillTx/>
                          <a:latin typeface="Calibri" panose="020F0502020204030204"/>
                          <a:ea typeface="+mn-ea"/>
                          <a:cs typeface="+mn-cs"/>
                        </a:rPr>
                        <a:t>Session 4</a:t>
                      </a:r>
                      <a:endParaRPr lang="en-US" sz="1100" dirty="0"/>
                    </a:p>
                  </a:txBody>
                  <a:tcPr>
                    <a:solidFill>
                      <a:schemeClr val="tx1"/>
                    </a:solidFill>
                  </a:tcPr>
                </a:tc>
                <a:tc>
                  <a:txBody>
                    <a:bodyPr/>
                    <a:lstStyle/>
                    <a:p>
                      <a:pPr algn="ctr"/>
                      <a:r>
                        <a:rPr kumimoji="0" lang="en-US" sz="1100" b="1" i="0" u="none" strike="noStrike" kern="1200" cap="none" spc="0" normalizeH="0" baseline="0" noProof="0" dirty="0">
                          <a:ln>
                            <a:noFill/>
                          </a:ln>
                          <a:solidFill>
                            <a:prstClr val="white"/>
                          </a:solidFill>
                          <a:effectLst/>
                          <a:uLnTx/>
                          <a:uFillTx/>
                          <a:latin typeface="Calibri" panose="020F0502020204030204"/>
                          <a:ea typeface="+mn-ea"/>
                          <a:cs typeface="+mn-cs"/>
                        </a:rPr>
                        <a:t>Session 5</a:t>
                      </a:r>
                      <a:endParaRPr lang="en-US" sz="1100" dirty="0"/>
                    </a:p>
                  </a:txBody>
                  <a:tcPr>
                    <a:solidFill>
                      <a:schemeClr val="tx1"/>
                    </a:solidFill>
                  </a:tcPr>
                </a:tc>
                <a:tc>
                  <a:txBody>
                    <a:bodyPr/>
                    <a:lstStyle/>
                    <a:p>
                      <a:pPr algn="ctr"/>
                      <a:r>
                        <a:rPr kumimoji="0" lang="en-US" sz="1100" b="1" i="0" u="none" strike="noStrike" kern="1200" cap="none" spc="0" normalizeH="0" baseline="0" noProof="0" dirty="0">
                          <a:ln>
                            <a:noFill/>
                          </a:ln>
                          <a:solidFill>
                            <a:prstClr val="white"/>
                          </a:solidFill>
                          <a:effectLst/>
                          <a:uLnTx/>
                          <a:uFillTx/>
                          <a:latin typeface="Calibri" panose="020F0502020204030204"/>
                          <a:ea typeface="+mn-ea"/>
                          <a:cs typeface="+mn-cs"/>
                        </a:rPr>
                        <a:t>Session 6</a:t>
                      </a:r>
                      <a:endParaRPr lang="en-US" sz="1100" dirty="0"/>
                    </a:p>
                  </a:txBody>
                  <a:tcPr>
                    <a:solidFill>
                      <a:schemeClr val="tx1"/>
                    </a:solidFill>
                  </a:tcPr>
                </a:tc>
                <a:tc>
                  <a:txBody>
                    <a:bodyPr/>
                    <a:lstStyle/>
                    <a:p>
                      <a:pPr algn="ctr"/>
                      <a:r>
                        <a:rPr kumimoji="0" lang="en-US" sz="1100" b="1" i="0" u="none" strike="noStrike" kern="1200" cap="none" spc="0" normalizeH="0" baseline="0" noProof="0" dirty="0">
                          <a:ln>
                            <a:noFill/>
                          </a:ln>
                          <a:solidFill>
                            <a:prstClr val="white"/>
                          </a:solidFill>
                          <a:effectLst/>
                          <a:uLnTx/>
                          <a:uFillTx/>
                          <a:latin typeface="Calibri" panose="020F0502020204030204"/>
                          <a:ea typeface="+mn-ea"/>
                          <a:cs typeface="+mn-cs"/>
                        </a:rPr>
                        <a:t>Session 7</a:t>
                      </a:r>
                      <a:endParaRPr lang="en-US" sz="1100" dirty="0"/>
                    </a:p>
                  </a:txBody>
                  <a:tcPr>
                    <a:solidFill>
                      <a:schemeClr val="tx1"/>
                    </a:solidFill>
                  </a:tcPr>
                </a:tc>
                <a:tc>
                  <a:txBody>
                    <a:bodyPr/>
                    <a:lstStyle/>
                    <a:p>
                      <a:pPr algn="ctr"/>
                      <a:r>
                        <a:rPr kumimoji="0" lang="en-US" sz="1100" b="1" i="0" u="none" strike="noStrike" kern="1200" cap="none" spc="0" normalizeH="0" baseline="0" noProof="0" dirty="0">
                          <a:ln>
                            <a:noFill/>
                          </a:ln>
                          <a:solidFill>
                            <a:prstClr val="white"/>
                          </a:solidFill>
                          <a:effectLst/>
                          <a:uLnTx/>
                          <a:uFillTx/>
                          <a:latin typeface="Calibri" panose="020F0502020204030204"/>
                          <a:ea typeface="+mn-ea"/>
                          <a:cs typeface="+mn-cs"/>
                        </a:rPr>
                        <a:t>Session 8</a:t>
                      </a:r>
                      <a:endParaRPr lang="en-US" sz="1100" dirty="0"/>
                    </a:p>
                  </a:txBody>
                  <a:tcPr>
                    <a:solidFill>
                      <a:schemeClr val="tx1"/>
                    </a:solidFill>
                  </a:tcPr>
                </a:tc>
                <a:tc>
                  <a:txBody>
                    <a:bodyPr/>
                    <a:lstStyle/>
                    <a:p>
                      <a:pPr algn="ctr"/>
                      <a:r>
                        <a:rPr kumimoji="0" lang="en-US" sz="1100" b="1" i="0" u="none" strike="noStrike" kern="1200" cap="none" spc="0" normalizeH="0" baseline="0" noProof="0" dirty="0">
                          <a:ln>
                            <a:noFill/>
                          </a:ln>
                          <a:solidFill>
                            <a:prstClr val="white"/>
                          </a:solidFill>
                          <a:effectLst/>
                          <a:uLnTx/>
                          <a:uFillTx/>
                          <a:latin typeface="Calibri" panose="020F0502020204030204"/>
                          <a:ea typeface="+mn-ea"/>
                          <a:cs typeface="+mn-cs"/>
                        </a:rPr>
                        <a:t>Session 9</a:t>
                      </a:r>
                      <a:endParaRPr lang="en-US" sz="1100" dirty="0"/>
                    </a:p>
                  </a:txBody>
                  <a:tcPr>
                    <a:solidFill>
                      <a:schemeClr val="tx1"/>
                    </a:solidFill>
                  </a:tcPr>
                </a:tc>
                <a:extLst>
                  <a:ext uri="{0D108BD9-81ED-4DB2-BD59-A6C34878D82A}">
                    <a16:rowId xmlns:a16="http://schemas.microsoft.com/office/drawing/2014/main" val="4076229127"/>
                  </a:ext>
                </a:extLst>
              </a:tr>
              <a:tr h="299616">
                <a:tc>
                  <a:txBody>
                    <a:bodyPr/>
                    <a:lstStyle/>
                    <a:p>
                      <a:pPr algn="ctr"/>
                      <a:endParaRPr lang="en-US" sz="1600" dirty="0">
                        <a:solidFill>
                          <a:schemeClr val="tx1"/>
                        </a:solidFill>
                      </a:endParaRPr>
                    </a:p>
                  </a:txBody>
                  <a:tcPr anchor="ctr">
                    <a:solidFill>
                      <a:schemeClr val="bg1"/>
                    </a:solidFill>
                  </a:tcPr>
                </a:tc>
                <a:tc>
                  <a:txBody>
                    <a:bodyPr/>
                    <a:lstStyle/>
                    <a:p>
                      <a:endParaRPr lang="en-US" sz="1600" dirty="0"/>
                    </a:p>
                  </a:txBody>
                  <a:tcPr>
                    <a:solidFill>
                      <a:schemeClr val="bg1"/>
                    </a:solidFill>
                  </a:tcPr>
                </a:tc>
                <a:tc>
                  <a:txBody>
                    <a:bodyPr/>
                    <a:lstStyle/>
                    <a:p>
                      <a:endParaRPr lang="en-US" sz="1600" dirty="0"/>
                    </a:p>
                  </a:txBody>
                  <a:tcPr>
                    <a:solidFill>
                      <a:schemeClr val="bg1"/>
                    </a:solidFill>
                  </a:tcPr>
                </a:tc>
                <a:tc>
                  <a:txBody>
                    <a:bodyPr/>
                    <a:lstStyle/>
                    <a:p>
                      <a:endParaRPr lang="en-US" sz="1600"/>
                    </a:p>
                  </a:txBody>
                  <a:tcPr>
                    <a:solidFill>
                      <a:schemeClr val="bg1"/>
                    </a:solidFill>
                  </a:tcPr>
                </a:tc>
                <a:tc>
                  <a:txBody>
                    <a:bodyPr/>
                    <a:lstStyle/>
                    <a:p>
                      <a:endParaRPr lang="en-US" sz="1600"/>
                    </a:p>
                  </a:txBody>
                  <a:tcPr>
                    <a:solidFill>
                      <a:schemeClr val="bg1"/>
                    </a:solidFill>
                  </a:tcPr>
                </a:tc>
                <a:tc>
                  <a:txBody>
                    <a:bodyPr/>
                    <a:lstStyle/>
                    <a:p>
                      <a:endParaRPr lang="en-US" sz="1600"/>
                    </a:p>
                  </a:txBody>
                  <a:tcPr>
                    <a:solidFill>
                      <a:schemeClr val="bg1"/>
                    </a:solidFill>
                  </a:tcPr>
                </a:tc>
                <a:tc>
                  <a:txBody>
                    <a:bodyPr/>
                    <a:lstStyle/>
                    <a:p>
                      <a:endParaRPr lang="en-US" sz="1600"/>
                    </a:p>
                  </a:txBody>
                  <a:tcPr>
                    <a:solidFill>
                      <a:schemeClr val="bg1"/>
                    </a:solidFill>
                  </a:tcPr>
                </a:tc>
                <a:tc>
                  <a:txBody>
                    <a:bodyPr/>
                    <a:lstStyle/>
                    <a:p>
                      <a:endParaRPr lang="en-US" sz="1600" dirty="0"/>
                    </a:p>
                  </a:txBody>
                  <a:tcPr>
                    <a:solidFill>
                      <a:schemeClr val="bg1"/>
                    </a:solidFill>
                  </a:tcPr>
                </a:tc>
                <a:tc>
                  <a:txBody>
                    <a:bodyPr/>
                    <a:lstStyle/>
                    <a:p>
                      <a:endParaRPr lang="en-US" sz="1600"/>
                    </a:p>
                  </a:txBody>
                  <a:tcPr>
                    <a:solidFill>
                      <a:schemeClr val="bg1"/>
                    </a:solidFill>
                  </a:tcPr>
                </a:tc>
                <a:tc>
                  <a:txBody>
                    <a:bodyPr/>
                    <a:lstStyle/>
                    <a:p>
                      <a:endParaRPr lang="en-US" sz="1600"/>
                    </a:p>
                  </a:txBody>
                  <a:tcPr>
                    <a:solidFill>
                      <a:schemeClr val="bg1"/>
                    </a:solidFill>
                  </a:tcPr>
                </a:tc>
                <a:extLst>
                  <a:ext uri="{0D108BD9-81ED-4DB2-BD59-A6C34878D82A}">
                    <a16:rowId xmlns:a16="http://schemas.microsoft.com/office/drawing/2014/main" val="1456946727"/>
                  </a:ext>
                </a:extLst>
              </a:tr>
              <a:tr h="48654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Practice A</a:t>
                      </a:r>
                    </a:p>
                  </a:txBody>
                  <a:tcPr anchor="ctr">
                    <a:solidFill>
                      <a:srgbClr val="FFFF00"/>
                    </a:solidFill>
                  </a:tcPr>
                </a:tc>
                <a:tc>
                  <a:txBody>
                    <a:bodyPr/>
                    <a:lstStyle/>
                    <a:p>
                      <a:endParaRPr lang="en-US" sz="1600" dirty="0"/>
                    </a:p>
                  </a:txBody>
                  <a:tcPr>
                    <a:solidFill>
                      <a:schemeClr val="bg1">
                        <a:lumMod val="85000"/>
                      </a:schemeClr>
                    </a:solidFill>
                  </a:tcPr>
                </a:tc>
                <a:tc>
                  <a:txBody>
                    <a:bodyPr/>
                    <a:lstStyle/>
                    <a:p>
                      <a:endParaRPr lang="en-US" sz="1600" dirty="0"/>
                    </a:p>
                  </a:txBody>
                  <a:tcPr>
                    <a:solidFill>
                      <a:schemeClr val="bg1"/>
                    </a:solidFill>
                  </a:tcPr>
                </a:tc>
                <a:tc>
                  <a:txBody>
                    <a:bodyPr/>
                    <a:lstStyle/>
                    <a:p>
                      <a:endParaRPr lang="en-US" sz="1600" dirty="0"/>
                    </a:p>
                  </a:txBody>
                  <a:tcPr>
                    <a:solidFill>
                      <a:schemeClr val="bg1"/>
                    </a:solidFill>
                  </a:tcPr>
                </a:tc>
                <a:tc>
                  <a:txBody>
                    <a:bodyPr/>
                    <a:lstStyle/>
                    <a:p>
                      <a:endParaRPr lang="en-US" sz="1600" dirty="0"/>
                    </a:p>
                  </a:txBody>
                  <a:tcPr>
                    <a:solidFill>
                      <a:schemeClr val="accent1">
                        <a:lumMod val="20000"/>
                        <a:lumOff val="80000"/>
                      </a:schemeClr>
                    </a:solidFill>
                  </a:tcPr>
                </a:tc>
                <a:tc>
                  <a:txBody>
                    <a:bodyPr/>
                    <a:lstStyle/>
                    <a:p>
                      <a:endParaRPr lang="en-US" sz="1600" dirty="0"/>
                    </a:p>
                  </a:txBody>
                  <a:tcPr>
                    <a:solidFill>
                      <a:schemeClr val="bg1"/>
                    </a:solidFill>
                  </a:tcPr>
                </a:tc>
                <a:tc>
                  <a:txBody>
                    <a:bodyPr/>
                    <a:lstStyle/>
                    <a:p>
                      <a:endParaRPr lang="en-US" sz="1600"/>
                    </a:p>
                  </a:txBody>
                  <a:tcPr>
                    <a:solidFill>
                      <a:schemeClr val="bg1"/>
                    </a:solidFill>
                  </a:tcPr>
                </a:tc>
                <a:tc>
                  <a:txBody>
                    <a:bodyPr/>
                    <a:lstStyle/>
                    <a:p>
                      <a:endParaRPr lang="en-US" sz="1600" dirty="0"/>
                    </a:p>
                  </a:txBody>
                  <a:tcPr>
                    <a:solidFill>
                      <a:schemeClr val="accent6">
                        <a:lumMod val="20000"/>
                        <a:lumOff val="80000"/>
                      </a:schemeClr>
                    </a:solidFill>
                  </a:tcPr>
                </a:tc>
                <a:tc>
                  <a:txBody>
                    <a:bodyPr/>
                    <a:lstStyle/>
                    <a:p>
                      <a:endParaRPr lang="en-US" sz="1600"/>
                    </a:p>
                  </a:txBody>
                  <a:tcPr>
                    <a:solidFill>
                      <a:schemeClr val="bg1"/>
                    </a:solidFill>
                  </a:tcPr>
                </a:tc>
                <a:tc>
                  <a:txBody>
                    <a:bodyPr/>
                    <a:lstStyle/>
                    <a:p>
                      <a:endParaRPr lang="en-US" sz="1600"/>
                    </a:p>
                  </a:txBody>
                  <a:tcPr>
                    <a:solidFill>
                      <a:schemeClr val="bg1"/>
                    </a:solidFill>
                  </a:tcPr>
                </a:tc>
                <a:extLst>
                  <a:ext uri="{0D108BD9-81ED-4DB2-BD59-A6C34878D82A}">
                    <a16:rowId xmlns:a16="http://schemas.microsoft.com/office/drawing/2014/main" val="55005126"/>
                  </a:ext>
                </a:extLst>
              </a:tr>
              <a:tr h="299616">
                <a:tc>
                  <a:txBody>
                    <a:bodyPr/>
                    <a:lstStyle/>
                    <a:p>
                      <a:pPr algn="ctr"/>
                      <a:endParaRPr lang="en-US" sz="1100" dirty="0">
                        <a:solidFill>
                          <a:schemeClr val="tx1"/>
                        </a:solidFill>
                      </a:endParaRPr>
                    </a:p>
                  </a:txBody>
                  <a:tcPr anchor="ctr">
                    <a:solidFill>
                      <a:schemeClr val="bg1"/>
                    </a:solidFill>
                  </a:tcPr>
                </a:tc>
                <a:tc>
                  <a:txBody>
                    <a:bodyPr/>
                    <a:lstStyle/>
                    <a:p>
                      <a:endParaRPr lang="en-US" sz="1600" dirty="0"/>
                    </a:p>
                  </a:txBody>
                  <a:tcPr>
                    <a:solidFill>
                      <a:schemeClr val="bg1"/>
                    </a:solidFill>
                  </a:tcPr>
                </a:tc>
                <a:tc>
                  <a:txBody>
                    <a:bodyPr/>
                    <a:lstStyle/>
                    <a:p>
                      <a:endParaRPr lang="en-US" sz="1600" dirty="0"/>
                    </a:p>
                  </a:txBody>
                  <a:tcPr>
                    <a:solidFill>
                      <a:schemeClr val="bg1"/>
                    </a:solidFill>
                  </a:tcPr>
                </a:tc>
                <a:tc>
                  <a:txBody>
                    <a:bodyPr/>
                    <a:lstStyle/>
                    <a:p>
                      <a:endParaRPr lang="en-US" sz="1600"/>
                    </a:p>
                  </a:txBody>
                  <a:tcPr>
                    <a:solidFill>
                      <a:schemeClr val="bg1"/>
                    </a:solidFill>
                  </a:tcPr>
                </a:tc>
                <a:tc>
                  <a:txBody>
                    <a:bodyPr/>
                    <a:lstStyle/>
                    <a:p>
                      <a:endParaRPr lang="en-US" sz="1600"/>
                    </a:p>
                  </a:txBody>
                  <a:tcPr>
                    <a:solidFill>
                      <a:schemeClr val="bg1"/>
                    </a:solidFill>
                  </a:tcPr>
                </a:tc>
                <a:tc>
                  <a:txBody>
                    <a:bodyPr/>
                    <a:lstStyle/>
                    <a:p>
                      <a:endParaRPr lang="en-US" sz="1600"/>
                    </a:p>
                  </a:txBody>
                  <a:tcPr>
                    <a:solidFill>
                      <a:schemeClr val="bg1"/>
                    </a:solidFill>
                  </a:tcPr>
                </a:tc>
                <a:tc>
                  <a:txBody>
                    <a:bodyPr/>
                    <a:lstStyle/>
                    <a:p>
                      <a:endParaRPr lang="en-US" sz="1600"/>
                    </a:p>
                  </a:txBody>
                  <a:tcPr>
                    <a:solidFill>
                      <a:schemeClr val="bg1"/>
                    </a:solidFill>
                  </a:tcPr>
                </a:tc>
                <a:tc>
                  <a:txBody>
                    <a:bodyPr/>
                    <a:lstStyle/>
                    <a:p>
                      <a:endParaRPr lang="en-US" sz="1600"/>
                    </a:p>
                  </a:txBody>
                  <a:tcPr>
                    <a:solidFill>
                      <a:schemeClr val="bg1"/>
                    </a:solidFill>
                  </a:tcPr>
                </a:tc>
                <a:tc>
                  <a:txBody>
                    <a:bodyPr/>
                    <a:lstStyle/>
                    <a:p>
                      <a:endParaRPr lang="en-US" sz="1600" dirty="0"/>
                    </a:p>
                  </a:txBody>
                  <a:tcPr>
                    <a:solidFill>
                      <a:schemeClr val="bg1"/>
                    </a:solidFill>
                  </a:tcPr>
                </a:tc>
                <a:tc>
                  <a:txBody>
                    <a:bodyPr/>
                    <a:lstStyle/>
                    <a:p>
                      <a:endParaRPr lang="en-US" sz="1600"/>
                    </a:p>
                  </a:txBody>
                  <a:tcPr>
                    <a:solidFill>
                      <a:schemeClr val="bg1"/>
                    </a:solidFill>
                  </a:tcPr>
                </a:tc>
                <a:extLst>
                  <a:ext uri="{0D108BD9-81ED-4DB2-BD59-A6C34878D82A}">
                    <a16:rowId xmlns:a16="http://schemas.microsoft.com/office/drawing/2014/main" val="3645593550"/>
                  </a:ext>
                </a:extLst>
              </a:tr>
              <a:tr h="486549">
                <a:tc>
                  <a:txBody>
                    <a:bodyPr/>
                    <a:lstStyle/>
                    <a:p>
                      <a:pPr algn="ctr"/>
                      <a:r>
                        <a:rPr lang="en-US" sz="1100" dirty="0">
                          <a:solidFill>
                            <a:schemeClr val="tx1"/>
                          </a:solidFill>
                        </a:rPr>
                        <a:t>Practice B</a:t>
                      </a:r>
                    </a:p>
                  </a:txBody>
                  <a:tcPr anchor="ctr">
                    <a:solidFill>
                      <a:srgbClr val="FF00FF"/>
                    </a:solidFill>
                  </a:tcPr>
                </a:tc>
                <a:tc>
                  <a:txBody>
                    <a:bodyPr/>
                    <a:lstStyle/>
                    <a:p>
                      <a:endParaRPr lang="en-US" sz="1600"/>
                    </a:p>
                  </a:txBody>
                  <a:tcPr>
                    <a:solidFill>
                      <a:schemeClr val="bg1"/>
                    </a:solidFill>
                  </a:tcPr>
                </a:tc>
                <a:tc>
                  <a:txBody>
                    <a:bodyPr/>
                    <a:lstStyle/>
                    <a:p>
                      <a:endParaRPr lang="en-US" sz="1600" dirty="0"/>
                    </a:p>
                  </a:txBody>
                  <a:tcPr>
                    <a:solidFill>
                      <a:schemeClr val="bg1">
                        <a:lumMod val="85000"/>
                      </a:schemeClr>
                    </a:solidFill>
                  </a:tcPr>
                </a:tc>
                <a:tc>
                  <a:txBody>
                    <a:bodyPr/>
                    <a:lstStyle/>
                    <a:p>
                      <a:endParaRPr lang="en-US" sz="1600"/>
                    </a:p>
                  </a:txBody>
                  <a:tcPr>
                    <a:solidFill>
                      <a:schemeClr val="bg1"/>
                    </a:solidFill>
                  </a:tcPr>
                </a:tc>
                <a:tc>
                  <a:txBody>
                    <a:bodyPr/>
                    <a:lstStyle/>
                    <a:p>
                      <a:endParaRPr lang="en-US" sz="1600" dirty="0"/>
                    </a:p>
                  </a:txBody>
                  <a:tcPr>
                    <a:solidFill>
                      <a:schemeClr val="bg1"/>
                    </a:solidFill>
                  </a:tcPr>
                </a:tc>
                <a:tc>
                  <a:txBody>
                    <a:bodyPr/>
                    <a:lstStyle/>
                    <a:p>
                      <a:endParaRPr lang="en-US" sz="1600" dirty="0"/>
                    </a:p>
                  </a:txBody>
                  <a:tcPr>
                    <a:solidFill>
                      <a:schemeClr val="accent1">
                        <a:lumMod val="20000"/>
                        <a:lumOff val="80000"/>
                      </a:schemeClr>
                    </a:solidFill>
                  </a:tcPr>
                </a:tc>
                <a:tc>
                  <a:txBody>
                    <a:bodyPr/>
                    <a:lstStyle/>
                    <a:p>
                      <a:endParaRPr lang="en-US" sz="1600" dirty="0"/>
                    </a:p>
                  </a:txBody>
                  <a:tcPr>
                    <a:solidFill>
                      <a:schemeClr val="bg1"/>
                    </a:solidFill>
                  </a:tcPr>
                </a:tc>
                <a:tc>
                  <a:txBody>
                    <a:bodyPr/>
                    <a:lstStyle/>
                    <a:p>
                      <a:endParaRPr lang="en-US" sz="1600" dirty="0"/>
                    </a:p>
                  </a:txBody>
                  <a:tcPr>
                    <a:solidFill>
                      <a:schemeClr val="bg1"/>
                    </a:solidFill>
                  </a:tcPr>
                </a:tc>
                <a:tc>
                  <a:txBody>
                    <a:bodyPr/>
                    <a:lstStyle/>
                    <a:p>
                      <a:endParaRPr lang="en-US" sz="1600" dirty="0"/>
                    </a:p>
                  </a:txBody>
                  <a:tcPr>
                    <a:solidFill>
                      <a:schemeClr val="accent6">
                        <a:lumMod val="20000"/>
                        <a:lumOff val="80000"/>
                      </a:schemeClr>
                    </a:solidFill>
                  </a:tcPr>
                </a:tc>
                <a:tc>
                  <a:txBody>
                    <a:bodyPr/>
                    <a:lstStyle/>
                    <a:p>
                      <a:endParaRPr lang="en-US" sz="1600" dirty="0"/>
                    </a:p>
                  </a:txBody>
                  <a:tcPr>
                    <a:solidFill>
                      <a:schemeClr val="bg1"/>
                    </a:solidFill>
                  </a:tcPr>
                </a:tc>
                <a:extLst>
                  <a:ext uri="{0D108BD9-81ED-4DB2-BD59-A6C34878D82A}">
                    <a16:rowId xmlns:a16="http://schemas.microsoft.com/office/drawing/2014/main" val="1799357627"/>
                  </a:ext>
                </a:extLst>
              </a:tr>
              <a:tr h="299616">
                <a:tc>
                  <a:txBody>
                    <a:bodyPr/>
                    <a:lstStyle/>
                    <a:p>
                      <a:pPr algn="ctr"/>
                      <a:endParaRPr lang="en-US" sz="1100" dirty="0">
                        <a:solidFill>
                          <a:schemeClr val="tx1"/>
                        </a:solidFill>
                      </a:endParaRPr>
                    </a:p>
                  </a:txBody>
                  <a:tcPr anchor="ctr">
                    <a:solidFill>
                      <a:schemeClr val="bg1"/>
                    </a:solidFill>
                  </a:tcPr>
                </a:tc>
                <a:tc>
                  <a:txBody>
                    <a:bodyPr/>
                    <a:lstStyle/>
                    <a:p>
                      <a:endParaRPr lang="en-US" sz="1600" dirty="0"/>
                    </a:p>
                  </a:txBody>
                  <a:tcPr>
                    <a:solidFill>
                      <a:schemeClr val="bg1"/>
                    </a:solidFill>
                  </a:tcPr>
                </a:tc>
                <a:tc>
                  <a:txBody>
                    <a:bodyPr/>
                    <a:lstStyle/>
                    <a:p>
                      <a:endParaRPr lang="en-US" sz="1600"/>
                    </a:p>
                  </a:txBody>
                  <a:tcPr>
                    <a:solidFill>
                      <a:schemeClr val="bg1"/>
                    </a:solidFill>
                  </a:tcPr>
                </a:tc>
                <a:tc>
                  <a:txBody>
                    <a:bodyPr/>
                    <a:lstStyle/>
                    <a:p>
                      <a:endParaRPr lang="en-US" sz="1600"/>
                    </a:p>
                  </a:txBody>
                  <a:tcPr>
                    <a:solidFill>
                      <a:schemeClr val="bg1"/>
                    </a:solidFill>
                  </a:tcPr>
                </a:tc>
                <a:tc>
                  <a:txBody>
                    <a:bodyPr/>
                    <a:lstStyle/>
                    <a:p>
                      <a:endParaRPr lang="en-US" sz="1600" dirty="0"/>
                    </a:p>
                  </a:txBody>
                  <a:tcPr>
                    <a:solidFill>
                      <a:schemeClr val="bg1"/>
                    </a:solidFill>
                  </a:tcPr>
                </a:tc>
                <a:tc>
                  <a:txBody>
                    <a:bodyPr/>
                    <a:lstStyle/>
                    <a:p>
                      <a:endParaRPr lang="en-US" sz="1600"/>
                    </a:p>
                  </a:txBody>
                  <a:tcPr>
                    <a:solidFill>
                      <a:schemeClr val="bg1"/>
                    </a:solidFill>
                  </a:tcPr>
                </a:tc>
                <a:tc>
                  <a:txBody>
                    <a:bodyPr/>
                    <a:lstStyle/>
                    <a:p>
                      <a:endParaRPr lang="en-US" sz="1600" dirty="0"/>
                    </a:p>
                  </a:txBody>
                  <a:tcPr>
                    <a:solidFill>
                      <a:schemeClr val="bg1"/>
                    </a:solidFill>
                  </a:tcPr>
                </a:tc>
                <a:tc>
                  <a:txBody>
                    <a:bodyPr/>
                    <a:lstStyle/>
                    <a:p>
                      <a:endParaRPr lang="en-US" sz="1600" dirty="0"/>
                    </a:p>
                  </a:txBody>
                  <a:tcPr>
                    <a:solidFill>
                      <a:schemeClr val="bg1"/>
                    </a:solidFill>
                  </a:tcPr>
                </a:tc>
                <a:tc>
                  <a:txBody>
                    <a:bodyPr/>
                    <a:lstStyle/>
                    <a:p>
                      <a:endParaRPr lang="en-US" sz="1600" dirty="0"/>
                    </a:p>
                  </a:txBody>
                  <a:tcPr>
                    <a:solidFill>
                      <a:schemeClr val="bg1"/>
                    </a:solidFill>
                  </a:tcPr>
                </a:tc>
                <a:tc>
                  <a:txBody>
                    <a:bodyPr/>
                    <a:lstStyle/>
                    <a:p>
                      <a:endParaRPr lang="en-US" sz="1600"/>
                    </a:p>
                  </a:txBody>
                  <a:tcPr>
                    <a:solidFill>
                      <a:schemeClr val="bg1"/>
                    </a:solidFill>
                  </a:tcPr>
                </a:tc>
                <a:extLst>
                  <a:ext uri="{0D108BD9-81ED-4DB2-BD59-A6C34878D82A}">
                    <a16:rowId xmlns:a16="http://schemas.microsoft.com/office/drawing/2014/main" val="1383614597"/>
                  </a:ext>
                </a:extLst>
              </a:tr>
              <a:tr h="486549">
                <a:tc>
                  <a:txBody>
                    <a:bodyPr/>
                    <a:lstStyle/>
                    <a:p>
                      <a:pPr algn="ctr"/>
                      <a:r>
                        <a:rPr lang="en-US" sz="1100" dirty="0">
                          <a:solidFill>
                            <a:schemeClr val="tx1"/>
                          </a:solidFill>
                        </a:rPr>
                        <a:t>Practice C</a:t>
                      </a:r>
                    </a:p>
                  </a:txBody>
                  <a:tcPr anchor="ctr">
                    <a:solidFill>
                      <a:srgbClr val="FFC000"/>
                    </a:solidFill>
                  </a:tcPr>
                </a:tc>
                <a:tc>
                  <a:txBody>
                    <a:bodyPr/>
                    <a:lstStyle/>
                    <a:p>
                      <a:endParaRPr lang="en-US" sz="1600" dirty="0"/>
                    </a:p>
                  </a:txBody>
                  <a:tcPr>
                    <a:solidFill>
                      <a:schemeClr val="bg1"/>
                    </a:solidFill>
                  </a:tcPr>
                </a:tc>
                <a:tc>
                  <a:txBody>
                    <a:bodyPr/>
                    <a:lstStyle/>
                    <a:p>
                      <a:endParaRPr lang="en-US" sz="1600" dirty="0"/>
                    </a:p>
                  </a:txBody>
                  <a:tcPr>
                    <a:solidFill>
                      <a:schemeClr val="bg1"/>
                    </a:solidFill>
                  </a:tcPr>
                </a:tc>
                <a:tc>
                  <a:txBody>
                    <a:bodyPr/>
                    <a:lstStyle/>
                    <a:p>
                      <a:endParaRPr lang="en-US" sz="1600" dirty="0"/>
                    </a:p>
                  </a:txBody>
                  <a:tcPr>
                    <a:solidFill>
                      <a:schemeClr val="bg1">
                        <a:lumMod val="85000"/>
                      </a:schemeClr>
                    </a:solidFill>
                  </a:tcPr>
                </a:tc>
                <a:tc>
                  <a:txBody>
                    <a:bodyPr/>
                    <a:lstStyle/>
                    <a:p>
                      <a:endParaRPr lang="en-US" sz="1600"/>
                    </a:p>
                  </a:txBody>
                  <a:tcPr>
                    <a:solidFill>
                      <a:schemeClr val="bg1"/>
                    </a:solidFill>
                  </a:tcPr>
                </a:tc>
                <a:tc>
                  <a:txBody>
                    <a:bodyPr/>
                    <a:lstStyle/>
                    <a:p>
                      <a:endParaRPr lang="en-US" sz="1600"/>
                    </a:p>
                  </a:txBody>
                  <a:tcPr>
                    <a:solidFill>
                      <a:schemeClr val="bg1"/>
                    </a:solidFill>
                  </a:tcPr>
                </a:tc>
                <a:tc>
                  <a:txBody>
                    <a:bodyPr/>
                    <a:lstStyle/>
                    <a:p>
                      <a:endParaRPr lang="en-US" sz="1600" dirty="0"/>
                    </a:p>
                  </a:txBody>
                  <a:tcPr>
                    <a:solidFill>
                      <a:schemeClr val="accent1">
                        <a:lumMod val="20000"/>
                        <a:lumOff val="80000"/>
                      </a:schemeClr>
                    </a:solidFill>
                  </a:tcPr>
                </a:tc>
                <a:tc>
                  <a:txBody>
                    <a:bodyPr/>
                    <a:lstStyle/>
                    <a:p>
                      <a:endParaRPr lang="en-US" sz="1600"/>
                    </a:p>
                  </a:txBody>
                  <a:tcPr>
                    <a:solidFill>
                      <a:schemeClr val="bg1"/>
                    </a:solidFill>
                  </a:tcPr>
                </a:tc>
                <a:tc>
                  <a:txBody>
                    <a:bodyPr/>
                    <a:lstStyle/>
                    <a:p>
                      <a:endParaRPr lang="en-US" sz="1600" dirty="0"/>
                    </a:p>
                  </a:txBody>
                  <a:tcPr>
                    <a:solidFill>
                      <a:schemeClr val="bg1"/>
                    </a:solidFill>
                  </a:tcPr>
                </a:tc>
                <a:tc>
                  <a:txBody>
                    <a:bodyPr/>
                    <a:lstStyle/>
                    <a:p>
                      <a:endParaRPr lang="en-US" sz="1600" dirty="0"/>
                    </a:p>
                  </a:txBody>
                  <a:tcPr>
                    <a:solidFill>
                      <a:schemeClr val="accent6">
                        <a:lumMod val="20000"/>
                        <a:lumOff val="80000"/>
                      </a:schemeClr>
                    </a:solidFill>
                  </a:tcPr>
                </a:tc>
                <a:extLst>
                  <a:ext uri="{0D108BD9-81ED-4DB2-BD59-A6C34878D82A}">
                    <a16:rowId xmlns:a16="http://schemas.microsoft.com/office/drawing/2014/main" val="893293149"/>
                  </a:ext>
                </a:extLst>
              </a:tr>
            </a:tbl>
          </a:graphicData>
        </a:graphic>
      </p:graphicFrame>
      <p:sp>
        <p:nvSpPr>
          <p:cNvPr id="7" name="Parentesi graffa aperta 6">
            <a:extLst>
              <a:ext uri="{FF2B5EF4-FFF2-40B4-BE49-F238E27FC236}">
                <a16:creationId xmlns:a16="http://schemas.microsoft.com/office/drawing/2014/main" id="{BC26A0ED-4566-A29B-99E6-7032432B24BD}"/>
              </a:ext>
            </a:extLst>
          </p:cNvPr>
          <p:cNvSpPr/>
          <p:nvPr/>
        </p:nvSpPr>
        <p:spPr>
          <a:xfrm rot="16200000">
            <a:off x="2630156" y="3787555"/>
            <a:ext cx="279576" cy="2269088"/>
          </a:xfrm>
          <a:prstGeom prst="leftBrac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Segnaposto contenuto 2">
            <a:extLst>
              <a:ext uri="{FF2B5EF4-FFF2-40B4-BE49-F238E27FC236}">
                <a16:creationId xmlns:a16="http://schemas.microsoft.com/office/drawing/2014/main" id="{7B287037-A660-B933-3E48-FC9151A0E935}"/>
              </a:ext>
            </a:extLst>
          </p:cNvPr>
          <p:cNvSpPr txBox="1">
            <a:spLocks/>
          </p:cNvSpPr>
          <p:nvPr/>
        </p:nvSpPr>
        <p:spPr>
          <a:xfrm>
            <a:off x="1874669" y="5128630"/>
            <a:ext cx="1790550" cy="4857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dirty="0"/>
              <a:t>Show &amp; hope season</a:t>
            </a:r>
          </a:p>
        </p:txBody>
      </p:sp>
      <p:sp>
        <p:nvSpPr>
          <p:cNvPr id="9" name="Parentesi graffa aperta 8">
            <a:extLst>
              <a:ext uri="{FF2B5EF4-FFF2-40B4-BE49-F238E27FC236}">
                <a16:creationId xmlns:a16="http://schemas.microsoft.com/office/drawing/2014/main" id="{1FA783CF-BC2B-5CC6-9302-2858C36BDD71}"/>
              </a:ext>
            </a:extLst>
          </p:cNvPr>
          <p:cNvSpPr/>
          <p:nvPr/>
        </p:nvSpPr>
        <p:spPr>
          <a:xfrm rot="16200000">
            <a:off x="4935132" y="3787555"/>
            <a:ext cx="279576" cy="226908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Parentesi graffa aperta 9">
            <a:extLst>
              <a:ext uri="{FF2B5EF4-FFF2-40B4-BE49-F238E27FC236}">
                <a16:creationId xmlns:a16="http://schemas.microsoft.com/office/drawing/2014/main" id="{39C4E7D4-0652-B0F8-C1D4-30301DF1D43E}"/>
              </a:ext>
            </a:extLst>
          </p:cNvPr>
          <p:cNvSpPr/>
          <p:nvPr/>
        </p:nvSpPr>
        <p:spPr>
          <a:xfrm rot="16200000">
            <a:off x="7240108" y="3787555"/>
            <a:ext cx="279576" cy="2269088"/>
          </a:xfrm>
          <a:prstGeom prst="leftBrace">
            <a:avLst/>
          </a:prstGeom>
          <a:ln>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Segnaposto contenuto 2">
            <a:extLst>
              <a:ext uri="{FF2B5EF4-FFF2-40B4-BE49-F238E27FC236}">
                <a16:creationId xmlns:a16="http://schemas.microsoft.com/office/drawing/2014/main" id="{7B8236B6-4CA6-5AE5-8284-2F61EF466880}"/>
              </a:ext>
            </a:extLst>
          </p:cNvPr>
          <p:cNvSpPr txBox="1">
            <a:spLocks/>
          </p:cNvSpPr>
          <p:nvPr/>
        </p:nvSpPr>
        <p:spPr>
          <a:xfrm>
            <a:off x="4217058" y="5128629"/>
            <a:ext cx="1790550" cy="4960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dirty="0"/>
              <a:t>Train &amp; hope season</a:t>
            </a:r>
          </a:p>
        </p:txBody>
      </p:sp>
      <p:sp>
        <p:nvSpPr>
          <p:cNvPr id="12" name="Segnaposto contenuto 2">
            <a:extLst>
              <a:ext uri="{FF2B5EF4-FFF2-40B4-BE49-F238E27FC236}">
                <a16:creationId xmlns:a16="http://schemas.microsoft.com/office/drawing/2014/main" id="{3CEA9102-B5DD-07F5-2459-70BD876FE8BD}"/>
              </a:ext>
            </a:extLst>
          </p:cNvPr>
          <p:cNvSpPr txBox="1">
            <a:spLocks/>
          </p:cNvSpPr>
          <p:nvPr/>
        </p:nvSpPr>
        <p:spPr>
          <a:xfrm>
            <a:off x="6484621" y="5071032"/>
            <a:ext cx="1790550" cy="4960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dirty="0"/>
              <a:t>Train &amp; support on-field season</a:t>
            </a:r>
          </a:p>
        </p:txBody>
      </p:sp>
      <p:sp>
        <p:nvSpPr>
          <p:cNvPr id="13" name="Segnaposto contenuto 2">
            <a:extLst>
              <a:ext uri="{FF2B5EF4-FFF2-40B4-BE49-F238E27FC236}">
                <a16:creationId xmlns:a16="http://schemas.microsoft.com/office/drawing/2014/main" id="{AC4A763D-62CC-3C07-5617-83DAFD6CD616}"/>
              </a:ext>
            </a:extLst>
          </p:cNvPr>
          <p:cNvSpPr txBox="1">
            <a:spLocks/>
          </p:cNvSpPr>
          <p:nvPr/>
        </p:nvSpPr>
        <p:spPr>
          <a:xfrm>
            <a:off x="3273626" y="5842944"/>
            <a:ext cx="1261723" cy="82303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dirty="0"/>
              <a:t>“Consumers” type members may leave</a:t>
            </a:r>
          </a:p>
        </p:txBody>
      </p:sp>
      <p:sp>
        <p:nvSpPr>
          <p:cNvPr id="14" name="Triangolo isoscele 13">
            <a:extLst>
              <a:ext uri="{FF2B5EF4-FFF2-40B4-BE49-F238E27FC236}">
                <a16:creationId xmlns:a16="http://schemas.microsoft.com/office/drawing/2014/main" id="{E43BDC32-45D1-BD98-560F-A413CBC70143}"/>
              </a:ext>
            </a:extLst>
          </p:cNvPr>
          <p:cNvSpPr/>
          <p:nvPr/>
        </p:nvSpPr>
        <p:spPr>
          <a:xfrm>
            <a:off x="3742334" y="4988841"/>
            <a:ext cx="324308" cy="279576"/>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Connettore diritto 14">
            <a:extLst>
              <a:ext uri="{FF2B5EF4-FFF2-40B4-BE49-F238E27FC236}">
                <a16:creationId xmlns:a16="http://schemas.microsoft.com/office/drawing/2014/main" id="{BB88F208-C4B9-F63D-7D22-8DA73865C222}"/>
              </a:ext>
            </a:extLst>
          </p:cNvPr>
          <p:cNvCxnSpPr>
            <a:cxnSpLocks/>
            <a:stCxn id="14" idx="3"/>
            <a:endCxn id="13" idx="0"/>
          </p:cNvCxnSpPr>
          <p:nvPr/>
        </p:nvCxnSpPr>
        <p:spPr>
          <a:xfrm>
            <a:off x="3904488" y="5268417"/>
            <a:ext cx="0" cy="57452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Segnaposto contenuto 2">
            <a:extLst>
              <a:ext uri="{FF2B5EF4-FFF2-40B4-BE49-F238E27FC236}">
                <a16:creationId xmlns:a16="http://schemas.microsoft.com/office/drawing/2014/main" id="{B73F086F-A63C-0E90-0A6E-158F7D32E7F2}"/>
              </a:ext>
            </a:extLst>
          </p:cNvPr>
          <p:cNvSpPr txBox="1">
            <a:spLocks/>
          </p:cNvSpPr>
          <p:nvPr/>
        </p:nvSpPr>
        <p:spPr>
          <a:xfrm>
            <a:off x="9303329" y="493775"/>
            <a:ext cx="2633621" cy="61722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dirty="0"/>
              <a:t>In the seasonal roadmap pattern, all the activities of a same level are performed together, before getting to activities of the next level, establishing “seasons”. Members are together in one single group.</a:t>
            </a:r>
          </a:p>
          <a:p>
            <a:pPr marL="0" indent="0">
              <a:buFont typeface="Arial" panose="020B0604020202020204" pitchFamily="34" charset="0"/>
              <a:buNone/>
            </a:pPr>
            <a:r>
              <a:rPr lang="en-US" sz="1000" b="1" dirty="0"/>
              <a:t>Advantages</a:t>
            </a:r>
            <a:r>
              <a:rPr lang="en-US" sz="1000" dirty="0"/>
              <a:t> :</a:t>
            </a:r>
          </a:p>
          <a:p>
            <a:pPr>
              <a:buClr>
                <a:schemeClr val="accent6"/>
              </a:buClr>
              <a:buSzPct val="150000"/>
              <a:buFont typeface="Avenir Next LT Pro" panose="020B0504020202020204" pitchFamily="34" charset="0"/>
              <a:buChar char="+"/>
            </a:pPr>
            <a:r>
              <a:rPr lang="en-US" sz="1000" dirty="0"/>
              <a:t>Low required investment at the beginning, higher chances of engagement in the unknown</a:t>
            </a:r>
          </a:p>
          <a:p>
            <a:pPr>
              <a:buClr>
                <a:schemeClr val="accent6"/>
              </a:buClr>
              <a:buSzPct val="150000"/>
              <a:buFont typeface="Avenir Next LT Pro" panose="020B0504020202020204" pitchFamily="34" charset="0"/>
              <a:buChar char="+"/>
            </a:pPr>
            <a:r>
              <a:rPr lang="en-US" sz="1000" dirty="0"/>
              <a:t>Members have an overview of all top 3 practices before training starts</a:t>
            </a:r>
          </a:p>
          <a:p>
            <a:pPr>
              <a:buClr>
                <a:schemeClr val="accent6"/>
              </a:buClr>
              <a:buSzPct val="150000"/>
              <a:buFont typeface="Avenir Next LT Pro" panose="020B0504020202020204" pitchFamily="34" charset="0"/>
              <a:buChar char="+"/>
            </a:pPr>
            <a:r>
              <a:rPr lang="en-US" sz="1000" dirty="0"/>
              <a:t>Leaves more time to prepare digesting and deployment sessions</a:t>
            </a:r>
          </a:p>
          <a:p>
            <a:pPr marL="0" indent="0">
              <a:buFont typeface="Arial" panose="020B0604020202020204" pitchFamily="34" charset="0"/>
              <a:buNone/>
            </a:pPr>
            <a:r>
              <a:rPr lang="en-US" sz="1000" b="1" dirty="0"/>
              <a:t>Drawbacks</a:t>
            </a:r>
            <a:r>
              <a:rPr lang="en-US" sz="1000" dirty="0"/>
              <a:t> :</a:t>
            </a:r>
          </a:p>
          <a:p>
            <a:pPr>
              <a:buClr>
                <a:srgbClr val="FF0000"/>
              </a:buClr>
              <a:buSzPct val="150000"/>
              <a:buFont typeface="Avenir Next LT Pro" panose="020B0504020202020204" pitchFamily="34" charset="0"/>
              <a:buChar char="-"/>
            </a:pPr>
            <a:r>
              <a:rPr lang="en-US" sz="1000" dirty="0"/>
              <a:t>First season can induce a passive behavior and habits </a:t>
            </a:r>
          </a:p>
          <a:p>
            <a:pPr>
              <a:buClr>
                <a:srgbClr val="FF0000"/>
              </a:buClr>
              <a:buSzPct val="150000"/>
              <a:buFont typeface="Avenir Next LT Pro" panose="020B0504020202020204" pitchFamily="34" charset="0"/>
              <a:buChar char="-"/>
            </a:pPr>
            <a:r>
              <a:rPr lang="en-US" sz="1000" dirty="0"/>
              <a:t>If activities about a same practice are too far from each other, there might be risk on going low on the </a:t>
            </a:r>
            <a:r>
              <a:rPr lang="en-US" sz="1000" dirty="0">
                <a:hlinkClick r:id="rId2"/>
              </a:rPr>
              <a:t>forgetting curve</a:t>
            </a:r>
            <a:endParaRPr lang="en-US" sz="1000" dirty="0"/>
          </a:p>
          <a:p>
            <a:pPr>
              <a:buClr>
                <a:srgbClr val="FF0000"/>
              </a:buClr>
              <a:buSzPct val="150000"/>
              <a:buFont typeface="Avenir Next LT Pro" panose="020B0504020202020204" pitchFamily="34" charset="0"/>
              <a:buChar char="-"/>
            </a:pPr>
            <a:r>
              <a:rPr lang="en-US" sz="1000" dirty="0"/>
              <a:t>First on-field support activities and easy proofs of Community value happen late</a:t>
            </a:r>
          </a:p>
          <a:p>
            <a:pPr marL="0" indent="0">
              <a:buClr>
                <a:srgbClr val="FF0000"/>
              </a:buClr>
              <a:buSzPct val="150000"/>
              <a:buNone/>
            </a:pPr>
            <a:r>
              <a:rPr lang="en-US" sz="1000" b="1" dirty="0"/>
              <a:t>Favorable conditions for this pattern</a:t>
            </a:r>
            <a:r>
              <a:rPr lang="en-US" sz="1000" dirty="0"/>
              <a:t>:</a:t>
            </a:r>
          </a:p>
          <a:p>
            <a:pPr>
              <a:buClr>
                <a:schemeClr val="accent2"/>
              </a:buClr>
              <a:buSzPct val="150000"/>
              <a:buFont typeface="Avenir Next LT Pro" panose="020B0504020202020204" pitchFamily="34" charset="0"/>
              <a:buChar char="&gt;"/>
            </a:pPr>
            <a:r>
              <a:rPr lang="en-US" sz="1000" dirty="0"/>
              <a:t> Participants do not know the practices at all or not enough for a strong choice</a:t>
            </a:r>
          </a:p>
          <a:p>
            <a:pPr>
              <a:buClr>
                <a:schemeClr val="accent2"/>
              </a:buClr>
              <a:buSzPct val="150000"/>
              <a:buFont typeface="Avenir Next LT Pro" panose="020B0504020202020204" pitchFamily="34" charset="0"/>
              <a:buChar char="&gt;"/>
            </a:pPr>
            <a:r>
              <a:rPr lang="en-US" sz="1000" dirty="0"/>
              <a:t>Contributors require time to prepare training sessions</a:t>
            </a:r>
          </a:p>
          <a:p>
            <a:pPr>
              <a:buClr>
                <a:schemeClr val="accent2"/>
              </a:buClr>
              <a:buSzPct val="150000"/>
              <a:buFont typeface="Avenir Next LT Pro" panose="020B0504020202020204" pitchFamily="34" charset="0"/>
              <a:buChar char="&gt;"/>
            </a:pPr>
            <a:r>
              <a:rPr lang="en-US" sz="1000" dirty="0"/>
              <a:t>Low level of requests of on-field support and low pressure from sponsors</a:t>
            </a:r>
          </a:p>
        </p:txBody>
      </p:sp>
    </p:spTree>
    <p:extLst>
      <p:ext uri="{BB962C8B-B14F-4D97-AF65-F5344CB8AC3E}">
        <p14:creationId xmlns:p14="http://schemas.microsoft.com/office/powerpoint/2010/main" val="1383419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ccia a destra 4">
            <a:extLst>
              <a:ext uri="{FF2B5EF4-FFF2-40B4-BE49-F238E27FC236}">
                <a16:creationId xmlns:a16="http://schemas.microsoft.com/office/drawing/2014/main" id="{E08D294F-8008-6EAE-5181-91C5490662A6}"/>
              </a:ext>
            </a:extLst>
          </p:cNvPr>
          <p:cNvSpPr/>
          <p:nvPr/>
        </p:nvSpPr>
        <p:spPr>
          <a:xfrm>
            <a:off x="1635400" y="1662099"/>
            <a:ext cx="7592570" cy="68580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54F178F4-6618-0E2F-99C8-4B38A977A0CE}"/>
              </a:ext>
            </a:extLst>
          </p:cNvPr>
          <p:cNvSpPr>
            <a:spLocks noGrp="1"/>
          </p:cNvSpPr>
          <p:nvPr>
            <p:ph type="title"/>
          </p:nvPr>
        </p:nvSpPr>
        <p:spPr>
          <a:xfrm>
            <a:off x="838200" y="365125"/>
            <a:ext cx="8004048" cy="1325563"/>
          </a:xfrm>
        </p:spPr>
        <p:txBody>
          <a:bodyPr>
            <a:noAutofit/>
          </a:bodyPr>
          <a:lstStyle/>
          <a:p>
            <a:r>
              <a:rPr lang="en-US" sz="2800" dirty="0"/>
              <a:t>Cop Roadmap workshop</a:t>
            </a:r>
            <a:br>
              <a:rPr lang="en-US" sz="2800" dirty="0"/>
            </a:br>
            <a:r>
              <a:rPr lang="en-US" sz="2800" dirty="0"/>
              <a:t>Multi-group roadmap pattern : Subgroups by practice</a:t>
            </a:r>
            <a:br>
              <a:rPr lang="en-US" sz="2800" dirty="0"/>
            </a:br>
            <a:endParaRPr lang="en-US" sz="2800" dirty="0"/>
          </a:p>
        </p:txBody>
      </p:sp>
      <p:graphicFrame>
        <p:nvGraphicFramePr>
          <p:cNvPr id="4" name="Tabella 4">
            <a:extLst>
              <a:ext uri="{FF2B5EF4-FFF2-40B4-BE49-F238E27FC236}">
                <a16:creationId xmlns:a16="http://schemas.microsoft.com/office/drawing/2014/main" id="{75D44E04-D876-92F3-FFD3-838614DC2F0D}"/>
              </a:ext>
            </a:extLst>
          </p:cNvPr>
          <p:cNvGraphicFramePr>
            <a:graphicFrameLocks noGrp="1"/>
          </p:cNvGraphicFramePr>
          <p:nvPr>
            <p:ph idx="1"/>
            <p:extLst>
              <p:ext uri="{D42A27DB-BD31-4B8C-83A1-F6EECF244321}">
                <p14:modId xmlns:p14="http://schemas.microsoft.com/office/powerpoint/2010/main" val="2485897972"/>
              </p:ext>
            </p:extLst>
          </p:nvPr>
        </p:nvGraphicFramePr>
        <p:xfrm>
          <a:off x="838200" y="1825625"/>
          <a:ext cx="7592570" cy="3156491"/>
        </p:xfrm>
        <a:graphic>
          <a:graphicData uri="http://schemas.openxmlformats.org/drawingml/2006/table">
            <a:tbl>
              <a:tblPr firstRow="1" firstCol="1" bandRow="1">
                <a:tableStyleId>{5C22544A-7EE6-4342-B048-85BDC9FD1C3A}</a:tableStyleId>
              </a:tblPr>
              <a:tblGrid>
                <a:gridCol w="759257">
                  <a:extLst>
                    <a:ext uri="{9D8B030D-6E8A-4147-A177-3AD203B41FA5}">
                      <a16:colId xmlns:a16="http://schemas.microsoft.com/office/drawing/2014/main" val="2069436799"/>
                    </a:ext>
                  </a:extLst>
                </a:gridCol>
                <a:gridCol w="759257">
                  <a:extLst>
                    <a:ext uri="{9D8B030D-6E8A-4147-A177-3AD203B41FA5}">
                      <a16:colId xmlns:a16="http://schemas.microsoft.com/office/drawing/2014/main" val="1634841939"/>
                    </a:ext>
                  </a:extLst>
                </a:gridCol>
                <a:gridCol w="759257">
                  <a:extLst>
                    <a:ext uri="{9D8B030D-6E8A-4147-A177-3AD203B41FA5}">
                      <a16:colId xmlns:a16="http://schemas.microsoft.com/office/drawing/2014/main" val="1075691395"/>
                    </a:ext>
                  </a:extLst>
                </a:gridCol>
                <a:gridCol w="759257">
                  <a:extLst>
                    <a:ext uri="{9D8B030D-6E8A-4147-A177-3AD203B41FA5}">
                      <a16:colId xmlns:a16="http://schemas.microsoft.com/office/drawing/2014/main" val="2934417990"/>
                    </a:ext>
                  </a:extLst>
                </a:gridCol>
                <a:gridCol w="759257">
                  <a:extLst>
                    <a:ext uri="{9D8B030D-6E8A-4147-A177-3AD203B41FA5}">
                      <a16:colId xmlns:a16="http://schemas.microsoft.com/office/drawing/2014/main" val="4151943279"/>
                    </a:ext>
                  </a:extLst>
                </a:gridCol>
                <a:gridCol w="759257">
                  <a:extLst>
                    <a:ext uri="{9D8B030D-6E8A-4147-A177-3AD203B41FA5}">
                      <a16:colId xmlns:a16="http://schemas.microsoft.com/office/drawing/2014/main" val="2124516836"/>
                    </a:ext>
                  </a:extLst>
                </a:gridCol>
                <a:gridCol w="759257">
                  <a:extLst>
                    <a:ext uri="{9D8B030D-6E8A-4147-A177-3AD203B41FA5}">
                      <a16:colId xmlns:a16="http://schemas.microsoft.com/office/drawing/2014/main" val="493060582"/>
                    </a:ext>
                  </a:extLst>
                </a:gridCol>
                <a:gridCol w="759257">
                  <a:extLst>
                    <a:ext uri="{9D8B030D-6E8A-4147-A177-3AD203B41FA5}">
                      <a16:colId xmlns:a16="http://schemas.microsoft.com/office/drawing/2014/main" val="2353957936"/>
                    </a:ext>
                  </a:extLst>
                </a:gridCol>
                <a:gridCol w="759257">
                  <a:extLst>
                    <a:ext uri="{9D8B030D-6E8A-4147-A177-3AD203B41FA5}">
                      <a16:colId xmlns:a16="http://schemas.microsoft.com/office/drawing/2014/main" val="2717217343"/>
                    </a:ext>
                  </a:extLst>
                </a:gridCol>
                <a:gridCol w="759257">
                  <a:extLst>
                    <a:ext uri="{9D8B030D-6E8A-4147-A177-3AD203B41FA5}">
                      <a16:colId xmlns:a16="http://schemas.microsoft.com/office/drawing/2014/main" val="3650025189"/>
                    </a:ext>
                  </a:extLst>
                </a:gridCol>
              </a:tblGrid>
              <a:tr h="374171">
                <a:tc>
                  <a:txBody>
                    <a:bodyPr/>
                    <a:lstStyle/>
                    <a:p>
                      <a:endParaRPr lang="en-US" sz="1200" dirty="0"/>
                    </a:p>
                  </a:txBody>
                  <a:tcPr>
                    <a:solidFill>
                      <a:schemeClr val="bg1"/>
                    </a:solidFill>
                  </a:tcPr>
                </a:tc>
                <a:tc>
                  <a:txBody>
                    <a:bodyPr/>
                    <a:lstStyle/>
                    <a:p>
                      <a:pPr algn="ctr"/>
                      <a:r>
                        <a:rPr lang="en-US" sz="1050" dirty="0"/>
                        <a:t>Session 1</a:t>
                      </a:r>
                    </a:p>
                  </a:txBody>
                  <a:tcPr>
                    <a:solidFill>
                      <a:schemeClr val="tx1"/>
                    </a:solidFill>
                  </a:tcPr>
                </a:tc>
                <a:tc>
                  <a:txBody>
                    <a:bodyPr/>
                    <a:lstStyle/>
                    <a:p>
                      <a:pPr algn="ctr"/>
                      <a:r>
                        <a:rPr lang="en-US" sz="1050" dirty="0"/>
                        <a:t>Session 2</a:t>
                      </a:r>
                    </a:p>
                  </a:txBody>
                  <a:tcPr>
                    <a:solidFill>
                      <a:schemeClr val="tx1"/>
                    </a:solidFill>
                  </a:tcPr>
                </a:tc>
                <a:tc>
                  <a:txBody>
                    <a:bodyPr/>
                    <a:lstStyle/>
                    <a:p>
                      <a:pPr algn="ctr"/>
                      <a:r>
                        <a:rPr kumimoji="0" lang="en-US" sz="1050" b="1" i="0" u="none" strike="noStrike" kern="1200" cap="none" spc="0" normalizeH="0" baseline="0" noProof="0" dirty="0">
                          <a:ln>
                            <a:noFill/>
                          </a:ln>
                          <a:solidFill>
                            <a:prstClr val="white"/>
                          </a:solidFill>
                          <a:effectLst/>
                          <a:uLnTx/>
                          <a:uFillTx/>
                          <a:latin typeface="Calibri" panose="020F0502020204030204"/>
                          <a:ea typeface="+mn-ea"/>
                          <a:cs typeface="+mn-cs"/>
                        </a:rPr>
                        <a:t>Session 3</a:t>
                      </a:r>
                      <a:endParaRPr lang="en-US" sz="1050" dirty="0"/>
                    </a:p>
                  </a:txBody>
                  <a:tcPr>
                    <a:solidFill>
                      <a:schemeClr val="tx1"/>
                    </a:solidFill>
                  </a:tcPr>
                </a:tc>
                <a:tc>
                  <a:txBody>
                    <a:bodyPr/>
                    <a:lstStyle/>
                    <a:p>
                      <a:pPr algn="ctr"/>
                      <a:r>
                        <a:rPr kumimoji="0" lang="en-US" sz="1050" b="1" i="0" u="none" strike="noStrike" kern="1200" cap="none" spc="0" normalizeH="0" baseline="0" noProof="0" dirty="0">
                          <a:ln>
                            <a:noFill/>
                          </a:ln>
                          <a:solidFill>
                            <a:prstClr val="white"/>
                          </a:solidFill>
                          <a:effectLst/>
                          <a:uLnTx/>
                          <a:uFillTx/>
                          <a:latin typeface="Calibri" panose="020F0502020204030204"/>
                          <a:ea typeface="+mn-ea"/>
                          <a:cs typeface="+mn-cs"/>
                        </a:rPr>
                        <a:t>Session 4</a:t>
                      </a:r>
                      <a:endParaRPr lang="en-US" sz="1050" dirty="0"/>
                    </a:p>
                  </a:txBody>
                  <a:tcPr>
                    <a:solidFill>
                      <a:schemeClr val="tx1"/>
                    </a:solidFill>
                  </a:tcPr>
                </a:tc>
                <a:tc>
                  <a:txBody>
                    <a:bodyPr/>
                    <a:lstStyle/>
                    <a:p>
                      <a:pPr algn="ctr"/>
                      <a:r>
                        <a:rPr kumimoji="0" lang="en-US" sz="1050" b="1" i="0" u="none" strike="noStrike" kern="1200" cap="none" spc="0" normalizeH="0" baseline="0" noProof="0" dirty="0">
                          <a:ln>
                            <a:noFill/>
                          </a:ln>
                          <a:solidFill>
                            <a:prstClr val="white"/>
                          </a:solidFill>
                          <a:effectLst/>
                          <a:uLnTx/>
                          <a:uFillTx/>
                          <a:latin typeface="Calibri" panose="020F0502020204030204"/>
                          <a:ea typeface="+mn-ea"/>
                          <a:cs typeface="+mn-cs"/>
                        </a:rPr>
                        <a:t>Session 5</a:t>
                      </a:r>
                      <a:endParaRPr lang="en-US" sz="1050" dirty="0"/>
                    </a:p>
                  </a:txBody>
                  <a:tcPr>
                    <a:solidFill>
                      <a:schemeClr val="tx1"/>
                    </a:solidFill>
                  </a:tcPr>
                </a:tc>
                <a:tc>
                  <a:txBody>
                    <a:bodyPr/>
                    <a:lstStyle/>
                    <a:p>
                      <a:pPr algn="ctr"/>
                      <a:r>
                        <a:rPr kumimoji="0" lang="en-US" sz="1050" b="1" i="0" u="none" strike="noStrike" kern="1200" cap="none" spc="0" normalizeH="0" baseline="0" noProof="0" dirty="0">
                          <a:ln>
                            <a:noFill/>
                          </a:ln>
                          <a:solidFill>
                            <a:prstClr val="white"/>
                          </a:solidFill>
                          <a:effectLst/>
                          <a:uLnTx/>
                          <a:uFillTx/>
                          <a:latin typeface="Calibri" panose="020F0502020204030204"/>
                          <a:ea typeface="+mn-ea"/>
                          <a:cs typeface="+mn-cs"/>
                        </a:rPr>
                        <a:t>Session 6</a:t>
                      </a:r>
                      <a:endParaRPr lang="en-US" sz="1050" dirty="0"/>
                    </a:p>
                  </a:txBody>
                  <a:tcPr>
                    <a:solidFill>
                      <a:schemeClr val="tx1"/>
                    </a:solidFill>
                  </a:tcPr>
                </a:tc>
                <a:tc>
                  <a:txBody>
                    <a:bodyPr/>
                    <a:lstStyle/>
                    <a:p>
                      <a:pPr algn="ctr"/>
                      <a:r>
                        <a:rPr kumimoji="0" lang="en-US" sz="1050" b="1" i="0" u="none" strike="noStrike" kern="1200" cap="none" spc="0" normalizeH="0" baseline="0" noProof="0" dirty="0">
                          <a:ln>
                            <a:noFill/>
                          </a:ln>
                          <a:solidFill>
                            <a:prstClr val="white"/>
                          </a:solidFill>
                          <a:effectLst/>
                          <a:uLnTx/>
                          <a:uFillTx/>
                          <a:latin typeface="Calibri" panose="020F0502020204030204"/>
                          <a:ea typeface="+mn-ea"/>
                          <a:cs typeface="+mn-cs"/>
                        </a:rPr>
                        <a:t>Session 7</a:t>
                      </a:r>
                      <a:endParaRPr lang="en-US" sz="1050" dirty="0"/>
                    </a:p>
                  </a:txBody>
                  <a:tcPr>
                    <a:solidFill>
                      <a:schemeClr val="tx1"/>
                    </a:solidFill>
                  </a:tcPr>
                </a:tc>
                <a:tc>
                  <a:txBody>
                    <a:bodyPr/>
                    <a:lstStyle/>
                    <a:p>
                      <a:pPr algn="ctr"/>
                      <a:r>
                        <a:rPr kumimoji="0" lang="en-US" sz="1050" b="1" i="0" u="none" strike="noStrike" kern="1200" cap="none" spc="0" normalizeH="0" baseline="0" noProof="0" dirty="0">
                          <a:ln>
                            <a:noFill/>
                          </a:ln>
                          <a:solidFill>
                            <a:prstClr val="white"/>
                          </a:solidFill>
                          <a:effectLst/>
                          <a:uLnTx/>
                          <a:uFillTx/>
                          <a:latin typeface="Calibri" panose="020F0502020204030204"/>
                          <a:ea typeface="+mn-ea"/>
                          <a:cs typeface="+mn-cs"/>
                        </a:rPr>
                        <a:t>Session 8</a:t>
                      </a:r>
                      <a:endParaRPr lang="en-US" sz="1050" dirty="0"/>
                    </a:p>
                  </a:txBody>
                  <a:tcPr>
                    <a:solidFill>
                      <a:schemeClr val="tx1"/>
                    </a:solidFill>
                  </a:tcPr>
                </a:tc>
                <a:tc>
                  <a:txBody>
                    <a:bodyPr/>
                    <a:lstStyle/>
                    <a:p>
                      <a:pPr algn="ctr"/>
                      <a:r>
                        <a:rPr kumimoji="0" lang="en-US" sz="1050" b="1" i="0" u="none" strike="noStrike" kern="1200" cap="none" spc="0" normalizeH="0" baseline="0" noProof="0" dirty="0">
                          <a:ln>
                            <a:noFill/>
                          </a:ln>
                          <a:solidFill>
                            <a:prstClr val="white"/>
                          </a:solidFill>
                          <a:effectLst/>
                          <a:uLnTx/>
                          <a:uFillTx/>
                          <a:latin typeface="Calibri" panose="020F0502020204030204"/>
                          <a:ea typeface="+mn-ea"/>
                          <a:cs typeface="+mn-cs"/>
                        </a:rPr>
                        <a:t>Session 9</a:t>
                      </a:r>
                      <a:endParaRPr lang="en-US" sz="1050" dirty="0"/>
                    </a:p>
                  </a:txBody>
                  <a:tcPr>
                    <a:solidFill>
                      <a:schemeClr val="tx1"/>
                    </a:solidFill>
                  </a:tcPr>
                </a:tc>
                <a:extLst>
                  <a:ext uri="{0D108BD9-81ED-4DB2-BD59-A6C34878D82A}">
                    <a16:rowId xmlns:a16="http://schemas.microsoft.com/office/drawing/2014/main" val="4076229127"/>
                  </a:ext>
                </a:extLst>
              </a:tr>
              <a:tr h="281611">
                <a:tc>
                  <a:txBody>
                    <a:bodyPr/>
                    <a:lstStyle/>
                    <a:p>
                      <a:pPr algn="ctr"/>
                      <a:endParaRPr lang="en-US" sz="1200" dirty="0">
                        <a:solidFill>
                          <a:schemeClr val="tx1"/>
                        </a:solidFill>
                      </a:endParaRPr>
                    </a:p>
                  </a:txBody>
                  <a:tcPr anchor="ct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tc>
                  <a:txBody>
                    <a:bodyPr/>
                    <a:lstStyle/>
                    <a:p>
                      <a:endParaRPr lang="en-US" sz="1200"/>
                    </a:p>
                  </a:txBody>
                  <a:tcPr>
                    <a:solidFill>
                      <a:schemeClr val="bg1"/>
                    </a:solidFill>
                  </a:tcPr>
                </a:tc>
                <a:extLst>
                  <a:ext uri="{0D108BD9-81ED-4DB2-BD59-A6C34878D82A}">
                    <a16:rowId xmlns:a16="http://schemas.microsoft.com/office/drawing/2014/main" val="1456946727"/>
                  </a:ext>
                </a:extLst>
              </a:tr>
              <a:tr h="6458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Practice A</a:t>
                      </a:r>
                    </a:p>
                  </a:txBody>
                  <a:tcPr anchor="ctr">
                    <a:solidFill>
                      <a:srgbClr val="FFFF00"/>
                    </a:solidFill>
                  </a:tcPr>
                </a:tc>
                <a:tc>
                  <a:txBody>
                    <a:bodyPr/>
                    <a:lstStyle/>
                    <a:p>
                      <a:endParaRPr lang="en-US" sz="1200" dirty="0"/>
                    </a:p>
                  </a:txBody>
                  <a:tcPr>
                    <a:solidFill>
                      <a:schemeClr val="bg1">
                        <a:lumMod val="85000"/>
                      </a:schemeClr>
                    </a:solidFill>
                  </a:tcPr>
                </a:tc>
                <a:tc>
                  <a:txBody>
                    <a:bodyPr/>
                    <a:lstStyle/>
                    <a:p>
                      <a:endParaRPr lang="en-US" sz="1200" dirty="0"/>
                    </a:p>
                  </a:txBody>
                  <a:tcPr>
                    <a:solidFill>
                      <a:schemeClr val="accent1">
                        <a:lumMod val="20000"/>
                        <a:lumOff val="80000"/>
                      </a:schemeClr>
                    </a:solidFill>
                  </a:tcPr>
                </a:tc>
                <a:tc>
                  <a:txBody>
                    <a:bodyPr/>
                    <a:lstStyle/>
                    <a:p>
                      <a:endParaRPr lang="en-US" sz="1200" dirty="0"/>
                    </a:p>
                  </a:txBody>
                  <a:tcPr>
                    <a:solidFill>
                      <a:schemeClr val="accent6">
                        <a:lumMod val="20000"/>
                        <a:lumOff val="80000"/>
                      </a:schemeClr>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extLst>
                  <a:ext uri="{0D108BD9-81ED-4DB2-BD59-A6C34878D82A}">
                    <a16:rowId xmlns:a16="http://schemas.microsoft.com/office/drawing/2014/main" val="55005126"/>
                  </a:ext>
                </a:extLst>
              </a:tr>
              <a:tr h="281611">
                <a:tc>
                  <a:txBody>
                    <a:bodyPr/>
                    <a:lstStyle/>
                    <a:p>
                      <a:pPr algn="ctr"/>
                      <a:endParaRPr lang="en-US" sz="1200" dirty="0">
                        <a:solidFill>
                          <a:schemeClr val="tx1"/>
                        </a:solidFill>
                      </a:endParaRPr>
                    </a:p>
                  </a:txBody>
                  <a:tcPr anchor="ct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extLst>
                  <a:ext uri="{0D108BD9-81ED-4DB2-BD59-A6C34878D82A}">
                    <a16:rowId xmlns:a16="http://schemas.microsoft.com/office/drawing/2014/main" val="3645593550"/>
                  </a:ext>
                </a:extLst>
              </a:tr>
              <a:tr h="645829">
                <a:tc>
                  <a:txBody>
                    <a:bodyPr/>
                    <a:lstStyle/>
                    <a:p>
                      <a:pPr algn="ctr"/>
                      <a:r>
                        <a:rPr lang="en-US" sz="1200" dirty="0">
                          <a:solidFill>
                            <a:schemeClr val="tx1"/>
                          </a:solidFill>
                        </a:rPr>
                        <a:t>Practice B</a:t>
                      </a:r>
                    </a:p>
                  </a:txBody>
                  <a:tcPr anchor="ctr">
                    <a:solidFill>
                      <a:srgbClr val="FF00FF"/>
                    </a:solidFill>
                  </a:tcPr>
                </a:tc>
                <a:tc>
                  <a:txBody>
                    <a:bodyPr/>
                    <a:lstStyle/>
                    <a:p>
                      <a:endParaRPr lang="en-US" sz="1200" dirty="0"/>
                    </a:p>
                  </a:txBody>
                  <a:tcPr>
                    <a:solidFill>
                      <a:schemeClr val="bg1">
                        <a:lumMod val="85000"/>
                      </a:schemeClr>
                    </a:solidFill>
                  </a:tcPr>
                </a:tc>
                <a:tc>
                  <a:txBody>
                    <a:bodyPr/>
                    <a:lstStyle/>
                    <a:p>
                      <a:endParaRPr lang="en-US" sz="1200" dirty="0"/>
                    </a:p>
                  </a:txBody>
                  <a:tcPr>
                    <a:solidFill>
                      <a:schemeClr val="accent1">
                        <a:lumMod val="20000"/>
                        <a:lumOff val="80000"/>
                      </a:schemeClr>
                    </a:solidFill>
                  </a:tcPr>
                </a:tc>
                <a:tc>
                  <a:txBody>
                    <a:bodyPr/>
                    <a:lstStyle/>
                    <a:p>
                      <a:endParaRPr lang="en-US" sz="1200" dirty="0"/>
                    </a:p>
                  </a:txBody>
                  <a:tcPr>
                    <a:solidFill>
                      <a:schemeClr val="accent6">
                        <a:lumMod val="20000"/>
                        <a:lumOff val="80000"/>
                      </a:schemeClr>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tc>
                  <a:txBody>
                    <a:bodyPr/>
                    <a:lstStyle/>
                    <a:p>
                      <a:endParaRPr lang="en-US" sz="1200"/>
                    </a:p>
                  </a:txBody>
                  <a:tcPr>
                    <a:solidFill>
                      <a:schemeClr val="bg1"/>
                    </a:solidFill>
                  </a:tcPr>
                </a:tc>
                <a:extLst>
                  <a:ext uri="{0D108BD9-81ED-4DB2-BD59-A6C34878D82A}">
                    <a16:rowId xmlns:a16="http://schemas.microsoft.com/office/drawing/2014/main" val="1799357627"/>
                  </a:ext>
                </a:extLst>
              </a:tr>
              <a:tr h="281611">
                <a:tc>
                  <a:txBody>
                    <a:bodyPr/>
                    <a:lstStyle/>
                    <a:p>
                      <a:pPr algn="ctr"/>
                      <a:endParaRPr lang="en-US" sz="1200" dirty="0">
                        <a:solidFill>
                          <a:schemeClr val="tx1"/>
                        </a:solidFill>
                      </a:endParaRPr>
                    </a:p>
                  </a:txBody>
                  <a:tcPr anchor="ctr">
                    <a:solidFill>
                      <a:schemeClr val="bg1"/>
                    </a:solidFill>
                  </a:tcPr>
                </a:tc>
                <a:tc>
                  <a:txBody>
                    <a:bodyPr/>
                    <a:lstStyle/>
                    <a:p>
                      <a:endParaRPr lang="en-US" sz="1200" dirty="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tc>
                  <a:txBody>
                    <a:bodyPr/>
                    <a:lstStyle/>
                    <a:p>
                      <a:endParaRPr lang="en-US" sz="1200"/>
                    </a:p>
                  </a:txBody>
                  <a:tcPr>
                    <a:solidFill>
                      <a:schemeClr val="bg1"/>
                    </a:solidFill>
                  </a:tcPr>
                </a:tc>
                <a:extLst>
                  <a:ext uri="{0D108BD9-81ED-4DB2-BD59-A6C34878D82A}">
                    <a16:rowId xmlns:a16="http://schemas.microsoft.com/office/drawing/2014/main" val="1383614597"/>
                  </a:ext>
                </a:extLst>
              </a:tr>
              <a:tr h="645829">
                <a:tc>
                  <a:txBody>
                    <a:bodyPr/>
                    <a:lstStyle/>
                    <a:p>
                      <a:pPr algn="ctr"/>
                      <a:r>
                        <a:rPr lang="en-US" sz="1200" dirty="0">
                          <a:solidFill>
                            <a:schemeClr val="tx1"/>
                          </a:solidFill>
                        </a:rPr>
                        <a:t>Practice C</a:t>
                      </a:r>
                    </a:p>
                  </a:txBody>
                  <a:tcPr anchor="ctr">
                    <a:solidFill>
                      <a:srgbClr val="FFC000"/>
                    </a:solidFill>
                  </a:tcPr>
                </a:tc>
                <a:tc>
                  <a:txBody>
                    <a:bodyPr/>
                    <a:lstStyle/>
                    <a:p>
                      <a:endParaRPr lang="en-US" sz="1200" dirty="0"/>
                    </a:p>
                  </a:txBody>
                  <a:tcPr>
                    <a:solidFill>
                      <a:schemeClr val="bg1">
                        <a:lumMod val="85000"/>
                      </a:schemeClr>
                    </a:solidFill>
                  </a:tcPr>
                </a:tc>
                <a:tc>
                  <a:txBody>
                    <a:bodyPr/>
                    <a:lstStyle/>
                    <a:p>
                      <a:endParaRPr lang="en-US" sz="1200" dirty="0"/>
                    </a:p>
                  </a:txBody>
                  <a:tcPr>
                    <a:solidFill>
                      <a:schemeClr val="accent1">
                        <a:lumMod val="20000"/>
                        <a:lumOff val="80000"/>
                      </a:schemeClr>
                    </a:solidFill>
                  </a:tcPr>
                </a:tc>
                <a:tc>
                  <a:txBody>
                    <a:bodyPr/>
                    <a:lstStyle/>
                    <a:p>
                      <a:endParaRPr lang="en-US" sz="1200" dirty="0"/>
                    </a:p>
                  </a:txBody>
                  <a:tcPr>
                    <a:solidFill>
                      <a:schemeClr val="accent6">
                        <a:lumMod val="20000"/>
                        <a:lumOff val="80000"/>
                      </a:schemeClr>
                    </a:solidFill>
                  </a:tcPr>
                </a:tc>
                <a:tc>
                  <a:txBody>
                    <a:bodyPr/>
                    <a:lstStyle/>
                    <a:p>
                      <a:endParaRPr lang="en-US" sz="1200" dirty="0"/>
                    </a:p>
                  </a:txBody>
                  <a:tcPr>
                    <a:solidFill>
                      <a:schemeClr val="bg1"/>
                    </a:solidFill>
                  </a:tcPr>
                </a:tc>
                <a:tc>
                  <a:txBody>
                    <a:bodyPr/>
                    <a:lstStyle/>
                    <a:p>
                      <a:endParaRPr lang="en-US" sz="1200"/>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893293149"/>
                  </a:ext>
                </a:extLst>
              </a:tr>
            </a:tbl>
          </a:graphicData>
        </a:graphic>
      </p:graphicFrame>
      <p:sp>
        <p:nvSpPr>
          <p:cNvPr id="6" name="Segnaposto contenuto 2">
            <a:extLst>
              <a:ext uri="{FF2B5EF4-FFF2-40B4-BE49-F238E27FC236}">
                <a16:creationId xmlns:a16="http://schemas.microsoft.com/office/drawing/2014/main" id="{9A1FAB9C-84D0-D7E7-DAAB-36EAB824A650}"/>
              </a:ext>
            </a:extLst>
          </p:cNvPr>
          <p:cNvSpPr txBox="1">
            <a:spLocks/>
          </p:cNvSpPr>
          <p:nvPr/>
        </p:nvSpPr>
        <p:spPr>
          <a:xfrm>
            <a:off x="958818" y="5637728"/>
            <a:ext cx="1261723" cy="5893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dirty="0"/>
              <a:t>Subgroup selection</a:t>
            </a:r>
          </a:p>
        </p:txBody>
      </p:sp>
      <p:sp>
        <p:nvSpPr>
          <p:cNvPr id="7" name="Triangolo isoscele 6">
            <a:extLst>
              <a:ext uri="{FF2B5EF4-FFF2-40B4-BE49-F238E27FC236}">
                <a16:creationId xmlns:a16="http://schemas.microsoft.com/office/drawing/2014/main" id="{6E13ECE8-EAE2-B3AA-E7E2-849DC0AF37DB}"/>
              </a:ext>
            </a:extLst>
          </p:cNvPr>
          <p:cNvSpPr/>
          <p:nvPr/>
        </p:nvSpPr>
        <p:spPr>
          <a:xfrm>
            <a:off x="1427526" y="5002513"/>
            <a:ext cx="324308" cy="279576"/>
          </a:xfrm>
          <a:prstGeom prs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Connettore diritto 7">
            <a:extLst>
              <a:ext uri="{FF2B5EF4-FFF2-40B4-BE49-F238E27FC236}">
                <a16:creationId xmlns:a16="http://schemas.microsoft.com/office/drawing/2014/main" id="{B62E7793-83A2-6828-BC2C-103102F05075}"/>
              </a:ext>
            </a:extLst>
          </p:cNvPr>
          <p:cNvCxnSpPr>
            <a:cxnSpLocks/>
            <a:stCxn id="7" idx="3"/>
            <a:endCxn id="6" idx="0"/>
          </p:cNvCxnSpPr>
          <p:nvPr/>
        </p:nvCxnSpPr>
        <p:spPr>
          <a:xfrm>
            <a:off x="1589680" y="5282089"/>
            <a:ext cx="0" cy="35563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Segnaposto contenuto 2">
            <a:extLst>
              <a:ext uri="{FF2B5EF4-FFF2-40B4-BE49-F238E27FC236}">
                <a16:creationId xmlns:a16="http://schemas.microsoft.com/office/drawing/2014/main" id="{017AD24D-B3D7-B510-0DA8-F9A20D7A8800}"/>
              </a:ext>
            </a:extLst>
          </p:cNvPr>
          <p:cNvSpPr txBox="1">
            <a:spLocks/>
          </p:cNvSpPr>
          <p:nvPr/>
        </p:nvSpPr>
        <p:spPr>
          <a:xfrm>
            <a:off x="9285509" y="1487297"/>
            <a:ext cx="2633621" cy="49409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dirty="0"/>
              <a:t>In the subgroups by practices pattern, members are split into subgroups dedicated to practices. </a:t>
            </a:r>
          </a:p>
          <a:p>
            <a:pPr marL="0" indent="0">
              <a:buFont typeface="Arial" panose="020B0604020202020204" pitchFamily="34" charset="0"/>
              <a:buNone/>
            </a:pPr>
            <a:r>
              <a:rPr lang="en-US" sz="1000" b="1" dirty="0"/>
              <a:t>Advantages</a:t>
            </a:r>
            <a:r>
              <a:rPr lang="en-US" sz="1000" dirty="0"/>
              <a:t> :</a:t>
            </a:r>
          </a:p>
          <a:p>
            <a:pPr>
              <a:buClr>
                <a:schemeClr val="accent6"/>
              </a:buClr>
              <a:buSzPct val="150000"/>
              <a:buFont typeface="Avenir Next LT Pro" panose="020B0504020202020204" pitchFamily="34" charset="0"/>
              <a:buChar char="+"/>
            </a:pPr>
            <a:r>
              <a:rPr lang="en-US" sz="1000" dirty="0"/>
              <a:t>Members can join in practicing what they want very early in the roadmap</a:t>
            </a:r>
          </a:p>
          <a:p>
            <a:pPr>
              <a:buClr>
                <a:schemeClr val="accent6"/>
              </a:buClr>
              <a:buSzPct val="150000"/>
              <a:buFont typeface="Avenir Next LT Pro" panose="020B0504020202020204" pitchFamily="34" charset="0"/>
              <a:buChar char="+"/>
            </a:pPr>
            <a:r>
              <a:rPr lang="en-US" sz="1000" dirty="0"/>
              <a:t>Contributors do not have to wait and can engage in the Community early</a:t>
            </a:r>
          </a:p>
          <a:p>
            <a:pPr>
              <a:buClr>
                <a:schemeClr val="accent6"/>
              </a:buClr>
              <a:buSzPct val="150000"/>
              <a:buFont typeface="Avenir Next LT Pro" panose="020B0504020202020204" pitchFamily="34" charset="0"/>
              <a:buChar char="+"/>
            </a:pPr>
            <a:r>
              <a:rPr lang="en-US" sz="1000" dirty="0"/>
              <a:t>Less pressure on size of groups, especially for non-scalable activities</a:t>
            </a:r>
          </a:p>
          <a:p>
            <a:pPr marL="0" indent="0">
              <a:buFont typeface="Arial" panose="020B0604020202020204" pitchFamily="34" charset="0"/>
              <a:buNone/>
            </a:pPr>
            <a:r>
              <a:rPr lang="en-US" sz="1000" b="1" dirty="0"/>
              <a:t>Drawbacks</a:t>
            </a:r>
            <a:r>
              <a:rPr lang="en-US" sz="1000" dirty="0"/>
              <a:t> :</a:t>
            </a:r>
          </a:p>
          <a:p>
            <a:pPr>
              <a:buClr>
                <a:srgbClr val="FF0000"/>
              </a:buClr>
              <a:buSzPct val="150000"/>
              <a:buFont typeface="Avenir Next LT Pro" panose="020B0504020202020204" pitchFamily="34" charset="0"/>
              <a:buChar char="-"/>
            </a:pPr>
            <a:r>
              <a:rPr lang="en-US" sz="1000" dirty="0"/>
              <a:t>Members who are interested in several practices take one and miss the others</a:t>
            </a:r>
          </a:p>
          <a:p>
            <a:pPr>
              <a:buClr>
                <a:srgbClr val="FF0000"/>
              </a:buClr>
              <a:buSzPct val="150000"/>
              <a:buFont typeface="Avenir Next LT Pro" panose="020B0504020202020204" pitchFamily="34" charset="0"/>
              <a:buChar char="-"/>
            </a:pPr>
            <a:r>
              <a:rPr lang="en-US" sz="1000" dirty="0"/>
              <a:t>Requires more contributors’ simultaneous capacity</a:t>
            </a:r>
          </a:p>
          <a:p>
            <a:pPr>
              <a:buClr>
                <a:srgbClr val="FF0000"/>
              </a:buClr>
              <a:buSzPct val="150000"/>
              <a:buFont typeface="Avenir Next LT Pro" panose="020B0504020202020204" pitchFamily="34" charset="0"/>
              <a:buChar char="-"/>
            </a:pPr>
            <a:r>
              <a:rPr lang="en-US" sz="1000" dirty="0"/>
              <a:t>Less mutualization effects due to smaller numbers with split groups</a:t>
            </a:r>
          </a:p>
          <a:p>
            <a:pPr marL="0" indent="0">
              <a:buClr>
                <a:srgbClr val="FF0000"/>
              </a:buClr>
              <a:buSzPct val="150000"/>
              <a:buNone/>
            </a:pPr>
            <a:r>
              <a:rPr lang="en-US" sz="1000" b="1" dirty="0"/>
              <a:t>Favorable conditions for this pattern</a:t>
            </a:r>
            <a:r>
              <a:rPr lang="en-US" sz="1000" dirty="0"/>
              <a:t>:</a:t>
            </a:r>
          </a:p>
          <a:p>
            <a:pPr>
              <a:buClr>
                <a:schemeClr val="accent2"/>
              </a:buClr>
              <a:buSzPct val="150000"/>
              <a:buFont typeface="Avenir Next LT Pro" panose="020B0504020202020204" pitchFamily="34" charset="0"/>
              <a:buChar char="&gt;"/>
            </a:pPr>
            <a:r>
              <a:rPr lang="en-US" sz="1000" dirty="0"/>
              <a:t>Members have enough superficial understanding of practices to select a subgroup</a:t>
            </a:r>
          </a:p>
          <a:p>
            <a:pPr>
              <a:buClr>
                <a:schemeClr val="accent2"/>
              </a:buClr>
              <a:buSzPct val="150000"/>
              <a:buFont typeface="Avenir Next LT Pro" panose="020B0504020202020204" pitchFamily="34" charset="0"/>
              <a:buChar char="&gt;"/>
            </a:pPr>
            <a:r>
              <a:rPr lang="en-US" sz="1000" dirty="0"/>
              <a:t>Practices are different enough to trigger a strong choice of members</a:t>
            </a:r>
          </a:p>
        </p:txBody>
      </p:sp>
    </p:spTree>
    <p:extLst>
      <p:ext uri="{BB962C8B-B14F-4D97-AF65-F5344CB8AC3E}">
        <p14:creationId xmlns:p14="http://schemas.microsoft.com/office/powerpoint/2010/main" val="13546486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ccia a destra 4">
            <a:extLst>
              <a:ext uri="{FF2B5EF4-FFF2-40B4-BE49-F238E27FC236}">
                <a16:creationId xmlns:a16="http://schemas.microsoft.com/office/drawing/2014/main" id="{A9871B7E-29C0-EEA3-A3D1-E3026ED14273}"/>
              </a:ext>
            </a:extLst>
          </p:cNvPr>
          <p:cNvSpPr/>
          <p:nvPr/>
        </p:nvSpPr>
        <p:spPr>
          <a:xfrm>
            <a:off x="1635400" y="1662099"/>
            <a:ext cx="7592570" cy="68580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54F178F4-6618-0E2F-99C8-4B38A977A0CE}"/>
              </a:ext>
            </a:extLst>
          </p:cNvPr>
          <p:cNvSpPr>
            <a:spLocks noGrp="1"/>
          </p:cNvSpPr>
          <p:nvPr>
            <p:ph type="title"/>
          </p:nvPr>
        </p:nvSpPr>
        <p:spPr/>
        <p:txBody>
          <a:bodyPr>
            <a:noAutofit/>
          </a:bodyPr>
          <a:lstStyle/>
          <a:p>
            <a:r>
              <a:rPr lang="en-US" sz="2800" dirty="0"/>
              <a:t>Cop Roadmap workshop</a:t>
            </a:r>
            <a:br>
              <a:rPr lang="en-US" sz="2800" dirty="0"/>
            </a:br>
            <a:r>
              <a:rPr lang="en-US" sz="2800" dirty="0"/>
              <a:t>Multi-group roadmap pattern : Show then decide (of subgroups by practice) </a:t>
            </a:r>
          </a:p>
        </p:txBody>
      </p:sp>
      <p:graphicFrame>
        <p:nvGraphicFramePr>
          <p:cNvPr id="4" name="Tabella 4">
            <a:extLst>
              <a:ext uri="{FF2B5EF4-FFF2-40B4-BE49-F238E27FC236}">
                <a16:creationId xmlns:a16="http://schemas.microsoft.com/office/drawing/2014/main" id="{75D44E04-D876-92F3-FFD3-838614DC2F0D}"/>
              </a:ext>
            </a:extLst>
          </p:cNvPr>
          <p:cNvGraphicFramePr>
            <a:graphicFrameLocks noGrp="1"/>
          </p:cNvGraphicFramePr>
          <p:nvPr>
            <p:ph idx="1"/>
            <p:extLst>
              <p:ext uri="{D42A27DB-BD31-4B8C-83A1-F6EECF244321}">
                <p14:modId xmlns:p14="http://schemas.microsoft.com/office/powerpoint/2010/main" val="1844504176"/>
              </p:ext>
            </p:extLst>
          </p:nvPr>
        </p:nvGraphicFramePr>
        <p:xfrm>
          <a:off x="838200" y="1825625"/>
          <a:ext cx="7592570" cy="3156491"/>
        </p:xfrm>
        <a:graphic>
          <a:graphicData uri="http://schemas.openxmlformats.org/drawingml/2006/table">
            <a:tbl>
              <a:tblPr firstRow="1" firstCol="1" bandRow="1">
                <a:tableStyleId>{5C22544A-7EE6-4342-B048-85BDC9FD1C3A}</a:tableStyleId>
              </a:tblPr>
              <a:tblGrid>
                <a:gridCol w="759257">
                  <a:extLst>
                    <a:ext uri="{9D8B030D-6E8A-4147-A177-3AD203B41FA5}">
                      <a16:colId xmlns:a16="http://schemas.microsoft.com/office/drawing/2014/main" val="2069436799"/>
                    </a:ext>
                  </a:extLst>
                </a:gridCol>
                <a:gridCol w="759257">
                  <a:extLst>
                    <a:ext uri="{9D8B030D-6E8A-4147-A177-3AD203B41FA5}">
                      <a16:colId xmlns:a16="http://schemas.microsoft.com/office/drawing/2014/main" val="1634841939"/>
                    </a:ext>
                  </a:extLst>
                </a:gridCol>
                <a:gridCol w="759257">
                  <a:extLst>
                    <a:ext uri="{9D8B030D-6E8A-4147-A177-3AD203B41FA5}">
                      <a16:colId xmlns:a16="http://schemas.microsoft.com/office/drawing/2014/main" val="1075691395"/>
                    </a:ext>
                  </a:extLst>
                </a:gridCol>
                <a:gridCol w="759257">
                  <a:extLst>
                    <a:ext uri="{9D8B030D-6E8A-4147-A177-3AD203B41FA5}">
                      <a16:colId xmlns:a16="http://schemas.microsoft.com/office/drawing/2014/main" val="2934417990"/>
                    </a:ext>
                  </a:extLst>
                </a:gridCol>
                <a:gridCol w="759257">
                  <a:extLst>
                    <a:ext uri="{9D8B030D-6E8A-4147-A177-3AD203B41FA5}">
                      <a16:colId xmlns:a16="http://schemas.microsoft.com/office/drawing/2014/main" val="4151943279"/>
                    </a:ext>
                  </a:extLst>
                </a:gridCol>
                <a:gridCol w="759257">
                  <a:extLst>
                    <a:ext uri="{9D8B030D-6E8A-4147-A177-3AD203B41FA5}">
                      <a16:colId xmlns:a16="http://schemas.microsoft.com/office/drawing/2014/main" val="2124516836"/>
                    </a:ext>
                  </a:extLst>
                </a:gridCol>
                <a:gridCol w="759257">
                  <a:extLst>
                    <a:ext uri="{9D8B030D-6E8A-4147-A177-3AD203B41FA5}">
                      <a16:colId xmlns:a16="http://schemas.microsoft.com/office/drawing/2014/main" val="493060582"/>
                    </a:ext>
                  </a:extLst>
                </a:gridCol>
                <a:gridCol w="759257">
                  <a:extLst>
                    <a:ext uri="{9D8B030D-6E8A-4147-A177-3AD203B41FA5}">
                      <a16:colId xmlns:a16="http://schemas.microsoft.com/office/drawing/2014/main" val="2353957936"/>
                    </a:ext>
                  </a:extLst>
                </a:gridCol>
                <a:gridCol w="759257">
                  <a:extLst>
                    <a:ext uri="{9D8B030D-6E8A-4147-A177-3AD203B41FA5}">
                      <a16:colId xmlns:a16="http://schemas.microsoft.com/office/drawing/2014/main" val="2717217343"/>
                    </a:ext>
                  </a:extLst>
                </a:gridCol>
                <a:gridCol w="759257">
                  <a:extLst>
                    <a:ext uri="{9D8B030D-6E8A-4147-A177-3AD203B41FA5}">
                      <a16:colId xmlns:a16="http://schemas.microsoft.com/office/drawing/2014/main" val="3650025189"/>
                    </a:ext>
                  </a:extLst>
                </a:gridCol>
              </a:tblGrid>
              <a:tr h="374171">
                <a:tc>
                  <a:txBody>
                    <a:bodyPr/>
                    <a:lstStyle/>
                    <a:p>
                      <a:endParaRPr lang="en-US" sz="1200" dirty="0"/>
                    </a:p>
                  </a:txBody>
                  <a:tcPr>
                    <a:solidFill>
                      <a:schemeClr val="bg1"/>
                    </a:solidFill>
                  </a:tcPr>
                </a:tc>
                <a:tc>
                  <a:txBody>
                    <a:bodyPr/>
                    <a:lstStyle/>
                    <a:p>
                      <a:pPr algn="ctr"/>
                      <a:r>
                        <a:rPr lang="en-US" sz="1050" dirty="0"/>
                        <a:t>Session 1</a:t>
                      </a:r>
                    </a:p>
                  </a:txBody>
                  <a:tcPr>
                    <a:solidFill>
                      <a:schemeClr val="tx1"/>
                    </a:solidFill>
                  </a:tcPr>
                </a:tc>
                <a:tc>
                  <a:txBody>
                    <a:bodyPr/>
                    <a:lstStyle/>
                    <a:p>
                      <a:pPr algn="ctr"/>
                      <a:r>
                        <a:rPr lang="en-US" sz="1050" dirty="0"/>
                        <a:t>Session 2</a:t>
                      </a:r>
                    </a:p>
                  </a:txBody>
                  <a:tcPr>
                    <a:solidFill>
                      <a:schemeClr val="tx1"/>
                    </a:solidFill>
                  </a:tcPr>
                </a:tc>
                <a:tc>
                  <a:txBody>
                    <a:bodyPr/>
                    <a:lstStyle/>
                    <a:p>
                      <a:pPr algn="ctr"/>
                      <a:r>
                        <a:rPr kumimoji="0" lang="en-US" sz="1050" b="1" i="0" u="none" strike="noStrike" kern="1200" cap="none" spc="0" normalizeH="0" baseline="0" noProof="0" dirty="0">
                          <a:ln>
                            <a:noFill/>
                          </a:ln>
                          <a:solidFill>
                            <a:prstClr val="white"/>
                          </a:solidFill>
                          <a:effectLst/>
                          <a:uLnTx/>
                          <a:uFillTx/>
                          <a:latin typeface="Calibri" panose="020F0502020204030204"/>
                          <a:ea typeface="+mn-ea"/>
                          <a:cs typeface="+mn-cs"/>
                        </a:rPr>
                        <a:t>Session 3</a:t>
                      </a:r>
                      <a:endParaRPr lang="en-US" sz="1050" dirty="0"/>
                    </a:p>
                  </a:txBody>
                  <a:tcPr>
                    <a:solidFill>
                      <a:schemeClr val="tx1"/>
                    </a:solidFill>
                  </a:tcPr>
                </a:tc>
                <a:tc>
                  <a:txBody>
                    <a:bodyPr/>
                    <a:lstStyle/>
                    <a:p>
                      <a:pPr algn="ctr"/>
                      <a:r>
                        <a:rPr kumimoji="0" lang="en-US" sz="1050" b="1" i="0" u="none" strike="noStrike" kern="1200" cap="none" spc="0" normalizeH="0" baseline="0" noProof="0" dirty="0">
                          <a:ln>
                            <a:noFill/>
                          </a:ln>
                          <a:solidFill>
                            <a:prstClr val="white"/>
                          </a:solidFill>
                          <a:effectLst/>
                          <a:uLnTx/>
                          <a:uFillTx/>
                          <a:latin typeface="Calibri" panose="020F0502020204030204"/>
                          <a:ea typeface="+mn-ea"/>
                          <a:cs typeface="+mn-cs"/>
                        </a:rPr>
                        <a:t>Session 4</a:t>
                      </a:r>
                      <a:endParaRPr lang="en-US" sz="1050" dirty="0"/>
                    </a:p>
                  </a:txBody>
                  <a:tcPr>
                    <a:solidFill>
                      <a:schemeClr val="tx1"/>
                    </a:solidFill>
                  </a:tcPr>
                </a:tc>
                <a:tc>
                  <a:txBody>
                    <a:bodyPr/>
                    <a:lstStyle/>
                    <a:p>
                      <a:pPr algn="ctr"/>
                      <a:r>
                        <a:rPr kumimoji="0" lang="en-US" sz="1050" b="1" i="0" u="none" strike="noStrike" kern="1200" cap="none" spc="0" normalizeH="0" baseline="0" noProof="0" dirty="0">
                          <a:ln>
                            <a:noFill/>
                          </a:ln>
                          <a:solidFill>
                            <a:prstClr val="white"/>
                          </a:solidFill>
                          <a:effectLst/>
                          <a:uLnTx/>
                          <a:uFillTx/>
                          <a:latin typeface="Calibri" panose="020F0502020204030204"/>
                          <a:ea typeface="+mn-ea"/>
                          <a:cs typeface="+mn-cs"/>
                        </a:rPr>
                        <a:t>Session 5</a:t>
                      </a:r>
                      <a:endParaRPr lang="en-US" sz="1050" dirty="0"/>
                    </a:p>
                  </a:txBody>
                  <a:tcPr>
                    <a:solidFill>
                      <a:schemeClr val="tx1"/>
                    </a:solidFill>
                  </a:tcPr>
                </a:tc>
                <a:tc>
                  <a:txBody>
                    <a:bodyPr/>
                    <a:lstStyle/>
                    <a:p>
                      <a:pPr algn="ctr"/>
                      <a:r>
                        <a:rPr kumimoji="0" lang="en-US" sz="1050" b="1" i="0" u="none" strike="noStrike" kern="1200" cap="none" spc="0" normalizeH="0" baseline="0" noProof="0" dirty="0">
                          <a:ln>
                            <a:noFill/>
                          </a:ln>
                          <a:solidFill>
                            <a:prstClr val="white"/>
                          </a:solidFill>
                          <a:effectLst/>
                          <a:uLnTx/>
                          <a:uFillTx/>
                          <a:latin typeface="Calibri" panose="020F0502020204030204"/>
                          <a:ea typeface="+mn-ea"/>
                          <a:cs typeface="+mn-cs"/>
                        </a:rPr>
                        <a:t>Session 6</a:t>
                      </a:r>
                      <a:endParaRPr lang="en-US" sz="1050" dirty="0"/>
                    </a:p>
                  </a:txBody>
                  <a:tcPr>
                    <a:solidFill>
                      <a:schemeClr val="tx1"/>
                    </a:solidFill>
                  </a:tcPr>
                </a:tc>
                <a:tc>
                  <a:txBody>
                    <a:bodyPr/>
                    <a:lstStyle/>
                    <a:p>
                      <a:pPr algn="ctr"/>
                      <a:r>
                        <a:rPr kumimoji="0" lang="en-US" sz="1050" b="1" i="0" u="none" strike="noStrike" kern="1200" cap="none" spc="0" normalizeH="0" baseline="0" noProof="0" dirty="0">
                          <a:ln>
                            <a:noFill/>
                          </a:ln>
                          <a:solidFill>
                            <a:prstClr val="white"/>
                          </a:solidFill>
                          <a:effectLst/>
                          <a:uLnTx/>
                          <a:uFillTx/>
                          <a:latin typeface="Calibri" panose="020F0502020204030204"/>
                          <a:ea typeface="+mn-ea"/>
                          <a:cs typeface="+mn-cs"/>
                        </a:rPr>
                        <a:t>Session 7</a:t>
                      </a:r>
                      <a:endParaRPr lang="en-US" sz="1050" dirty="0"/>
                    </a:p>
                  </a:txBody>
                  <a:tcPr>
                    <a:solidFill>
                      <a:schemeClr val="tx1"/>
                    </a:solidFill>
                  </a:tcPr>
                </a:tc>
                <a:tc>
                  <a:txBody>
                    <a:bodyPr/>
                    <a:lstStyle/>
                    <a:p>
                      <a:pPr algn="ctr"/>
                      <a:r>
                        <a:rPr kumimoji="0" lang="en-US" sz="1050" b="1" i="0" u="none" strike="noStrike" kern="1200" cap="none" spc="0" normalizeH="0" baseline="0" noProof="0" dirty="0">
                          <a:ln>
                            <a:noFill/>
                          </a:ln>
                          <a:solidFill>
                            <a:prstClr val="white"/>
                          </a:solidFill>
                          <a:effectLst/>
                          <a:uLnTx/>
                          <a:uFillTx/>
                          <a:latin typeface="Calibri" panose="020F0502020204030204"/>
                          <a:ea typeface="+mn-ea"/>
                          <a:cs typeface="+mn-cs"/>
                        </a:rPr>
                        <a:t>Session 8</a:t>
                      </a:r>
                      <a:endParaRPr lang="en-US" sz="1050" dirty="0"/>
                    </a:p>
                  </a:txBody>
                  <a:tcPr>
                    <a:solidFill>
                      <a:schemeClr val="tx1"/>
                    </a:solidFill>
                  </a:tcPr>
                </a:tc>
                <a:tc>
                  <a:txBody>
                    <a:bodyPr/>
                    <a:lstStyle/>
                    <a:p>
                      <a:pPr algn="ctr"/>
                      <a:r>
                        <a:rPr kumimoji="0" lang="en-US" sz="1050" b="1" i="0" u="none" strike="noStrike" kern="1200" cap="none" spc="0" normalizeH="0" baseline="0" noProof="0" dirty="0">
                          <a:ln>
                            <a:noFill/>
                          </a:ln>
                          <a:solidFill>
                            <a:prstClr val="white"/>
                          </a:solidFill>
                          <a:effectLst/>
                          <a:uLnTx/>
                          <a:uFillTx/>
                          <a:latin typeface="Calibri" panose="020F0502020204030204"/>
                          <a:ea typeface="+mn-ea"/>
                          <a:cs typeface="+mn-cs"/>
                        </a:rPr>
                        <a:t>Session 9</a:t>
                      </a:r>
                      <a:endParaRPr lang="en-US" sz="1050" dirty="0"/>
                    </a:p>
                  </a:txBody>
                  <a:tcPr>
                    <a:solidFill>
                      <a:schemeClr val="tx1"/>
                    </a:solidFill>
                  </a:tcPr>
                </a:tc>
                <a:extLst>
                  <a:ext uri="{0D108BD9-81ED-4DB2-BD59-A6C34878D82A}">
                    <a16:rowId xmlns:a16="http://schemas.microsoft.com/office/drawing/2014/main" val="4076229127"/>
                  </a:ext>
                </a:extLst>
              </a:tr>
              <a:tr h="281611">
                <a:tc>
                  <a:txBody>
                    <a:bodyPr/>
                    <a:lstStyle/>
                    <a:p>
                      <a:pPr algn="ctr"/>
                      <a:endParaRPr lang="en-US" sz="1200" dirty="0">
                        <a:solidFill>
                          <a:schemeClr val="tx1"/>
                        </a:solidFill>
                      </a:endParaRPr>
                    </a:p>
                  </a:txBody>
                  <a:tcPr anchor="ct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extLst>
                  <a:ext uri="{0D108BD9-81ED-4DB2-BD59-A6C34878D82A}">
                    <a16:rowId xmlns:a16="http://schemas.microsoft.com/office/drawing/2014/main" val="1456946727"/>
                  </a:ext>
                </a:extLst>
              </a:tr>
              <a:tr h="6458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Practice A</a:t>
                      </a:r>
                    </a:p>
                  </a:txBody>
                  <a:tcPr anchor="ctr">
                    <a:solidFill>
                      <a:srgbClr val="FFFF00"/>
                    </a:solidFill>
                  </a:tcPr>
                </a:tc>
                <a:tc>
                  <a:txBody>
                    <a:bodyPr/>
                    <a:lstStyle/>
                    <a:p>
                      <a:endParaRPr lang="en-US" sz="1200" dirty="0"/>
                    </a:p>
                  </a:txBody>
                  <a:tcPr>
                    <a:solidFill>
                      <a:schemeClr val="bg1">
                        <a:lumMod val="85000"/>
                      </a:schemeClr>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accent1">
                        <a:lumMod val="20000"/>
                        <a:lumOff val="80000"/>
                      </a:schemeClr>
                    </a:solidFill>
                  </a:tcPr>
                </a:tc>
                <a:tc>
                  <a:txBody>
                    <a:bodyPr/>
                    <a:lstStyle/>
                    <a:p>
                      <a:endParaRPr lang="en-US" sz="1200" dirty="0"/>
                    </a:p>
                  </a:txBody>
                  <a:tcPr>
                    <a:solidFill>
                      <a:schemeClr val="accent6">
                        <a:lumMod val="20000"/>
                        <a:lumOff val="80000"/>
                      </a:schemeClr>
                    </a:solidFill>
                  </a:tcPr>
                </a:tc>
                <a:tc>
                  <a:txBody>
                    <a:bodyPr/>
                    <a:lstStyle/>
                    <a:p>
                      <a:endParaRPr lang="en-US" sz="1200" dirty="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extLst>
                  <a:ext uri="{0D108BD9-81ED-4DB2-BD59-A6C34878D82A}">
                    <a16:rowId xmlns:a16="http://schemas.microsoft.com/office/drawing/2014/main" val="55005126"/>
                  </a:ext>
                </a:extLst>
              </a:tr>
              <a:tr h="281611">
                <a:tc>
                  <a:txBody>
                    <a:bodyPr/>
                    <a:lstStyle/>
                    <a:p>
                      <a:pPr algn="ctr"/>
                      <a:endParaRPr lang="en-US" sz="1200" dirty="0">
                        <a:solidFill>
                          <a:schemeClr val="tx1"/>
                        </a:solidFill>
                      </a:endParaRPr>
                    </a:p>
                  </a:txBody>
                  <a:tcPr anchor="ct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extLst>
                  <a:ext uri="{0D108BD9-81ED-4DB2-BD59-A6C34878D82A}">
                    <a16:rowId xmlns:a16="http://schemas.microsoft.com/office/drawing/2014/main" val="3645593550"/>
                  </a:ext>
                </a:extLst>
              </a:tr>
              <a:tr h="645829">
                <a:tc>
                  <a:txBody>
                    <a:bodyPr/>
                    <a:lstStyle/>
                    <a:p>
                      <a:pPr algn="ctr"/>
                      <a:r>
                        <a:rPr lang="en-US" sz="1200" dirty="0">
                          <a:solidFill>
                            <a:schemeClr val="tx1"/>
                          </a:solidFill>
                        </a:rPr>
                        <a:t>Practice B</a:t>
                      </a:r>
                    </a:p>
                  </a:txBody>
                  <a:tcPr anchor="ctr">
                    <a:solidFill>
                      <a:srgbClr val="FF00FF"/>
                    </a:solidFill>
                  </a:tcPr>
                </a:tc>
                <a:tc>
                  <a:txBody>
                    <a:bodyPr/>
                    <a:lstStyle/>
                    <a:p>
                      <a:endParaRPr lang="en-US" sz="1200" dirty="0"/>
                    </a:p>
                  </a:txBody>
                  <a:tcPr>
                    <a:solidFill>
                      <a:schemeClr val="bg1"/>
                    </a:solidFill>
                  </a:tcPr>
                </a:tc>
                <a:tc>
                  <a:txBody>
                    <a:bodyPr/>
                    <a:lstStyle/>
                    <a:p>
                      <a:endParaRPr lang="en-US" sz="1200" dirty="0"/>
                    </a:p>
                  </a:txBody>
                  <a:tcPr>
                    <a:solidFill>
                      <a:schemeClr val="bg1">
                        <a:lumMod val="85000"/>
                      </a:schemeClr>
                    </a:solidFill>
                  </a:tcPr>
                </a:tc>
                <a:tc>
                  <a:txBody>
                    <a:bodyPr/>
                    <a:lstStyle/>
                    <a:p>
                      <a:endParaRPr lang="en-US" sz="1200" dirty="0"/>
                    </a:p>
                  </a:txBody>
                  <a:tcPr>
                    <a:solidFill>
                      <a:schemeClr val="bg1"/>
                    </a:solidFill>
                  </a:tcPr>
                </a:tc>
                <a:tc>
                  <a:txBody>
                    <a:bodyPr/>
                    <a:lstStyle/>
                    <a:p>
                      <a:endParaRPr lang="en-US" sz="1200" dirty="0"/>
                    </a:p>
                  </a:txBody>
                  <a:tcPr>
                    <a:solidFill>
                      <a:schemeClr val="accent1">
                        <a:lumMod val="20000"/>
                        <a:lumOff val="80000"/>
                      </a:schemeClr>
                    </a:solidFill>
                  </a:tcPr>
                </a:tc>
                <a:tc>
                  <a:txBody>
                    <a:bodyPr/>
                    <a:lstStyle/>
                    <a:p>
                      <a:endParaRPr lang="en-US" sz="1200" dirty="0"/>
                    </a:p>
                  </a:txBody>
                  <a:tcPr>
                    <a:solidFill>
                      <a:schemeClr val="accent6">
                        <a:lumMod val="20000"/>
                        <a:lumOff val="80000"/>
                      </a:schemeClr>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1799357627"/>
                  </a:ext>
                </a:extLst>
              </a:tr>
              <a:tr h="281611">
                <a:tc>
                  <a:txBody>
                    <a:bodyPr/>
                    <a:lstStyle/>
                    <a:p>
                      <a:pPr algn="ctr"/>
                      <a:endParaRPr lang="en-US" sz="1200" dirty="0">
                        <a:solidFill>
                          <a:schemeClr val="tx1"/>
                        </a:solidFill>
                      </a:endParaRPr>
                    </a:p>
                  </a:txBody>
                  <a:tcPr anchor="ctr">
                    <a:solidFill>
                      <a:schemeClr val="bg1"/>
                    </a:solidFill>
                  </a:tcPr>
                </a:tc>
                <a:tc>
                  <a:txBody>
                    <a:bodyPr/>
                    <a:lstStyle/>
                    <a:p>
                      <a:endParaRPr lang="en-US" sz="1200" dirty="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dirty="0"/>
                    </a:p>
                  </a:txBody>
                  <a:tcPr>
                    <a:solidFill>
                      <a:schemeClr val="bg1"/>
                    </a:solidFill>
                  </a:tcPr>
                </a:tc>
                <a:tc>
                  <a:txBody>
                    <a:bodyPr/>
                    <a:lstStyle/>
                    <a:p>
                      <a:endParaRPr lang="en-US" sz="1200"/>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tc>
                  <a:txBody>
                    <a:bodyPr/>
                    <a:lstStyle/>
                    <a:p>
                      <a:endParaRPr lang="en-US" sz="1200"/>
                    </a:p>
                  </a:txBody>
                  <a:tcPr>
                    <a:solidFill>
                      <a:schemeClr val="bg1"/>
                    </a:solidFill>
                  </a:tcPr>
                </a:tc>
                <a:extLst>
                  <a:ext uri="{0D108BD9-81ED-4DB2-BD59-A6C34878D82A}">
                    <a16:rowId xmlns:a16="http://schemas.microsoft.com/office/drawing/2014/main" val="1383614597"/>
                  </a:ext>
                </a:extLst>
              </a:tr>
              <a:tr h="645829">
                <a:tc>
                  <a:txBody>
                    <a:bodyPr/>
                    <a:lstStyle/>
                    <a:p>
                      <a:pPr algn="ctr"/>
                      <a:r>
                        <a:rPr lang="en-US" sz="1200" dirty="0">
                          <a:solidFill>
                            <a:schemeClr val="tx1"/>
                          </a:solidFill>
                        </a:rPr>
                        <a:t>Practice C</a:t>
                      </a:r>
                    </a:p>
                  </a:txBody>
                  <a:tcPr anchor="ctr">
                    <a:solidFill>
                      <a:srgbClr val="FFC000"/>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lumMod val="85000"/>
                      </a:schemeClr>
                    </a:solidFill>
                  </a:tcPr>
                </a:tc>
                <a:tc>
                  <a:txBody>
                    <a:bodyPr/>
                    <a:lstStyle/>
                    <a:p>
                      <a:endParaRPr lang="en-US" sz="1200" dirty="0"/>
                    </a:p>
                  </a:txBody>
                  <a:tcPr>
                    <a:solidFill>
                      <a:schemeClr val="accent1">
                        <a:lumMod val="20000"/>
                        <a:lumOff val="80000"/>
                      </a:schemeClr>
                    </a:solidFill>
                  </a:tcPr>
                </a:tc>
                <a:tc>
                  <a:txBody>
                    <a:bodyPr/>
                    <a:lstStyle/>
                    <a:p>
                      <a:endParaRPr lang="en-US" sz="1200" dirty="0"/>
                    </a:p>
                  </a:txBody>
                  <a:tcPr>
                    <a:solidFill>
                      <a:schemeClr val="accent6">
                        <a:lumMod val="20000"/>
                        <a:lumOff val="80000"/>
                      </a:schemeClr>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893293149"/>
                  </a:ext>
                </a:extLst>
              </a:tr>
            </a:tbl>
          </a:graphicData>
        </a:graphic>
      </p:graphicFrame>
      <p:sp>
        <p:nvSpPr>
          <p:cNvPr id="6" name="Parentesi graffa aperta 5">
            <a:extLst>
              <a:ext uri="{FF2B5EF4-FFF2-40B4-BE49-F238E27FC236}">
                <a16:creationId xmlns:a16="http://schemas.microsoft.com/office/drawing/2014/main" id="{33BD3710-0AEF-CD02-9427-582515FF66E9}"/>
              </a:ext>
            </a:extLst>
          </p:cNvPr>
          <p:cNvSpPr/>
          <p:nvPr/>
        </p:nvSpPr>
        <p:spPr>
          <a:xfrm rot="16200000">
            <a:off x="2589008" y="4163445"/>
            <a:ext cx="279576" cy="2186792"/>
          </a:xfrm>
          <a:prstGeom prst="leftBrac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Segnaposto contenuto 2">
            <a:extLst>
              <a:ext uri="{FF2B5EF4-FFF2-40B4-BE49-F238E27FC236}">
                <a16:creationId xmlns:a16="http://schemas.microsoft.com/office/drawing/2014/main" id="{F7B8BCF5-05AA-ABDB-7924-BA153BF61790}"/>
              </a:ext>
            </a:extLst>
          </p:cNvPr>
          <p:cNvSpPr txBox="1">
            <a:spLocks/>
          </p:cNvSpPr>
          <p:nvPr/>
        </p:nvSpPr>
        <p:spPr>
          <a:xfrm>
            <a:off x="1874669" y="5463372"/>
            <a:ext cx="1790550" cy="4857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dirty="0"/>
              <a:t>Show &amp; hope season</a:t>
            </a:r>
          </a:p>
        </p:txBody>
      </p:sp>
      <p:sp>
        <p:nvSpPr>
          <p:cNvPr id="8" name="Segnaposto contenuto 2">
            <a:extLst>
              <a:ext uri="{FF2B5EF4-FFF2-40B4-BE49-F238E27FC236}">
                <a16:creationId xmlns:a16="http://schemas.microsoft.com/office/drawing/2014/main" id="{F083FF1F-0ECA-4EF0-EBC9-F569ACEAAA60}"/>
              </a:ext>
            </a:extLst>
          </p:cNvPr>
          <p:cNvSpPr txBox="1">
            <a:spLocks/>
          </p:cNvSpPr>
          <p:nvPr/>
        </p:nvSpPr>
        <p:spPr>
          <a:xfrm>
            <a:off x="3218762" y="6249981"/>
            <a:ext cx="1261723" cy="4857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dirty="0"/>
              <a:t>Subgroup selection</a:t>
            </a:r>
          </a:p>
        </p:txBody>
      </p:sp>
      <p:sp>
        <p:nvSpPr>
          <p:cNvPr id="11" name="Triangolo isoscele 10">
            <a:extLst>
              <a:ext uri="{FF2B5EF4-FFF2-40B4-BE49-F238E27FC236}">
                <a16:creationId xmlns:a16="http://schemas.microsoft.com/office/drawing/2014/main" id="{E8FFBD5B-5474-BA27-B984-D30552208A11}"/>
              </a:ext>
            </a:extLst>
          </p:cNvPr>
          <p:cNvSpPr/>
          <p:nvPr/>
        </p:nvSpPr>
        <p:spPr>
          <a:xfrm>
            <a:off x="3687470" y="5389154"/>
            <a:ext cx="324308" cy="279576"/>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Connettore diritto 12">
            <a:extLst>
              <a:ext uri="{FF2B5EF4-FFF2-40B4-BE49-F238E27FC236}">
                <a16:creationId xmlns:a16="http://schemas.microsoft.com/office/drawing/2014/main" id="{0691D7C9-1DA6-DADD-57E9-7F83F2CDA202}"/>
              </a:ext>
            </a:extLst>
          </p:cNvPr>
          <p:cNvCxnSpPr>
            <a:cxnSpLocks/>
            <a:stCxn id="11" idx="3"/>
            <a:endCxn id="8" idx="0"/>
          </p:cNvCxnSpPr>
          <p:nvPr/>
        </p:nvCxnSpPr>
        <p:spPr>
          <a:xfrm>
            <a:off x="3849624" y="5668730"/>
            <a:ext cx="0" cy="58125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Segnaposto contenuto 2">
            <a:extLst>
              <a:ext uri="{FF2B5EF4-FFF2-40B4-BE49-F238E27FC236}">
                <a16:creationId xmlns:a16="http://schemas.microsoft.com/office/drawing/2014/main" id="{6582FAA2-6DA4-7941-0BA0-02A69DE2D9B9}"/>
              </a:ext>
            </a:extLst>
          </p:cNvPr>
          <p:cNvSpPr txBox="1">
            <a:spLocks/>
          </p:cNvSpPr>
          <p:nvPr/>
        </p:nvSpPr>
        <p:spPr>
          <a:xfrm>
            <a:off x="9291376" y="1261871"/>
            <a:ext cx="2633621" cy="55046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dirty="0"/>
              <a:t>In the inspiration “Show then decide” pattern, members participate in a single group to all “Show &amp; Hope” activities before splitting subgroups by practice.</a:t>
            </a:r>
          </a:p>
          <a:p>
            <a:pPr marL="0" indent="0">
              <a:buFont typeface="Arial" panose="020B0604020202020204" pitchFamily="34" charset="0"/>
              <a:buNone/>
            </a:pPr>
            <a:r>
              <a:rPr lang="en-US" sz="1000" b="1" dirty="0"/>
              <a:t>Advantages</a:t>
            </a:r>
            <a:r>
              <a:rPr lang="en-US" sz="1000" dirty="0"/>
              <a:t> :</a:t>
            </a:r>
          </a:p>
          <a:p>
            <a:pPr>
              <a:buClr>
                <a:schemeClr val="accent6"/>
              </a:buClr>
              <a:buSzPct val="150000"/>
              <a:buFont typeface="Avenir Next LT Pro" panose="020B0504020202020204" pitchFamily="34" charset="0"/>
              <a:buChar char="+"/>
            </a:pPr>
            <a:r>
              <a:rPr lang="en-US" sz="1000" dirty="0"/>
              <a:t>Balances advantages of subgroup by practices pattern and seasonal pattern.</a:t>
            </a:r>
          </a:p>
          <a:p>
            <a:pPr>
              <a:buClr>
                <a:schemeClr val="accent6"/>
              </a:buClr>
              <a:buSzPct val="150000"/>
              <a:buFont typeface="Avenir Next LT Pro" panose="020B0504020202020204" pitchFamily="34" charset="0"/>
              <a:buChar char="+"/>
            </a:pPr>
            <a:r>
              <a:rPr lang="en-US" sz="1000" dirty="0"/>
              <a:t>Common show &amp; hope season help members decide of a subgroup</a:t>
            </a:r>
          </a:p>
          <a:p>
            <a:pPr marL="0" indent="0">
              <a:buFont typeface="Arial" panose="020B0604020202020204" pitchFamily="34" charset="0"/>
              <a:buNone/>
            </a:pPr>
            <a:r>
              <a:rPr lang="en-US" sz="1000" b="1" dirty="0"/>
              <a:t>Drawbacks</a:t>
            </a:r>
            <a:r>
              <a:rPr lang="en-US" sz="1000" dirty="0"/>
              <a:t> :</a:t>
            </a:r>
          </a:p>
          <a:p>
            <a:pPr>
              <a:buClr>
                <a:srgbClr val="FF0000"/>
              </a:buClr>
              <a:buSzPct val="150000"/>
              <a:buFont typeface="Avenir Next LT Pro" panose="020B0504020202020204" pitchFamily="34" charset="0"/>
              <a:buChar char="-"/>
            </a:pPr>
            <a:r>
              <a:rPr lang="en-US" sz="1000" dirty="0"/>
              <a:t>Balances drawbacks of subgroup by practices pattern and seasonal pattern</a:t>
            </a:r>
          </a:p>
          <a:p>
            <a:pPr>
              <a:buClr>
                <a:srgbClr val="FF0000"/>
              </a:buClr>
              <a:buSzPct val="150000"/>
              <a:buFont typeface="Avenir Next LT Pro" panose="020B0504020202020204" pitchFamily="34" charset="0"/>
              <a:buChar char="-"/>
            </a:pPr>
            <a:r>
              <a:rPr lang="en-US" sz="1000" dirty="0"/>
              <a:t>Members with strong preferences need to wait for the end of show &amp; hope season before starting </a:t>
            </a:r>
          </a:p>
          <a:p>
            <a:pPr marL="0" indent="0">
              <a:buClr>
                <a:srgbClr val="FF0000"/>
              </a:buClr>
              <a:buSzPct val="150000"/>
              <a:buNone/>
            </a:pPr>
            <a:r>
              <a:rPr lang="en-US" sz="1000" b="1" dirty="0"/>
              <a:t>Favorable conditions for this pattern</a:t>
            </a:r>
            <a:r>
              <a:rPr lang="en-US" sz="1000" dirty="0"/>
              <a:t>:</a:t>
            </a:r>
          </a:p>
          <a:p>
            <a:pPr>
              <a:buClr>
                <a:schemeClr val="accent2"/>
              </a:buClr>
              <a:buSzPct val="150000"/>
              <a:buFont typeface="Avenir Next LT Pro" panose="020B0504020202020204" pitchFamily="34" charset="0"/>
              <a:buChar char="&gt;"/>
            </a:pPr>
            <a:r>
              <a:rPr lang="en-US" sz="1000" dirty="0"/>
              <a:t> Members do not know the practices enough to choose a subgroup in the beginning of the roadmap</a:t>
            </a:r>
          </a:p>
          <a:p>
            <a:pPr>
              <a:buClr>
                <a:schemeClr val="accent2"/>
              </a:buClr>
              <a:buSzPct val="150000"/>
              <a:buFont typeface="Avenir Next LT Pro" panose="020B0504020202020204" pitchFamily="34" charset="0"/>
              <a:buChar char="&gt;"/>
            </a:pPr>
            <a:endParaRPr lang="en-US" sz="1000" dirty="0"/>
          </a:p>
        </p:txBody>
      </p:sp>
    </p:spTree>
    <p:extLst>
      <p:ext uri="{BB962C8B-B14F-4D97-AF65-F5344CB8AC3E}">
        <p14:creationId xmlns:p14="http://schemas.microsoft.com/office/powerpoint/2010/main" val="33990377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ccia a destra 4">
            <a:extLst>
              <a:ext uri="{FF2B5EF4-FFF2-40B4-BE49-F238E27FC236}">
                <a16:creationId xmlns:a16="http://schemas.microsoft.com/office/drawing/2014/main" id="{954926C9-1AB3-D7C3-0D1F-CDADF0FE77FE}"/>
              </a:ext>
            </a:extLst>
          </p:cNvPr>
          <p:cNvSpPr/>
          <p:nvPr/>
        </p:nvSpPr>
        <p:spPr>
          <a:xfrm>
            <a:off x="1635400" y="1662099"/>
            <a:ext cx="7592570" cy="68580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54F178F4-6618-0E2F-99C8-4B38A977A0CE}"/>
              </a:ext>
            </a:extLst>
          </p:cNvPr>
          <p:cNvSpPr>
            <a:spLocks noGrp="1"/>
          </p:cNvSpPr>
          <p:nvPr>
            <p:ph type="title"/>
          </p:nvPr>
        </p:nvSpPr>
        <p:spPr>
          <a:xfrm>
            <a:off x="838200" y="365126"/>
            <a:ext cx="10515600" cy="707638"/>
          </a:xfrm>
        </p:spPr>
        <p:txBody>
          <a:bodyPr>
            <a:noAutofit/>
          </a:bodyPr>
          <a:lstStyle/>
          <a:p>
            <a:r>
              <a:rPr lang="en-US" sz="2400" dirty="0"/>
              <a:t>Cop Roadmap workshop</a:t>
            </a:r>
            <a:br>
              <a:rPr lang="en-US" sz="2400" dirty="0"/>
            </a:br>
            <a:r>
              <a:rPr lang="en-US" sz="2400" dirty="0"/>
              <a:t>Multi-group roadmap pattern : Subgroups by level of maturity (per practice)</a:t>
            </a:r>
          </a:p>
        </p:txBody>
      </p:sp>
      <p:graphicFrame>
        <p:nvGraphicFramePr>
          <p:cNvPr id="4" name="Tabella 4">
            <a:extLst>
              <a:ext uri="{FF2B5EF4-FFF2-40B4-BE49-F238E27FC236}">
                <a16:creationId xmlns:a16="http://schemas.microsoft.com/office/drawing/2014/main" id="{75D44E04-D876-92F3-FFD3-838614DC2F0D}"/>
              </a:ext>
            </a:extLst>
          </p:cNvPr>
          <p:cNvGraphicFramePr>
            <a:graphicFrameLocks noGrp="1"/>
          </p:cNvGraphicFramePr>
          <p:nvPr>
            <p:ph idx="1"/>
            <p:extLst>
              <p:ext uri="{D42A27DB-BD31-4B8C-83A1-F6EECF244321}">
                <p14:modId xmlns:p14="http://schemas.microsoft.com/office/powerpoint/2010/main" val="4153948120"/>
              </p:ext>
            </p:extLst>
          </p:nvPr>
        </p:nvGraphicFramePr>
        <p:xfrm>
          <a:off x="838200" y="1825626"/>
          <a:ext cx="7592570" cy="3156491"/>
        </p:xfrm>
        <a:graphic>
          <a:graphicData uri="http://schemas.openxmlformats.org/drawingml/2006/table">
            <a:tbl>
              <a:tblPr firstRow="1" firstCol="1" bandRow="1">
                <a:tableStyleId>{5C22544A-7EE6-4342-B048-85BDC9FD1C3A}</a:tableStyleId>
              </a:tblPr>
              <a:tblGrid>
                <a:gridCol w="759257">
                  <a:extLst>
                    <a:ext uri="{9D8B030D-6E8A-4147-A177-3AD203B41FA5}">
                      <a16:colId xmlns:a16="http://schemas.microsoft.com/office/drawing/2014/main" val="2069436799"/>
                    </a:ext>
                  </a:extLst>
                </a:gridCol>
                <a:gridCol w="759257">
                  <a:extLst>
                    <a:ext uri="{9D8B030D-6E8A-4147-A177-3AD203B41FA5}">
                      <a16:colId xmlns:a16="http://schemas.microsoft.com/office/drawing/2014/main" val="1634841939"/>
                    </a:ext>
                  </a:extLst>
                </a:gridCol>
                <a:gridCol w="759257">
                  <a:extLst>
                    <a:ext uri="{9D8B030D-6E8A-4147-A177-3AD203B41FA5}">
                      <a16:colId xmlns:a16="http://schemas.microsoft.com/office/drawing/2014/main" val="1075691395"/>
                    </a:ext>
                  </a:extLst>
                </a:gridCol>
                <a:gridCol w="759257">
                  <a:extLst>
                    <a:ext uri="{9D8B030D-6E8A-4147-A177-3AD203B41FA5}">
                      <a16:colId xmlns:a16="http://schemas.microsoft.com/office/drawing/2014/main" val="2934417990"/>
                    </a:ext>
                  </a:extLst>
                </a:gridCol>
                <a:gridCol w="759257">
                  <a:extLst>
                    <a:ext uri="{9D8B030D-6E8A-4147-A177-3AD203B41FA5}">
                      <a16:colId xmlns:a16="http://schemas.microsoft.com/office/drawing/2014/main" val="4151943279"/>
                    </a:ext>
                  </a:extLst>
                </a:gridCol>
                <a:gridCol w="759257">
                  <a:extLst>
                    <a:ext uri="{9D8B030D-6E8A-4147-A177-3AD203B41FA5}">
                      <a16:colId xmlns:a16="http://schemas.microsoft.com/office/drawing/2014/main" val="2124516836"/>
                    </a:ext>
                  </a:extLst>
                </a:gridCol>
                <a:gridCol w="759257">
                  <a:extLst>
                    <a:ext uri="{9D8B030D-6E8A-4147-A177-3AD203B41FA5}">
                      <a16:colId xmlns:a16="http://schemas.microsoft.com/office/drawing/2014/main" val="493060582"/>
                    </a:ext>
                  </a:extLst>
                </a:gridCol>
                <a:gridCol w="759257">
                  <a:extLst>
                    <a:ext uri="{9D8B030D-6E8A-4147-A177-3AD203B41FA5}">
                      <a16:colId xmlns:a16="http://schemas.microsoft.com/office/drawing/2014/main" val="2353957936"/>
                    </a:ext>
                  </a:extLst>
                </a:gridCol>
                <a:gridCol w="759257">
                  <a:extLst>
                    <a:ext uri="{9D8B030D-6E8A-4147-A177-3AD203B41FA5}">
                      <a16:colId xmlns:a16="http://schemas.microsoft.com/office/drawing/2014/main" val="2717217343"/>
                    </a:ext>
                  </a:extLst>
                </a:gridCol>
                <a:gridCol w="759257">
                  <a:extLst>
                    <a:ext uri="{9D8B030D-6E8A-4147-A177-3AD203B41FA5}">
                      <a16:colId xmlns:a16="http://schemas.microsoft.com/office/drawing/2014/main" val="3650025189"/>
                    </a:ext>
                  </a:extLst>
                </a:gridCol>
              </a:tblGrid>
              <a:tr h="374171">
                <a:tc>
                  <a:txBody>
                    <a:bodyPr/>
                    <a:lstStyle/>
                    <a:p>
                      <a:endParaRPr lang="en-US" sz="1200" dirty="0"/>
                    </a:p>
                  </a:txBody>
                  <a:tcPr>
                    <a:solidFill>
                      <a:schemeClr val="bg1"/>
                    </a:solidFill>
                  </a:tcPr>
                </a:tc>
                <a:tc>
                  <a:txBody>
                    <a:bodyPr/>
                    <a:lstStyle/>
                    <a:p>
                      <a:pPr algn="ctr"/>
                      <a:r>
                        <a:rPr lang="en-US" sz="1050" dirty="0"/>
                        <a:t>Session 1</a:t>
                      </a:r>
                    </a:p>
                  </a:txBody>
                  <a:tcPr>
                    <a:solidFill>
                      <a:schemeClr val="tx1"/>
                    </a:solidFill>
                  </a:tcPr>
                </a:tc>
                <a:tc>
                  <a:txBody>
                    <a:bodyPr/>
                    <a:lstStyle/>
                    <a:p>
                      <a:pPr algn="ctr"/>
                      <a:r>
                        <a:rPr lang="en-US" sz="1050" dirty="0"/>
                        <a:t>Session 2</a:t>
                      </a:r>
                    </a:p>
                  </a:txBody>
                  <a:tcPr>
                    <a:solidFill>
                      <a:schemeClr val="tx1"/>
                    </a:solidFill>
                  </a:tcPr>
                </a:tc>
                <a:tc>
                  <a:txBody>
                    <a:bodyPr/>
                    <a:lstStyle/>
                    <a:p>
                      <a:pPr algn="ctr"/>
                      <a:r>
                        <a:rPr kumimoji="0" lang="en-US" sz="1050" b="1" i="0" u="none" strike="noStrike" kern="1200" cap="none" spc="0" normalizeH="0" baseline="0" noProof="0" dirty="0">
                          <a:ln>
                            <a:noFill/>
                          </a:ln>
                          <a:solidFill>
                            <a:prstClr val="white"/>
                          </a:solidFill>
                          <a:effectLst/>
                          <a:uLnTx/>
                          <a:uFillTx/>
                          <a:latin typeface="Calibri" panose="020F0502020204030204"/>
                          <a:ea typeface="+mn-ea"/>
                          <a:cs typeface="+mn-cs"/>
                        </a:rPr>
                        <a:t>Session 3</a:t>
                      </a:r>
                      <a:endParaRPr lang="en-US" sz="1050" dirty="0"/>
                    </a:p>
                  </a:txBody>
                  <a:tcPr>
                    <a:solidFill>
                      <a:schemeClr val="tx1"/>
                    </a:solidFill>
                  </a:tcPr>
                </a:tc>
                <a:tc>
                  <a:txBody>
                    <a:bodyPr/>
                    <a:lstStyle/>
                    <a:p>
                      <a:pPr algn="ctr"/>
                      <a:r>
                        <a:rPr kumimoji="0" lang="en-US" sz="1050" b="1" i="0" u="none" strike="noStrike" kern="1200" cap="none" spc="0" normalizeH="0" baseline="0" noProof="0" dirty="0">
                          <a:ln>
                            <a:noFill/>
                          </a:ln>
                          <a:solidFill>
                            <a:prstClr val="white"/>
                          </a:solidFill>
                          <a:effectLst/>
                          <a:uLnTx/>
                          <a:uFillTx/>
                          <a:latin typeface="Calibri" panose="020F0502020204030204"/>
                          <a:ea typeface="+mn-ea"/>
                          <a:cs typeface="+mn-cs"/>
                        </a:rPr>
                        <a:t>Session 4</a:t>
                      </a:r>
                      <a:endParaRPr lang="en-US" sz="1050" dirty="0"/>
                    </a:p>
                  </a:txBody>
                  <a:tcPr>
                    <a:solidFill>
                      <a:schemeClr val="tx1"/>
                    </a:solidFill>
                  </a:tcPr>
                </a:tc>
                <a:tc>
                  <a:txBody>
                    <a:bodyPr/>
                    <a:lstStyle/>
                    <a:p>
                      <a:pPr algn="ctr"/>
                      <a:r>
                        <a:rPr kumimoji="0" lang="en-US" sz="1050" b="1" i="0" u="none" strike="noStrike" kern="1200" cap="none" spc="0" normalizeH="0" baseline="0" noProof="0" dirty="0">
                          <a:ln>
                            <a:noFill/>
                          </a:ln>
                          <a:solidFill>
                            <a:prstClr val="white"/>
                          </a:solidFill>
                          <a:effectLst/>
                          <a:uLnTx/>
                          <a:uFillTx/>
                          <a:latin typeface="Calibri" panose="020F0502020204030204"/>
                          <a:ea typeface="+mn-ea"/>
                          <a:cs typeface="+mn-cs"/>
                        </a:rPr>
                        <a:t>Session 5</a:t>
                      </a:r>
                      <a:endParaRPr lang="en-US" sz="1050" dirty="0"/>
                    </a:p>
                  </a:txBody>
                  <a:tcPr>
                    <a:solidFill>
                      <a:schemeClr val="tx1"/>
                    </a:solidFill>
                  </a:tcPr>
                </a:tc>
                <a:tc>
                  <a:txBody>
                    <a:bodyPr/>
                    <a:lstStyle/>
                    <a:p>
                      <a:pPr algn="ctr"/>
                      <a:r>
                        <a:rPr kumimoji="0" lang="en-US" sz="1050" b="1" i="0" u="none" strike="noStrike" kern="1200" cap="none" spc="0" normalizeH="0" baseline="0" noProof="0" dirty="0">
                          <a:ln>
                            <a:noFill/>
                          </a:ln>
                          <a:solidFill>
                            <a:prstClr val="white"/>
                          </a:solidFill>
                          <a:effectLst/>
                          <a:uLnTx/>
                          <a:uFillTx/>
                          <a:latin typeface="Calibri" panose="020F0502020204030204"/>
                          <a:ea typeface="+mn-ea"/>
                          <a:cs typeface="+mn-cs"/>
                        </a:rPr>
                        <a:t>Session 6</a:t>
                      </a:r>
                      <a:endParaRPr lang="en-US" sz="1050" dirty="0"/>
                    </a:p>
                  </a:txBody>
                  <a:tcPr>
                    <a:solidFill>
                      <a:schemeClr val="tx1"/>
                    </a:solidFill>
                  </a:tcPr>
                </a:tc>
                <a:tc>
                  <a:txBody>
                    <a:bodyPr/>
                    <a:lstStyle/>
                    <a:p>
                      <a:pPr algn="ctr"/>
                      <a:r>
                        <a:rPr kumimoji="0" lang="en-US" sz="1050" b="1" i="0" u="none" strike="noStrike" kern="1200" cap="none" spc="0" normalizeH="0" baseline="0" noProof="0" dirty="0">
                          <a:ln>
                            <a:noFill/>
                          </a:ln>
                          <a:solidFill>
                            <a:prstClr val="white"/>
                          </a:solidFill>
                          <a:effectLst/>
                          <a:uLnTx/>
                          <a:uFillTx/>
                          <a:latin typeface="Calibri" panose="020F0502020204030204"/>
                          <a:ea typeface="+mn-ea"/>
                          <a:cs typeface="+mn-cs"/>
                        </a:rPr>
                        <a:t>Session 7</a:t>
                      </a:r>
                      <a:endParaRPr lang="en-US" sz="1050" dirty="0"/>
                    </a:p>
                  </a:txBody>
                  <a:tcPr>
                    <a:solidFill>
                      <a:schemeClr val="tx1"/>
                    </a:solidFill>
                  </a:tcPr>
                </a:tc>
                <a:tc>
                  <a:txBody>
                    <a:bodyPr/>
                    <a:lstStyle/>
                    <a:p>
                      <a:pPr algn="ctr"/>
                      <a:r>
                        <a:rPr kumimoji="0" lang="en-US" sz="1050" b="1" i="0" u="none" strike="noStrike" kern="1200" cap="none" spc="0" normalizeH="0" baseline="0" noProof="0" dirty="0">
                          <a:ln>
                            <a:noFill/>
                          </a:ln>
                          <a:solidFill>
                            <a:prstClr val="white"/>
                          </a:solidFill>
                          <a:effectLst/>
                          <a:uLnTx/>
                          <a:uFillTx/>
                          <a:latin typeface="Calibri" panose="020F0502020204030204"/>
                          <a:ea typeface="+mn-ea"/>
                          <a:cs typeface="+mn-cs"/>
                        </a:rPr>
                        <a:t>Session 8</a:t>
                      </a:r>
                      <a:endParaRPr lang="en-US" sz="1050" dirty="0"/>
                    </a:p>
                  </a:txBody>
                  <a:tcPr>
                    <a:solidFill>
                      <a:schemeClr val="tx1"/>
                    </a:solidFill>
                  </a:tcPr>
                </a:tc>
                <a:tc>
                  <a:txBody>
                    <a:bodyPr/>
                    <a:lstStyle/>
                    <a:p>
                      <a:pPr algn="ctr"/>
                      <a:r>
                        <a:rPr kumimoji="0" lang="en-US" sz="1050" b="1" i="0" u="none" strike="noStrike" kern="1200" cap="none" spc="0" normalizeH="0" baseline="0" noProof="0" dirty="0">
                          <a:ln>
                            <a:noFill/>
                          </a:ln>
                          <a:solidFill>
                            <a:prstClr val="white"/>
                          </a:solidFill>
                          <a:effectLst/>
                          <a:uLnTx/>
                          <a:uFillTx/>
                          <a:latin typeface="Calibri" panose="020F0502020204030204"/>
                          <a:ea typeface="+mn-ea"/>
                          <a:cs typeface="+mn-cs"/>
                        </a:rPr>
                        <a:t>Session 9</a:t>
                      </a:r>
                      <a:endParaRPr lang="en-US" sz="1050" dirty="0"/>
                    </a:p>
                  </a:txBody>
                  <a:tcPr>
                    <a:solidFill>
                      <a:schemeClr val="tx1"/>
                    </a:solidFill>
                  </a:tcPr>
                </a:tc>
                <a:extLst>
                  <a:ext uri="{0D108BD9-81ED-4DB2-BD59-A6C34878D82A}">
                    <a16:rowId xmlns:a16="http://schemas.microsoft.com/office/drawing/2014/main" val="4076229127"/>
                  </a:ext>
                </a:extLst>
              </a:tr>
              <a:tr h="281611">
                <a:tc>
                  <a:txBody>
                    <a:bodyPr/>
                    <a:lstStyle/>
                    <a:p>
                      <a:pPr algn="ctr"/>
                      <a:endParaRPr lang="en-US" sz="1200" dirty="0">
                        <a:solidFill>
                          <a:schemeClr val="tx1"/>
                        </a:solidFill>
                      </a:endParaRPr>
                    </a:p>
                  </a:txBody>
                  <a:tcPr anchor="ct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extLst>
                  <a:ext uri="{0D108BD9-81ED-4DB2-BD59-A6C34878D82A}">
                    <a16:rowId xmlns:a16="http://schemas.microsoft.com/office/drawing/2014/main" val="1456946727"/>
                  </a:ext>
                </a:extLst>
              </a:tr>
              <a:tr h="645829">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Practice A</a:t>
                      </a:r>
                    </a:p>
                  </a:txBody>
                  <a:tcPr anchor="ctr">
                    <a:solidFill>
                      <a:srgbClr val="FFFF00"/>
                    </a:solidFill>
                  </a:tcPr>
                </a:tc>
                <a:tc>
                  <a:txBody>
                    <a:bodyPr/>
                    <a:lstStyle/>
                    <a:p>
                      <a:endParaRPr lang="en-US" sz="1200" dirty="0"/>
                    </a:p>
                  </a:txBody>
                  <a:tcPr>
                    <a:solidFill>
                      <a:schemeClr val="bg1">
                        <a:lumMod val="85000"/>
                      </a:schemeClr>
                    </a:solidFill>
                  </a:tcPr>
                </a:tc>
                <a:tc>
                  <a:txBody>
                    <a:bodyPr/>
                    <a:lstStyle/>
                    <a:p>
                      <a:endParaRPr lang="en-US" sz="1200" dirty="0"/>
                    </a:p>
                  </a:txBody>
                  <a:tcPr>
                    <a:solidFill>
                      <a:schemeClr val="bg1">
                        <a:lumMod val="85000"/>
                      </a:schemeClr>
                    </a:solidFill>
                  </a:tcPr>
                </a:tc>
                <a:tc>
                  <a:txBody>
                    <a:bodyPr/>
                    <a:lstStyle/>
                    <a:p>
                      <a:endParaRPr lang="en-US" sz="1200" dirty="0"/>
                    </a:p>
                  </a:txBody>
                  <a:tcPr>
                    <a:solidFill>
                      <a:schemeClr val="bg1">
                        <a:lumMod val="85000"/>
                      </a:schemeClr>
                    </a:solidFill>
                  </a:tcPr>
                </a:tc>
                <a:tc>
                  <a:txBody>
                    <a:bodyPr/>
                    <a:lstStyle/>
                    <a:p>
                      <a:endParaRPr lang="en-US" sz="1200" dirty="0"/>
                    </a:p>
                  </a:txBody>
                  <a:tcPr>
                    <a:noFill/>
                  </a:tcPr>
                </a:tc>
                <a:tc>
                  <a:txBody>
                    <a:bodyPr/>
                    <a:lstStyle/>
                    <a:p>
                      <a:endParaRPr lang="en-US" sz="1200" dirty="0"/>
                    </a:p>
                  </a:txBody>
                  <a:tcPr>
                    <a:no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dirty="0"/>
                    </a:p>
                  </a:txBody>
                  <a:tcPr>
                    <a:solidFill>
                      <a:schemeClr val="bg1"/>
                    </a:solidFill>
                  </a:tcPr>
                </a:tc>
                <a:tc>
                  <a:txBody>
                    <a:bodyPr/>
                    <a:lstStyle/>
                    <a:p>
                      <a:endParaRPr lang="en-US" sz="1200"/>
                    </a:p>
                  </a:txBody>
                  <a:tcPr>
                    <a:solidFill>
                      <a:schemeClr val="bg1"/>
                    </a:solidFill>
                  </a:tcPr>
                </a:tc>
                <a:extLst>
                  <a:ext uri="{0D108BD9-81ED-4DB2-BD59-A6C34878D82A}">
                    <a16:rowId xmlns:a16="http://schemas.microsoft.com/office/drawing/2014/main" val="55005126"/>
                  </a:ext>
                </a:extLst>
              </a:tr>
              <a:tr h="281611">
                <a:tc vMerge="1">
                  <a:txBody>
                    <a:bodyPr/>
                    <a:lstStyle/>
                    <a:p>
                      <a:pPr algn="ctr"/>
                      <a:endParaRPr lang="en-US" dirty="0">
                        <a:solidFill>
                          <a:schemeClr val="tx1"/>
                        </a:solidFill>
                      </a:endParaRPr>
                    </a:p>
                  </a:txBody>
                  <a:tcPr anchor="ct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tc>
                  <a:txBody>
                    <a:bodyPr/>
                    <a:lstStyle/>
                    <a:p>
                      <a:endParaRPr lang="en-US" sz="1200"/>
                    </a:p>
                  </a:txBody>
                  <a:tcPr>
                    <a:solidFill>
                      <a:schemeClr val="bg1"/>
                    </a:solidFill>
                  </a:tcPr>
                </a:tc>
                <a:tc>
                  <a:txBody>
                    <a:bodyPr/>
                    <a:lstStyle/>
                    <a:p>
                      <a:endParaRPr lang="en-US" sz="1200" dirty="0"/>
                    </a:p>
                  </a:txBody>
                  <a:tcPr>
                    <a:noFill/>
                  </a:tcPr>
                </a:tc>
                <a:tc>
                  <a:txBody>
                    <a:bodyPr/>
                    <a:lstStyle/>
                    <a:p>
                      <a:endParaRPr lang="en-US" sz="1200"/>
                    </a:p>
                  </a:txBody>
                  <a:tcPr>
                    <a:no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tc>
                  <a:txBody>
                    <a:bodyPr/>
                    <a:lstStyle/>
                    <a:p>
                      <a:endParaRPr lang="en-US" sz="1200"/>
                    </a:p>
                  </a:txBody>
                  <a:tcPr>
                    <a:solidFill>
                      <a:schemeClr val="bg1"/>
                    </a:solidFill>
                  </a:tcPr>
                </a:tc>
                <a:extLst>
                  <a:ext uri="{0D108BD9-81ED-4DB2-BD59-A6C34878D82A}">
                    <a16:rowId xmlns:a16="http://schemas.microsoft.com/office/drawing/2014/main" val="3645593550"/>
                  </a:ext>
                </a:extLst>
              </a:tr>
              <a:tr h="645829">
                <a:tc vMerge="1">
                  <a:txBody>
                    <a:bodyPr/>
                    <a:lstStyle/>
                    <a:p>
                      <a:pPr algn="ctr"/>
                      <a:r>
                        <a:rPr lang="en-US" dirty="0">
                          <a:solidFill>
                            <a:schemeClr val="tx1"/>
                          </a:solidFill>
                        </a:rPr>
                        <a:t>Practice B</a:t>
                      </a:r>
                    </a:p>
                  </a:txBody>
                  <a:tcPr anchor="ctr">
                    <a:solidFill>
                      <a:srgbClr val="FF00FF"/>
                    </a:solidFill>
                  </a:tcPr>
                </a:tc>
                <a:tc>
                  <a:txBody>
                    <a:bodyPr/>
                    <a:lstStyle/>
                    <a:p>
                      <a:endParaRPr lang="en-US" sz="1200" dirty="0"/>
                    </a:p>
                  </a:txBody>
                  <a:tcPr>
                    <a:solidFill>
                      <a:schemeClr val="accent1">
                        <a:lumMod val="20000"/>
                        <a:lumOff val="80000"/>
                      </a:schemeClr>
                    </a:solidFill>
                  </a:tcPr>
                </a:tc>
                <a:tc>
                  <a:txBody>
                    <a:bodyPr/>
                    <a:lstStyle/>
                    <a:p>
                      <a:endParaRPr lang="en-US" sz="1200" dirty="0"/>
                    </a:p>
                  </a:txBody>
                  <a:tcPr>
                    <a:solidFill>
                      <a:schemeClr val="accent1">
                        <a:lumMod val="20000"/>
                        <a:lumOff val="80000"/>
                      </a:schemeClr>
                    </a:solidFill>
                  </a:tcPr>
                </a:tc>
                <a:tc>
                  <a:txBody>
                    <a:bodyPr/>
                    <a:lstStyle/>
                    <a:p>
                      <a:endParaRPr lang="en-US" sz="1200" dirty="0"/>
                    </a:p>
                  </a:txBody>
                  <a:tcPr>
                    <a:solidFill>
                      <a:schemeClr val="accent1">
                        <a:lumMod val="20000"/>
                        <a:lumOff val="80000"/>
                      </a:schemeClr>
                    </a:solidFill>
                  </a:tcPr>
                </a:tc>
                <a:tc>
                  <a:txBody>
                    <a:bodyPr/>
                    <a:lstStyle/>
                    <a:p>
                      <a:endParaRPr lang="en-US" sz="1200" dirty="0"/>
                    </a:p>
                  </a:txBody>
                  <a:tcPr>
                    <a:solidFill>
                      <a:schemeClr val="accent1">
                        <a:lumMod val="20000"/>
                        <a:lumOff val="80000"/>
                      </a:schemeClr>
                    </a:solidFill>
                  </a:tcPr>
                </a:tc>
                <a:tc>
                  <a:txBody>
                    <a:bodyPr/>
                    <a:lstStyle/>
                    <a:p>
                      <a:endParaRPr lang="en-US" sz="1200" dirty="0"/>
                    </a:p>
                  </a:txBody>
                  <a:tcPr>
                    <a:solidFill>
                      <a:schemeClr val="accent1">
                        <a:lumMod val="20000"/>
                        <a:lumOff val="80000"/>
                      </a:schemeClr>
                    </a:solidFill>
                  </a:tcPr>
                </a:tc>
                <a:tc>
                  <a:txBody>
                    <a:bodyPr/>
                    <a:lstStyle/>
                    <a:p>
                      <a:endParaRPr lang="en-US" sz="1200" dirty="0"/>
                    </a:p>
                  </a:txBody>
                  <a:tcPr>
                    <a:solidFill>
                      <a:schemeClr val="accent1">
                        <a:lumMod val="20000"/>
                        <a:lumOff val="80000"/>
                      </a:schemeClr>
                    </a:solidFill>
                  </a:tcPr>
                </a:tc>
                <a:tc>
                  <a:txBody>
                    <a:bodyPr/>
                    <a:lstStyle/>
                    <a:p>
                      <a:endParaRPr lang="en-US" sz="1200" dirty="0"/>
                    </a:p>
                  </a:txBody>
                  <a:tcPr>
                    <a:noFill/>
                  </a:tcPr>
                </a:tc>
                <a:tc>
                  <a:txBody>
                    <a:bodyPr/>
                    <a:lstStyle/>
                    <a:p>
                      <a:endParaRPr lang="en-US" sz="1200" dirty="0"/>
                    </a:p>
                  </a:txBody>
                  <a:tcPr>
                    <a:noFill/>
                  </a:tcPr>
                </a:tc>
                <a:tc>
                  <a:txBody>
                    <a:bodyPr/>
                    <a:lstStyle/>
                    <a:p>
                      <a:endParaRPr lang="en-US" sz="1200" dirty="0"/>
                    </a:p>
                  </a:txBody>
                  <a:tcPr>
                    <a:noFill/>
                  </a:tcPr>
                </a:tc>
                <a:extLst>
                  <a:ext uri="{0D108BD9-81ED-4DB2-BD59-A6C34878D82A}">
                    <a16:rowId xmlns:a16="http://schemas.microsoft.com/office/drawing/2014/main" val="1799357627"/>
                  </a:ext>
                </a:extLst>
              </a:tr>
              <a:tr h="281611">
                <a:tc vMerge="1">
                  <a:txBody>
                    <a:bodyPr/>
                    <a:lstStyle/>
                    <a:p>
                      <a:pPr algn="ctr"/>
                      <a:endParaRPr lang="en-US" dirty="0">
                        <a:solidFill>
                          <a:schemeClr val="tx1"/>
                        </a:solidFill>
                      </a:endParaRPr>
                    </a:p>
                  </a:txBody>
                  <a:tcPr anchor="ctr">
                    <a:solidFill>
                      <a:schemeClr val="bg1"/>
                    </a:solidFill>
                  </a:tcPr>
                </a:tc>
                <a:tc>
                  <a:txBody>
                    <a:bodyPr/>
                    <a:lstStyle/>
                    <a:p>
                      <a:endParaRPr lang="en-US" sz="1200" dirty="0"/>
                    </a:p>
                  </a:txBody>
                  <a:tcPr>
                    <a:solidFill>
                      <a:schemeClr val="bg1"/>
                    </a:solidFill>
                  </a:tcPr>
                </a:tc>
                <a:tc>
                  <a:txBody>
                    <a:bodyPr/>
                    <a:lstStyle/>
                    <a:p>
                      <a:endParaRPr lang="en-US" sz="1200" dirty="0"/>
                    </a:p>
                  </a:txBody>
                  <a:tcPr>
                    <a:noFill/>
                  </a:tcPr>
                </a:tc>
                <a:tc>
                  <a:txBody>
                    <a:bodyPr/>
                    <a:lstStyle/>
                    <a:p>
                      <a:endParaRPr lang="en-US" sz="1200"/>
                    </a:p>
                  </a:txBody>
                  <a:tcPr>
                    <a:noFill/>
                  </a:tcPr>
                </a:tc>
                <a:tc>
                  <a:txBody>
                    <a:bodyPr/>
                    <a:lstStyle/>
                    <a:p>
                      <a:endParaRPr lang="en-US" sz="1200" dirty="0"/>
                    </a:p>
                  </a:txBody>
                  <a:tcPr>
                    <a:noFill/>
                  </a:tcPr>
                </a:tc>
                <a:tc>
                  <a:txBody>
                    <a:bodyPr/>
                    <a:lstStyle/>
                    <a:p>
                      <a:endParaRPr lang="en-US" sz="1200" dirty="0"/>
                    </a:p>
                  </a:txBody>
                  <a:tcPr>
                    <a:no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tc>
                  <a:txBody>
                    <a:bodyPr/>
                    <a:lstStyle/>
                    <a:p>
                      <a:endParaRPr lang="en-US" sz="1200"/>
                    </a:p>
                  </a:txBody>
                  <a:tcPr>
                    <a:solidFill>
                      <a:schemeClr val="bg1"/>
                    </a:solidFill>
                  </a:tcPr>
                </a:tc>
                <a:extLst>
                  <a:ext uri="{0D108BD9-81ED-4DB2-BD59-A6C34878D82A}">
                    <a16:rowId xmlns:a16="http://schemas.microsoft.com/office/drawing/2014/main" val="1383614597"/>
                  </a:ext>
                </a:extLst>
              </a:tr>
              <a:tr h="645829">
                <a:tc vMerge="1">
                  <a:txBody>
                    <a:bodyPr/>
                    <a:lstStyle/>
                    <a:p>
                      <a:pPr algn="ctr"/>
                      <a:r>
                        <a:rPr lang="en-US" dirty="0">
                          <a:solidFill>
                            <a:schemeClr val="tx1"/>
                          </a:solidFill>
                        </a:rPr>
                        <a:t>Practice C</a:t>
                      </a:r>
                    </a:p>
                  </a:txBody>
                  <a:tcPr anchor="ctr">
                    <a:solidFill>
                      <a:srgbClr val="FFC000"/>
                    </a:solidFill>
                  </a:tcPr>
                </a:tc>
                <a:tc>
                  <a:txBody>
                    <a:bodyPr/>
                    <a:lstStyle/>
                    <a:p>
                      <a:endParaRPr lang="en-US" sz="1200" dirty="0"/>
                    </a:p>
                  </a:txBody>
                  <a:tcPr>
                    <a:solidFill>
                      <a:schemeClr val="accent6">
                        <a:lumMod val="20000"/>
                        <a:lumOff val="80000"/>
                      </a:schemeClr>
                    </a:solidFill>
                  </a:tcPr>
                </a:tc>
                <a:tc>
                  <a:txBody>
                    <a:bodyPr/>
                    <a:lstStyle/>
                    <a:p>
                      <a:endParaRPr lang="en-US" sz="1200" dirty="0"/>
                    </a:p>
                  </a:txBody>
                  <a:tcPr>
                    <a:solidFill>
                      <a:schemeClr val="accent6">
                        <a:lumMod val="20000"/>
                        <a:lumOff val="80000"/>
                      </a:schemeClr>
                    </a:solidFill>
                  </a:tcPr>
                </a:tc>
                <a:tc>
                  <a:txBody>
                    <a:bodyPr/>
                    <a:lstStyle/>
                    <a:p>
                      <a:endParaRPr lang="en-US" sz="1200" dirty="0"/>
                    </a:p>
                  </a:txBody>
                  <a:tcPr>
                    <a:solidFill>
                      <a:schemeClr val="accent6">
                        <a:lumMod val="20000"/>
                        <a:lumOff val="80000"/>
                      </a:schemeClr>
                    </a:solidFill>
                  </a:tcPr>
                </a:tc>
                <a:tc>
                  <a:txBody>
                    <a:bodyPr/>
                    <a:lstStyle/>
                    <a:p>
                      <a:endParaRPr lang="en-US" sz="1200" dirty="0"/>
                    </a:p>
                  </a:txBody>
                  <a:tcPr>
                    <a:solidFill>
                      <a:schemeClr val="accent6">
                        <a:lumMod val="20000"/>
                        <a:lumOff val="80000"/>
                      </a:schemeClr>
                    </a:solidFill>
                  </a:tcPr>
                </a:tc>
                <a:tc>
                  <a:txBody>
                    <a:bodyPr/>
                    <a:lstStyle/>
                    <a:p>
                      <a:endParaRPr lang="en-US" sz="1200" dirty="0"/>
                    </a:p>
                  </a:txBody>
                  <a:tcPr>
                    <a:solidFill>
                      <a:schemeClr val="accent6">
                        <a:lumMod val="20000"/>
                        <a:lumOff val="80000"/>
                      </a:schemeClr>
                    </a:solidFill>
                  </a:tcPr>
                </a:tc>
                <a:tc>
                  <a:txBody>
                    <a:bodyPr/>
                    <a:lstStyle/>
                    <a:p>
                      <a:endParaRPr lang="en-US" sz="1200" dirty="0"/>
                    </a:p>
                  </a:txBody>
                  <a:tcPr>
                    <a:solidFill>
                      <a:schemeClr val="accent6">
                        <a:lumMod val="20000"/>
                        <a:lumOff val="80000"/>
                      </a:schemeClr>
                    </a:solidFill>
                  </a:tcPr>
                </a:tc>
                <a:tc>
                  <a:txBody>
                    <a:bodyPr/>
                    <a:lstStyle/>
                    <a:p>
                      <a:endParaRPr lang="en-US" sz="1200" dirty="0"/>
                    </a:p>
                  </a:txBody>
                  <a:tcPr>
                    <a:solidFill>
                      <a:schemeClr val="accent6">
                        <a:lumMod val="20000"/>
                        <a:lumOff val="80000"/>
                      </a:schemeClr>
                    </a:solidFill>
                  </a:tcPr>
                </a:tc>
                <a:tc>
                  <a:txBody>
                    <a:bodyPr/>
                    <a:lstStyle/>
                    <a:p>
                      <a:endParaRPr lang="en-US" sz="1200" dirty="0"/>
                    </a:p>
                  </a:txBody>
                  <a:tcPr>
                    <a:solidFill>
                      <a:schemeClr val="accent6">
                        <a:lumMod val="20000"/>
                        <a:lumOff val="80000"/>
                      </a:schemeClr>
                    </a:solidFill>
                  </a:tcPr>
                </a:tc>
                <a:tc>
                  <a:txBody>
                    <a:bodyPr/>
                    <a:lstStyle/>
                    <a:p>
                      <a:endParaRPr lang="en-US" sz="1200" dirty="0"/>
                    </a:p>
                  </a:txBody>
                  <a:tcPr>
                    <a:solidFill>
                      <a:schemeClr val="accent6">
                        <a:lumMod val="20000"/>
                        <a:lumOff val="80000"/>
                      </a:schemeClr>
                    </a:solidFill>
                  </a:tcPr>
                </a:tc>
                <a:extLst>
                  <a:ext uri="{0D108BD9-81ED-4DB2-BD59-A6C34878D82A}">
                    <a16:rowId xmlns:a16="http://schemas.microsoft.com/office/drawing/2014/main" val="893293149"/>
                  </a:ext>
                </a:extLst>
              </a:tr>
            </a:tbl>
          </a:graphicData>
        </a:graphic>
      </p:graphicFrame>
      <p:pic>
        <p:nvPicPr>
          <p:cNvPr id="7" name="Elemento grafico 6" descr="Freccia: leggera curva con riempimento a tinta unita">
            <a:extLst>
              <a:ext uri="{FF2B5EF4-FFF2-40B4-BE49-F238E27FC236}">
                <a16:creationId xmlns:a16="http://schemas.microsoft.com/office/drawing/2014/main" id="{5A499E31-8AFC-98B2-1AF7-615BD3BBD30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670070" flipV="1">
            <a:off x="3820678" y="2693355"/>
            <a:ext cx="704609" cy="846017"/>
          </a:xfrm>
          <a:prstGeom prst="rect">
            <a:avLst/>
          </a:prstGeom>
        </p:spPr>
      </p:pic>
      <p:pic>
        <p:nvPicPr>
          <p:cNvPr id="8" name="Elemento grafico 7" descr="Freccia: leggera curva con riempimento a tinta unita">
            <a:extLst>
              <a:ext uri="{FF2B5EF4-FFF2-40B4-BE49-F238E27FC236}">
                <a16:creationId xmlns:a16="http://schemas.microsoft.com/office/drawing/2014/main" id="{157AB9A6-B45C-30CF-B557-E0FD39CBF9D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670070" flipV="1">
            <a:off x="6042671" y="3618643"/>
            <a:ext cx="704609" cy="846017"/>
          </a:xfrm>
          <a:prstGeom prst="rect">
            <a:avLst/>
          </a:prstGeom>
        </p:spPr>
      </p:pic>
      <p:sp>
        <p:nvSpPr>
          <p:cNvPr id="9" name="Segnaposto contenuto 2">
            <a:extLst>
              <a:ext uri="{FF2B5EF4-FFF2-40B4-BE49-F238E27FC236}">
                <a16:creationId xmlns:a16="http://schemas.microsoft.com/office/drawing/2014/main" id="{34F8FC2E-CDA8-723B-598A-22A016F4D173}"/>
              </a:ext>
            </a:extLst>
          </p:cNvPr>
          <p:cNvSpPr txBox="1">
            <a:spLocks/>
          </p:cNvSpPr>
          <p:nvPr/>
        </p:nvSpPr>
        <p:spPr>
          <a:xfrm>
            <a:off x="4218061" y="2420660"/>
            <a:ext cx="2510302" cy="685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100" dirty="0"/>
              <a:t>When show &amp; hope activities are  over or enough, members can join the subgroup of next level</a:t>
            </a:r>
          </a:p>
        </p:txBody>
      </p:sp>
      <p:sp>
        <p:nvSpPr>
          <p:cNvPr id="11" name="Segnaposto contenuto 2">
            <a:extLst>
              <a:ext uri="{FF2B5EF4-FFF2-40B4-BE49-F238E27FC236}">
                <a16:creationId xmlns:a16="http://schemas.microsoft.com/office/drawing/2014/main" id="{9A066559-7CEC-4B3D-AC18-CE6F34E1675F}"/>
              </a:ext>
            </a:extLst>
          </p:cNvPr>
          <p:cNvSpPr txBox="1">
            <a:spLocks/>
          </p:cNvSpPr>
          <p:nvPr/>
        </p:nvSpPr>
        <p:spPr>
          <a:xfrm>
            <a:off x="6642843" y="3637576"/>
            <a:ext cx="2290845" cy="685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100" dirty="0"/>
              <a:t>When train &amp; hope activities are  over or enough, members can join the subgroup of next level</a:t>
            </a:r>
          </a:p>
        </p:txBody>
      </p:sp>
      <p:sp>
        <p:nvSpPr>
          <p:cNvPr id="14" name="Segnaposto contenuto 2">
            <a:extLst>
              <a:ext uri="{FF2B5EF4-FFF2-40B4-BE49-F238E27FC236}">
                <a16:creationId xmlns:a16="http://schemas.microsoft.com/office/drawing/2014/main" id="{F8BC9123-0281-3069-7FA2-4411AEDCA393}"/>
              </a:ext>
            </a:extLst>
          </p:cNvPr>
          <p:cNvSpPr txBox="1">
            <a:spLocks/>
          </p:cNvSpPr>
          <p:nvPr/>
        </p:nvSpPr>
        <p:spPr>
          <a:xfrm>
            <a:off x="958818" y="5637728"/>
            <a:ext cx="1261723" cy="5893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dirty="0"/>
              <a:t>Subgroup selection</a:t>
            </a:r>
          </a:p>
        </p:txBody>
      </p:sp>
      <p:sp>
        <p:nvSpPr>
          <p:cNvPr id="15" name="Triangolo isoscele 14">
            <a:extLst>
              <a:ext uri="{FF2B5EF4-FFF2-40B4-BE49-F238E27FC236}">
                <a16:creationId xmlns:a16="http://schemas.microsoft.com/office/drawing/2014/main" id="{7B50852B-25B6-6CD9-0465-6307572153F2}"/>
              </a:ext>
            </a:extLst>
          </p:cNvPr>
          <p:cNvSpPr/>
          <p:nvPr/>
        </p:nvSpPr>
        <p:spPr>
          <a:xfrm>
            <a:off x="1427526" y="5002513"/>
            <a:ext cx="324308" cy="27957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Connettore diritto 15">
            <a:extLst>
              <a:ext uri="{FF2B5EF4-FFF2-40B4-BE49-F238E27FC236}">
                <a16:creationId xmlns:a16="http://schemas.microsoft.com/office/drawing/2014/main" id="{D08C0A75-2C14-7DC9-74CF-E56887A0E72A}"/>
              </a:ext>
            </a:extLst>
          </p:cNvPr>
          <p:cNvCxnSpPr>
            <a:cxnSpLocks/>
            <a:stCxn id="15" idx="3"/>
            <a:endCxn id="14" idx="0"/>
          </p:cNvCxnSpPr>
          <p:nvPr/>
        </p:nvCxnSpPr>
        <p:spPr>
          <a:xfrm>
            <a:off x="1589680" y="5282089"/>
            <a:ext cx="0" cy="35563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Segnaposto contenuto 2">
            <a:extLst>
              <a:ext uri="{FF2B5EF4-FFF2-40B4-BE49-F238E27FC236}">
                <a16:creationId xmlns:a16="http://schemas.microsoft.com/office/drawing/2014/main" id="{7173CCFB-0EBB-E513-CBA2-4E00A9B05F59}"/>
              </a:ext>
            </a:extLst>
          </p:cNvPr>
          <p:cNvSpPr txBox="1">
            <a:spLocks/>
          </p:cNvSpPr>
          <p:nvPr/>
        </p:nvSpPr>
        <p:spPr>
          <a:xfrm>
            <a:off x="9291376" y="1261871"/>
            <a:ext cx="2633621" cy="55046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dirty="0"/>
              <a:t>In the “subgroup by level of maturity”, members are split in subgroups by level of activities. </a:t>
            </a:r>
          </a:p>
          <a:p>
            <a:pPr marL="0" indent="0">
              <a:buFont typeface="Arial" panose="020B0604020202020204" pitchFamily="34" charset="0"/>
              <a:buNone/>
            </a:pPr>
            <a:r>
              <a:rPr lang="en-US" sz="1000" b="1" dirty="0"/>
              <a:t>Advantages</a:t>
            </a:r>
            <a:r>
              <a:rPr lang="en-US" sz="1000" dirty="0"/>
              <a:t> :</a:t>
            </a:r>
          </a:p>
          <a:p>
            <a:pPr>
              <a:buClr>
                <a:schemeClr val="accent6"/>
              </a:buClr>
              <a:buSzPct val="150000"/>
              <a:buFont typeface="Avenir Next LT Pro" panose="020B0504020202020204" pitchFamily="34" charset="0"/>
              <a:buChar char="+"/>
            </a:pPr>
            <a:r>
              <a:rPr lang="en-US" sz="1000" dirty="0"/>
              <a:t>Members can spend time with others from their level, with less pressure to go faster or to slow down</a:t>
            </a:r>
          </a:p>
          <a:p>
            <a:pPr>
              <a:buClr>
                <a:schemeClr val="accent6"/>
              </a:buClr>
              <a:buSzPct val="150000"/>
              <a:buFont typeface="Avenir Next LT Pro" panose="020B0504020202020204" pitchFamily="34" charset="0"/>
              <a:buChar char="+"/>
            </a:pPr>
            <a:r>
              <a:rPr lang="en-US" sz="1000" dirty="0"/>
              <a:t>More advanced members do not have to wait for activities adapted to their level</a:t>
            </a:r>
          </a:p>
          <a:p>
            <a:pPr>
              <a:buClr>
                <a:schemeClr val="accent6"/>
              </a:buClr>
              <a:buSzPct val="150000"/>
              <a:buFont typeface="Avenir Next LT Pro" panose="020B0504020202020204" pitchFamily="34" charset="0"/>
              <a:buChar char="+"/>
            </a:pPr>
            <a:r>
              <a:rPr lang="en-US" sz="1000" dirty="0"/>
              <a:t>A same practice can be performed progressively</a:t>
            </a:r>
          </a:p>
          <a:p>
            <a:pPr marL="0" indent="0">
              <a:buFont typeface="Arial" panose="020B0604020202020204" pitchFamily="34" charset="0"/>
              <a:buNone/>
            </a:pPr>
            <a:r>
              <a:rPr lang="en-US" sz="1000" b="1" dirty="0"/>
              <a:t>Drawbacks</a:t>
            </a:r>
            <a:r>
              <a:rPr lang="en-US" sz="1000" dirty="0"/>
              <a:t> :</a:t>
            </a:r>
          </a:p>
          <a:p>
            <a:pPr>
              <a:buClr>
                <a:srgbClr val="FF0000"/>
              </a:buClr>
              <a:buSzPct val="150000"/>
              <a:buFont typeface="Avenir Next LT Pro" panose="020B0504020202020204" pitchFamily="34" charset="0"/>
              <a:buChar char="-"/>
            </a:pPr>
            <a:r>
              <a:rPr lang="en-US" sz="1000" dirty="0"/>
              <a:t>Members of different levels spend less time together</a:t>
            </a:r>
          </a:p>
          <a:p>
            <a:pPr>
              <a:buClr>
                <a:srgbClr val="FF0000"/>
              </a:buClr>
              <a:buSzPct val="150000"/>
              <a:buFont typeface="Avenir Next LT Pro" panose="020B0504020202020204" pitchFamily="34" charset="0"/>
              <a:buChar char="-"/>
            </a:pPr>
            <a:r>
              <a:rPr lang="en-US" sz="1000" dirty="0"/>
              <a:t>Pattern need more contributors, with continuous endeavor. Especially if goal is to work on more than one practice.</a:t>
            </a:r>
          </a:p>
          <a:p>
            <a:pPr>
              <a:buClr>
                <a:srgbClr val="FF0000"/>
              </a:buClr>
              <a:buSzPct val="150000"/>
              <a:buFont typeface="Avenir Next LT Pro" panose="020B0504020202020204" pitchFamily="34" charset="0"/>
              <a:buChar char="-"/>
            </a:pPr>
            <a:r>
              <a:rPr lang="en-US" sz="1000" dirty="0"/>
              <a:t>Either practice one practice for a long time (and wait for the others) or leave less time for more beginner practitioners to join.</a:t>
            </a:r>
          </a:p>
          <a:p>
            <a:pPr marL="0" indent="0">
              <a:buClr>
                <a:srgbClr val="FF0000"/>
              </a:buClr>
              <a:buSzPct val="150000"/>
              <a:buNone/>
            </a:pPr>
            <a:r>
              <a:rPr lang="en-US" sz="1000" b="1" dirty="0"/>
              <a:t>Favorable conditions for this pattern</a:t>
            </a:r>
            <a:r>
              <a:rPr lang="en-US" sz="1000" dirty="0"/>
              <a:t>:</a:t>
            </a:r>
          </a:p>
          <a:p>
            <a:pPr>
              <a:buClr>
                <a:schemeClr val="accent2"/>
              </a:buClr>
              <a:buSzPct val="150000"/>
              <a:buFont typeface="Avenir Next LT Pro" panose="020B0504020202020204" pitchFamily="34" charset="0"/>
              <a:buChar char="&gt;"/>
            </a:pPr>
            <a:r>
              <a:rPr lang="en-US" sz="1000" dirty="0"/>
              <a:t> Practice “train &amp; support on field” activities take much more time than “show and hope activities”</a:t>
            </a:r>
          </a:p>
          <a:p>
            <a:pPr>
              <a:buClr>
                <a:schemeClr val="accent2"/>
              </a:buClr>
              <a:buSzPct val="150000"/>
              <a:buFont typeface="Avenir Next LT Pro" panose="020B0504020202020204" pitchFamily="34" charset="0"/>
              <a:buChar char="&gt;"/>
            </a:pPr>
            <a:r>
              <a:rPr lang="en-US" sz="1000" dirty="0"/>
              <a:t>One strong practice is chosen over the others</a:t>
            </a:r>
          </a:p>
        </p:txBody>
      </p:sp>
    </p:spTree>
    <p:extLst>
      <p:ext uri="{BB962C8B-B14F-4D97-AF65-F5344CB8AC3E}">
        <p14:creationId xmlns:p14="http://schemas.microsoft.com/office/powerpoint/2010/main" val="10315322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0204D37-18E2-E163-F404-8BAC07DFF7EB}"/>
              </a:ext>
            </a:extLst>
          </p:cNvPr>
          <p:cNvSpPr>
            <a:spLocks noGrp="1"/>
          </p:cNvSpPr>
          <p:nvPr>
            <p:ph type="title"/>
          </p:nvPr>
        </p:nvSpPr>
        <p:spPr/>
        <p:txBody>
          <a:bodyPr/>
          <a:lstStyle/>
          <a:p>
            <a:r>
              <a:rPr lang="en-US" dirty="0"/>
              <a:t>How to choose a roadmap that fits your Community of practice ?</a:t>
            </a:r>
          </a:p>
        </p:txBody>
      </p:sp>
      <p:sp>
        <p:nvSpPr>
          <p:cNvPr id="3" name="Segnaposto contenuto 2">
            <a:extLst>
              <a:ext uri="{FF2B5EF4-FFF2-40B4-BE49-F238E27FC236}">
                <a16:creationId xmlns:a16="http://schemas.microsoft.com/office/drawing/2014/main" id="{36307D9D-9712-DA7D-17E5-CE2540E37700}"/>
              </a:ext>
            </a:extLst>
          </p:cNvPr>
          <p:cNvSpPr>
            <a:spLocks noGrp="1"/>
          </p:cNvSpPr>
          <p:nvPr>
            <p:ph idx="1"/>
          </p:nvPr>
        </p:nvSpPr>
        <p:spPr>
          <a:xfrm>
            <a:off x="838200" y="2798063"/>
            <a:ext cx="3934968" cy="3694812"/>
          </a:xfrm>
        </p:spPr>
        <p:txBody>
          <a:bodyPr>
            <a:normAutofit/>
          </a:bodyPr>
          <a:lstStyle/>
          <a:p>
            <a:pPr marL="0" indent="0">
              <a:buNone/>
            </a:pPr>
            <a:r>
              <a:rPr lang="en-US" sz="1400" b="1" dirty="0"/>
              <a:t>It is important to remember that</a:t>
            </a:r>
          </a:p>
          <a:p>
            <a:pPr marL="342900" indent="-342900">
              <a:buFont typeface="+mj-lt"/>
              <a:buAutoNum type="arabicPeriod"/>
            </a:pPr>
            <a:r>
              <a:rPr lang="en-US" sz="1400" dirty="0"/>
              <a:t>There is no “perfect pattern” that fit all situations and only have advantages </a:t>
            </a:r>
          </a:p>
          <a:p>
            <a:pPr marL="342900" indent="-342900">
              <a:buFont typeface="+mj-lt"/>
              <a:buAutoNum type="arabicPeriod"/>
            </a:pPr>
            <a:r>
              <a:rPr lang="en-US" sz="1400" dirty="0"/>
              <a:t>With advantages of a pattern come the related drawbacks</a:t>
            </a:r>
          </a:p>
          <a:p>
            <a:pPr marL="342900" indent="-342900">
              <a:buFont typeface="+mj-lt"/>
              <a:buAutoNum type="arabicPeriod"/>
            </a:pPr>
            <a:r>
              <a:rPr lang="en-US" sz="1400" dirty="0"/>
              <a:t>Patterns are just simple theoretical forms that are easier to remember and share. Reality can be less easy.</a:t>
            </a:r>
          </a:p>
          <a:p>
            <a:pPr marL="342900" indent="-342900">
              <a:buFont typeface="+mj-lt"/>
              <a:buAutoNum type="arabicPeriod"/>
            </a:pPr>
            <a:r>
              <a:rPr lang="en-US" sz="1400" dirty="0"/>
              <a:t>Allow yourself to be operationally creative, not for the sake of creativity but in order to find a roadmap that fits your situation: do not limit yourself to listed patterns if none of them bring you satisfaction.</a:t>
            </a:r>
          </a:p>
        </p:txBody>
      </p:sp>
      <p:sp>
        <p:nvSpPr>
          <p:cNvPr id="4" name="Segnaposto contenuto 2">
            <a:extLst>
              <a:ext uri="{FF2B5EF4-FFF2-40B4-BE49-F238E27FC236}">
                <a16:creationId xmlns:a16="http://schemas.microsoft.com/office/drawing/2014/main" id="{0F97F8C3-A762-E727-8D03-91FC6F352946}"/>
              </a:ext>
            </a:extLst>
          </p:cNvPr>
          <p:cNvSpPr txBox="1">
            <a:spLocks/>
          </p:cNvSpPr>
          <p:nvPr/>
        </p:nvSpPr>
        <p:spPr>
          <a:xfrm>
            <a:off x="5129784" y="2798063"/>
            <a:ext cx="6528816" cy="369481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t>What to consider before choosing a pattern </a:t>
            </a:r>
            <a:r>
              <a:rPr lang="en-US" sz="1400" dirty="0"/>
              <a:t>: </a:t>
            </a:r>
          </a:p>
          <a:p>
            <a:pPr marL="0" indent="0">
              <a:buFont typeface="Arial" panose="020B0604020202020204" pitchFamily="34" charset="0"/>
              <a:buNone/>
            </a:pPr>
            <a:r>
              <a:rPr lang="en-US" sz="1400" dirty="0"/>
              <a:t>Here are at least 3 questions to ask yourself before choosing a roadmap pattern</a:t>
            </a:r>
          </a:p>
          <a:p>
            <a:pPr marL="342900" indent="-342900">
              <a:buFont typeface="+mj-lt"/>
              <a:buAutoNum type="arabicPeriod"/>
            </a:pPr>
            <a:r>
              <a:rPr lang="en-US" sz="1400" u="sng" dirty="0"/>
              <a:t>How strong are the choices of practice of your members ?  </a:t>
            </a:r>
            <a:r>
              <a:rPr lang="en-US" sz="1400" dirty="0"/>
              <a:t>The stronger the choices, the less frustration in case of subgroups or in case of practices in series. Weaker choices would need show &amp; hope seasons at least to p</a:t>
            </a:r>
          </a:p>
          <a:p>
            <a:pPr marL="342900" indent="-342900">
              <a:buFont typeface="+mj-lt"/>
              <a:buAutoNum type="arabicPeriod"/>
            </a:pPr>
            <a:r>
              <a:rPr lang="en-US" sz="1400" u="sng" dirty="0"/>
              <a:t>What level of pressure on “first results on-field” ? </a:t>
            </a:r>
            <a:r>
              <a:rPr lang="en-US" sz="1400" dirty="0"/>
              <a:t>A high level of pressure on getting quick wins will push towards practices in series or subgroups. Lower pressure open your choices to more patterns.</a:t>
            </a:r>
          </a:p>
          <a:p>
            <a:pPr marL="342900" indent="-342900">
              <a:buFont typeface="+mj-lt"/>
              <a:buAutoNum type="arabicPeriod"/>
            </a:pPr>
            <a:r>
              <a:rPr lang="en-US" sz="1400" u="sng" dirty="0"/>
              <a:t>On which characteristics are your members very heterogeneous (levels, preferences, …) ? </a:t>
            </a:r>
            <a:r>
              <a:rPr lang="en-US" sz="1400" dirty="0"/>
              <a:t>If your members are very heterogeneous, you have strong pressure either in creating subgroups or in designing activities that exploit heterogeneity while being satisfying for all (difficult to design).</a:t>
            </a:r>
          </a:p>
          <a:p>
            <a:pPr marL="342900" indent="-342900">
              <a:buFont typeface="+mj-lt"/>
              <a:buAutoNum type="arabicPeriod"/>
            </a:pPr>
            <a:r>
              <a:rPr lang="en-US" sz="1400" u="sng" dirty="0"/>
              <a:t>How much time do your contributors need to prepare activities?</a:t>
            </a:r>
            <a:r>
              <a:rPr lang="en-US" sz="1400" dirty="0"/>
              <a:t> Contributors may need time to prepare activities, some might not be available at some timeslots. </a:t>
            </a:r>
          </a:p>
        </p:txBody>
      </p:sp>
      <p:pic>
        <p:nvPicPr>
          <p:cNvPr id="6" name="Elemento grafico 5" descr="Testa con ingranaggi con riempimento a tinta unita">
            <a:extLst>
              <a:ext uri="{FF2B5EF4-FFF2-40B4-BE49-F238E27FC236}">
                <a16:creationId xmlns:a16="http://schemas.microsoft.com/office/drawing/2014/main" id="{E039D7DD-2A2F-7AC2-CDCE-B809968789E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52244" y="1965960"/>
            <a:ext cx="914400" cy="914400"/>
          </a:xfrm>
          <a:prstGeom prst="rect">
            <a:avLst/>
          </a:prstGeom>
        </p:spPr>
      </p:pic>
      <p:pic>
        <p:nvPicPr>
          <p:cNvPr id="7" name="Elemento grafico 6" descr="Appunti parzialmente selezionati con riempimento a tinta unita">
            <a:extLst>
              <a:ext uri="{FF2B5EF4-FFF2-40B4-BE49-F238E27FC236}">
                <a16:creationId xmlns:a16="http://schemas.microsoft.com/office/drawing/2014/main" id="{9E5C7C35-A33A-04D0-51FD-5CF1DC3D9E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64778" y="1754450"/>
            <a:ext cx="1125910" cy="1125910"/>
          </a:xfrm>
          <a:prstGeom prst="rect">
            <a:avLst/>
          </a:prstGeom>
        </p:spPr>
      </p:pic>
    </p:spTree>
    <p:extLst>
      <p:ext uri="{BB962C8B-B14F-4D97-AF65-F5344CB8AC3E}">
        <p14:creationId xmlns:p14="http://schemas.microsoft.com/office/powerpoint/2010/main" val="27467870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5C6F2FF8-FEA8-9E29-FA23-1FDC3C7CDB38}"/>
              </a:ext>
            </a:extLst>
          </p:cNvPr>
          <p:cNvSpPr>
            <a:spLocks noGrp="1"/>
          </p:cNvSpPr>
          <p:nvPr>
            <p:ph type="ctrTitle"/>
          </p:nvPr>
        </p:nvSpPr>
        <p:spPr>
          <a:xfrm>
            <a:off x="7464614" y="1783959"/>
            <a:ext cx="4346386" cy="2889114"/>
          </a:xfrm>
        </p:spPr>
        <p:txBody>
          <a:bodyPr anchor="b">
            <a:normAutofit/>
          </a:bodyPr>
          <a:lstStyle/>
          <a:p>
            <a:pPr algn="l"/>
            <a:r>
              <a:rPr lang="fr-FR" sz="5400">
                <a:solidFill>
                  <a:srgbClr val="5C4E63"/>
                </a:solidFill>
                <a:latin typeface="Avenir Next LT Pro Light" panose="020B0304020202020204" pitchFamily="34" charset="0"/>
              </a:rPr>
              <a:t>Organization</a:t>
            </a:r>
          </a:p>
        </p:txBody>
      </p:sp>
      <p:pic>
        <p:nvPicPr>
          <p:cNvPr id="5" name="Image 4" descr="Personnes faisant un puzzle">
            <a:extLst>
              <a:ext uri="{FF2B5EF4-FFF2-40B4-BE49-F238E27FC236}">
                <a16:creationId xmlns:a16="http://schemas.microsoft.com/office/drawing/2014/main" id="{CB0B5827-FF19-A501-148D-7484231D0B9C}"/>
              </a:ext>
            </a:extLst>
          </p:cNvPr>
          <p:cNvPicPr>
            <a:picLocks noChangeAspect="1"/>
          </p:cNvPicPr>
          <p:nvPr/>
        </p:nvPicPr>
        <p:blipFill>
          <a:blip r:embed="rId2">
            <a:extLst>
              <a:ext uri="{28A0092B-C50C-407E-A947-70E740481C1C}">
                <a14:useLocalDpi xmlns:a14="http://schemas.microsoft.com/office/drawing/2010/main" val="0"/>
              </a:ext>
            </a:extLst>
          </a:blip>
          <a:srcRect l="15838" r="15838"/>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Tree>
    <p:extLst>
      <p:ext uri="{BB962C8B-B14F-4D97-AF65-F5344CB8AC3E}">
        <p14:creationId xmlns:p14="http://schemas.microsoft.com/office/powerpoint/2010/main" val="19934993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160443" y="1372769"/>
            <a:ext cx="2832018" cy="592712"/>
          </a:xfrm>
          <a:prstGeom prst="rect">
            <a:avLst/>
          </a:prstGeom>
          <a:solidFill>
            <a:srgbClr val="5C4E63"/>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bg1"/>
                </a:solidFill>
                <a:latin typeface="Avenir Next LT Pro" panose="020B0504020202020204" pitchFamily="34" charset="0"/>
              </a:rPr>
              <a:t>🎓Instructional Objectives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160443" y="1951975"/>
            <a:ext cx="2832018" cy="1690823"/>
          </a:xfrm>
          <a:prstGeom prst="rect">
            <a:avLst/>
          </a:prstGeom>
          <a:solidFill>
            <a:srgbClr val="E5E1E7"/>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latin typeface="Avenir Next LT Pro" panose="020B0504020202020204" pitchFamily="34" charset="0"/>
              </a:rPr>
              <a:t>At the end of this workshop, participants will have learnt : </a:t>
            </a:r>
          </a:p>
          <a:p>
            <a:r>
              <a:rPr lang="en-US" sz="1200" dirty="0">
                <a:latin typeface="Avenir Next LT Pro" panose="020B0504020202020204" pitchFamily="34" charset="0"/>
              </a:rPr>
              <a:t>That freestyle accumulation of practice sharing activities does not always mean effective practice implementation</a:t>
            </a:r>
          </a:p>
          <a:p>
            <a:r>
              <a:rPr lang="en-US" sz="1200" dirty="0">
                <a:latin typeface="Avenir Next LT Pro" panose="020B0504020202020204" pitchFamily="34" charset="0"/>
              </a:rPr>
              <a:t>How to build a roadmap for Communities of Practice</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079243" y="1372769"/>
            <a:ext cx="2845965" cy="592712"/>
          </a:xfrm>
          <a:prstGeom prst="rect">
            <a:avLst/>
          </a:prstGeom>
          <a:solidFill>
            <a:srgbClr val="8E2C48"/>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a:solidFill>
                  <a:schemeClr val="bg1"/>
                </a:solidFill>
                <a:latin typeface="Avenir Next LT Pro" panose="020B0504020202020204" pitchFamily="34" charset="0"/>
              </a:rPr>
              <a:t>🎯Objectives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079243" y="1951975"/>
            <a:ext cx="2845965" cy="1690823"/>
          </a:xfrm>
          <a:prstGeom prst="rect">
            <a:avLst/>
          </a:prstGeom>
          <a:solidFill>
            <a:srgbClr val="F7E5EA"/>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latin typeface="Avenir Next LT Pro" panose="020B0504020202020204" pitchFamily="34" charset="0"/>
              </a:rPr>
              <a:t>Roadmap of Community of Practice is established for top 3 practices</a:t>
            </a: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011990" y="1372769"/>
            <a:ext cx="2832018" cy="592712"/>
          </a:xfrm>
          <a:prstGeom prst="rect">
            <a:avLst/>
          </a:prstGeom>
          <a:solidFill>
            <a:srgbClr val="68B497"/>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a:solidFill>
                  <a:schemeClr val="bg1"/>
                </a:solidFill>
                <a:latin typeface="Avenir Next LT Pro" panose="020B0504020202020204" pitchFamily="34" charset="0"/>
              </a:rPr>
              <a:t>🧑Ideal audience</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011990" y="1951975"/>
            <a:ext cx="2832018" cy="1690823"/>
          </a:xfrm>
          <a:prstGeom prst="rect">
            <a:avLst/>
          </a:prstGeom>
          <a:solidFill>
            <a:srgbClr val="CFE7DE"/>
          </a:solidFill>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latin typeface="Avenir Next LT Pro" panose="020B0504020202020204" pitchFamily="34" charset="0"/>
              </a:rPr>
              <a:t>Participants should be members of a same Community of Practice and have enough decision power collectively to decide on roadmap. </a:t>
            </a:r>
          </a:p>
          <a:p>
            <a:pPr marL="0" indent="0">
              <a:buNone/>
            </a:pPr>
            <a:endParaRPr lang="en-US" sz="1200" dirty="0">
              <a:latin typeface="Avenir Next LT Pro" panose="020B0504020202020204" pitchFamily="34" charset="0"/>
            </a:endParaRPr>
          </a:p>
          <a:p>
            <a:pPr marL="0" indent="0">
              <a:buNone/>
            </a:pPr>
            <a:r>
              <a:rPr lang="en-US" sz="1200" dirty="0">
                <a:latin typeface="Avenir Next LT Pro" panose="020B0504020202020204" pitchFamily="34" charset="0"/>
              </a:rPr>
              <a:t>Up to 20 participants, if there are more than 20 participants, they should be split into subgroups by practice.</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241643" y="1372769"/>
            <a:ext cx="2832018" cy="592712"/>
          </a:xfrm>
          <a:prstGeom prst="rect">
            <a:avLst/>
          </a:prstGeom>
          <a:solidFill>
            <a:srgbClr val="34657F"/>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dirty="0">
                <a:solidFill>
                  <a:schemeClr val="bg1"/>
                </a:solidFill>
                <a:latin typeface="Avenir Next LT Pro" panose="020B0504020202020204" pitchFamily="34" charset="0"/>
              </a:rPr>
              <a:t>🛠️Examples of uses and problems addressed</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241643" y="1951975"/>
            <a:ext cx="2832018" cy="1690823"/>
          </a:xfrm>
          <a:prstGeom prst="rect">
            <a:avLst/>
          </a:prstGeom>
          <a:solidFill>
            <a:srgbClr val="D3E4ED"/>
          </a:solidFill>
          <a:ln>
            <a:solidFill>
              <a:schemeClr val="tx1"/>
            </a:solidFill>
          </a:ln>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latin typeface="Avenir Next LT Pro" panose="020B0504020202020204" pitchFamily="34" charset="0"/>
              </a:rPr>
              <a:t>Software Community of Practice of the ABCDEF company has a collective kick-off in which they intend to establish the roadmap of their Community.</a:t>
            </a:r>
          </a:p>
          <a:p>
            <a:pPr marL="0" indent="0">
              <a:buNone/>
            </a:pPr>
            <a:r>
              <a:rPr lang="en-US" sz="1200" dirty="0">
                <a:latin typeface="Avenir Next LT Pro" panose="020B0504020202020204" pitchFamily="34" charset="0"/>
              </a:rPr>
              <a:t> With a list of practices ready, they decide to use CoP roadmap workshop to measure their needs and capacities, then turn it into a roadmap.</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160443" y="3807614"/>
            <a:ext cx="2832018" cy="592712"/>
          </a:xfrm>
          <a:prstGeom prst="rect">
            <a:avLst/>
          </a:prstGeom>
          <a:solidFill>
            <a:srgbClr val="5C4E63"/>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bg1"/>
                </a:solidFill>
                <a:latin typeface="Avenir Next LT Pro" panose="020B0504020202020204" pitchFamily="34" charset="0"/>
              </a:rPr>
              <a:t>Topics not covered in this workshop</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160443" y="4386820"/>
            <a:ext cx="2832018" cy="1690823"/>
          </a:xfrm>
          <a:prstGeom prst="rect">
            <a:avLst/>
          </a:prstGeom>
          <a:solidFill>
            <a:srgbClr val="E5E1E7"/>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latin typeface="Avenir Next LT Pro" panose="020B0504020202020204" pitchFamily="34" charset="0"/>
              </a:rPr>
              <a:t>How to prioritize topics</a:t>
            </a:r>
          </a:p>
          <a:p>
            <a:pPr marL="0" indent="0">
              <a:buFont typeface="Arial" panose="020B0604020202020204" pitchFamily="34" charset="0"/>
              <a:buNone/>
            </a:pPr>
            <a:endParaRPr lang="en-US" sz="1200" dirty="0">
              <a:latin typeface="Avenir Next LT Pro" panose="020B0504020202020204" pitchFamily="34" charset="0"/>
            </a:endParaRP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079243" y="3807614"/>
            <a:ext cx="2845965" cy="592712"/>
          </a:xfrm>
          <a:prstGeom prst="rect">
            <a:avLst/>
          </a:prstGeom>
          <a:solidFill>
            <a:srgbClr val="8E2C48"/>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a:solidFill>
                  <a:schemeClr val="bg1"/>
                </a:solidFill>
                <a:latin typeface="Avenir Next LT Pro" panose="020B0504020202020204" pitchFamily="34" charset="0"/>
              </a:rPr>
              <a:t>📅Logistics</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079243" y="4386820"/>
            <a:ext cx="2845965" cy="1690823"/>
          </a:xfrm>
          <a:prstGeom prst="rect">
            <a:avLst/>
          </a:prstGeom>
          <a:solidFill>
            <a:srgbClr val="F7E5EA"/>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latin typeface="Avenir Next LT Pro" panose="020B0504020202020204" pitchFamily="34" charset="0"/>
              </a:rPr>
              <a:t>1h30 </a:t>
            </a:r>
          </a:p>
          <a:p>
            <a:pPr marL="0" indent="0">
              <a:buFont typeface="Arial" panose="020B0604020202020204" pitchFamily="34" charset="0"/>
              <a:buNone/>
            </a:pPr>
            <a:r>
              <a:rPr lang="en-US" sz="1200" dirty="0">
                <a:latin typeface="Avenir Next LT Pro" panose="020B0504020202020204" pitchFamily="34" charset="0"/>
              </a:rPr>
              <a:t>Virtual wall or physical wall with notes and writing material</a:t>
            </a:r>
          </a:p>
          <a:p>
            <a:pPr marL="0" indent="0">
              <a:buFont typeface="Arial" panose="020B0604020202020204" pitchFamily="34" charset="0"/>
              <a:buNone/>
            </a:pPr>
            <a:r>
              <a:rPr lang="en-US" sz="1200" dirty="0">
                <a:latin typeface="Avenir Next LT Pro" panose="020B0504020202020204" pitchFamily="34" charset="0"/>
              </a:rPr>
              <a:t>Participants must be able to vote</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011990" y="3807614"/>
            <a:ext cx="2832018" cy="592712"/>
          </a:xfrm>
          <a:prstGeom prst="rect">
            <a:avLst/>
          </a:prstGeom>
          <a:solidFill>
            <a:srgbClr val="68B497"/>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a:solidFill>
                  <a:schemeClr val="bg1"/>
                </a:solidFill>
                <a:latin typeface="Avenir Next LT Pro" panose="020B0504020202020204" pitchFamily="34" charset="0"/>
              </a:rPr>
              <a:t>💡Ideas for complements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011990" y="4386820"/>
            <a:ext cx="2832018" cy="1690823"/>
          </a:xfrm>
          <a:prstGeom prst="rect">
            <a:avLst/>
          </a:prstGeom>
          <a:solidFill>
            <a:srgbClr val="CFE7DE"/>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latin typeface="Avenir Next LT Pro" panose="020B0504020202020204" pitchFamily="34" charset="0"/>
              </a:rPr>
              <a:t>#OSC Topics Mapping</a:t>
            </a:r>
          </a:p>
          <a:p>
            <a:pPr marL="0" indent="0">
              <a:buNone/>
            </a:pPr>
            <a:r>
              <a:rPr lang="en-US" sz="1200" dirty="0">
                <a:latin typeface="Avenir Next LT Pro" panose="020B0504020202020204" pitchFamily="34" charset="0"/>
              </a:rPr>
              <a:t>Community Members Quadrant workshops</a:t>
            </a:r>
          </a:p>
          <a:p>
            <a:pPr marL="0" indent="0">
              <a:buNone/>
            </a:pPr>
            <a:r>
              <a:rPr lang="en-US" sz="1200" dirty="0">
                <a:latin typeface="Avenir Next LT Pro" panose="020B0504020202020204" pitchFamily="34" charset="0"/>
              </a:rPr>
              <a:t>6 Community whys</a:t>
            </a:r>
          </a:p>
          <a:p>
            <a:pPr marL="0" indent="0">
              <a:buNone/>
            </a:pPr>
            <a:r>
              <a:rPr lang="en-US" sz="1200" dirty="0">
                <a:latin typeface="Avenir Next LT Pro" panose="020B0504020202020204" pitchFamily="34" charset="0"/>
              </a:rPr>
              <a:t>Change Community Cycle</a:t>
            </a: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241643" y="3807614"/>
            <a:ext cx="2832018" cy="592712"/>
          </a:xfrm>
          <a:prstGeom prst="rect">
            <a:avLst/>
          </a:prstGeom>
          <a:solidFill>
            <a:srgbClr val="34657F"/>
          </a:solidFill>
          <a:ln>
            <a:solidFill>
              <a:schemeClr val="tx1"/>
            </a:solidFill>
          </a:ln>
        </p:spPr>
        <p:txBody>
          <a:bodyPr vert="horz" lIns="91440" tIns="45720" rIns="91440" bIns="45720" rtlCol="0" anchor="ctr">
            <a:normAutofit fontScale="925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a:solidFill>
                  <a:schemeClr val="bg1"/>
                </a:solidFill>
                <a:latin typeface="Avenir Next LT Pro" panose="020B0504020202020204" pitchFamily="34" charset="0"/>
              </a:rPr>
              <a:t>🎤Short pitch (to be copied and pasted into the descriptions)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241643" y="4386820"/>
            <a:ext cx="2832018" cy="1690823"/>
          </a:xfrm>
          <a:prstGeom prst="rect">
            <a:avLst/>
          </a:prstGeom>
          <a:solidFill>
            <a:srgbClr val="D3E4ED"/>
          </a:solidFill>
          <a:ln>
            <a:solidFill>
              <a:schemeClr val="tx1"/>
            </a:solidFill>
          </a:ln>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latin typeface="Avenir Next LT Pro" panose="020B0504020202020204" pitchFamily="34" charset="0"/>
              </a:rPr>
              <a:t>How to increase the chances of effective learning in Communities of Practice (with effects) ? How to take into account differences in levels of members on potential practices ? </a:t>
            </a:r>
          </a:p>
          <a:p>
            <a:pPr marL="0" indent="0">
              <a:buNone/>
            </a:pPr>
            <a:r>
              <a:rPr lang="en-US" sz="1200" dirty="0">
                <a:latin typeface="Avenir Next LT Pro" panose="020B0504020202020204" pitchFamily="34" charset="0"/>
              </a:rPr>
              <a:t>CoP roadmap workshop use collective information and collective decision to establish an adapted roadmap for Communities of practice.</a:t>
            </a:r>
          </a:p>
        </p:txBody>
      </p:sp>
      <p:sp>
        <p:nvSpPr>
          <p:cNvPr id="5" name="Titre 1">
            <a:extLst>
              <a:ext uri="{FF2B5EF4-FFF2-40B4-BE49-F238E27FC236}">
                <a16:creationId xmlns:a16="http://schemas.microsoft.com/office/drawing/2014/main" id="{405DF38B-F655-FA06-D7D7-0FC2C69C990D}"/>
              </a:ext>
            </a:extLst>
          </p:cNvPr>
          <p:cNvSpPr txBox="1">
            <a:spLocks/>
          </p:cNvSpPr>
          <p:nvPr/>
        </p:nvSpPr>
        <p:spPr>
          <a:xfrm>
            <a:off x="0" y="0"/>
            <a:ext cx="10515600" cy="13727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srgbClr val="5C4E63"/>
                </a:solidFill>
                <a:latin typeface="Avenir Next LT Pro" panose="020B0504020202020204" pitchFamily="34" charset="0"/>
              </a:rPr>
              <a:t>Overview of the workshop</a:t>
            </a:r>
          </a:p>
        </p:txBody>
      </p:sp>
    </p:spTree>
    <p:extLst>
      <p:ext uri="{BB962C8B-B14F-4D97-AF65-F5344CB8AC3E}">
        <p14:creationId xmlns:p14="http://schemas.microsoft.com/office/powerpoint/2010/main" val="4713993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5C6F2FF8-FEA8-9E29-FA23-1FDC3C7CDB38}"/>
              </a:ext>
            </a:extLst>
          </p:cNvPr>
          <p:cNvSpPr>
            <a:spLocks noGrp="1"/>
          </p:cNvSpPr>
          <p:nvPr>
            <p:ph type="ctrTitle"/>
          </p:nvPr>
        </p:nvSpPr>
        <p:spPr>
          <a:xfrm>
            <a:off x="7464614" y="1783959"/>
            <a:ext cx="4087306" cy="2889114"/>
          </a:xfrm>
        </p:spPr>
        <p:txBody>
          <a:bodyPr anchor="b">
            <a:normAutofit/>
          </a:bodyPr>
          <a:lstStyle/>
          <a:p>
            <a:pPr algn="l"/>
            <a:r>
              <a:rPr lang="fr-FR" sz="5400">
                <a:solidFill>
                  <a:srgbClr val="5C4E63"/>
                </a:solidFill>
                <a:latin typeface="Avenir Next LT Pro Light" panose="020B0304020202020204" pitchFamily="34" charset="0"/>
              </a:rPr>
              <a:t>Facilitation</a:t>
            </a:r>
          </a:p>
        </p:txBody>
      </p:sp>
      <p:pic>
        <p:nvPicPr>
          <p:cNvPr id="5" name="Image 4" descr="Mégaphone rose">
            <a:extLst>
              <a:ext uri="{FF2B5EF4-FFF2-40B4-BE49-F238E27FC236}">
                <a16:creationId xmlns:a16="http://schemas.microsoft.com/office/drawing/2014/main" id="{CB0B5827-FF19-A501-148D-7484231D0B9C}"/>
              </a:ext>
            </a:extLst>
          </p:cNvPr>
          <p:cNvPicPr>
            <a:picLocks noChangeAspect="1"/>
          </p:cNvPicPr>
          <p:nvPr/>
        </p:nvPicPr>
        <p:blipFill>
          <a:blip r:embed="rId2">
            <a:extLst>
              <a:ext uri="{28A0092B-C50C-407E-A947-70E740481C1C}">
                <a14:useLocalDpi xmlns:a14="http://schemas.microsoft.com/office/drawing/2010/main" val="0"/>
              </a:ext>
            </a:extLst>
          </a:blip>
          <a:srcRect l="19239" r="19239"/>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Tree>
    <p:extLst>
      <p:ext uri="{BB962C8B-B14F-4D97-AF65-F5344CB8AC3E}">
        <p14:creationId xmlns:p14="http://schemas.microsoft.com/office/powerpoint/2010/main" val="41729259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3">
            <a:extLst>
              <a:ext uri="{FF2B5EF4-FFF2-40B4-BE49-F238E27FC236}">
                <a16:creationId xmlns:a16="http://schemas.microsoft.com/office/drawing/2014/main" id="{D8D04DFD-72C9-0B24-0B60-0836AB930280}"/>
              </a:ext>
            </a:extLst>
          </p:cNvPr>
          <p:cNvGraphicFramePr>
            <a:graphicFrameLocks noGrp="1"/>
          </p:cNvGraphicFramePr>
          <p:nvPr>
            <p:extLst>
              <p:ext uri="{D42A27DB-BD31-4B8C-83A1-F6EECF244321}">
                <p14:modId xmlns:p14="http://schemas.microsoft.com/office/powerpoint/2010/main" val="1479893760"/>
              </p:ext>
            </p:extLst>
          </p:nvPr>
        </p:nvGraphicFramePr>
        <p:xfrm>
          <a:off x="1123151" y="2014167"/>
          <a:ext cx="10234659" cy="2829665"/>
        </p:xfrm>
        <a:graphic>
          <a:graphicData uri="http://schemas.openxmlformats.org/drawingml/2006/table">
            <a:tbl>
              <a:tblPr firstRow="1" bandRow="1">
                <a:tableStyleId>{5C22544A-7EE6-4342-B048-85BDC9FD1C3A}</a:tableStyleId>
              </a:tblPr>
              <a:tblGrid>
                <a:gridCol w="2238159">
                  <a:extLst>
                    <a:ext uri="{9D8B030D-6E8A-4147-A177-3AD203B41FA5}">
                      <a16:colId xmlns:a16="http://schemas.microsoft.com/office/drawing/2014/main" val="1893304401"/>
                    </a:ext>
                  </a:extLst>
                </a:gridCol>
                <a:gridCol w="3613212">
                  <a:extLst>
                    <a:ext uri="{9D8B030D-6E8A-4147-A177-3AD203B41FA5}">
                      <a16:colId xmlns:a16="http://schemas.microsoft.com/office/drawing/2014/main" val="2684982596"/>
                    </a:ext>
                  </a:extLst>
                </a:gridCol>
                <a:gridCol w="4383288">
                  <a:extLst>
                    <a:ext uri="{9D8B030D-6E8A-4147-A177-3AD203B41FA5}">
                      <a16:colId xmlns:a16="http://schemas.microsoft.com/office/drawing/2014/main" val="124049370"/>
                    </a:ext>
                  </a:extLst>
                </a:gridCol>
              </a:tblGrid>
              <a:tr h="452225">
                <a:tc>
                  <a:txBody>
                    <a:bodyPr/>
                    <a:lstStyle/>
                    <a:p>
                      <a:r>
                        <a:rPr lang="en-US" noProof="0"/>
                        <a:t>Preparatory action</a:t>
                      </a:r>
                    </a:p>
                  </a:txBody>
                  <a:tcPr>
                    <a:solidFill>
                      <a:srgbClr val="5C4E63"/>
                    </a:solidFill>
                  </a:tcPr>
                </a:tc>
                <a:tc>
                  <a:txBody>
                    <a:bodyPr/>
                    <a:lstStyle/>
                    <a:p>
                      <a:r>
                        <a:rPr lang="en-US" noProof="0" dirty="0"/>
                        <a:t>Why this action </a:t>
                      </a:r>
                    </a:p>
                  </a:txBody>
                  <a:tcPr>
                    <a:solidFill>
                      <a:srgbClr val="5C4E63"/>
                    </a:solidFill>
                  </a:tcPr>
                </a:tc>
                <a:tc>
                  <a:txBody>
                    <a:bodyPr/>
                    <a:lstStyle/>
                    <a:p>
                      <a:r>
                        <a:rPr lang="en-US" noProof="0"/>
                        <a:t>Recommendations</a:t>
                      </a:r>
                    </a:p>
                  </a:txBody>
                  <a:tcPr>
                    <a:solidFill>
                      <a:srgbClr val="5C4E63"/>
                    </a:solidFill>
                  </a:tcPr>
                </a:tc>
                <a:extLst>
                  <a:ext uri="{0D108BD9-81ED-4DB2-BD59-A6C34878D82A}">
                    <a16:rowId xmlns:a16="http://schemas.microsoft.com/office/drawing/2014/main" val="3346938663"/>
                  </a:ext>
                </a:extLst>
              </a:tr>
              <a:tr h="452225">
                <a:tc>
                  <a:txBody>
                    <a:bodyPr/>
                    <a:lstStyle/>
                    <a:p>
                      <a:r>
                        <a:rPr lang="en-US" sz="1200" noProof="0"/>
                        <a:t>Prepare a list of practices for the CoP</a:t>
                      </a:r>
                    </a:p>
                  </a:txBody>
                  <a:tcPr>
                    <a:solidFill>
                      <a:srgbClr val="E5E1E7"/>
                    </a:solidFill>
                  </a:tcPr>
                </a:tc>
                <a:tc>
                  <a:txBody>
                    <a:bodyPr/>
                    <a:lstStyle/>
                    <a:p>
                      <a:r>
                        <a:rPr lang="en-US" sz="1200" noProof="0"/>
                        <a:t>Without a list of practices to prioritize, the workshop has no point</a:t>
                      </a:r>
                    </a:p>
                  </a:txBody>
                  <a:tcPr>
                    <a:solidFill>
                      <a:srgbClr val="E5E1E7"/>
                    </a:solidFill>
                  </a:tcPr>
                </a:tc>
                <a:tc>
                  <a:txBody>
                    <a:bodyPr/>
                    <a:lstStyle/>
                    <a:p>
                      <a:r>
                        <a:rPr lang="en-US" sz="1200" noProof="0" dirty="0"/>
                        <a:t>Prepare a topic list before, and ask experienced members to list practices </a:t>
                      </a:r>
                    </a:p>
                  </a:txBody>
                  <a:tcPr>
                    <a:solidFill>
                      <a:srgbClr val="E5E1E7"/>
                    </a:solidFill>
                  </a:tcPr>
                </a:tc>
                <a:extLst>
                  <a:ext uri="{0D108BD9-81ED-4DB2-BD59-A6C34878D82A}">
                    <a16:rowId xmlns:a16="http://schemas.microsoft.com/office/drawing/2014/main" val="3204251405"/>
                  </a:ext>
                </a:extLst>
              </a:tr>
              <a:tr h="452225">
                <a:tc>
                  <a:txBody>
                    <a:bodyPr/>
                    <a:lstStyle/>
                    <a:p>
                      <a:r>
                        <a:rPr lang="en-US" sz="1200" noProof="0" dirty="0"/>
                        <a:t>Prepare timeslots for Community roadmap</a:t>
                      </a:r>
                    </a:p>
                  </a:txBody>
                  <a:tcPr>
                    <a:solidFill>
                      <a:srgbClr val="E5E1E7"/>
                    </a:solidFill>
                  </a:tcPr>
                </a:tc>
                <a:tc>
                  <a:txBody>
                    <a:bodyPr/>
                    <a:lstStyle/>
                    <a:p>
                      <a:r>
                        <a:rPr lang="it-IT" sz="1200" noProof="0" dirty="0"/>
                        <a:t>W</a:t>
                      </a:r>
                      <a:r>
                        <a:rPr lang="en-US" sz="1200" noProof="0" dirty="0"/>
                        <a:t>ill be useful in step 5</a:t>
                      </a:r>
                    </a:p>
                  </a:txBody>
                  <a:tcPr>
                    <a:solidFill>
                      <a:srgbClr val="E5E1E7"/>
                    </a:solidFill>
                  </a:tcPr>
                </a:tc>
                <a:tc>
                  <a:txBody>
                    <a:bodyPr/>
                    <a:lstStyle/>
                    <a:p>
                      <a:r>
                        <a:rPr lang="en-US" sz="1200" noProof="0"/>
                        <a:t>Discuss with members of reasonable availability for them</a:t>
                      </a:r>
                    </a:p>
                  </a:txBody>
                  <a:tcPr>
                    <a:solidFill>
                      <a:srgbClr val="E5E1E7"/>
                    </a:solidFill>
                  </a:tcPr>
                </a:tc>
                <a:extLst>
                  <a:ext uri="{0D108BD9-81ED-4DB2-BD59-A6C34878D82A}">
                    <a16:rowId xmlns:a16="http://schemas.microsoft.com/office/drawing/2014/main" val="150510008"/>
                  </a:ext>
                </a:extLst>
              </a:tr>
              <a:tr h="452225">
                <a:tc>
                  <a:txBody>
                    <a:bodyPr/>
                    <a:lstStyle/>
                    <a:p>
                      <a:r>
                        <a:rPr lang="en-US" sz="1200" noProof="0" dirty="0"/>
                        <a:t>Make sure your community has enough contributors or at least external content to support some practices</a:t>
                      </a:r>
                    </a:p>
                  </a:txBody>
                  <a:tcPr>
                    <a:solidFill>
                      <a:srgbClr val="E5E1E7"/>
                    </a:solidFill>
                  </a:tcPr>
                </a:tc>
                <a:tc>
                  <a:txBody>
                    <a:bodyPr/>
                    <a:lstStyle/>
                    <a:p>
                      <a:r>
                        <a:rPr lang="en-US" sz="1200" noProof="0"/>
                        <a:t>Without contributors or content, no practices will be learnt</a:t>
                      </a:r>
                    </a:p>
                  </a:txBody>
                  <a:tcPr>
                    <a:solidFill>
                      <a:srgbClr val="E5E1E7"/>
                    </a:solidFill>
                  </a:tcPr>
                </a:tc>
                <a:tc>
                  <a:txBody>
                    <a:bodyPr/>
                    <a:lstStyle/>
                    <a:p>
                      <a:r>
                        <a:rPr lang="en-US" sz="1200" noProof="0" dirty="0"/>
                        <a:t>List potential contributors of your Community, contributors must be able to propose activities of learning of </a:t>
                      </a:r>
                      <a:r>
                        <a:rPr lang="en-US" sz="1200" noProof="0" dirty="0" err="1"/>
                        <a:t>diffferent</a:t>
                      </a:r>
                      <a:r>
                        <a:rPr lang="en-US" sz="1200" noProof="0" dirty="0"/>
                        <a:t> levels</a:t>
                      </a:r>
                    </a:p>
                    <a:p>
                      <a:r>
                        <a:rPr lang="en-US" sz="1200" noProof="0" dirty="0"/>
                        <a:t>Discuss with these potential contributors beforehand </a:t>
                      </a:r>
                    </a:p>
                  </a:txBody>
                  <a:tcPr>
                    <a:solidFill>
                      <a:srgbClr val="E5E1E7"/>
                    </a:solidFill>
                  </a:tcPr>
                </a:tc>
                <a:extLst>
                  <a:ext uri="{0D108BD9-81ED-4DB2-BD59-A6C34878D82A}">
                    <a16:rowId xmlns:a16="http://schemas.microsoft.com/office/drawing/2014/main" val="2359730049"/>
                  </a:ext>
                </a:extLst>
              </a:tr>
              <a:tr h="452225">
                <a:tc>
                  <a:txBody>
                    <a:bodyPr/>
                    <a:lstStyle/>
                    <a:p>
                      <a:r>
                        <a:rPr lang="en-US" sz="1200" noProof="0" dirty="0"/>
                        <a:t>Make sure your Community targets effective results outside of the Community</a:t>
                      </a:r>
                    </a:p>
                  </a:txBody>
                  <a:tcPr>
                    <a:solidFill>
                      <a:srgbClr val="E5E1E7"/>
                    </a:solidFill>
                  </a:tcPr>
                </a:tc>
                <a:tc>
                  <a:txBody>
                    <a:bodyPr/>
                    <a:lstStyle/>
                    <a:p>
                      <a:r>
                        <a:rPr lang="en-US" sz="1200" noProof="0" dirty="0"/>
                        <a:t>If the Community of Practice goals are not implementation of practices on-field (during job or work moments) this workshop is useless</a:t>
                      </a:r>
                    </a:p>
                  </a:txBody>
                  <a:tcPr>
                    <a:solidFill>
                      <a:srgbClr val="E5E1E7"/>
                    </a:solidFill>
                  </a:tcPr>
                </a:tc>
                <a:tc>
                  <a:txBody>
                    <a:bodyPr/>
                    <a:lstStyle/>
                    <a:p>
                      <a:r>
                        <a:rPr lang="en-US" sz="1200" noProof="0" dirty="0"/>
                        <a:t>You can clarify the goals of your Community of Practice by using 6 Community whys (#OpenSeriousCommunity workshop)</a:t>
                      </a:r>
                    </a:p>
                  </a:txBody>
                  <a:tcPr>
                    <a:solidFill>
                      <a:srgbClr val="E5E1E7"/>
                    </a:solidFill>
                  </a:tcPr>
                </a:tc>
                <a:extLst>
                  <a:ext uri="{0D108BD9-81ED-4DB2-BD59-A6C34878D82A}">
                    <a16:rowId xmlns:a16="http://schemas.microsoft.com/office/drawing/2014/main" val="1677279387"/>
                  </a:ext>
                </a:extLst>
              </a:tr>
            </a:tbl>
          </a:graphicData>
        </a:graphic>
      </p:graphicFrame>
      <p:sp>
        <p:nvSpPr>
          <p:cNvPr id="4" name="Titre 1">
            <a:extLst>
              <a:ext uri="{FF2B5EF4-FFF2-40B4-BE49-F238E27FC236}">
                <a16:creationId xmlns:a16="http://schemas.microsoft.com/office/drawing/2014/main" id="{F1039933-E927-14D1-3ADD-DBEA708F0CE1}"/>
              </a:ext>
            </a:extLst>
          </p:cNvPr>
          <p:cNvSpPr txBox="1">
            <a:spLocks/>
          </p:cNvSpPr>
          <p:nvPr/>
        </p:nvSpPr>
        <p:spPr>
          <a:xfrm>
            <a:off x="-1" y="0"/>
            <a:ext cx="11357811" cy="13727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solidFill>
                  <a:srgbClr val="5C4E63"/>
                </a:solidFill>
                <a:latin typeface="Avenir Next LT Pro Light" panose="020B0304020202020204" pitchFamily="34" charset="0"/>
              </a:rPr>
              <a:t>Before the workshop</a:t>
            </a:r>
          </a:p>
        </p:txBody>
      </p:sp>
    </p:spTree>
    <p:extLst>
      <p:ext uri="{BB962C8B-B14F-4D97-AF65-F5344CB8AC3E}">
        <p14:creationId xmlns:p14="http://schemas.microsoft.com/office/powerpoint/2010/main" val="37287860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lèche : droite 22">
            <a:extLst>
              <a:ext uri="{FF2B5EF4-FFF2-40B4-BE49-F238E27FC236}">
                <a16:creationId xmlns:a16="http://schemas.microsoft.com/office/drawing/2014/main" id="{011DBE07-86F4-4C26-89A1-335718E27CF9}"/>
              </a:ext>
            </a:extLst>
          </p:cNvPr>
          <p:cNvSpPr/>
          <p:nvPr/>
        </p:nvSpPr>
        <p:spPr>
          <a:xfrm>
            <a:off x="217648" y="1061788"/>
            <a:ext cx="11864862" cy="5598155"/>
          </a:xfrm>
          <a:prstGeom prst="rightArrow">
            <a:avLst>
              <a:gd name="adj1" fmla="val 82034"/>
              <a:gd name="adj2" fmla="val 25308"/>
            </a:avLst>
          </a:prstGeom>
          <a:solidFill>
            <a:srgbClr val="8E2C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4" name="Tableau 4">
            <a:extLst>
              <a:ext uri="{FF2B5EF4-FFF2-40B4-BE49-F238E27FC236}">
                <a16:creationId xmlns:a16="http://schemas.microsoft.com/office/drawing/2014/main" id="{17FF7068-AC52-408E-AEE7-AF6B0F4F73FA}"/>
              </a:ext>
            </a:extLst>
          </p:cNvPr>
          <p:cNvGraphicFramePr>
            <a:graphicFrameLocks/>
          </p:cNvGraphicFramePr>
          <p:nvPr>
            <p:extLst>
              <p:ext uri="{D42A27DB-BD31-4B8C-83A1-F6EECF244321}">
                <p14:modId xmlns:p14="http://schemas.microsoft.com/office/powerpoint/2010/main" val="769506971"/>
              </p:ext>
            </p:extLst>
          </p:nvPr>
        </p:nvGraphicFramePr>
        <p:xfrm>
          <a:off x="217648" y="1587114"/>
          <a:ext cx="10421855" cy="4547502"/>
        </p:xfrm>
        <a:graphic>
          <a:graphicData uri="http://schemas.openxmlformats.org/drawingml/2006/table">
            <a:tbl>
              <a:tblPr firstRow="1" bandRow="1">
                <a:tableStyleId>{5C22544A-7EE6-4342-B048-85BDC9FD1C3A}</a:tableStyleId>
              </a:tblPr>
              <a:tblGrid>
                <a:gridCol w="2292943">
                  <a:extLst>
                    <a:ext uri="{9D8B030D-6E8A-4147-A177-3AD203B41FA5}">
                      <a16:colId xmlns:a16="http://schemas.microsoft.com/office/drawing/2014/main" val="1302591909"/>
                    </a:ext>
                  </a:extLst>
                </a:gridCol>
                <a:gridCol w="5755585">
                  <a:extLst>
                    <a:ext uri="{9D8B030D-6E8A-4147-A177-3AD203B41FA5}">
                      <a16:colId xmlns:a16="http://schemas.microsoft.com/office/drawing/2014/main" val="1572267126"/>
                    </a:ext>
                  </a:extLst>
                </a:gridCol>
                <a:gridCol w="2373327">
                  <a:extLst>
                    <a:ext uri="{9D8B030D-6E8A-4147-A177-3AD203B41FA5}">
                      <a16:colId xmlns:a16="http://schemas.microsoft.com/office/drawing/2014/main" val="4222483745"/>
                    </a:ext>
                  </a:extLst>
                </a:gridCol>
              </a:tblGrid>
              <a:tr h="828942">
                <a:tc>
                  <a:txBody>
                    <a:bodyPr/>
                    <a:lstStyle/>
                    <a:p>
                      <a:r>
                        <a:rPr lang="en-US" sz="1400" noProof="0"/>
                        <a:t>Opening: </a:t>
                      </a:r>
                    </a:p>
                    <a:p>
                      <a:r>
                        <a:rPr lang="en-US" sz="1400" noProof="0"/>
                        <a:t>Intro</a:t>
                      </a:r>
                    </a:p>
                  </a:txBody>
                  <a:tcPr>
                    <a:solidFill>
                      <a:srgbClr val="5C4E63"/>
                    </a:solidFill>
                  </a:tcPr>
                </a:tc>
                <a:tc>
                  <a:txBody>
                    <a:bodyPr/>
                    <a:lstStyle/>
                    <a:p>
                      <a:pPr algn="ctr"/>
                      <a:r>
                        <a:rPr lang="en-US" sz="1400" noProof="0"/>
                        <a:t>Course of action</a:t>
                      </a:r>
                    </a:p>
                    <a:p>
                      <a:pPr algn="ctr"/>
                      <a:r>
                        <a:rPr lang="en-US" sz="1400" noProof="0"/>
                        <a:t>Game rules, Narrative</a:t>
                      </a:r>
                    </a:p>
                  </a:txBody>
                  <a:tcPr>
                    <a:solidFill>
                      <a:srgbClr val="5C4E63"/>
                    </a:solidFill>
                  </a:tcPr>
                </a:tc>
                <a:tc>
                  <a:txBody>
                    <a:bodyPr/>
                    <a:lstStyle/>
                    <a:p>
                      <a:r>
                        <a:rPr lang="en-US" sz="1400" noProof="0" dirty="0"/>
                        <a:t>Closing:</a:t>
                      </a:r>
                    </a:p>
                    <a:p>
                      <a:r>
                        <a:rPr lang="en-US" sz="1400" noProof="0" dirty="0"/>
                        <a:t>Debriefing, Thanks...</a:t>
                      </a:r>
                    </a:p>
                  </a:txBody>
                  <a:tcPr>
                    <a:solidFill>
                      <a:srgbClr val="5C4E63"/>
                    </a:solidFill>
                  </a:tcPr>
                </a:tc>
                <a:extLst>
                  <a:ext uri="{0D108BD9-81ED-4DB2-BD59-A6C34878D82A}">
                    <a16:rowId xmlns:a16="http://schemas.microsoft.com/office/drawing/2014/main" val="1724558119"/>
                  </a:ext>
                </a:extLst>
              </a:tr>
              <a:tr h="3521451">
                <a:tc>
                  <a:txBody>
                    <a:bodyPr/>
                    <a:lstStyle/>
                    <a:p>
                      <a:r>
                        <a:rPr lang="en-US" sz="1400" b="1" noProof="0" dirty="0">
                          <a:solidFill>
                            <a:srgbClr val="8E2C48"/>
                          </a:solidFill>
                        </a:rPr>
                        <a:t>15 minutes</a:t>
                      </a:r>
                    </a:p>
                    <a:p>
                      <a:r>
                        <a:rPr lang="en-US" sz="1400" b="1" noProof="0" dirty="0">
                          <a:solidFill>
                            <a:srgbClr val="8E2C48"/>
                          </a:solidFill>
                        </a:rPr>
                        <a:t>Step 1 : explanation of workshop goal</a:t>
                      </a:r>
                    </a:p>
                    <a:p>
                      <a:endParaRPr lang="en-US" sz="1400" noProof="0" dirty="0"/>
                    </a:p>
                    <a:p>
                      <a:r>
                        <a:rPr lang="en-US" sz="1400" noProof="0" dirty="0"/>
                        <a:t>Facilitator explains the goal of the workshop</a:t>
                      </a:r>
                    </a:p>
                  </a:txBody>
                  <a:tcPr>
                    <a:solidFill>
                      <a:srgbClr val="BFBFBF"/>
                    </a:solidFill>
                  </a:tcPr>
                </a:tc>
                <a:tc>
                  <a:txBody>
                    <a:bodyPr/>
                    <a:lstStyle/>
                    <a:p>
                      <a:r>
                        <a:rPr lang="en-US" sz="1400" b="1" noProof="0" dirty="0">
                          <a:solidFill>
                            <a:srgbClr val="8E2C48"/>
                          </a:solidFill>
                        </a:rPr>
                        <a:t>10 minutes. </a:t>
                      </a:r>
                    </a:p>
                    <a:p>
                      <a:r>
                        <a:rPr lang="en-US" sz="1400" b="1" noProof="0" dirty="0">
                          <a:solidFill>
                            <a:srgbClr val="8E2C48"/>
                          </a:solidFill>
                        </a:rPr>
                        <a:t>Step 2 : Practice prioritization</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400" noProof="0" dirty="0"/>
                        <a:t>Members vote on practices </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lang="en-US" sz="1400" noProof="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400" b="1" noProof="0" dirty="0">
                          <a:solidFill>
                            <a:srgbClr val="8E2C48"/>
                          </a:solidFill>
                        </a:rPr>
                        <a:t>5 minutes + 3 minutes per practice</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400" b="1" noProof="0" dirty="0">
                          <a:solidFill>
                            <a:srgbClr val="8E2C48"/>
                          </a:solidFill>
                        </a:rPr>
                        <a:t>Step 3 : Needs and capacities of contributors</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400" noProof="0" dirty="0"/>
                        <a:t>For each practice, inform what are your needs as a members or your capacity to contribute as a contributor.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400" noProof="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400" b="1" noProof="0" dirty="0">
                          <a:solidFill>
                            <a:srgbClr val="8E2C48"/>
                          </a:solidFill>
                        </a:rPr>
                        <a:t>15 minutes per practice</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400" b="1" noProof="0" dirty="0">
                          <a:solidFill>
                            <a:srgbClr val="8E2C48"/>
                          </a:solidFill>
                        </a:rPr>
                        <a:t>Step 4 : Learning path for contributors</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400" noProof="0" dirty="0"/>
                        <a:t>For each practice that is considered possible in the community, brainstorm a learning path that match needs.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400" b="1" noProof="0" dirty="0">
                        <a:solidFill>
                          <a:srgbClr val="8E2C48"/>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400" b="1" noProof="0" dirty="0">
                          <a:solidFill>
                            <a:srgbClr val="8E2C48"/>
                          </a:solidFill>
                        </a:rPr>
                        <a:t>25 minutes per practice</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400" b="1" noProof="0" dirty="0">
                          <a:solidFill>
                            <a:srgbClr val="8E2C48"/>
                          </a:solidFill>
                        </a:rPr>
                        <a:t>Step 5 : Unified roadmap</a:t>
                      </a:r>
                      <a:endParaRPr lang="en-US" sz="1400" noProof="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400" noProof="0" dirty="0"/>
                        <a:t>Take all the learning paths and decide of a roadmap for your Community</a:t>
                      </a:r>
                    </a:p>
                  </a:txBody>
                  <a:tcPr>
                    <a:solidFill>
                      <a:srgbClr val="BFBFBF"/>
                    </a:solidFill>
                  </a:tcPr>
                </a:tc>
                <a:tc>
                  <a:txBody>
                    <a:bodyPr/>
                    <a:lstStyle/>
                    <a:p>
                      <a:r>
                        <a:rPr lang="en-US" sz="1400" b="1" noProof="0" dirty="0">
                          <a:solidFill>
                            <a:srgbClr val="8E2C48"/>
                          </a:solidFill>
                        </a:rPr>
                        <a:t>5 minutes</a:t>
                      </a:r>
                    </a:p>
                    <a:p>
                      <a:endParaRPr lang="en-US" sz="1400"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dirty="0"/>
                        <a:t>Plan next events (book timeslots) and communicate the roadmap to all members (including absent participants)</a:t>
                      </a:r>
                    </a:p>
                  </a:txBody>
                  <a:tcPr>
                    <a:solidFill>
                      <a:srgbClr val="BFBFBF"/>
                    </a:solidFill>
                  </a:tcPr>
                </a:tc>
                <a:extLst>
                  <a:ext uri="{0D108BD9-81ED-4DB2-BD59-A6C34878D82A}">
                    <a16:rowId xmlns:a16="http://schemas.microsoft.com/office/drawing/2014/main" val="215570386"/>
                  </a:ext>
                </a:extLst>
              </a:tr>
            </a:tbl>
          </a:graphicData>
        </a:graphic>
      </p:graphicFrame>
      <p:sp>
        <p:nvSpPr>
          <p:cNvPr id="25" name="Espace réservé du contenu 2">
            <a:extLst>
              <a:ext uri="{FF2B5EF4-FFF2-40B4-BE49-F238E27FC236}">
                <a16:creationId xmlns:a16="http://schemas.microsoft.com/office/drawing/2014/main" id="{767E15B1-5AD7-4AC2-8DA6-38450253D5A6}"/>
              </a:ext>
            </a:extLst>
          </p:cNvPr>
          <p:cNvSpPr txBox="1">
            <a:spLocks/>
          </p:cNvSpPr>
          <p:nvPr/>
        </p:nvSpPr>
        <p:spPr>
          <a:xfrm>
            <a:off x="10700796" y="3429000"/>
            <a:ext cx="1145220" cy="1015275"/>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a:solidFill>
                  <a:schemeClr val="bg1"/>
                </a:solidFill>
                <a:cs typeface="Calibri"/>
              </a:rPr>
              <a:t>Total :</a:t>
            </a:r>
          </a:p>
          <a:p>
            <a:pPr marL="0" indent="0" algn="ctr">
              <a:buFont typeface="Arial" panose="020B0604020202020204" pitchFamily="34" charset="0"/>
              <a:buNone/>
            </a:pPr>
            <a:r>
              <a:rPr lang="fr-FR" sz="2000" b="1">
                <a:solidFill>
                  <a:schemeClr val="bg1"/>
                </a:solidFill>
                <a:cs typeface="Calibri"/>
              </a:rPr>
              <a:t>90 minutes</a:t>
            </a:r>
          </a:p>
        </p:txBody>
      </p:sp>
      <p:sp>
        <p:nvSpPr>
          <p:cNvPr id="5" name="Titre 1">
            <a:extLst>
              <a:ext uri="{FF2B5EF4-FFF2-40B4-BE49-F238E27FC236}">
                <a16:creationId xmlns:a16="http://schemas.microsoft.com/office/drawing/2014/main" id="{7164D3F5-5BD8-6413-A5BD-5E9A14E2E7DB}"/>
              </a:ext>
            </a:extLst>
          </p:cNvPr>
          <p:cNvSpPr txBox="1">
            <a:spLocks/>
          </p:cNvSpPr>
          <p:nvPr/>
        </p:nvSpPr>
        <p:spPr>
          <a:xfrm>
            <a:off x="0" y="0"/>
            <a:ext cx="11974352" cy="13727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solidFill>
                  <a:srgbClr val="5C4E63"/>
                </a:solidFill>
                <a:latin typeface="Avenir Next LT Pro Light" panose="020B0304020202020204" pitchFamily="34" charset="0"/>
              </a:rPr>
              <a:t>During the workshop</a:t>
            </a:r>
          </a:p>
        </p:txBody>
      </p:sp>
    </p:spTree>
    <p:extLst>
      <p:ext uri="{BB962C8B-B14F-4D97-AF65-F5344CB8AC3E}">
        <p14:creationId xmlns:p14="http://schemas.microsoft.com/office/powerpoint/2010/main" val="42897242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2128" y="2935694"/>
            <a:ext cx="2404138" cy="2845981"/>
          </a:xfrm>
        </p:spPr>
        <p:txBody>
          <a:bodyPr/>
          <a:lstStyle/>
          <a:p>
            <a:r>
              <a:rPr lang="en-US" sz="1400"/>
              <a:t>Make sure there are at least enough contributors and decision makers. </a:t>
            </a:r>
          </a:p>
          <a:p>
            <a:r>
              <a:rPr lang="en-US" sz="1400"/>
              <a:t>If you cannot get enough information about your members, you might build a roadmap that is not adapted to needs and within capacities. </a:t>
            </a:r>
          </a:p>
          <a:p>
            <a:r>
              <a:rPr lang="en-US" sz="1400"/>
              <a:t>You can try use asynchronous means (polls, etc.) to do </a:t>
            </a: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4190" y="2432456"/>
            <a:ext cx="2412076" cy="503237"/>
          </a:xfrm>
          <a:solidFill>
            <a:srgbClr val="5C4E63"/>
          </a:solidFill>
        </p:spPr>
        <p:txBody>
          <a:bodyPr>
            <a:normAutofit/>
          </a:bodyPr>
          <a:lstStyle/>
          <a:p>
            <a:r>
              <a:rPr lang="en-US" sz="900">
                <a:solidFill>
                  <a:schemeClr val="bg1"/>
                </a:solidFill>
              </a:rPr>
              <a:t>How to adapt if there are very few participants (number close to the minimum limit)</a:t>
            </a:r>
          </a:p>
        </p:txBody>
      </p:sp>
      <p:sp>
        <p:nvSpPr>
          <p:cNvPr id="9" name="Espace réservé du texte 17">
            <a:extLst>
              <a:ext uri="{FF2B5EF4-FFF2-40B4-BE49-F238E27FC236}">
                <a16:creationId xmlns:a16="http://schemas.microsoft.com/office/drawing/2014/main" id="{5DBD2133-F78E-46EE-2F9B-8284492DEFF8}"/>
              </a:ext>
            </a:extLst>
          </p:cNvPr>
          <p:cNvSpPr txBox="1">
            <a:spLocks/>
          </p:cNvSpPr>
          <p:nvPr/>
        </p:nvSpPr>
        <p:spPr>
          <a:xfrm>
            <a:off x="3594205" y="2935694"/>
            <a:ext cx="2404138" cy="2845981"/>
          </a:xfrm>
          <a:prstGeom prst="rect">
            <a:avLst/>
          </a:prstGeom>
          <a:solidFill>
            <a:schemeClr val="bg1">
              <a:lumMod val="95000"/>
            </a:schemeClr>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a:solidFill>
                  <a:srgbClr val="5C4E63"/>
                </a:solidFill>
                <a:latin typeface="Avenir Next LT Pro" panose="020B0504020202020204" pitchFamily="34" charset="0"/>
              </a:rPr>
              <a:t>If you have many participants, good news is the fact that you will collect more relevant information for practice prioritization, needs and even contributing capacities. </a:t>
            </a:r>
          </a:p>
          <a:p>
            <a:r>
              <a:rPr lang="en-US" sz="1400">
                <a:solidFill>
                  <a:srgbClr val="5C4E63"/>
                </a:solidFill>
                <a:latin typeface="Avenir Next LT Pro" panose="020B0504020202020204" pitchFamily="34" charset="0"/>
              </a:rPr>
              <a:t>You can make subgroups starting from Step 3. </a:t>
            </a:r>
          </a:p>
        </p:txBody>
      </p:sp>
      <p:sp>
        <p:nvSpPr>
          <p:cNvPr id="10" name="Espace réservé du texte 2">
            <a:extLst>
              <a:ext uri="{FF2B5EF4-FFF2-40B4-BE49-F238E27FC236}">
                <a16:creationId xmlns:a16="http://schemas.microsoft.com/office/drawing/2014/main" id="{92F68B32-FB86-1BE6-C047-04E5374446F7}"/>
              </a:ext>
            </a:extLst>
          </p:cNvPr>
          <p:cNvSpPr txBox="1">
            <a:spLocks/>
          </p:cNvSpPr>
          <p:nvPr/>
        </p:nvSpPr>
        <p:spPr>
          <a:xfrm>
            <a:off x="3586267" y="2432456"/>
            <a:ext cx="2412076" cy="503237"/>
          </a:xfrm>
          <a:prstGeom prst="rect">
            <a:avLst/>
          </a:prstGeom>
          <a:solidFill>
            <a:srgbClr val="5C4E63"/>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00">
                <a:solidFill>
                  <a:schemeClr val="bg1"/>
                </a:solidFill>
                <a:latin typeface="Avenir Next LT Pro" panose="020B0504020202020204" pitchFamily="34" charset="0"/>
              </a:rPr>
              <a:t>How to adapt if there are many participants (number close to the maximum limit)</a:t>
            </a:r>
          </a:p>
        </p:txBody>
      </p:sp>
      <p:sp>
        <p:nvSpPr>
          <p:cNvPr id="11" name="Espace réservé du texte 17">
            <a:extLst>
              <a:ext uri="{FF2B5EF4-FFF2-40B4-BE49-F238E27FC236}">
                <a16:creationId xmlns:a16="http://schemas.microsoft.com/office/drawing/2014/main" id="{459DD294-7DDC-00BE-96E8-AD836ED5A025}"/>
              </a:ext>
            </a:extLst>
          </p:cNvPr>
          <p:cNvSpPr txBox="1">
            <a:spLocks/>
          </p:cNvSpPr>
          <p:nvPr/>
        </p:nvSpPr>
        <p:spPr>
          <a:xfrm>
            <a:off x="6346282" y="2935694"/>
            <a:ext cx="2404138" cy="2845981"/>
          </a:xfrm>
          <a:prstGeom prst="rect">
            <a:avLst/>
          </a:prstGeom>
          <a:solidFill>
            <a:schemeClr val="bg1">
              <a:lumMod val="95000"/>
            </a:schemeClr>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a:solidFill>
                  <a:srgbClr val="5C4E63"/>
                </a:solidFill>
                <a:latin typeface="Avenir Next LT Pro" panose="020B0504020202020204" pitchFamily="34" charset="0"/>
              </a:rPr>
              <a:t>Most important point is that arriving participants accept the prioritization of step 2. </a:t>
            </a:r>
          </a:p>
          <a:p>
            <a:r>
              <a:rPr lang="en-US" sz="1400">
                <a:solidFill>
                  <a:srgbClr val="5C4E63"/>
                </a:solidFill>
                <a:latin typeface="Avenir Next LT Pro" panose="020B0504020202020204" pitchFamily="34" charset="0"/>
              </a:rPr>
              <a:t>They will have to rely on other participants to understand the different levels of step 3 and 4.</a:t>
            </a:r>
          </a:p>
          <a:p>
            <a:r>
              <a:rPr lang="en-US" sz="1400">
                <a:solidFill>
                  <a:srgbClr val="5C4E63"/>
                </a:solidFill>
                <a:latin typeface="Avenir Next LT Pro" panose="020B0504020202020204" pitchFamily="34" charset="0"/>
              </a:rPr>
              <a:t>If a large majority arrives after step 1, it is best to repeat step 1 (explanation). </a:t>
            </a:r>
          </a:p>
        </p:txBody>
      </p:sp>
      <p:sp>
        <p:nvSpPr>
          <p:cNvPr id="12" name="Espace réservé du texte 2">
            <a:extLst>
              <a:ext uri="{FF2B5EF4-FFF2-40B4-BE49-F238E27FC236}">
                <a16:creationId xmlns:a16="http://schemas.microsoft.com/office/drawing/2014/main" id="{7D82FFEC-2A8B-207C-DB1B-254B5D7AC06C}"/>
              </a:ext>
            </a:extLst>
          </p:cNvPr>
          <p:cNvSpPr txBox="1">
            <a:spLocks/>
          </p:cNvSpPr>
          <p:nvPr/>
        </p:nvSpPr>
        <p:spPr>
          <a:xfrm>
            <a:off x="6338344" y="2432456"/>
            <a:ext cx="2412076" cy="503237"/>
          </a:xfrm>
          <a:prstGeom prst="rect">
            <a:avLst/>
          </a:prstGeom>
          <a:solidFill>
            <a:srgbClr val="5C4E63"/>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00">
                <a:solidFill>
                  <a:schemeClr val="bg1"/>
                </a:solidFill>
                <a:latin typeface="Avenir Next LT Pro" panose="020B0504020202020204" pitchFamily="34" charset="0"/>
              </a:rPr>
              <a:t>How do you adapt if participants arrive at different times or in dribs and drabs? </a:t>
            </a:r>
          </a:p>
        </p:txBody>
      </p:sp>
      <p:sp>
        <p:nvSpPr>
          <p:cNvPr id="13" name="Espace réservé du texte 17">
            <a:extLst>
              <a:ext uri="{FF2B5EF4-FFF2-40B4-BE49-F238E27FC236}">
                <a16:creationId xmlns:a16="http://schemas.microsoft.com/office/drawing/2014/main" id="{FED9094B-B3C7-164A-A246-7F4D05ABBAB3}"/>
              </a:ext>
            </a:extLst>
          </p:cNvPr>
          <p:cNvSpPr txBox="1">
            <a:spLocks/>
          </p:cNvSpPr>
          <p:nvPr/>
        </p:nvSpPr>
        <p:spPr>
          <a:xfrm>
            <a:off x="9106297" y="2935693"/>
            <a:ext cx="2404138" cy="2845981"/>
          </a:xfrm>
          <a:prstGeom prst="rect">
            <a:avLst/>
          </a:prstGeom>
          <a:solidFill>
            <a:schemeClr val="bg1">
              <a:lumMod val="95000"/>
            </a:schemeClr>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a:solidFill>
                  <a:srgbClr val="5C4E63"/>
                </a:solidFill>
                <a:latin typeface="Avenir Next LT Pro" panose="020B0504020202020204" pitchFamily="34" charset="0"/>
              </a:rPr>
              <a:t>Participants should stay at least up to step 3 and contributors up to step 4. </a:t>
            </a:r>
          </a:p>
          <a:p>
            <a:r>
              <a:rPr lang="en-US" sz="1400">
                <a:solidFill>
                  <a:srgbClr val="5C4E63"/>
                </a:solidFill>
                <a:latin typeface="Avenir Next LT Pro" panose="020B0504020202020204" pitchFamily="34" charset="0"/>
              </a:rPr>
              <a:t>Otherwise, postpone the second part of the meeting</a:t>
            </a:r>
          </a:p>
        </p:txBody>
      </p:sp>
      <p:sp>
        <p:nvSpPr>
          <p:cNvPr id="14" name="Espace réservé du texte 2">
            <a:extLst>
              <a:ext uri="{FF2B5EF4-FFF2-40B4-BE49-F238E27FC236}">
                <a16:creationId xmlns:a16="http://schemas.microsoft.com/office/drawing/2014/main" id="{4EFAE2A6-6588-A55C-2B6E-23BEDE366FEE}"/>
              </a:ext>
            </a:extLst>
          </p:cNvPr>
          <p:cNvSpPr txBox="1">
            <a:spLocks/>
          </p:cNvSpPr>
          <p:nvPr/>
        </p:nvSpPr>
        <p:spPr>
          <a:xfrm>
            <a:off x="9098359" y="2432455"/>
            <a:ext cx="2412076" cy="503237"/>
          </a:xfrm>
          <a:prstGeom prst="rect">
            <a:avLst/>
          </a:prstGeom>
          <a:solidFill>
            <a:srgbClr val="5C4E63"/>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00">
                <a:solidFill>
                  <a:schemeClr val="bg1"/>
                </a:solidFill>
                <a:latin typeface="Avenir Next LT Pro" panose="020B0504020202020204" pitchFamily="34" charset="0"/>
              </a:rPr>
              <a:t>If participants leave during the workshop, how do you deal with the remaining participants? </a:t>
            </a:r>
          </a:p>
        </p:txBody>
      </p:sp>
      <p:pic>
        <p:nvPicPr>
          <p:cNvPr id="3" name="Graphique 2" descr="Personne confuse avec un remplissage uni">
            <a:extLst>
              <a:ext uri="{FF2B5EF4-FFF2-40B4-BE49-F238E27FC236}">
                <a16:creationId xmlns:a16="http://schemas.microsoft.com/office/drawing/2014/main" id="{EC47456A-44DE-549A-4B87-2459E02969A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2128" y="1857397"/>
            <a:ext cx="575058" cy="575058"/>
          </a:xfrm>
          <a:prstGeom prst="rect">
            <a:avLst/>
          </a:prstGeom>
        </p:spPr>
      </p:pic>
      <p:pic>
        <p:nvPicPr>
          <p:cNvPr id="4" name="Graphique 3" descr="Personne confuse avec un remplissage uni">
            <a:extLst>
              <a:ext uri="{FF2B5EF4-FFF2-40B4-BE49-F238E27FC236}">
                <a16:creationId xmlns:a16="http://schemas.microsoft.com/office/drawing/2014/main" id="{C5B72942-37D4-EBAC-2300-3A0AF299E8F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85748" y="1890425"/>
            <a:ext cx="575058" cy="575058"/>
          </a:xfrm>
          <a:prstGeom prst="rect">
            <a:avLst/>
          </a:prstGeom>
        </p:spPr>
      </p:pic>
      <p:pic>
        <p:nvPicPr>
          <p:cNvPr id="7" name="Graphique 6" descr="Personne confuse avec un remplissage uni">
            <a:extLst>
              <a:ext uri="{FF2B5EF4-FFF2-40B4-BE49-F238E27FC236}">
                <a16:creationId xmlns:a16="http://schemas.microsoft.com/office/drawing/2014/main" id="{E3A4CD3C-10D3-AAB0-9B0C-14871CE5B18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04580" y="1766138"/>
            <a:ext cx="575058" cy="575058"/>
          </a:xfrm>
          <a:prstGeom prst="rect">
            <a:avLst/>
          </a:prstGeom>
        </p:spPr>
      </p:pic>
      <p:pic>
        <p:nvPicPr>
          <p:cNvPr id="8" name="Graphique 7" descr="Personne confuse avec un remplissage uni">
            <a:extLst>
              <a:ext uri="{FF2B5EF4-FFF2-40B4-BE49-F238E27FC236}">
                <a16:creationId xmlns:a16="http://schemas.microsoft.com/office/drawing/2014/main" id="{E1B1AC01-4B66-4CD1-F0A4-01DC6EC39F0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65568" y="1870186"/>
            <a:ext cx="575058" cy="575058"/>
          </a:xfrm>
          <a:prstGeom prst="rect">
            <a:avLst/>
          </a:prstGeom>
        </p:spPr>
      </p:pic>
      <p:pic>
        <p:nvPicPr>
          <p:cNvPr id="15" name="Graphique 14" descr="Personne confuse avec un remplissage uni">
            <a:extLst>
              <a:ext uri="{FF2B5EF4-FFF2-40B4-BE49-F238E27FC236}">
                <a16:creationId xmlns:a16="http://schemas.microsoft.com/office/drawing/2014/main" id="{87C147E1-83A9-4114-7B5A-00CB52F599B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85074" y="1890424"/>
            <a:ext cx="575058" cy="575058"/>
          </a:xfrm>
          <a:prstGeom prst="rect">
            <a:avLst/>
          </a:prstGeom>
        </p:spPr>
      </p:pic>
      <p:pic>
        <p:nvPicPr>
          <p:cNvPr id="16" name="Graphique 15" descr="Personne confuse avec un remplissage uni">
            <a:extLst>
              <a:ext uri="{FF2B5EF4-FFF2-40B4-BE49-F238E27FC236}">
                <a16:creationId xmlns:a16="http://schemas.microsoft.com/office/drawing/2014/main" id="{5E3CBAEF-F399-23CD-DC90-A5D23F5770E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82519" y="1890424"/>
            <a:ext cx="575058" cy="575058"/>
          </a:xfrm>
          <a:prstGeom prst="rect">
            <a:avLst/>
          </a:prstGeom>
        </p:spPr>
      </p:pic>
      <p:pic>
        <p:nvPicPr>
          <p:cNvPr id="17" name="Graphique 16" descr="Personne confuse avec un remplissage uni">
            <a:extLst>
              <a:ext uri="{FF2B5EF4-FFF2-40B4-BE49-F238E27FC236}">
                <a16:creationId xmlns:a16="http://schemas.microsoft.com/office/drawing/2014/main" id="{20D46EB4-BB1B-EB74-3F43-6384AF70C4F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000308" y="1858825"/>
            <a:ext cx="575058" cy="575058"/>
          </a:xfrm>
          <a:prstGeom prst="rect">
            <a:avLst/>
          </a:prstGeom>
        </p:spPr>
      </p:pic>
      <p:pic>
        <p:nvPicPr>
          <p:cNvPr id="18" name="Graphique 17" descr="Personne confuse avec un remplissage uni">
            <a:extLst>
              <a:ext uri="{FF2B5EF4-FFF2-40B4-BE49-F238E27FC236}">
                <a16:creationId xmlns:a16="http://schemas.microsoft.com/office/drawing/2014/main" id="{70BBEA47-D4C9-5C19-5E89-5648330C377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000308" y="1734539"/>
            <a:ext cx="575058" cy="575058"/>
          </a:xfrm>
          <a:prstGeom prst="rect">
            <a:avLst/>
          </a:prstGeom>
        </p:spPr>
      </p:pic>
      <p:pic>
        <p:nvPicPr>
          <p:cNvPr id="19" name="Graphique 18" descr="Personne confuse avec un remplissage uni">
            <a:extLst>
              <a:ext uri="{FF2B5EF4-FFF2-40B4-BE49-F238E27FC236}">
                <a16:creationId xmlns:a16="http://schemas.microsoft.com/office/drawing/2014/main" id="{AF70772E-8C14-430D-C61A-B2D84C10303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153097" y="1797737"/>
            <a:ext cx="575058" cy="575058"/>
          </a:xfrm>
          <a:prstGeom prst="rect">
            <a:avLst/>
          </a:prstGeom>
        </p:spPr>
      </p:pic>
      <p:pic>
        <p:nvPicPr>
          <p:cNvPr id="20" name="Graphique 19" descr="Personne confuse avec un remplissage uni">
            <a:extLst>
              <a:ext uri="{FF2B5EF4-FFF2-40B4-BE49-F238E27FC236}">
                <a16:creationId xmlns:a16="http://schemas.microsoft.com/office/drawing/2014/main" id="{5BB490CB-3DAC-5412-68ED-628B9E7F0D6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25392" y="1858825"/>
            <a:ext cx="575058" cy="575058"/>
          </a:xfrm>
          <a:prstGeom prst="rect">
            <a:avLst/>
          </a:prstGeom>
        </p:spPr>
      </p:pic>
      <p:pic>
        <p:nvPicPr>
          <p:cNvPr id="21" name="Graphique 20" descr="Personne confuse avec un remplissage uni">
            <a:extLst>
              <a:ext uri="{FF2B5EF4-FFF2-40B4-BE49-F238E27FC236}">
                <a16:creationId xmlns:a16="http://schemas.microsoft.com/office/drawing/2014/main" id="{0E2A16CC-A592-9277-248C-8C5D69DF794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394555" y="1764710"/>
            <a:ext cx="575058" cy="575058"/>
          </a:xfrm>
          <a:prstGeom prst="rect">
            <a:avLst/>
          </a:prstGeom>
        </p:spPr>
      </p:pic>
      <p:pic>
        <p:nvPicPr>
          <p:cNvPr id="31" name="Graphique 30" descr="Personne confuse avec un remplissage uni">
            <a:extLst>
              <a:ext uri="{FF2B5EF4-FFF2-40B4-BE49-F238E27FC236}">
                <a16:creationId xmlns:a16="http://schemas.microsoft.com/office/drawing/2014/main" id="{788A59AC-DDA8-7230-15BC-DBA063D444D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0283" y="1733111"/>
            <a:ext cx="575058" cy="575058"/>
          </a:xfrm>
          <a:prstGeom prst="rect">
            <a:avLst/>
          </a:prstGeom>
        </p:spPr>
      </p:pic>
      <p:pic>
        <p:nvPicPr>
          <p:cNvPr id="32" name="Graphique 31" descr="Personne confuse avec un remplissage uni">
            <a:extLst>
              <a:ext uri="{FF2B5EF4-FFF2-40B4-BE49-F238E27FC236}">
                <a16:creationId xmlns:a16="http://schemas.microsoft.com/office/drawing/2014/main" id="{51ABF49E-AA69-DE1B-30A1-5DDAD1E45DA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43072" y="1796309"/>
            <a:ext cx="575058" cy="575058"/>
          </a:xfrm>
          <a:prstGeom prst="rect">
            <a:avLst/>
          </a:prstGeom>
        </p:spPr>
      </p:pic>
      <p:pic>
        <p:nvPicPr>
          <p:cNvPr id="33" name="Graphique 32" descr="Personne confuse avec un remplissage uni">
            <a:extLst>
              <a:ext uri="{FF2B5EF4-FFF2-40B4-BE49-F238E27FC236}">
                <a16:creationId xmlns:a16="http://schemas.microsoft.com/office/drawing/2014/main" id="{EFC1671D-F1A9-BC9F-E3E3-3E68DDEE495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15367" y="1857397"/>
            <a:ext cx="575058" cy="575058"/>
          </a:xfrm>
          <a:prstGeom prst="rect">
            <a:avLst/>
          </a:prstGeom>
        </p:spPr>
      </p:pic>
      <p:pic>
        <p:nvPicPr>
          <p:cNvPr id="34" name="Graphique 33" descr="Personne confuse avec un remplissage uni">
            <a:extLst>
              <a:ext uri="{FF2B5EF4-FFF2-40B4-BE49-F238E27FC236}">
                <a16:creationId xmlns:a16="http://schemas.microsoft.com/office/drawing/2014/main" id="{CA7E195C-C531-BBC6-2867-31597C2620F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128434" y="1672023"/>
            <a:ext cx="575058" cy="575058"/>
          </a:xfrm>
          <a:prstGeom prst="rect">
            <a:avLst/>
          </a:prstGeom>
        </p:spPr>
      </p:pic>
      <p:pic>
        <p:nvPicPr>
          <p:cNvPr id="35" name="Graphique 34" descr="Personne confuse avec un remplissage uni">
            <a:extLst>
              <a:ext uri="{FF2B5EF4-FFF2-40B4-BE49-F238E27FC236}">
                <a16:creationId xmlns:a16="http://schemas.microsoft.com/office/drawing/2014/main" id="{1E408969-0968-790E-3C2D-D794F9D4246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24162" y="1640424"/>
            <a:ext cx="575058" cy="575058"/>
          </a:xfrm>
          <a:prstGeom prst="rect">
            <a:avLst/>
          </a:prstGeom>
        </p:spPr>
      </p:pic>
      <p:pic>
        <p:nvPicPr>
          <p:cNvPr id="36" name="Graphique 35" descr="Personne confuse avec un remplissage uni">
            <a:extLst>
              <a:ext uri="{FF2B5EF4-FFF2-40B4-BE49-F238E27FC236}">
                <a16:creationId xmlns:a16="http://schemas.microsoft.com/office/drawing/2014/main" id="{73BED8D9-8F7F-2C14-660F-2ED95074608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6951" y="1703622"/>
            <a:ext cx="575058" cy="575058"/>
          </a:xfrm>
          <a:prstGeom prst="rect">
            <a:avLst/>
          </a:prstGeom>
        </p:spPr>
      </p:pic>
      <p:pic>
        <p:nvPicPr>
          <p:cNvPr id="39" name="Graphique 38" descr="Personne confuse avec un remplissage uni">
            <a:extLst>
              <a:ext uri="{FF2B5EF4-FFF2-40B4-BE49-F238E27FC236}">
                <a16:creationId xmlns:a16="http://schemas.microsoft.com/office/drawing/2014/main" id="{6BE17044-C07E-F119-917B-5FA766E6596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49246" y="1764710"/>
            <a:ext cx="575058" cy="575058"/>
          </a:xfrm>
          <a:prstGeom prst="rect">
            <a:avLst/>
          </a:prstGeom>
        </p:spPr>
      </p:pic>
      <p:pic>
        <p:nvPicPr>
          <p:cNvPr id="40" name="Graphique 39" descr="Personne confuse avec un remplissage uni">
            <a:extLst>
              <a:ext uri="{FF2B5EF4-FFF2-40B4-BE49-F238E27FC236}">
                <a16:creationId xmlns:a16="http://schemas.microsoft.com/office/drawing/2014/main" id="{E483A00B-D6A6-7D56-6377-A58EAC5376D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48552" y="1772535"/>
            <a:ext cx="575058" cy="575058"/>
          </a:xfrm>
          <a:prstGeom prst="rect">
            <a:avLst/>
          </a:prstGeom>
        </p:spPr>
      </p:pic>
      <p:pic>
        <p:nvPicPr>
          <p:cNvPr id="41" name="Graphique 40" descr="Personne confuse avec un remplissage uni">
            <a:extLst>
              <a:ext uri="{FF2B5EF4-FFF2-40B4-BE49-F238E27FC236}">
                <a16:creationId xmlns:a16="http://schemas.microsoft.com/office/drawing/2014/main" id="{E7217530-F666-0C61-7FC1-EC691A97242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144280" y="1740936"/>
            <a:ext cx="575058" cy="575058"/>
          </a:xfrm>
          <a:prstGeom prst="rect">
            <a:avLst/>
          </a:prstGeom>
        </p:spPr>
      </p:pic>
      <p:pic>
        <p:nvPicPr>
          <p:cNvPr id="42" name="Graphique 41" descr="Personne confuse avec un remplissage uni">
            <a:extLst>
              <a:ext uri="{FF2B5EF4-FFF2-40B4-BE49-F238E27FC236}">
                <a16:creationId xmlns:a16="http://schemas.microsoft.com/office/drawing/2014/main" id="{8CD3BD35-4347-C5DF-EBBA-5DABFACACAA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97069" y="1804134"/>
            <a:ext cx="575058" cy="575058"/>
          </a:xfrm>
          <a:prstGeom prst="rect">
            <a:avLst/>
          </a:prstGeom>
        </p:spPr>
      </p:pic>
      <p:pic>
        <p:nvPicPr>
          <p:cNvPr id="43" name="Graphique 42" descr="Personne confuse avec un remplissage uni">
            <a:extLst>
              <a:ext uri="{FF2B5EF4-FFF2-40B4-BE49-F238E27FC236}">
                <a16:creationId xmlns:a16="http://schemas.microsoft.com/office/drawing/2014/main" id="{EBABB49B-6271-EE0E-3804-FB43A903E61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69364" y="1865222"/>
            <a:ext cx="575058" cy="575058"/>
          </a:xfrm>
          <a:prstGeom prst="rect">
            <a:avLst/>
          </a:prstGeom>
        </p:spPr>
      </p:pic>
      <p:pic>
        <p:nvPicPr>
          <p:cNvPr id="44" name="Graphique 43" descr="Personne confuse avec un remplissage uni">
            <a:extLst>
              <a:ext uri="{FF2B5EF4-FFF2-40B4-BE49-F238E27FC236}">
                <a16:creationId xmlns:a16="http://schemas.microsoft.com/office/drawing/2014/main" id="{D849AE62-153A-5FCD-0091-DAF96CAC2A6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42860" y="1783897"/>
            <a:ext cx="575058" cy="575058"/>
          </a:xfrm>
          <a:prstGeom prst="rect">
            <a:avLst/>
          </a:prstGeom>
        </p:spPr>
      </p:pic>
      <p:pic>
        <p:nvPicPr>
          <p:cNvPr id="45" name="Graphique 44" descr="Personne confuse avec un remplissage uni">
            <a:extLst>
              <a:ext uri="{FF2B5EF4-FFF2-40B4-BE49-F238E27FC236}">
                <a16:creationId xmlns:a16="http://schemas.microsoft.com/office/drawing/2014/main" id="{3F22E81E-1579-5F54-83B4-8BDA317A509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38588" y="1752298"/>
            <a:ext cx="575058" cy="575058"/>
          </a:xfrm>
          <a:prstGeom prst="rect">
            <a:avLst/>
          </a:prstGeom>
        </p:spPr>
      </p:pic>
      <p:pic>
        <p:nvPicPr>
          <p:cNvPr id="46" name="Graphique 45" descr="Personne confuse avec un remplissage uni">
            <a:extLst>
              <a:ext uri="{FF2B5EF4-FFF2-40B4-BE49-F238E27FC236}">
                <a16:creationId xmlns:a16="http://schemas.microsoft.com/office/drawing/2014/main" id="{08125095-F560-01E3-61C3-3ECF0370B34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91377" y="1815496"/>
            <a:ext cx="575058" cy="575058"/>
          </a:xfrm>
          <a:prstGeom prst="rect">
            <a:avLst/>
          </a:prstGeom>
        </p:spPr>
      </p:pic>
      <p:pic>
        <p:nvPicPr>
          <p:cNvPr id="47" name="Graphique 46" descr="Personne confuse avec un remplissage uni">
            <a:extLst>
              <a:ext uri="{FF2B5EF4-FFF2-40B4-BE49-F238E27FC236}">
                <a16:creationId xmlns:a16="http://schemas.microsoft.com/office/drawing/2014/main" id="{3DEB07EB-2BE7-52B6-8EF9-0169345C815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163672" y="1876584"/>
            <a:ext cx="575058" cy="575058"/>
          </a:xfrm>
          <a:prstGeom prst="rect">
            <a:avLst/>
          </a:prstGeom>
        </p:spPr>
      </p:pic>
      <p:sp>
        <p:nvSpPr>
          <p:cNvPr id="48" name="Flèche : droite 47">
            <a:extLst>
              <a:ext uri="{FF2B5EF4-FFF2-40B4-BE49-F238E27FC236}">
                <a16:creationId xmlns:a16="http://schemas.microsoft.com/office/drawing/2014/main" id="{307D5A4B-80FC-B7DA-6B22-5B838B0C87E6}"/>
              </a:ext>
            </a:extLst>
          </p:cNvPr>
          <p:cNvSpPr/>
          <p:nvPr/>
        </p:nvSpPr>
        <p:spPr>
          <a:xfrm>
            <a:off x="6327036" y="2076387"/>
            <a:ext cx="2423384" cy="202293"/>
          </a:xfrm>
          <a:prstGeom prst="rightArrow">
            <a:avLst/>
          </a:prstGeom>
          <a:solidFill>
            <a:srgbClr val="34657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Graphique 49" descr="Personne confuse avec un remplissage uni">
            <a:extLst>
              <a:ext uri="{FF2B5EF4-FFF2-40B4-BE49-F238E27FC236}">
                <a16:creationId xmlns:a16="http://schemas.microsoft.com/office/drawing/2014/main" id="{FBBB0681-6755-B49A-9879-B74DCD47FEA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23953" y="1886136"/>
            <a:ext cx="575058" cy="575058"/>
          </a:xfrm>
          <a:prstGeom prst="rect">
            <a:avLst/>
          </a:prstGeom>
        </p:spPr>
      </p:pic>
      <p:pic>
        <p:nvPicPr>
          <p:cNvPr id="51" name="Graphique 50" descr="Personne confuse avec un remplissage uni">
            <a:extLst>
              <a:ext uri="{FF2B5EF4-FFF2-40B4-BE49-F238E27FC236}">
                <a16:creationId xmlns:a16="http://schemas.microsoft.com/office/drawing/2014/main" id="{08158215-87DC-4BAC-42D6-58F97DA325E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52866" y="1769675"/>
            <a:ext cx="575058" cy="575058"/>
          </a:xfrm>
          <a:prstGeom prst="rect">
            <a:avLst/>
          </a:prstGeom>
        </p:spPr>
      </p:pic>
      <p:pic>
        <p:nvPicPr>
          <p:cNvPr id="52" name="Graphique 51" descr="Personne confuse avec un remplissage uni">
            <a:extLst>
              <a:ext uri="{FF2B5EF4-FFF2-40B4-BE49-F238E27FC236}">
                <a16:creationId xmlns:a16="http://schemas.microsoft.com/office/drawing/2014/main" id="{6C1BA350-E625-88D8-6D58-57DA1B26BA3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05655" y="1832873"/>
            <a:ext cx="575058" cy="575058"/>
          </a:xfrm>
          <a:prstGeom prst="rect">
            <a:avLst/>
          </a:prstGeom>
        </p:spPr>
      </p:pic>
      <p:pic>
        <p:nvPicPr>
          <p:cNvPr id="53" name="Graphique 52" descr="Personne confuse avec un remplissage uni">
            <a:extLst>
              <a:ext uri="{FF2B5EF4-FFF2-40B4-BE49-F238E27FC236}">
                <a16:creationId xmlns:a16="http://schemas.microsoft.com/office/drawing/2014/main" id="{7C535362-48E7-3082-851B-5AB3EAA3964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77950" y="1893961"/>
            <a:ext cx="575058" cy="575058"/>
          </a:xfrm>
          <a:prstGeom prst="rect">
            <a:avLst/>
          </a:prstGeom>
        </p:spPr>
      </p:pic>
      <p:pic>
        <p:nvPicPr>
          <p:cNvPr id="54" name="Graphique 53" descr="Personne confuse avec un remplissage uni">
            <a:extLst>
              <a:ext uri="{FF2B5EF4-FFF2-40B4-BE49-F238E27FC236}">
                <a16:creationId xmlns:a16="http://schemas.microsoft.com/office/drawing/2014/main" id="{F226F8EC-A0DC-7B3E-EA2B-1DAE01F14CC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47174" y="1781037"/>
            <a:ext cx="575058" cy="575058"/>
          </a:xfrm>
          <a:prstGeom prst="rect">
            <a:avLst/>
          </a:prstGeom>
        </p:spPr>
      </p:pic>
      <p:pic>
        <p:nvPicPr>
          <p:cNvPr id="55" name="Graphique 54" descr="Personne confuse avec un remplissage uni">
            <a:extLst>
              <a:ext uri="{FF2B5EF4-FFF2-40B4-BE49-F238E27FC236}">
                <a16:creationId xmlns:a16="http://schemas.microsoft.com/office/drawing/2014/main" id="{C00EE930-0541-42FC-6740-216EB6C7BE2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99963" y="1844235"/>
            <a:ext cx="575058" cy="575058"/>
          </a:xfrm>
          <a:prstGeom prst="rect">
            <a:avLst/>
          </a:prstGeom>
        </p:spPr>
      </p:pic>
      <p:pic>
        <p:nvPicPr>
          <p:cNvPr id="56" name="Graphique 55" descr="Personne confuse avec un remplissage uni">
            <a:extLst>
              <a:ext uri="{FF2B5EF4-FFF2-40B4-BE49-F238E27FC236}">
                <a16:creationId xmlns:a16="http://schemas.microsoft.com/office/drawing/2014/main" id="{4E459D50-9B72-83AD-7807-0C645B97CF1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29975" y="1671498"/>
            <a:ext cx="575058" cy="575058"/>
          </a:xfrm>
          <a:prstGeom prst="rect">
            <a:avLst/>
          </a:prstGeom>
        </p:spPr>
      </p:pic>
      <p:pic>
        <p:nvPicPr>
          <p:cNvPr id="57" name="Graphique 56" descr="Personne confuse avec un remplissage uni">
            <a:extLst>
              <a:ext uri="{FF2B5EF4-FFF2-40B4-BE49-F238E27FC236}">
                <a16:creationId xmlns:a16="http://schemas.microsoft.com/office/drawing/2014/main" id="{5A060EA3-3F3C-342C-09A7-66BCB9F6E74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26847" y="1844235"/>
            <a:ext cx="575058" cy="575058"/>
          </a:xfrm>
          <a:prstGeom prst="rect">
            <a:avLst/>
          </a:prstGeom>
        </p:spPr>
      </p:pic>
      <p:pic>
        <p:nvPicPr>
          <p:cNvPr id="58" name="Graphique 57" descr="Personne confuse avec un remplissage uni">
            <a:extLst>
              <a:ext uri="{FF2B5EF4-FFF2-40B4-BE49-F238E27FC236}">
                <a16:creationId xmlns:a16="http://schemas.microsoft.com/office/drawing/2014/main" id="{C8C9D70D-37C6-9038-3B8F-7F4ACB340EE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75362" y="1815496"/>
            <a:ext cx="575058" cy="575058"/>
          </a:xfrm>
          <a:prstGeom prst="rect">
            <a:avLst/>
          </a:prstGeom>
        </p:spPr>
      </p:pic>
      <p:pic>
        <p:nvPicPr>
          <p:cNvPr id="60" name="Graphique 59" descr="Horloge avec un remplissage uni">
            <a:extLst>
              <a:ext uri="{FF2B5EF4-FFF2-40B4-BE49-F238E27FC236}">
                <a16:creationId xmlns:a16="http://schemas.microsoft.com/office/drawing/2014/main" id="{58D53E30-77CE-0697-79EA-8C830A37A3E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14611" y="1152216"/>
            <a:ext cx="540658" cy="540658"/>
          </a:xfrm>
          <a:prstGeom prst="rect">
            <a:avLst/>
          </a:prstGeom>
        </p:spPr>
      </p:pic>
      <p:pic>
        <p:nvPicPr>
          <p:cNvPr id="71" name="Graphique 70" descr="Horloge avec un remplissage uni">
            <a:extLst>
              <a:ext uri="{FF2B5EF4-FFF2-40B4-BE49-F238E27FC236}">
                <a16:creationId xmlns:a16="http://schemas.microsoft.com/office/drawing/2014/main" id="{F6E77051-60DC-A585-29F4-77DA07BD3DE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012307" y="1224052"/>
            <a:ext cx="540658" cy="540658"/>
          </a:xfrm>
          <a:prstGeom prst="rect">
            <a:avLst/>
          </a:prstGeom>
        </p:spPr>
      </p:pic>
      <p:sp>
        <p:nvSpPr>
          <p:cNvPr id="74" name="Flèche : droite 73">
            <a:extLst>
              <a:ext uri="{FF2B5EF4-FFF2-40B4-BE49-F238E27FC236}">
                <a16:creationId xmlns:a16="http://schemas.microsoft.com/office/drawing/2014/main" id="{3BAF8F74-B073-3313-A851-A591FAD95150}"/>
              </a:ext>
            </a:extLst>
          </p:cNvPr>
          <p:cNvSpPr/>
          <p:nvPr/>
        </p:nvSpPr>
        <p:spPr>
          <a:xfrm>
            <a:off x="9082355" y="2020640"/>
            <a:ext cx="2423384" cy="202293"/>
          </a:xfrm>
          <a:prstGeom prst="rightArrow">
            <a:avLst/>
          </a:prstGeom>
          <a:solidFill>
            <a:srgbClr val="34657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Graphique 74" descr="Porte ouverte avec un remplissage uni">
            <a:extLst>
              <a:ext uri="{FF2B5EF4-FFF2-40B4-BE49-F238E27FC236}">
                <a16:creationId xmlns:a16="http://schemas.microsoft.com/office/drawing/2014/main" id="{F834339E-1C25-7F5F-6AEE-DA4F8567211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928023" y="1714559"/>
            <a:ext cx="633034" cy="633034"/>
          </a:xfrm>
          <a:prstGeom prst="rect">
            <a:avLst/>
          </a:prstGeom>
        </p:spPr>
      </p:pic>
      <p:pic>
        <p:nvPicPr>
          <p:cNvPr id="77" name="Graphique 76" descr="Marcher avec un remplissage uni">
            <a:extLst>
              <a:ext uri="{FF2B5EF4-FFF2-40B4-BE49-F238E27FC236}">
                <a16:creationId xmlns:a16="http://schemas.microsoft.com/office/drawing/2014/main" id="{C474F176-CD2D-701B-7C1F-BD9F27BE8EE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552965" y="1734171"/>
            <a:ext cx="582883" cy="582883"/>
          </a:xfrm>
          <a:prstGeom prst="rect">
            <a:avLst/>
          </a:prstGeom>
        </p:spPr>
      </p:pic>
      <p:sp>
        <p:nvSpPr>
          <p:cNvPr id="49" name="Titre 1">
            <a:extLst>
              <a:ext uri="{FF2B5EF4-FFF2-40B4-BE49-F238E27FC236}">
                <a16:creationId xmlns:a16="http://schemas.microsoft.com/office/drawing/2014/main" id="{3D33CD63-14BD-1713-5F95-D26AD0E1D61D}"/>
              </a:ext>
            </a:extLst>
          </p:cNvPr>
          <p:cNvSpPr txBox="1">
            <a:spLocks/>
          </p:cNvSpPr>
          <p:nvPr/>
        </p:nvSpPr>
        <p:spPr>
          <a:xfrm>
            <a:off x="-1" y="0"/>
            <a:ext cx="11357811" cy="13727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srgbClr val="5C4E63"/>
                </a:solidFill>
                <a:latin typeface="Avenir Next LT Pro Light" panose="020B0304020202020204" pitchFamily="34" charset="0"/>
              </a:rPr>
              <a:t>Special cases of facilitation</a:t>
            </a:r>
          </a:p>
        </p:txBody>
      </p:sp>
    </p:spTree>
    <p:extLst>
      <p:ext uri="{BB962C8B-B14F-4D97-AF65-F5344CB8AC3E}">
        <p14:creationId xmlns:p14="http://schemas.microsoft.com/office/powerpoint/2010/main" val="9719988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689503" y="2656377"/>
            <a:ext cx="2404138" cy="3209965"/>
          </a:xfrm>
        </p:spPr>
        <p:txBody>
          <a:bodyPr/>
          <a:lstStyle/>
          <a:p>
            <a:r>
              <a:rPr lang="en-US" sz="1400"/>
              <a:t>If you explain the step 1 well enough, it would be against their own interest not to express their needs.</a:t>
            </a: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681565" y="2153139"/>
            <a:ext cx="2412076" cy="503237"/>
          </a:xfrm>
          <a:solidFill>
            <a:srgbClr val="5C4E63"/>
          </a:solidFill>
        </p:spPr>
        <p:txBody>
          <a:bodyPr>
            <a:normAutofit/>
          </a:bodyPr>
          <a:lstStyle/>
          <a:p>
            <a:pPr>
              <a:lnSpc>
                <a:spcPct val="100000"/>
              </a:lnSpc>
            </a:pPr>
            <a:r>
              <a:rPr lang="en-US" sz="900" dirty="0">
                <a:solidFill>
                  <a:schemeClr val="bg1"/>
                </a:solidFill>
              </a:rPr>
              <a:t>What if the participants don't dare to take the risk of exposing their choices and preferences ?</a:t>
            </a:r>
          </a:p>
        </p:txBody>
      </p:sp>
      <p:sp>
        <p:nvSpPr>
          <p:cNvPr id="9" name="Espace réservé du texte 17">
            <a:extLst>
              <a:ext uri="{FF2B5EF4-FFF2-40B4-BE49-F238E27FC236}">
                <a16:creationId xmlns:a16="http://schemas.microsoft.com/office/drawing/2014/main" id="{5DBD2133-F78E-46EE-2F9B-8284492DEFF8}"/>
              </a:ext>
            </a:extLst>
          </p:cNvPr>
          <p:cNvSpPr txBox="1">
            <a:spLocks/>
          </p:cNvSpPr>
          <p:nvPr/>
        </p:nvSpPr>
        <p:spPr>
          <a:xfrm>
            <a:off x="3441580" y="2656376"/>
            <a:ext cx="2404138" cy="3209965"/>
          </a:xfrm>
          <a:prstGeom prst="rect">
            <a:avLst/>
          </a:prstGeom>
          <a:solidFill>
            <a:schemeClr val="bg1">
              <a:lumMod val="95000"/>
            </a:schemeClr>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a:solidFill>
                  <a:srgbClr val="5C4E63"/>
                </a:solidFill>
                <a:latin typeface="Avenir Next LT Pro" panose="020B0504020202020204" pitchFamily="34" charset="0"/>
              </a:rPr>
              <a:t>Facilitators do not have to master the topics or the practices, but the learning path of any practice in Community of Practice.</a:t>
            </a:r>
          </a:p>
          <a:p>
            <a:r>
              <a:rPr lang="en-US" sz="1400">
                <a:solidFill>
                  <a:srgbClr val="5C4E63"/>
                </a:solidFill>
                <a:latin typeface="Avenir Next LT Pro" panose="020B0504020202020204" pitchFamily="34" charset="0"/>
              </a:rPr>
              <a:t>Facilitators should be at least accompanied with contributors who know some forms of learning activities of each level.</a:t>
            </a:r>
          </a:p>
        </p:txBody>
      </p:sp>
      <p:sp>
        <p:nvSpPr>
          <p:cNvPr id="10" name="Espace réservé du texte 2">
            <a:extLst>
              <a:ext uri="{FF2B5EF4-FFF2-40B4-BE49-F238E27FC236}">
                <a16:creationId xmlns:a16="http://schemas.microsoft.com/office/drawing/2014/main" id="{92F68B32-FB86-1BE6-C047-04E5374446F7}"/>
              </a:ext>
            </a:extLst>
          </p:cNvPr>
          <p:cNvSpPr txBox="1">
            <a:spLocks/>
          </p:cNvSpPr>
          <p:nvPr/>
        </p:nvSpPr>
        <p:spPr>
          <a:xfrm>
            <a:off x="3433642" y="2153139"/>
            <a:ext cx="2412076" cy="503237"/>
          </a:xfrm>
          <a:prstGeom prst="rect">
            <a:avLst/>
          </a:prstGeom>
          <a:solidFill>
            <a:srgbClr val="5C4E63"/>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900">
                <a:solidFill>
                  <a:schemeClr val="bg1"/>
                </a:solidFill>
                <a:latin typeface="Avenir Next LT Pro" panose="020B0504020202020204" pitchFamily="34" charset="0"/>
              </a:rPr>
              <a:t>How do we deal with criticism of the legitimacy of facilitators?</a:t>
            </a:r>
          </a:p>
        </p:txBody>
      </p:sp>
      <p:sp>
        <p:nvSpPr>
          <p:cNvPr id="11" name="Espace réservé du texte 17">
            <a:extLst>
              <a:ext uri="{FF2B5EF4-FFF2-40B4-BE49-F238E27FC236}">
                <a16:creationId xmlns:a16="http://schemas.microsoft.com/office/drawing/2014/main" id="{459DD294-7DDC-00BE-96E8-AD836ED5A025}"/>
              </a:ext>
            </a:extLst>
          </p:cNvPr>
          <p:cNvSpPr txBox="1">
            <a:spLocks/>
          </p:cNvSpPr>
          <p:nvPr/>
        </p:nvSpPr>
        <p:spPr>
          <a:xfrm>
            <a:off x="6193657" y="2656377"/>
            <a:ext cx="2404138" cy="3209965"/>
          </a:xfrm>
          <a:prstGeom prst="rect">
            <a:avLst/>
          </a:prstGeom>
          <a:solidFill>
            <a:schemeClr val="bg1">
              <a:lumMod val="95000"/>
            </a:schemeClr>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a:solidFill>
                  <a:srgbClr val="5C4E63"/>
                </a:solidFill>
                <a:latin typeface="Avenir Next LT Pro" panose="020B0504020202020204" pitchFamily="34" charset="0"/>
              </a:rPr>
              <a:t>If members do not want to participate, it means that they are ok with whatever roadmap the CoP proposes.</a:t>
            </a:r>
          </a:p>
          <a:p>
            <a:r>
              <a:rPr lang="en-US" sz="1400">
                <a:solidFill>
                  <a:srgbClr val="5C4E63"/>
                </a:solidFill>
                <a:latin typeface="Avenir Next LT Pro" panose="020B0504020202020204" pitchFamily="34" charset="0"/>
              </a:rPr>
              <a:t>It either means that they are so flexible that they could take any type of learning path (maybe do some parts by themselves), or that they would not engage in learning path anyway. In both these cases they are not an issue to the result of the workshop.</a:t>
            </a:r>
          </a:p>
        </p:txBody>
      </p:sp>
      <p:sp>
        <p:nvSpPr>
          <p:cNvPr id="12" name="Espace réservé du texte 2">
            <a:extLst>
              <a:ext uri="{FF2B5EF4-FFF2-40B4-BE49-F238E27FC236}">
                <a16:creationId xmlns:a16="http://schemas.microsoft.com/office/drawing/2014/main" id="{7D82FFEC-2A8B-207C-DB1B-254B5D7AC06C}"/>
              </a:ext>
            </a:extLst>
          </p:cNvPr>
          <p:cNvSpPr txBox="1">
            <a:spLocks/>
          </p:cNvSpPr>
          <p:nvPr/>
        </p:nvSpPr>
        <p:spPr>
          <a:xfrm>
            <a:off x="6185719" y="2153139"/>
            <a:ext cx="2412076" cy="503237"/>
          </a:xfrm>
          <a:prstGeom prst="rect">
            <a:avLst/>
          </a:prstGeom>
          <a:solidFill>
            <a:srgbClr val="5C4E63"/>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900">
                <a:solidFill>
                  <a:schemeClr val="bg1"/>
                </a:solidFill>
                <a:latin typeface="Avenir Next LT Pro" panose="020B0504020202020204" pitchFamily="34" charset="0"/>
              </a:rPr>
              <a:t>What if some people do not want to participate?</a:t>
            </a:r>
          </a:p>
        </p:txBody>
      </p:sp>
      <p:sp>
        <p:nvSpPr>
          <p:cNvPr id="13" name="Espace réservé du texte 17">
            <a:extLst>
              <a:ext uri="{FF2B5EF4-FFF2-40B4-BE49-F238E27FC236}">
                <a16:creationId xmlns:a16="http://schemas.microsoft.com/office/drawing/2014/main" id="{FED9094B-B3C7-164A-A246-7F4D05ABBAB3}"/>
              </a:ext>
            </a:extLst>
          </p:cNvPr>
          <p:cNvSpPr txBox="1">
            <a:spLocks/>
          </p:cNvSpPr>
          <p:nvPr/>
        </p:nvSpPr>
        <p:spPr>
          <a:xfrm>
            <a:off x="8953672" y="2656376"/>
            <a:ext cx="2404138" cy="3209965"/>
          </a:xfrm>
          <a:prstGeom prst="rect">
            <a:avLst/>
          </a:prstGeom>
          <a:solidFill>
            <a:schemeClr val="bg1">
              <a:lumMod val="95000"/>
            </a:schemeClr>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solidFill>
                  <a:srgbClr val="5C4E63"/>
                </a:solidFill>
                <a:latin typeface="Avenir Next LT Pro" panose="020B0504020202020204" pitchFamily="34" charset="0"/>
              </a:rPr>
              <a:t>Strong recommendation is to learn well the part 1 before starting, and even read the additional information in the last section of this document.</a:t>
            </a:r>
          </a:p>
        </p:txBody>
      </p:sp>
      <p:sp>
        <p:nvSpPr>
          <p:cNvPr id="14" name="Espace réservé du texte 2">
            <a:extLst>
              <a:ext uri="{FF2B5EF4-FFF2-40B4-BE49-F238E27FC236}">
                <a16:creationId xmlns:a16="http://schemas.microsoft.com/office/drawing/2014/main" id="{4EFAE2A6-6588-A55C-2B6E-23BEDE366FEE}"/>
              </a:ext>
            </a:extLst>
          </p:cNvPr>
          <p:cNvSpPr txBox="1">
            <a:spLocks/>
          </p:cNvSpPr>
          <p:nvPr/>
        </p:nvSpPr>
        <p:spPr>
          <a:xfrm>
            <a:off x="8945734" y="2153138"/>
            <a:ext cx="2412076" cy="503237"/>
          </a:xfrm>
          <a:prstGeom prst="rect">
            <a:avLst/>
          </a:prstGeom>
          <a:solidFill>
            <a:srgbClr val="5C4E63"/>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900">
                <a:solidFill>
                  <a:schemeClr val="bg1"/>
                </a:solidFill>
                <a:latin typeface="Avenir Next LT Pro" panose="020B0504020202020204" pitchFamily="34" charset="0"/>
              </a:rPr>
              <a:t>How can I feel more comfortable introducing myself as a facilitator? </a:t>
            </a:r>
          </a:p>
        </p:txBody>
      </p:sp>
      <p:pic>
        <p:nvPicPr>
          <p:cNvPr id="4" name="Graphique 3" descr="Poing serré avec un remplissage uni">
            <a:extLst>
              <a:ext uri="{FF2B5EF4-FFF2-40B4-BE49-F238E27FC236}">
                <a16:creationId xmlns:a16="http://schemas.microsoft.com/office/drawing/2014/main" id="{671745E4-020C-3E2B-B608-6FF09E34A1B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2716" y="1317707"/>
            <a:ext cx="581879" cy="581879"/>
          </a:xfrm>
          <a:prstGeom prst="rect">
            <a:avLst/>
          </a:prstGeom>
        </p:spPr>
      </p:pic>
      <p:pic>
        <p:nvPicPr>
          <p:cNvPr id="6" name="Graphique 5" descr="Visage en colère avec remplissage uni avec un remplissage uni">
            <a:extLst>
              <a:ext uri="{FF2B5EF4-FFF2-40B4-BE49-F238E27FC236}">
                <a16:creationId xmlns:a16="http://schemas.microsoft.com/office/drawing/2014/main" id="{7FBDCF44-8C15-2F2F-4CF8-E07CAC9ECEF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89012" y="1558630"/>
            <a:ext cx="581879" cy="581879"/>
          </a:xfrm>
          <a:prstGeom prst="rect">
            <a:avLst/>
          </a:prstGeom>
        </p:spPr>
      </p:pic>
      <p:pic>
        <p:nvPicPr>
          <p:cNvPr id="16" name="Graphique 15" descr="Visage grimaçant et transpirant avec remplissage uni avec un remplissage uni">
            <a:extLst>
              <a:ext uri="{FF2B5EF4-FFF2-40B4-BE49-F238E27FC236}">
                <a16:creationId xmlns:a16="http://schemas.microsoft.com/office/drawing/2014/main" id="{AA781C3F-DFAC-BD77-8112-41C7F217D77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30403" y="1447908"/>
            <a:ext cx="650135" cy="650135"/>
          </a:xfrm>
          <a:prstGeom prst="rect">
            <a:avLst/>
          </a:prstGeom>
        </p:spPr>
      </p:pic>
      <p:pic>
        <p:nvPicPr>
          <p:cNvPr id="18" name="Graphique 17" descr="Visage confus avec remplissage solide avec un remplissage uni">
            <a:extLst>
              <a:ext uri="{FF2B5EF4-FFF2-40B4-BE49-F238E27FC236}">
                <a16:creationId xmlns:a16="http://schemas.microsoft.com/office/drawing/2014/main" id="{83FE5F7B-5129-E458-B938-C8341D36A20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079365" y="1519102"/>
            <a:ext cx="633593" cy="633593"/>
          </a:xfrm>
          <a:prstGeom prst="rect">
            <a:avLst/>
          </a:prstGeom>
        </p:spPr>
      </p:pic>
      <p:grpSp>
        <p:nvGrpSpPr>
          <p:cNvPr id="19" name="Groupe 18">
            <a:extLst>
              <a:ext uri="{FF2B5EF4-FFF2-40B4-BE49-F238E27FC236}">
                <a16:creationId xmlns:a16="http://schemas.microsoft.com/office/drawing/2014/main" id="{01C9F016-709D-4BF3-08FD-E74551A3D136}"/>
              </a:ext>
            </a:extLst>
          </p:cNvPr>
          <p:cNvGrpSpPr/>
          <p:nvPr/>
        </p:nvGrpSpPr>
        <p:grpSpPr>
          <a:xfrm>
            <a:off x="9779429" y="1275241"/>
            <a:ext cx="759840" cy="822802"/>
            <a:chOff x="7560150" y="2879049"/>
            <a:chExt cx="982042" cy="1063416"/>
          </a:xfrm>
          <a:solidFill>
            <a:srgbClr val="34657F"/>
          </a:solidFill>
        </p:grpSpPr>
        <p:grpSp>
          <p:nvGrpSpPr>
            <p:cNvPr id="20" name="Groupe 19">
              <a:extLst>
                <a:ext uri="{FF2B5EF4-FFF2-40B4-BE49-F238E27FC236}">
                  <a16:creationId xmlns:a16="http://schemas.microsoft.com/office/drawing/2014/main" id="{7C4C5158-5E42-18E1-DD52-13C9E395F9D2}"/>
                </a:ext>
              </a:extLst>
            </p:cNvPr>
            <p:cNvGrpSpPr/>
            <p:nvPr/>
          </p:nvGrpSpPr>
          <p:grpSpPr>
            <a:xfrm>
              <a:off x="7798849" y="2879049"/>
              <a:ext cx="743343" cy="1063416"/>
              <a:chOff x="6391015" y="3260296"/>
              <a:chExt cx="743343" cy="1063416"/>
            </a:xfrm>
            <a:grpFill/>
          </p:grpSpPr>
          <p:grpSp>
            <p:nvGrpSpPr>
              <p:cNvPr id="31" name="Groupe 30">
                <a:extLst>
                  <a:ext uri="{FF2B5EF4-FFF2-40B4-BE49-F238E27FC236}">
                    <a16:creationId xmlns:a16="http://schemas.microsoft.com/office/drawing/2014/main" id="{84E600AB-6936-0A2A-9096-F0EDCA8BDE02}"/>
                  </a:ext>
                </a:extLst>
              </p:cNvPr>
              <p:cNvGrpSpPr/>
              <p:nvPr/>
            </p:nvGrpSpPr>
            <p:grpSpPr>
              <a:xfrm>
                <a:off x="6391015" y="3260296"/>
                <a:ext cx="743343" cy="1063416"/>
                <a:chOff x="6298348" y="3168316"/>
                <a:chExt cx="867130" cy="1240504"/>
              </a:xfrm>
              <a:grpFill/>
            </p:grpSpPr>
            <p:pic>
              <p:nvPicPr>
                <p:cNvPr id="33" name="Graphique 32" descr="Enseignant avec un remplissage uni">
                  <a:extLst>
                    <a:ext uri="{FF2B5EF4-FFF2-40B4-BE49-F238E27FC236}">
                      <a16:creationId xmlns:a16="http://schemas.microsoft.com/office/drawing/2014/main" id="{09E0F0A1-7A8A-63D0-AA75-7ECE14BFD51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298348" y="3168316"/>
                  <a:ext cx="867130" cy="867130"/>
                </a:xfrm>
                <a:prstGeom prst="rect">
                  <a:avLst/>
                </a:prstGeom>
              </p:spPr>
            </p:pic>
            <p:pic>
              <p:nvPicPr>
                <p:cNvPr id="34" name="Graphique 33" descr="Personne confuse avec un remplissage uni">
                  <a:extLst>
                    <a:ext uri="{FF2B5EF4-FFF2-40B4-BE49-F238E27FC236}">
                      <a16:creationId xmlns:a16="http://schemas.microsoft.com/office/drawing/2014/main" id="{A075FDA6-7623-EA73-BB16-943C1B9C722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34664" t="32545" r="38513" b="-1"/>
                <a:stretch/>
              </p:blipFill>
              <p:spPr>
                <a:xfrm>
                  <a:off x="6367463" y="3792004"/>
                  <a:ext cx="245268" cy="616816"/>
                </a:xfrm>
                <a:prstGeom prst="rect">
                  <a:avLst/>
                </a:prstGeom>
              </p:spPr>
            </p:pic>
            <p:sp>
              <p:nvSpPr>
                <p:cNvPr id="35" name="Rectangle : coins arrondis 34">
                  <a:extLst>
                    <a:ext uri="{FF2B5EF4-FFF2-40B4-BE49-F238E27FC236}">
                      <a16:creationId xmlns:a16="http://schemas.microsoft.com/office/drawing/2014/main" id="{B0D4B82D-9E15-1A8A-844D-20FBB37C45FB}"/>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pic>
            <p:nvPicPr>
              <p:cNvPr id="32" name="Image 31">
                <a:extLst>
                  <a:ext uri="{FF2B5EF4-FFF2-40B4-BE49-F238E27FC236}">
                    <a16:creationId xmlns:a16="http://schemas.microsoft.com/office/drawing/2014/main" id="{914EEB62-210F-36F8-FA6D-C8E815578999}"/>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951983" y="3638955"/>
                <a:ext cx="98432" cy="94958"/>
              </a:xfrm>
              <a:prstGeom prst="rect">
                <a:avLst/>
              </a:prstGeom>
              <a:grpFill/>
              <a:ln>
                <a:noFill/>
              </a:ln>
            </p:spPr>
          </p:pic>
        </p:grpSp>
        <p:pic>
          <p:nvPicPr>
            <p:cNvPr id="21" name="Graphique 20" descr="Presse-papiers mixte avec un remplissage uni">
              <a:extLst>
                <a:ext uri="{FF2B5EF4-FFF2-40B4-BE49-F238E27FC236}">
                  <a16:creationId xmlns:a16="http://schemas.microsoft.com/office/drawing/2014/main" id="{56A29B8D-D3D0-AFC5-13DA-8FF9C628EF7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20207580">
              <a:off x="7560150" y="3329802"/>
              <a:ext cx="314429" cy="314429"/>
            </a:xfrm>
            <a:prstGeom prst="rect">
              <a:avLst/>
            </a:prstGeom>
          </p:spPr>
        </p:pic>
      </p:grpSp>
      <p:pic>
        <p:nvPicPr>
          <p:cNvPr id="39" name="Graphique 38" descr="Signe pouce en haut avec un remplissage uni">
            <a:extLst>
              <a:ext uri="{FF2B5EF4-FFF2-40B4-BE49-F238E27FC236}">
                <a16:creationId xmlns:a16="http://schemas.microsoft.com/office/drawing/2014/main" id="{3217DB3C-F5EE-F44E-5C62-B6EBE003B9A8}"/>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19372495">
            <a:off x="10208287" y="1447908"/>
            <a:ext cx="198173" cy="198173"/>
          </a:xfrm>
          <a:prstGeom prst="rect">
            <a:avLst/>
          </a:prstGeom>
        </p:spPr>
      </p:pic>
      <p:sp>
        <p:nvSpPr>
          <p:cNvPr id="7" name="Titre 1">
            <a:extLst>
              <a:ext uri="{FF2B5EF4-FFF2-40B4-BE49-F238E27FC236}">
                <a16:creationId xmlns:a16="http://schemas.microsoft.com/office/drawing/2014/main" id="{8FE5D073-5719-EAF3-4A29-8010C9280B0E}"/>
              </a:ext>
            </a:extLst>
          </p:cNvPr>
          <p:cNvSpPr txBox="1">
            <a:spLocks/>
          </p:cNvSpPr>
          <p:nvPr/>
        </p:nvSpPr>
        <p:spPr>
          <a:xfrm>
            <a:off x="-1" y="0"/>
            <a:ext cx="11357811" cy="13727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srgbClr val="5C4E63"/>
                </a:solidFill>
                <a:latin typeface="Avenir Next LT Pro Light" panose="020B0304020202020204" pitchFamily="34" charset="0"/>
              </a:rPr>
              <a:t>Special cases of facilitation</a:t>
            </a:r>
          </a:p>
        </p:txBody>
      </p:sp>
    </p:spTree>
    <p:extLst>
      <p:ext uri="{BB962C8B-B14F-4D97-AF65-F5344CB8AC3E}">
        <p14:creationId xmlns:p14="http://schemas.microsoft.com/office/powerpoint/2010/main" val="10938797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5C6F2FF8-FEA8-9E29-FA23-1FDC3C7CDB38}"/>
              </a:ext>
            </a:extLst>
          </p:cNvPr>
          <p:cNvSpPr>
            <a:spLocks noGrp="1"/>
          </p:cNvSpPr>
          <p:nvPr>
            <p:ph type="ctrTitle"/>
          </p:nvPr>
        </p:nvSpPr>
        <p:spPr>
          <a:xfrm>
            <a:off x="7464614" y="1783959"/>
            <a:ext cx="4087306" cy="2889114"/>
          </a:xfrm>
        </p:spPr>
        <p:txBody>
          <a:bodyPr anchor="b">
            <a:normAutofit/>
          </a:bodyPr>
          <a:lstStyle/>
          <a:p>
            <a:pPr algn="l"/>
            <a:r>
              <a:rPr lang="fr-FR" sz="5400">
                <a:solidFill>
                  <a:srgbClr val="5C4E63"/>
                </a:solidFill>
                <a:latin typeface="Avenir Next LT Pro Light" panose="020B0304020202020204" pitchFamily="34" charset="0"/>
              </a:rPr>
              <a:t>Adaptation</a:t>
            </a:r>
          </a:p>
        </p:txBody>
      </p:sp>
      <p:pic>
        <p:nvPicPr>
          <p:cNvPr id="5" name="Image 4" descr="Main couverte de peinture tenant un pinceau">
            <a:extLst>
              <a:ext uri="{FF2B5EF4-FFF2-40B4-BE49-F238E27FC236}">
                <a16:creationId xmlns:a16="http://schemas.microsoft.com/office/drawing/2014/main" id="{CB0B5827-FF19-A501-148D-7484231D0B9C}"/>
              </a:ext>
            </a:extLst>
          </p:cNvPr>
          <p:cNvPicPr>
            <a:picLocks noChangeAspect="1"/>
          </p:cNvPicPr>
          <p:nvPr/>
        </p:nvPicPr>
        <p:blipFill>
          <a:blip r:embed="rId2">
            <a:extLst>
              <a:ext uri="{28A0092B-C50C-407E-A947-70E740481C1C}">
                <a14:useLocalDpi xmlns:a14="http://schemas.microsoft.com/office/drawing/2010/main" val="0"/>
              </a:ext>
            </a:extLst>
          </a:blip>
          <a:srcRect l="15861" r="15861"/>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Tree>
    <p:extLst>
      <p:ext uri="{BB962C8B-B14F-4D97-AF65-F5344CB8AC3E}">
        <p14:creationId xmlns:p14="http://schemas.microsoft.com/office/powerpoint/2010/main" val="15892554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2391858920"/>
              </p:ext>
            </p:extLst>
          </p:nvPr>
        </p:nvGraphicFramePr>
        <p:xfrm>
          <a:off x="6961023" y="1821540"/>
          <a:ext cx="4740676" cy="3506490"/>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a:t>Ideas for variants</a:t>
                      </a:r>
                    </a:p>
                  </a:txBody>
                  <a:tcPr>
                    <a:solidFill>
                      <a:srgbClr val="34657F"/>
                    </a:solidFill>
                  </a:tcPr>
                </a:tc>
                <a:tc hMerge="1">
                  <a:txBody>
                    <a:bodyPr/>
                    <a:lstStyle/>
                    <a:p>
                      <a:endParaRPr lang="fr-FR"/>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a:solidFill>
                            <a:schemeClr val="lt1"/>
                          </a:solidFill>
                          <a:latin typeface="+mn-lt"/>
                          <a:ea typeface="+mn-ea"/>
                          <a:cs typeface="+mn-cs"/>
                        </a:rPr>
                        <a:t>Title of the variant or extension</a:t>
                      </a:r>
                    </a:p>
                  </a:txBody>
                  <a:tcPr>
                    <a:solidFill>
                      <a:srgbClr val="34657F"/>
                    </a:solidFill>
                  </a:tcPr>
                </a:tc>
                <a:tc>
                  <a:txBody>
                    <a:bodyPr/>
                    <a:lstStyle/>
                    <a:p>
                      <a:pPr marL="0" algn="l" defTabSz="914400" rtl="0" eaLnBrk="1" latinLnBrk="0" hangingPunct="1"/>
                      <a:r>
                        <a:rPr lang="fr-FR" sz="1200" b="1" kern="1200">
                          <a:solidFill>
                            <a:schemeClr val="lt1"/>
                          </a:solidFill>
                          <a:latin typeface="+mn-lt"/>
                          <a:ea typeface="+mn-ea"/>
                          <a:cs typeface="+mn-cs"/>
                        </a:rPr>
                        <a:t>Description</a:t>
                      </a:r>
                    </a:p>
                  </a:txBody>
                  <a:tcPr>
                    <a:solidFill>
                      <a:srgbClr val="34657F"/>
                    </a:solidFill>
                  </a:tcPr>
                </a:tc>
                <a:extLst>
                  <a:ext uri="{0D108BD9-81ED-4DB2-BD59-A6C34878D82A}">
                    <a16:rowId xmlns:a16="http://schemas.microsoft.com/office/drawing/2014/main" val="1323693463"/>
                  </a:ext>
                </a:extLst>
              </a:tr>
              <a:tr h="353686">
                <a:tc>
                  <a:txBody>
                    <a:bodyPr/>
                    <a:lstStyle/>
                    <a:p>
                      <a:r>
                        <a:rPr lang="en-US" sz="1100" noProof="0"/>
                        <a:t>Asynchronous version of this workshop</a:t>
                      </a:r>
                    </a:p>
                  </a:txBody>
                  <a:tcPr>
                    <a:solidFill>
                      <a:srgbClr val="D3E4ED"/>
                    </a:solidFill>
                  </a:tcPr>
                </a:tc>
                <a:tc>
                  <a:txBody>
                    <a:bodyPr/>
                    <a:lstStyle/>
                    <a:p>
                      <a:r>
                        <a:rPr lang="en-US" sz="1100" noProof="0" dirty="0"/>
                        <a:t>This workshop could be performed asynchronously by using means for voting or proposing. </a:t>
                      </a:r>
                    </a:p>
                    <a:p>
                      <a:r>
                        <a:rPr lang="en-US" sz="1100" noProof="0" dirty="0"/>
                        <a:t>An interesting extension would be ready to use forms to reproduce the workshop.</a:t>
                      </a:r>
                    </a:p>
                  </a:txBody>
                  <a:tcPr>
                    <a:solidFill>
                      <a:srgbClr val="D3E4ED"/>
                    </a:solidFill>
                  </a:tcPr>
                </a:tc>
                <a:extLst>
                  <a:ext uri="{0D108BD9-81ED-4DB2-BD59-A6C34878D82A}">
                    <a16:rowId xmlns:a16="http://schemas.microsoft.com/office/drawing/2014/main" val="4249539521"/>
                  </a:ext>
                </a:extLst>
              </a:tr>
              <a:tr h="396301">
                <a:tc>
                  <a:txBody>
                    <a:bodyPr/>
                    <a:lstStyle/>
                    <a:p>
                      <a:endParaRPr lang="fr-FR" sz="1100"/>
                    </a:p>
                  </a:txBody>
                  <a:tcPr>
                    <a:solidFill>
                      <a:srgbClr val="D3E4ED"/>
                    </a:solidFill>
                  </a:tcPr>
                </a:tc>
                <a:tc>
                  <a:txBody>
                    <a:bodyPr/>
                    <a:lstStyle/>
                    <a:p>
                      <a:endParaRPr lang="fr-FR" sz="1100"/>
                    </a:p>
                  </a:txBody>
                  <a:tcPr>
                    <a:solidFill>
                      <a:srgbClr val="D3E4ED"/>
                    </a:solidFill>
                  </a:tcPr>
                </a:tc>
                <a:extLst>
                  <a:ext uri="{0D108BD9-81ED-4DB2-BD59-A6C34878D82A}">
                    <a16:rowId xmlns:a16="http://schemas.microsoft.com/office/drawing/2014/main" val="1824107877"/>
                  </a:ext>
                </a:extLst>
              </a:tr>
              <a:tr h="396301">
                <a:tc>
                  <a:txBody>
                    <a:bodyPr/>
                    <a:lstStyle/>
                    <a:p>
                      <a:endParaRPr lang="fr-FR" sz="1100"/>
                    </a:p>
                  </a:txBody>
                  <a:tcPr>
                    <a:solidFill>
                      <a:srgbClr val="D3E4ED"/>
                    </a:solidFill>
                  </a:tcPr>
                </a:tc>
                <a:tc>
                  <a:txBody>
                    <a:bodyPr/>
                    <a:lstStyle/>
                    <a:p>
                      <a:endParaRPr lang="fr-FR" sz="1100"/>
                    </a:p>
                  </a:txBody>
                  <a:tcPr>
                    <a:solidFill>
                      <a:srgbClr val="D3E4ED"/>
                    </a:solidFill>
                  </a:tcPr>
                </a:tc>
                <a:extLst>
                  <a:ext uri="{0D108BD9-81ED-4DB2-BD59-A6C34878D82A}">
                    <a16:rowId xmlns:a16="http://schemas.microsoft.com/office/drawing/2014/main" val="1035027814"/>
                  </a:ext>
                </a:extLst>
              </a:tr>
              <a:tr h="396301">
                <a:tc>
                  <a:txBody>
                    <a:bodyPr/>
                    <a:lstStyle/>
                    <a:p>
                      <a:endParaRPr lang="fr-FR" sz="1100"/>
                    </a:p>
                  </a:txBody>
                  <a:tcPr>
                    <a:solidFill>
                      <a:srgbClr val="D3E4ED"/>
                    </a:solidFill>
                  </a:tcPr>
                </a:tc>
                <a:tc>
                  <a:txBody>
                    <a:bodyPr/>
                    <a:lstStyle/>
                    <a:p>
                      <a:endParaRPr lang="fr-FR" sz="1100"/>
                    </a:p>
                  </a:txBody>
                  <a:tcPr>
                    <a:solidFill>
                      <a:srgbClr val="D3E4ED"/>
                    </a:solidFill>
                  </a:tcPr>
                </a:tc>
                <a:extLst>
                  <a:ext uri="{0D108BD9-81ED-4DB2-BD59-A6C34878D82A}">
                    <a16:rowId xmlns:a16="http://schemas.microsoft.com/office/drawing/2014/main" val="122548462"/>
                  </a:ext>
                </a:extLst>
              </a:tr>
              <a:tr h="396301">
                <a:tc>
                  <a:txBody>
                    <a:bodyPr/>
                    <a:lstStyle/>
                    <a:p>
                      <a:endParaRPr lang="fr-FR" sz="1100"/>
                    </a:p>
                  </a:txBody>
                  <a:tcPr>
                    <a:solidFill>
                      <a:srgbClr val="D3E4ED"/>
                    </a:solidFill>
                  </a:tcPr>
                </a:tc>
                <a:tc>
                  <a:txBody>
                    <a:bodyPr/>
                    <a:lstStyle/>
                    <a:p>
                      <a:endParaRPr lang="fr-FR" sz="1100" dirty="0"/>
                    </a:p>
                  </a:txBody>
                  <a:tcPr>
                    <a:solidFill>
                      <a:srgbClr val="D3E4ED"/>
                    </a:solidFill>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2017811948"/>
              </p:ext>
            </p:extLst>
          </p:nvPr>
        </p:nvGraphicFramePr>
        <p:xfrm>
          <a:off x="362762" y="1821540"/>
          <a:ext cx="6191648" cy="231140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a:t>Version history</a:t>
                      </a:r>
                    </a:p>
                  </a:txBody>
                  <a:tcPr>
                    <a:solidFill>
                      <a:srgbClr val="5C4E63"/>
                    </a:solidFill>
                  </a:tcPr>
                </a:tc>
                <a:tc hMerge="1">
                  <a:txBody>
                    <a:bodyPr/>
                    <a:lstStyle/>
                    <a:p>
                      <a:endParaRPr lang="fr-FR" sz="1200"/>
                    </a:p>
                  </a:txBody>
                  <a:tcPr/>
                </a:tc>
                <a:tc hMerge="1">
                  <a:txBody>
                    <a:bodyPr/>
                    <a:lstStyle/>
                    <a:p>
                      <a:endParaRPr lang="fr-FR" sz="1200"/>
                    </a:p>
                  </a:txBody>
                  <a:tcPr/>
                </a:tc>
                <a:tc hMerge="1">
                  <a:txBody>
                    <a:bodyPr/>
                    <a:lstStyle/>
                    <a:p>
                      <a:endParaRPr lang="fr-FR" sz="120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5C4E63"/>
                    </a:solidFill>
                  </a:tcPr>
                </a:tc>
                <a:tc>
                  <a:txBody>
                    <a:bodyPr/>
                    <a:lstStyle/>
                    <a:p>
                      <a:r>
                        <a:rPr lang="fr-FR" sz="1200" b="1" kern="1200">
                          <a:solidFill>
                            <a:schemeClr val="lt1"/>
                          </a:solidFill>
                          <a:latin typeface="+mn-lt"/>
                          <a:ea typeface="+mn-ea"/>
                          <a:cs typeface="+mn-cs"/>
                        </a:rPr>
                        <a:t>Contributors</a:t>
                      </a:r>
                    </a:p>
                  </a:txBody>
                  <a:tcPr>
                    <a:solidFill>
                      <a:srgbClr val="5C4E63"/>
                    </a:solidFill>
                  </a:tcPr>
                </a:tc>
                <a:tc>
                  <a:txBody>
                    <a:bodyPr/>
                    <a:lstStyle/>
                    <a:p>
                      <a:r>
                        <a:rPr lang="fr-FR" sz="1200" b="1" kern="1200">
                          <a:solidFill>
                            <a:schemeClr val="lt1"/>
                          </a:solidFill>
                          <a:latin typeface="+mn-lt"/>
                          <a:ea typeface="+mn-ea"/>
                          <a:cs typeface="+mn-cs"/>
                        </a:rPr>
                        <a:t>License</a:t>
                      </a:r>
                    </a:p>
                  </a:txBody>
                  <a:tcPr>
                    <a:solidFill>
                      <a:srgbClr val="5C4E63"/>
                    </a:solidFill>
                  </a:tcPr>
                </a:tc>
                <a:tc>
                  <a:txBody>
                    <a:bodyPr/>
                    <a:lstStyle/>
                    <a:p>
                      <a:r>
                        <a:rPr lang="fr-FR" sz="1200" b="1" kern="1200">
                          <a:solidFill>
                            <a:schemeClr val="lt1"/>
                          </a:solidFill>
                          <a:latin typeface="+mn-lt"/>
                          <a:ea typeface="+mn-ea"/>
                          <a:cs typeface="+mn-cs"/>
                        </a:rPr>
                        <a:t>Comments</a:t>
                      </a:r>
                    </a:p>
                  </a:txBody>
                  <a:tcPr>
                    <a:solidFill>
                      <a:srgbClr val="5C4E63"/>
                    </a:solidFill>
                  </a:tcPr>
                </a:tc>
                <a:extLst>
                  <a:ext uri="{0D108BD9-81ED-4DB2-BD59-A6C34878D82A}">
                    <a16:rowId xmlns:a16="http://schemas.microsoft.com/office/drawing/2014/main" val="748113296"/>
                  </a:ext>
                </a:extLst>
              </a:tr>
              <a:tr h="370840">
                <a:tc>
                  <a:txBody>
                    <a:bodyPr/>
                    <a:lstStyle/>
                    <a:p>
                      <a:r>
                        <a:rPr lang="fr-FR" sz="1200"/>
                        <a:t>1.0</a:t>
                      </a:r>
                    </a:p>
                  </a:txBody>
                  <a:tcPr>
                    <a:solidFill>
                      <a:srgbClr val="E5E1E7"/>
                    </a:solidFill>
                  </a:tcPr>
                </a:tc>
                <a:tc>
                  <a:txBody>
                    <a:bodyPr/>
                    <a:lstStyle/>
                    <a:p>
                      <a:r>
                        <a:rPr lang="fr-FR" sz="1200" dirty="0"/>
                        <a:t>Alexandre QUACH</a:t>
                      </a:r>
                    </a:p>
                  </a:txBody>
                  <a:tcPr>
                    <a:solidFill>
                      <a:srgbClr val="E5E1E7"/>
                    </a:solidFill>
                  </a:tcPr>
                </a:tc>
                <a:tc>
                  <a:txBody>
                    <a:bodyPr/>
                    <a:lstStyle/>
                    <a:p>
                      <a:r>
                        <a:rPr lang="fr-FR" sz="1200" dirty="0"/>
                        <a:t>CC-BY 4.0</a:t>
                      </a:r>
                    </a:p>
                  </a:txBody>
                  <a:tcPr>
                    <a:solidFill>
                      <a:srgbClr val="E5E1E7"/>
                    </a:solidFill>
                  </a:tcPr>
                </a:tc>
                <a:tc>
                  <a:txBody>
                    <a:bodyPr/>
                    <a:lstStyle/>
                    <a:p>
                      <a:r>
                        <a:rPr lang="fr-FR" sz="1200" dirty="0"/>
                        <a:t>First version</a:t>
                      </a:r>
                    </a:p>
                  </a:txBody>
                  <a:tcPr>
                    <a:solidFill>
                      <a:srgbClr val="E5E1E7"/>
                    </a:solidFill>
                  </a:tcPr>
                </a:tc>
                <a:extLst>
                  <a:ext uri="{0D108BD9-81ED-4DB2-BD59-A6C34878D82A}">
                    <a16:rowId xmlns:a16="http://schemas.microsoft.com/office/drawing/2014/main" val="2337500579"/>
                  </a:ext>
                </a:extLst>
              </a:tr>
              <a:tr h="370840">
                <a:tc>
                  <a:txBody>
                    <a:bodyPr/>
                    <a:lstStyle/>
                    <a:p>
                      <a:endParaRPr lang="fr-FR" sz="1200"/>
                    </a:p>
                  </a:txBody>
                  <a:tcPr>
                    <a:solidFill>
                      <a:srgbClr val="E5E1E7"/>
                    </a:solidFill>
                  </a:tcPr>
                </a:tc>
                <a:tc>
                  <a:txBody>
                    <a:bodyPr/>
                    <a:lstStyle/>
                    <a:p>
                      <a:endParaRPr lang="fr-FR" sz="1200"/>
                    </a:p>
                  </a:txBody>
                  <a:tcPr>
                    <a:solidFill>
                      <a:srgbClr val="E5E1E7"/>
                    </a:solidFill>
                  </a:tcPr>
                </a:tc>
                <a:tc>
                  <a:txBody>
                    <a:bodyPr/>
                    <a:lstStyle/>
                    <a:p>
                      <a:endParaRPr lang="fr-FR" sz="1200"/>
                    </a:p>
                  </a:txBody>
                  <a:tcPr>
                    <a:solidFill>
                      <a:srgbClr val="E5E1E7"/>
                    </a:solidFill>
                  </a:tcPr>
                </a:tc>
                <a:tc>
                  <a:txBody>
                    <a:bodyPr/>
                    <a:lstStyle/>
                    <a:p>
                      <a:endParaRPr lang="fr-FR" sz="1200" dirty="0"/>
                    </a:p>
                  </a:txBody>
                  <a:tcPr>
                    <a:solidFill>
                      <a:srgbClr val="E5E1E7"/>
                    </a:solidFill>
                  </a:tcPr>
                </a:tc>
                <a:extLst>
                  <a:ext uri="{0D108BD9-81ED-4DB2-BD59-A6C34878D82A}">
                    <a16:rowId xmlns:a16="http://schemas.microsoft.com/office/drawing/2014/main" val="3565347869"/>
                  </a:ext>
                </a:extLst>
              </a:tr>
              <a:tr h="370840">
                <a:tc>
                  <a:txBody>
                    <a:bodyPr/>
                    <a:lstStyle/>
                    <a:p>
                      <a:endParaRPr lang="fr-FR" sz="1200"/>
                    </a:p>
                  </a:txBody>
                  <a:tcPr>
                    <a:solidFill>
                      <a:srgbClr val="E5E1E7"/>
                    </a:solidFill>
                  </a:tcPr>
                </a:tc>
                <a:tc>
                  <a:txBody>
                    <a:bodyPr/>
                    <a:lstStyle/>
                    <a:p>
                      <a:endParaRPr lang="fr-FR" sz="1200"/>
                    </a:p>
                  </a:txBody>
                  <a:tcPr>
                    <a:solidFill>
                      <a:srgbClr val="E5E1E7"/>
                    </a:solidFill>
                  </a:tcPr>
                </a:tc>
                <a:tc>
                  <a:txBody>
                    <a:bodyPr/>
                    <a:lstStyle/>
                    <a:p>
                      <a:endParaRPr lang="fr-FR" sz="1200"/>
                    </a:p>
                  </a:txBody>
                  <a:tcPr>
                    <a:solidFill>
                      <a:srgbClr val="E5E1E7"/>
                    </a:solidFill>
                  </a:tcPr>
                </a:tc>
                <a:tc>
                  <a:txBody>
                    <a:bodyPr/>
                    <a:lstStyle/>
                    <a:p>
                      <a:endParaRPr lang="fr-FR" sz="1200"/>
                    </a:p>
                  </a:txBody>
                  <a:tcPr>
                    <a:solidFill>
                      <a:srgbClr val="E5E1E7"/>
                    </a:solidFill>
                  </a:tcPr>
                </a:tc>
                <a:extLst>
                  <a:ext uri="{0D108BD9-81ED-4DB2-BD59-A6C34878D82A}">
                    <a16:rowId xmlns:a16="http://schemas.microsoft.com/office/drawing/2014/main" val="26495474"/>
                  </a:ext>
                </a:extLst>
              </a:tr>
              <a:tr h="370840">
                <a:tc>
                  <a:txBody>
                    <a:bodyPr/>
                    <a:lstStyle/>
                    <a:p>
                      <a:endParaRPr lang="fr-FR" sz="1200"/>
                    </a:p>
                  </a:txBody>
                  <a:tcPr>
                    <a:solidFill>
                      <a:srgbClr val="E5E1E7"/>
                    </a:solidFill>
                  </a:tcPr>
                </a:tc>
                <a:tc>
                  <a:txBody>
                    <a:bodyPr/>
                    <a:lstStyle/>
                    <a:p>
                      <a:endParaRPr lang="fr-FR" sz="1200"/>
                    </a:p>
                  </a:txBody>
                  <a:tcPr>
                    <a:solidFill>
                      <a:srgbClr val="E5E1E7"/>
                    </a:solidFill>
                  </a:tcPr>
                </a:tc>
                <a:tc>
                  <a:txBody>
                    <a:bodyPr/>
                    <a:lstStyle/>
                    <a:p>
                      <a:endParaRPr lang="fr-FR" sz="1200"/>
                    </a:p>
                  </a:txBody>
                  <a:tcPr>
                    <a:solidFill>
                      <a:srgbClr val="E5E1E7"/>
                    </a:solidFill>
                  </a:tcPr>
                </a:tc>
                <a:tc>
                  <a:txBody>
                    <a:bodyPr/>
                    <a:lstStyle/>
                    <a:p>
                      <a:endParaRPr lang="fr-FR" sz="1200" dirty="0"/>
                    </a:p>
                  </a:txBody>
                  <a:tcPr>
                    <a:solidFill>
                      <a:srgbClr val="E5E1E7"/>
                    </a:solidFill>
                  </a:tcPr>
                </a:tc>
                <a:extLst>
                  <a:ext uri="{0D108BD9-81ED-4DB2-BD59-A6C34878D82A}">
                    <a16:rowId xmlns:a16="http://schemas.microsoft.com/office/drawing/2014/main" val="3632454121"/>
                  </a:ext>
                </a:extLst>
              </a:tr>
            </a:tbl>
          </a:graphicData>
        </a:graphic>
      </p:graphicFrame>
      <p:sp>
        <p:nvSpPr>
          <p:cNvPr id="3" name="Titre 1">
            <a:extLst>
              <a:ext uri="{FF2B5EF4-FFF2-40B4-BE49-F238E27FC236}">
                <a16:creationId xmlns:a16="http://schemas.microsoft.com/office/drawing/2014/main" id="{2FFDDFDD-687B-A973-3951-71E04596EDD5}"/>
              </a:ext>
            </a:extLst>
          </p:cNvPr>
          <p:cNvSpPr txBox="1">
            <a:spLocks/>
          </p:cNvSpPr>
          <p:nvPr/>
        </p:nvSpPr>
        <p:spPr>
          <a:xfrm>
            <a:off x="-1" y="0"/>
            <a:ext cx="11357811" cy="13727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a:solidFill>
                  <a:srgbClr val="5C4E63"/>
                </a:solidFill>
                <a:latin typeface="Avenir Next LT Pro Light" panose="020B0304020202020204" pitchFamily="34" charset="0"/>
              </a:rPr>
              <a:t>Adaptation of the workshop</a:t>
            </a:r>
          </a:p>
        </p:txBody>
      </p:sp>
    </p:spTree>
    <p:extLst>
      <p:ext uri="{BB962C8B-B14F-4D97-AF65-F5344CB8AC3E}">
        <p14:creationId xmlns:p14="http://schemas.microsoft.com/office/powerpoint/2010/main" val="25453770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3FCC04F5-0035-4213-B539-19BDA2828358}"/>
              </a:ext>
            </a:extLst>
          </p:cNvPr>
          <p:cNvSpPr>
            <a:spLocks noGrp="1"/>
          </p:cNvSpPr>
          <p:nvPr>
            <p:ph type="title"/>
          </p:nvPr>
        </p:nvSpPr>
        <p:spPr/>
        <p:txBody>
          <a:bodyPr>
            <a:noAutofit/>
          </a:bodyPr>
          <a:lstStyle/>
          <a:p>
            <a:r>
              <a:rPr lang="en-US" sz="3200" dirty="0"/>
              <a:t>#OpenSeriousTemplate in brief</a:t>
            </a:r>
            <a:br>
              <a:rPr lang="en-US" sz="3200" dirty="0"/>
            </a:br>
            <a:r>
              <a:rPr lang="en-US" sz="2400" dirty="0"/>
              <a:t>What to add to make your serious game transferable</a:t>
            </a:r>
            <a:endParaRPr lang="en-US" sz="3200" dirty="0"/>
          </a:p>
        </p:txBody>
      </p:sp>
      <p:graphicFrame>
        <p:nvGraphicFramePr>
          <p:cNvPr id="8" name="Espace réservé du contenu 3">
            <a:extLst>
              <a:ext uri="{FF2B5EF4-FFF2-40B4-BE49-F238E27FC236}">
                <a16:creationId xmlns:a16="http://schemas.microsoft.com/office/drawing/2014/main" id="{C7F8E246-BE52-4378-9D1F-E38166364638}"/>
              </a:ext>
            </a:extLst>
          </p:cNvPr>
          <p:cNvGraphicFramePr>
            <a:graphicFrameLocks noGrp="1"/>
          </p:cNvGraphicFramePr>
          <p:nvPr>
            <p:ph idx="1"/>
            <p:extLst>
              <p:ext uri="{D42A27DB-BD31-4B8C-83A1-F6EECF244321}">
                <p14:modId xmlns:p14="http://schemas.microsoft.com/office/powerpoint/2010/main" val="2761527500"/>
              </p:ext>
            </p:extLst>
          </p:nvPr>
        </p:nvGraphicFramePr>
        <p:xfrm>
          <a:off x="1185863" y="3643283"/>
          <a:ext cx="10167937" cy="36941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9" name="Groupe 18">
            <a:extLst>
              <a:ext uri="{FF2B5EF4-FFF2-40B4-BE49-F238E27FC236}">
                <a16:creationId xmlns:a16="http://schemas.microsoft.com/office/drawing/2014/main" id="{D003AFCA-41A0-48ED-AA5C-4C0CB373ADD2}"/>
              </a:ext>
            </a:extLst>
          </p:cNvPr>
          <p:cNvGrpSpPr/>
          <p:nvPr/>
        </p:nvGrpSpPr>
        <p:grpSpPr>
          <a:xfrm>
            <a:off x="2942178" y="4430936"/>
            <a:ext cx="1149591" cy="1016630"/>
            <a:chOff x="3239584" y="4265153"/>
            <a:chExt cx="944022" cy="834837"/>
          </a:xfrm>
        </p:grpSpPr>
        <p:grpSp>
          <p:nvGrpSpPr>
            <p:cNvPr id="20" name="Groupe 19">
              <a:extLst>
                <a:ext uri="{FF2B5EF4-FFF2-40B4-BE49-F238E27FC236}">
                  <a16:creationId xmlns:a16="http://schemas.microsoft.com/office/drawing/2014/main" id="{45889D94-B8E6-447F-9935-62D2D2B4EF51}"/>
                </a:ext>
              </a:extLst>
            </p:cNvPr>
            <p:cNvGrpSpPr/>
            <p:nvPr/>
          </p:nvGrpSpPr>
          <p:grpSpPr>
            <a:xfrm>
              <a:off x="3239584" y="4265153"/>
              <a:ext cx="944022" cy="834837"/>
              <a:chOff x="3239584" y="4265153"/>
              <a:chExt cx="944022" cy="834837"/>
            </a:xfrm>
          </p:grpSpPr>
          <p:pic>
            <p:nvPicPr>
              <p:cNvPr id="22" name="Graphique 21" descr="Personne confuse avec un remplissage uni">
                <a:extLst>
                  <a:ext uri="{FF2B5EF4-FFF2-40B4-BE49-F238E27FC236}">
                    <a16:creationId xmlns:a16="http://schemas.microsoft.com/office/drawing/2014/main" id="{53EA24DD-ED17-49C0-9C83-683AB0F8187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39584" y="4281195"/>
                <a:ext cx="818795" cy="818795"/>
              </a:xfrm>
              <a:prstGeom prst="rect">
                <a:avLst/>
              </a:prstGeom>
            </p:spPr>
          </p:pic>
          <p:pic>
            <p:nvPicPr>
              <p:cNvPr id="23" name="Graphique 22" descr="Calendrier journalier avec un remplissage uni">
                <a:extLst>
                  <a:ext uri="{FF2B5EF4-FFF2-40B4-BE49-F238E27FC236}">
                    <a16:creationId xmlns:a16="http://schemas.microsoft.com/office/drawing/2014/main" id="{90065313-C8BF-48AB-A493-55CFD0CB3C6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826152" y="4265153"/>
                <a:ext cx="357454" cy="357454"/>
              </a:xfrm>
              <a:prstGeom prst="rect">
                <a:avLst/>
              </a:prstGeom>
            </p:spPr>
          </p:pic>
        </p:grpSp>
        <p:pic>
          <p:nvPicPr>
            <p:cNvPr id="21" name="Image 20">
              <a:extLst>
                <a:ext uri="{FF2B5EF4-FFF2-40B4-BE49-F238E27FC236}">
                  <a16:creationId xmlns:a16="http://schemas.microsoft.com/office/drawing/2014/main" id="{1EFDF643-32A6-4929-964E-EC63055A4F4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pic>
        <p:nvPicPr>
          <p:cNvPr id="25" name="Graphique 24" descr="Homme avec un remplissage uni">
            <a:extLst>
              <a:ext uri="{FF2B5EF4-FFF2-40B4-BE49-F238E27FC236}">
                <a16:creationId xmlns:a16="http://schemas.microsoft.com/office/drawing/2014/main" id="{BBE0CBD2-C415-49D7-BB7D-D29B2EDC345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759" b="1"/>
          <a:stretch/>
        </p:blipFill>
        <p:spPr>
          <a:xfrm>
            <a:off x="1219032" y="5022276"/>
            <a:ext cx="848356" cy="841919"/>
          </a:xfrm>
          <a:prstGeom prst="rect">
            <a:avLst/>
          </a:prstGeom>
        </p:spPr>
      </p:pic>
      <p:grpSp>
        <p:nvGrpSpPr>
          <p:cNvPr id="29" name="Groupe 28">
            <a:extLst>
              <a:ext uri="{FF2B5EF4-FFF2-40B4-BE49-F238E27FC236}">
                <a16:creationId xmlns:a16="http://schemas.microsoft.com/office/drawing/2014/main" id="{72842A3D-4320-4C25-96CE-0075D0255365}"/>
              </a:ext>
            </a:extLst>
          </p:cNvPr>
          <p:cNvGrpSpPr/>
          <p:nvPr/>
        </p:nvGrpSpPr>
        <p:grpSpPr>
          <a:xfrm>
            <a:off x="6524133" y="3455301"/>
            <a:ext cx="997813" cy="1075614"/>
            <a:chOff x="6060465" y="3463636"/>
            <a:chExt cx="819385" cy="883274"/>
          </a:xfrm>
          <a:solidFill>
            <a:srgbClr val="ED7D31"/>
          </a:solidFill>
        </p:grpSpPr>
        <p:pic>
          <p:nvPicPr>
            <p:cNvPr id="30" name="Graphique 29" descr="Presse-papiers mixte avec un remplissage uni">
              <a:extLst>
                <a:ext uri="{FF2B5EF4-FFF2-40B4-BE49-F238E27FC236}">
                  <a16:creationId xmlns:a16="http://schemas.microsoft.com/office/drawing/2014/main" id="{4471588B-AE86-46E3-8E9D-8BB71284164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20207580">
              <a:off x="6060465" y="3580343"/>
              <a:ext cx="314429" cy="314429"/>
            </a:xfrm>
            <a:prstGeom prst="rect">
              <a:avLst/>
            </a:prstGeom>
          </p:spPr>
        </p:pic>
        <p:grpSp>
          <p:nvGrpSpPr>
            <p:cNvPr id="31" name="Groupe 30">
              <a:extLst>
                <a:ext uri="{FF2B5EF4-FFF2-40B4-BE49-F238E27FC236}">
                  <a16:creationId xmlns:a16="http://schemas.microsoft.com/office/drawing/2014/main" id="{15168F75-3DC7-4AC7-BC45-065440930294}"/>
                </a:ext>
              </a:extLst>
            </p:cNvPr>
            <p:cNvGrpSpPr/>
            <p:nvPr/>
          </p:nvGrpSpPr>
          <p:grpSpPr>
            <a:xfrm>
              <a:off x="6132133" y="3463636"/>
              <a:ext cx="612923" cy="883274"/>
              <a:chOff x="6132133" y="3463636"/>
              <a:chExt cx="612923" cy="883274"/>
            </a:xfrm>
            <a:grpFill/>
          </p:grpSpPr>
          <p:pic>
            <p:nvPicPr>
              <p:cNvPr id="34" name="Graphique 33" descr="Centre d’appels avec un remplissage uni">
                <a:extLst>
                  <a:ext uri="{FF2B5EF4-FFF2-40B4-BE49-F238E27FC236}">
                    <a16:creationId xmlns:a16="http://schemas.microsoft.com/office/drawing/2014/main" id="{41D0035D-9480-433C-B7DF-D75534407280}"/>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b="44092"/>
              <a:stretch/>
            </p:blipFill>
            <p:spPr>
              <a:xfrm>
                <a:off x="6322855" y="3463636"/>
                <a:ext cx="422201" cy="236042"/>
              </a:xfrm>
              <a:prstGeom prst="rect">
                <a:avLst/>
              </a:prstGeom>
            </p:spPr>
          </p:pic>
          <p:grpSp>
            <p:nvGrpSpPr>
              <p:cNvPr id="35" name="Groupe 34">
                <a:extLst>
                  <a:ext uri="{FF2B5EF4-FFF2-40B4-BE49-F238E27FC236}">
                    <a16:creationId xmlns:a16="http://schemas.microsoft.com/office/drawing/2014/main" id="{C9976CC0-68B8-4D51-ACF9-2696A6965CE3}"/>
                  </a:ext>
                </a:extLst>
              </p:cNvPr>
              <p:cNvGrpSpPr/>
              <p:nvPr/>
            </p:nvGrpSpPr>
            <p:grpSpPr>
              <a:xfrm flipH="1">
                <a:off x="6132133" y="3682042"/>
                <a:ext cx="611857" cy="664868"/>
                <a:chOff x="5018285" y="4055721"/>
                <a:chExt cx="696982" cy="731970"/>
              </a:xfrm>
              <a:grpFill/>
            </p:grpSpPr>
            <p:pic>
              <p:nvPicPr>
                <p:cNvPr id="36" name="Graphique 35" descr="Personne confuse avec un remplissage uni">
                  <a:extLst>
                    <a:ext uri="{FF2B5EF4-FFF2-40B4-BE49-F238E27FC236}">
                      <a16:creationId xmlns:a16="http://schemas.microsoft.com/office/drawing/2014/main" id="{A90D74D9-8098-4F13-894E-874B55D3892B}"/>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0440" t="19951" r="-1"/>
                <a:stretch/>
              </p:blipFill>
              <p:spPr>
                <a:xfrm>
                  <a:off x="5079207" y="4055721"/>
                  <a:ext cx="636060" cy="731970"/>
                </a:xfrm>
                <a:prstGeom prst="rect">
                  <a:avLst/>
                </a:prstGeom>
              </p:spPr>
            </p:pic>
            <p:sp>
              <p:nvSpPr>
                <p:cNvPr id="37" name="Rectangle : coins arrondis 36">
                  <a:extLst>
                    <a:ext uri="{FF2B5EF4-FFF2-40B4-BE49-F238E27FC236}">
                      <a16:creationId xmlns:a16="http://schemas.microsoft.com/office/drawing/2014/main" id="{F92C1200-8CAE-4F1F-9D3F-B8E2F9DDF49E}"/>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grpSp>
        <p:pic>
          <p:nvPicPr>
            <p:cNvPr id="32" name="Image 31">
              <a:extLst>
                <a:ext uri="{FF2B5EF4-FFF2-40B4-BE49-F238E27FC236}">
                  <a16:creationId xmlns:a16="http://schemas.microsoft.com/office/drawing/2014/main" id="{C3773B1B-A894-46B1-B2F4-5B50C008B140}"/>
                </a:ext>
              </a:extLst>
            </p:cNvPr>
            <p:cNvPicPr>
              <a:picLocks noChangeAspect="1"/>
            </p:cNvPicPr>
            <p:nvPr/>
          </p:nvPicPr>
          <p:blipFill>
            <a:blip r:embed="rId20">
              <a:extLst>
                <a:ext uri="{BEBA8EAE-BF5A-486C-A8C5-ECC9F3942E4B}">
                  <a14:imgProps xmlns:a14="http://schemas.microsoft.com/office/drawing/2010/main">
                    <a14:imgLayer r:embed="rId21">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33" name="Graphique 32" descr="Chronomètre avec un remplissage uni">
              <a:extLst>
                <a:ext uri="{FF2B5EF4-FFF2-40B4-BE49-F238E27FC236}">
                  <a16:creationId xmlns:a16="http://schemas.microsoft.com/office/drawing/2014/main" id="{74F18C08-7700-4B6A-960D-A499CECA0629}"/>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6714271" y="3602551"/>
              <a:ext cx="165579" cy="165579"/>
            </a:xfrm>
            <a:prstGeom prst="rect">
              <a:avLst/>
            </a:prstGeom>
          </p:spPr>
        </p:pic>
      </p:grpSp>
      <p:grpSp>
        <p:nvGrpSpPr>
          <p:cNvPr id="38" name="Groupe 37">
            <a:extLst>
              <a:ext uri="{FF2B5EF4-FFF2-40B4-BE49-F238E27FC236}">
                <a16:creationId xmlns:a16="http://schemas.microsoft.com/office/drawing/2014/main" id="{9AEC592E-E3EF-4D46-B777-BE9012B44145}"/>
              </a:ext>
            </a:extLst>
          </p:cNvPr>
          <p:cNvGrpSpPr/>
          <p:nvPr/>
        </p:nvGrpSpPr>
        <p:grpSpPr>
          <a:xfrm>
            <a:off x="8203583" y="2742997"/>
            <a:ext cx="1195890" cy="1294984"/>
            <a:chOff x="7560150" y="2879049"/>
            <a:chExt cx="982042" cy="1063416"/>
          </a:xfrm>
          <a:solidFill>
            <a:srgbClr val="ED7D31"/>
          </a:solidFill>
        </p:grpSpPr>
        <p:grpSp>
          <p:nvGrpSpPr>
            <p:cNvPr id="39" name="Groupe 38">
              <a:extLst>
                <a:ext uri="{FF2B5EF4-FFF2-40B4-BE49-F238E27FC236}">
                  <a16:creationId xmlns:a16="http://schemas.microsoft.com/office/drawing/2014/main" id="{7408A887-2EE5-43C9-A375-25BE4DC3DCA4}"/>
                </a:ext>
              </a:extLst>
            </p:cNvPr>
            <p:cNvGrpSpPr/>
            <p:nvPr/>
          </p:nvGrpSpPr>
          <p:grpSpPr>
            <a:xfrm>
              <a:off x="7798849" y="2879049"/>
              <a:ext cx="743343" cy="1063416"/>
              <a:chOff x="6391015" y="3260296"/>
              <a:chExt cx="743343" cy="1063416"/>
            </a:xfrm>
            <a:grpFill/>
          </p:grpSpPr>
          <p:grpSp>
            <p:nvGrpSpPr>
              <p:cNvPr id="41" name="Groupe 40">
                <a:extLst>
                  <a:ext uri="{FF2B5EF4-FFF2-40B4-BE49-F238E27FC236}">
                    <a16:creationId xmlns:a16="http://schemas.microsoft.com/office/drawing/2014/main" id="{A8357714-13BE-447A-816B-FB500ED76375}"/>
                  </a:ext>
                </a:extLst>
              </p:cNvPr>
              <p:cNvGrpSpPr/>
              <p:nvPr/>
            </p:nvGrpSpPr>
            <p:grpSpPr>
              <a:xfrm>
                <a:off x="6391015" y="3260296"/>
                <a:ext cx="743343" cy="1063416"/>
                <a:chOff x="6298348" y="3168316"/>
                <a:chExt cx="867130" cy="1240504"/>
              </a:xfrm>
              <a:grpFill/>
            </p:grpSpPr>
            <p:pic>
              <p:nvPicPr>
                <p:cNvPr id="43" name="Graphique 42" descr="Enseignant avec un remplissage uni">
                  <a:extLst>
                    <a:ext uri="{FF2B5EF4-FFF2-40B4-BE49-F238E27FC236}">
                      <a16:creationId xmlns:a16="http://schemas.microsoft.com/office/drawing/2014/main" id="{BC3F129A-B407-4BD3-8997-B81B5D8484CB}"/>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6298348" y="3168316"/>
                  <a:ext cx="867130" cy="867130"/>
                </a:xfrm>
                <a:prstGeom prst="rect">
                  <a:avLst/>
                </a:prstGeom>
              </p:spPr>
            </p:pic>
            <p:pic>
              <p:nvPicPr>
                <p:cNvPr id="44" name="Graphique 43" descr="Personne confuse avec un remplissage uni">
                  <a:extLst>
                    <a:ext uri="{FF2B5EF4-FFF2-40B4-BE49-F238E27FC236}">
                      <a16:creationId xmlns:a16="http://schemas.microsoft.com/office/drawing/2014/main" id="{D087000C-1ED3-4760-8669-35F096FF54D4}"/>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26"/>
                    </a:ext>
                  </a:extLst>
                </a:blip>
                <a:srcRect l="34664" t="32545" r="38513" b="-1"/>
                <a:stretch/>
              </p:blipFill>
              <p:spPr>
                <a:xfrm>
                  <a:off x="6367463" y="3792004"/>
                  <a:ext cx="245268" cy="616816"/>
                </a:xfrm>
                <a:prstGeom prst="rect">
                  <a:avLst/>
                </a:prstGeom>
              </p:spPr>
            </p:pic>
            <p:sp>
              <p:nvSpPr>
                <p:cNvPr id="45" name="Rectangle : coins arrondis 44">
                  <a:extLst>
                    <a:ext uri="{FF2B5EF4-FFF2-40B4-BE49-F238E27FC236}">
                      <a16:creationId xmlns:a16="http://schemas.microsoft.com/office/drawing/2014/main" id="{644ED9F8-E27F-418F-BAE3-69CCF1FFEFA7}"/>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42" name="Image 41">
                <a:extLst>
                  <a:ext uri="{FF2B5EF4-FFF2-40B4-BE49-F238E27FC236}">
                    <a16:creationId xmlns:a16="http://schemas.microsoft.com/office/drawing/2014/main" id="{4AE105E4-A6BD-498C-935F-6CC1251B41C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40" name="Graphique 39" descr="Presse-papiers mixte avec un remplissage uni">
              <a:extLst>
                <a:ext uri="{FF2B5EF4-FFF2-40B4-BE49-F238E27FC236}">
                  <a16:creationId xmlns:a16="http://schemas.microsoft.com/office/drawing/2014/main" id="{09E9AAE5-9937-480C-A0B2-82598E275A5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rot="20207580">
              <a:off x="7560150" y="3329802"/>
              <a:ext cx="314429" cy="314429"/>
            </a:xfrm>
            <a:prstGeom prst="rect">
              <a:avLst/>
            </a:prstGeom>
          </p:spPr>
        </p:pic>
      </p:grpSp>
      <p:grpSp>
        <p:nvGrpSpPr>
          <p:cNvPr id="46" name="Groupe 45">
            <a:extLst>
              <a:ext uri="{FF2B5EF4-FFF2-40B4-BE49-F238E27FC236}">
                <a16:creationId xmlns:a16="http://schemas.microsoft.com/office/drawing/2014/main" id="{16926ACE-1A52-4D97-B2E4-1E1D82C1790F}"/>
              </a:ext>
            </a:extLst>
          </p:cNvPr>
          <p:cNvGrpSpPr/>
          <p:nvPr/>
        </p:nvGrpSpPr>
        <p:grpSpPr>
          <a:xfrm>
            <a:off x="9872868" y="2170083"/>
            <a:ext cx="1480932" cy="1428520"/>
            <a:chOff x="8930936" y="2408583"/>
            <a:chExt cx="1216113" cy="1173074"/>
          </a:xfrm>
          <a:solidFill>
            <a:schemeClr val="accent1"/>
          </a:solidFill>
        </p:grpSpPr>
        <p:grpSp>
          <p:nvGrpSpPr>
            <p:cNvPr id="47" name="Groupe 46">
              <a:extLst>
                <a:ext uri="{FF2B5EF4-FFF2-40B4-BE49-F238E27FC236}">
                  <a16:creationId xmlns:a16="http://schemas.microsoft.com/office/drawing/2014/main" id="{1465224A-E7F4-4103-ACE3-4EDDB88A5097}"/>
                </a:ext>
              </a:extLst>
            </p:cNvPr>
            <p:cNvGrpSpPr/>
            <p:nvPr/>
          </p:nvGrpSpPr>
          <p:grpSpPr>
            <a:xfrm>
              <a:off x="8930936" y="2408583"/>
              <a:ext cx="1216113" cy="1173074"/>
              <a:chOff x="8930936" y="2401291"/>
              <a:chExt cx="1216113" cy="1173074"/>
            </a:xfrm>
            <a:grpFill/>
          </p:grpSpPr>
          <p:pic>
            <p:nvPicPr>
              <p:cNvPr id="51" name="Graphique 50" descr="Plan avec un remplissage uni">
                <a:extLst>
                  <a:ext uri="{FF2B5EF4-FFF2-40B4-BE49-F238E27FC236}">
                    <a16:creationId xmlns:a16="http://schemas.microsoft.com/office/drawing/2014/main" id="{ADFB5258-1084-4184-9CE3-6BA0474E7765}"/>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8930936" y="2401291"/>
                <a:ext cx="590762" cy="590762"/>
              </a:xfrm>
              <a:prstGeom prst="rect">
                <a:avLst/>
              </a:prstGeom>
            </p:spPr>
          </p:pic>
          <p:grpSp>
            <p:nvGrpSpPr>
              <p:cNvPr id="52" name="Groupe 51">
                <a:extLst>
                  <a:ext uri="{FF2B5EF4-FFF2-40B4-BE49-F238E27FC236}">
                    <a16:creationId xmlns:a16="http://schemas.microsoft.com/office/drawing/2014/main" id="{888D22AB-FB3B-4993-9B81-17E5E32BEB42}"/>
                  </a:ext>
                </a:extLst>
              </p:cNvPr>
              <p:cNvGrpSpPr/>
              <p:nvPr/>
            </p:nvGrpSpPr>
            <p:grpSpPr>
              <a:xfrm>
                <a:off x="9450069" y="2659965"/>
                <a:ext cx="696980" cy="914400"/>
                <a:chOff x="5018285" y="3873291"/>
                <a:chExt cx="696980" cy="914400"/>
              </a:xfrm>
              <a:grpFill/>
            </p:grpSpPr>
            <p:pic>
              <p:nvPicPr>
                <p:cNvPr id="53" name="Graphique 52" descr="Personne confuse avec un remplissage uni">
                  <a:extLst>
                    <a:ext uri="{FF2B5EF4-FFF2-40B4-BE49-F238E27FC236}">
                      <a16:creationId xmlns:a16="http://schemas.microsoft.com/office/drawing/2014/main" id="{5D82E1E1-E631-4F89-8975-E678E29257C5}"/>
                    </a:ext>
                  </a:extLst>
                </p:cNvPr>
                <p:cNvPicPr>
                  <a:picLocks noChangeAspect="1"/>
                </p:cNvPicPr>
                <p:nvPr/>
              </p:nvPicPr>
              <p:blipFill rotWithShape="1">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rcRect l="30440" r="-1"/>
                <a:stretch/>
              </p:blipFill>
              <p:spPr>
                <a:xfrm>
                  <a:off x="5079206" y="3873291"/>
                  <a:ext cx="636059" cy="914400"/>
                </a:xfrm>
                <a:prstGeom prst="rect">
                  <a:avLst/>
                </a:prstGeom>
              </p:spPr>
            </p:pic>
            <p:sp>
              <p:nvSpPr>
                <p:cNvPr id="54" name="Rectangle : coins arrondis 53">
                  <a:extLst>
                    <a:ext uri="{FF2B5EF4-FFF2-40B4-BE49-F238E27FC236}">
                      <a16:creationId xmlns:a16="http://schemas.microsoft.com/office/drawing/2014/main" id="{4DA91A5D-1DE6-4D6D-AB75-7B8E667A2711}"/>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grpSp>
        <p:grpSp>
          <p:nvGrpSpPr>
            <p:cNvPr id="48" name="Groupe 47">
              <a:extLst>
                <a:ext uri="{FF2B5EF4-FFF2-40B4-BE49-F238E27FC236}">
                  <a16:creationId xmlns:a16="http://schemas.microsoft.com/office/drawing/2014/main" id="{001953E0-4245-4CC3-9D67-E57F12FB5F0F}"/>
                </a:ext>
              </a:extLst>
            </p:cNvPr>
            <p:cNvGrpSpPr/>
            <p:nvPr/>
          </p:nvGrpSpPr>
          <p:grpSpPr>
            <a:xfrm>
              <a:off x="9237852" y="2714693"/>
              <a:ext cx="199881" cy="170748"/>
              <a:chOff x="8303417" y="2625343"/>
              <a:chExt cx="199881" cy="170748"/>
            </a:xfrm>
            <a:grpFill/>
          </p:grpSpPr>
          <p:sp>
            <p:nvSpPr>
              <p:cNvPr id="49" name="Rectangle 48">
                <a:extLst>
                  <a:ext uri="{FF2B5EF4-FFF2-40B4-BE49-F238E27FC236}">
                    <a16:creationId xmlns:a16="http://schemas.microsoft.com/office/drawing/2014/main" id="{8FE3E44B-5161-4A6D-9B5B-B5DACABF6BB3}"/>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0" name="Image 49">
                <a:extLst>
                  <a:ext uri="{FF2B5EF4-FFF2-40B4-BE49-F238E27FC236}">
                    <a16:creationId xmlns:a16="http://schemas.microsoft.com/office/drawing/2014/main" id="{704B9DFC-0E5A-4387-876E-AF506526BF7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pSp>
        <p:nvGrpSpPr>
          <p:cNvPr id="55" name="Groupe 54">
            <a:extLst>
              <a:ext uri="{FF2B5EF4-FFF2-40B4-BE49-F238E27FC236}">
                <a16:creationId xmlns:a16="http://schemas.microsoft.com/office/drawing/2014/main" id="{2997636F-401A-4F17-8119-7232276D715C}"/>
              </a:ext>
            </a:extLst>
          </p:cNvPr>
          <p:cNvGrpSpPr/>
          <p:nvPr/>
        </p:nvGrpSpPr>
        <p:grpSpPr>
          <a:xfrm>
            <a:off x="4798012" y="3819116"/>
            <a:ext cx="1191184" cy="1126443"/>
            <a:chOff x="4763560" y="3762738"/>
            <a:chExt cx="978178" cy="925014"/>
          </a:xfrm>
        </p:grpSpPr>
        <p:grpSp>
          <p:nvGrpSpPr>
            <p:cNvPr id="56" name="Groupe 55">
              <a:extLst>
                <a:ext uri="{FF2B5EF4-FFF2-40B4-BE49-F238E27FC236}">
                  <a16:creationId xmlns:a16="http://schemas.microsoft.com/office/drawing/2014/main" id="{C5302A20-4FAE-4D08-BB30-2DB4E4E9ADE3}"/>
                </a:ext>
              </a:extLst>
            </p:cNvPr>
            <p:cNvGrpSpPr/>
            <p:nvPr/>
          </p:nvGrpSpPr>
          <p:grpSpPr>
            <a:xfrm flipH="1">
              <a:off x="4766064" y="3762738"/>
              <a:ext cx="975674" cy="925014"/>
              <a:chOff x="4716415" y="3792004"/>
              <a:chExt cx="1009529" cy="925014"/>
            </a:xfrm>
          </p:grpSpPr>
          <p:pic>
            <p:nvPicPr>
              <p:cNvPr id="59" name="Graphique 58" descr="Mégaphone1 avec un remplissage uni">
                <a:extLst>
                  <a:ext uri="{FF2B5EF4-FFF2-40B4-BE49-F238E27FC236}">
                    <a16:creationId xmlns:a16="http://schemas.microsoft.com/office/drawing/2014/main" id="{BF811029-D43A-46D3-919F-7BDAE290D4F0}"/>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flipH="1">
                <a:off x="4716415" y="3792004"/>
                <a:ext cx="384826" cy="398002"/>
              </a:xfrm>
              <a:prstGeom prst="rect">
                <a:avLst/>
              </a:prstGeom>
            </p:spPr>
          </p:pic>
          <p:grpSp>
            <p:nvGrpSpPr>
              <p:cNvPr id="60" name="Groupe 59">
                <a:extLst>
                  <a:ext uri="{FF2B5EF4-FFF2-40B4-BE49-F238E27FC236}">
                    <a16:creationId xmlns:a16="http://schemas.microsoft.com/office/drawing/2014/main" id="{E33C8F69-897D-4BCA-AC4B-73FBBF9B97AC}"/>
                  </a:ext>
                </a:extLst>
              </p:cNvPr>
              <p:cNvGrpSpPr/>
              <p:nvPr/>
            </p:nvGrpSpPr>
            <p:grpSpPr>
              <a:xfrm>
                <a:off x="5048496" y="3886444"/>
                <a:ext cx="633086" cy="830574"/>
                <a:chOff x="5018285" y="3873291"/>
                <a:chExt cx="696980" cy="914400"/>
              </a:xfrm>
            </p:grpSpPr>
            <p:pic>
              <p:nvPicPr>
                <p:cNvPr id="63" name="Graphique 62" descr="Personne confuse avec un remplissage uni">
                  <a:extLst>
                    <a:ext uri="{FF2B5EF4-FFF2-40B4-BE49-F238E27FC236}">
                      <a16:creationId xmlns:a16="http://schemas.microsoft.com/office/drawing/2014/main" id="{A6E5771F-7BED-45C3-ABDE-A5C068D970B7}"/>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0440" r="-1"/>
                <a:stretch/>
              </p:blipFill>
              <p:spPr>
                <a:xfrm>
                  <a:off x="5079206" y="3873291"/>
                  <a:ext cx="636059" cy="914400"/>
                </a:xfrm>
                <a:prstGeom prst="rect">
                  <a:avLst/>
                </a:prstGeom>
              </p:spPr>
            </p:pic>
            <p:sp>
              <p:nvSpPr>
                <p:cNvPr id="64" name="Rectangle : coins arrondis 63">
                  <a:extLst>
                    <a:ext uri="{FF2B5EF4-FFF2-40B4-BE49-F238E27FC236}">
                      <a16:creationId xmlns:a16="http://schemas.microsoft.com/office/drawing/2014/main" id="{4351135D-6327-4D9D-9B61-5356526092DC}"/>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61" name="Graphique 60" descr="Balance de la justice avec un remplissage uni">
                <a:extLst>
                  <a:ext uri="{FF2B5EF4-FFF2-40B4-BE49-F238E27FC236}">
                    <a16:creationId xmlns:a16="http://schemas.microsoft.com/office/drawing/2014/main" id="{9195AA20-2AE9-49AA-BE37-663BEF412A95}"/>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5374349" y="3867945"/>
                <a:ext cx="351595" cy="351595"/>
              </a:xfrm>
              <a:prstGeom prst="rect">
                <a:avLst/>
              </a:prstGeom>
            </p:spPr>
          </p:pic>
          <p:pic>
            <p:nvPicPr>
              <p:cNvPr id="62" name="Image 61">
                <a:extLst>
                  <a:ext uri="{FF2B5EF4-FFF2-40B4-BE49-F238E27FC236}">
                    <a16:creationId xmlns:a16="http://schemas.microsoft.com/office/drawing/2014/main" id="{E1A3438E-4A21-4626-99D2-3B939A9AEF7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57" name="Graphique 56" descr="Balance de la justice avec un remplissage uni">
              <a:extLst>
                <a:ext uri="{FF2B5EF4-FFF2-40B4-BE49-F238E27FC236}">
                  <a16:creationId xmlns:a16="http://schemas.microsoft.com/office/drawing/2014/main" id="{95F08E16-7B52-445B-9087-24B17934E761}"/>
                </a:ext>
              </a:extLst>
            </p:cNvPr>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rcRect l="7711" t="16230" r="55712" b="32471"/>
            <a:stretch/>
          </p:blipFill>
          <p:spPr>
            <a:xfrm flipH="1">
              <a:off x="4955380" y="3895743"/>
              <a:ext cx="124289" cy="180364"/>
            </a:xfrm>
            <a:prstGeom prst="rect">
              <a:avLst/>
            </a:prstGeom>
          </p:spPr>
        </p:pic>
        <p:pic>
          <p:nvPicPr>
            <p:cNvPr id="58" name="Graphique 57" descr="Balance de la justice avec un remplissage uni">
              <a:extLst>
                <a:ext uri="{FF2B5EF4-FFF2-40B4-BE49-F238E27FC236}">
                  <a16:creationId xmlns:a16="http://schemas.microsoft.com/office/drawing/2014/main" id="{9B5CAA30-DB6A-4151-A3AA-99D8151A9923}"/>
                </a:ext>
              </a:extLst>
            </p:cNvPr>
            <p:cNvPicPr>
              <a:picLocks noChangeAspect="1"/>
            </p:cNvPicPr>
            <p:nvPr/>
          </p:nvPicPr>
          <p:blipFill rotWithShape="1">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rcRect l="58383" t="16186" b="30375"/>
            <a:stretch/>
          </p:blipFill>
          <p:spPr>
            <a:xfrm flipH="1">
              <a:off x="4763560" y="3895742"/>
              <a:ext cx="141416" cy="187889"/>
            </a:xfrm>
            <a:prstGeom prst="rect">
              <a:avLst/>
            </a:prstGeom>
          </p:spPr>
        </p:pic>
      </p:grpSp>
      <p:sp>
        <p:nvSpPr>
          <p:cNvPr id="66" name="Bulle narrative : ronde 65">
            <a:extLst>
              <a:ext uri="{FF2B5EF4-FFF2-40B4-BE49-F238E27FC236}">
                <a16:creationId xmlns:a16="http://schemas.microsoft.com/office/drawing/2014/main" id="{27158976-3787-4B18-B6B6-8765A4EE5A72}"/>
              </a:ext>
            </a:extLst>
          </p:cNvPr>
          <p:cNvSpPr/>
          <p:nvPr/>
        </p:nvSpPr>
        <p:spPr>
          <a:xfrm>
            <a:off x="676611" y="3773645"/>
            <a:ext cx="1422360" cy="932108"/>
          </a:xfrm>
          <a:prstGeom prst="wedgeEllipseCallout">
            <a:avLst>
              <a:gd name="adj1" fmla="val 18488"/>
              <a:gd name="adj2" fmla="val 63452"/>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 want to play</a:t>
            </a:r>
          </a:p>
        </p:txBody>
      </p:sp>
      <p:sp>
        <p:nvSpPr>
          <p:cNvPr id="67" name="Bulle narrative : ronde 66">
            <a:extLst>
              <a:ext uri="{FF2B5EF4-FFF2-40B4-BE49-F238E27FC236}">
                <a16:creationId xmlns:a16="http://schemas.microsoft.com/office/drawing/2014/main" id="{0B80E3A4-C8C6-4A8B-9BFA-1C1838053250}"/>
              </a:ext>
            </a:extLst>
          </p:cNvPr>
          <p:cNvSpPr/>
          <p:nvPr/>
        </p:nvSpPr>
        <p:spPr>
          <a:xfrm>
            <a:off x="2419185" y="3352545"/>
            <a:ext cx="1422360" cy="932108"/>
          </a:xfrm>
          <a:prstGeom prst="wedgeEllipseCallout">
            <a:avLst>
              <a:gd name="adj1" fmla="val 18488"/>
              <a:gd name="adj2" fmla="val 63452"/>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 can play</a:t>
            </a:r>
          </a:p>
        </p:txBody>
      </p:sp>
      <p:sp>
        <p:nvSpPr>
          <p:cNvPr id="68" name="Bulle narrative : ronde 67">
            <a:extLst>
              <a:ext uri="{FF2B5EF4-FFF2-40B4-BE49-F238E27FC236}">
                <a16:creationId xmlns:a16="http://schemas.microsoft.com/office/drawing/2014/main" id="{508F79A3-80D5-4254-A69E-F9DD10A192C3}"/>
              </a:ext>
            </a:extLst>
          </p:cNvPr>
          <p:cNvSpPr/>
          <p:nvPr/>
        </p:nvSpPr>
        <p:spPr>
          <a:xfrm>
            <a:off x="4032531" y="2176459"/>
            <a:ext cx="1875382" cy="1456415"/>
          </a:xfrm>
          <a:prstGeom prst="wedgeEllipseCallout">
            <a:avLst>
              <a:gd name="adj1" fmla="val 18488"/>
              <a:gd name="adj2" fmla="val 63452"/>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 know when, why, with whom, and how to use this game to make it useful</a:t>
            </a:r>
          </a:p>
        </p:txBody>
      </p:sp>
      <p:sp>
        <p:nvSpPr>
          <p:cNvPr id="69" name="Bulle narrative : ronde 68">
            <a:extLst>
              <a:ext uri="{FF2B5EF4-FFF2-40B4-BE49-F238E27FC236}">
                <a16:creationId xmlns:a16="http://schemas.microsoft.com/office/drawing/2014/main" id="{FE8495B0-4EA3-4402-9860-F244E61B6D4B}"/>
              </a:ext>
            </a:extLst>
          </p:cNvPr>
          <p:cNvSpPr/>
          <p:nvPr/>
        </p:nvSpPr>
        <p:spPr>
          <a:xfrm>
            <a:off x="6434723" y="1548743"/>
            <a:ext cx="2811969" cy="1456415"/>
          </a:xfrm>
          <a:prstGeom prst="wedgeEllipseCallout">
            <a:avLst>
              <a:gd name="adj1" fmla="val 18488"/>
              <a:gd name="adj2" fmla="val 63452"/>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70" name="Bulle narrative : ronde 69">
            <a:extLst>
              <a:ext uri="{FF2B5EF4-FFF2-40B4-BE49-F238E27FC236}">
                <a16:creationId xmlns:a16="http://schemas.microsoft.com/office/drawing/2014/main" id="{A1DC92B2-AEF0-489D-8A43-E813346BEC08}"/>
              </a:ext>
            </a:extLst>
          </p:cNvPr>
          <p:cNvSpPr/>
          <p:nvPr/>
        </p:nvSpPr>
        <p:spPr>
          <a:xfrm>
            <a:off x="6464182" y="1542032"/>
            <a:ext cx="2811969" cy="1456415"/>
          </a:xfrm>
          <a:prstGeom prst="wedgeEllipseCallout">
            <a:avLst>
              <a:gd name="adj1" fmla="val -28553"/>
              <a:gd name="adj2" fmla="val 82958"/>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We know how to facilitate and co-facilitate this game!</a:t>
            </a:r>
          </a:p>
        </p:txBody>
      </p:sp>
      <p:sp>
        <p:nvSpPr>
          <p:cNvPr id="71" name="Bulle narrative : ronde 70">
            <a:extLst>
              <a:ext uri="{FF2B5EF4-FFF2-40B4-BE49-F238E27FC236}">
                <a16:creationId xmlns:a16="http://schemas.microsoft.com/office/drawing/2014/main" id="{D1C21FA3-EC3E-414B-ABBB-773FDA08633C}"/>
              </a:ext>
            </a:extLst>
          </p:cNvPr>
          <p:cNvSpPr/>
          <p:nvPr/>
        </p:nvSpPr>
        <p:spPr>
          <a:xfrm>
            <a:off x="9960746" y="753528"/>
            <a:ext cx="2037511" cy="1456415"/>
          </a:xfrm>
          <a:prstGeom prst="wedgeEllipseCallout">
            <a:avLst>
              <a:gd name="adj1" fmla="val -6332"/>
              <a:gd name="adj2" fmla="val 66500"/>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I imagine how to adapt this game</a:t>
            </a:r>
          </a:p>
        </p:txBody>
      </p:sp>
    </p:spTree>
    <p:extLst>
      <p:ext uri="{BB962C8B-B14F-4D97-AF65-F5344CB8AC3E}">
        <p14:creationId xmlns:p14="http://schemas.microsoft.com/office/powerpoint/2010/main" val="3203831156"/>
      </p:ext>
    </p:extLst>
  </p:cSld>
  <p:clrMapOvr>
    <a:masterClrMapping/>
  </p:clrMapOvr>
  <mc:AlternateContent xmlns:mc="http://schemas.openxmlformats.org/markup-compatibility/2006" xmlns:p14="http://schemas.microsoft.com/office/powerpoint/2010/main">
    <mc:Choice Requires="p14">
      <p:transition spd="slow" p14:dur="2000" advTm="141071"/>
    </mc:Choice>
    <mc:Fallback xmlns:asvg="http://schemas.microsoft.com/office/drawing/2016/SVG/main" xmlns:a14="http://schemas.microsoft.com/office/drawing/2010/main" xmlns:dgm="http://schemas.openxmlformats.org/drawingml/2006/diagram" xmlns:a16="http://schemas.microsoft.com/office/drawing/2014/main" xmlns="">
      <p:transition spd="slow" advTm="141071"/>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57CDFAEC-DCF0-41F3-BC5D-210D5E342199}"/>
              </a:ext>
            </a:extLst>
          </p:cNvPr>
          <p:cNvSpPr txBox="1"/>
          <p:nvPr/>
        </p:nvSpPr>
        <p:spPr>
          <a:xfrm>
            <a:off x="1654672" y="5406735"/>
            <a:ext cx="8696335" cy="1384995"/>
          </a:xfrm>
          <a:prstGeom prst="rect">
            <a:avLst/>
          </a:prstGeom>
          <a:noFill/>
        </p:spPr>
        <p:txBody>
          <a:bodyPr wrap="square" rtlCol="0">
            <a:spAutoFit/>
          </a:bodyPr>
          <a:lstStyle/>
          <a:p>
            <a:pPr algn="ctr"/>
            <a:r>
              <a:rPr lang="en-US" sz="3600" i="1">
                <a:solidFill>
                  <a:srgbClr val="8E2C48"/>
                </a:solidFill>
              </a:rPr>
              <a:t>This workshop version is created by Komyu </a:t>
            </a:r>
          </a:p>
          <a:p>
            <a:pPr algn="ctr"/>
            <a:r>
              <a:rPr lang="en-US" sz="2400" i="1">
                <a:solidFill>
                  <a:srgbClr val="8E2C48"/>
                </a:solidFill>
              </a:rPr>
              <a:t>Open up for Massive Co-operation</a:t>
            </a:r>
          </a:p>
          <a:p>
            <a:pPr algn="ctr"/>
            <a:r>
              <a:rPr lang="en-US" sz="2400" i="1">
                <a:solidFill>
                  <a:srgbClr val="8E2C48"/>
                </a:solidFill>
              </a:rPr>
              <a:t>www.komyu.io</a:t>
            </a:r>
          </a:p>
        </p:txBody>
      </p:sp>
      <p:sp>
        <p:nvSpPr>
          <p:cNvPr id="2" name="ZoneTexte 1">
            <a:extLst>
              <a:ext uri="{FF2B5EF4-FFF2-40B4-BE49-F238E27FC236}">
                <a16:creationId xmlns:a16="http://schemas.microsoft.com/office/drawing/2014/main" id="{6A346D0F-3170-C006-C2B1-BC0512A160CD}"/>
              </a:ext>
            </a:extLst>
          </p:cNvPr>
          <p:cNvSpPr txBox="1"/>
          <p:nvPr/>
        </p:nvSpPr>
        <p:spPr>
          <a:xfrm>
            <a:off x="2047865" y="2919567"/>
            <a:ext cx="7572652" cy="769441"/>
          </a:xfrm>
          <a:prstGeom prst="rect">
            <a:avLst/>
          </a:prstGeom>
          <a:noFill/>
        </p:spPr>
        <p:txBody>
          <a:bodyPr wrap="square" rtlCol="0">
            <a:spAutoFit/>
          </a:bodyPr>
          <a:lstStyle/>
          <a:p>
            <a:pPr algn="ctr"/>
            <a:r>
              <a:rPr lang="en-US" sz="4400" i="1">
                <a:solidFill>
                  <a:srgbClr val="5C4E63"/>
                </a:solidFill>
                <a:latin typeface="Avenir Next LT Pro" panose="020B0504020202020204" pitchFamily="34" charset="0"/>
              </a:rPr>
              <a:t>Thank you</a:t>
            </a:r>
          </a:p>
        </p:txBody>
      </p:sp>
    </p:spTree>
    <p:extLst>
      <p:ext uri="{BB962C8B-B14F-4D97-AF65-F5344CB8AC3E}">
        <p14:creationId xmlns:p14="http://schemas.microsoft.com/office/powerpoint/2010/main" val="2150541220"/>
      </p:ext>
    </p:extLst>
  </p:cSld>
  <p:clrMapOvr>
    <a:masterClrMapping/>
  </p:clrMapOvr>
  <mc:AlternateContent xmlns:mc="http://schemas.openxmlformats.org/markup-compatibility/2006" xmlns:p14="http://schemas.microsoft.com/office/powerpoint/2010/main">
    <mc:Choice Requires="p14">
      <p:transition spd="slow" p14:dur="2000" advTm="22592"/>
    </mc:Choice>
    <mc:Fallback xmlns:a16="http://schemas.microsoft.com/office/drawing/2014/main" xmlns="">
      <p:transition spd="slow" advTm="22592"/>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412BA0CC-B576-B2B4-59A2-82DE86C72F3E}"/>
              </a:ext>
            </a:extLst>
          </p:cNvPr>
          <p:cNvSpPr>
            <a:spLocks noGrp="1"/>
          </p:cNvSpPr>
          <p:nvPr>
            <p:ph type="title"/>
          </p:nvPr>
        </p:nvSpPr>
        <p:spPr/>
        <p:txBody>
          <a:bodyPr/>
          <a:lstStyle/>
          <a:p>
            <a:r>
              <a:rPr lang="en-US" dirty="0"/>
              <a:t>Additional explanations about CoP roadmap workshop</a:t>
            </a:r>
          </a:p>
        </p:txBody>
      </p:sp>
      <p:sp>
        <p:nvSpPr>
          <p:cNvPr id="5" name="Segnaposto testo 4">
            <a:extLst>
              <a:ext uri="{FF2B5EF4-FFF2-40B4-BE49-F238E27FC236}">
                <a16:creationId xmlns:a16="http://schemas.microsoft.com/office/drawing/2014/main" id="{4CC31B93-5A28-5418-7C25-5849A7427F0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339594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C8C9F34-6D6F-207B-53A6-2E2E5FC62A48}"/>
              </a:ext>
            </a:extLst>
          </p:cNvPr>
          <p:cNvSpPr>
            <a:spLocks noGrp="1"/>
          </p:cNvSpPr>
          <p:nvPr>
            <p:ph type="title"/>
          </p:nvPr>
        </p:nvSpPr>
        <p:spPr>
          <a:xfrm>
            <a:off x="838200" y="365125"/>
            <a:ext cx="10515600" cy="975489"/>
          </a:xfrm>
        </p:spPr>
        <p:txBody>
          <a:bodyPr>
            <a:noAutofit/>
          </a:bodyPr>
          <a:lstStyle/>
          <a:p>
            <a:r>
              <a:rPr lang="en-US" sz="2000" dirty="0"/>
              <a:t>CoP roadmap workshop</a:t>
            </a:r>
            <a:br>
              <a:rPr lang="en-US" sz="2000" dirty="0"/>
            </a:br>
            <a:r>
              <a:rPr lang="en-US" sz="2000" dirty="0"/>
              <a:t>Levels to which a Community of Practice can support a practice</a:t>
            </a:r>
            <a:br>
              <a:rPr lang="en-US" sz="2000" dirty="0"/>
            </a:br>
            <a:r>
              <a:rPr lang="en-US" sz="2000" dirty="0"/>
              <a:t>CoP Member experience : Path about a given practice</a:t>
            </a:r>
          </a:p>
        </p:txBody>
      </p:sp>
      <p:sp>
        <p:nvSpPr>
          <p:cNvPr id="7" name="Rettangolo 6">
            <a:extLst>
              <a:ext uri="{FF2B5EF4-FFF2-40B4-BE49-F238E27FC236}">
                <a16:creationId xmlns:a16="http://schemas.microsoft.com/office/drawing/2014/main" id="{10D55E55-1221-10F0-D7F5-D6F523DF8EA4}"/>
              </a:ext>
            </a:extLst>
          </p:cNvPr>
          <p:cNvSpPr/>
          <p:nvPr/>
        </p:nvSpPr>
        <p:spPr>
          <a:xfrm>
            <a:off x="2484853" y="3289857"/>
            <a:ext cx="2722944" cy="255862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it-IT" sz="1200" b="1" dirty="0">
                <a:solidFill>
                  <a:schemeClr val="tx1"/>
                </a:solidFill>
                <a:latin typeface="Avenir Next LT Pro" panose="020B0504020202020204" pitchFamily="34" charset="0"/>
              </a:rPr>
              <a:t>DISCOVER </a:t>
            </a:r>
            <a:r>
              <a:rPr lang="it-IT" sz="1200" dirty="0">
                <a:solidFill>
                  <a:schemeClr val="tx1"/>
                </a:solidFill>
                <a:latin typeface="Avenir Next LT Pro" panose="020B0504020202020204" pitchFamily="34" charset="0"/>
              </a:rPr>
              <a:t>the practice</a:t>
            </a:r>
          </a:p>
          <a:p>
            <a:pPr algn="ctr"/>
            <a:endParaRPr lang="it-IT" sz="1200" b="1" dirty="0">
              <a:solidFill>
                <a:schemeClr val="tx1"/>
              </a:solidFill>
              <a:latin typeface="Avenir Next LT Pro" panose="020B0504020202020204" pitchFamily="34" charset="0"/>
            </a:endParaRPr>
          </a:p>
          <a:p>
            <a:pPr marL="171450" indent="-171450">
              <a:buFont typeface="Wingdings" panose="05000000000000000000" pitchFamily="2" charset="2"/>
              <a:buChar char="q"/>
            </a:pPr>
            <a:r>
              <a:rPr lang="en-US" sz="1200" i="1" dirty="0">
                <a:solidFill>
                  <a:schemeClr val="tx1"/>
                </a:solidFill>
                <a:latin typeface="Avenir Next LT Pro" panose="020B0504020202020204" pitchFamily="34" charset="0"/>
              </a:rPr>
              <a:t>I know that “I did not know this practice”, and open my mind to its existence in other contexts</a:t>
            </a:r>
          </a:p>
          <a:p>
            <a:pPr marL="171450" indent="-171450">
              <a:buFont typeface="Wingdings" panose="05000000000000000000" pitchFamily="2" charset="2"/>
              <a:buChar char="q"/>
            </a:pPr>
            <a:endParaRPr lang="en-US" sz="1200" i="1" dirty="0">
              <a:solidFill>
                <a:schemeClr val="tx1"/>
              </a:solidFill>
              <a:latin typeface="Avenir Next LT Pro" panose="020B0504020202020204" pitchFamily="34" charset="0"/>
            </a:endParaRPr>
          </a:p>
          <a:p>
            <a:pPr marL="171450" indent="-171450">
              <a:buFont typeface="Wingdings" panose="05000000000000000000" pitchFamily="2" charset="2"/>
              <a:buChar char="q"/>
            </a:pPr>
            <a:r>
              <a:rPr lang="en-US" sz="1200" i="1" dirty="0">
                <a:solidFill>
                  <a:schemeClr val="tx1"/>
                </a:solidFill>
                <a:latin typeface="Avenir Next LT Pro" panose="020B0504020202020204" pitchFamily="34" charset="0"/>
              </a:rPr>
              <a:t>I can picture an example of practicing or practitioner </a:t>
            </a:r>
          </a:p>
          <a:p>
            <a:pPr marL="171450" indent="-171450">
              <a:buFont typeface="Wingdings" panose="05000000000000000000" pitchFamily="2" charset="2"/>
              <a:buChar char="q"/>
            </a:pPr>
            <a:endParaRPr lang="en-US" sz="1200" i="1" dirty="0">
              <a:solidFill>
                <a:schemeClr val="tx1"/>
              </a:solidFill>
              <a:latin typeface="Avenir Next LT Pro" panose="020B0504020202020204" pitchFamily="34" charset="0"/>
            </a:endParaRPr>
          </a:p>
          <a:p>
            <a:pPr marL="171450" indent="-171450">
              <a:buFont typeface="Wingdings" panose="05000000000000000000" pitchFamily="2" charset="2"/>
              <a:buChar char="q"/>
            </a:pPr>
            <a:r>
              <a:rPr lang="en-US" sz="1200" i="1" dirty="0">
                <a:solidFill>
                  <a:schemeClr val="tx1"/>
                </a:solidFill>
                <a:latin typeface="Avenir Next LT Pro" panose="020B0504020202020204" pitchFamily="34" charset="0"/>
              </a:rPr>
              <a:t>I know enough about this practice to be interested</a:t>
            </a:r>
          </a:p>
        </p:txBody>
      </p:sp>
      <p:sp>
        <p:nvSpPr>
          <p:cNvPr id="10" name="Rettangolo 9">
            <a:extLst>
              <a:ext uri="{FF2B5EF4-FFF2-40B4-BE49-F238E27FC236}">
                <a16:creationId xmlns:a16="http://schemas.microsoft.com/office/drawing/2014/main" id="{739753A5-4D07-0A9C-CE19-2B06D7C2A569}"/>
              </a:ext>
            </a:extLst>
          </p:cNvPr>
          <p:cNvSpPr/>
          <p:nvPr/>
        </p:nvSpPr>
        <p:spPr>
          <a:xfrm>
            <a:off x="5654452" y="3283074"/>
            <a:ext cx="2722944" cy="255862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dirty="0">
                <a:solidFill>
                  <a:schemeClr val="bg1"/>
                </a:solidFill>
                <a:latin typeface="Avenir Next LT Pro" panose="020B0504020202020204" pitchFamily="34" charset="0"/>
              </a:rPr>
              <a:t>DIGEST </a:t>
            </a:r>
            <a:r>
              <a:rPr lang="en-US" sz="1200" dirty="0">
                <a:solidFill>
                  <a:schemeClr val="bg1"/>
                </a:solidFill>
                <a:latin typeface="Avenir Next LT Pro" panose="020B0504020202020204" pitchFamily="34" charset="0"/>
              </a:rPr>
              <a:t>the practice</a:t>
            </a:r>
            <a:endParaRPr lang="en-US" sz="1200" b="1" dirty="0">
              <a:solidFill>
                <a:schemeClr val="bg1"/>
              </a:solidFill>
              <a:latin typeface="Avenir Next LT Pro" panose="020B0504020202020204" pitchFamily="34" charset="0"/>
            </a:endParaRPr>
          </a:p>
          <a:p>
            <a:pPr algn="ctr"/>
            <a:endParaRPr lang="en-US" sz="1200" b="1" dirty="0">
              <a:solidFill>
                <a:schemeClr val="bg1"/>
              </a:solidFill>
              <a:latin typeface="Avenir Next LT Pro" panose="020B0504020202020204" pitchFamily="34" charset="0"/>
            </a:endParaRPr>
          </a:p>
          <a:p>
            <a:pPr marL="171450" indent="-171450">
              <a:buFont typeface="Wingdings" panose="05000000000000000000" pitchFamily="2" charset="2"/>
              <a:buChar char="q"/>
            </a:pPr>
            <a:r>
              <a:rPr lang="en-US" sz="1200" b="1" i="1" dirty="0">
                <a:solidFill>
                  <a:schemeClr val="bg1"/>
                </a:solidFill>
                <a:latin typeface="Avenir Next LT Pro" panose="020B0504020202020204" pitchFamily="34" charset="0"/>
              </a:rPr>
              <a:t> </a:t>
            </a:r>
            <a:r>
              <a:rPr lang="en-US" sz="1200" i="1" dirty="0">
                <a:solidFill>
                  <a:schemeClr val="bg1"/>
                </a:solidFill>
                <a:latin typeface="Avenir Next LT Pro" panose="020B0504020202020204" pitchFamily="34" charset="0"/>
              </a:rPr>
              <a:t>I can compare the practice to what I know and my own past references, making it my own</a:t>
            </a:r>
          </a:p>
          <a:p>
            <a:pPr marL="171450" indent="-171450">
              <a:buFont typeface="Wingdings" panose="05000000000000000000" pitchFamily="2" charset="2"/>
              <a:buChar char="q"/>
            </a:pPr>
            <a:endParaRPr lang="en-US" sz="1200" i="1" dirty="0">
              <a:solidFill>
                <a:schemeClr val="bg1"/>
              </a:solidFill>
              <a:latin typeface="Avenir Next LT Pro" panose="020B0504020202020204" pitchFamily="34" charset="0"/>
            </a:endParaRPr>
          </a:p>
          <a:p>
            <a:pPr marL="171450" indent="-171450">
              <a:buFont typeface="Wingdings" panose="05000000000000000000" pitchFamily="2" charset="2"/>
              <a:buChar char="q"/>
            </a:pPr>
            <a:r>
              <a:rPr lang="en-US" sz="1200" i="1" dirty="0">
                <a:solidFill>
                  <a:schemeClr val="bg1"/>
                </a:solidFill>
                <a:latin typeface="Avenir Next LT Pro" panose="020B0504020202020204" pitchFamily="34" charset="0"/>
              </a:rPr>
              <a:t>I can estimate its usefulness and relevance for me and for now</a:t>
            </a:r>
          </a:p>
          <a:p>
            <a:pPr marL="171450" indent="-171450">
              <a:buFont typeface="Wingdings" panose="05000000000000000000" pitchFamily="2" charset="2"/>
              <a:buChar char="q"/>
            </a:pPr>
            <a:endParaRPr lang="en-US" sz="1200" i="1" dirty="0">
              <a:solidFill>
                <a:schemeClr val="bg1"/>
              </a:solidFill>
              <a:latin typeface="Avenir Next LT Pro" panose="020B0504020202020204" pitchFamily="34" charset="0"/>
            </a:endParaRPr>
          </a:p>
          <a:p>
            <a:pPr marL="171450" indent="-171450">
              <a:buFont typeface="Wingdings" panose="05000000000000000000" pitchFamily="2" charset="2"/>
              <a:buChar char="q"/>
            </a:pPr>
            <a:r>
              <a:rPr lang="en-US" sz="1200" i="1" dirty="0">
                <a:solidFill>
                  <a:schemeClr val="bg1"/>
                </a:solidFill>
                <a:latin typeface="Avenir Next LT Pro" panose="020B0504020202020204" pitchFamily="34" charset="0"/>
              </a:rPr>
              <a:t>I start understanding (not just knowing) what it means to practice it myself (within a safe environment and with repetitions)</a:t>
            </a:r>
          </a:p>
        </p:txBody>
      </p:sp>
      <p:sp>
        <p:nvSpPr>
          <p:cNvPr id="13" name="Rettangolo 12">
            <a:extLst>
              <a:ext uri="{FF2B5EF4-FFF2-40B4-BE49-F238E27FC236}">
                <a16:creationId xmlns:a16="http://schemas.microsoft.com/office/drawing/2014/main" id="{55881914-C91F-985E-4E67-B9CA90B45CFF}"/>
              </a:ext>
            </a:extLst>
          </p:cNvPr>
          <p:cNvSpPr/>
          <p:nvPr/>
        </p:nvSpPr>
        <p:spPr>
          <a:xfrm>
            <a:off x="8951933" y="3289857"/>
            <a:ext cx="2722944" cy="255862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it-IT" sz="1200" b="1" dirty="0">
                <a:solidFill>
                  <a:schemeClr val="tx1"/>
                </a:solidFill>
                <a:latin typeface="Avenir Next LT Pro" panose="020B0504020202020204" pitchFamily="34" charset="0"/>
              </a:rPr>
              <a:t>DEPLOY </a:t>
            </a:r>
            <a:r>
              <a:rPr lang="it-IT" sz="1200" dirty="0">
                <a:solidFill>
                  <a:schemeClr val="tx1"/>
                </a:solidFill>
                <a:latin typeface="Avenir Next LT Pro" panose="020B0504020202020204" pitchFamily="34" charset="0"/>
              </a:rPr>
              <a:t>the practice</a:t>
            </a:r>
            <a:endParaRPr lang="it-IT" sz="1200" b="1" dirty="0">
              <a:solidFill>
                <a:schemeClr val="tx1"/>
              </a:solidFill>
              <a:latin typeface="Avenir Next LT Pro" panose="020B0504020202020204" pitchFamily="34" charset="0"/>
            </a:endParaRPr>
          </a:p>
          <a:p>
            <a:pPr algn="ctr"/>
            <a:endParaRPr lang="it-IT" sz="1200" b="1" dirty="0">
              <a:solidFill>
                <a:schemeClr val="tx1"/>
              </a:solidFill>
              <a:latin typeface="Avenir Next LT Pro" panose="020B0504020202020204" pitchFamily="34" charset="0"/>
            </a:endParaRPr>
          </a:p>
          <a:p>
            <a:pPr marL="171450" indent="-171450">
              <a:buFont typeface="Wingdings" panose="05000000000000000000" pitchFamily="2" charset="2"/>
              <a:buChar char="q"/>
            </a:pPr>
            <a:r>
              <a:rPr lang="en-US" sz="1200" i="1" dirty="0">
                <a:solidFill>
                  <a:schemeClr val="tx1"/>
                </a:solidFill>
                <a:latin typeface="Avenir Next LT Pro" panose="020B0504020202020204" pitchFamily="34" charset="0"/>
              </a:rPr>
              <a:t>I face the challenges of practicing in my own environment (job context), with its specificities</a:t>
            </a:r>
          </a:p>
          <a:p>
            <a:pPr marL="171450" indent="-171450">
              <a:buFont typeface="Wingdings" panose="05000000000000000000" pitchFamily="2" charset="2"/>
              <a:buChar char="q"/>
            </a:pPr>
            <a:endParaRPr lang="en-US" sz="1200" i="1" dirty="0">
              <a:solidFill>
                <a:schemeClr val="tx1"/>
              </a:solidFill>
              <a:latin typeface="Avenir Next LT Pro" panose="020B0504020202020204" pitchFamily="34" charset="0"/>
            </a:endParaRPr>
          </a:p>
          <a:p>
            <a:pPr marL="171450" indent="-171450">
              <a:buFont typeface="Wingdings" panose="05000000000000000000" pitchFamily="2" charset="2"/>
              <a:buChar char="q"/>
            </a:pPr>
            <a:r>
              <a:rPr lang="en-US" sz="1200" i="1" dirty="0">
                <a:solidFill>
                  <a:schemeClr val="tx1"/>
                </a:solidFill>
                <a:latin typeface="Avenir Next LT Pro" panose="020B0504020202020204" pitchFamily="34" charset="0"/>
              </a:rPr>
              <a:t>I take some hindsight on the specific value of the practice within my own context</a:t>
            </a:r>
          </a:p>
          <a:p>
            <a:pPr marL="171450" indent="-171450">
              <a:buFont typeface="Wingdings" panose="05000000000000000000" pitchFamily="2" charset="2"/>
              <a:buChar char="q"/>
            </a:pPr>
            <a:endParaRPr lang="en-US" sz="1200" i="1" dirty="0">
              <a:solidFill>
                <a:schemeClr val="tx1"/>
              </a:solidFill>
              <a:latin typeface="Avenir Next LT Pro" panose="020B0504020202020204" pitchFamily="34" charset="0"/>
            </a:endParaRPr>
          </a:p>
          <a:p>
            <a:pPr marL="171450" indent="-171450">
              <a:buFont typeface="Wingdings" panose="05000000000000000000" pitchFamily="2" charset="2"/>
              <a:buChar char="q"/>
            </a:pPr>
            <a:r>
              <a:rPr lang="en-US" sz="1200" i="1" dirty="0">
                <a:solidFill>
                  <a:schemeClr val="tx1"/>
                </a:solidFill>
                <a:latin typeface="Avenir Next LT Pro" panose="020B0504020202020204" pitchFamily="34" charset="0"/>
              </a:rPr>
              <a:t>I become autonomous in implementation of the practice</a:t>
            </a:r>
          </a:p>
        </p:txBody>
      </p:sp>
      <p:pic>
        <p:nvPicPr>
          <p:cNvPr id="6" name="Immagine 5">
            <a:extLst>
              <a:ext uri="{FF2B5EF4-FFF2-40B4-BE49-F238E27FC236}">
                <a16:creationId xmlns:a16="http://schemas.microsoft.com/office/drawing/2014/main" id="{5DD09A9B-8E86-D4D2-D210-B5B6DFE0BB2A}"/>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982489" y="3421269"/>
            <a:ext cx="1111593" cy="1667390"/>
          </a:xfrm>
          <a:prstGeom prst="rect">
            <a:avLst/>
          </a:prstGeom>
        </p:spPr>
      </p:pic>
      <p:sp>
        <p:nvSpPr>
          <p:cNvPr id="22" name="Segnaposto contenuto 2">
            <a:extLst>
              <a:ext uri="{FF2B5EF4-FFF2-40B4-BE49-F238E27FC236}">
                <a16:creationId xmlns:a16="http://schemas.microsoft.com/office/drawing/2014/main" id="{68CD443E-718E-F184-1FFE-F1E6A49B2354}"/>
              </a:ext>
            </a:extLst>
          </p:cNvPr>
          <p:cNvSpPr txBox="1">
            <a:spLocks/>
          </p:cNvSpPr>
          <p:nvPr/>
        </p:nvSpPr>
        <p:spPr>
          <a:xfrm>
            <a:off x="866760" y="5202828"/>
            <a:ext cx="1239012" cy="112482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it-IT" sz="1400" dirty="0"/>
              <a:t>M</a:t>
            </a:r>
            <a:r>
              <a:rPr lang="en-US" sz="1400" dirty="0"/>
              <a:t>ember of Community of practice about a given practice</a:t>
            </a:r>
          </a:p>
        </p:txBody>
      </p:sp>
      <p:sp>
        <p:nvSpPr>
          <p:cNvPr id="5" name="Segnaposto contenuto 2">
            <a:extLst>
              <a:ext uri="{FF2B5EF4-FFF2-40B4-BE49-F238E27FC236}">
                <a16:creationId xmlns:a16="http://schemas.microsoft.com/office/drawing/2014/main" id="{3CB98EBC-E61B-F428-4160-1F819CB024A6}"/>
              </a:ext>
            </a:extLst>
          </p:cNvPr>
          <p:cNvSpPr>
            <a:spLocks noGrp="1"/>
          </p:cNvSpPr>
          <p:nvPr>
            <p:ph idx="1"/>
          </p:nvPr>
        </p:nvSpPr>
        <p:spPr>
          <a:xfrm>
            <a:off x="866760" y="1715103"/>
            <a:ext cx="2548128" cy="1241726"/>
          </a:xfrm>
        </p:spPr>
        <p:txBody>
          <a:bodyPr>
            <a:normAutofit lnSpcReduction="10000"/>
          </a:bodyPr>
          <a:lstStyle/>
          <a:p>
            <a:pPr marL="0" indent="0">
              <a:buNone/>
            </a:pPr>
            <a:r>
              <a:rPr lang="en-US" sz="1400" dirty="0"/>
              <a:t>There are different levels at which a member of Community of practice can take ownership of a practice from discovery to deployment. </a:t>
            </a:r>
          </a:p>
        </p:txBody>
      </p:sp>
      <p:sp>
        <p:nvSpPr>
          <p:cNvPr id="8" name="Freccia a destra 7">
            <a:extLst>
              <a:ext uri="{FF2B5EF4-FFF2-40B4-BE49-F238E27FC236}">
                <a16:creationId xmlns:a16="http://schemas.microsoft.com/office/drawing/2014/main" id="{EC0960DC-F91F-3D79-C207-194F3377FF25}"/>
              </a:ext>
            </a:extLst>
          </p:cNvPr>
          <p:cNvSpPr/>
          <p:nvPr/>
        </p:nvSpPr>
        <p:spPr>
          <a:xfrm>
            <a:off x="2112823" y="4050667"/>
            <a:ext cx="365529" cy="914400"/>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ccia a destra 8">
            <a:extLst>
              <a:ext uri="{FF2B5EF4-FFF2-40B4-BE49-F238E27FC236}">
                <a16:creationId xmlns:a16="http://schemas.microsoft.com/office/drawing/2014/main" id="{1CF6758F-A5A8-C05D-8463-7CB3C1160101}"/>
              </a:ext>
            </a:extLst>
          </p:cNvPr>
          <p:cNvSpPr/>
          <p:nvPr/>
        </p:nvSpPr>
        <p:spPr>
          <a:xfrm>
            <a:off x="5207797" y="4061794"/>
            <a:ext cx="446655" cy="914400"/>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ccia a destra 10">
            <a:extLst>
              <a:ext uri="{FF2B5EF4-FFF2-40B4-BE49-F238E27FC236}">
                <a16:creationId xmlns:a16="http://schemas.microsoft.com/office/drawing/2014/main" id="{4DD0F887-8480-630A-65CC-FA4E4A8544B1}"/>
              </a:ext>
            </a:extLst>
          </p:cNvPr>
          <p:cNvSpPr/>
          <p:nvPr/>
        </p:nvSpPr>
        <p:spPr>
          <a:xfrm>
            <a:off x="8377396" y="4113807"/>
            <a:ext cx="574537" cy="914400"/>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D7DE3CDC-49D2-9055-967E-6C55B557F8A6}"/>
              </a:ext>
            </a:extLst>
          </p:cNvPr>
          <p:cNvSpPr txBox="1">
            <a:spLocks/>
          </p:cNvSpPr>
          <p:nvPr/>
        </p:nvSpPr>
        <p:spPr>
          <a:xfrm>
            <a:off x="3935441" y="1652311"/>
            <a:ext cx="3599215" cy="13045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dirty="0"/>
              <a:t>Depending on the goal and the current level of the member for the given practice, there might be different needs.  </a:t>
            </a:r>
            <a:r>
              <a:rPr lang="en-US" sz="1400" b="1" dirty="0"/>
              <a:t>This member path can be called the DDD path (Discover, Digest, Deploy) </a:t>
            </a:r>
            <a:r>
              <a:rPr lang="en-US" sz="1400" dirty="0"/>
              <a:t>in a Community of practice.</a:t>
            </a:r>
          </a:p>
        </p:txBody>
      </p:sp>
    </p:spTree>
    <p:extLst>
      <p:ext uri="{BB962C8B-B14F-4D97-AF65-F5344CB8AC3E}">
        <p14:creationId xmlns:p14="http://schemas.microsoft.com/office/powerpoint/2010/main" val="35372361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C8C9F34-6D6F-207B-53A6-2E2E5FC62A48}"/>
              </a:ext>
            </a:extLst>
          </p:cNvPr>
          <p:cNvSpPr>
            <a:spLocks noGrp="1"/>
          </p:cNvSpPr>
          <p:nvPr>
            <p:ph type="title"/>
          </p:nvPr>
        </p:nvSpPr>
        <p:spPr>
          <a:xfrm>
            <a:off x="838200" y="365125"/>
            <a:ext cx="10515600" cy="975489"/>
          </a:xfrm>
        </p:spPr>
        <p:txBody>
          <a:bodyPr>
            <a:noAutofit/>
          </a:bodyPr>
          <a:lstStyle/>
          <a:p>
            <a:r>
              <a:rPr lang="en-US" sz="2000" dirty="0"/>
              <a:t>CoP roadmap workshop</a:t>
            </a:r>
            <a:br>
              <a:rPr lang="en-US" sz="2000" dirty="0"/>
            </a:br>
            <a:r>
              <a:rPr lang="en-US" sz="2000" dirty="0"/>
              <a:t>CoP Member experience : Path about a given practice</a:t>
            </a:r>
          </a:p>
        </p:txBody>
      </p:sp>
      <p:sp>
        <p:nvSpPr>
          <p:cNvPr id="7" name="Rettangolo 6">
            <a:extLst>
              <a:ext uri="{FF2B5EF4-FFF2-40B4-BE49-F238E27FC236}">
                <a16:creationId xmlns:a16="http://schemas.microsoft.com/office/drawing/2014/main" id="{10D55E55-1221-10F0-D7F5-D6F523DF8EA4}"/>
              </a:ext>
            </a:extLst>
          </p:cNvPr>
          <p:cNvSpPr/>
          <p:nvPr/>
        </p:nvSpPr>
        <p:spPr>
          <a:xfrm>
            <a:off x="2451561" y="1875370"/>
            <a:ext cx="2722944" cy="52714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it-IT" sz="1200" b="1" dirty="0">
                <a:solidFill>
                  <a:schemeClr val="tx1"/>
                </a:solidFill>
                <a:latin typeface="Avenir Next LT Pro" panose="020B0504020202020204" pitchFamily="34" charset="0"/>
              </a:rPr>
              <a:t>DISCOVER PRACTICE</a:t>
            </a:r>
          </a:p>
          <a:p>
            <a:pPr algn="ctr"/>
            <a:endParaRPr lang="it-IT" sz="1200" b="1" dirty="0">
              <a:solidFill>
                <a:schemeClr val="tx1"/>
              </a:solidFill>
              <a:latin typeface="Avenir Next LT Pro" panose="020B0504020202020204" pitchFamily="34" charset="0"/>
            </a:endParaRPr>
          </a:p>
        </p:txBody>
      </p:sp>
      <p:sp>
        <p:nvSpPr>
          <p:cNvPr id="10" name="Rettangolo 9">
            <a:extLst>
              <a:ext uri="{FF2B5EF4-FFF2-40B4-BE49-F238E27FC236}">
                <a16:creationId xmlns:a16="http://schemas.microsoft.com/office/drawing/2014/main" id="{739753A5-4D07-0A9C-CE19-2B06D7C2A569}"/>
              </a:ext>
            </a:extLst>
          </p:cNvPr>
          <p:cNvSpPr/>
          <p:nvPr/>
        </p:nvSpPr>
        <p:spPr>
          <a:xfrm>
            <a:off x="5621160" y="1868587"/>
            <a:ext cx="2722944" cy="5271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dirty="0">
                <a:solidFill>
                  <a:schemeClr val="bg1"/>
                </a:solidFill>
                <a:latin typeface="Avenir Next LT Pro" panose="020B0504020202020204" pitchFamily="34" charset="0"/>
              </a:rPr>
              <a:t>DIGEST PRACTICE</a:t>
            </a:r>
            <a:endParaRPr lang="en-US" sz="1200" dirty="0">
              <a:solidFill>
                <a:schemeClr val="bg1"/>
              </a:solidFill>
              <a:latin typeface="Avenir Next LT Pro" panose="020B0504020202020204" pitchFamily="34" charset="0"/>
            </a:endParaRPr>
          </a:p>
        </p:txBody>
      </p:sp>
      <p:sp>
        <p:nvSpPr>
          <p:cNvPr id="13" name="Rettangolo 12">
            <a:extLst>
              <a:ext uri="{FF2B5EF4-FFF2-40B4-BE49-F238E27FC236}">
                <a16:creationId xmlns:a16="http://schemas.microsoft.com/office/drawing/2014/main" id="{55881914-C91F-985E-4E67-B9CA90B45CFF}"/>
              </a:ext>
            </a:extLst>
          </p:cNvPr>
          <p:cNvSpPr/>
          <p:nvPr/>
        </p:nvSpPr>
        <p:spPr>
          <a:xfrm>
            <a:off x="8918641" y="1875370"/>
            <a:ext cx="2722944" cy="52714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it-IT" sz="1200" b="1" dirty="0">
                <a:solidFill>
                  <a:schemeClr val="tx1"/>
                </a:solidFill>
                <a:latin typeface="Avenir Next LT Pro" panose="020B0504020202020204" pitchFamily="34" charset="0"/>
              </a:rPr>
              <a:t>DEPLOY PRACTICE</a:t>
            </a:r>
          </a:p>
        </p:txBody>
      </p:sp>
      <p:pic>
        <p:nvPicPr>
          <p:cNvPr id="6" name="Immagine 5">
            <a:extLst>
              <a:ext uri="{FF2B5EF4-FFF2-40B4-BE49-F238E27FC236}">
                <a16:creationId xmlns:a16="http://schemas.microsoft.com/office/drawing/2014/main" id="{5DD09A9B-8E86-D4D2-D210-B5B6DFE0BB2A}"/>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70245" y="1865624"/>
            <a:ext cx="1111593" cy="1667390"/>
          </a:xfrm>
          <a:prstGeom prst="rect">
            <a:avLst/>
          </a:prstGeom>
        </p:spPr>
      </p:pic>
      <p:sp>
        <p:nvSpPr>
          <p:cNvPr id="22" name="Segnaposto contenuto 2">
            <a:extLst>
              <a:ext uri="{FF2B5EF4-FFF2-40B4-BE49-F238E27FC236}">
                <a16:creationId xmlns:a16="http://schemas.microsoft.com/office/drawing/2014/main" id="{68CD443E-718E-F184-1FFE-F1E6A49B2354}"/>
              </a:ext>
            </a:extLst>
          </p:cNvPr>
          <p:cNvSpPr txBox="1">
            <a:spLocks/>
          </p:cNvSpPr>
          <p:nvPr/>
        </p:nvSpPr>
        <p:spPr>
          <a:xfrm>
            <a:off x="282619" y="3568143"/>
            <a:ext cx="1239012" cy="13358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it-IT" sz="1400" dirty="0"/>
              <a:t>M</a:t>
            </a:r>
            <a:r>
              <a:rPr lang="en-US" sz="1400" dirty="0"/>
              <a:t>ember of Community of practice about a given practice</a:t>
            </a:r>
          </a:p>
        </p:txBody>
      </p:sp>
      <p:sp>
        <p:nvSpPr>
          <p:cNvPr id="5" name="Segnaposto contenuto 2">
            <a:extLst>
              <a:ext uri="{FF2B5EF4-FFF2-40B4-BE49-F238E27FC236}">
                <a16:creationId xmlns:a16="http://schemas.microsoft.com/office/drawing/2014/main" id="{3CB98EBC-E61B-F428-4160-1F819CB024A6}"/>
              </a:ext>
            </a:extLst>
          </p:cNvPr>
          <p:cNvSpPr>
            <a:spLocks noGrp="1"/>
          </p:cNvSpPr>
          <p:nvPr>
            <p:ph idx="1"/>
          </p:nvPr>
        </p:nvSpPr>
        <p:spPr>
          <a:xfrm>
            <a:off x="7086600" y="3813282"/>
            <a:ext cx="2515577" cy="2852693"/>
          </a:xfrm>
        </p:spPr>
        <p:txBody>
          <a:bodyPr>
            <a:normAutofit/>
          </a:bodyPr>
          <a:lstStyle/>
          <a:p>
            <a:pPr marL="0" indent="0">
              <a:buNone/>
            </a:pPr>
            <a:r>
              <a:rPr lang="en-US" sz="1400" dirty="0"/>
              <a:t>A member may be able to do some parts of the path by him/herself, while needing assistance from the Community for the other parts. </a:t>
            </a:r>
          </a:p>
          <a:p>
            <a:pPr marL="0" indent="0">
              <a:buNone/>
            </a:pPr>
            <a:r>
              <a:rPr lang="en-US" sz="1400" dirty="0"/>
              <a:t>Depending on many factors (ability to take initiative, trust in oneself, exposure to content, willingness to try, etc.), a member may do more parts of the path by him/herself or less.</a:t>
            </a:r>
          </a:p>
        </p:txBody>
      </p:sp>
      <p:sp>
        <p:nvSpPr>
          <p:cNvPr id="8" name="Freccia a destra 7">
            <a:extLst>
              <a:ext uri="{FF2B5EF4-FFF2-40B4-BE49-F238E27FC236}">
                <a16:creationId xmlns:a16="http://schemas.microsoft.com/office/drawing/2014/main" id="{EC0960DC-F91F-3D79-C207-194F3377FF25}"/>
              </a:ext>
            </a:extLst>
          </p:cNvPr>
          <p:cNvSpPr/>
          <p:nvPr/>
        </p:nvSpPr>
        <p:spPr>
          <a:xfrm>
            <a:off x="1488339" y="2636179"/>
            <a:ext cx="3522573" cy="914400"/>
          </a:xfrm>
          <a:prstGeom prst="rightArrow">
            <a:avLst/>
          </a:prstGeom>
          <a:solidFill>
            <a:schemeClr val="bg1"/>
          </a:solid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venir Next LT Pro" panose="020B0504020202020204" pitchFamily="34" charset="0"/>
              </a:rPr>
              <a:t>I can do this part by myself </a:t>
            </a:r>
          </a:p>
        </p:txBody>
      </p:sp>
      <p:sp>
        <p:nvSpPr>
          <p:cNvPr id="9" name="Freccia a destra 8">
            <a:extLst>
              <a:ext uri="{FF2B5EF4-FFF2-40B4-BE49-F238E27FC236}">
                <a16:creationId xmlns:a16="http://schemas.microsoft.com/office/drawing/2014/main" id="{1CF6758F-A5A8-C05D-8463-7CB3C1160101}"/>
              </a:ext>
            </a:extLst>
          </p:cNvPr>
          <p:cNvSpPr/>
          <p:nvPr/>
        </p:nvSpPr>
        <p:spPr>
          <a:xfrm>
            <a:off x="5017413" y="2647306"/>
            <a:ext cx="2722944" cy="914400"/>
          </a:xfrm>
          <a:prstGeom prst="right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venir Next LT Pro" panose="020B0504020202020204" pitchFamily="34" charset="0"/>
              </a:rPr>
              <a:t>I may need the assistance of a Community for this part</a:t>
            </a:r>
          </a:p>
        </p:txBody>
      </p:sp>
      <p:pic>
        <p:nvPicPr>
          <p:cNvPr id="3" name="Immagine 2" descr="Immagine che contiene interno, persona, muro, gruppo&#10;&#10;Descrizione generata automaticamente">
            <a:extLst>
              <a:ext uri="{FF2B5EF4-FFF2-40B4-BE49-F238E27FC236}">
                <a16:creationId xmlns:a16="http://schemas.microsoft.com/office/drawing/2014/main" id="{3CD6E291-D1A3-5E1A-FEA8-C3F25114AC35}"/>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5722694" y="2402512"/>
            <a:ext cx="808068" cy="526535"/>
          </a:xfrm>
          <a:prstGeom prst="rect">
            <a:avLst/>
          </a:prstGeom>
        </p:spPr>
      </p:pic>
      <p:sp>
        <p:nvSpPr>
          <p:cNvPr id="4" name="Freccia a destra 3">
            <a:extLst>
              <a:ext uri="{FF2B5EF4-FFF2-40B4-BE49-F238E27FC236}">
                <a16:creationId xmlns:a16="http://schemas.microsoft.com/office/drawing/2014/main" id="{1505CE52-E59E-25D4-AEBF-0CDECD19FA5D}"/>
              </a:ext>
            </a:extLst>
          </p:cNvPr>
          <p:cNvSpPr/>
          <p:nvPr/>
        </p:nvSpPr>
        <p:spPr>
          <a:xfrm>
            <a:off x="7746858" y="2647306"/>
            <a:ext cx="2722944" cy="914400"/>
          </a:xfrm>
          <a:prstGeom prst="rightArrow">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venir Next LT Pro" panose="020B0504020202020204" pitchFamily="34" charset="0"/>
              </a:rPr>
              <a:t>I may need the assistance of a Community for this part</a:t>
            </a:r>
          </a:p>
        </p:txBody>
      </p:sp>
      <p:pic>
        <p:nvPicPr>
          <p:cNvPr id="12" name="Immagine 11" descr="Immagine che contiene interno, persona, muro, gruppo&#10;&#10;Descrizione generata automaticamente">
            <a:extLst>
              <a:ext uri="{FF2B5EF4-FFF2-40B4-BE49-F238E27FC236}">
                <a16:creationId xmlns:a16="http://schemas.microsoft.com/office/drawing/2014/main" id="{45FA2CFD-582E-B155-80B6-02EF6F452F70}"/>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8960734" y="2410733"/>
            <a:ext cx="808068" cy="526535"/>
          </a:xfrm>
          <a:prstGeom prst="rect">
            <a:avLst/>
          </a:prstGeom>
        </p:spPr>
      </p:pic>
    </p:spTree>
    <p:extLst>
      <p:ext uri="{BB962C8B-B14F-4D97-AF65-F5344CB8AC3E}">
        <p14:creationId xmlns:p14="http://schemas.microsoft.com/office/powerpoint/2010/main" val="22841844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C8C9F34-6D6F-207B-53A6-2E2E5FC62A48}"/>
              </a:ext>
            </a:extLst>
          </p:cNvPr>
          <p:cNvSpPr>
            <a:spLocks noGrp="1"/>
          </p:cNvSpPr>
          <p:nvPr>
            <p:ph type="title"/>
          </p:nvPr>
        </p:nvSpPr>
        <p:spPr>
          <a:xfrm>
            <a:off x="838200" y="365125"/>
            <a:ext cx="10515600" cy="975489"/>
          </a:xfrm>
        </p:spPr>
        <p:txBody>
          <a:bodyPr>
            <a:noAutofit/>
          </a:bodyPr>
          <a:lstStyle/>
          <a:p>
            <a:r>
              <a:rPr lang="en-US" sz="2000" dirty="0"/>
              <a:t>CoP roadmap workshop</a:t>
            </a:r>
            <a:br>
              <a:rPr lang="en-US" sz="2000" dirty="0"/>
            </a:br>
            <a:r>
              <a:rPr lang="en-US" sz="2000" dirty="0"/>
              <a:t>Levels to which a Community of Practice can support a practice</a:t>
            </a:r>
            <a:br>
              <a:rPr lang="en-US" sz="2000" dirty="0"/>
            </a:br>
            <a:r>
              <a:rPr lang="en-US" sz="2000" dirty="0"/>
              <a:t>CoP Member experience : Usual assumption of CoP leaders</a:t>
            </a:r>
          </a:p>
        </p:txBody>
      </p:sp>
      <p:sp>
        <p:nvSpPr>
          <p:cNvPr id="5" name="Segnaposto contenuto 2">
            <a:extLst>
              <a:ext uri="{FF2B5EF4-FFF2-40B4-BE49-F238E27FC236}">
                <a16:creationId xmlns:a16="http://schemas.microsoft.com/office/drawing/2014/main" id="{3CB98EBC-E61B-F428-4160-1F819CB024A6}"/>
              </a:ext>
            </a:extLst>
          </p:cNvPr>
          <p:cNvSpPr>
            <a:spLocks noGrp="1"/>
          </p:cNvSpPr>
          <p:nvPr>
            <p:ph idx="1"/>
          </p:nvPr>
        </p:nvSpPr>
        <p:spPr>
          <a:xfrm>
            <a:off x="844969" y="2001054"/>
            <a:ext cx="2043504" cy="4099648"/>
          </a:xfrm>
        </p:spPr>
        <p:txBody>
          <a:bodyPr>
            <a:normAutofit/>
          </a:bodyPr>
          <a:lstStyle/>
          <a:p>
            <a:pPr marL="0" indent="0">
              <a:buNone/>
            </a:pPr>
            <a:r>
              <a:rPr lang="en-US" sz="1400" dirty="0"/>
              <a:t>Given the easiness and scalability of “Show and hope” activities (mostly presentations that only requires a short availability of contributors), a </a:t>
            </a:r>
            <a:r>
              <a:rPr lang="en-US" sz="1400" b="1" dirty="0">
                <a:solidFill>
                  <a:schemeClr val="accent1"/>
                </a:solidFill>
              </a:rPr>
              <a:t>Community of Practice leaders can take the assumption that most members can do the “Digest &amp; Deploy” part by themselves</a:t>
            </a:r>
            <a:r>
              <a:rPr lang="en-US" sz="1400" dirty="0"/>
              <a:t>, and therefore deduce that Community should focus only on discovery of practices.</a:t>
            </a:r>
          </a:p>
        </p:txBody>
      </p:sp>
      <p:pic>
        <p:nvPicPr>
          <p:cNvPr id="3" name="Immagine 2" descr="Immagine che contiene interno, persona, muro, gruppo&#10;&#10;Descrizione generata automaticamente">
            <a:extLst>
              <a:ext uri="{FF2B5EF4-FFF2-40B4-BE49-F238E27FC236}">
                <a16:creationId xmlns:a16="http://schemas.microsoft.com/office/drawing/2014/main" id="{3CD6E291-D1A3-5E1A-FEA8-C3F25114AC3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541244" y="4965054"/>
            <a:ext cx="2119585" cy="1381116"/>
          </a:xfrm>
          <a:prstGeom prst="rect">
            <a:avLst/>
          </a:prstGeom>
        </p:spPr>
      </p:pic>
      <p:sp>
        <p:nvSpPr>
          <p:cNvPr id="15" name="Bolla: nuvola 14">
            <a:extLst>
              <a:ext uri="{FF2B5EF4-FFF2-40B4-BE49-F238E27FC236}">
                <a16:creationId xmlns:a16="http://schemas.microsoft.com/office/drawing/2014/main" id="{601B869B-F7AC-91D9-10D8-4C47FE444AAD}"/>
              </a:ext>
            </a:extLst>
          </p:cNvPr>
          <p:cNvSpPr/>
          <p:nvPr/>
        </p:nvSpPr>
        <p:spPr>
          <a:xfrm>
            <a:off x="2734056" y="2359659"/>
            <a:ext cx="8814971" cy="1993392"/>
          </a:xfrm>
          <a:prstGeom prst="cloudCallout">
            <a:avLst>
              <a:gd name="adj1" fmla="val 15744"/>
              <a:gd name="adj2" fmla="val 8605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uppo 16">
            <a:extLst>
              <a:ext uri="{FF2B5EF4-FFF2-40B4-BE49-F238E27FC236}">
                <a16:creationId xmlns:a16="http://schemas.microsoft.com/office/drawing/2014/main" id="{52ADD97B-9985-004B-BCA6-289E0D164437}"/>
              </a:ext>
            </a:extLst>
          </p:cNvPr>
          <p:cNvGrpSpPr/>
          <p:nvPr/>
        </p:nvGrpSpPr>
        <p:grpSpPr>
          <a:xfrm>
            <a:off x="3443439" y="2690544"/>
            <a:ext cx="7937277" cy="1226830"/>
            <a:chOff x="370245" y="1865624"/>
            <a:chExt cx="11694888" cy="1765884"/>
          </a:xfrm>
        </p:grpSpPr>
        <p:sp>
          <p:nvSpPr>
            <p:cNvPr id="18" name="Rettangolo 17">
              <a:extLst>
                <a:ext uri="{FF2B5EF4-FFF2-40B4-BE49-F238E27FC236}">
                  <a16:creationId xmlns:a16="http://schemas.microsoft.com/office/drawing/2014/main" id="{704C14E4-C655-DB0A-EC72-2F92296B1B2B}"/>
                </a:ext>
              </a:extLst>
            </p:cNvPr>
            <p:cNvSpPr/>
            <p:nvPr/>
          </p:nvSpPr>
          <p:spPr>
            <a:xfrm>
              <a:off x="2875108" y="2135067"/>
              <a:ext cx="2722944" cy="52714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it-IT" sz="1050" b="1" dirty="0">
                  <a:solidFill>
                    <a:schemeClr val="tx1"/>
                  </a:solidFill>
                  <a:latin typeface="Avenir Next LT Pro" panose="020B0504020202020204" pitchFamily="34" charset="0"/>
                </a:rPr>
                <a:t>DISCOVER</a:t>
              </a:r>
            </a:p>
            <a:p>
              <a:pPr algn="ctr"/>
              <a:endParaRPr lang="it-IT" sz="1050" b="1" dirty="0">
                <a:solidFill>
                  <a:schemeClr val="tx1"/>
                </a:solidFill>
                <a:latin typeface="Avenir Next LT Pro" panose="020B0504020202020204" pitchFamily="34" charset="0"/>
              </a:endParaRPr>
            </a:p>
          </p:txBody>
        </p:sp>
        <p:sp>
          <p:nvSpPr>
            <p:cNvPr id="19" name="Rettangolo 18">
              <a:extLst>
                <a:ext uri="{FF2B5EF4-FFF2-40B4-BE49-F238E27FC236}">
                  <a16:creationId xmlns:a16="http://schemas.microsoft.com/office/drawing/2014/main" id="{0861C3F3-EB22-1479-C331-A805ABE92E9B}"/>
                </a:ext>
              </a:extLst>
            </p:cNvPr>
            <p:cNvSpPr/>
            <p:nvPr/>
          </p:nvSpPr>
          <p:spPr>
            <a:xfrm>
              <a:off x="6044707" y="2128285"/>
              <a:ext cx="2722944" cy="5271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a:solidFill>
                    <a:schemeClr val="bg1"/>
                  </a:solidFill>
                  <a:latin typeface="Avenir Next LT Pro" panose="020B0504020202020204" pitchFamily="34" charset="0"/>
                </a:rPr>
                <a:t>DIGEST</a:t>
              </a:r>
              <a:endParaRPr lang="en-US" sz="1050" dirty="0">
                <a:solidFill>
                  <a:schemeClr val="bg1"/>
                </a:solidFill>
                <a:latin typeface="Avenir Next LT Pro" panose="020B0504020202020204" pitchFamily="34" charset="0"/>
              </a:endParaRPr>
            </a:p>
          </p:txBody>
        </p:sp>
        <p:sp>
          <p:nvSpPr>
            <p:cNvPr id="20" name="Rettangolo 19">
              <a:extLst>
                <a:ext uri="{FF2B5EF4-FFF2-40B4-BE49-F238E27FC236}">
                  <a16:creationId xmlns:a16="http://schemas.microsoft.com/office/drawing/2014/main" id="{77CDBE31-3384-D4CF-8B18-44300839A4D1}"/>
                </a:ext>
              </a:extLst>
            </p:cNvPr>
            <p:cNvSpPr/>
            <p:nvPr/>
          </p:nvSpPr>
          <p:spPr>
            <a:xfrm>
              <a:off x="9342189" y="2135067"/>
              <a:ext cx="2722944" cy="52714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it-IT" sz="1050" b="1" dirty="0">
                  <a:solidFill>
                    <a:schemeClr val="tx1"/>
                  </a:solidFill>
                  <a:latin typeface="Avenir Next LT Pro" panose="020B0504020202020204" pitchFamily="34" charset="0"/>
                </a:rPr>
                <a:t>DEPLOY</a:t>
              </a:r>
            </a:p>
          </p:txBody>
        </p:sp>
        <p:pic>
          <p:nvPicPr>
            <p:cNvPr id="21" name="Immagine 20">
              <a:extLst>
                <a:ext uri="{FF2B5EF4-FFF2-40B4-BE49-F238E27FC236}">
                  <a16:creationId xmlns:a16="http://schemas.microsoft.com/office/drawing/2014/main" id="{9A28978A-3944-A7FE-E9CE-CA67C25C899C}"/>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370245" y="1865624"/>
              <a:ext cx="1111593" cy="1667390"/>
            </a:xfrm>
            <a:prstGeom prst="rect">
              <a:avLst/>
            </a:prstGeom>
          </p:spPr>
        </p:pic>
        <p:sp>
          <p:nvSpPr>
            <p:cNvPr id="23" name="Freccia a destra 22">
              <a:extLst>
                <a:ext uri="{FF2B5EF4-FFF2-40B4-BE49-F238E27FC236}">
                  <a16:creationId xmlns:a16="http://schemas.microsoft.com/office/drawing/2014/main" id="{844CE7FC-6EA0-6135-844D-A1B2FB8C2D52}"/>
                </a:ext>
              </a:extLst>
            </p:cNvPr>
            <p:cNvSpPr/>
            <p:nvPr/>
          </p:nvSpPr>
          <p:spPr>
            <a:xfrm>
              <a:off x="1481838" y="2734898"/>
              <a:ext cx="3308215" cy="878821"/>
            </a:xfrm>
            <a:prstGeom prst="rightArrow">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Avenir Next LT Pro" panose="020B0504020202020204" pitchFamily="34" charset="0"/>
                </a:rPr>
                <a:t>“I may need the assistance of a Community for this part”</a:t>
              </a:r>
            </a:p>
          </p:txBody>
        </p:sp>
        <p:sp>
          <p:nvSpPr>
            <p:cNvPr id="24" name="Freccia a destra 23">
              <a:extLst>
                <a:ext uri="{FF2B5EF4-FFF2-40B4-BE49-F238E27FC236}">
                  <a16:creationId xmlns:a16="http://schemas.microsoft.com/office/drawing/2014/main" id="{5DAE7D94-75E5-B73B-120F-BBC7D41B7A6F}"/>
                </a:ext>
              </a:extLst>
            </p:cNvPr>
            <p:cNvSpPr/>
            <p:nvPr/>
          </p:nvSpPr>
          <p:spPr>
            <a:xfrm>
              <a:off x="7746858" y="2699319"/>
              <a:ext cx="2956803" cy="914400"/>
            </a:xfrm>
            <a:prstGeom prst="rightArrow">
              <a:avLst/>
            </a:prstGeom>
            <a:solidFill>
              <a:schemeClr val="bg1"/>
            </a:solidFill>
            <a:ln w="3810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Avenir Next LT Pro" panose="020B0504020202020204" pitchFamily="34" charset="0"/>
                </a:rPr>
                <a:t>“I can do this part by myself“</a:t>
              </a:r>
            </a:p>
          </p:txBody>
        </p:sp>
        <p:sp>
          <p:nvSpPr>
            <p:cNvPr id="25" name="Freccia a destra 24">
              <a:extLst>
                <a:ext uri="{FF2B5EF4-FFF2-40B4-BE49-F238E27FC236}">
                  <a16:creationId xmlns:a16="http://schemas.microsoft.com/office/drawing/2014/main" id="{86491A53-6413-04D5-54B8-147A29A7778B}"/>
                </a:ext>
              </a:extLst>
            </p:cNvPr>
            <p:cNvSpPr/>
            <p:nvPr/>
          </p:nvSpPr>
          <p:spPr>
            <a:xfrm>
              <a:off x="4790055" y="2717107"/>
              <a:ext cx="2956804" cy="914401"/>
            </a:xfrm>
            <a:prstGeom prst="rightArrow">
              <a:avLst/>
            </a:prstGeom>
            <a:solidFill>
              <a:schemeClr val="bg1"/>
            </a:solidFill>
            <a:ln w="381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Avenir Next LT Pro" panose="020B0504020202020204" pitchFamily="34" charset="0"/>
                </a:rPr>
                <a:t>“I can do this part by myself“</a:t>
              </a:r>
            </a:p>
          </p:txBody>
        </p:sp>
      </p:grpSp>
      <p:sp>
        <p:nvSpPr>
          <p:cNvPr id="26" name="Fumetto: ovale 25">
            <a:extLst>
              <a:ext uri="{FF2B5EF4-FFF2-40B4-BE49-F238E27FC236}">
                <a16:creationId xmlns:a16="http://schemas.microsoft.com/office/drawing/2014/main" id="{85EC53FC-D907-D9F7-50B8-0E0442EABFE9}"/>
              </a:ext>
            </a:extLst>
          </p:cNvPr>
          <p:cNvSpPr/>
          <p:nvPr/>
        </p:nvSpPr>
        <p:spPr>
          <a:xfrm>
            <a:off x="9503341" y="5143008"/>
            <a:ext cx="2369337" cy="1134491"/>
          </a:xfrm>
          <a:prstGeom prst="wedgeEllipseCallout">
            <a:avLst>
              <a:gd name="adj1" fmla="val -62710"/>
              <a:gd name="adj2" fmla="val -1245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Let’s organize mostly</a:t>
            </a:r>
          </a:p>
          <a:p>
            <a:pPr algn="ctr"/>
            <a:r>
              <a:rPr lang="en-US" sz="1400" dirty="0">
                <a:solidFill>
                  <a:schemeClr val="tx1"/>
                </a:solidFill>
              </a:rPr>
              <a:t>inspirational presentations</a:t>
            </a:r>
          </a:p>
        </p:txBody>
      </p:sp>
      <p:pic>
        <p:nvPicPr>
          <p:cNvPr id="27" name="Immagine 26" descr="Immagine che contiene interni, soffitto&#10;&#10;Descrizione generata automaticamente">
            <a:extLst>
              <a:ext uri="{FF2B5EF4-FFF2-40B4-BE49-F238E27FC236}">
                <a16:creationId xmlns:a16="http://schemas.microsoft.com/office/drawing/2014/main" id="{FDF0FDDC-6CF2-2A26-C4E5-591525776FB8}"/>
              </a:ext>
            </a:extLst>
          </p:cNvPr>
          <p:cNvPicPr>
            <a:picLocks noChangeAspect="1"/>
          </p:cNvPicPr>
          <p:nvPr/>
        </p:nvPicPr>
        <p:blipFill rotWithShape="1">
          <a:blip r:embed="rId6" cstate="email">
            <a:extLst>
              <a:ext uri="{28A0092B-C50C-407E-A947-70E740481C1C}">
                <a14:useLocalDpi xmlns:a14="http://schemas.microsoft.com/office/drawing/2010/main"/>
              </a:ext>
              <a:ext uri="{837473B0-CC2E-450A-ABE3-18F120FF3D39}">
                <a1611:picAttrSrcUrl xmlns:a1611="http://schemas.microsoft.com/office/drawing/2016/11/main" r:id="rId7"/>
              </a:ext>
            </a:extLst>
          </a:blip>
          <a:srcRect/>
          <a:stretch/>
        </p:blipFill>
        <p:spPr>
          <a:xfrm>
            <a:off x="11302701" y="5451694"/>
            <a:ext cx="693821" cy="517118"/>
          </a:xfrm>
          <a:prstGeom prst="rect">
            <a:avLst/>
          </a:prstGeom>
        </p:spPr>
      </p:pic>
      <p:pic>
        <p:nvPicPr>
          <p:cNvPr id="28" name="Immagine 27" descr="Immagine che contiene interno, persona, muro, gruppo&#10;&#10;Descrizione generata automaticamente">
            <a:extLst>
              <a:ext uri="{FF2B5EF4-FFF2-40B4-BE49-F238E27FC236}">
                <a16:creationId xmlns:a16="http://schemas.microsoft.com/office/drawing/2014/main" id="{0B614F19-5B69-A7D7-6BEA-B134813CE10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759608" y="3758386"/>
            <a:ext cx="605966" cy="394846"/>
          </a:xfrm>
          <a:prstGeom prst="rect">
            <a:avLst/>
          </a:prstGeom>
        </p:spPr>
      </p:pic>
    </p:spTree>
    <p:extLst>
      <p:ext uri="{BB962C8B-B14F-4D97-AF65-F5344CB8AC3E}">
        <p14:creationId xmlns:p14="http://schemas.microsoft.com/office/powerpoint/2010/main" val="28640882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C8C9F34-6D6F-207B-53A6-2E2E5FC62A48}"/>
              </a:ext>
            </a:extLst>
          </p:cNvPr>
          <p:cNvSpPr>
            <a:spLocks noGrp="1"/>
          </p:cNvSpPr>
          <p:nvPr>
            <p:ph type="title"/>
          </p:nvPr>
        </p:nvSpPr>
        <p:spPr>
          <a:xfrm>
            <a:off x="838200" y="365125"/>
            <a:ext cx="10515600" cy="975489"/>
          </a:xfrm>
        </p:spPr>
        <p:txBody>
          <a:bodyPr>
            <a:noAutofit/>
          </a:bodyPr>
          <a:lstStyle/>
          <a:p>
            <a:r>
              <a:rPr lang="en-US" sz="2000" dirty="0"/>
              <a:t>CoP roadmap workshop</a:t>
            </a:r>
            <a:br>
              <a:rPr lang="en-US" sz="2000" dirty="0"/>
            </a:br>
            <a:r>
              <a:rPr lang="en-US" sz="2000" dirty="0"/>
              <a:t>Levels to which a Community of Practice can support a practice</a:t>
            </a:r>
            <a:br>
              <a:rPr lang="en-US" sz="2000" dirty="0"/>
            </a:br>
            <a:r>
              <a:rPr lang="en-US" sz="2000" dirty="0"/>
              <a:t>CoP Member experience : Case of wrong assumptions by CoP leaders</a:t>
            </a:r>
          </a:p>
        </p:txBody>
      </p:sp>
      <p:sp>
        <p:nvSpPr>
          <p:cNvPr id="5" name="Segnaposto contenuto 2">
            <a:extLst>
              <a:ext uri="{FF2B5EF4-FFF2-40B4-BE49-F238E27FC236}">
                <a16:creationId xmlns:a16="http://schemas.microsoft.com/office/drawing/2014/main" id="{3CB98EBC-E61B-F428-4160-1F819CB024A6}"/>
              </a:ext>
            </a:extLst>
          </p:cNvPr>
          <p:cNvSpPr>
            <a:spLocks noGrp="1"/>
          </p:cNvSpPr>
          <p:nvPr>
            <p:ph idx="1"/>
          </p:nvPr>
        </p:nvSpPr>
        <p:spPr>
          <a:xfrm>
            <a:off x="873895" y="1850888"/>
            <a:ext cx="1547406" cy="4101855"/>
          </a:xfrm>
        </p:spPr>
        <p:txBody>
          <a:bodyPr>
            <a:normAutofit/>
          </a:bodyPr>
          <a:lstStyle/>
          <a:p>
            <a:pPr marL="0" indent="0">
              <a:buNone/>
            </a:pPr>
            <a:r>
              <a:rPr lang="en-US" sz="1400" dirty="0"/>
              <a:t>If Community of Practice leaders </a:t>
            </a:r>
            <a:r>
              <a:rPr lang="en-US" sz="1400" b="1" dirty="0"/>
              <a:t>make the wrong assumptions on capacity of autonomy </a:t>
            </a:r>
            <a:r>
              <a:rPr lang="en-US" sz="1400" dirty="0"/>
              <a:t>of members to discover, digest and deploy practice, it might end up doing the wrong activities (that are either too few or too much)</a:t>
            </a:r>
          </a:p>
        </p:txBody>
      </p:sp>
      <p:pic>
        <p:nvPicPr>
          <p:cNvPr id="3" name="Immagine 2" descr="Immagine che contiene interno, persona, muro, gruppo&#10;&#10;Descrizione generata automaticamente">
            <a:extLst>
              <a:ext uri="{FF2B5EF4-FFF2-40B4-BE49-F238E27FC236}">
                <a16:creationId xmlns:a16="http://schemas.microsoft.com/office/drawing/2014/main" id="{3CD6E291-D1A3-5E1A-FEA8-C3F25114AC3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873537" y="3077185"/>
            <a:ext cx="2119585" cy="1381116"/>
          </a:xfrm>
          <a:prstGeom prst="rect">
            <a:avLst/>
          </a:prstGeom>
        </p:spPr>
      </p:pic>
      <p:sp>
        <p:nvSpPr>
          <p:cNvPr id="15" name="Bolla: nuvola 14">
            <a:extLst>
              <a:ext uri="{FF2B5EF4-FFF2-40B4-BE49-F238E27FC236}">
                <a16:creationId xmlns:a16="http://schemas.microsoft.com/office/drawing/2014/main" id="{601B869B-F7AC-91D9-10D8-4C47FE444AAD}"/>
              </a:ext>
            </a:extLst>
          </p:cNvPr>
          <p:cNvSpPr/>
          <p:nvPr/>
        </p:nvSpPr>
        <p:spPr>
          <a:xfrm>
            <a:off x="2801712" y="2008915"/>
            <a:ext cx="2119586" cy="1261532"/>
          </a:xfrm>
          <a:prstGeom prst="cloudCallout">
            <a:avLst>
              <a:gd name="adj1" fmla="val 16563"/>
              <a:gd name="adj2" fmla="val 5486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Members are </a:t>
            </a:r>
            <a:r>
              <a:rPr lang="en-US" sz="1100" b="1" dirty="0">
                <a:solidFill>
                  <a:schemeClr val="bg1">
                    <a:lumMod val="50000"/>
                  </a:schemeClr>
                </a:solidFill>
              </a:rPr>
              <a:t>VERY autonomous</a:t>
            </a:r>
            <a:r>
              <a:rPr lang="en-US" sz="1100" dirty="0">
                <a:solidFill>
                  <a:schemeClr val="tx1"/>
                </a:solidFill>
              </a:rPr>
              <a:t>, let’s show practices only and hope</a:t>
            </a:r>
          </a:p>
        </p:txBody>
      </p:sp>
      <p:pic>
        <p:nvPicPr>
          <p:cNvPr id="21" name="Immagine 20">
            <a:extLst>
              <a:ext uri="{FF2B5EF4-FFF2-40B4-BE49-F238E27FC236}">
                <a16:creationId xmlns:a16="http://schemas.microsoft.com/office/drawing/2014/main" id="{9A28978A-3944-A7FE-E9CE-CA67C25C899C}"/>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6161260" y="3077186"/>
            <a:ext cx="903687" cy="1363180"/>
          </a:xfrm>
          <a:prstGeom prst="rect">
            <a:avLst/>
          </a:prstGeom>
        </p:spPr>
      </p:pic>
      <p:sp>
        <p:nvSpPr>
          <p:cNvPr id="4" name="Fumetto: ovale 3">
            <a:extLst>
              <a:ext uri="{FF2B5EF4-FFF2-40B4-BE49-F238E27FC236}">
                <a16:creationId xmlns:a16="http://schemas.microsoft.com/office/drawing/2014/main" id="{358C2556-26E6-153A-BD54-5006B7A139CD}"/>
              </a:ext>
            </a:extLst>
          </p:cNvPr>
          <p:cNvSpPr/>
          <p:nvPr/>
        </p:nvSpPr>
        <p:spPr>
          <a:xfrm>
            <a:off x="5086518" y="1881875"/>
            <a:ext cx="2054946" cy="1261532"/>
          </a:xfrm>
          <a:prstGeom prst="wedgeEllipseCallout">
            <a:avLst>
              <a:gd name="adj1" fmla="val 25438"/>
              <a:gd name="adj2" fmla="val 64918"/>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I would really need more assistance to apply this practice. Otherwise, it is almost like I’m wasting my time.</a:t>
            </a:r>
          </a:p>
        </p:txBody>
      </p:sp>
      <p:pic>
        <p:nvPicPr>
          <p:cNvPr id="6" name="Immagine 5" descr="Immagine che contiene interno, persona, muro, gruppo&#10;&#10;Descrizione generata automaticamente">
            <a:extLst>
              <a:ext uri="{FF2B5EF4-FFF2-40B4-BE49-F238E27FC236}">
                <a16:creationId xmlns:a16="http://schemas.microsoft.com/office/drawing/2014/main" id="{4733E0F7-6DDF-2A25-072D-F28A308F262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523914" y="3077185"/>
            <a:ext cx="2119585" cy="1381116"/>
          </a:xfrm>
          <a:prstGeom prst="rect">
            <a:avLst/>
          </a:prstGeom>
        </p:spPr>
      </p:pic>
      <p:sp>
        <p:nvSpPr>
          <p:cNvPr id="7" name="Bolla: nuvola 6">
            <a:extLst>
              <a:ext uri="{FF2B5EF4-FFF2-40B4-BE49-F238E27FC236}">
                <a16:creationId xmlns:a16="http://schemas.microsoft.com/office/drawing/2014/main" id="{1EDF9F76-7172-BC90-52F8-EE7DCD863C23}"/>
              </a:ext>
            </a:extLst>
          </p:cNvPr>
          <p:cNvSpPr/>
          <p:nvPr/>
        </p:nvSpPr>
        <p:spPr>
          <a:xfrm>
            <a:off x="7452089" y="2008915"/>
            <a:ext cx="2119586" cy="1261532"/>
          </a:xfrm>
          <a:prstGeom prst="cloudCallout">
            <a:avLst>
              <a:gd name="adj1" fmla="val 16563"/>
              <a:gd name="adj2" fmla="val 5486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Members are </a:t>
            </a:r>
            <a:r>
              <a:rPr lang="en-US" sz="1100" b="1" dirty="0">
                <a:solidFill>
                  <a:schemeClr val="accent6"/>
                </a:solidFill>
              </a:rPr>
              <a:t>not autonomous</a:t>
            </a:r>
            <a:r>
              <a:rPr lang="en-US" sz="1100" dirty="0">
                <a:solidFill>
                  <a:schemeClr val="tx1"/>
                </a:solidFill>
              </a:rPr>
              <a:t> at all, let’s do the full path</a:t>
            </a:r>
          </a:p>
        </p:txBody>
      </p:sp>
      <p:pic>
        <p:nvPicPr>
          <p:cNvPr id="8" name="Immagine 7">
            <a:extLst>
              <a:ext uri="{FF2B5EF4-FFF2-40B4-BE49-F238E27FC236}">
                <a16:creationId xmlns:a16="http://schemas.microsoft.com/office/drawing/2014/main" id="{468AAFB8-F1AB-3470-C5EA-D758E76CC127}"/>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0811637" y="3077186"/>
            <a:ext cx="903687" cy="1363180"/>
          </a:xfrm>
          <a:prstGeom prst="rect">
            <a:avLst/>
          </a:prstGeom>
        </p:spPr>
      </p:pic>
      <p:sp>
        <p:nvSpPr>
          <p:cNvPr id="9" name="Fumetto: ovale 8">
            <a:extLst>
              <a:ext uri="{FF2B5EF4-FFF2-40B4-BE49-F238E27FC236}">
                <a16:creationId xmlns:a16="http://schemas.microsoft.com/office/drawing/2014/main" id="{1F3E7409-D391-8E63-6183-B86D3D2628E3}"/>
              </a:ext>
            </a:extLst>
          </p:cNvPr>
          <p:cNvSpPr/>
          <p:nvPr/>
        </p:nvSpPr>
        <p:spPr>
          <a:xfrm>
            <a:off x="9736895" y="1762291"/>
            <a:ext cx="1743779" cy="1381116"/>
          </a:xfrm>
          <a:prstGeom prst="wedgeEllipseCallout">
            <a:avLst>
              <a:gd name="adj1" fmla="val 25438"/>
              <a:gd name="adj2" fmla="val 64918"/>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I don’t really need the Community to do so much. I can do a large part of it on my own. I’m wasting my time.</a:t>
            </a:r>
          </a:p>
        </p:txBody>
      </p:sp>
      <p:sp>
        <p:nvSpPr>
          <p:cNvPr id="10" name="Segnaposto contenuto 2">
            <a:extLst>
              <a:ext uri="{FF2B5EF4-FFF2-40B4-BE49-F238E27FC236}">
                <a16:creationId xmlns:a16="http://schemas.microsoft.com/office/drawing/2014/main" id="{8BE66BE5-8EB6-B259-11D9-DA11DED7C717}"/>
              </a:ext>
            </a:extLst>
          </p:cNvPr>
          <p:cNvSpPr txBox="1">
            <a:spLocks/>
          </p:cNvSpPr>
          <p:nvPr/>
        </p:nvSpPr>
        <p:spPr>
          <a:xfrm>
            <a:off x="4006617" y="4639745"/>
            <a:ext cx="2741384" cy="43137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dirty="0"/>
              <a:t>Overestimation of autonomy of members</a:t>
            </a:r>
          </a:p>
        </p:txBody>
      </p:sp>
      <p:sp>
        <p:nvSpPr>
          <p:cNvPr id="11" name="Segnaposto contenuto 2">
            <a:extLst>
              <a:ext uri="{FF2B5EF4-FFF2-40B4-BE49-F238E27FC236}">
                <a16:creationId xmlns:a16="http://schemas.microsoft.com/office/drawing/2014/main" id="{81B4FE14-86E9-5049-8406-A549764A415C}"/>
              </a:ext>
            </a:extLst>
          </p:cNvPr>
          <p:cNvSpPr txBox="1">
            <a:spLocks/>
          </p:cNvSpPr>
          <p:nvPr/>
        </p:nvSpPr>
        <p:spPr>
          <a:xfrm>
            <a:off x="8973940" y="4733055"/>
            <a:ext cx="2741384" cy="43137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dirty="0"/>
              <a:t>Underestimation of autonomy of members</a:t>
            </a:r>
          </a:p>
        </p:txBody>
      </p:sp>
    </p:spTree>
    <p:extLst>
      <p:ext uri="{BB962C8B-B14F-4D97-AF65-F5344CB8AC3E}">
        <p14:creationId xmlns:p14="http://schemas.microsoft.com/office/powerpoint/2010/main" val="1572463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magine 26" descr="Immagine che contiene persona, interni, sport, ballerino&#10;&#10;Descrizione generata automaticamente">
            <a:extLst>
              <a:ext uri="{FF2B5EF4-FFF2-40B4-BE49-F238E27FC236}">
                <a16:creationId xmlns:a16="http://schemas.microsoft.com/office/drawing/2014/main" id="{76F10737-C981-0F4D-3F34-2BF3098F6FE1}"/>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37" b="-1751"/>
          <a:stretch/>
        </p:blipFill>
        <p:spPr>
          <a:xfrm>
            <a:off x="4446878" y="2909193"/>
            <a:ext cx="3297600" cy="2481477"/>
          </a:xfrm>
          <a:prstGeom prst="rect">
            <a:avLst/>
          </a:prstGeom>
        </p:spPr>
      </p:pic>
      <p:sp>
        <p:nvSpPr>
          <p:cNvPr id="2" name="Titolo 1">
            <a:extLst>
              <a:ext uri="{FF2B5EF4-FFF2-40B4-BE49-F238E27FC236}">
                <a16:creationId xmlns:a16="http://schemas.microsoft.com/office/drawing/2014/main" id="{6C8C9F34-6D6F-207B-53A6-2E2E5FC62A48}"/>
              </a:ext>
            </a:extLst>
          </p:cNvPr>
          <p:cNvSpPr>
            <a:spLocks noGrp="1"/>
          </p:cNvSpPr>
          <p:nvPr>
            <p:ph type="title"/>
          </p:nvPr>
        </p:nvSpPr>
        <p:spPr/>
        <p:txBody>
          <a:bodyPr>
            <a:noAutofit/>
          </a:bodyPr>
          <a:lstStyle/>
          <a:p>
            <a:r>
              <a:rPr lang="en-US" sz="2800" dirty="0"/>
              <a:t>CoP roadmap workshop</a:t>
            </a:r>
            <a:br>
              <a:rPr lang="en-US" sz="2800" dirty="0"/>
            </a:br>
            <a:r>
              <a:rPr lang="en-US" sz="2800" dirty="0"/>
              <a:t>Levels to which a Community of Practice can support a practice</a:t>
            </a:r>
          </a:p>
        </p:txBody>
      </p:sp>
      <p:sp>
        <p:nvSpPr>
          <p:cNvPr id="4" name="Rettangolo con angoli arrotondati 3">
            <a:extLst>
              <a:ext uri="{FF2B5EF4-FFF2-40B4-BE49-F238E27FC236}">
                <a16:creationId xmlns:a16="http://schemas.microsoft.com/office/drawing/2014/main" id="{A9B0D46C-2697-2AC4-9F22-D3B5013E51BF}"/>
              </a:ext>
            </a:extLst>
          </p:cNvPr>
          <p:cNvSpPr/>
          <p:nvPr/>
        </p:nvSpPr>
        <p:spPr>
          <a:xfrm>
            <a:off x="5522251" y="2280806"/>
            <a:ext cx="1147498" cy="536519"/>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b="1">
                <a:solidFill>
                  <a:schemeClr val="tx1"/>
                </a:solidFill>
              </a:rPr>
              <a:t>Train &amp; Hope level</a:t>
            </a:r>
          </a:p>
        </p:txBody>
      </p:sp>
      <p:sp>
        <p:nvSpPr>
          <p:cNvPr id="5" name="Rettangolo con angoli arrotondati 4">
            <a:extLst>
              <a:ext uri="{FF2B5EF4-FFF2-40B4-BE49-F238E27FC236}">
                <a16:creationId xmlns:a16="http://schemas.microsoft.com/office/drawing/2014/main" id="{3C34903A-67DB-9A38-AE24-9CB2C4A7F822}"/>
              </a:ext>
            </a:extLst>
          </p:cNvPr>
          <p:cNvSpPr/>
          <p:nvPr/>
        </p:nvSpPr>
        <p:spPr>
          <a:xfrm>
            <a:off x="9316742" y="2264351"/>
            <a:ext cx="1544128" cy="536519"/>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b="1">
                <a:solidFill>
                  <a:schemeClr val="tx1"/>
                </a:solidFill>
              </a:rPr>
              <a:t>Train &amp; support on-field level</a:t>
            </a:r>
          </a:p>
        </p:txBody>
      </p:sp>
      <p:sp>
        <p:nvSpPr>
          <p:cNvPr id="6" name="Rettangolo con angoli arrotondati 5">
            <a:extLst>
              <a:ext uri="{FF2B5EF4-FFF2-40B4-BE49-F238E27FC236}">
                <a16:creationId xmlns:a16="http://schemas.microsoft.com/office/drawing/2014/main" id="{F1C4626C-CFC3-CAD5-EAAD-B58EC37A3EDD}"/>
              </a:ext>
            </a:extLst>
          </p:cNvPr>
          <p:cNvSpPr/>
          <p:nvPr/>
        </p:nvSpPr>
        <p:spPr>
          <a:xfrm>
            <a:off x="838200" y="1738676"/>
            <a:ext cx="9884434" cy="536519"/>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dirty="0">
                <a:solidFill>
                  <a:schemeClr val="tx1"/>
                </a:solidFill>
                <a:latin typeface="Avenir Next LT Pro" panose="020B0504020202020204" pitchFamily="34" charset="0"/>
              </a:rPr>
              <a:t>A community of practice can support its members up to various levels  </a:t>
            </a:r>
          </a:p>
        </p:txBody>
      </p:sp>
      <p:sp>
        <p:nvSpPr>
          <p:cNvPr id="16" name="Rettangolo con angoli arrotondati 15">
            <a:extLst>
              <a:ext uri="{FF2B5EF4-FFF2-40B4-BE49-F238E27FC236}">
                <a16:creationId xmlns:a16="http://schemas.microsoft.com/office/drawing/2014/main" id="{11517F83-BE44-7BC9-EB47-9D85208B2C34}"/>
              </a:ext>
            </a:extLst>
          </p:cNvPr>
          <p:cNvSpPr/>
          <p:nvPr/>
        </p:nvSpPr>
        <p:spPr>
          <a:xfrm>
            <a:off x="4446878" y="5418412"/>
            <a:ext cx="3298244" cy="1038156"/>
          </a:xfrm>
          <a:prstGeom prst="roundRect">
            <a:avLst>
              <a:gd name="adj" fmla="val 15629"/>
            </a:avLst>
          </a:prstGeom>
          <a:solidFill>
            <a:schemeClr val="accent1">
              <a:lumMod val="20000"/>
              <a:lumOff val="8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a:solidFill>
                  <a:schemeClr val="tx1"/>
                </a:solidFill>
                <a:latin typeface="Avenir Next LT Pro" panose="020B0504020202020204" pitchFamily="34" charset="0"/>
              </a:rPr>
              <a:t>Community </a:t>
            </a:r>
            <a:r>
              <a:rPr lang="en-US" sz="1050" b="1">
                <a:solidFill>
                  <a:schemeClr val="tx1"/>
                </a:solidFill>
                <a:latin typeface="Avenir Next LT Pro" panose="020B0504020202020204" pitchFamily="34" charset="0"/>
              </a:rPr>
              <a:t>organizes the collective training of the practice</a:t>
            </a:r>
            <a:r>
              <a:rPr lang="en-US" sz="1050">
                <a:solidFill>
                  <a:schemeClr val="tx1"/>
                </a:solidFill>
                <a:latin typeface="Avenir Next LT Pro" panose="020B0504020202020204" pitchFamily="34" charset="0"/>
              </a:rPr>
              <a:t> until assimilation. Then Community  </a:t>
            </a:r>
            <a:r>
              <a:rPr lang="en-US" sz="1050" b="1">
                <a:solidFill>
                  <a:schemeClr val="tx1"/>
                </a:solidFill>
                <a:latin typeface="Avenir Next LT Pro" panose="020B0504020202020204" pitchFamily="34" charset="0"/>
              </a:rPr>
              <a:t>hopes</a:t>
            </a:r>
            <a:r>
              <a:rPr lang="en-US" sz="1050">
                <a:solidFill>
                  <a:schemeClr val="tx1"/>
                </a:solidFill>
                <a:latin typeface="Avenir Next LT Pro" panose="020B0504020202020204" pitchFamily="34" charset="0"/>
              </a:rPr>
              <a:t> that members will be able to implement  practice implementation on field (in real-life stress situations). </a:t>
            </a:r>
          </a:p>
        </p:txBody>
      </p:sp>
      <p:sp>
        <p:nvSpPr>
          <p:cNvPr id="17" name="Rettangolo con angoli arrotondati 16">
            <a:extLst>
              <a:ext uri="{FF2B5EF4-FFF2-40B4-BE49-F238E27FC236}">
                <a16:creationId xmlns:a16="http://schemas.microsoft.com/office/drawing/2014/main" id="{BFBE810E-AFBE-B9F1-3836-9BF0B53CA5B9}"/>
              </a:ext>
            </a:extLst>
          </p:cNvPr>
          <p:cNvSpPr/>
          <p:nvPr/>
        </p:nvSpPr>
        <p:spPr>
          <a:xfrm>
            <a:off x="8439684" y="5418411"/>
            <a:ext cx="3298244" cy="1038156"/>
          </a:xfrm>
          <a:prstGeom prst="roundRect">
            <a:avLst>
              <a:gd name="adj" fmla="val 15629"/>
            </a:avLst>
          </a:prstGeom>
          <a:solidFill>
            <a:schemeClr val="accent6"/>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a:solidFill>
                  <a:schemeClr val="bg1"/>
                </a:solidFill>
                <a:latin typeface="Avenir Next LT Pro" panose="020B0504020202020204" pitchFamily="34" charset="0"/>
              </a:rPr>
              <a:t>Community </a:t>
            </a:r>
            <a:r>
              <a:rPr lang="en-US" sz="1050" b="1">
                <a:solidFill>
                  <a:schemeClr val="bg1"/>
                </a:solidFill>
                <a:latin typeface="Avenir Next LT Pro" panose="020B0504020202020204" pitchFamily="34" charset="0"/>
              </a:rPr>
              <a:t>organizes the collective training </a:t>
            </a:r>
            <a:r>
              <a:rPr lang="en-US" sz="1050">
                <a:solidFill>
                  <a:schemeClr val="bg1"/>
                </a:solidFill>
                <a:latin typeface="Avenir Next LT Pro" panose="020B0504020202020204" pitchFamily="34" charset="0"/>
              </a:rPr>
              <a:t>of the practice until assimilation, then </a:t>
            </a:r>
            <a:r>
              <a:rPr lang="en-US" sz="1050" b="1">
                <a:solidFill>
                  <a:schemeClr val="bg1"/>
                </a:solidFill>
                <a:latin typeface="Avenir Next LT Pro" panose="020B0504020202020204" pitchFamily="34" charset="0"/>
              </a:rPr>
              <a:t>supports on-field </a:t>
            </a:r>
            <a:r>
              <a:rPr lang="en-US" sz="1050">
                <a:solidFill>
                  <a:schemeClr val="bg1"/>
                </a:solidFill>
                <a:latin typeface="Avenir Next LT Pro" panose="020B0504020202020204" pitchFamily="34" charset="0"/>
              </a:rPr>
              <a:t>(in real-life stress situations) implementation up to the point of independence. </a:t>
            </a:r>
          </a:p>
        </p:txBody>
      </p:sp>
      <p:pic>
        <p:nvPicPr>
          <p:cNvPr id="21" name="Immagine 20">
            <a:extLst>
              <a:ext uri="{FF2B5EF4-FFF2-40B4-BE49-F238E27FC236}">
                <a16:creationId xmlns:a16="http://schemas.microsoft.com/office/drawing/2014/main" id="{3A0F438C-0C69-6AC8-1EA5-F463C4E6FD9C}"/>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flipH="1">
            <a:off x="8439683" y="2909193"/>
            <a:ext cx="3297600" cy="2465975"/>
          </a:xfrm>
          <a:prstGeom prst="rect">
            <a:avLst/>
          </a:prstGeom>
        </p:spPr>
      </p:pic>
      <p:sp>
        <p:nvSpPr>
          <p:cNvPr id="25" name="Rettangolo con angoli arrotondati 24">
            <a:extLst>
              <a:ext uri="{FF2B5EF4-FFF2-40B4-BE49-F238E27FC236}">
                <a16:creationId xmlns:a16="http://schemas.microsoft.com/office/drawing/2014/main" id="{F3C042A7-3792-C164-F749-79BFF81C197D}"/>
              </a:ext>
            </a:extLst>
          </p:cNvPr>
          <p:cNvSpPr/>
          <p:nvPr/>
        </p:nvSpPr>
        <p:spPr>
          <a:xfrm>
            <a:off x="1671137" y="2275195"/>
            <a:ext cx="1147498" cy="536519"/>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b="1">
                <a:solidFill>
                  <a:schemeClr val="tx1"/>
                </a:solidFill>
              </a:rPr>
              <a:t>Show &amp; Hope level</a:t>
            </a:r>
          </a:p>
        </p:txBody>
      </p:sp>
      <p:sp>
        <p:nvSpPr>
          <p:cNvPr id="26" name="Rettangolo con angoli arrotondati 25">
            <a:extLst>
              <a:ext uri="{FF2B5EF4-FFF2-40B4-BE49-F238E27FC236}">
                <a16:creationId xmlns:a16="http://schemas.microsoft.com/office/drawing/2014/main" id="{D01EAC85-1C7B-8A4E-A8C5-389491FD5FFD}"/>
              </a:ext>
            </a:extLst>
          </p:cNvPr>
          <p:cNvSpPr/>
          <p:nvPr/>
        </p:nvSpPr>
        <p:spPr>
          <a:xfrm>
            <a:off x="595764" y="5454719"/>
            <a:ext cx="3298244" cy="1038156"/>
          </a:xfrm>
          <a:prstGeom prst="roundRect">
            <a:avLst>
              <a:gd name="adj" fmla="val 15629"/>
            </a:avLst>
          </a:prstGeom>
          <a:solidFill>
            <a:schemeClr val="bg1">
              <a:lumMod val="9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dirty="0">
                <a:solidFill>
                  <a:schemeClr val="tx1"/>
                </a:solidFill>
                <a:latin typeface="Avenir Next LT Pro" panose="020B0504020202020204" pitchFamily="34" charset="0"/>
              </a:rPr>
              <a:t>Community </a:t>
            </a:r>
            <a:r>
              <a:rPr lang="en-US" sz="1050" b="1" dirty="0">
                <a:solidFill>
                  <a:schemeClr val="tx1"/>
                </a:solidFill>
                <a:latin typeface="Avenir Next LT Pro" panose="020B0504020202020204" pitchFamily="34" charset="0"/>
              </a:rPr>
              <a:t>shows</a:t>
            </a:r>
            <a:r>
              <a:rPr lang="en-US" sz="1050" dirty="0">
                <a:solidFill>
                  <a:schemeClr val="tx1"/>
                </a:solidFill>
                <a:latin typeface="Avenir Next LT Pro" panose="020B0504020202020204" pitchFamily="34" charset="0"/>
              </a:rPr>
              <a:t> the practices (member tells a story, presents…) to members without practicing together. Then, Community </a:t>
            </a:r>
            <a:r>
              <a:rPr lang="en-US" sz="1050" b="1" dirty="0">
                <a:solidFill>
                  <a:schemeClr val="tx1"/>
                </a:solidFill>
                <a:latin typeface="Avenir Next LT Pro" panose="020B0504020202020204" pitchFamily="34" charset="0"/>
              </a:rPr>
              <a:t>hopes</a:t>
            </a:r>
            <a:r>
              <a:rPr lang="en-US" sz="1050" dirty="0">
                <a:solidFill>
                  <a:schemeClr val="tx1"/>
                </a:solidFill>
                <a:latin typeface="Avenir Next LT Pro" panose="020B0504020202020204" pitchFamily="34" charset="0"/>
              </a:rPr>
              <a:t> that they will take initiative to train themselves, assimilate, try to implement when in real-life stress situations.</a:t>
            </a:r>
          </a:p>
        </p:txBody>
      </p:sp>
      <p:pic>
        <p:nvPicPr>
          <p:cNvPr id="29" name="Immagine 28" descr="Immagine che contiene interni, soffitto&#10;&#10;Descrizione generata automaticamente">
            <a:extLst>
              <a:ext uri="{FF2B5EF4-FFF2-40B4-BE49-F238E27FC236}">
                <a16:creationId xmlns:a16="http://schemas.microsoft.com/office/drawing/2014/main" id="{F9A2D173-A2EE-01BF-206E-E39941FFB849}"/>
              </a:ext>
            </a:extLst>
          </p:cNvPr>
          <p:cNvPicPr>
            <a:picLocks noChangeAspect="1"/>
          </p:cNvPicPr>
          <p:nvPr/>
        </p:nvPicPr>
        <p:blipFill rotWithShape="1">
          <a:blip r:embed="rId6" cstate="email">
            <a:extLst>
              <a:ext uri="{28A0092B-C50C-407E-A947-70E740481C1C}">
                <a14:useLocalDpi xmlns:a14="http://schemas.microsoft.com/office/drawing/2010/main"/>
              </a:ext>
              <a:ext uri="{837473B0-CC2E-450A-ABE3-18F120FF3D39}">
                <a1611:picAttrSrcUrl xmlns:a1611="http://schemas.microsoft.com/office/drawing/2016/11/main" r:id="rId7"/>
              </a:ext>
            </a:extLst>
          </a:blip>
          <a:srcRect/>
          <a:stretch/>
        </p:blipFill>
        <p:spPr>
          <a:xfrm>
            <a:off x="611592" y="2909193"/>
            <a:ext cx="3297600" cy="2457767"/>
          </a:xfrm>
          <a:prstGeom prst="rect">
            <a:avLst/>
          </a:prstGeom>
        </p:spPr>
      </p:pic>
    </p:spTree>
    <p:extLst>
      <p:ext uri="{BB962C8B-B14F-4D97-AF65-F5344CB8AC3E}">
        <p14:creationId xmlns:p14="http://schemas.microsoft.com/office/powerpoint/2010/main" val="8087240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magine 26" descr="Immagine che contiene persona, interni, sport, ballerino&#10;&#10;Descrizione generata automaticamente">
            <a:extLst>
              <a:ext uri="{FF2B5EF4-FFF2-40B4-BE49-F238E27FC236}">
                <a16:creationId xmlns:a16="http://schemas.microsoft.com/office/drawing/2014/main" id="{76F10737-C981-0F4D-3F34-2BF3098F6FE1}"/>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37" b="-1751"/>
          <a:stretch/>
        </p:blipFill>
        <p:spPr>
          <a:xfrm>
            <a:off x="4521495" y="1985456"/>
            <a:ext cx="3297600" cy="2481477"/>
          </a:xfrm>
          <a:prstGeom prst="rect">
            <a:avLst/>
          </a:prstGeom>
        </p:spPr>
      </p:pic>
      <p:sp>
        <p:nvSpPr>
          <p:cNvPr id="2" name="Titolo 1">
            <a:extLst>
              <a:ext uri="{FF2B5EF4-FFF2-40B4-BE49-F238E27FC236}">
                <a16:creationId xmlns:a16="http://schemas.microsoft.com/office/drawing/2014/main" id="{6C8C9F34-6D6F-207B-53A6-2E2E5FC62A48}"/>
              </a:ext>
            </a:extLst>
          </p:cNvPr>
          <p:cNvSpPr>
            <a:spLocks noGrp="1"/>
          </p:cNvSpPr>
          <p:nvPr>
            <p:ph type="title"/>
          </p:nvPr>
        </p:nvSpPr>
        <p:spPr>
          <a:xfrm>
            <a:off x="838200" y="365125"/>
            <a:ext cx="10515600" cy="975489"/>
          </a:xfrm>
        </p:spPr>
        <p:txBody>
          <a:bodyPr>
            <a:noAutofit/>
          </a:bodyPr>
          <a:lstStyle/>
          <a:p>
            <a:r>
              <a:rPr lang="en-US" sz="2800" dirty="0"/>
              <a:t>CoP roadmap workshop</a:t>
            </a:r>
            <a:br>
              <a:rPr lang="en-US" sz="2800" dirty="0"/>
            </a:br>
            <a:r>
              <a:rPr lang="en-US" sz="2800" dirty="0"/>
              <a:t>Levels to which a Community of Practice can support a practice</a:t>
            </a:r>
          </a:p>
        </p:txBody>
      </p:sp>
      <p:sp>
        <p:nvSpPr>
          <p:cNvPr id="4" name="Rettangolo con angoli arrotondati 3">
            <a:extLst>
              <a:ext uri="{FF2B5EF4-FFF2-40B4-BE49-F238E27FC236}">
                <a16:creationId xmlns:a16="http://schemas.microsoft.com/office/drawing/2014/main" id="{A9B0D46C-2697-2AC4-9F22-D3B5013E51BF}"/>
              </a:ext>
            </a:extLst>
          </p:cNvPr>
          <p:cNvSpPr/>
          <p:nvPr/>
        </p:nvSpPr>
        <p:spPr>
          <a:xfrm>
            <a:off x="5458618" y="1374633"/>
            <a:ext cx="1274764" cy="536519"/>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latin typeface="Avenir Next LT Pro" panose="020B0504020202020204" pitchFamily="34" charset="0"/>
              </a:rPr>
              <a:t>Train &amp; Hope level</a:t>
            </a:r>
          </a:p>
        </p:txBody>
      </p:sp>
      <p:sp>
        <p:nvSpPr>
          <p:cNvPr id="5" name="Rettangolo con angoli arrotondati 4">
            <a:extLst>
              <a:ext uri="{FF2B5EF4-FFF2-40B4-BE49-F238E27FC236}">
                <a16:creationId xmlns:a16="http://schemas.microsoft.com/office/drawing/2014/main" id="{3C34903A-67DB-9A38-AE24-9CB2C4A7F822}"/>
              </a:ext>
            </a:extLst>
          </p:cNvPr>
          <p:cNvSpPr/>
          <p:nvPr/>
        </p:nvSpPr>
        <p:spPr>
          <a:xfrm>
            <a:off x="9244363" y="1340614"/>
            <a:ext cx="1837473" cy="536519"/>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latin typeface="Avenir Next LT Pro" panose="020B0504020202020204" pitchFamily="34" charset="0"/>
              </a:rPr>
              <a:t>Train &amp; support on-field level</a:t>
            </a:r>
          </a:p>
        </p:txBody>
      </p:sp>
      <p:pic>
        <p:nvPicPr>
          <p:cNvPr id="21" name="Immagine 20">
            <a:extLst>
              <a:ext uri="{FF2B5EF4-FFF2-40B4-BE49-F238E27FC236}">
                <a16:creationId xmlns:a16="http://schemas.microsoft.com/office/drawing/2014/main" id="{3A0F438C-0C69-6AC8-1EA5-F463C4E6FD9C}"/>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flipH="1">
            <a:off x="8514300" y="1985456"/>
            <a:ext cx="3297600" cy="2465975"/>
          </a:xfrm>
          <a:prstGeom prst="rect">
            <a:avLst/>
          </a:prstGeom>
        </p:spPr>
      </p:pic>
      <p:sp>
        <p:nvSpPr>
          <p:cNvPr id="25" name="Rettangolo con angoli arrotondati 24">
            <a:extLst>
              <a:ext uri="{FF2B5EF4-FFF2-40B4-BE49-F238E27FC236}">
                <a16:creationId xmlns:a16="http://schemas.microsoft.com/office/drawing/2014/main" id="{F3C042A7-3792-C164-F749-79BFF81C197D}"/>
              </a:ext>
            </a:extLst>
          </p:cNvPr>
          <p:cNvSpPr/>
          <p:nvPr/>
        </p:nvSpPr>
        <p:spPr>
          <a:xfrm>
            <a:off x="1618488" y="1351458"/>
            <a:ext cx="1274764" cy="536519"/>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latin typeface="Avenir Next LT Pro" panose="020B0504020202020204" pitchFamily="34" charset="0"/>
              </a:rPr>
              <a:t>Show &amp; Hope level</a:t>
            </a:r>
          </a:p>
        </p:txBody>
      </p:sp>
      <p:pic>
        <p:nvPicPr>
          <p:cNvPr id="29" name="Immagine 28" descr="Immagine che contiene interni, soffitto&#10;&#10;Descrizione generata automaticamente">
            <a:extLst>
              <a:ext uri="{FF2B5EF4-FFF2-40B4-BE49-F238E27FC236}">
                <a16:creationId xmlns:a16="http://schemas.microsoft.com/office/drawing/2014/main" id="{F9A2D173-A2EE-01BF-206E-E39941FFB849}"/>
              </a:ext>
            </a:extLst>
          </p:cNvPr>
          <p:cNvPicPr>
            <a:picLocks noChangeAspect="1"/>
          </p:cNvPicPr>
          <p:nvPr/>
        </p:nvPicPr>
        <p:blipFill rotWithShape="1">
          <a:blip r:embed="rId6" cstate="email">
            <a:extLst>
              <a:ext uri="{28A0092B-C50C-407E-A947-70E740481C1C}">
                <a14:useLocalDpi xmlns:a14="http://schemas.microsoft.com/office/drawing/2010/main"/>
              </a:ext>
              <a:ext uri="{837473B0-CC2E-450A-ABE3-18F120FF3D39}">
                <a1611:picAttrSrcUrl xmlns:a1611="http://schemas.microsoft.com/office/drawing/2016/11/main" r:id="rId7"/>
              </a:ext>
            </a:extLst>
          </a:blip>
          <a:srcRect/>
          <a:stretch/>
        </p:blipFill>
        <p:spPr>
          <a:xfrm>
            <a:off x="686209" y="1985456"/>
            <a:ext cx="3297600" cy="2457767"/>
          </a:xfrm>
          <a:prstGeom prst="rect">
            <a:avLst/>
          </a:prstGeom>
        </p:spPr>
      </p:pic>
      <p:sp>
        <p:nvSpPr>
          <p:cNvPr id="7" name="Rettangolo 6">
            <a:extLst>
              <a:ext uri="{FF2B5EF4-FFF2-40B4-BE49-F238E27FC236}">
                <a16:creationId xmlns:a16="http://schemas.microsoft.com/office/drawing/2014/main" id="{10D55E55-1221-10F0-D7F5-D6F523DF8EA4}"/>
              </a:ext>
            </a:extLst>
          </p:cNvPr>
          <p:cNvSpPr/>
          <p:nvPr/>
        </p:nvSpPr>
        <p:spPr>
          <a:xfrm>
            <a:off x="686209" y="4540701"/>
            <a:ext cx="1207683" cy="160797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latin typeface="Avenir Next LT Pro" panose="020B0504020202020204" pitchFamily="34" charset="0"/>
              </a:rPr>
              <a:t>Best for easy  casual practices (relatively to members level),   for resourceful members with high initiative or for lowest capacity</a:t>
            </a:r>
          </a:p>
        </p:txBody>
      </p:sp>
      <p:sp>
        <p:nvSpPr>
          <p:cNvPr id="8" name="Rettangolo 7">
            <a:extLst>
              <a:ext uri="{FF2B5EF4-FFF2-40B4-BE49-F238E27FC236}">
                <a16:creationId xmlns:a16="http://schemas.microsoft.com/office/drawing/2014/main" id="{2A7D9348-E947-8920-7164-68002DFF560E}"/>
              </a:ext>
            </a:extLst>
          </p:cNvPr>
          <p:cNvSpPr/>
          <p:nvPr/>
        </p:nvSpPr>
        <p:spPr>
          <a:xfrm>
            <a:off x="1960568" y="4540703"/>
            <a:ext cx="2023242" cy="74012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latin typeface="Avenir Next LT Pro" panose="020B0504020202020204" pitchFamily="34" charset="0"/>
              </a:rPr>
              <a:t>Advantages</a:t>
            </a:r>
          </a:p>
          <a:p>
            <a:pPr algn="ctr"/>
            <a:r>
              <a:rPr lang="en-US" sz="1000" dirty="0">
                <a:solidFill>
                  <a:schemeClr val="tx1"/>
                </a:solidFill>
                <a:latin typeface="Avenir Next LT Pro" panose="020B0504020202020204" pitchFamily="34" charset="0"/>
              </a:rPr>
              <a:t>Low effort of contribution</a:t>
            </a:r>
          </a:p>
          <a:p>
            <a:pPr algn="ctr"/>
            <a:r>
              <a:rPr lang="en-US" sz="1000" dirty="0">
                <a:solidFill>
                  <a:schemeClr val="tx1"/>
                </a:solidFill>
                <a:latin typeface="Avenir Next LT Pro" panose="020B0504020202020204" pitchFamily="34" charset="0"/>
              </a:rPr>
              <a:t>Showing is easy to scale</a:t>
            </a:r>
          </a:p>
        </p:txBody>
      </p:sp>
      <p:sp>
        <p:nvSpPr>
          <p:cNvPr id="9" name="Rettangolo 8">
            <a:extLst>
              <a:ext uri="{FF2B5EF4-FFF2-40B4-BE49-F238E27FC236}">
                <a16:creationId xmlns:a16="http://schemas.microsoft.com/office/drawing/2014/main" id="{4BBA9323-BE4C-DD5E-9C85-C0B3000FA3CB}"/>
              </a:ext>
            </a:extLst>
          </p:cNvPr>
          <p:cNvSpPr/>
          <p:nvPr/>
        </p:nvSpPr>
        <p:spPr>
          <a:xfrm>
            <a:off x="1960567" y="5408548"/>
            <a:ext cx="2023242" cy="740126"/>
          </a:xfrm>
          <a:prstGeom prst="rect">
            <a:avLst/>
          </a:prstGeom>
          <a:solidFill>
            <a:srgbClr val="FF7C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tx1"/>
                </a:solidFill>
                <a:latin typeface="Avenir Next LT Pro" panose="020B0504020202020204" pitchFamily="34" charset="0"/>
              </a:rPr>
              <a:t>Drawbacks</a:t>
            </a:r>
          </a:p>
          <a:p>
            <a:pPr algn="ctr"/>
            <a:r>
              <a:rPr lang="en-US" sz="1000">
                <a:solidFill>
                  <a:schemeClr val="tx1"/>
                </a:solidFill>
                <a:latin typeface="Avenir Next LT Pro" panose="020B0504020202020204" pitchFamily="34" charset="0"/>
              </a:rPr>
              <a:t>Appropriation level can be low, and so is real effect</a:t>
            </a:r>
          </a:p>
        </p:txBody>
      </p:sp>
      <p:sp>
        <p:nvSpPr>
          <p:cNvPr id="10" name="Rettangolo 9">
            <a:extLst>
              <a:ext uri="{FF2B5EF4-FFF2-40B4-BE49-F238E27FC236}">
                <a16:creationId xmlns:a16="http://schemas.microsoft.com/office/drawing/2014/main" id="{739753A5-4D07-0A9C-CE19-2B06D7C2A569}"/>
              </a:ext>
            </a:extLst>
          </p:cNvPr>
          <p:cNvSpPr/>
          <p:nvPr/>
        </p:nvSpPr>
        <p:spPr>
          <a:xfrm>
            <a:off x="4521495" y="4564415"/>
            <a:ext cx="1207683" cy="160797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chemeClr val="tx1"/>
                </a:solidFill>
                <a:latin typeface="Avenir Next LT Pro" panose="020B0504020202020204" pitchFamily="34" charset="0"/>
              </a:rPr>
              <a:t>Best for medium difficulty practices without lots of opportunities to apply</a:t>
            </a:r>
          </a:p>
        </p:txBody>
      </p:sp>
      <p:sp>
        <p:nvSpPr>
          <p:cNvPr id="11" name="Rettangolo 10">
            <a:extLst>
              <a:ext uri="{FF2B5EF4-FFF2-40B4-BE49-F238E27FC236}">
                <a16:creationId xmlns:a16="http://schemas.microsoft.com/office/drawing/2014/main" id="{B8595B93-E7B5-B991-1908-E1DFF3F88AAD}"/>
              </a:ext>
            </a:extLst>
          </p:cNvPr>
          <p:cNvSpPr/>
          <p:nvPr/>
        </p:nvSpPr>
        <p:spPr>
          <a:xfrm>
            <a:off x="5795854" y="4564416"/>
            <a:ext cx="2023242" cy="74012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tx1"/>
                </a:solidFill>
                <a:latin typeface="Avenir Next LT Pro" panose="020B0504020202020204" pitchFamily="34" charset="0"/>
              </a:rPr>
              <a:t>Advantages</a:t>
            </a:r>
          </a:p>
          <a:p>
            <a:pPr algn="ctr"/>
            <a:r>
              <a:rPr lang="en-US" sz="1000">
                <a:solidFill>
                  <a:schemeClr val="tx1"/>
                </a:solidFill>
                <a:latin typeface="Avenir Next LT Pro" panose="020B0504020202020204" pitchFamily="34" charset="0"/>
              </a:rPr>
              <a:t>Active learning increase chances of appropriation</a:t>
            </a:r>
          </a:p>
        </p:txBody>
      </p:sp>
      <p:sp>
        <p:nvSpPr>
          <p:cNvPr id="12" name="Rettangolo 11">
            <a:extLst>
              <a:ext uri="{FF2B5EF4-FFF2-40B4-BE49-F238E27FC236}">
                <a16:creationId xmlns:a16="http://schemas.microsoft.com/office/drawing/2014/main" id="{7311CCB2-1002-4CB7-01FA-150CD87FB626}"/>
              </a:ext>
            </a:extLst>
          </p:cNvPr>
          <p:cNvSpPr/>
          <p:nvPr/>
        </p:nvSpPr>
        <p:spPr>
          <a:xfrm>
            <a:off x="5795853" y="5432262"/>
            <a:ext cx="2023242" cy="740126"/>
          </a:xfrm>
          <a:prstGeom prst="rect">
            <a:avLst/>
          </a:prstGeom>
          <a:solidFill>
            <a:srgbClr val="FF7C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latin typeface="Avenir Next LT Pro" panose="020B0504020202020204" pitchFamily="34" charset="0"/>
              </a:rPr>
              <a:t>Drawbacks</a:t>
            </a:r>
          </a:p>
          <a:p>
            <a:pPr algn="ctr"/>
            <a:r>
              <a:rPr lang="en-US" sz="1000" dirty="0">
                <a:solidFill>
                  <a:schemeClr val="tx1"/>
                </a:solidFill>
                <a:latin typeface="Avenir Next LT Pro" panose="020B0504020202020204" pitchFamily="34" charset="0"/>
              </a:rPr>
              <a:t>Substantial effort of contribution if training is not ready yet</a:t>
            </a:r>
          </a:p>
        </p:txBody>
      </p:sp>
      <p:sp>
        <p:nvSpPr>
          <p:cNvPr id="13" name="Rettangolo 12">
            <a:extLst>
              <a:ext uri="{FF2B5EF4-FFF2-40B4-BE49-F238E27FC236}">
                <a16:creationId xmlns:a16="http://schemas.microsoft.com/office/drawing/2014/main" id="{55881914-C91F-985E-4E67-B9CA90B45CFF}"/>
              </a:ext>
            </a:extLst>
          </p:cNvPr>
          <p:cNvSpPr/>
          <p:nvPr/>
        </p:nvSpPr>
        <p:spPr>
          <a:xfrm>
            <a:off x="8514300" y="4540700"/>
            <a:ext cx="1207683" cy="160797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chemeClr val="tx1"/>
                </a:solidFill>
                <a:latin typeface="Avenir Next LT Pro" panose="020B0504020202020204" pitchFamily="34" charset="0"/>
              </a:rPr>
              <a:t>Best for valuable practices in which failure can be damaging</a:t>
            </a:r>
          </a:p>
        </p:txBody>
      </p:sp>
      <p:sp>
        <p:nvSpPr>
          <p:cNvPr id="14" name="Rettangolo 13">
            <a:extLst>
              <a:ext uri="{FF2B5EF4-FFF2-40B4-BE49-F238E27FC236}">
                <a16:creationId xmlns:a16="http://schemas.microsoft.com/office/drawing/2014/main" id="{F56FA5A6-4AB0-5925-2521-3DDC4973A769}"/>
              </a:ext>
            </a:extLst>
          </p:cNvPr>
          <p:cNvSpPr/>
          <p:nvPr/>
        </p:nvSpPr>
        <p:spPr>
          <a:xfrm>
            <a:off x="9788659" y="4540701"/>
            <a:ext cx="2023242" cy="74012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tx1"/>
                </a:solidFill>
                <a:latin typeface="Avenir Next LT Pro" panose="020B0504020202020204" pitchFamily="34" charset="0"/>
              </a:rPr>
              <a:t>Advantages</a:t>
            </a:r>
          </a:p>
          <a:p>
            <a:pPr algn="ctr"/>
            <a:r>
              <a:rPr lang="en-US" sz="1000">
                <a:solidFill>
                  <a:schemeClr val="tx1"/>
                </a:solidFill>
                <a:latin typeface="Avenir Next LT Pro" panose="020B0504020202020204" pitchFamily="34" charset="0"/>
              </a:rPr>
              <a:t>Community follows practice up to real on-field value</a:t>
            </a:r>
          </a:p>
        </p:txBody>
      </p:sp>
      <p:sp>
        <p:nvSpPr>
          <p:cNvPr id="15" name="Rettangolo 14">
            <a:extLst>
              <a:ext uri="{FF2B5EF4-FFF2-40B4-BE49-F238E27FC236}">
                <a16:creationId xmlns:a16="http://schemas.microsoft.com/office/drawing/2014/main" id="{F9E79B2C-8D96-E7C1-67B6-93D12CA8B973}"/>
              </a:ext>
            </a:extLst>
          </p:cNvPr>
          <p:cNvSpPr/>
          <p:nvPr/>
        </p:nvSpPr>
        <p:spPr>
          <a:xfrm>
            <a:off x="9788658" y="5408547"/>
            <a:ext cx="2023242" cy="740126"/>
          </a:xfrm>
          <a:prstGeom prst="rect">
            <a:avLst/>
          </a:prstGeom>
          <a:solidFill>
            <a:srgbClr val="FF7C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tx1"/>
                </a:solidFill>
                <a:latin typeface="Avenir Next LT Pro" panose="020B0504020202020204" pitchFamily="34" charset="0"/>
              </a:rPr>
              <a:t>Drawbacks</a:t>
            </a:r>
          </a:p>
          <a:p>
            <a:pPr algn="ctr"/>
            <a:r>
              <a:rPr lang="en-US" sz="1000">
                <a:solidFill>
                  <a:schemeClr val="tx1"/>
                </a:solidFill>
                <a:latin typeface="Avenir Next LT Pro" panose="020B0504020202020204" pitchFamily="34" charset="0"/>
              </a:rPr>
              <a:t>Very high effort of contribution and prep. time</a:t>
            </a:r>
          </a:p>
        </p:txBody>
      </p:sp>
    </p:spTree>
    <p:extLst>
      <p:ext uri="{BB962C8B-B14F-4D97-AF65-F5344CB8AC3E}">
        <p14:creationId xmlns:p14="http://schemas.microsoft.com/office/powerpoint/2010/main" val="99106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magine 26" descr="Immagine che contiene persona, interni, sport, ballerino&#10;&#10;Descrizione generata automaticamente">
            <a:extLst>
              <a:ext uri="{FF2B5EF4-FFF2-40B4-BE49-F238E27FC236}">
                <a16:creationId xmlns:a16="http://schemas.microsoft.com/office/drawing/2014/main" id="{76F10737-C981-0F4D-3F34-2BF3098F6FE1}"/>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37" b="-1751"/>
          <a:stretch/>
        </p:blipFill>
        <p:spPr>
          <a:xfrm>
            <a:off x="4521495" y="1692848"/>
            <a:ext cx="3297600" cy="2481477"/>
          </a:xfrm>
          <a:prstGeom prst="rect">
            <a:avLst/>
          </a:prstGeom>
        </p:spPr>
      </p:pic>
      <p:sp>
        <p:nvSpPr>
          <p:cNvPr id="2" name="Titolo 1">
            <a:extLst>
              <a:ext uri="{FF2B5EF4-FFF2-40B4-BE49-F238E27FC236}">
                <a16:creationId xmlns:a16="http://schemas.microsoft.com/office/drawing/2014/main" id="{6C8C9F34-6D6F-207B-53A6-2E2E5FC62A48}"/>
              </a:ext>
            </a:extLst>
          </p:cNvPr>
          <p:cNvSpPr>
            <a:spLocks noGrp="1"/>
          </p:cNvSpPr>
          <p:nvPr>
            <p:ph type="title"/>
          </p:nvPr>
        </p:nvSpPr>
        <p:spPr>
          <a:xfrm>
            <a:off x="838200" y="365125"/>
            <a:ext cx="10515600" cy="975489"/>
          </a:xfrm>
        </p:spPr>
        <p:txBody>
          <a:bodyPr>
            <a:noAutofit/>
          </a:bodyPr>
          <a:lstStyle/>
          <a:p>
            <a:r>
              <a:rPr lang="en-US" sz="2000" dirty="0"/>
              <a:t>CoP roadmap workshop</a:t>
            </a:r>
            <a:br>
              <a:rPr lang="en-US" sz="2000" dirty="0"/>
            </a:br>
            <a:r>
              <a:rPr lang="en-US" sz="2000" dirty="0"/>
              <a:t>Examples of positive impact Measurements</a:t>
            </a:r>
          </a:p>
        </p:txBody>
      </p:sp>
      <p:sp>
        <p:nvSpPr>
          <p:cNvPr id="4" name="Rettangolo con angoli arrotondati 3">
            <a:extLst>
              <a:ext uri="{FF2B5EF4-FFF2-40B4-BE49-F238E27FC236}">
                <a16:creationId xmlns:a16="http://schemas.microsoft.com/office/drawing/2014/main" id="{A9B0D46C-2697-2AC4-9F22-D3B5013E51BF}"/>
              </a:ext>
            </a:extLst>
          </p:cNvPr>
          <p:cNvSpPr/>
          <p:nvPr/>
        </p:nvSpPr>
        <p:spPr>
          <a:xfrm>
            <a:off x="4521495" y="1340614"/>
            <a:ext cx="3297600" cy="536519"/>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latin typeface="Avenir Next LT Pro" panose="020B0504020202020204" pitchFamily="34" charset="0"/>
              </a:rPr>
              <a:t>Train &amp; Hope level</a:t>
            </a:r>
          </a:p>
        </p:txBody>
      </p:sp>
      <p:sp>
        <p:nvSpPr>
          <p:cNvPr id="5" name="Rettangolo con angoli arrotondati 4">
            <a:extLst>
              <a:ext uri="{FF2B5EF4-FFF2-40B4-BE49-F238E27FC236}">
                <a16:creationId xmlns:a16="http://schemas.microsoft.com/office/drawing/2014/main" id="{3C34903A-67DB-9A38-AE24-9CB2C4A7F822}"/>
              </a:ext>
            </a:extLst>
          </p:cNvPr>
          <p:cNvSpPr/>
          <p:nvPr/>
        </p:nvSpPr>
        <p:spPr>
          <a:xfrm>
            <a:off x="8514299" y="1340614"/>
            <a:ext cx="3297600" cy="536519"/>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latin typeface="Avenir Next LT Pro" panose="020B0504020202020204" pitchFamily="34" charset="0"/>
              </a:rPr>
              <a:t>Train &amp; support on-field level</a:t>
            </a:r>
          </a:p>
        </p:txBody>
      </p:sp>
      <p:pic>
        <p:nvPicPr>
          <p:cNvPr id="21" name="Immagine 20">
            <a:extLst>
              <a:ext uri="{FF2B5EF4-FFF2-40B4-BE49-F238E27FC236}">
                <a16:creationId xmlns:a16="http://schemas.microsoft.com/office/drawing/2014/main" id="{3A0F438C-0C69-6AC8-1EA5-F463C4E6FD9C}"/>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flipH="1">
            <a:off x="8514300" y="1692848"/>
            <a:ext cx="3297600" cy="2465975"/>
          </a:xfrm>
          <a:prstGeom prst="rect">
            <a:avLst/>
          </a:prstGeom>
        </p:spPr>
      </p:pic>
      <p:sp>
        <p:nvSpPr>
          <p:cNvPr id="25" name="Rettangolo con angoli arrotondati 24">
            <a:extLst>
              <a:ext uri="{FF2B5EF4-FFF2-40B4-BE49-F238E27FC236}">
                <a16:creationId xmlns:a16="http://schemas.microsoft.com/office/drawing/2014/main" id="{F3C042A7-3792-C164-F749-79BFF81C197D}"/>
              </a:ext>
            </a:extLst>
          </p:cNvPr>
          <p:cNvSpPr/>
          <p:nvPr/>
        </p:nvSpPr>
        <p:spPr>
          <a:xfrm>
            <a:off x="686209" y="1340614"/>
            <a:ext cx="3297600" cy="536519"/>
          </a:xfrm>
          <a:prstGeom prst="roundRect">
            <a:avLst>
              <a:gd name="adj" fmla="val 15629"/>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latin typeface="Avenir Next LT Pro" panose="020B0504020202020204" pitchFamily="34" charset="0"/>
              </a:rPr>
              <a:t>Show &amp; Hope level</a:t>
            </a:r>
          </a:p>
        </p:txBody>
      </p:sp>
      <p:pic>
        <p:nvPicPr>
          <p:cNvPr id="29" name="Immagine 28" descr="Immagine che contiene interni, soffitto&#10;&#10;Descrizione generata automaticamente">
            <a:extLst>
              <a:ext uri="{FF2B5EF4-FFF2-40B4-BE49-F238E27FC236}">
                <a16:creationId xmlns:a16="http://schemas.microsoft.com/office/drawing/2014/main" id="{F9A2D173-A2EE-01BF-206E-E39941FFB849}"/>
              </a:ext>
            </a:extLst>
          </p:cNvPr>
          <p:cNvPicPr>
            <a:picLocks noChangeAspect="1"/>
          </p:cNvPicPr>
          <p:nvPr/>
        </p:nvPicPr>
        <p:blipFill rotWithShape="1">
          <a:blip r:embed="rId6" cstate="email">
            <a:extLst>
              <a:ext uri="{28A0092B-C50C-407E-A947-70E740481C1C}">
                <a14:useLocalDpi xmlns:a14="http://schemas.microsoft.com/office/drawing/2010/main"/>
              </a:ext>
              <a:ext uri="{837473B0-CC2E-450A-ABE3-18F120FF3D39}">
                <a1611:picAttrSrcUrl xmlns:a1611="http://schemas.microsoft.com/office/drawing/2016/11/main" r:id="rId7"/>
              </a:ext>
            </a:extLst>
          </a:blip>
          <a:srcRect/>
          <a:stretch/>
        </p:blipFill>
        <p:spPr>
          <a:xfrm>
            <a:off x="686209" y="1692848"/>
            <a:ext cx="3297600" cy="2457767"/>
          </a:xfrm>
          <a:prstGeom prst="rect">
            <a:avLst/>
          </a:prstGeom>
        </p:spPr>
      </p:pic>
      <p:sp>
        <p:nvSpPr>
          <p:cNvPr id="3" name="Rettangolo 2">
            <a:extLst>
              <a:ext uri="{FF2B5EF4-FFF2-40B4-BE49-F238E27FC236}">
                <a16:creationId xmlns:a16="http://schemas.microsoft.com/office/drawing/2014/main" id="{CA138C4B-804F-7908-BE5C-9FC24E513B51}"/>
              </a:ext>
            </a:extLst>
          </p:cNvPr>
          <p:cNvSpPr/>
          <p:nvPr/>
        </p:nvSpPr>
        <p:spPr>
          <a:xfrm>
            <a:off x="686209" y="4340772"/>
            <a:ext cx="3297600" cy="6492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latin typeface="Avenir Next LT Pro" panose="020B0504020202020204" pitchFamily="34" charset="0"/>
              </a:rPr>
              <a:t>🌡️Measure attendance &amp; satisfaction about the showing sessions and hope for the best about implementation on field</a:t>
            </a:r>
          </a:p>
          <a:p>
            <a:pPr marL="171450" indent="-171450">
              <a:buFont typeface="Arial" panose="020B0604020202020204" pitchFamily="34" charset="0"/>
              <a:buChar char="•"/>
            </a:pPr>
            <a:endParaRPr lang="en-US" sz="1200" dirty="0">
              <a:solidFill>
                <a:schemeClr val="tx1"/>
              </a:solidFill>
              <a:latin typeface="Avenir Next LT Pro" panose="020B0504020202020204" pitchFamily="34" charset="0"/>
            </a:endParaRPr>
          </a:p>
        </p:txBody>
      </p:sp>
      <p:sp>
        <p:nvSpPr>
          <p:cNvPr id="6" name="Rettangolo 5">
            <a:extLst>
              <a:ext uri="{FF2B5EF4-FFF2-40B4-BE49-F238E27FC236}">
                <a16:creationId xmlns:a16="http://schemas.microsoft.com/office/drawing/2014/main" id="{649A9B60-AB66-1410-B7F1-5C06E96070B3}"/>
              </a:ext>
            </a:extLst>
          </p:cNvPr>
          <p:cNvSpPr/>
          <p:nvPr/>
        </p:nvSpPr>
        <p:spPr>
          <a:xfrm>
            <a:off x="4521495" y="4340772"/>
            <a:ext cx="3297600" cy="6400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dirty="0">
                <a:solidFill>
                  <a:schemeClr val="bg1"/>
                </a:solidFill>
                <a:latin typeface="Avenir Next LT Pro" panose="020B0504020202020204" pitchFamily="34" charset="0"/>
              </a:rPr>
              <a:t>🎓Measure skill improvement (certifications, variation of levels, etc.) and hope for the best about implementation on-field.</a:t>
            </a:r>
          </a:p>
        </p:txBody>
      </p:sp>
      <p:sp>
        <p:nvSpPr>
          <p:cNvPr id="8" name="Rettangolo 7">
            <a:extLst>
              <a:ext uri="{FF2B5EF4-FFF2-40B4-BE49-F238E27FC236}">
                <a16:creationId xmlns:a16="http://schemas.microsoft.com/office/drawing/2014/main" id="{2F4AAF4F-0460-1AE4-91F3-E26D6A7BF119}"/>
              </a:ext>
            </a:extLst>
          </p:cNvPr>
          <p:cNvSpPr/>
          <p:nvPr/>
        </p:nvSpPr>
        <p:spPr>
          <a:xfrm>
            <a:off x="8514299" y="4340772"/>
            <a:ext cx="3297600" cy="64009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latin typeface="Avenir Next LT Pro" panose="020B0504020202020204" pitchFamily="34" charset="0"/>
              </a:rPr>
              <a:t>📈Measure result on-field (achieved objectives, solved issues, quality of deliverables, quality of execution…)</a:t>
            </a:r>
          </a:p>
        </p:txBody>
      </p:sp>
    </p:spTree>
    <p:extLst>
      <p:ext uri="{BB962C8B-B14F-4D97-AF65-F5344CB8AC3E}">
        <p14:creationId xmlns:p14="http://schemas.microsoft.com/office/powerpoint/2010/main" val="1932322551"/>
      </p:ext>
    </p:extLst>
  </p:cSld>
  <p:clrMapOvr>
    <a:masterClrMapping/>
  </p:clrMapOvr>
</p:sld>
</file>

<file path=ppt/theme/theme1.xml><?xml version="1.0" encoding="utf-8"?>
<a:theme xmlns:a="http://schemas.openxmlformats.org/drawingml/2006/main" name="Thème Office">
  <a:themeElements>
    <a:clrScheme name="Personnalisé 2">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4AD7C"/>
      </a:accent4>
      <a:accent5>
        <a:srgbClr val="69B6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3095EDE67814541926D3AC5F9ACC08F" ma:contentTypeVersion="13" ma:contentTypeDescription="Crée un document." ma:contentTypeScope="" ma:versionID="a6922994653ce45a18bf2687ad3c6ab9">
  <xsd:schema xmlns:xsd="http://www.w3.org/2001/XMLSchema" xmlns:xs="http://www.w3.org/2001/XMLSchema" xmlns:p="http://schemas.microsoft.com/office/2006/metadata/properties" xmlns:ns2="ae28f11b-d4f1-47fe-837d-5da7d4fdfa8d" xmlns:ns3="2e054d75-df43-4e50-a610-0e7b0816d11a" targetNamespace="http://schemas.microsoft.com/office/2006/metadata/properties" ma:root="true" ma:fieldsID="3e6cb7c5407703863c3b507eb4c6b8e9" ns2:_="" ns3:_="">
    <xsd:import namespace="ae28f11b-d4f1-47fe-837d-5da7d4fdfa8d"/>
    <xsd:import namespace="2e054d75-df43-4e50-a610-0e7b0816d11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28f11b-d4f1-47fe-837d-5da7d4fdfa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10fb7d0a-9414-48cb-b3b7-290175ae35a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e054d75-df43-4e50-a610-0e7b0816d11a"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TaxCatchAll" ma:index="14" nillable="true" ma:displayName="Taxonomy Catch All Column" ma:hidden="true" ma:list="{9dd72b47-dd46-40b1-8755-ebe9ce9f18af}" ma:internalName="TaxCatchAll" ma:showField="CatchAllData" ma:web="2e054d75-df43-4e50-a610-0e7b0816d1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e28f11b-d4f1-47fe-837d-5da7d4fdfa8d">
      <Terms xmlns="http://schemas.microsoft.com/office/infopath/2007/PartnerControls"/>
    </lcf76f155ced4ddcb4097134ff3c332f>
    <TaxCatchAll xmlns="2e054d75-df43-4e50-a610-0e7b0816d11a" xsi:nil="true"/>
  </documentManagement>
</p:properties>
</file>

<file path=customXml/itemProps1.xml><?xml version="1.0" encoding="utf-8"?>
<ds:datastoreItem xmlns:ds="http://schemas.openxmlformats.org/officeDocument/2006/customXml" ds:itemID="{BDE148E0-1818-4872-A186-F8F5F7CB34AC}">
  <ds:schemaRefs>
    <ds:schemaRef ds:uri="http://schemas.microsoft.com/sharepoint/v3/contenttype/forms"/>
  </ds:schemaRefs>
</ds:datastoreItem>
</file>

<file path=customXml/itemProps2.xml><?xml version="1.0" encoding="utf-8"?>
<ds:datastoreItem xmlns:ds="http://schemas.openxmlformats.org/officeDocument/2006/customXml" ds:itemID="{88CBD591-39B1-4B74-A730-1C0C051827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e28f11b-d4f1-47fe-837d-5da7d4fdfa8d"/>
    <ds:schemaRef ds:uri="2e054d75-df43-4e50-a610-0e7b0816d1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D99CE35-5194-47C9-81B3-4E7960441513}">
  <ds:schemaRefs>
    <ds:schemaRef ds:uri="http://www.w3.org/XML/1998/namespace"/>
    <ds:schemaRef ds:uri="http://schemas.microsoft.com/office/2006/documentManagement/types"/>
    <ds:schemaRef ds:uri="2e054d75-df43-4e50-a610-0e7b0816d11a"/>
    <ds:schemaRef ds:uri="http://purl.org/dc/elements/1.1/"/>
    <ds:schemaRef ds:uri="http://purl.org/dc/dcmitype/"/>
    <ds:schemaRef ds:uri="ae28f11b-d4f1-47fe-837d-5da7d4fdfa8d"/>
    <ds:schemaRef ds:uri="http://purl.org/dc/terms/"/>
    <ds:schemaRef ds:uri="http://schemas.microsoft.com/office/infopath/2007/PartnerControl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2754</TotalTime>
  <Words>6405</Words>
  <Application>Microsoft Office PowerPoint</Application>
  <PresentationFormat>Widescreen</PresentationFormat>
  <Paragraphs>722</Paragraphs>
  <Slides>51</Slides>
  <Notes>0</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51</vt:i4>
      </vt:variant>
    </vt:vector>
  </HeadingPairs>
  <TitlesOfParts>
    <vt:vector size="58" baseType="lpstr">
      <vt:lpstr>Arial</vt:lpstr>
      <vt:lpstr>Avenir Next LT Pro</vt:lpstr>
      <vt:lpstr>Avenir Next LT Pro Light</vt:lpstr>
      <vt:lpstr>Calibri</vt:lpstr>
      <vt:lpstr>Helvetica Neue</vt:lpstr>
      <vt:lpstr>Wingdings</vt:lpstr>
      <vt:lpstr>Thème Office</vt:lpstr>
      <vt:lpstr>Presentazione standard di PowerPoint</vt:lpstr>
      <vt:lpstr>CoP roadmap workshop Work assumptions</vt:lpstr>
      <vt:lpstr>Community of Practice  roadmap workshop</vt:lpstr>
      <vt:lpstr>For whom and why this Workshop?</vt:lpstr>
      <vt:lpstr>Presentation of the workshop steps (optional)</vt:lpstr>
      <vt:lpstr>Workshop organization</vt:lpstr>
      <vt:lpstr>Favorable &amp; not favorable conditions</vt:lpstr>
      <vt:lpstr>Step 1 : Explanation about workshop goals</vt:lpstr>
      <vt:lpstr>Practice and Communities of practice Vocabulary and assumptions</vt:lpstr>
      <vt:lpstr>The untold story of members in some Communities of practice</vt:lpstr>
      <vt:lpstr>CoP roadmap workshop CoP Member experience : Path about a given practice</vt:lpstr>
      <vt:lpstr>CoP roadmap workshop CoP Member experience : Path about a given practice</vt:lpstr>
      <vt:lpstr>CoP roadmap workshop Levels to which a Community of Practice can support a practice CoP Member experience</vt:lpstr>
      <vt:lpstr>CoP roadmap workshop Examples of activities</vt:lpstr>
      <vt:lpstr>CoP roadmap workshop Members estimate their needs </vt:lpstr>
      <vt:lpstr>CoP roadmap workshop Roadmap is based on requirements and contribution capacities</vt:lpstr>
      <vt:lpstr>CoP roadmap workshop Different requirements lead to different roadmaps</vt:lpstr>
      <vt:lpstr>CoP roadmap workshop Levels to which a Community of Practice can support a practice CoP Member experience : Usual assumption of CoP leaders</vt:lpstr>
      <vt:lpstr>Workshop Material</vt:lpstr>
      <vt:lpstr>Presentazione standard di PowerPoint</vt:lpstr>
      <vt:lpstr>Presentazione standard di PowerPoint</vt:lpstr>
      <vt:lpstr>Presentazione standard di PowerPoint</vt:lpstr>
      <vt:lpstr>Presentazione standard di PowerPoint</vt:lpstr>
      <vt:lpstr>Presentazione standard di PowerPoint</vt:lpstr>
      <vt:lpstr>Optional help for Step 5 : CoP Roadmap patterns</vt:lpstr>
      <vt:lpstr>CoP roadmap workshop Simplification for pattern definition</vt:lpstr>
      <vt:lpstr>Cop Roadmap workshop Single-group roadmap pattern : practices in series</vt:lpstr>
      <vt:lpstr>Cop Roadmap workshop Single-group roadmap pattern : Seasonal </vt:lpstr>
      <vt:lpstr>Cop Roadmap workshop Multi-group roadmap pattern : Subgroups by practice </vt:lpstr>
      <vt:lpstr>Cop Roadmap workshop Multi-group roadmap pattern : Show then decide (of subgroups by practice) </vt:lpstr>
      <vt:lpstr>Cop Roadmap workshop Multi-group roadmap pattern : Subgroups by level of maturity (per practice)</vt:lpstr>
      <vt:lpstr>How to choose a roadmap that fits your Community of practice ?</vt:lpstr>
      <vt:lpstr>Organization</vt:lpstr>
      <vt:lpstr>Presentazione standard di PowerPoint</vt:lpstr>
      <vt:lpstr>Facilitation</vt:lpstr>
      <vt:lpstr>Presentazione standard di PowerPoint</vt:lpstr>
      <vt:lpstr>Presentazione standard di PowerPoint</vt:lpstr>
      <vt:lpstr>Presentazione standard di PowerPoint</vt:lpstr>
      <vt:lpstr>Presentazione standard di PowerPoint</vt:lpstr>
      <vt:lpstr>Adaptation</vt:lpstr>
      <vt:lpstr>Presentazione standard di PowerPoint</vt:lpstr>
      <vt:lpstr>#OpenSeriousTemplate in brief What to add to make your serious game transferable</vt:lpstr>
      <vt:lpstr>Presentazione standard di PowerPoint</vt:lpstr>
      <vt:lpstr>Additional explanations about CoP roadmap workshop</vt:lpstr>
      <vt:lpstr>CoP roadmap workshop Levels to which a Community of Practice can support a practice CoP Member experience : Path about a given practice</vt:lpstr>
      <vt:lpstr>CoP roadmap workshop CoP Member experience : Path about a given practice</vt:lpstr>
      <vt:lpstr>CoP roadmap workshop Levels to which a Community of Practice can support a practice CoP Member experience : Usual assumption of CoP leaders</vt:lpstr>
      <vt:lpstr>CoP roadmap workshop Levels to which a Community of Practice can support a practice CoP Member experience : Case of wrong assumptions by CoP leaders</vt:lpstr>
      <vt:lpstr>CoP roadmap workshop Levels to which a Community of Practice can support a practice</vt:lpstr>
      <vt:lpstr>CoP roadmap workshop Levels to which a Community of Practice can support a practice</vt:lpstr>
      <vt:lpstr>CoP roadmap workshop Examples of positive impact Measurements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Alexandre Quach</dc:creator>
  <cp:keywords>, docId:12DF0415C821B4766871999C74F59CAD</cp:keywords>
  <cp:lastModifiedBy>Alexandre Quach</cp:lastModifiedBy>
  <cp:revision>3</cp:revision>
  <dcterms:created xsi:type="dcterms:W3CDTF">2021-02-02T23:16:24Z</dcterms:created>
  <dcterms:modified xsi:type="dcterms:W3CDTF">2023-05-02T13:41:16Z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0x01010043095EDE67814541926D3AC5F9ACC08F</vt:lpwstr>
  </property>
  <property fmtid="{D5CDD505-2E9C-101B-9397-08002B2CF9AE}" pid="3" name="MediaServiceImageTags">
    <vt:lpwstr/>
  </property>
</Properties>
</file>