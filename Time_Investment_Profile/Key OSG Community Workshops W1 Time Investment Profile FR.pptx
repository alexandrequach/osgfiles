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13"/>
  </p:notesMasterIdLst>
  <p:sldIdLst>
    <p:sldId id="644" r:id="rId2"/>
    <p:sldId id="603" r:id="rId3"/>
    <p:sldId id="703" r:id="rId4"/>
    <p:sldId id="744" r:id="rId5"/>
    <p:sldId id="813" r:id="rId6"/>
    <p:sldId id="636" r:id="rId7"/>
    <p:sldId id="814" r:id="rId8"/>
    <p:sldId id="626" r:id="rId9"/>
    <p:sldId id="704" r:id="rId10"/>
    <p:sldId id="705" r:id="rId11"/>
    <p:sldId id="815" r:id="rId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EC7B2B"/>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F772A1-E8A8-41E9-A168-DF0ADA51368D}" v="8" dt="2022-09-25T09:20:57.414"/>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CCF772A1-E8A8-41E9-A168-DF0ADA51368D}"/>
    <pc:docChg chg="custSel addSld modSld modMainMaster">
      <pc:chgData name="Alexandre Quach" userId="7bb690c8a6e028e4" providerId="LiveId" clId="{CCF772A1-E8A8-41E9-A168-DF0ADA51368D}" dt="2022-09-25T09:20:57.414" v="7" actId="571"/>
      <pc:docMkLst>
        <pc:docMk/>
      </pc:docMkLst>
      <pc:sldChg chg="modSp add mod">
        <pc:chgData name="Alexandre Quach" userId="7bb690c8a6e028e4" providerId="LiveId" clId="{CCF772A1-E8A8-41E9-A168-DF0ADA51368D}" dt="2022-09-25T09:20:32.596" v="2" actId="27636"/>
        <pc:sldMkLst>
          <pc:docMk/>
          <pc:sldMk cId="2719290333" sldId="603"/>
        </pc:sldMkLst>
        <pc:spChg chg="mod">
          <ac:chgData name="Alexandre Quach" userId="7bb690c8a6e028e4" providerId="LiveId" clId="{CCF772A1-E8A8-41E9-A168-DF0ADA51368D}" dt="2022-09-25T09:20:32.596" v="2" actId="27636"/>
          <ac:spMkLst>
            <pc:docMk/>
            <pc:sldMk cId="2719290333" sldId="603"/>
            <ac:spMk id="2" creationId="{606A794F-5F08-337C-50F0-FFEFF1446E0F}"/>
          </ac:spMkLst>
        </pc:spChg>
        <pc:spChg chg="mod">
          <ac:chgData name="Alexandre Quach" userId="7bb690c8a6e028e4" providerId="LiveId" clId="{CCF772A1-E8A8-41E9-A168-DF0ADA51368D}" dt="2022-09-25T09:20:32.594" v="1" actId="27636"/>
          <ac:spMkLst>
            <pc:docMk/>
            <pc:sldMk cId="2719290333" sldId="603"/>
            <ac:spMk id="3" creationId="{CB182D3C-1E44-118D-E03C-489E469BD4D1}"/>
          </ac:spMkLst>
        </pc:spChg>
      </pc:sldChg>
      <pc:sldMasterChg chg="addSp modSp mod">
        <pc:chgData name="Alexandre Quach" userId="7bb690c8a6e028e4" providerId="LiveId" clId="{CCF772A1-E8A8-41E9-A168-DF0ADA51368D}" dt="2022-09-25T09:20:57.414" v="7" actId="571"/>
        <pc:sldMasterMkLst>
          <pc:docMk/>
          <pc:sldMasterMk cId="1904633910" sldId="2147483719"/>
        </pc:sldMasterMkLst>
        <pc:picChg chg="add mod">
          <ac:chgData name="Alexandre Quach" userId="7bb690c8a6e028e4" providerId="LiveId" clId="{CCF772A1-E8A8-41E9-A168-DF0ADA51368D}" dt="2022-09-25T09:20:49.987" v="5" actId="1076"/>
          <ac:picMkLst>
            <pc:docMk/>
            <pc:sldMasterMk cId="1904633910" sldId="2147483719"/>
            <ac:picMk id="7" creationId="{A007F52B-3C25-9F19-2001-B4E386DAA831}"/>
          </ac:picMkLst>
        </pc:picChg>
        <pc:picChg chg="add mod">
          <ac:chgData name="Alexandre Quach" userId="7bb690c8a6e028e4" providerId="LiveId" clId="{CCF772A1-E8A8-41E9-A168-DF0ADA51368D}" dt="2022-09-25T09:20:52.037" v="6" actId="571"/>
          <ac:picMkLst>
            <pc:docMk/>
            <pc:sldMasterMk cId="1904633910" sldId="2147483719"/>
            <ac:picMk id="8" creationId="{9CA6AFF4-A0FB-D158-8162-C7E1827F160D}"/>
          </ac:picMkLst>
        </pc:picChg>
        <pc:picChg chg="add mod">
          <ac:chgData name="Alexandre Quach" userId="7bb690c8a6e028e4" providerId="LiveId" clId="{CCF772A1-E8A8-41E9-A168-DF0ADA51368D}" dt="2022-09-25T09:20:57.414" v="7" actId="571"/>
          <ac:picMkLst>
            <pc:docMk/>
            <pc:sldMasterMk cId="1904633910" sldId="2147483719"/>
            <ac:picMk id="9" creationId="{9CC07E72-A702-9C97-C474-2D2066015916}"/>
          </ac:picMkLst>
        </pc:picChg>
        <pc:picChg chg="add mod">
          <ac:chgData name="Alexandre Quach" userId="7bb690c8a6e028e4" providerId="LiveId" clId="{CCF772A1-E8A8-41E9-A168-DF0ADA51368D}" dt="2022-09-25T09:20:57.414" v="7" actId="571"/>
          <ac:picMkLst>
            <pc:docMk/>
            <pc:sldMasterMk cId="1904633910" sldId="2147483719"/>
            <ac:picMk id="10" creationId="{B8010987-AFA8-3AE1-E679-8843EAED5863}"/>
          </ac:picMkLst>
        </pc:picChg>
      </pc:sldMasterChg>
    </pc:docChg>
  </pc:docChgLst>
  <pc:docChgLst>
    <pc:chgData name="Alexandre Quach" userId="7bb690c8a6e028e4" providerId="LiveId" clId="{D8A980B4-D5FF-4D73-AA36-30597418BF5E}"/>
    <pc:docChg chg="undo custSel addSld modSld sldOrd">
      <pc:chgData name="Alexandre Quach" userId="7bb690c8a6e028e4" providerId="LiveId" clId="{D8A980B4-D5FF-4D73-AA36-30597418BF5E}" dt="2022-03-16T13:39:14.621" v="607" actId="1076"/>
      <pc:docMkLst>
        <pc:docMk/>
      </pc:docMkLst>
      <pc:sldChg chg="delSp modSp mod ord">
        <pc:chgData name="Alexandre Quach" userId="7bb690c8a6e028e4" providerId="LiveId" clId="{D8A980B4-D5FF-4D73-AA36-30597418BF5E}" dt="2022-03-16T12:52:15.026" v="259"/>
        <pc:sldMkLst>
          <pc:docMk/>
          <pc:sldMk cId="2564160175" sldId="626"/>
        </pc:sldMkLst>
        <pc:spChg chg="mod">
          <ac:chgData name="Alexandre Quach" userId="7bb690c8a6e028e4" providerId="LiveId" clId="{D8A980B4-D5FF-4D73-AA36-30597418BF5E}" dt="2022-03-16T12:52:15.026" v="259"/>
          <ac:spMkLst>
            <pc:docMk/>
            <pc:sldMk cId="2564160175" sldId="626"/>
            <ac:spMk id="2" creationId="{12DFB249-4BAC-45D8-BD66-8A9B48267113}"/>
          </ac:spMkLst>
        </pc:spChg>
        <pc:graphicFrameChg chg="mod modGraphic">
          <ac:chgData name="Alexandre Quach" userId="7bb690c8a6e028e4" providerId="LiveId" clId="{D8A980B4-D5FF-4D73-AA36-30597418BF5E}" dt="2022-03-16T12:49:56.424" v="240" actId="113"/>
          <ac:graphicFrameMkLst>
            <pc:docMk/>
            <pc:sldMk cId="2564160175" sldId="626"/>
            <ac:graphicFrameMk id="3" creationId="{270A5E3B-35B7-4271-AF7C-BD4FDD213ED4}"/>
          </ac:graphicFrameMkLst>
        </pc:graphicFrameChg>
        <pc:picChg chg="del">
          <ac:chgData name="Alexandre Quach" userId="7bb690c8a6e028e4" providerId="LiveId" clId="{D8A980B4-D5FF-4D73-AA36-30597418BF5E}" dt="2022-03-16T12:47:40.103" v="222" actId="478"/>
          <ac:picMkLst>
            <pc:docMk/>
            <pc:sldMk cId="2564160175" sldId="626"/>
            <ac:picMk id="7" creationId="{BB631ABB-09D4-47B2-BA69-77CA8C311128}"/>
          </ac:picMkLst>
        </pc:picChg>
        <pc:picChg chg="mod">
          <ac:chgData name="Alexandre Quach" userId="7bb690c8a6e028e4" providerId="LiveId" clId="{D8A980B4-D5FF-4D73-AA36-30597418BF5E}" dt="2022-03-16T12:43:58.706" v="173" actId="1076"/>
          <ac:picMkLst>
            <pc:docMk/>
            <pc:sldMk cId="2564160175" sldId="626"/>
            <ac:picMk id="47" creationId="{31620370-0C09-4ED2-9761-29FF32F889AD}"/>
          </ac:picMkLst>
        </pc:picChg>
        <pc:picChg chg="mod">
          <ac:chgData name="Alexandre Quach" userId="7bb690c8a6e028e4" providerId="LiveId" clId="{D8A980B4-D5FF-4D73-AA36-30597418BF5E}" dt="2022-03-16T12:49:59.558" v="241" actId="1076"/>
          <ac:picMkLst>
            <pc:docMk/>
            <pc:sldMk cId="2564160175" sldId="626"/>
            <ac:picMk id="66" creationId="{AD7273C0-EBD2-41F6-B637-8F8723677C30}"/>
          </ac:picMkLst>
        </pc:picChg>
        <pc:picChg chg="mod">
          <ac:chgData name="Alexandre Quach" userId="7bb690c8a6e028e4" providerId="LiveId" clId="{D8A980B4-D5FF-4D73-AA36-30597418BF5E}" dt="2022-03-16T12:43:10" v="161" actId="1076"/>
          <ac:picMkLst>
            <pc:docMk/>
            <pc:sldMk cId="2564160175" sldId="626"/>
            <ac:picMk id="72" creationId="{078088C9-92EC-400A-9351-211C7A583FD3}"/>
          </ac:picMkLst>
        </pc:picChg>
        <pc:picChg chg="del">
          <ac:chgData name="Alexandre Quach" userId="7bb690c8a6e028e4" providerId="LiveId" clId="{D8A980B4-D5FF-4D73-AA36-30597418BF5E}" dt="2022-03-16T12:47:39.692" v="221" actId="478"/>
          <ac:picMkLst>
            <pc:docMk/>
            <pc:sldMk cId="2564160175" sldId="626"/>
            <ac:picMk id="96" creationId="{0F0DC822-C9E7-48A7-A16B-EA22810B4F1E}"/>
          </ac:picMkLst>
        </pc:picChg>
      </pc:sldChg>
      <pc:sldChg chg="delSp modSp mod">
        <pc:chgData name="Alexandre Quach" userId="7bb690c8a6e028e4" providerId="LiveId" clId="{D8A980B4-D5FF-4D73-AA36-30597418BF5E}" dt="2022-03-16T13:32:39.151" v="486" actId="20577"/>
        <pc:sldMkLst>
          <pc:docMk/>
          <pc:sldMk cId="1431972450" sldId="636"/>
        </pc:sldMkLst>
        <pc:spChg chg="mod">
          <ac:chgData name="Alexandre Quach" userId="7bb690c8a6e028e4" providerId="LiveId" clId="{D8A980B4-D5FF-4D73-AA36-30597418BF5E}" dt="2022-03-16T12:51:39.812" v="251"/>
          <ac:spMkLst>
            <pc:docMk/>
            <pc:sldMk cId="1431972450" sldId="636"/>
            <ac:spMk id="2" creationId="{12DFB249-4BAC-45D8-BD66-8A9B48267113}"/>
          </ac:spMkLst>
        </pc:spChg>
        <pc:spChg chg="mod">
          <ac:chgData name="Alexandre Quach" userId="7bb690c8a6e028e4" providerId="LiveId" clId="{D8A980B4-D5FF-4D73-AA36-30597418BF5E}" dt="2022-03-16T13:12:12.238" v="427" actId="5736"/>
          <ac:spMkLst>
            <pc:docMk/>
            <pc:sldMk cId="1431972450" sldId="636"/>
            <ac:spMk id="5" creationId="{B38AFCA8-59D9-487B-9924-9956586873D6}"/>
          </ac:spMkLst>
        </pc:spChg>
        <pc:grpChg chg="del mod">
          <ac:chgData name="Alexandre Quach" userId="7bb690c8a6e028e4" providerId="LiveId" clId="{D8A980B4-D5FF-4D73-AA36-30597418BF5E}" dt="2022-03-16T12:52:00.855" v="257" actId="478"/>
          <ac:grpSpMkLst>
            <pc:docMk/>
            <pc:sldMk cId="1431972450" sldId="636"/>
            <ac:grpSpMk id="98" creationId="{CEC26CBC-E91B-4FBD-80FE-95A347D8D00A}"/>
          </ac:grpSpMkLst>
        </pc:grpChg>
        <pc:graphicFrameChg chg="mod modGraphic">
          <ac:chgData name="Alexandre Quach" userId="7bb690c8a6e028e4" providerId="LiveId" clId="{D8A980B4-D5FF-4D73-AA36-30597418BF5E}" dt="2022-03-16T13:32:39.151" v="486" actId="20577"/>
          <ac:graphicFrameMkLst>
            <pc:docMk/>
            <pc:sldMk cId="1431972450" sldId="636"/>
            <ac:graphicFrameMk id="4" creationId="{DAED6B0E-FB0E-401A-937B-75839BD83A29}"/>
          </ac:graphicFrameMkLst>
        </pc:graphicFrameChg>
        <pc:graphicFrameChg chg="del mod modGraphic">
          <ac:chgData name="Alexandre Quach" userId="7bb690c8a6e028e4" providerId="LiveId" clId="{D8A980B4-D5FF-4D73-AA36-30597418BF5E}" dt="2022-03-16T12:52:00.855" v="257" actId="478"/>
          <ac:graphicFrameMkLst>
            <pc:docMk/>
            <pc:sldMk cId="1431972450" sldId="636"/>
            <ac:graphicFrameMk id="97" creationId="{313B813C-89DA-4606-A733-1D088D882C45}"/>
          </ac:graphicFrameMkLst>
        </pc:graphicFrameChg>
      </pc:sldChg>
      <pc:sldChg chg="modSp mod">
        <pc:chgData name="Alexandre Quach" userId="7bb690c8a6e028e4" providerId="LiveId" clId="{D8A980B4-D5FF-4D73-AA36-30597418BF5E}" dt="2022-03-16T12:36:45.278" v="23" actId="20577"/>
        <pc:sldMkLst>
          <pc:docMk/>
          <pc:sldMk cId="2891350657" sldId="644"/>
        </pc:sldMkLst>
        <pc:spChg chg="mod">
          <ac:chgData name="Alexandre Quach" userId="7bb690c8a6e028e4" providerId="LiveId" clId="{D8A980B4-D5FF-4D73-AA36-30597418BF5E}" dt="2022-03-16T12:36:35.455" v="4" actId="404"/>
          <ac:spMkLst>
            <pc:docMk/>
            <pc:sldMk cId="2891350657" sldId="644"/>
            <ac:spMk id="4" creationId="{535EF47E-B86E-4B3A-8928-F5F2830BE897}"/>
          </ac:spMkLst>
        </pc:spChg>
        <pc:spChg chg="mod">
          <ac:chgData name="Alexandre Quach" userId="7bb690c8a6e028e4" providerId="LiveId" clId="{D8A980B4-D5FF-4D73-AA36-30597418BF5E}" dt="2022-03-16T12:36:45.278" v="23" actId="20577"/>
          <ac:spMkLst>
            <pc:docMk/>
            <pc:sldMk cId="2891350657" sldId="644"/>
            <ac:spMk id="5" creationId="{ABE99CBA-8491-42DB-A730-F3730B4580E0}"/>
          </ac:spMkLst>
        </pc:spChg>
      </pc:sldChg>
      <pc:sldChg chg="modSp mod">
        <pc:chgData name="Alexandre Quach" userId="7bb690c8a6e028e4" providerId="LiveId" clId="{D8A980B4-D5FF-4D73-AA36-30597418BF5E}" dt="2022-03-16T13:05:19.821" v="406" actId="5736"/>
        <pc:sldMkLst>
          <pc:docMk/>
          <pc:sldMk cId="122188897" sldId="703"/>
        </pc:sldMkLst>
        <pc:spChg chg="mod">
          <ac:chgData name="Alexandre Quach" userId="7bb690c8a6e028e4" providerId="LiveId" clId="{D8A980B4-D5FF-4D73-AA36-30597418BF5E}" dt="2022-03-16T12:37:06.279" v="26"/>
          <ac:spMkLst>
            <pc:docMk/>
            <pc:sldMk cId="122188897" sldId="703"/>
            <ac:spMk id="2" creationId="{12DFB249-4BAC-45D8-BD66-8A9B48267113}"/>
          </ac:spMkLst>
        </pc:spChg>
        <pc:grpChg chg="mod">
          <ac:chgData name="Alexandre Quach" userId="7bb690c8a6e028e4" providerId="LiveId" clId="{D8A980B4-D5FF-4D73-AA36-30597418BF5E}" dt="2022-03-16T13:05:19.821" v="406" actId="5736"/>
          <ac:grpSpMkLst>
            <pc:docMk/>
            <pc:sldMk cId="122188897" sldId="703"/>
            <ac:grpSpMk id="4" creationId="{371A8229-B453-4AE0-AB03-C4131509E972}"/>
          </ac:grpSpMkLst>
        </pc:grpChg>
        <pc:grpChg chg="mod">
          <ac:chgData name="Alexandre Quach" userId="7bb690c8a6e028e4" providerId="LiveId" clId="{D8A980B4-D5FF-4D73-AA36-30597418BF5E}" dt="2022-03-16T13:05:19.821" v="406" actId="5736"/>
          <ac:grpSpMkLst>
            <pc:docMk/>
            <pc:sldMk cId="122188897" sldId="703"/>
            <ac:grpSpMk id="49" creationId="{D10DB009-0EF5-4F8D-AB88-C2641399BC02}"/>
          </ac:grpSpMkLst>
        </pc:grpChg>
        <pc:grpChg chg="mod">
          <ac:chgData name="Alexandre Quach" userId="7bb690c8a6e028e4" providerId="LiveId" clId="{D8A980B4-D5FF-4D73-AA36-30597418BF5E}" dt="2022-03-16T13:05:19.821" v="406" actId="5736"/>
          <ac:grpSpMkLst>
            <pc:docMk/>
            <pc:sldMk cId="122188897" sldId="703"/>
            <ac:grpSpMk id="57" creationId="{BA8FBF25-62ED-47C7-A36B-2BFE75B58CA9}"/>
          </ac:grpSpMkLst>
        </pc:grpChg>
        <pc:graphicFrameChg chg="mod modGraphic">
          <ac:chgData name="Alexandre Quach" userId="7bb690c8a6e028e4" providerId="LiveId" clId="{D8A980B4-D5FF-4D73-AA36-30597418BF5E}" dt="2022-03-16T13:05:19.821" v="406" actId="5736"/>
          <ac:graphicFrameMkLst>
            <pc:docMk/>
            <pc:sldMk cId="122188897" sldId="703"/>
            <ac:graphicFrameMk id="3" creationId="{270A5E3B-35B7-4271-AF7C-BD4FDD213ED4}"/>
          </ac:graphicFrameMkLst>
        </pc:graphicFrameChg>
        <pc:picChg chg="mod">
          <ac:chgData name="Alexandre Quach" userId="7bb690c8a6e028e4" providerId="LiveId" clId="{D8A980B4-D5FF-4D73-AA36-30597418BF5E}" dt="2022-03-16T13:05:19.821" v="406" actId="5736"/>
          <ac:picMkLst>
            <pc:docMk/>
            <pc:sldMk cId="122188897" sldId="703"/>
            <ac:picMk id="47" creationId="{31620370-0C09-4ED2-9761-29FF32F889AD}"/>
          </ac:picMkLst>
        </pc:picChg>
        <pc:picChg chg="mod">
          <ac:chgData name="Alexandre Quach" userId="7bb690c8a6e028e4" providerId="LiveId" clId="{D8A980B4-D5FF-4D73-AA36-30597418BF5E}" dt="2022-03-16T13:05:19.821" v="406" actId="5736"/>
          <ac:picMkLst>
            <pc:docMk/>
            <pc:sldMk cId="122188897" sldId="703"/>
            <ac:picMk id="55" creationId="{C5D6CADE-9E7E-4BCD-8C56-DF5B2895A8C3}"/>
          </ac:picMkLst>
        </pc:picChg>
        <pc:picChg chg="mod">
          <ac:chgData name="Alexandre Quach" userId="7bb690c8a6e028e4" providerId="LiveId" clId="{D8A980B4-D5FF-4D73-AA36-30597418BF5E}" dt="2022-03-16T13:05:19.821" v="406" actId="5736"/>
          <ac:picMkLst>
            <pc:docMk/>
            <pc:sldMk cId="122188897" sldId="703"/>
            <ac:picMk id="56" creationId="{4CDC2353-A6FA-4EE9-BEA3-D51141C207AE}"/>
          </ac:picMkLst>
        </pc:picChg>
        <pc:picChg chg="mod">
          <ac:chgData name="Alexandre Quach" userId="7bb690c8a6e028e4" providerId="LiveId" clId="{D8A980B4-D5FF-4D73-AA36-30597418BF5E}" dt="2022-03-16T13:05:19.821" v="406" actId="5736"/>
          <ac:picMkLst>
            <pc:docMk/>
            <pc:sldMk cId="122188897" sldId="703"/>
            <ac:picMk id="65" creationId="{3AAE3E76-8E6F-468B-B565-A43E3F14E134}"/>
          </ac:picMkLst>
        </pc:picChg>
      </pc:sldChg>
      <pc:sldChg chg="modSp mod">
        <pc:chgData name="Alexandre Quach" userId="7bb690c8a6e028e4" providerId="LiveId" clId="{D8A980B4-D5FF-4D73-AA36-30597418BF5E}" dt="2022-03-16T12:56:41.451" v="330"/>
        <pc:sldMkLst>
          <pc:docMk/>
          <pc:sldMk cId="4180813781" sldId="704"/>
        </pc:sldMkLst>
        <pc:spChg chg="mod">
          <ac:chgData name="Alexandre Quach" userId="7bb690c8a6e028e4" providerId="LiveId" clId="{D8A980B4-D5FF-4D73-AA36-30597418BF5E}" dt="2022-03-16T12:56:41.451" v="330"/>
          <ac:spMkLst>
            <pc:docMk/>
            <pc:sldMk cId="4180813781" sldId="704"/>
            <ac:spMk id="2" creationId="{12DFB249-4BAC-45D8-BD66-8A9B48267113}"/>
          </ac:spMkLst>
        </pc:spChg>
        <pc:spChg chg="mod">
          <ac:chgData name="Alexandre Quach" userId="7bb690c8a6e028e4" providerId="LiveId" clId="{D8A980B4-D5FF-4D73-AA36-30597418BF5E}" dt="2022-03-16T12:54:48.960" v="313"/>
          <ac:spMkLst>
            <pc:docMk/>
            <pc:sldMk cId="4180813781" sldId="704"/>
            <ac:spMk id="6" creationId="{A7FCA4CA-41B5-41D3-B5CD-DB22E30FD491}"/>
          </ac:spMkLst>
        </pc:spChg>
        <pc:spChg chg="mod">
          <ac:chgData name="Alexandre Quach" userId="7bb690c8a6e028e4" providerId="LiveId" clId="{D8A980B4-D5FF-4D73-AA36-30597418BF5E}" dt="2022-03-16T12:54:36.786" v="312" actId="1036"/>
          <ac:spMkLst>
            <pc:docMk/>
            <pc:sldMk cId="4180813781" sldId="704"/>
            <ac:spMk id="7" creationId="{AA18631D-C20C-406A-A271-B731FC8AC51C}"/>
          </ac:spMkLst>
        </pc:spChg>
        <pc:spChg chg="mod">
          <ac:chgData name="Alexandre Quach" userId="7bb690c8a6e028e4" providerId="LiveId" clId="{D8A980B4-D5FF-4D73-AA36-30597418BF5E}" dt="2022-03-16T12:55:13.153" v="318"/>
          <ac:spMkLst>
            <pc:docMk/>
            <pc:sldMk cId="4180813781" sldId="704"/>
            <ac:spMk id="60" creationId="{CCD7DFF0-27F8-4F58-9F0C-3D006CFC18BF}"/>
          </ac:spMkLst>
        </pc:spChg>
        <pc:spChg chg="mod">
          <ac:chgData name="Alexandre Quach" userId="7bb690c8a6e028e4" providerId="LiveId" clId="{D8A980B4-D5FF-4D73-AA36-30597418BF5E}" dt="2022-03-16T12:54:36.786" v="312" actId="1036"/>
          <ac:spMkLst>
            <pc:docMk/>
            <pc:sldMk cId="4180813781" sldId="704"/>
            <ac:spMk id="64" creationId="{6A69F7EB-FCC6-4579-8A52-9426C8431485}"/>
          </ac:spMkLst>
        </pc:spChg>
        <pc:spChg chg="mod">
          <ac:chgData name="Alexandre Quach" userId="7bb690c8a6e028e4" providerId="LiveId" clId="{D8A980B4-D5FF-4D73-AA36-30597418BF5E}" dt="2022-03-16T12:53:45.703" v="291" actId="14100"/>
          <ac:spMkLst>
            <pc:docMk/>
            <pc:sldMk cId="4180813781" sldId="704"/>
            <ac:spMk id="66" creationId="{FCDB525F-3C15-4C19-8EAD-805E5CFFB9FF}"/>
          </ac:spMkLst>
        </pc:spChg>
        <pc:spChg chg="mod">
          <ac:chgData name="Alexandre Quach" userId="7bb690c8a6e028e4" providerId="LiveId" clId="{D8A980B4-D5FF-4D73-AA36-30597418BF5E}" dt="2022-03-16T12:53:45.703" v="291" actId="14100"/>
          <ac:spMkLst>
            <pc:docMk/>
            <pc:sldMk cId="4180813781" sldId="704"/>
            <ac:spMk id="67" creationId="{0AD13854-5D2B-41DA-8EBE-3E0C0ACD7DA1}"/>
          </ac:spMkLst>
        </pc:spChg>
        <pc:spChg chg="mod">
          <ac:chgData name="Alexandre Quach" userId="7bb690c8a6e028e4" providerId="LiveId" clId="{D8A980B4-D5FF-4D73-AA36-30597418BF5E}" dt="2022-03-16T12:55:01.894" v="316" actId="1076"/>
          <ac:spMkLst>
            <pc:docMk/>
            <pc:sldMk cId="4180813781" sldId="704"/>
            <ac:spMk id="70" creationId="{951DB08A-2091-4631-AD20-C7730B05C304}"/>
          </ac:spMkLst>
        </pc:spChg>
        <pc:spChg chg="mod">
          <ac:chgData name="Alexandre Quach" userId="7bb690c8a6e028e4" providerId="LiveId" clId="{D8A980B4-D5FF-4D73-AA36-30597418BF5E}" dt="2022-03-16T12:53:04.333" v="262"/>
          <ac:spMkLst>
            <pc:docMk/>
            <pc:sldMk cId="4180813781" sldId="704"/>
            <ac:spMk id="71" creationId="{FCC99989-B1E3-400F-9E84-6F976D71ECFA}"/>
          </ac:spMkLst>
        </pc:spChg>
        <pc:spChg chg="mod">
          <ac:chgData name="Alexandre Quach" userId="7bb690c8a6e028e4" providerId="LiveId" clId="{D8A980B4-D5FF-4D73-AA36-30597418BF5E}" dt="2022-03-16T12:55:05.863" v="317" actId="1076"/>
          <ac:spMkLst>
            <pc:docMk/>
            <pc:sldMk cId="4180813781" sldId="704"/>
            <ac:spMk id="72" creationId="{B5D42672-9CF1-457A-8498-3F889FB30282}"/>
          </ac:spMkLst>
        </pc:spChg>
        <pc:spChg chg="mod">
          <ac:chgData name="Alexandre Quach" userId="7bb690c8a6e028e4" providerId="LiveId" clId="{D8A980B4-D5FF-4D73-AA36-30597418BF5E}" dt="2022-03-16T12:53:11.819" v="263"/>
          <ac:spMkLst>
            <pc:docMk/>
            <pc:sldMk cId="4180813781" sldId="704"/>
            <ac:spMk id="73" creationId="{7753DAA3-C14E-4D64-A3A7-44700CBA6948}"/>
          </ac:spMkLst>
        </pc:spChg>
        <pc:spChg chg="mod">
          <ac:chgData name="Alexandre Quach" userId="7bb690c8a6e028e4" providerId="LiveId" clId="{D8A980B4-D5FF-4D73-AA36-30597418BF5E}" dt="2022-03-16T12:56:03.887" v="328"/>
          <ac:spMkLst>
            <pc:docMk/>
            <pc:sldMk cId="4180813781" sldId="704"/>
            <ac:spMk id="74" creationId="{F591D033-6A5D-43DA-9175-C498E6BB4643}"/>
          </ac:spMkLst>
        </pc:spChg>
        <pc:spChg chg="mod">
          <ac:chgData name="Alexandre Quach" userId="7bb690c8a6e028e4" providerId="LiveId" clId="{D8A980B4-D5FF-4D73-AA36-30597418BF5E}" dt="2022-03-16T12:55:22.755" v="319"/>
          <ac:spMkLst>
            <pc:docMk/>
            <pc:sldMk cId="4180813781" sldId="704"/>
            <ac:spMk id="75" creationId="{621BE025-480B-4F43-9AE2-764B669248F6}"/>
          </ac:spMkLst>
        </pc:spChg>
        <pc:spChg chg="mod">
          <ac:chgData name="Alexandre Quach" userId="7bb690c8a6e028e4" providerId="LiveId" clId="{D8A980B4-D5FF-4D73-AA36-30597418BF5E}" dt="2022-03-16T12:56:27.462" v="329"/>
          <ac:spMkLst>
            <pc:docMk/>
            <pc:sldMk cId="4180813781" sldId="704"/>
            <ac:spMk id="76" creationId="{19C7C935-AAD2-4BBA-A028-4BA5930E53A7}"/>
          </ac:spMkLst>
        </pc:spChg>
        <pc:spChg chg="mod">
          <ac:chgData name="Alexandre Quach" userId="7bb690c8a6e028e4" providerId="LiveId" clId="{D8A980B4-D5FF-4D73-AA36-30597418BF5E}" dt="2022-03-16T12:55:51.212" v="327"/>
          <ac:spMkLst>
            <pc:docMk/>
            <pc:sldMk cId="4180813781" sldId="704"/>
            <ac:spMk id="77" creationId="{30933158-8983-4E9F-A35A-88868F78EC3F}"/>
          </ac:spMkLst>
        </pc:spChg>
        <pc:spChg chg="mod">
          <ac:chgData name="Alexandre Quach" userId="7bb690c8a6e028e4" providerId="LiveId" clId="{D8A980B4-D5FF-4D73-AA36-30597418BF5E}" dt="2022-03-16T12:55:28.744" v="326" actId="1036"/>
          <ac:spMkLst>
            <pc:docMk/>
            <pc:sldMk cId="4180813781" sldId="704"/>
            <ac:spMk id="78" creationId="{73B5CD1D-6595-46A5-9A47-B260F1B3EAE1}"/>
          </ac:spMkLst>
        </pc:spChg>
        <pc:spChg chg="mod">
          <ac:chgData name="Alexandre Quach" userId="7bb690c8a6e028e4" providerId="LiveId" clId="{D8A980B4-D5FF-4D73-AA36-30597418BF5E}" dt="2022-03-16T12:55:28.744" v="326" actId="1036"/>
          <ac:spMkLst>
            <pc:docMk/>
            <pc:sldMk cId="4180813781" sldId="704"/>
            <ac:spMk id="79" creationId="{C1339FA1-B088-4581-BFBE-072FF1939B72}"/>
          </ac:spMkLst>
        </pc:spChg>
        <pc:grpChg chg="mod">
          <ac:chgData name="Alexandre Quach" userId="7bb690c8a6e028e4" providerId="LiveId" clId="{D8A980B4-D5FF-4D73-AA36-30597418BF5E}" dt="2022-03-16T12:54:36.786" v="312" actId="1036"/>
          <ac:grpSpMkLst>
            <pc:docMk/>
            <pc:sldMk cId="4180813781" sldId="704"/>
            <ac:grpSpMk id="21" creationId="{DFAFDC04-3D10-4EED-8366-D411B288AC07}"/>
          </ac:grpSpMkLst>
        </pc:grpChg>
        <pc:grpChg chg="mod">
          <ac:chgData name="Alexandre Quach" userId="7bb690c8a6e028e4" providerId="LiveId" clId="{D8A980B4-D5FF-4D73-AA36-30597418BF5E}" dt="2022-03-16T12:55:28.744" v="326" actId="1036"/>
          <ac:grpSpMkLst>
            <pc:docMk/>
            <pc:sldMk cId="4180813781" sldId="704"/>
            <ac:grpSpMk id="33" creationId="{B0FDE926-6110-4AA9-BA99-52FBB76673F2}"/>
          </ac:grpSpMkLst>
        </pc:grpChg>
        <pc:picChg chg="mod">
          <ac:chgData name="Alexandre Quach" userId="7bb690c8a6e028e4" providerId="LiveId" clId="{D8A980B4-D5FF-4D73-AA36-30597418BF5E}" dt="2022-03-16T12:55:28.744" v="326" actId="1036"/>
          <ac:picMkLst>
            <pc:docMk/>
            <pc:sldMk cId="4180813781" sldId="704"/>
            <ac:picMk id="41" creationId="{E0D41CD7-C88C-4DF6-ABB2-56D3C56FACF8}"/>
          </ac:picMkLst>
        </pc:picChg>
      </pc:sldChg>
      <pc:sldChg chg="modSp mod">
        <pc:chgData name="Alexandre Quach" userId="7bb690c8a6e028e4" providerId="LiveId" clId="{D8A980B4-D5FF-4D73-AA36-30597418BF5E}" dt="2022-03-16T12:58:40.626" v="348"/>
        <pc:sldMkLst>
          <pc:docMk/>
          <pc:sldMk cId="3341762664" sldId="705"/>
        </pc:sldMkLst>
        <pc:spChg chg="mod">
          <ac:chgData name="Alexandre Quach" userId="7bb690c8a6e028e4" providerId="LiveId" clId="{D8A980B4-D5FF-4D73-AA36-30597418BF5E}" dt="2022-03-16T12:56:47.684" v="331"/>
          <ac:spMkLst>
            <pc:docMk/>
            <pc:sldMk cId="3341762664" sldId="705"/>
            <ac:spMk id="2" creationId="{12DFB249-4BAC-45D8-BD66-8A9B48267113}"/>
          </ac:spMkLst>
        </pc:spChg>
        <pc:spChg chg="mod">
          <ac:chgData name="Alexandre Quach" userId="7bb690c8a6e028e4" providerId="LiveId" clId="{D8A980B4-D5FF-4D73-AA36-30597418BF5E}" dt="2022-03-16T12:57:44.022" v="340"/>
          <ac:spMkLst>
            <pc:docMk/>
            <pc:sldMk cId="3341762664" sldId="705"/>
            <ac:spMk id="22" creationId="{59D14EE7-9488-4421-880C-3FC4AE2214DF}"/>
          </ac:spMkLst>
        </pc:spChg>
        <pc:spChg chg="mod">
          <ac:chgData name="Alexandre Quach" userId="7bb690c8a6e028e4" providerId="LiveId" clId="{D8A980B4-D5FF-4D73-AA36-30597418BF5E}" dt="2022-03-16T12:57:55.102" v="342"/>
          <ac:spMkLst>
            <pc:docMk/>
            <pc:sldMk cId="3341762664" sldId="705"/>
            <ac:spMk id="23" creationId="{32F8951D-5D17-496F-8F8A-D1B1539A6ECF}"/>
          </ac:spMkLst>
        </pc:spChg>
        <pc:spChg chg="mod">
          <ac:chgData name="Alexandre Quach" userId="7bb690c8a6e028e4" providerId="LiveId" clId="{D8A980B4-D5FF-4D73-AA36-30597418BF5E}" dt="2022-03-16T12:57:25.845" v="338"/>
          <ac:spMkLst>
            <pc:docMk/>
            <pc:sldMk cId="3341762664" sldId="705"/>
            <ac:spMk id="26" creationId="{FD52280F-7CE6-4BE9-98F0-22D2FFE978E0}"/>
          </ac:spMkLst>
        </pc:spChg>
        <pc:spChg chg="mod">
          <ac:chgData name="Alexandre Quach" userId="7bb690c8a6e028e4" providerId="LiveId" clId="{D8A980B4-D5FF-4D73-AA36-30597418BF5E}" dt="2022-03-16T12:57:32.284" v="339"/>
          <ac:spMkLst>
            <pc:docMk/>
            <pc:sldMk cId="3341762664" sldId="705"/>
            <ac:spMk id="27" creationId="{48F0A3B9-0621-49DA-AFFF-CDC1798D52DA}"/>
          </ac:spMkLst>
        </pc:spChg>
        <pc:spChg chg="mod">
          <ac:chgData name="Alexandre Quach" userId="7bb690c8a6e028e4" providerId="LiveId" clId="{D8A980B4-D5FF-4D73-AA36-30597418BF5E}" dt="2022-03-16T12:58:31.910" v="347"/>
          <ac:spMkLst>
            <pc:docMk/>
            <pc:sldMk cId="3341762664" sldId="705"/>
            <ac:spMk id="28" creationId="{3A0E50C9-6530-4068-AE71-6940125F0051}"/>
          </ac:spMkLst>
        </pc:spChg>
        <pc:spChg chg="mod">
          <ac:chgData name="Alexandre Quach" userId="7bb690c8a6e028e4" providerId="LiveId" clId="{D8A980B4-D5FF-4D73-AA36-30597418BF5E}" dt="2022-03-16T12:58:40.626" v="348"/>
          <ac:spMkLst>
            <pc:docMk/>
            <pc:sldMk cId="3341762664" sldId="705"/>
            <ac:spMk id="29" creationId="{71FE7F45-14B6-4B56-A071-EEC450B5AA9D}"/>
          </ac:spMkLst>
        </pc:spChg>
        <pc:spChg chg="mod">
          <ac:chgData name="Alexandre Quach" userId="7bb690c8a6e028e4" providerId="LiveId" clId="{D8A980B4-D5FF-4D73-AA36-30597418BF5E}" dt="2022-03-16T12:58:04.656" v="344" actId="14100"/>
          <ac:spMkLst>
            <pc:docMk/>
            <pc:sldMk cId="3341762664" sldId="705"/>
            <ac:spMk id="32" creationId="{AF046507-90E8-45A6-8B04-4FEF43923620}"/>
          </ac:spMkLst>
        </pc:spChg>
        <pc:spChg chg="mod">
          <ac:chgData name="Alexandre Quach" userId="7bb690c8a6e028e4" providerId="LiveId" clId="{D8A980B4-D5FF-4D73-AA36-30597418BF5E}" dt="2022-03-16T12:58:12.531" v="346" actId="14100"/>
          <ac:spMkLst>
            <pc:docMk/>
            <pc:sldMk cId="3341762664" sldId="705"/>
            <ac:spMk id="33" creationId="{357A3430-0CA0-4BD7-BEC9-6D51A6100513}"/>
          </ac:spMkLst>
        </pc:spChg>
        <pc:spChg chg="mod">
          <ac:chgData name="Alexandre Quach" userId="7bb690c8a6e028e4" providerId="LiveId" clId="{D8A980B4-D5FF-4D73-AA36-30597418BF5E}" dt="2022-03-16T12:57:10.925" v="336"/>
          <ac:spMkLst>
            <pc:docMk/>
            <pc:sldMk cId="3341762664" sldId="705"/>
            <ac:spMk id="66" creationId="{FCDB525F-3C15-4C19-8EAD-805E5CFFB9FF}"/>
          </ac:spMkLst>
        </pc:spChg>
        <pc:spChg chg="mod">
          <ac:chgData name="Alexandre Quach" userId="7bb690c8a6e028e4" providerId="LiveId" clId="{D8A980B4-D5FF-4D73-AA36-30597418BF5E}" dt="2022-03-16T12:57:18.064" v="337"/>
          <ac:spMkLst>
            <pc:docMk/>
            <pc:sldMk cId="3341762664" sldId="705"/>
            <ac:spMk id="67" creationId="{0AD13854-5D2B-41DA-8EBE-3E0C0ACD7DA1}"/>
          </ac:spMkLst>
        </pc:spChg>
        <pc:spChg chg="mod">
          <ac:chgData name="Alexandre Quach" userId="7bb690c8a6e028e4" providerId="LiveId" clId="{D8A980B4-D5FF-4D73-AA36-30597418BF5E}" dt="2022-03-16T12:56:54.810" v="332"/>
          <ac:spMkLst>
            <pc:docMk/>
            <pc:sldMk cId="3341762664" sldId="705"/>
            <ac:spMk id="71" creationId="{FCC99989-B1E3-400F-9E84-6F976D71ECFA}"/>
          </ac:spMkLst>
        </pc:spChg>
        <pc:spChg chg="mod">
          <ac:chgData name="Alexandre Quach" userId="7bb690c8a6e028e4" providerId="LiveId" clId="{D8A980B4-D5FF-4D73-AA36-30597418BF5E}" dt="2022-03-16T12:57:03.174" v="335"/>
          <ac:spMkLst>
            <pc:docMk/>
            <pc:sldMk cId="3341762664" sldId="705"/>
            <ac:spMk id="73" creationId="{7753DAA3-C14E-4D64-A3A7-44700CBA6948}"/>
          </ac:spMkLst>
        </pc:spChg>
        <pc:picChg chg="mod">
          <ac:chgData name="Alexandre Quach" userId="7bb690c8a6e028e4" providerId="LiveId" clId="{D8A980B4-D5FF-4D73-AA36-30597418BF5E}" dt="2022-03-16T12:57:48.095" v="341" actId="1076"/>
          <ac:picMkLst>
            <pc:docMk/>
            <pc:sldMk cId="3341762664" sldId="705"/>
            <ac:picMk id="40" creationId="{3FA71F42-09D3-43F0-96FC-47595DC51AD3}"/>
          </ac:picMkLst>
        </pc:picChg>
      </pc:sldChg>
      <pc:sldChg chg="modSp mod ord">
        <pc:chgData name="Alexandre Quach" userId="7bb690c8a6e028e4" providerId="LiveId" clId="{D8A980B4-D5FF-4D73-AA36-30597418BF5E}" dt="2022-03-16T13:08:28.206" v="426" actId="5736"/>
        <pc:sldMkLst>
          <pc:docMk/>
          <pc:sldMk cId="3410800261" sldId="744"/>
        </pc:sldMkLst>
        <pc:spChg chg="mod">
          <ac:chgData name="Alexandre Quach" userId="7bb690c8a6e028e4" providerId="LiveId" clId="{D8A980B4-D5FF-4D73-AA36-30597418BF5E}" dt="2022-03-16T12:41:48.606" v="109" actId="20577"/>
          <ac:spMkLst>
            <pc:docMk/>
            <pc:sldMk cId="3410800261" sldId="744"/>
            <ac:spMk id="2" creationId="{12DFB249-4BAC-45D8-BD66-8A9B48267113}"/>
          </ac:spMkLst>
        </pc:spChg>
        <pc:graphicFrameChg chg="mod modGraphic">
          <ac:chgData name="Alexandre Quach" userId="7bb690c8a6e028e4" providerId="LiveId" clId="{D8A980B4-D5FF-4D73-AA36-30597418BF5E}" dt="2022-03-16T13:08:28.206" v="426" actId="5736"/>
          <ac:graphicFrameMkLst>
            <pc:docMk/>
            <pc:sldMk cId="3410800261" sldId="744"/>
            <ac:graphicFrameMk id="60" creationId="{BD917FEF-7572-4ACD-9619-127C2A3BA4FE}"/>
          </ac:graphicFrameMkLst>
        </pc:graphicFrameChg>
        <pc:picChg chg="mod">
          <ac:chgData name="Alexandre Quach" userId="7bb690c8a6e028e4" providerId="LiveId" clId="{D8A980B4-D5FF-4D73-AA36-30597418BF5E}" dt="2022-03-16T13:08:28.206" v="426" actId="5736"/>
          <ac:picMkLst>
            <pc:docMk/>
            <pc:sldMk cId="3410800261" sldId="744"/>
            <ac:picMk id="64" creationId="{E30B409D-CF8D-45DD-A99F-BE290904E921}"/>
          </ac:picMkLst>
        </pc:picChg>
        <pc:picChg chg="mod">
          <ac:chgData name="Alexandre Quach" userId="7bb690c8a6e028e4" providerId="LiveId" clId="{D8A980B4-D5FF-4D73-AA36-30597418BF5E}" dt="2022-03-16T13:08:28.206" v="426" actId="5736"/>
          <ac:picMkLst>
            <pc:docMk/>
            <pc:sldMk cId="3410800261" sldId="744"/>
            <ac:picMk id="66" creationId="{F0D18511-FF50-41AA-907B-40D3C644595D}"/>
          </ac:picMkLst>
        </pc:picChg>
        <pc:picChg chg="mod">
          <ac:chgData name="Alexandre Quach" userId="7bb690c8a6e028e4" providerId="LiveId" clId="{D8A980B4-D5FF-4D73-AA36-30597418BF5E}" dt="2022-03-16T13:08:28.206" v="426" actId="5736"/>
          <ac:picMkLst>
            <pc:docMk/>
            <pc:sldMk cId="3410800261" sldId="744"/>
            <ac:picMk id="67" creationId="{F1D107E8-C80B-4D61-8DE9-781A96544632}"/>
          </ac:picMkLst>
        </pc:picChg>
        <pc:picChg chg="mod">
          <ac:chgData name="Alexandre Quach" userId="7bb690c8a6e028e4" providerId="LiveId" clId="{D8A980B4-D5FF-4D73-AA36-30597418BF5E}" dt="2022-03-16T13:08:28.206" v="426" actId="5736"/>
          <ac:picMkLst>
            <pc:docMk/>
            <pc:sldMk cId="3410800261" sldId="744"/>
            <ac:picMk id="90" creationId="{CBDA7AD0-006A-493A-818A-34307436D335}"/>
          </ac:picMkLst>
        </pc:picChg>
        <pc:picChg chg="mod">
          <ac:chgData name="Alexandre Quach" userId="7bb690c8a6e028e4" providerId="LiveId" clId="{D8A980B4-D5FF-4D73-AA36-30597418BF5E}" dt="2022-03-16T13:08:28.206" v="426" actId="5736"/>
          <ac:picMkLst>
            <pc:docMk/>
            <pc:sldMk cId="3410800261" sldId="744"/>
            <ac:picMk id="91" creationId="{E479037D-EFDE-4381-A1A3-892C76A42CB7}"/>
          </ac:picMkLst>
        </pc:picChg>
        <pc:picChg chg="mod">
          <ac:chgData name="Alexandre Quach" userId="7bb690c8a6e028e4" providerId="LiveId" clId="{D8A980B4-D5FF-4D73-AA36-30597418BF5E}" dt="2022-03-16T13:08:28.206" v="426" actId="5736"/>
          <ac:picMkLst>
            <pc:docMk/>
            <pc:sldMk cId="3410800261" sldId="744"/>
            <ac:picMk id="92" creationId="{7DA2923D-C440-4E21-A874-AA7CADE14479}"/>
          </ac:picMkLst>
        </pc:picChg>
        <pc:picChg chg="mod">
          <ac:chgData name="Alexandre Quach" userId="7bb690c8a6e028e4" providerId="LiveId" clId="{D8A980B4-D5FF-4D73-AA36-30597418BF5E}" dt="2022-03-16T13:08:28.206" v="426" actId="5736"/>
          <ac:picMkLst>
            <pc:docMk/>
            <pc:sldMk cId="3410800261" sldId="744"/>
            <ac:picMk id="93" creationId="{2B82D18A-8E9A-4931-B7F4-79B3DBBFBF64}"/>
          </ac:picMkLst>
        </pc:picChg>
        <pc:picChg chg="mod">
          <ac:chgData name="Alexandre Quach" userId="7bb690c8a6e028e4" providerId="LiveId" clId="{D8A980B4-D5FF-4D73-AA36-30597418BF5E}" dt="2022-03-16T13:08:28.206" v="426" actId="5736"/>
          <ac:picMkLst>
            <pc:docMk/>
            <pc:sldMk cId="3410800261" sldId="744"/>
            <ac:picMk id="96" creationId="{F310561E-CDCC-494F-8CA8-49E119D471B3}"/>
          </ac:picMkLst>
        </pc:picChg>
        <pc:picChg chg="mod">
          <ac:chgData name="Alexandre Quach" userId="7bb690c8a6e028e4" providerId="LiveId" clId="{D8A980B4-D5FF-4D73-AA36-30597418BF5E}" dt="2022-03-16T13:08:28.206" v="426" actId="5736"/>
          <ac:picMkLst>
            <pc:docMk/>
            <pc:sldMk cId="3410800261" sldId="744"/>
            <ac:picMk id="97" creationId="{BF9E2E05-94F3-4396-9642-AA99D39475C0}"/>
          </ac:picMkLst>
        </pc:picChg>
        <pc:picChg chg="mod">
          <ac:chgData name="Alexandre Quach" userId="7bb690c8a6e028e4" providerId="LiveId" clId="{D8A980B4-D5FF-4D73-AA36-30597418BF5E}" dt="2022-03-16T13:08:28.206" v="426" actId="5736"/>
          <ac:picMkLst>
            <pc:docMk/>
            <pc:sldMk cId="3410800261" sldId="744"/>
            <ac:picMk id="99" creationId="{6DB4483F-2465-4BD1-AE7F-CF2D4EEFE6B5}"/>
          </ac:picMkLst>
        </pc:picChg>
        <pc:picChg chg="mod">
          <ac:chgData name="Alexandre Quach" userId="7bb690c8a6e028e4" providerId="LiveId" clId="{D8A980B4-D5FF-4D73-AA36-30597418BF5E}" dt="2022-03-16T13:08:28.206" v="426" actId="5736"/>
          <ac:picMkLst>
            <pc:docMk/>
            <pc:sldMk cId="3410800261" sldId="744"/>
            <ac:picMk id="100" creationId="{F0575F07-F81E-41D1-8267-811648E96A13}"/>
          </ac:picMkLst>
        </pc:picChg>
        <pc:picChg chg="mod">
          <ac:chgData name="Alexandre Quach" userId="7bb690c8a6e028e4" providerId="LiveId" clId="{D8A980B4-D5FF-4D73-AA36-30597418BF5E}" dt="2022-03-16T13:08:28.206" v="426" actId="5736"/>
          <ac:picMkLst>
            <pc:docMk/>
            <pc:sldMk cId="3410800261" sldId="744"/>
            <ac:picMk id="101" creationId="{55BDD347-406B-4E92-A818-C39A74665325}"/>
          </ac:picMkLst>
        </pc:picChg>
        <pc:picChg chg="mod">
          <ac:chgData name="Alexandre Quach" userId="7bb690c8a6e028e4" providerId="LiveId" clId="{D8A980B4-D5FF-4D73-AA36-30597418BF5E}" dt="2022-03-16T13:08:28.206" v="426" actId="5736"/>
          <ac:picMkLst>
            <pc:docMk/>
            <pc:sldMk cId="3410800261" sldId="744"/>
            <ac:picMk id="102" creationId="{AB97E881-822C-4F95-B6B5-FB38F0C1ECA5}"/>
          </ac:picMkLst>
        </pc:picChg>
        <pc:picChg chg="mod">
          <ac:chgData name="Alexandre Quach" userId="7bb690c8a6e028e4" providerId="LiveId" clId="{D8A980B4-D5FF-4D73-AA36-30597418BF5E}" dt="2022-03-16T13:08:28.206" v="426" actId="5736"/>
          <ac:picMkLst>
            <pc:docMk/>
            <pc:sldMk cId="3410800261" sldId="744"/>
            <ac:picMk id="103" creationId="{3177FAF7-AC03-41D8-ADF3-976BB3019574}"/>
          </ac:picMkLst>
        </pc:picChg>
        <pc:picChg chg="mod">
          <ac:chgData name="Alexandre Quach" userId="7bb690c8a6e028e4" providerId="LiveId" clId="{D8A980B4-D5FF-4D73-AA36-30597418BF5E}" dt="2022-03-16T13:08:28.206" v="426" actId="5736"/>
          <ac:picMkLst>
            <pc:docMk/>
            <pc:sldMk cId="3410800261" sldId="744"/>
            <ac:picMk id="104" creationId="{DFBC74A6-77F8-47ED-8F5A-17DE25A2E562}"/>
          </ac:picMkLst>
        </pc:picChg>
        <pc:picChg chg="mod">
          <ac:chgData name="Alexandre Quach" userId="7bb690c8a6e028e4" providerId="LiveId" clId="{D8A980B4-D5FF-4D73-AA36-30597418BF5E}" dt="2022-03-16T13:08:28.206" v="426" actId="5736"/>
          <ac:picMkLst>
            <pc:docMk/>
            <pc:sldMk cId="3410800261" sldId="744"/>
            <ac:picMk id="106" creationId="{C4E31ECF-EAA8-433A-8EDF-81B29B740F9D}"/>
          </ac:picMkLst>
        </pc:picChg>
        <pc:picChg chg="mod">
          <ac:chgData name="Alexandre Quach" userId="7bb690c8a6e028e4" providerId="LiveId" clId="{D8A980B4-D5FF-4D73-AA36-30597418BF5E}" dt="2022-03-16T13:08:28.206" v="426" actId="5736"/>
          <ac:picMkLst>
            <pc:docMk/>
            <pc:sldMk cId="3410800261" sldId="744"/>
            <ac:picMk id="107" creationId="{F4C61AB2-4F6D-4BB9-9E94-89441902151A}"/>
          </ac:picMkLst>
        </pc:picChg>
        <pc:picChg chg="mod">
          <ac:chgData name="Alexandre Quach" userId="7bb690c8a6e028e4" providerId="LiveId" clId="{D8A980B4-D5FF-4D73-AA36-30597418BF5E}" dt="2022-03-16T13:08:28.206" v="426" actId="5736"/>
          <ac:picMkLst>
            <pc:docMk/>
            <pc:sldMk cId="3410800261" sldId="744"/>
            <ac:picMk id="108" creationId="{B3C9BD16-5B6A-4415-8D9F-6F5C44F06CDC}"/>
          </ac:picMkLst>
        </pc:picChg>
        <pc:picChg chg="mod">
          <ac:chgData name="Alexandre Quach" userId="7bb690c8a6e028e4" providerId="LiveId" clId="{D8A980B4-D5FF-4D73-AA36-30597418BF5E}" dt="2022-03-16T13:08:28.206" v="426" actId="5736"/>
          <ac:picMkLst>
            <pc:docMk/>
            <pc:sldMk cId="3410800261" sldId="744"/>
            <ac:picMk id="109" creationId="{189C13C5-496F-4C10-97AE-ECEFED73D001}"/>
          </ac:picMkLst>
        </pc:picChg>
        <pc:picChg chg="mod">
          <ac:chgData name="Alexandre Quach" userId="7bb690c8a6e028e4" providerId="LiveId" clId="{D8A980B4-D5FF-4D73-AA36-30597418BF5E}" dt="2022-03-16T13:08:28.206" v="426" actId="5736"/>
          <ac:picMkLst>
            <pc:docMk/>
            <pc:sldMk cId="3410800261" sldId="744"/>
            <ac:picMk id="110" creationId="{A1DE9B8B-4C75-4E05-94FE-7E66A121F28B}"/>
          </ac:picMkLst>
        </pc:picChg>
      </pc:sldChg>
      <pc:sldChg chg="modSp mod">
        <pc:chgData name="Alexandre Quach" userId="7bb690c8a6e028e4" providerId="LiveId" clId="{D8A980B4-D5FF-4D73-AA36-30597418BF5E}" dt="2022-03-16T12:40:01.018" v="48"/>
        <pc:sldMkLst>
          <pc:docMk/>
          <pc:sldMk cId="1765571372" sldId="813"/>
        </pc:sldMkLst>
        <pc:spChg chg="mod">
          <ac:chgData name="Alexandre Quach" userId="7bb690c8a6e028e4" providerId="LiveId" clId="{D8A980B4-D5FF-4D73-AA36-30597418BF5E}" dt="2022-03-16T12:37:35.490" v="28"/>
          <ac:spMkLst>
            <pc:docMk/>
            <pc:sldMk cId="1765571372" sldId="813"/>
            <ac:spMk id="2" creationId="{12DFB249-4BAC-45D8-BD66-8A9B48267113}"/>
          </ac:spMkLst>
        </pc:spChg>
        <pc:graphicFrameChg chg="mod">
          <ac:chgData name="Alexandre Quach" userId="7bb690c8a6e028e4" providerId="LiveId" clId="{D8A980B4-D5FF-4D73-AA36-30597418BF5E}" dt="2022-03-16T12:40:01.018" v="48"/>
          <ac:graphicFrameMkLst>
            <pc:docMk/>
            <pc:sldMk cId="1765571372" sldId="813"/>
            <ac:graphicFrameMk id="3" creationId="{270A5E3B-35B7-4271-AF7C-BD4FDD213ED4}"/>
          </ac:graphicFrameMkLst>
        </pc:graphicFrameChg>
      </pc:sldChg>
      <pc:sldChg chg="modSp mod">
        <pc:chgData name="Alexandre Quach" userId="7bb690c8a6e028e4" providerId="LiveId" clId="{D8A980B4-D5FF-4D73-AA36-30597418BF5E}" dt="2022-03-16T13:35:57.389" v="596" actId="5736"/>
        <pc:sldMkLst>
          <pc:docMk/>
          <pc:sldMk cId="3177711696" sldId="814"/>
        </pc:sldMkLst>
        <pc:spChg chg="mod">
          <ac:chgData name="Alexandre Quach" userId="7bb690c8a6e028e4" providerId="LiveId" clId="{D8A980B4-D5FF-4D73-AA36-30597418BF5E}" dt="2022-03-16T13:35:57.389" v="596" actId="5736"/>
          <ac:spMkLst>
            <pc:docMk/>
            <pc:sldMk cId="3177711696" sldId="814"/>
            <ac:spMk id="2" creationId="{12DFB249-4BAC-45D8-BD66-8A9B48267113}"/>
          </ac:spMkLst>
        </pc:spChg>
        <pc:spChg chg="mod">
          <ac:chgData name="Alexandre Quach" userId="7bb690c8a6e028e4" providerId="LiveId" clId="{D8A980B4-D5FF-4D73-AA36-30597418BF5E}" dt="2022-03-16T13:35:57.389" v="596" actId="5736"/>
          <ac:spMkLst>
            <pc:docMk/>
            <pc:sldMk cId="3177711696" sldId="814"/>
            <ac:spMk id="67" creationId="{6E7C9C90-EF5F-4432-B2F8-ADEBB618682E}"/>
          </ac:spMkLst>
        </pc:spChg>
        <pc:spChg chg="mod">
          <ac:chgData name="Alexandre Quach" userId="7bb690c8a6e028e4" providerId="LiveId" clId="{D8A980B4-D5FF-4D73-AA36-30597418BF5E}" dt="2022-03-16T13:35:57.389" v="596" actId="5736"/>
          <ac:spMkLst>
            <pc:docMk/>
            <pc:sldMk cId="3177711696" sldId="814"/>
            <ac:spMk id="70" creationId="{38C2E291-1CED-442D-9835-0F525B65212C}"/>
          </ac:spMkLst>
        </pc:spChg>
        <pc:grpChg chg="mod">
          <ac:chgData name="Alexandre Quach" userId="7bb690c8a6e028e4" providerId="LiveId" clId="{D8A980B4-D5FF-4D73-AA36-30597418BF5E}" dt="2022-03-16T13:35:57.389" v="596" actId="5736"/>
          <ac:grpSpMkLst>
            <pc:docMk/>
            <pc:sldMk cId="3177711696" sldId="814"/>
            <ac:grpSpMk id="49" creationId="{D10DB009-0EF5-4F8D-AB88-C2641399BC02}"/>
          </ac:grpSpMkLst>
        </pc:grpChg>
        <pc:grpChg chg="mod">
          <ac:chgData name="Alexandre Quach" userId="7bb690c8a6e028e4" providerId="LiveId" clId="{D8A980B4-D5FF-4D73-AA36-30597418BF5E}" dt="2022-03-16T13:35:57.389" v="596" actId="5736"/>
          <ac:grpSpMkLst>
            <pc:docMk/>
            <pc:sldMk cId="3177711696" sldId="814"/>
            <ac:grpSpMk id="57" creationId="{BA8FBF25-62ED-47C7-A36B-2BFE75B58CA9}"/>
          </ac:grpSpMkLst>
        </pc:grpChg>
        <pc:graphicFrameChg chg="mod modGraphic">
          <ac:chgData name="Alexandre Quach" userId="7bb690c8a6e028e4" providerId="LiveId" clId="{D8A980B4-D5FF-4D73-AA36-30597418BF5E}" dt="2022-03-16T13:35:57.389" v="596" actId="5736"/>
          <ac:graphicFrameMkLst>
            <pc:docMk/>
            <pc:sldMk cId="3177711696" sldId="814"/>
            <ac:graphicFrameMk id="3" creationId="{270A5E3B-35B7-4271-AF7C-BD4FDD213ED4}"/>
          </ac:graphicFrameMkLst>
        </pc:graphicFrameChg>
        <pc:picChg chg="mod">
          <ac:chgData name="Alexandre Quach" userId="7bb690c8a6e028e4" providerId="LiveId" clId="{D8A980B4-D5FF-4D73-AA36-30597418BF5E}" dt="2022-03-16T13:35:57.389" v="596" actId="5736"/>
          <ac:picMkLst>
            <pc:docMk/>
            <pc:sldMk cId="3177711696" sldId="814"/>
            <ac:picMk id="5" creationId="{4A4FD10D-2FDB-4BA4-983D-FDFD192FA921}"/>
          </ac:picMkLst>
        </pc:picChg>
        <pc:picChg chg="mod">
          <ac:chgData name="Alexandre Quach" userId="7bb690c8a6e028e4" providerId="LiveId" clId="{D8A980B4-D5FF-4D73-AA36-30597418BF5E}" dt="2022-03-16T13:35:57.389" v="596" actId="5736"/>
          <ac:picMkLst>
            <pc:docMk/>
            <pc:sldMk cId="3177711696" sldId="814"/>
            <ac:picMk id="18" creationId="{C54C2F69-CD76-49EC-9C4E-7F7E861EFC0D}"/>
          </ac:picMkLst>
        </pc:picChg>
        <pc:picChg chg="mod">
          <ac:chgData name="Alexandre Quach" userId="7bb690c8a6e028e4" providerId="LiveId" clId="{D8A980B4-D5FF-4D73-AA36-30597418BF5E}" dt="2022-03-16T13:35:57.389" v="596" actId="5736"/>
          <ac:picMkLst>
            <pc:docMk/>
            <pc:sldMk cId="3177711696" sldId="814"/>
            <ac:picMk id="34" creationId="{FF58D908-2182-4790-9D5A-430B2C5F4C1A}"/>
          </ac:picMkLst>
        </pc:picChg>
        <pc:picChg chg="mod">
          <ac:chgData name="Alexandre Quach" userId="7bb690c8a6e028e4" providerId="LiveId" clId="{D8A980B4-D5FF-4D73-AA36-30597418BF5E}" dt="2022-03-16T13:35:57.389" v="596" actId="5736"/>
          <ac:picMkLst>
            <pc:docMk/>
            <pc:sldMk cId="3177711696" sldId="814"/>
            <ac:picMk id="35" creationId="{01ECDA1F-B57A-4D8F-AA66-02FAD2458B08}"/>
          </ac:picMkLst>
        </pc:picChg>
        <pc:picChg chg="mod">
          <ac:chgData name="Alexandre Quach" userId="7bb690c8a6e028e4" providerId="LiveId" clId="{D8A980B4-D5FF-4D73-AA36-30597418BF5E}" dt="2022-03-16T13:35:57.389" v="596" actId="5736"/>
          <ac:picMkLst>
            <pc:docMk/>
            <pc:sldMk cId="3177711696" sldId="814"/>
            <ac:picMk id="47" creationId="{31620370-0C09-4ED2-9761-29FF32F889AD}"/>
          </ac:picMkLst>
        </pc:picChg>
        <pc:picChg chg="mod">
          <ac:chgData name="Alexandre Quach" userId="7bb690c8a6e028e4" providerId="LiveId" clId="{D8A980B4-D5FF-4D73-AA36-30597418BF5E}" dt="2022-03-16T13:35:57.389" v="596" actId="5736"/>
          <ac:picMkLst>
            <pc:docMk/>
            <pc:sldMk cId="3177711696" sldId="814"/>
            <ac:picMk id="55" creationId="{79D52C0E-84B5-48E9-A705-22913E724AD4}"/>
          </ac:picMkLst>
        </pc:picChg>
        <pc:picChg chg="mod">
          <ac:chgData name="Alexandre Quach" userId="7bb690c8a6e028e4" providerId="LiveId" clId="{D8A980B4-D5FF-4D73-AA36-30597418BF5E}" dt="2022-03-16T13:35:57.389" v="596" actId="5736"/>
          <ac:picMkLst>
            <pc:docMk/>
            <pc:sldMk cId="3177711696" sldId="814"/>
            <ac:picMk id="64" creationId="{5A080DDF-249C-405E-8517-54C8AC313352}"/>
          </ac:picMkLst>
        </pc:picChg>
        <pc:picChg chg="mod">
          <ac:chgData name="Alexandre Quach" userId="7bb690c8a6e028e4" providerId="LiveId" clId="{D8A980B4-D5FF-4D73-AA36-30597418BF5E}" dt="2022-03-16T13:35:57.389" v="596" actId="5736"/>
          <ac:picMkLst>
            <pc:docMk/>
            <pc:sldMk cId="3177711696" sldId="814"/>
            <ac:picMk id="65" creationId="{3AAE3E76-8E6F-468B-B565-A43E3F14E134}"/>
          </ac:picMkLst>
        </pc:picChg>
        <pc:picChg chg="mod">
          <ac:chgData name="Alexandre Quach" userId="7bb690c8a6e028e4" providerId="LiveId" clId="{D8A980B4-D5FF-4D73-AA36-30597418BF5E}" dt="2022-03-16T13:35:57.389" v="596" actId="5736"/>
          <ac:picMkLst>
            <pc:docMk/>
            <pc:sldMk cId="3177711696" sldId="814"/>
            <ac:picMk id="66" creationId="{AD7273C0-EBD2-41F6-B637-8F8723677C30}"/>
          </ac:picMkLst>
        </pc:picChg>
        <pc:picChg chg="mod">
          <ac:chgData name="Alexandre Quach" userId="7bb690c8a6e028e4" providerId="LiveId" clId="{D8A980B4-D5FF-4D73-AA36-30597418BF5E}" dt="2022-03-16T13:35:57.389" v="596" actId="5736"/>
          <ac:picMkLst>
            <pc:docMk/>
            <pc:sldMk cId="3177711696" sldId="814"/>
            <ac:picMk id="68" creationId="{E2BB9B97-D376-4798-902A-72877DDC7007}"/>
          </ac:picMkLst>
        </pc:picChg>
        <pc:picChg chg="mod">
          <ac:chgData name="Alexandre Quach" userId="7bb690c8a6e028e4" providerId="LiveId" clId="{D8A980B4-D5FF-4D73-AA36-30597418BF5E}" dt="2022-03-16T13:35:57.389" v="596" actId="5736"/>
          <ac:picMkLst>
            <pc:docMk/>
            <pc:sldMk cId="3177711696" sldId="814"/>
            <ac:picMk id="69" creationId="{7011A813-F460-4E96-B2D6-12268F1F64F8}"/>
          </ac:picMkLst>
        </pc:picChg>
        <pc:picChg chg="mod">
          <ac:chgData name="Alexandre Quach" userId="7bb690c8a6e028e4" providerId="LiveId" clId="{D8A980B4-D5FF-4D73-AA36-30597418BF5E}" dt="2022-03-16T13:35:57.389" v="596" actId="5736"/>
          <ac:picMkLst>
            <pc:docMk/>
            <pc:sldMk cId="3177711696" sldId="814"/>
            <ac:picMk id="72" creationId="{078088C9-92EC-400A-9351-211C7A583FD3}"/>
          </ac:picMkLst>
        </pc:picChg>
        <pc:picChg chg="mod">
          <ac:chgData name="Alexandre Quach" userId="7bb690c8a6e028e4" providerId="LiveId" clId="{D8A980B4-D5FF-4D73-AA36-30597418BF5E}" dt="2022-03-16T13:35:57.389" v="596" actId="5736"/>
          <ac:picMkLst>
            <pc:docMk/>
            <pc:sldMk cId="3177711696" sldId="814"/>
            <ac:picMk id="74" creationId="{5C165FCC-D038-4B75-9434-12C835CFFEA2}"/>
          </ac:picMkLst>
        </pc:picChg>
        <pc:picChg chg="mod">
          <ac:chgData name="Alexandre Quach" userId="7bb690c8a6e028e4" providerId="LiveId" clId="{D8A980B4-D5FF-4D73-AA36-30597418BF5E}" dt="2022-03-16T13:35:57.389" v="596" actId="5736"/>
          <ac:picMkLst>
            <pc:docMk/>
            <pc:sldMk cId="3177711696" sldId="814"/>
            <ac:picMk id="123" creationId="{1CC0BAA4-4D12-4B4A-99F4-0D25FE3F99FE}"/>
          </ac:picMkLst>
        </pc:picChg>
        <pc:cxnChg chg="mod">
          <ac:chgData name="Alexandre Quach" userId="7bb690c8a6e028e4" providerId="LiveId" clId="{D8A980B4-D5FF-4D73-AA36-30597418BF5E}" dt="2022-03-16T13:35:57.389" v="596" actId="5736"/>
          <ac:cxnSpMkLst>
            <pc:docMk/>
            <pc:sldMk cId="3177711696" sldId="814"/>
            <ac:cxnSpMk id="9" creationId="{6ADD0229-0CD5-4C8C-84BB-FA204B52F2B3}"/>
          </ac:cxnSpMkLst>
        </pc:cxnChg>
        <pc:cxnChg chg="mod">
          <ac:chgData name="Alexandre Quach" userId="7bb690c8a6e028e4" providerId="LiveId" clId="{D8A980B4-D5FF-4D73-AA36-30597418BF5E}" dt="2022-03-16T13:35:57.389" v="596" actId="5736"/>
          <ac:cxnSpMkLst>
            <pc:docMk/>
            <pc:sldMk cId="3177711696" sldId="814"/>
            <ac:cxnSpMk id="41" creationId="{2E7C1CCC-DC4C-4D52-8A8D-FBABE9B99948}"/>
          </ac:cxnSpMkLst>
        </pc:cxnChg>
      </pc:sldChg>
      <pc:sldChg chg="addSp modSp add mod">
        <pc:chgData name="Alexandre Quach" userId="7bb690c8a6e028e4" providerId="LiveId" clId="{D8A980B4-D5FF-4D73-AA36-30597418BF5E}" dt="2022-03-16T13:39:14.621" v="607" actId="1076"/>
        <pc:sldMkLst>
          <pc:docMk/>
          <pc:sldMk cId="2735175736" sldId="815"/>
        </pc:sldMkLst>
        <pc:spChg chg="mod">
          <ac:chgData name="Alexandre Quach" userId="7bb690c8a6e028e4" providerId="LiveId" clId="{D8A980B4-D5FF-4D73-AA36-30597418BF5E}" dt="2022-03-16T13:34:39.438" v="580" actId="404"/>
          <ac:spMkLst>
            <pc:docMk/>
            <pc:sldMk cId="2735175736" sldId="815"/>
            <ac:spMk id="4" creationId="{535EF47E-B86E-4B3A-8928-F5F2830BE897}"/>
          </ac:spMkLst>
        </pc:spChg>
        <pc:spChg chg="mod">
          <ac:chgData name="Alexandre Quach" userId="7bb690c8a6e028e4" providerId="LiveId" clId="{D8A980B4-D5FF-4D73-AA36-30597418BF5E}" dt="2022-03-16T13:39:14.621" v="607" actId="1076"/>
          <ac:spMkLst>
            <pc:docMk/>
            <pc:sldMk cId="2735175736" sldId="815"/>
            <ac:spMk id="5" creationId="{ABE99CBA-8491-42DB-A730-F3730B4580E0}"/>
          </ac:spMkLst>
        </pc:spChg>
        <pc:picChg chg="add mod">
          <ac:chgData name="Alexandre Quach" userId="7bb690c8a6e028e4" providerId="LiveId" clId="{D8A980B4-D5FF-4D73-AA36-30597418BF5E}" dt="2022-03-16T13:35:16.243" v="583" actId="1076"/>
          <ac:picMkLst>
            <pc:docMk/>
            <pc:sldMk cId="2735175736" sldId="815"/>
            <ac:picMk id="3" creationId="{C5A12EE8-1116-4DF4-9725-CFC13DDF571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25/09/2022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pic>
        <p:nvPicPr>
          <p:cNvPr id="7" name="Image 6">
            <a:extLst>
              <a:ext uri="{FF2B5EF4-FFF2-40B4-BE49-F238E27FC236}">
                <a16:creationId xmlns:a16="http://schemas.microsoft.com/office/drawing/2014/main" id="{A007F52B-3C25-9F19-2001-B4E386DAA831}"/>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11593945" y="0"/>
            <a:ext cx="598055" cy="269897"/>
          </a:xfrm>
          <a:prstGeom prst="rect">
            <a:avLst/>
          </a:prstGeom>
        </p:spPr>
      </p:pic>
      <p:pic>
        <p:nvPicPr>
          <p:cNvPr id="8" name="Image 7">
            <a:extLst>
              <a:ext uri="{FF2B5EF4-FFF2-40B4-BE49-F238E27FC236}">
                <a16:creationId xmlns:a16="http://schemas.microsoft.com/office/drawing/2014/main" id="{9CA6AFF4-A0FB-D158-8162-C7E1827F160D}"/>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0" y="0"/>
            <a:ext cx="598055" cy="269897"/>
          </a:xfrm>
          <a:prstGeom prst="rect">
            <a:avLst/>
          </a:prstGeom>
        </p:spPr>
      </p:pic>
      <p:pic>
        <p:nvPicPr>
          <p:cNvPr id="9" name="Image 8">
            <a:extLst>
              <a:ext uri="{FF2B5EF4-FFF2-40B4-BE49-F238E27FC236}">
                <a16:creationId xmlns:a16="http://schemas.microsoft.com/office/drawing/2014/main" id="{9CC07E72-A702-9C97-C474-2D2066015916}"/>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11593945" y="6586526"/>
            <a:ext cx="598055" cy="269897"/>
          </a:xfrm>
          <a:prstGeom prst="rect">
            <a:avLst/>
          </a:prstGeom>
        </p:spPr>
      </p:pic>
      <p:pic>
        <p:nvPicPr>
          <p:cNvPr id="10" name="Image 9">
            <a:extLst>
              <a:ext uri="{FF2B5EF4-FFF2-40B4-BE49-F238E27FC236}">
                <a16:creationId xmlns:a16="http://schemas.microsoft.com/office/drawing/2014/main" id="{B8010987-AFA8-3AE1-E679-8843EAED5863}"/>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0" y="6586526"/>
            <a:ext cx="598055" cy="269897"/>
          </a:xfrm>
          <a:prstGeom prst="rect">
            <a:avLst/>
          </a:prstGeom>
        </p:spPr>
      </p:pic>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18" Type="http://schemas.openxmlformats.org/officeDocument/2006/relationships/image" Target="../media/image18.jpeg"/><Relationship Id="rId26" Type="http://schemas.openxmlformats.org/officeDocument/2006/relationships/image" Target="../media/image26.jpeg"/><Relationship Id="rId3" Type="http://schemas.openxmlformats.org/officeDocument/2006/relationships/image" Target="../media/image3.svg"/><Relationship Id="rId21" Type="http://schemas.openxmlformats.org/officeDocument/2006/relationships/image" Target="../media/image21.jpeg"/><Relationship Id="rId7" Type="http://schemas.openxmlformats.org/officeDocument/2006/relationships/image" Target="../media/image7.svg"/><Relationship Id="rId12" Type="http://schemas.openxmlformats.org/officeDocument/2006/relationships/image" Target="../media/image12.jpeg"/><Relationship Id="rId17" Type="http://schemas.openxmlformats.org/officeDocument/2006/relationships/image" Target="../media/image17.jpeg"/><Relationship Id="rId25" Type="http://schemas.openxmlformats.org/officeDocument/2006/relationships/image" Target="../media/image25.jpeg"/><Relationship Id="rId2" Type="http://schemas.openxmlformats.org/officeDocument/2006/relationships/image" Target="../media/image2.png"/><Relationship Id="rId16" Type="http://schemas.openxmlformats.org/officeDocument/2006/relationships/image" Target="../media/image16.jpeg"/><Relationship Id="rId20" Type="http://schemas.openxmlformats.org/officeDocument/2006/relationships/image" Target="../media/image20.jpeg"/><Relationship Id="rId29" Type="http://schemas.openxmlformats.org/officeDocument/2006/relationships/image" Target="../media/image29.sv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4.jpeg"/><Relationship Id="rId5" Type="http://schemas.openxmlformats.org/officeDocument/2006/relationships/image" Target="../media/image5.svg"/><Relationship Id="rId15" Type="http://schemas.openxmlformats.org/officeDocument/2006/relationships/image" Target="../media/image15.jpeg"/><Relationship Id="rId23" Type="http://schemas.openxmlformats.org/officeDocument/2006/relationships/image" Target="../media/image23.jpeg"/><Relationship Id="rId28" Type="http://schemas.openxmlformats.org/officeDocument/2006/relationships/image" Target="../media/image28.png"/><Relationship Id="rId10" Type="http://schemas.openxmlformats.org/officeDocument/2006/relationships/image" Target="../media/image10.jpeg"/><Relationship Id="rId19" Type="http://schemas.openxmlformats.org/officeDocument/2006/relationships/image" Target="../media/image19.jpeg"/><Relationship Id="rId31" Type="http://schemas.openxmlformats.org/officeDocument/2006/relationships/image" Target="../media/image31.svg"/><Relationship Id="rId4" Type="http://schemas.openxmlformats.org/officeDocument/2006/relationships/image" Target="../media/image4.png"/><Relationship Id="rId9" Type="http://schemas.openxmlformats.org/officeDocument/2006/relationships/image" Target="../media/image9.jpeg"/><Relationship Id="rId14" Type="http://schemas.openxmlformats.org/officeDocument/2006/relationships/image" Target="../media/image14.jpeg"/><Relationship Id="rId22" Type="http://schemas.openxmlformats.org/officeDocument/2006/relationships/image" Target="../media/image22.jpeg"/><Relationship Id="rId27" Type="http://schemas.openxmlformats.org/officeDocument/2006/relationships/image" Target="../media/image27.jpeg"/><Relationship Id="rId30"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13" Type="http://schemas.openxmlformats.org/officeDocument/2006/relationships/image" Target="../media/image14.jpeg"/><Relationship Id="rId18" Type="http://schemas.openxmlformats.org/officeDocument/2006/relationships/image" Target="../media/image20.jpeg"/><Relationship Id="rId3" Type="http://schemas.openxmlformats.org/officeDocument/2006/relationships/image" Target="../media/image29.svg"/><Relationship Id="rId21" Type="http://schemas.openxmlformats.org/officeDocument/2006/relationships/image" Target="../media/image24.jpeg"/><Relationship Id="rId7" Type="http://schemas.openxmlformats.org/officeDocument/2006/relationships/image" Target="../media/image13.jpeg"/><Relationship Id="rId12" Type="http://schemas.openxmlformats.org/officeDocument/2006/relationships/image" Target="../media/image11.jpeg"/><Relationship Id="rId17" Type="http://schemas.openxmlformats.org/officeDocument/2006/relationships/image" Target="../media/image19.jpeg"/><Relationship Id="rId2" Type="http://schemas.openxmlformats.org/officeDocument/2006/relationships/image" Target="../media/image28.png"/><Relationship Id="rId16" Type="http://schemas.openxmlformats.org/officeDocument/2006/relationships/image" Target="../media/image18.jpeg"/><Relationship Id="rId20"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12.jpeg"/><Relationship Id="rId11" Type="http://schemas.openxmlformats.org/officeDocument/2006/relationships/image" Target="../media/image10.jpeg"/><Relationship Id="rId24" Type="http://schemas.openxmlformats.org/officeDocument/2006/relationships/image" Target="../media/image27.jpeg"/><Relationship Id="rId5" Type="http://schemas.openxmlformats.org/officeDocument/2006/relationships/image" Target="../media/image31.svg"/><Relationship Id="rId15" Type="http://schemas.openxmlformats.org/officeDocument/2006/relationships/image" Target="../media/image17.jpeg"/><Relationship Id="rId23" Type="http://schemas.openxmlformats.org/officeDocument/2006/relationships/image" Target="../media/image26.jpeg"/><Relationship Id="rId10" Type="http://schemas.openxmlformats.org/officeDocument/2006/relationships/image" Target="../media/image9.jpeg"/><Relationship Id="rId19" Type="http://schemas.openxmlformats.org/officeDocument/2006/relationships/image" Target="../media/image21.jpeg"/><Relationship Id="rId4" Type="http://schemas.openxmlformats.org/officeDocument/2006/relationships/image" Target="../media/image30.png"/><Relationship Id="rId9" Type="http://schemas.openxmlformats.org/officeDocument/2006/relationships/image" Target="../media/image8.jpeg"/><Relationship Id="rId14" Type="http://schemas.openxmlformats.org/officeDocument/2006/relationships/image" Target="../media/image15.jpeg"/><Relationship Id="rId22" Type="http://schemas.openxmlformats.org/officeDocument/2006/relationships/image" Target="../media/image25.jpe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31.svg"/><Relationship Id="rId5" Type="http://schemas.openxmlformats.org/officeDocument/2006/relationships/image" Target="../media/image5.svg"/><Relationship Id="rId10" Type="http://schemas.openxmlformats.org/officeDocument/2006/relationships/image" Target="../media/image30.png"/><Relationship Id="rId4" Type="http://schemas.openxmlformats.org/officeDocument/2006/relationships/image" Target="../media/image4.png"/><Relationship Id="rId9" Type="http://schemas.openxmlformats.org/officeDocument/2006/relationships/image" Target="../media/image2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svg"/><Relationship Id="rId18" Type="http://schemas.openxmlformats.org/officeDocument/2006/relationships/image" Target="../media/image30.png"/><Relationship Id="rId3" Type="http://schemas.openxmlformats.org/officeDocument/2006/relationships/image" Target="../media/image29.svg"/><Relationship Id="rId21" Type="http://schemas.openxmlformats.org/officeDocument/2006/relationships/image" Target="../media/image43.svg"/><Relationship Id="rId7" Type="http://schemas.openxmlformats.org/officeDocument/2006/relationships/image" Target="../media/image7.svg"/><Relationship Id="rId12" Type="http://schemas.openxmlformats.org/officeDocument/2006/relationships/image" Target="../media/image36.png"/><Relationship Id="rId17" Type="http://schemas.openxmlformats.org/officeDocument/2006/relationships/image" Target="../media/image41.svg"/><Relationship Id="rId2" Type="http://schemas.openxmlformats.org/officeDocument/2006/relationships/image" Target="../media/image28.png"/><Relationship Id="rId16" Type="http://schemas.openxmlformats.org/officeDocument/2006/relationships/image" Target="../media/image40.png"/><Relationship Id="rId20"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35.svg"/><Relationship Id="rId5" Type="http://schemas.openxmlformats.org/officeDocument/2006/relationships/image" Target="../media/image3.svg"/><Relationship Id="rId15" Type="http://schemas.openxmlformats.org/officeDocument/2006/relationships/image" Target="../media/image39.svg"/><Relationship Id="rId10" Type="http://schemas.openxmlformats.org/officeDocument/2006/relationships/image" Target="../media/image34.png"/><Relationship Id="rId19" Type="http://schemas.openxmlformats.org/officeDocument/2006/relationships/image" Target="../media/image31.svg"/><Relationship Id="rId4" Type="http://schemas.openxmlformats.org/officeDocument/2006/relationships/image" Target="../media/image2.png"/><Relationship Id="rId9" Type="http://schemas.openxmlformats.org/officeDocument/2006/relationships/image" Target="../media/image33.svg"/><Relationship Id="rId14" Type="http://schemas.openxmlformats.org/officeDocument/2006/relationships/image" Target="../media/image38.png"/></Relationships>
</file>

<file path=ppt/slides/_rels/slide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svg"/><Relationship Id="rId18" Type="http://schemas.openxmlformats.org/officeDocument/2006/relationships/image" Target="../media/image30.png"/><Relationship Id="rId3" Type="http://schemas.openxmlformats.org/officeDocument/2006/relationships/image" Target="../media/image29.svg"/><Relationship Id="rId21" Type="http://schemas.openxmlformats.org/officeDocument/2006/relationships/image" Target="../media/image55.svg"/><Relationship Id="rId7" Type="http://schemas.openxmlformats.org/officeDocument/2006/relationships/image" Target="../media/image7.svg"/><Relationship Id="rId12" Type="http://schemas.openxmlformats.org/officeDocument/2006/relationships/image" Target="../media/image48.png"/><Relationship Id="rId17" Type="http://schemas.openxmlformats.org/officeDocument/2006/relationships/image" Target="../media/image53.svg"/><Relationship Id="rId2" Type="http://schemas.openxmlformats.org/officeDocument/2006/relationships/image" Target="../media/image28.png"/><Relationship Id="rId16" Type="http://schemas.openxmlformats.org/officeDocument/2006/relationships/image" Target="../media/image52.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47.svg"/><Relationship Id="rId5" Type="http://schemas.openxmlformats.org/officeDocument/2006/relationships/image" Target="../media/image3.svg"/><Relationship Id="rId15" Type="http://schemas.openxmlformats.org/officeDocument/2006/relationships/image" Target="../media/image51.svg"/><Relationship Id="rId10" Type="http://schemas.openxmlformats.org/officeDocument/2006/relationships/image" Target="../media/image46.png"/><Relationship Id="rId19" Type="http://schemas.openxmlformats.org/officeDocument/2006/relationships/image" Target="../media/image31.svg"/><Relationship Id="rId4" Type="http://schemas.openxmlformats.org/officeDocument/2006/relationships/image" Target="../media/image2.png"/><Relationship Id="rId9" Type="http://schemas.openxmlformats.org/officeDocument/2006/relationships/image" Target="../media/image45.svg"/><Relationship Id="rId14" Type="http://schemas.openxmlformats.org/officeDocument/2006/relationships/image" Target="../media/image50.png"/></Relationships>
</file>

<file path=ppt/slides/_rels/slide9.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9.svg"/><Relationship Id="rId4" Type="http://schemas.openxmlformats.org/officeDocument/2006/relationships/image" Target="../media/image58.png"/></Relationships>
</file>

<file path=ppt/slides/_rels/slide10.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svg"/><Relationship Id="rId4" Type="http://schemas.openxmlformats.org/officeDocument/2006/relationships/image" Target="../media/image62.png"/></Relationships>
</file>

<file path=ppt/slides/_rels/slide1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p:txBody>
          <a:bodyPr>
            <a:noAutofit/>
          </a:bodyPr>
          <a:lstStyle/>
          <a:p>
            <a:r>
              <a:rPr lang="fr-FR" sz="6000"/>
              <a:t>W1 </a:t>
            </a:r>
            <a:br>
              <a:rPr lang="fr-FR" sz="6000"/>
            </a:br>
            <a:r>
              <a:rPr lang="fr-FR" sz="6000"/>
              <a:t>Atelier sur les profils d'investissement de temps</a:t>
            </a:r>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p:txBody>
          <a:bodyPr/>
          <a:lstStyle/>
          <a:p>
            <a:r>
              <a:rPr lang="fr-FR"/>
              <a:t>Comprendre comment vos membres investissent leur temps afin de décider des activités de la communauté</a:t>
            </a:r>
          </a:p>
        </p:txBody>
      </p:sp>
    </p:spTree>
    <p:extLst>
      <p:ext uri="{BB962C8B-B14F-4D97-AF65-F5344CB8AC3E}">
        <p14:creationId xmlns:p14="http://schemas.microsoft.com/office/powerpoint/2010/main" val="2891350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fr-FR"/>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fr-FR"/>
              <a:t>#OpenSeriousCommunity est un ensemble de ressources dédiées à aider à animer, faire vivre, développer des communautés. </a:t>
            </a:r>
          </a:p>
          <a:p>
            <a:pPr marL="0" indent="0">
              <a:buNone/>
            </a:pPr>
            <a:r>
              <a:rPr lang="fr-FR"/>
              <a:t>Les communautés concernées par #OpenSeriousCommunity peuvent être tout autant du domaine de l’entreprise, que de celles des associations, des institutions ou privées. </a:t>
            </a:r>
          </a:p>
          <a:p>
            <a:pPr marL="0" indent="0">
              <a:buNone/>
            </a:pPr>
            <a:r>
              <a:rPr lang="fr-FR"/>
              <a:t>Les contenus #OpenSeriousCommunity suivent les attributs des contenus #OSG, c’est-à-dire qu’ils sont open source, et structurés pour favoriser un maximum l’appropriation du contenu à des fins de retransmission.</a:t>
            </a:r>
          </a:p>
          <a:p>
            <a:pPr marL="0" indent="0">
              <a:buNone/>
            </a:pPr>
            <a:r>
              <a:rPr lang="fr-FR"/>
              <a:t>Pour en savoir plus, rendez-vous sur </a:t>
            </a:r>
            <a:r>
              <a:rPr lang="fr-FR">
                <a:hlinkClick r:id="rId2"/>
              </a:rPr>
              <a:t>https://www.openseriousgames.org/OpenSeriousCommunity</a:t>
            </a:r>
            <a:endParaRPr lang="fr-FR"/>
          </a:p>
          <a:p>
            <a:pPr marL="0" indent="0">
              <a:buNone/>
            </a:pPr>
            <a:endParaRPr lang="fr-FR"/>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a:t>Atelier sur les profils d'investissement de temps</a:t>
            </a:r>
            <a:br>
              <a:rPr lang="fr-FR" sz="2800"/>
            </a:br>
            <a:r>
              <a:rPr lang="fr-FR" sz="2800"/>
              <a:t>Exemple de résultat d'atelier</a:t>
            </a:r>
          </a:p>
        </p:txBody>
      </p:sp>
      <p:graphicFrame>
        <p:nvGraphicFramePr>
          <p:cNvPr id="3" name="Tableau 3">
            <a:extLst>
              <a:ext uri="{FF2B5EF4-FFF2-40B4-BE49-F238E27FC236}">
                <a16:creationId xmlns:a16="http://schemas.microsoft.com/office/drawing/2014/main" id="{270A5E3B-35B7-4271-AF7C-BD4FDD213ED4}"/>
              </a:ext>
            </a:extLst>
          </p:cNvPr>
          <p:cNvGraphicFramePr>
            <a:graphicFrameLocks noGrp="1"/>
          </p:cNvGraphicFramePr>
          <p:nvPr>
            <p:extLst>
              <p:ext uri="{D42A27DB-BD31-4B8C-83A1-F6EECF244321}">
                <p14:modId xmlns:p14="http://schemas.microsoft.com/office/powerpoint/2010/main" val="967786590"/>
              </p:ext>
            </p:extLst>
          </p:nvPr>
        </p:nvGraphicFramePr>
        <p:xfrm>
          <a:off x="495300" y="1467259"/>
          <a:ext cx="11226800" cy="4987914"/>
        </p:xfrm>
        <a:graphic>
          <a:graphicData uri="http://schemas.openxmlformats.org/drawingml/2006/table">
            <a:tbl>
              <a:tblPr firstRow="1" firstCol="1" bandRow="1">
                <a:tableStyleId>{5C22544A-7EE6-4342-B048-85BDC9FD1C3A}</a:tableStyleId>
              </a:tblPr>
              <a:tblGrid>
                <a:gridCol w="2806700">
                  <a:extLst>
                    <a:ext uri="{9D8B030D-6E8A-4147-A177-3AD203B41FA5}">
                      <a16:colId xmlns:a16="http://schemas.microsoft.com/office/drawing/2014/main" val="421718832"/>
                    </a:ext>
                  </a:extLst>
                </a:gridCol>
                <a:gridCol w="2806700">
                  <a:extLst>
                    <a:ext uri="{9D8B030D-6E8A-4147-A177-3AD203B41FA5}">
                      <a16:colId xmlns:a16="http://schemas.microsoft.com/office/drawing/2014/main" val="2782377072"/>
                    </a:ext>
                  </a:extLst>
                </a:gridCol>
                <a:gridCol w="2692400">
                  <a:extLst>
                    <a:ext uri="{9D8B030D-6E8A-4147-A177-3AD203B41FA5}">
                      <a16:colId xmlns:a16="http://schemas.microsoft.com/office/drawing/2014/main" val="2940119286"/>
                    </a:ext>
                  </a:extLst>
                </a:gridCol>
                <a:gridCol w="2921000">
                  <a:extLst>
                    <a:ext uri="{9D8B030D-6E8A-4147-A177-3AD203B41FA5}">
                      <a16:colId xmlns:a16="http://schemas.microsoft.com/office/drawing/2014/main" val="4254710511"/>
                    </a:ext>
                  </a:extLst>
                </a:gridCol>
              </a:tblGrid>
              <a:tr h="2122794">
                <a:tc>
                  <a:txBody>
                    <a:bodyPr/>
                    <a:lstStyle/>
                    <a:p>
                      <a:r>
                        <a:rPr lang="fr-FR" sz="1100" noProof="0"/>
                        <a:t>Dans quels types de moments investissez-vous votre temps pour la Communauté ?  </a:t>
                      </a:r>
                      <a:r>
                        <a:rPr lang="fr-FR" sz="1100" noProof="0">
                          <a:sym typeface="Wingdings" panose="05000000000000000000" pitchFamily="2" charset="2"/>
                        </a:rPr>
                        <a:t></a:t>
                      </a:r>
                      <a:endParaRPr lang="fr-FR" sz="1100" noProof="0"/>
                    </a:p>
                    <a:p>
                      <a:endParaRPr lang="fr-FR" sz="1100" noProof="0"/>
                    </a:p>
                    <a:p>
                      <a:endParaRPr lang="fr-FR" sz="1100" noProof="0"/>
                    </a:p>
                    <a:p>
                      <a:endParaRPr lang="fr-FR" sz="1100" noProof="0"/>
                    </a:p>
                    <a:p>
                      <a:r>
                        <a:rPr lang="fr-FR" sz="1100" noProof="0"/>
                        <a:t>Sur quelle base serez-vous présent ? ↓ </a:t>
                      </a:r>
                    </a:p>
                  </a:txBody>
                  <a:tcPr/>
                </a:tc>
                <a:tc>
                  <a:txBody>
                    <a:bodyPr/>
                    <a:lstStyle/>
                    <a:p>
                      <a:pPr algn="ctr"/>
                      <a:endParaRPr lang="fr-FR" sz="1100" noProof="0"/>
                    </a:p>
                    <a:p>
                      <a:pPr algn="ctr"/>
                      <a:endParaRPr lang="fr-FR" sz="1100" noProof="0"/>
                    </a:p>
                    <a:p>
                      <a:pPr algn="ctr"/>
                      <a:endParaRPr lang="fr-FR" sz="1100" noProof="0"/>
                    </a:p>
                    <a:p>
                      <a:pPr algn="ctr"/>
                      <a:endParaRPr lang="fr-FR" sz="1100" noProof="0">
                        <a:solidFill>
                          <a:schemeClr val="tx1"/>
                        </a:solidFill>
                      </a:endParaRPr>
                    </a:p>
                    <a:p>
                      <a:pPr algn="ctr"/>
                      <a:r>
                        <a:rPr lang="fr-FR" sz="1100" noProof="0">
                          <a:solidFill>
                            <a:schemeClr val="tx1"/>
                          </a:solidFill>
                        </a:rPr>
                        <a:t>Moments collectifs uniquement : </a:t>
                      </a:r>
                    </a:p>
                    <a:p>
                      <a:pPr algn="ctr"/>
                      <a:r>
                        <a:rPr lang="fr-FR" sz="1100" b="0" noProof="0">
                          <a:solidFill>
                            <a:schemeClr val="tx1"/>
                          </a:solidFill>
                        </a:rPr>
                        <a:t>Je n'investis du temps que pendant les réunions. N'attendez pas de moi que j'investisse du temps entre les réunions.</a:t>
                      </a:r>
                      <a:endParaRPr lang="fr-FR" sz="1100" b="0" i="1" noProof="0">
                        <a:solidFill>
                          <a:schemeClr val="tx1"/>
                        </a:solidFill>
                      </a:endParaRPr>
                    </a:p>
                  </a:txBody>
                  <a:tcPr>
                    <a:solidFill>
                      <a:srgbClr val="EC7B2B"/>
                    </a:solidFill>
                  </a:tcPr>
                </a:tc>
                <a:tc>
                  <a:txBody>
                    <a:bodyPr/>
                    <a:lstStyle/>
                    <a:p>
                      <a:pPr algn="ctr"/>
                      <a:endParaRPr lang="fr-FR" sz="1100" noProof="0"/>
                    </a:p>
                    <a:p>
                      <a:pPr algn="ctr"/>
                      <a:endParaRPr lang="fr-FR" sz="1100" noProof="0"/>
                    </a:p>
                    <a:p>
                      <a:pPr algn="ctr"/>
                      <a:endParaRPr lang="fr-FR" sz="1100" noProof="0"/>
                    </a:p>
                    <a:p>
                      <a:pPr algn="ctr"/>
                      <a:endParaRPr lang="fr-FR" sz="1100" noProof="0"/>
                    </a:p>
                    <a:p>
                      <a:pPr algn="ctr"/>
                      <a:r>
                        <a:rPr lang="fr-FR" sz="1100" noProof="0"/>
                        <a:t>Moments collectifs ET moments individuels : </a:t>
                      </a:r>
                    </a:p>
                    <a:p>
                      <a:pPr algn="ctr"/>
                      <a:r>
                        <a:rPr lang="fr-FR" sz="1100" b="0" noProof="0"/>
                        <a:t>J'investis du temps à la fois pour les réunions et entre les réunions.</a:t>
                      </a:r>
                      <a:endParaRPr lang="fr-FR" sz="1100" b="0" i="1" noProof="0"/>
                    </a:p>
                  </a:txBody>
                  <a:tcPr>
                    <a:solidFill>
                      <a:schemeClr val="bg1">
                        <a:lumMod val="50000"/>
                      </a:schemeClr>
                    </a:solidFill>
                  </a:tcPr>
                </a:tc>
                <a:tc>
                  <a:txBody>
                    <a:bodyPr/>
                    <a:lstStyle/>
                    <a:p>
                      <a:pPr algn="ctr"/>
                      <a:endParaRPr lang="fr-FR" sz="1100" noProof="0"/>
                    </a:p>
                    <a:p>
                      <a:pPr algn="ctr"/>
                      <a:endParaRPr lang="fr-FR" sz="1100" noProof="0"/>
                    </a:p>
                    <a:p>
                      <a:pPr algn="ctr"/>
                      <a:endParaRPr lang="fr-FR" sz="1100" noProof="0"/>
                    </a:p>
                    <a:p>
                      <a:pPr algn="ctr"/>
                      <a:endParaRPr lang="fr-FR" sz="1100" noProof="0"/>
                    </a:p>
                    <a:p>
                      <a:pPr algn="ctr"/>
                      <a:r>
                        <a:rPr lang="fr-FR" sz="1100" noProof="0"/>
                        <a:t>Moments individuels uniquement : </a:t>
                      </a:r>
                    </a:p>
                    <a:p>
                      <a:pPr algn="ctr"/>
                      <a:r>
                        <a:rPr lang="fr-FR" sz="1100" b="0" noProof="0"/>
                        <a:t>Je n'investis que le temps qui correspond à mon propre emploi du temps, principalement entre les réunions. Ne vous attendez pas à des réunions.</a:t>
                      </a:r>
                      <a:endParaRPr lang="fr-FR" sz="1100" b="0" i="1" noProof="0"/>
                    </a:p>
                  </a:txBody>
                  <a:tcPr/>
                </a:tc>
                <a:extLst>
                  <a:ext uri="{0D108BD9-81ED-4DB2-BD59-A6C34878D82A}">
                    <a16:rowId xmlns:a16="http://schemas.microsoft.com/office/drawing/2014/main" val="2283158500"/>
                  </a:ext>
                </a:extLst>
              </a:tr>
              <a:tr h="1399240">
                <a:tc>
                  <a:txBody>
                    <a:bodyPr/>
                    <a:lstStyle/>
                    <a:p>
                      <a:endParaRPr lang="fr-FR" sz="1100" noProof="0"/>
                    </a:p>
                    <a:p>
                      <a:endParaRPr lang="fr-FR" sz="1100" noProof="0"/>
                    </a:p>
                    <a:p>
                      <a:r>
                        <a:rPr lang="fr-FR" sz="1100" noProof="0"/>
                        <a:t>Base régulière :</a:t>
                      </a:r>
                    </a:p>
                    <a:p>
                      <a:r>
                        <a:rPr lang="fr-FR" sz="1100" b="0" noProof="0"/>
                        <a:t>Je suis axé sur l'appartenance. Je préfère consacrer du temps à une participation régulière, mais n'attendez pas de moi que je fasse un choix à chaque fois. </a:t>
                      </a:r>
                    </a:p>
                  </a:txBody>
                  <a:tcPr/>
                </a:tc>
                <a:tc>
                  <a:txBody>
                    <a:bodyPr/>
                    <a:lstStyle/>
                    <a:p>
                      <a:endParaRPr lang="fr-FR" sz="1100" noProof="0"/>
                    </a:p>
                  </a:txBody>
                  <a:tcPr>
                    <a:solidFill>
                      <a:srgbClr val="F5BD95"/>
                    </a:solidFill>
                  </a:tcPr>
                </a:tc>
                <a:tc>
                  <a:txBody>
                    <a:bodyPr/>
                    <a:lstStyle/>
                    <a:p>
                      <a:endParaRPr lang="fr-FR" sz="1100" b="0" noProof="0"/>
                    </a:p>
                  </a:txBody>
                  <a:tcPr>
                    <a:solidFill>
                      <a:srgbClr val="BFBFBF"/>
                    </a:solidFill>
                  </a:tcPr>
                </a:tc>
                <a:tc>
                  <a:txBody>
                    <a:bodyPr/>
                    <a:lstStyle/>
                    <a:p>
                      <a:endParaRPr lang="fr-FR" sz="1100" noProof="0"/>
                    </a:p>
                  </a:txBody>
                  <a:tcPr/>
                </a:tc>
                <a:extLst>
                  <a:ext uri="{0D108BD9-81ED-4DB2-BD59-A6C34878D82A}">
                    <a16:rowId xmlns:a16="http://schemas.microsoft.com/office/drawing/2014/main" val="205122947"/>
                  </a:ext>
                </a:extLst>
              </a:tr>
              <a:tr h="1399240">
                <a:tc>
                  <a:txBody>
                    <a:bodyPr/>
                    <a:lstStyle/>
                    <a:p>
                      <a:endParaRPr lang="fr-FR" sz="1100" noProof="0"/>
                    </a:p>
                    <a:p>
                      <a:endParaRPr lang="fr-FR" sz="1100" noProof="0"/>
                    </a:p>
                    <a:p>
                      <a:r>
                        <a:rPr lang="fr-FR" sz="1100" noProof="0"/>
                        <a:t>Sur une base occasionnelle :</a:t>
                      </a:r>
                    </a:p>
                    <a:p>
                      <a:r>
                        <a:rPr lang="fr-FR" sz="1100" b="0" noProof="0"/>
                        <a:t>Je suis motivé par les opportunités. Je préfère dépenser de l'énergie à décider de participer ou non à chaque fois, mais ne vous attendez pas à ce que je sois régulier.</a:t>
                      </a:r>
                      <a:endParaRPr lang="fr-FR" sz="1100" b="0" i="1" noProof="0"/>
                    </a:p>
                  </a:txBody>
                  <a:tcPr/>
                </a:tc>
                <a:tc>
                  <a:txBody>
                    <a:bodyPr/>
                    <a:lstStyle/>
                    <a:p>
                      <a:endParaRPr lang="fr-FR" sz="1100" noProof="0"/>
                    </a:p>
                  </a:txBody>
                  <a:tcPr>
                    <a:solidFill>
                      <a:srgbClr val="FBE5D5"/>
                    </a:solidFill>
                  </a:tcPr>
                </a:tc>
                <a:tc>
                  <a:txBody>
                    <a:bodyPr/>
                    <a:lstStyle/>
                    <a:p>
                      <a:endParaRPr lang="fr-FR" sz="1100" noProof="0"/>
                    </a:p>
                  </a:txBody>
                  <a:tcPr>
                    <a:solidFill>
                      <a:schemeClr val="bg1">
                        <a:lumMod val="95000"/>
                      </a:schemeClr>
                    </a:solidFill>
                  </a:tcPr>
                </a:tc>
                <a:tc>
                  <a:txBody>
                    <a:bodyPr/>
                    <a:lstStyle/>
                    <a:p>
                      <a:endParaRPr lang="fr-FR" sz="1100" noProof="0"/>
                    </a:p>
                  </a:txBody>
                  <a:tcPr/>
                </a:tc>
                <a:extLst>
                  <a:ext uri="{0D108BD9-81ED-4DB2-BD59-A6C34878D82A}">
                    <a16:rowId xmlns:a16="http://schemas.microsoft.com/office/drawing/2014/main" val="3294772465"/>
                  </a:ext>
                </a:extLst>
              </a:tr>
            </a:tbl>
          </a:graphicData>
        </a:graphic>
      </p:graphicFrame>
      <p:pic>
        <p:nvPicPr>
          <p:cNvPr id="47" name="Graphique 46" descr="Utilisateur avec un remplissage uni">
            <a:extLst>
              <a:ext uri="{FF2B5EF4-FFF2-40B4-BE49-F238E27FC236}">
                <a16:creationId xmlns:a16="http://schemas.microsoft.com/office/drawing/2014/main" id="{31620370-0C09-4ED2-9761-29FF32F889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43498" y="1459069"/>
            <a:ext cx="750260" cy="750260"/>
          </a:xfrm>
          <a:prstGeom prst="rect">
            <a:avLst/>
          </a:prstGeom>
        </p:spPr>
      </p:pic>
      <p:grpSp>
        <p:nvGrpSpPr>
          <p:cNvPr id="49" name="Groupe 48">
            <a:extLst>
              <a:ext uri="{FF2B5EF4-FFF2-40B4-BE49-F238E27FC236}">
                <a16:creationId xmlns:a16="http://schemas.microsoft.com/office/drawing/2014/main" id="{D10DB009-0EF5-4F8D-AB88-C2641399BC02}"/>
              </a:ext>
            </a:extLst>
          </p:cNvPr>
          <p:cNvGrpSpPr/>
          <p:nvPr/>
        </p:nvGrpSpPr>
        <p:grpSpPr>
          <a:xfrm>
            <a:off x="4118907" y="1538109"/>
            <a:ext cx="956798" cy="601934"/>
            <a:chOff x="6989470" y="1452253"/>
            <a:chExt cx="2968717" cy="1867662"/>
          </a:xfrm>
          <a:solidFill>
            <a:schemeClr val="tx1"/>
          </a:solidFill>
        </p:grpSpPr>
        <p:pic>
          <p:nvPicPr>
            <p:cNvPr id="50" name="Graphique 49" descr="Groupe de personnes avec un remplissage uni">
              <a:extLst>
                <a:ext uri="{FF2B5EF4-FFF2-40B4-BE49-F238E27FC236}">
                  <a16:creationId xmlns:a16="http://schemas.microsoft.com/office/drawing/2014/main" id="{3DC4D2FB-BC0B-4268-96BE-4665554721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51" name="Graphique 50" descr="Groupe de personnes avec un remplissage uni">
              <a:extLst>
                <a:ext uri="{FF2B5EF4-FFF2-40B4-BE49-F238E27FC236}">
                  <a16:creationId xmlns:a16="http://schemas.microsoft.com/office/drawing/2014/main" id="{3F40514C-77DA-4F0D-AF7A-A28AA9188BF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52" name="Graphique 51" descr="Groupe de personnes avec un remplissage uni">
              <a:extLst>
                <a:ext uri="{FF2B5EF4-FFF2-40B4-BE49-F238E27FC236}">
                  <a16:creationId xmlns:a16="http://schemas.microsoft.com/office/drawing/2014/main" id="{29ABCF20-732F-45CA-9EB6-9F1F5B4EBB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53" name="Graphique 52" descr="Groupe de personnes avec un remplissage uni">
              <a:extLst>
                <a:ext uri="{FF2B5EF4-FFF2-40B4-BE49-F238E27FC236}">
                  <a16:creationId xmlns:a16="http://schemas.microsoft.com/office/drawing/2014/main" id="{C6281102-2389-45B5-8674-3F8C22A0FFB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54" name="Graphique 53" descr="Groupe de personnes avec un remplissage uni">
              <a:extLst>
                <a:ext uri="{FF2B5EF4-FFF2-40B4-BE49-F238E27FC236}">
                  <a16:creationId xmlns:a16="http://schemas.microsoft.com/office/drawing/2014/main" id="{D4BF3F09-1679-4E80-BC39-E2ECBB7AE49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57" name="Groupe 56">
            <a:extLst>
              <a:ext uri="{FF2B5EF4-FFF2-40B4-BE49-F238E27FC236}">
                <a16:creationId xmlns:a16="http://schemas.microsoft.com/office/drawing/2014/main" id="{BA8FBF25-62ED-47C7-A36B-2BFE75B58CA9}"/>
              </a:ext>
            </a:extLst>
          </p:cNvPr>
          <p:cNvGrpSpPr/>
          <p:nvPr/>
        </p:nvGrpSpPr>
        <p:grpSpPr>
          <a:xfrm>
            <a:off x="6668842" y="1533232"/>
            <a:ext cx="956798" cy="601934"/>
            <a:chOff x="6989470" y="1452253"/>
            <a:chExt cx="2968717" cy="1867662"/>
          </a:xfrm>
          <a:solidFill>
            <a:schemeClr val="bg1"/>
          </a:solidFill>
        </p:grpSpPr>
        <p:pic>
          <p:nvPicPr>
            <p:cNvPr id="58" name="Graphique 57" descr="Groupe de personnes avec un remplissage uni">
              <a:extLst>
                <a:ext uri="{FF2B5EF4-FFF2-40B4-BE49-F238E27FC236}">
                  <a16:creationId xmlns:a16="http://schemas.microsoft.com/office/drawing/2014/main" id="{C6CE8F74-EFCB-4E05-8E0E-09202D28A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59" name="Graphique 58" descr="Groupe de personnes avec un remplissage uni">
              <a:extLst>
                <a:ext uri="{FF2B5EF4-FFF2-40B4-BE49-F238E27FC236}">
                  <a16:creationId xmlns:a16="http://schemas.microsoft.com/office/drawing/2014/main" id="{0D336688-82C7-4E8E-A089-FDCCCBC45C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61" name="Graphique 60" descr="Groupe de personnes avec un remplissage uni">
              <a:extLst>
                <a:ext uri="{FF2B5EF4-FFF2-40B4-BE49-F238E27FC236}">
                  <a16:creationId xmlns:a16="http://schemas.microsoft.com/office/drawing/2014/main" id="{14B59619-8CE5-4628-A67B-0CF3087EEE6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62" name="Graphique 61" descr="Groupe de personnes avec un remplissage uni">
              <a:extLst>
                <a:ext uri="{FF2B5EF4-FFF2-40B4-BE49-F238E27FC236}">
                  <a16:creationId xmlns:a16="http://schemas.microsoft.com/office/drawing/2014/main" id="{E0E6824D-C3C9-4336-864C-A7C5A4A2993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63" name="Graphique 62" descr="Groupe de personnes avec un remplissage uni">
              <a:extLst>
                <a:ext uri="{FF2B5EF4-FFF2-40B4-BE49-F238E27FC236}">
                  <a16:creationId xmlns:a16="http://schemas.microsoft.com/office/drawing/2014/main" id="{CB4461D5-4BCA-4A24-AEF6-8A7C13AB76E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pic>
        <p:nvPicPr>
          <p:cNvPr id="65" name="Graphique 64" descr="Utilisateur avec un remplissage uni">
            <a:extLst>
              <a:ext uri="{FF2B5EF4-FFF2-40B4-BE49-F238E27FC236}">
                <a16:creationId xmlns:a16="http://schemas.microsoft.com/office/drawing/2014/main" id="{3AAE3E76-8E6F-468B-B565-A43E3F14E1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46339" y="1460051"/>
            <a:ext cx="750260" cy="750260"/>
          </a:xfrm>
          <a:prstGeom prst="rect">
            <a:avLst/>
          </a:prstGeom>
        </p:spPr>
      </p:pic>
      <p:grpSp>
        <p:nvGrpSpPr>
          <p:cNvPr id="4" name="Groupe 3">
            <a:extLst>
              <a:ext uri="{FF2B5EF4-FFF2-40B4-BE49-F238E27FC236}">
                <a16:creationId xmlns:a16="http://schemas.microsoft.com/office/drawing/2014/main" id="{371A8229-B453-4AE0-AB03-C4131509E972}"/>
              </a:ext>
            </a:extLst>
          </p:cNvPr>
          <p:cNvGrpSpPr/>
          <p:nvPr/>
        </p:nvGrpSpPr>
        <p:grpSpPr>
          <a:xfrm>
            <a:off x="3426962" y="3703799"/>
            <a:ext cx="7396110" cy="2598802"/>
            <a:chOff x="3426962" y="3703799"/>
            <a:chExt cx="7396110" cy="2598802"/>
          </a:xfrm>
        </p:grpSpPr>
        <p:pic>
          <p:nvPicPr>
            <p:cNvPr id="27" name="Image 26" descr="Une image contenant personne, homme, cravate, complet&#10;&#10;Description générée automatiquement">
              <a:extLst>
                <a:ext uri="{FF2B5EF4-FFF2-40B4-BE49-F238E27FC236}">
                  <a16:creationId xmlns:a16="http://schemas.microsoft.com/office/drawing/2014/main" id="{2584B98D-8F7E-48B2-9F03-2D6C715F65B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4185955" y="4331519"/>
              <a:ext cx="569795" cy="569795"/>
            </a:xfrm>
            <a:prstGeom prst="rect">
              <a:avLst/>
            </a:prstGeom>
          </p:spPr>
        </p:pic>
        <p:pic>
          <p:nvPicPr>
            <p:cNvPr id="28" name="Image 27" descr="Une image contenant personne, extérieur, souriant, violet&#10;&#10;Description générée automatiquement">
              <a:extLst>
                <a:ext uri="{FF2B5EF4-FFF2-40B4-BE49-F238E27FC236}">
                  <a16:creationId xmlns:a16="http://schemas.microsoft.com/office/drawing/2014/main" id="{A7D49669-56B1-487E-8D8A-B5352414002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4956302" y="4337570"/>
              <a:ext cx="569795" cy="569795"/>
            </a:xfrm>
            <a:prstGeom prst="rect">
              <a:avLst/>
            </a:prstGeom>
          </p:spPr>
        </p:pic>
        <p:pic>
          <p:nvPicPr>
            <p:cNvPr id="29" name="Image 28" descr="Une image contenant personne, femme, souriant&#10;&#10;Description générée automatiquement">
              <a:extLst>
                <a:ext uri="{FF2B5EF4-FFF2-40B4-BE49-F238E27FC236}">
                  <a16:creationId xmlns:a16="http://schemas.microsoft.com/office/drawing/2014/main" id="{1BFA29F9-0BA6-4773-912F-0A9187A3C3B0}"/>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4178257" y="3705146"/>
              <a:ext cx="569795" cy="569795"/>
            </a:xfrm>
            <a:prstGeom prst="rect">
              <a:avLst/>
            </a:prstGeom>
          </p:spPr>
        </p:pic>
        <p:pic>
          <p:nvPicPr>
            <p:cNvPr id="31" name="Image 30" descr="Une image contenant personne, extérieur, souriant, foule&#10;&#10;Description générée automatiquement">
              <a:extLst>
                <a:ext uri="{FF2B5EF4-FFF2-40B4-BE49-F238E27FC236}">
                  <a16:creationId xmlns:a16="http://schemas.microsoft.com/office/drawing/2014/main" id="{B6CF6BA3-4B4D-4180-9C16-7BFC206A3300}"/>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3426963" y="5088693"/>
              <a:ext cx="569795" cy="569795"/>
            </a:xfrm>
            <a:prstGeom prst="rect">
              <a:avLst/>
            </a:prstGeom>
          </p:spPr>
        </p:pic>
        <p:pic>
          <p:nvPicPr>
            <p:cNvPr id="33" name="Image 32" descr="Une image contenant personne, souriant, homme, posant&#10;&#10;Description générée automatiquement">
              <a:extLst>
                <a:ext uri="{FF2B5EF4-FFF2-40B4-BE49-F238E27FC236}">
                  <a16:creationId xmlns:a16="http://schemas.microsoft.com/office/drawing/2014/main" id="{62CDFD36-6415-4547-B574-3BE29BA494A2}"/>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610461" y="3722777"/>
              <a:ext cx="569795" cy="569795"/>
            </a:xfrm>
            <a:prstGeom prst="rect">
              <a:avLst/>
            </a:prstGeom>
          </p:spPr>
        </p:pic>
        <p:pic>
          <p:nvPicPr>
            <p:cNvPr id="34" name="Image 33" descr="Une image contenant personne, intérieur, posant, fermer&#10;&#10;Description générée automatiquement">
              <a:extLst>
                <a:ext uri="{FF2B5EF4-FFF2-40B4-BE49-F238E27FC236}">
                  <a16:creationId xmlns:a16="http://schemas.microsoft.com/office/drawing/2014/main" id="{BE00F0FF-F82A-4244-8766-2129795E01D7}"/>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6296446" y="3758452"/>
              <a:ext cx="569795" cy="569795"/>
            </a:xfrm>
            <a:prstGeom prst="rect">
              <a:avLst/>
            </a:prstGeom>
          </p:spPr>
        </p:pic>
        <p:pic>
          <p:nvPicPr>
            <p:cNvPr id="35" name="Image 34" descr="Une image contenant personne, homme, mur, souriant&#10;&#10;Description générée automatiquement">
              <a:extLst>
                <a:ext uri="{FF2B5EF4-FFF2-40B4-BE49-F238E27FC236}">
                  <a16:creationId xmlns:a16="http://schemas.microsoft.com/office/drawing/2014/main" id="{45FCC9D0-0BB1-4A63-8284-3AE148EB06AC}"/>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6273237" y="5051258"/>
              <a:ext cx="569795" cy="569795"/>
            </a:xfrm>
            <a:prstGeom prst="rect">
              <a:avLst/>
            </a:prstGeom>
          </p:spPr>
        </p:pic>
        <p:pic>
          <p:nvPicPr>
            <p:cNvPr id="36" name="Image 35" descr="Une image contenant homme, personne, intérieur, aîné&#10;&#10;Description générée automatiquement">
              <a:extLst>
                <a:ext uri="{FF2B5EF4-FFF2-40B4-BE49-F238E27FC236}">
                  <a16:creationId xmlns:a16="http://schemas.microsoft.com/office/drawing/2014/main" id="{5FA74CB9-A8B7-4F7A-9A86-5D34A2FD1AF5}"/>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4964938" y="3705146"/>
              <a:ext cx="569795" cy="569795"/>
            </a:xfrm>
            <a:prstGeom prst="rect">
              <a:avLst/>
            </a:prstGeom>
          </p:spPr>
        </p:pic>
        <p:pic>
          <p:nvPicPr>
            <p:cNvPr id="37" name="Image 36" descr="Une image contenant homme, personne, verres, portant&#10;&#10;Description générée automatiquement">
              <a:extLst>
                <a:ext uri="{FF2B5EF4-FFF2-40B4-BE49-F238E27FC236}">
                  <a16:creationId xmlns:a16="http://schemas.microsoft.com/office/drawing/2014/main" id="{39301ADE-83C2-4BF8-B0FF-C9273DA0CE3F}"/>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8918043" y="3703799"/>
              <a:ext cx="569795" cy="569795"/>
            </a:xfrm>
            <a:prstGeom prst="rect">
              <a:avLst/>
            </a:prstGeom>
          </p:spPr>
        </p:pic>
        <p:pic>
          <p:nvPicPr>
            <p:cNvPr id="38" name="Image 37" descr="Une image contenant personne, homme, intérieur, souriant&#10;&#10;Description générée automatiquement">
              <a:extLst>
                <a:ext uri="{FF2B5EF4-FFF2-40B4-BE49-F238E27FC236}">
                  <a16:creationId xmlns:a16="http://schemas.microsoft.com/office/drawing/2014/main" id="{7F351A06-D228-4D97-9844-24C75102E521}"/>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3468291" y="3706166"/>
              <a:ext cx="569795" cy="569795"/>
            </a:xfrm>
            <a:prstGeom prst="rect">
              <a:avLst/>
            </a:prstGeom>
          </p:spPr>
        </p:pic>
        <p:pic>
          <p:nvPicPr>
            <p:cNvPr id="39" name="Image 38" descr="Une image contenant personne, homme, cravate, souriant&#10;&#10;Description générée automatiquement">
              <a:extLst>
                <a:ext uri="{FF2B5EF4-FFF2-40B4-BE49-F238E27FC236}">
                  <a16:creationId xmlns:a16="http://schemas.microsoft.com/office/drawing/2014/main" id="{54A274E6-EA0C-45ED-9B42-8A912BC21646}"/>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466793" y="4323862"/>
              <a:ext cx="569795" cy="569795"/>
            </a:xfrm>
            <a:prstGeom prst="rect">
              <a:avLst/>
            </a:prstGeom>
          </p:spPr>
        </p:pic>
        <p:pic>
          <p:nvPicPr>
            <p:cNvPr id="40" name="Image 39" descr="Une image contenant personne, homme, souriant, aîné&#10;&#10;Description générée automatiquement">
              <a:extLst>
                <a:ext uri="{FF2B5EF4-FFF2-40B4-BE49-F238E27FC236}">
                  <a16:creationId xmlns:a16="http://schemas.microsoft.com/office/drawing/2014/main" id="{758C75AE-615A-492F-87BA-B178B90185F4}"/>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8918044" y="5066369"/>
              <a:ext cx="569795" cy="569795"/>
            </a:xfrm>
            <a:prstGeom prst="rect">
              <a:avLst/>
            </a:prstGeom>
          </p:spPr>
        </p:pic>
        <p:pic>
          <p:nvPicPr>
            <p:cNvPr id="32" name="Image 31" descr="Une image contenant personne, homme, souriant, aîné&#10;&#10;Description générée automatiquement">
              <a:extLst>
                <a:ext uri="{FF2B5EF4-FFF2-40B4-BE49-F238E27FC236}">
                  <a16:creationId xmlns:a16="http://schemas.microsoft.com/office/drawing/2014/main" id="{60B19CE0-6506-4D14-8277-C071D43DEDEC}"/>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3426962" y="5731735"/>
              <a:ext cx="569795" cy="569795"/>
            </a:xfrm>
            <a:prstGeom prst="rect">
              <a:avLst/>
            </a:prstGeom>
          </p:spPr>
        </p:pic>
        <p:pic>
          <p:nvPicPr>
            <p:cNvPr id="41" name="Image 40" descr="Une image contenant personne, femme, souriant, posant&#10;&#10;Description générée automatiquement">
              <a:extLst>
                <a:ext uri="{FF2B5EF4-FFF2-40B4-BE49-F238E27FC236}">
                  <a16:creationId xmlns:a16="http://schemas.microsoft.com/office/drawing/2014/main" id="{E10969CB-51E0-4F3C-A9E9-1D91E3BE2CAC}"/>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5466801" y="5088691"/>
              <a:ext cx="569795" cy="569795"/>
            </a:xfrm>
            <a:prstGeom prst="rect">
              <a:avLst/>
            </a:prstGeom>
          </p:spPr>
        </p:pic>
        <p:pic>
          <p:nvPicPr>
            <p:cNvPr id="42" name="Image 41" descr="Une image contenant personne, extérieur, fermer&#10;&#10;Description générée automatiquement">
              <a:extLst>
                <a:ext uri="{FF2B5EF4-FFF2-40B4-BE49-F238E27FC236}">
                  <a16:creationId xmlns:a16="http://schemas.microsoft.com/office/drawing/2014/main" id="{85E15BC5-5045-4791-820E-D60C5C9B148E}"/>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4786855" y="5088692"/>
              <a:ext cx="569795" cy="569795"/>
            </a:xfrm>
            <a:prstGeom prst="rect">
              <a:avLst/>
            </a:prstGeom>
          </p:spPr>
        </p:pic>
        <p:pic>
          <p:nvPicPr>
            <p:cNvPr id="43" name="Image 42" descr="Une image contenant personne, mur, intérieur, jeune&#10;&#10;Description générée automatiquement">
              <a:extLst>
                <a:ext uri="{FF2B5EF4-FFF2-40B4-BE49-F238E27FC236}">
                  <a16:creationId xmlns:a16="http://schemas.microsoft.com/office/drawing/2014/main" id="{B72DE066-A57E-4A12-B26B-37F0EC28D2A2}"/>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10253277" y="3722777"/>
              <a:ext cx="569795" cy="569795"/>
            </a:xfrm>
            <a:prstGeom prst="rect">
              <a:avLst/>
            </a:prstGeom>
          </p:spPr>
        </p:pic>
        <p:pic>
          <p:nvPicPr>
            <p:cNvPr id="44" name="Image 43" descr="Une image contenant personne, homme, extérieur, arbre&#10;&#10;Description générée automatiquement">
              <a:extLst>
                <a:ext uri="{FF2B5EF4-FFF2-40B4-BE49-F238E27FC236}">
                  <a16:creationId xmlns:a16="http://schemas.microsoft.com/office/drawing/2014/main" id="{625136E2-FF24-49A4-A615-DC4BB250F0A9}"/>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9610461" y="5720740"/>
              <a:ext cx="569795" cy="569795"/>
            </a:xfrm>
            <a:prstGeom prst="rect">
              <a:avLst/>
            </a:prstGeom>
          </p:spPr>
        </p:pic>
        <p:pic>
          <p:nvPicPr>
            <p:cNvPr id="45" name="Image 44" descr="Une image contenant personne, mur, souriant, intérieur&#10;&#10;Description générée automatiquement">
              <a:extLst>
                <a:ext uri="{FF2B5EF4-FFF2-40B4-BE49-F238E27FC236}">
                  <a16:creationId xmlns:a16="http://schemas.microsoft.com/office/drawing/2014/main" id="{A8CAA14E-BBA1-41D8-9185-E1C0E6300AD7}"/>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8918043" y="5732806"/>
              <a:ext cx="569795" cy="569795"/>
            </a:xfrm>
            <a:prstGeom prst="rect">
              <a:avLst/>
            </a:prstGeom>
          </p:spPr>
        </p:pic>
        <p:pic>
          <p:nvPicPr>
            <p:cNvPr id="46" name="Image 45" descr="Une image contenant personne, mur, souriant, posant&#10;&#10;Description générée automatiquement">
              <a:extLst>
                <a:ext uri="{FF2B5EF4-FFF2-40B4-BE49-F238E27FC236}">
                  <a16:creationId xmlns:a16="http://schemas.microsoft.com/office/drawing/2014/main" id="{5D9B3CDF-B15C-4A87-8242-3EEAB8F85C3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9610461" y="5066369"/>
              <a:ext cx="569795" cy="569795"/>
            </a:xfrm>
            <a:prstGeom prst="rect">
              <a:avLst/>
            </a:prstGeom>
          </p:spPr>
        </p:pic>
        <p:pic>
          <p:nvPicPr>
            <p:cNvPr id="48" name="Image 47" descr="Une image contenant personne, mur, homme, souriant&#10;&#10;Description générée automatiquement">
              <a:extLst>
                <a:ext uri="{FF2B5EF4-FFF2-40B4-BE49-F238E27FC236}">
                  <a16:creationId xmlns:a16="http://schemas.microsoft.com/office/drawing/2014/main" id="{28784615-5DBF-402B-B57C-4592CC9BD07D}"/>
                </a:ext>
              </a:extLst>
            </p:cNvPr>
            <p:cNvPicPr>
              <a:picLocks noChangeAspect="1"/>
            </p:cNvPicPr>
            <p:nvPr/>
          </p:nvPicPr>
          <p:blipFill>
            <a:blip r:embed="rId27" cstate="email">
              <a:extLst>
                <a:ext uri="{28A0092B-C50C-407E-A947-70E740481C1C}">
                  <a14:useLocalDpi xmlns:a14="http://schemas.microsoft.com/office/drawing/2010/main"/>
                </a:ext>
              </a:extLst>
            </a:blip>
            <a:stretch>
              <a:fillRect/>
            </a:stretch>
          </p:blipFill>
          <p:spPr>
            <a:xfrm>
              <a:off x="4106909" y="5096350"/>
              <a:ext cx="569795" cy="569795"/>
            </a:xfrm>
            <a:prstGeom prst="rect">
              <a:avLst/>
            </a:prstGeom>
          </p:spPr>
        </p:pic>
      </p:grpSp>
      <p:pic>
        <p:nvPicPr>
          <p:cNvPr id="55" name="Graphique 54" descr="Actualiser avec un remplissage uni">
            <a:extLst>
              <a:ext uri="{FF2B5EF4-FFF2-40B4-BE49-F238E27FC236}">
                <a16:creationId xmlns:a16="http://schemas.microsoft.com/office/drawing/2014/main" id="{C5D6CADE-9E7E-4BCD-8C56-DF5B2895A8C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2661523" y="3695352"/>
            <a:ext cx="578242" cy="578242"/>
          </a:xfrm>
          <a:prstGeom prst="rect">
            <a:avLst/>
          </a:prstGeom>
        </p:spPr>
      </p:pic>
      <p:pic>
        <p:nvPicPr>
          <p:cNvPr id="56" name="Graphique 55" descr="Point d’exclamation avec un remplissage uni">
            <a:extLst>
              <a:ext uri="{FF2B5EF4-FFF2-40B4-BE49-F238E27FC236}">
                <a16:creationId xmlns:a16="http://schemas.microsoft.com/office/drawing/2014/main" id="{4CDC2353-A6FA-4EE9-BEA3-D51141C207AE}"/>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2679684" y="5041622"/>
            <a:ext cx="578242" cy="578242"/>
          </a:xfrm>
          <a:prstGeom prst="rect">
            <a:avLst/>
          </a:prstGeom>
        </p:spPr>
      </p:pic>
    </p:spTree>
    <p:extLst>
      <p:ext uri="{BB962C8B-B14F-4D97-AF65-F5344CB8AC3E}">
        <p14:creationId xmlns:p14="http://schemas.microsoft.com/office/powerpoint/2010/main" val="12218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a:t>Atelier sur les profils d'investissement de temps</a:t>
            </a:r>
            <a:br>
              <a:rPr lang="fr-FR" sz="2800"/>
            </a:br>
            <a:r>
              <a:rPr lang="fr-FR" sz="2800"/>
              <a:t>Exemple de résultat d'atelier (sur la base de l’expression de chacun)</a:t>
            </a:r>
          </a:p>
        </p:txBody>
      </p:sp>
      <p:pic>
        <p:nvPicPr>
          <p:cNvPr id="55" name="Graphique 54" descr="Actualiser avec un remplissage uni">
            <a:extLst>
              <a:ext uri="{FF2B5EF4-FFF2-40B4-BE49-F238E27FC236}">
                <a16:creationId xmlns:a16="http://schemas.microsoft.com/office/drawing/2014/main" id="{C5D6CADE-9E7E-4BCD-8C56-DF5B2895A8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41172" y="3849176"/>
            <a:ext cx="578242" cy="578242"/>
          </a:xfrm>
          <a:prstGeom prst="rect">
            <a:avLst/>
          </a:prstGeom>
        </p:spPr>
      </p:pic>
      <p:pic>
        <p:nvPicPr>
          <p:cNvPr id="56" name="Graphique 55" descr="Point d’exclamation avec un remplissage uni">
            <a:extLst>
              <a:ext uri="{FF2B5EF4-FFF2-40B4-BE49-F238E27FC236}">
                <a16:creationId xmlns:a16="http://schemas.microsoft.com/office/drawing/2014/main" id="{4CDC2353-A6FA-4EE9-BEA3-D51141C207A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91729" y="5211746"/>
            <a:ext cx="578242" cy="578242"/>
          </a:xfrm>
          <a:prstGeom prst="rect">
            <a:avLst/>
          </a:prstGeom>
        </p:spPr>
      </p:pic>
      <p:graphicFrame>
        <p:nvGraphicFramePr>
          <p:cNvPr id="60" name="Tableau 3">
            <a:extLst>
              <a:ext uri="{FF2B5EF4-FFF2-40B4-BE49-F238E27FC236}">
                <a16:creationId xmlns:a16="http://schemas.microsoft.com/office/drawing/2014/main" id="{BD917FEF-7572-4ACD-9619-127C2A3BA4FE}"/>
              </a:ext>
            </a:extLst>
          </p:cNvPr>
          <p:cNvGraphicFramePr>
            <a:graphicFrameLocks noGrp="1"/>
          </p:cNvGraphicFramePr>
          <p:nvPr>
            <p:extLst>
              <p:ext uri="{D42A27DB-BD31-4B8C-83A1-F6EECF244321}">
                <p14:modId xmlns:p14="http://schemas.microsoft.com/office/powerpoint/2010/main" val="4133088078"/>
              </p:ext>
            </p:extLst>
          </p:nvPr>
        </p:nvGraphicFramePr>
        <p:xfrm>
          <a:off x="531932" y="1433897"/>
          <a:ext cx="5069878" cy="5129809"/>
        </p:xfrm>
        <a:graphic>
          <a:graphicData uri="http://schemas.openxmlformats.org/drawingml/2006/table">
            <a:tbl>
              <a:tblPr firstRow="1" firstCol="1" bandRow="1">
                <a:tableStyleId>{5C22544A-7EE6-4342-B048-85BDC9FD1C3A}</a:tableStyleId>
              </a:tblPr>
              <a:tblGrid>
                <a:gridCol w="2300371">
                  <a:extLst>
                    <a:ext uri="{9D8B030D-6E8A-4147-A177-3AD203B41FA5}">
                      <a16:colId xmlns:a16="http://schemas.microsoft.com/office/drawing/2014/main" val="421718832"/>
                    </a:ext>
                  </a:extLst>
                </a:gridCol>
                <a:gridCol w="2769507">
                  <a:extLst>
                    <a:ext uri="{9D8B030D-6E8A-4147-A177-3AD203B41FA5}">
                      <a16:colId xmlns:a16="http://schemas.microsoft.com/office/drawing/2014/main" val="2782377072"/>
                    </a:ext>
                  </a:extLst>
                </a:gridCol>
              </a:tblGrid>
              <a:tr h="706025">
                <a:tc>
                  <a:txBody>
                    <a:bodyPr/>
                    <a:lstStyle/>
                    <a:p>
                      <a:endParaRPr lang="en-US" sz="2400" noProof="0"/>
                    </a:p>
                  </a:txBody>
                  <a:tcPr/>
                </a:tc>
                <a:tc>
                  <a:txBody>
                    <a:bodyPr/>
                    <a:lstStyle/>
                    <a:p>
                      <a:r>
                        <a:rPr lang="en-US" err="1"/>
                        <a:t>Idées</a:t>
                      </a:r>
                      <a:r>
                        <a:rPr lang="en-US"/>
                        <a:t> </a:t>
                      </a:r>
                      <a:r>
                        <a:rPr lang="en-US" err="1"/>
                        <a:t>d’actions</a:t>
                      </a:r>
                      <a:endParaRPr lang="en-US"/>
                    </a:p>
                  </a:txBody>
                  <a:tcPr>
                    <a:solidFill>
                      <a:schemeClr val="accent2"/>
                    </a:solidFill>
                  </a:tcPr>
                </a:tc>
                <a:extLst>
                  <a:ext uri="{0D108BD9-81ED-4DB2-BD59-A6C34878D82A}">
                    <a16:rowId xmlns:a16="http://schemas.microsoft.com/office/drawing/2014/main" val="2283158500"/>
                  </a:ext>
                </a:extLst>
              </a:tr>
              <a:tr h="733612">
                <a:tc>
                  <a:txBody>
                    <a:bodyPr/>
                    <a:lstStyle/>
                    <a:p>
                      <a:endParaRPr lang="en-US" sz="1800" noProof="0"/>
                    </a:p>
                  </a:txBody>
                  <a:tcPr/>
                </a:tc>
                <a:tc>
                  <a:txBody>
                    <a:bodyPr/>
                    <a:lstStyle/>
                    <a:p>
                      <a:r>
                        <a:rPr lang="fr-FR" sz="1600"/>
                        <a:t>Créer un salon de discussion sur le sujet X</a:t>
                      </a:r>
                    </a:p>
                  </a:txBody>
                  <a:tcPr>
                    <a:solidFill>
                      <a:schemeClr val="accent2"/>
                    </a:solidFill>
                  </a:tcPr>
                </a:tc>
                <a:extLst>
                  <a:ext uri="{0D108BD9-81ED-4DB2-BD59-A6C34878D82A}">
                    <a16:rowId xmlns:a16="http://schemas.microsoft.com/office/drawing/2014/main" val="205122947"/>
                  </a:ext>
                </a:extLst>
              </a:tr>
              <a:tr h="733612">
                <a:tc>
                  <a:txBody>
                    <a:bodyPr/>
                    <a:lstStyle/>
                    <a:p>
                      <a:pPr algn="ctr"/>
                      <a:endParaRPr lang="en-US" sz="2000" noProof="0">
                        <a:solidFill>
                          <a:schemeClr val="tx1"/>
                        </a:solidFill>
                      </a:endParaRPr>
                    </a:p>
                  </a:txBody>
                  <a:tcPr/>
                </a:tc>
                <a:tc>
                  <a:txBody>
                    <a:bodyPr/>
                    <a:lstStyle/>
                    <a:p>
                      <a:r>
                        <a:rPr lang="fr-FR" sz="1600"/>
                        <a:t>Collecter des articles et les partager via la liste de diffusion</a:t>
                      </a:r>
                    </a:p>
                  </a:txBody>
                  <a:tcPr>
                    <a:solidFill>
                      <a:schemeClr val="accent2"/>
                    </a:solidFill>
                  </a:tcPr>
                </a:tc>
                <a:extLst>
                  <a:ext uri="{0D108BD9-81ED-4DB2-BD59-A6C34878D82A}">
                    <a16:rowId xmlns:a16="http://schemas.microsoft.com/office/drawing/2014/main" val="3294772465"/>
                  </a:ext>
                </a:extLst>
              </a:tr>
              <a:tr h="733612">
                <a:tc>
                  <a:txBody>
                    <a:bodyPr/>
                    <a:lstStyle/>
                    <a:p>
                      <a:pPr algn="ctr"/>
                      <a:endParaRPr lang="en-US" sz="1100" noProof="0"/>
                    </a:p>
                  </a:txBody>
                  <a:tcPr/>
                </a:tc>
                <a:tc>
                  <a:txBody>
                    <a:bodyPr/>
                    <a:lstStyle/>
                    <a:p>
                      <a:r>
                        <a:rPr lang="fr-FR" sz="1600"/>
                        <a:t>Monter un mini projet sur le sujet Y</a:t>
                      </a:r>
                      <a:endParaRPr lang="en-US" sz="1600"/>
                    </a:p>
                  </a:txBody>
                  <a:tcPr>
                    <a:solidFill>
                      <a:schemeClr val="accent2"/>
                    </a:solidFill>
                  </a:tcPr>
                </a:tc>
                <a:extLst>
                  <a:ext uri="{0D108BD9-81ED-4DB2-BD59-A6C34878D82A}">
                    <a16:rowId xmlns:a16="http://schemas.microsoft.com/office/drawing/2014/main" val="2036524172"/>
                  </a:ext>
                </a:extLst>
              </a:tr>
              <a:tr h="733612">
                <a:tc>
                  <a:txBody>
                    <a:bodyPr/>
                    <a:lstStyle/>
                    <a:p>
                      <a:pPr algn="ctr"/>
                      <a:endParaRPr lang="en-US" sz="1100" b="1" noProof="0"/>
                    </a:p>
                  </a:txBody>
                  <a:tcPr/>
                </a:tc>
                <a:tc>
                  <a:txBody>
                    <a:bodyPr/>
                    <a:lstStyle/>
                    <a:p>
                      <a:r>
                        <a:rPr lang="fr-FR" sz="1600"/>
                        <a:t>Organiser des sessions de co-développement</a:t>
                      </a:r>
                      <a:endParaRPr lang="en-US" sz="1600"/>
                    </a:p>
                    <a:p>
                      <a:endParaRPr lang="en-US" sz="1600"/>
                    </a:p>
                    <a:p>
                      <a:endParaRPr lang="en-US" sz="1600"/>
                    </a:p>
                  </a:txBody>
                  <a:tcPr>
                    <a:solidFill>
                      <a:schemeClr val="accent2"/>
                    </a:solidFill>
                  </a:tcPr>
                </a:tc>
                <a:extLst>
                  <a:ext uri="{0D108BD9-81ED-4DB2-BD59-A6C34878D82A}">
                    <a16:rowId xmlns:a16="http://schemas.microsoft.com/office/drawing/2014/main" val="3074071255"/>
                  </a:ext>
                </a:extLst>
              </a:tr>
              <a:tr h="733612">
                <a:tc>
                  <a:txBody>
                    <a:bodyPr/>
                    <a:lstStyle/>
                    <a:p>
                      <a:pPr algn="ctr"/>
                      <a:endParaRPr lang="en-US" sz="1100" b="1" noProof="0"/>
                    </a:p>
                  </a:txBody>
                  <a:tcPr/>
                </a:tc>
                <a:tc>
                  <a:txBody>
                    <a:bodyPr/>
                    <a:lstStyle/>
                    <a:p>
                      <a:r>
                        <a:rPr lang="fr-FR" sz="1600"/>
                        <a:t>Regarder et commenter ensemble des tutoriels vidéo en ligne</a:t>
                      </a:r>
                      <a:endParaRPr lang="en-US" sz="1600"/>
                    </a:p>
                    <a:p>
                      <a:endParaRPr lang="en-US" sz="1600"/>
                    </a:p>
                  </a:txBody>
                  <a:tcPr>
                    <a:solidFill>
                      <a:schemeClr val="accent2"/>
                    </a:solidFill>
                  </a:tcPr>
                </a:tc>
                <a:extLst>
                  <a:ext uri="{0D108BD9-81ED-4DB2-BD59-A6C34878D82A}">
                    <a16:rowId xmlns:a16="http://schemas.microsoft.com/office/drawing/2014/main" val="3319643602"/>
                  </a:ext>
                </a:extLst>
              </a:tr>
            </a:tbl>
          </a:graphicData>
        </a:graphic>
      </p:graphicFrame>
      <p:pic>
        <p:nvPicPr>
          <p:cNvPr id="64" name="Image 63" descr="Une image contenant personne, souriant, homme, posant&#10;&#10;Description générée automatiquement">
            <a:extLst>
              <a:ext uri="{FF2B5EF4-FFF2-40B4-BE49-F238E27FC236}">
                <a16:creationId xmlns:a16="http://schemas.microsoft.com/office/drawing/2014/main" id="{E30B409D-CF8D-45DD-A99F-BE290904E92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619142" y="2274285"/>
            <a:ext cx="396257" cy="396257"/>
          </a:xfrm>
          <a:prstGeom prst="rect">
            <a:avLst/>
          </a:prstGeom>
        </p:spPr>
      </p:pic>
      <p:pic>
        <p:nvPicPr>
          <p:cNvPr id="66" name="Image 65" descr="Une image contenant personne, intérieur, posant, fermer&#10;&#10;Description générée automatiquement">
            <a:extLst>
              <a:ext uri="{FF2B5EF4-FFF2-40B4-BE49-F238E27FC236}">
                <a16:creationId xmlns:a16="http://schemas.microsoft.com/office/drawing/2014/main" id="{F0D18511-FF50-41AA-907B-40D3C644595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123876" y="2254435"/>
            <a:ext cx="396257" cy="396257"/>
          </a:xfrm>
          <a:prstGeom prst="rect">
            <a:avLst/>
          </a:prstGeom>
        </p:spPr>
      </p:pic>
      <p:pic>
        <p:nvPicPr>
          <p:cNvPr id="67" name="Image 66" descr="Une image contenant homme, personne, verres, portant&#10;&#10;Description générée automatiquement">
            <a:extLst>
              <a:ext uri="{FF2B5EF4-FFF2-40B4-BE49-F238E27FC236}">
                <a16:creationId xmlns:a16="http://schemas.microsoft.com/office/drawing/2014/main" id="{F1D107E8-C80B-4D61-8DE9-781A96544632}"/>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28610" y="2252646"/>
            <a:ext cx="396257" cy="396257"/>
          </a:xfrm>
          <a:prstGeom prst="rect">
            <a:avLst/>
          </a:prstGeom>
        </p:spPr>
      </p:pic>
      <p:pic>
        <p:nvPicPr>
          <p:cNvPr id="90" name="Image 89" descr="Une image contenant personne, homme, cravate, complet&#10;&#10;Description générée automatiquement">
            <a:extLst>
              <a:ext uri="{FF2B5EF4-FFF2-40B4-BE49-F238E27FC236}">
                <a16:creationId xmlns:a16="http://schemas.microsoft.com/office/drawing/2014/main" id="{CBDA7AD0-006A-493A-818A-34307436D335}"/>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108640" y="5008641"/>
            <a:ext cx="437793" cy="437793"/>
          </a:xfrm>
          <a:prstGeom prst="rect">
            <a:avLst/>
          </a:prstGeom>
        </p:spPr>
      </p:pic>
      <p:pic>
        <p:nvPicPr>
          <p:cNvPr id="91" name="Image 90" descr="Une image contenant personne, extérieur, souriant, violet&#10;&#10;Description générée automatiquement">
            <a:extLst>
              <a:ext uri="{FF2B5EF4-FFF2-40B4-BE49-F238E27FC236}">
                <a16:creationId xmlns:a16="http://schemas.microsoft.com/office/drawing/2014/main" id="{E479037D-EFDE-4381-A1A3-892C76A42CB7}"/>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700524" y="5013290"/>
            <a:ext cx="437793" cy="437793"/>
          </a:xfrm>
          <a:prstGeom prst="rect">
            <a:avLst/>
          </a:prstGeom>
        </p:spPr>
      </p:pic>
      <p:pic>
        <p:nvPicPr>
          <p:cNvPr id="92" name="Image 91" descr="Une image contenant personne, femme, souriant&#10;&#10;Description générée automatiquement">
            <a:extLst>
              <a:ext uri="{FF2B5EF4-FFF2-40B4-BE49-F238E27FC236}">
                <a16:creationId xmlns:a16="http://schemas.microsoft.com/office/drawing/2014/main" id="{7DA2923D-C440-4E21-A874-AA7CADE14479}"/>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102725" y="4527377"/>
            <a:ext cx="437793" cy="437793"/>
          </a:xfrm>
          <a:prstGeom prst="rect">
            <a:avLst/>
          </a:prstGeom>
        </p:spPr>
      </p:pic>
      <p:pic>
        <p:nvPicPr>
          <p:cNvPr id="93" name="Image 92" descr="Une image contenant personne, extérieur, souriant, foule&#10;&#10;Description générée automatiquement">
            <a:extLst>
              <a:ext uri="{FF2B5EF4-FFF2-40B4-BE49-F238E27FC236}">
                <a16:creationId xmlns:a16="http://schemas.microsoft.com/office/drawing/2014/main" id="{2B82D18A-8E9A-4931-B7F4-79B3DBBFBF64}"/>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531933" y="5609571"/>
            <a:ext cx="437793" cy="437793"/>
          </a:xfrm>
          <a:prstGeom prst="rect">
            <a:avLst/>
          </a:prstGeom>
        </p:spPr>
      </p:pic>
      <p:pic>
        <p:nvPicPr>
          <p:cNvPr id="96" name="Image 95" descr="Une image contenant personne, homme, mur, souriant&#10;&#10;Description générée automatiquement">
            <a:extLst>
              <a:ext uri="{FF2B5EF4-FFF2-40B4-BE49-F238E27FC236}">
                <a16:creationId xmlns:a16="http://schemas.microsoft.com/office/drawing/2014/main" id="{F310561E-CDCC-494F-8CA8-49E119D471B3}"/>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1066622" y="3752736"/>
            <a:ext cx="437793" cy="437793"/>
          </a:xfrm>
          <a:prstGeom prst="rect">
            <a:avLst/>
          </a:prstGeom>
        </p:spPr>
      </p:pic>
      <p:pic>
        <p:nvPicPr>
          <p:cNvPr id="97" name="Image 96" descr="Une image contenant homme, personne, intérieur, aîné&#10;&#10;Description générée automatiquement">
            <a:extLst>
              <a:ext uri="{FF2B5EF4-FFF2-40B4-BE49-F238E27FC236}">
                <a16:creationId xmlns:a16="http://schemas.microsoft.com/office/drawing/2014/main" id="{BF9E2E05-94F3-4396-9642-AA99D39475C0}"/>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1707159" y="4527377"/>
            <a:ext cx="437793" cy="437793"/>
          </a:xfrm>
          <a:prstGeom prst="rect">
            <a:avLst/>
          </a:prstGeom>
        </p:spPr>
      </p:pic>
      <p:pic>
        <p:nvPicPr>
          <p:cNvPr id="99" name="Image 98" descr="Une image contenant personne, homme, intérieur, souriant&#10;&#10;Description générée automatiquement">
            <a:extLst>
              <a:ext uri="{FF2B5EF4-FFF2-40B4-BE49-F238E27FC236}">
                <a16:creationId xmlns:a16="http://schemas.microsoft.com/office/drawing/2014/main" id="{6DB4483F-2465-4BD1-AE7F-CF2D4EEFE6B5}"/>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557234" y="4528162"/>
            <a:ext cx="437793" cy="437793"/>
          </a:xfrm>
          <a:prstGeom prst="rect">
            <a:avLst/>
          </a:prstGeom>
        </p:spPr>
      </p:pic>
      <p:pic>
        <p:nvPicPr>
          <p:cNvPr id="100" name="Image 99" descr="Une image contenant personne, homme, cravate, souriant&#10;&#10;Description générée automatiquement">
            <a:extLst>
              <a:ext uri="{FF2B5EF4-FFF2-40B4-BE49-F238E27FC236}">
                <a16:creationId xmlns:a16="http://schemas.microsoft.com/office/drawing/2014/main" id="{F0575F07-F81E-41D1-8267-811648E96A13}"/>
              </a:ext>
            </a:extLst>
          </p:cNvPr>
          <p:cNvPicPr>
            <a:picLocks noChangeAspect="1"/>
          </p:cNvPicPr>
          <p:nvPr/>
        </p:nvPicPr>
        <p:blipFill>
          <a:blip r:embed="rId16" cstate="email">
            <a:extLst>
              <a:ext uri="{28A0092B-C50C-407E-A947-70E740481C1C}">
                <a14:useLocalDpi xmlns:a14="http://schemas.microsoft.com/office/drawing/2010/main"/>
              </a:ext>
            </a:extLst>
          </a:blip>
          <a:stretch>
            <a:fillRect/>
          </a:stretch>
        </p:blipFill>
        <p:spPr>
          <a:xfrm>
            <a:off x="556084" y="5002759"/>
            <a:ext cx="437793" cy="437793"/>
          </a:xfrm>
          <a:prstGeom prst="rect">
            <a:avLst/>
          </a:prstGeom>
        </p:spPr>
      </p:pic>
      <p:pic>
        <p:nvPicPr>
          <p:cNvPr id="101" name="Image 100" descr="Une image contenant personne, homme, souriant, aîné&#10;&#10;Description générée automatiquement">
            <a:extLst>
              <a:ext uri="{FF2B5EF4-FFF2-40B4-BE49-F238E27FC236}">
                <a16:creationId xmlns:a16="http://schemas.microsoft.com/office/drawing/2014/main" id="{55BDD347-406B-4E92-A818-C39A74665325}"/>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517162" y="2904015"/>
            <a:ext cx="437793" cy="437793"/>
          </a:xfrm>
          <a:prstGeom prst="rect">
            <a:avLst/>
          </a:prstGeom>
        </p:spPr>
      </p:pic>
      <p:pic>
        <p:nvPicPr>
          <p:cNvPr id="102" name="Image 101" descr="Une image contenant personne, homme, souriant, aîné&#10;&#10;Description générée automatiquement">
            <a:extLst>
              <a:ext uri="{FF2B5EF4-FFF2-40B4-BE49-F238E27FC236}">
                <a16:creationId xmlns:a16="http://schemas.microsoft.com/office/drawing/2014/main" id="{AB97E881-822C-4F95-B6B5-FB38F0C1ECA5}"/>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531932" y="6103643"/>
            <a:ext cx="437793" cy="437793"/>
          </a:xfrm>
          <a:prstGeom prst="rect">
            <a:avLst/>
          </a:prstGeom>
        </p:spPr>
      </p:pic>
      <p:pic>
        <p:nvPicPr>
          <p:cNvPr id="103" name="Image 102" descr="Une image contenant personne, femme, souriant, posant&#10;&#10;Description générée automatiquement">
            <a:extLst>
              <a:ext uri="{FF2B5EF4-FFF2-40B4-BE49-F238E27FC236}">
                <a16:creationId xmlns:a16="http://schemas.microsoft.com/office/drawing/2014/main" id="{3177FAF7-AC03-41D8-ADF3-976BB3019574}"/>
              </a:ext>
            </a:extLst>
          </p:cNvPr>
          <p:cNvPicPr>
            <a:picLocks noChangeAspect="1"/>
          </p:cNvPicPr>
          <p:nvPr/>
        </p:nvPicPr>
        <p:blipFill>
          <a:blip r:embed="rId19" cstate="email">
            <a:extLst>
              <a:ext uri="{28A0092B-C50C-407E-A947-70E740481C1C}">
                <a14:useLocalDpi xmlns:a14="http://schemas.microsoft.com/office/drawing/2010/main"/>
              </a:ext>
            </a:extLst>
          </a:blip>
          <a:stretch>
            <a:fillRect/>
          </a:stretch>
        </p:blipFill>
        <p:spPr>
          <a:xfrm>
            <a:off x="1126208" y="6103643"/>
            <a:ext cx="437793" cy="437793"/>
          </a:xfrm>
          <a:prstGeom prst="rect">
            <a:avLst/>
          </a:prstGeom>
        </p:spPr>
      </p:pic>
      <p:pic>
        <p:nvPicPr>
          <p:cNvPr id="104" name="Image 103" descr="Une image contenant personne, extérieur, fermer&#10;&#10;Description générée automatiquement">
            <a:extLst>
              <a:ext uri="{FF2B5EF4-FFF2-40B4-BE49-F238E27FC236}">
                <a16:creationId xmlns:a16="http://schemas.microsoft.com/office/drawing/2014/main" id="{DFBC74A6-77F8-47ED-8F5A-17DE25A2E562}"/>
              </a:ext>
            </a:extLst>
          </p:cNvPr>
          <p:cNvPicPr>
            <a:picLocks noChangeAspect="1"/>
          </p:cNvPicPr>
          <p:nvPr/>
        </p:nvPicPr>
        <p:blipFill>
          <a:blip r:embed="rId20" cstate="email">
            <a:extLst>
              <a:ext uri="{28A0092B-C50C-407E-A947-70E740481C1C}">
                <a14:useLocalDpi xmlns:a14="http://schemas.microsoft.com/office/drawing/2010/main"/>
              </a:ext>
            </a:extLst>
          </a:blip>
          <a:stretch>
            <a:fillRect/>
          </a:stretch>
        </p:blipFill>
        <p:spPr>
          <a:xfrm>
            <a:off x="1576784" y="5609571"/>
            <a:ext cx="437793" cy="437793"/>
          </a:xfrm>
          <a:prstGeom prst="rect">
            <a:avLst/>
          </a:prstGeom>
        </p:spPr>
      </p:pic>
      <p:pic>
        <p:nvPicPr>
          <p:cNvPr id="106" name="Image 105" descr="Une image contenant personne, homme, extérieur, arbre&#10;&#10;Description générée automatiquement">
            <a:extLst>
              <a:ext uri="{FF2B5EF4-FFF2-40B4-BE49-F238E27FC236}">
                <a16:creationId xmlns:a16="http://schemas.microsoft.com/office/drawing/2014/main" id="{C4E31ECF-EAA8-433A-8EDF-81B29B740F9D}"/>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2013215" y="2896809"/>
            <a:ext cx="437793" cy="437793"/>
          </a:xfrm>
          <a:prstGeom prst="rect">
            <a:avLst/>
          </a:prstGeom>
        </p:spPr>
      </p:pic>
      <p:pic>
        <p:nvPicPr>
          <p:cNvPr id="107" name="Image 106" descr="Une image contenant personne, mur, souriant, intérieur&#10;&#10;Description générée automatiquement">
            <a:extLst>
              <a:ext uri="{FF2B5EF4-FFF2-40B4-BE49-F238E27FC236}">
                <a16:creationId xmlns:a16="http://schemas.microsoft.com/office/drawing/2014/main" id="{F4C61AB2-4F6D-4BB9-9E94-89441902151A}"/>
              </a:ext>
            </a:extLst>
          </p:cNvPr>
          <p:cNvPicPr>
            <a:picLocks noChangeAspect="1"/>
          </p:cNvPicPr>
          <p:nvPr/>
        </p:nvPicPr>
        <p:blipFill>
          <a:blip r:embed="rId22" cstate="email">
            <a:extLst>
              <a:ext uri="{28A0092B-C50C-407E-A947-70E740481C1C}">
                <a14:useLocalDpi xmlns:a14="http://schemas.microsoft.com/office/drawing/2010/main"/>
              </a:ext>
            </a:extLst>
          </a:blip>
          <a:stretch>
            <a:fillRect/>
          </a:stretch>
        </p:blipFill>
        <p:spPr>
          <a:xfrm>
            <a:off x="1481208" y="2906077"/>
            <a:ext cx="437793" cy="437793"/>
          </a:xfrm>
          <a:prstGeom prst="rect">
            <a:avLst/>
          </a:prstGeom>
        </p:spPr>
      </p:pic>
      <p:pic>
        <p:nvPicPr>
          <p:cNvPr id="108" name="Image 107" descr="Une image contenant personne, mur, souriant, posant&#10;&#10;Description générée automatiquement">
            <a:extLst>
              <a:ext uri="{FF2B5EF4-FFF2-40B4-BE49-F238E27FC236}">
                <a16:creationId xmlns:a16="http://schemas.microsoft.com/office/drawing/2014/main" id="{B3C9BD16-5B6A-4415-8D9F-6F5C44F06CDC}"/>
              </a:ext>
            </a:extLst>
          </p:cNvPr>
          <p:cNvPicPr>
            <a:picLocks noChangeAspect="1"/>
          </p:cNvPicPr>
          <p:nvPr/>
        </p:nvPicPr>
        <p:blipFill>
          <a:blip r:embed="rId23" cstate="email">
            <a:extLst>
              <a:ext uri="{28A0092B-C50C-407E-A947-70E740481C1C}">
                <a14:useLocalDpi xmlns:a14="http://schemas.microsoft.com/office/drawing/2010/main"/>
              </a:ext>
            </a:extLst>
          </a:blip>
          <a:stretch>
            <a:fillRect/>
          </a:stretch>
        </p:blipFill>
        <p:spPr>
          <a:xfrm>
            <a:off x="984442" y="2900632"/>
            <a:ext cx="437793" cy="437793"/>
          </a:xfrm>
          <a:prstGeom prst="rect">
            <a:avLst/>
          </a:prstGeom>
        </p:spPr>
      </p:pic>
      <p:pic>
        <p:nvPicPr>
          <p:cNvPr id="109" name="Image 108" descr="Une image contenant personne, mur, homme, souriant&#10;&#10;Description générée automatiquement">
            <a:extLst>
              <a:ext uri="{FF2B5EF4-FFF2-40B4-BE49-F238E27FC236}">
                <a16:creationId xmlns:a16="http://schemas.microsoft.com/office/drawing/2014/main" id="{189C13C5-496F-4C10-97AE-ECEFED73D001}"/>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1054360" y="5615453"/>
            <a:ext cx="437793" cy="437793"/>
          </a:xfrm>
          <a:prstGeom prst="rect">
            <a:avLst/>
          </a:prstGeom>
        </p:spPr>
      </p:pic>
      <p:pic>
        <p:nvPicPr>
          <p:cNvPr id="110" name="Image 109" descr="Une image contenant personne, intérieur, posant, fermer&#10;&#10;Description générée automatiquement">
            <a:extLst>
              <a:ext uri="{FF2B5EF4-FFF2-40B4-BE49-F238E27FC236}">
                <a16:creationId xmlns:a16="http://schemas.microsoft.com/office/drawing/2014/main" id="{A1DE9B8B-4C75-4E05-94FE-7E66A121F28B}"/>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56084" y="3762803"/>
            <a:ext cx="437793" cy="437793"/>
          </a:xfrm>
          <a:prstGeom prst="rect">
            <a:avLst/>
          </a:prstGeom>
        </p:spPr>
      </p:pic>
    </p:spTree>
    <p:extLst>
      <p:ext uri="{BB962C8B-B14F-4D97-AF65-F5344CB8AC3E}">
        <p14:creationId xmlns:p14="http://schemas.microsoft.com/office/powerpoint/2010/main" val="3410800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a:t>Atelier sur les profils d'investissement de temps</a:t>
            </a:r>
            <a:br>
              <a:rPr lang="fr-FR" sz="2800"/>
            </a:br>
            <a:r>
              <a:rPr lang="fr-FR" sz="2800"/>
              <a:t>Feuille vide</a:t>
            </a:r>
          </a:p>
        </p:txBody>
      </p:sp>
      <p:graphicFrame>
        <p:nvGraphicFramePr>
          <p:cNvPr id="3" name="Tableau 3">
            <a:extLst>
              <a:ext uri="{FF2B5EF4-FFF2-40B4-BE49-F238E27FC236}">
                <a16:creationId xmlns:a16="http://schemas.microsoft.com/office/drawing/2014/main" id="{270A5E3B-35B7-4271-AF7C-BD4FDD213ED4}"/>
              </a:ext>
            </a:extLst>
          </p:cNvPr>
          <p:cNvGraphicFramePr>
            <a:graphicFrameLocks noGrp="1"/>
          </p:cNvGraphicFramePr>
          <p:nvPr>
            <p:extLst>
              <p:ext uri="{D42A27DB-BD31-4B8C-83A1-F6EECF244321}">
                <p14:modId xmlns:p14="http://schemas.microsoft.com/office/powerpoint/2010/main" val="2345311363"/>
              </p:ext>
            </p:extLst>
          </p:nvPr>
        </p:nvGraphicFramePr>
        <p:xfrm>
          <a:off x="495300" y="1467259"/>
          <a:ext cx="11226800" cy="4987914"/>
        </p:xfrm>
        <a:graphic>
          <a:graphicData uri="http://schemas.openxmlformats.org/drawingml/2006/table">
            <a:tbl>
              <a:tblPr firstRow="1" firstCol="1" bandRow="1">
                <a:tableStyleId>{5C22544A-7EE6-4342-B048-85BDC9FD1C3A}</a:tableStyleId>
              </a:tblPr>
              <a:tblGrid>
                <a:gridCol w="2806700">
                  <a:extLst>
                    <a:ext uri="{9D8B030D-6E8A-4147-A177-3AD203B41FA5}">
                      <a16:colId xmlns:a16="http://schemas.microsoft.com/office/drawing/2014/main" val="421718832"/>
                    </a:ext>
                  </a:extLst>
                </a:gridCol>
                <a:gridCol w="2806700">
                  <a:extLst>
                    <a:ext uri="{9D8B030D-6E8A-4147-A177-3AD203B41FA5}">
                      <a16:colId xmlns:a16="http://schemas.microsoft.com/office/drawing/2014/main" val="2782377072"/>
                    </a:ext>
                  </a:extLst>
                </a:gridCol>
                <a:gridCol w="2692400">
                  <a:extLst>
                    <a:ext uri="{9D8B030D-6E8A-4147-A177-3AD203B41FA5}">
                      <a16:colId xmlns:a16="http://schemas.microsoft.com/office/drawing/2014/main" val="2940119286"/>
                    </a:ext>
                  </a:extLst>
                </a:gridCol>
                <a:gridCol w="2921000">
                  <a:extLst>
                    <a:ext uri="{9D8B030D-6E8A-4147-A177-3AD203B41FA5}">
                      <a16:colId xmlns:a16="http://schemas.microsoft.com/office/drawing/2014/main" val="4254710511"/>
                    </a:ext>
                  </a:extLst>
                </a:gridCol>
              </a:tblGrid>
              <a:tr h="2122794">
                <a:tc>
                  <a:txBody>
                    <a:bodyPr/>
                    <a:lstStyle/>
                    <a:p>
                      <a:r>
                        <a:rPr lang="fr-FR" sz="1100" noProof="0"/>
                        <a:t>Dans quels types de moments investissez-vous votre temps pour la Communauté ?  </a:t>
                      </a:r>
                      <a:r>
                        <a:rPr lang="fr-FR" sz="1100" noProof="0">
                          <a:sym typeface="Wingdings" panose="05000000000000000000" pitchFamily="2" charset="2"/>
                        </a:rPr>
                        <a:t></a:t>
                      </a:r>
                      <a:endParaRPr lang="fr-FR" sz="1100" noProof="0"/>
                    </a:p>
                    <a:p>
                      <a:endParaRPr lang="fr-FR" sz="1100" noProof="0"/>
                    </a:p>
                    <a:p>
                      <a:endParaRPr lang="fr-FR" sz="1100" noProof="0"/>
                    </a:p>
                    <a:p>
                      <a:endParaRPr lang="fr-FR" sz="1100" noProof="0"/>
                    </a:p>
                    <a:p>
                      <a:r>
                        <a:rPr lang="fr-FR" sz="1100" noProof="0"/>
                        <a:t>Sur quelle base serez-vous présent ? ↓ </a:t>
                      </a:r>
                      <a:endParaRPr lang="en-US" sz="1100" noProof="0"/>
                    </a:p>
                  </a:txBody>
                  <a:tcPr/>
                </a:tc>
                <a:tc>
                  <a:txBody>
                    <a:bodyPr/>
                    <a:lstStyle/>
                    <a:p>
                      <a:pPr algn="ctr"/>
                      <a:endParaRPr lang="en-US" sz="1100" noProof="0"/>
                    </a:p>
                    <a:p>
                      <a:pPr algn="ctr"/>
                      <a:endParaRPr lang="en-US" sz="1100" noProof="0"/>
                    </a:p>
                    <a:p>
                      <a:pPr algn="ctr"/>
                      <a:endParaRPr lang="en-US" sz="1100" noProof="0"/>
                    </a:p>
                    <a:p>
                      <a:pPr algn="ctr"/>
                      <a:endParaRPr lang="en-US" sz="1100" noProof="0">
                        <a:solidFill>
                          <a:schemeClr val="tx1"/>
                        </a:solidFill>
                      </a:endParaRPr>
                    </a:p>
                    <a:p>
                      <a:pPr algn="ctr"/>
                      <a:r>
                        <a:rPr lang="fr-FR" sz="1100" noProof="0">
                          <a:solidFill>
                            <a:schemeClr val="tx1"/>
                          </a:solidFill>
                        </a:rPr>
                        <a:t>Moments collectifs uniquement : </a:t>
                      </a:r>
                    </a:p>
                    <a:p>
                      <a:pPr algn="ctr"/>
                      <a:r>
                        <a:rPr lang="fr-FR" sz="1100" b="0" noProof="0">
                          <a:solidFill>
                            <a:schemeClr val="tx1"/>
                          </a:solidFill>
                        </a:rPr>
                        <a:t>Je n'investis du temps que pendant les réunions. N'attendez pas de moi que j'investisse du temps entre les réunions.</a:t>
                      </a:r>
                      <a:endParaRPr lang="en-US" sz="1100" b="0" i="1" noProof="0">
                        <a:solidFill>
                          <a:schemeClr val="tx1"/>
                        </a:solidFill>
                      </a:endParaRPr>
                    </a:p>
                  </a:txBody>
                  <a:tcPr>
                    <a:solidFill>
                      <a:srgbClr val="EC7B2B"/>
                    </a:solidFill>
                  </a:tcPr>
                </a:tc>
                <a:tc>
                  <a:txBody>
                    <a:bodyPr/>
                    <a:lstStyle/>
                    <a:p>
                      <a:pPr algn="ctr"/>
                      <a:endParaRPr lang="en-US" sz="1100" noProof="0"/>
                    </a:p>
                    <a:p>
                      <a:pPr algn="ctr"/>
                      <a:endParaRPr lang="en-US" sz="1100" noProof="0"/>
                    </a:p>
                    <a:p>
                      <a:pPr algn="ctr"/>
                      <a:endParaRPr lang="en-US" sz="1100" noProof="0"/>
                    </a:p>
                    <a:p>
                      <a:pPr algn="ctr"/>
                      <a:endParaRPr lang="en-US" sz="1100" noProof="0"/>
                    </a:p>
                    <a:p>
                      <a:pPr algn="ctr"/>
                      <a:r>
                        <a:rPr lang="fr-FR" sz="1100" noProof="0"/>
                        <a:t>Moments collectifs ET moments individuels : </a:t>
                      </a:r>
                    </a:p>
                    <a:p>
                      <a:pPr algn="ctr"/>
                      <a:r>
                        <a:rPr lang="fr-FR" sz="1100" b="0" noProof="0"/>
                        <a:t>J'investis du temps à la fois pour les réunions et entre les réunions.</a:t>
                      </a:r>
                      <a:endParaRPr lang="en-US" sz="1100" b="0" i="1" noProof="0"/>
                    </a:p>
                  </a:txBody>
                  <a:tcPr>
                    <a:solidFill>
                      <a:schemeClr val="bg1">
                        <a:lumMod val="50000"/>
                      </a:schemeClr>
                    </a:solidFill>
                  </a:tcPr>
                </a:tc>
                <a:tc>
                  <a:txBody>
                    <a:bodyPr/>
                    <a:lstStyle/>
                    <a:p>
                      <a:pPr algn="ctr"/>
                      <a:endParaRPr lang="en-US" sz="1100" noProof="0"/>
                    </a:p>
                    <a:p>
                      <a:pPr algn="ctr"/>
                      <a:endParaRPr lang="en-US" sz="1100" noProof="0"/>
                    </a:p>
                    <a:p>
                      <a:pPr algn="ctr"/>
                      <a:endParaRPr lang="en-US" sz="1100" noProof="0"/>
                    </a:p>
                    <a:p>
                      <a:pPr algn="ctr"/>
                      <a:endParaRPr lang="en-US" sz="1100" noProof="0"/>
                    </a:p>
                    <a:p>
                      <a:pPr algn="ctr"/>
                      <a:r>
                        <a:rPr lang="fr-FR" sz="1100" noProof="0"/>
                        <a:t>Moments individuels uniquement : </a:t>
                      </a:r>
                    </a:p>
                    <a:p>
                      <a:pPr algn="ctr"/>
                      <a:r>
                        <a:rPr lang="fr-FR" sz="1100" b="0" noProof="0"/>
                        <a:t>Je n'investis que le temps qui correspond à mon propre emploi du temps, principalement entre les réunions. Ne vous attendez pas à des réunions.</a:t>
                      </a:r>
                      <a:endParaRPr lang="en-US" sz="1100" b="0" i="1" noProof="0"/>
                    </a:p>
                  </a:txBody>
                  <a:tcPr/>
                </a:tc>
                <a:extLst>
                  <a:ext uri="{0D108BD9-81ED-4DB2-BD59-A6C34878D82A}">
                    <a16:rowId xmlns:a16="http://schemas.microsoft.com/office/drawing/2014/main" val="2283158500"/>
                  </a:ext>
                </a:extLst>
              </a:tr>
              <a:tr h="1399240">
                <a:tc>
                  <a:txBody>
                    <a:bodyPr/>
                    <a:lstStyle/>
                    <a:p>
                      <a:endParaRPr lang="en-US" sz="1100" noProof="0"/>
                    </a:p>
                    <a:p>
                      <a:endParaRPr lang="en-US" sz="1100" noProof="0"/>
                    </a:p>
                    <a:p>
                      <a:r>
                        <a:rPr lang="fr-FR" sz="1100" noProof="0"/>
                        <a:t>Base régulière :</a:t>
                      </a:r>
                    </a:p>
                    <a:p>
                      <a:r>
                        <a:rPr lang="fr-FR" sz="1100" b="0" noProof="0"/>
                        <a:t>Je suis axé sur l'appartenance. Je préfère consacrer du temps à une participation régulière, mais n'attendez pas de moi que je fasse un choix à chaque fois. </a:t>
                      </a:r>
                    </a:p>
                  </a:txBody>
                  <a:tcPr/>
                </a:tc>
                <a:tc>
                  <a:txBody>
                    <a:bodyPr/>
                    <a:lstStyle/>
                    <a:p>
                      <a:endParaRPr lang="en-US" sz="1100" noProof="0"/>
                    </a:p>
                  </a:txBody>
                  <a:tcPr>
                    <a:solidFill>
                      <a:srgbClr val="F5BD95"/>
                    </a:solidFill>
                  </a:tcPr>
                </a:tc>
                <a:tc>
                  <a:txBody>
                    <a:bodyPr/>
                    <a:lstStyle/>
                    <a:p>
                      <a:endParaRPr lang="en-US" sz="1100" b="0" noProof="0"/>
                    </a:p>
                  </a:txBody>
                  <a:tcPr>
                    <a:solidFill>
                      <a:srgbClr val="BFBFBF"/>
                    </a:solidFill>
                  </a:tcPr>
                </a:tc>
                <a:tc>
                  <a:txBody>
                    <a:bodyPr/>
                    <a:lstStyle/>
                    <a:p>
                      <a:endParaRPr lang="en-US" sz="1100" noProof="0"/>
                    </a:p>
                  </a:txBody>
                  <a:tcPr/>
                </a:tc>
                <a:extLst>
                  <a:ext uri="{0D108BD9-81ED-4DB2-BD59-A6C34878D82A}">
                    <a16:rowId xmlns:a16="http://schemas.microsoft.com/office/drawing/2014/main" val="205122947"/>
                  </a:ext>
                </a:extLst>
              </a:tr>
              <a:tr h="1399240">
                <a:tc>
                  <a:txBody>
                    <a:bodyPr/>
                    <a:lstStyle/>
                    <a:p>
                      <a:endParaRPr lang="en-US" sz="1100" noProof="0"/>
                    </a:p>
                    <a:p>
                      <a:endParaRPr lang="en-US" sz="1100" noProof="0"/>
                    </a:p>
                    <a:p>
                      <a:r>
                        <a:rPr lang="fr-FR" sz="1100" noProof="0"/>
                        <a:t>Sur une base occasionnelle :</a:t>
                      </a:r>
                    </a:p>
                    <a:p>
                      <a:r>
                        <a:rPr lang="fr-FR" sz="1100" b="0" noProof="0"/>
                        <a:t>Je suis motivé par les opportunités. Je préfère dépenser de l'énergie à décider de participer ou non à chaque fois, mais ne vous attendez pas à ce que je sois régulier.</a:t>
                      </a:r>
                      <a:endParaRPr lang="en-US" sz="1100" b="0" i="1" noProof="0"/>
                    </a:p>
                  </a:txBody>
                  <a:tcPr/>
                </a:tc>
                <a:tc>
                  <a:txBody>
                    <a:bodyPr/>
                    <a:lstStyle/>
                    <a:p>
                      <a:endParaRPr lang="en-US" sz="1100" noProof="0"/>
                    </a:p>
                  </a:txBody>
                  <a:tcPr>
                    <a:solidFill>
                      <a:srgbClr val="FBE5D5"/>
                    </a:solidFill>
                  </a:tcPr>
                </a:tc>
                <a:tc>
                  <a:txBody>
                    <a:bodyPr/>
                    <a:lstStyle/>
                    <a:p>
                      <a:endParaRPr lang="en-US" sz="1100" noProof="0"/>
                    </a:p>
                  </a:txBody>
                  <a:tcPr>
                    <a:solidFill>
                      <a:schemeClr val="bg1">
                        <a:lumMod val="95000"/>
                      </a:schemeClr>
                    </a:solidFill>
                  </a:tcPr>
                </a:tc>
                <a:tc>
                  <a:txBody>
                    <a:bodyPr/>
                    <a:lstStyle/>
                    <a:p>
                      <a:endParaRPr lang="en-US" sz="1100" noProof="0"/>
                    </a:p>
                  </a:txBody>
                  <a:tcPr/>
                </a:tc>
                <a:extLst>
                  <a:ext uri="{0D108BD9-81ED-4DB2-BD59-A6C34878D82A}">
                    <a16:rowId xmlns:a16="http://schemas.microsoft.com/office/drawing/2014/main" val="3294772465"/>
                  </a:ext>
                </a:extLst>
              </a:tr>
            </a:tbl>
          </a:graphicData>
        </a:graphic>
      </p:graphicFrame>
      <p:pic>
        <p:nvPicPr>
          <p:cNvPr id="47" name="Graphique 46" descr="Utilisateur avec un remplissage uni">
            <a:extLst>
              <a:ext uri="{FF2B5EF4-FFF2-40B4-BE49-F238E27FC236}">
                <a16:creationId xmlns:a16="http://schemas.microsoft.com/office/drawing/2014/main" id="{31620370-0C09-4ED2-9761-29FF32F889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43498" y="1459069"/>
            <a:ext cx="750260" cy="750260"/>
          </a:xfrm>
          <a:prstGeom prst="rect">
            <a:avLst/>
          </a:prstGeom>
        </p:spPr>
      </p:pic>
      <p:grpSp>
        <p:nvGrpSpPr>
          <p:cNvPr id="49" name="Groupe 48">
            <a:extLst>
              <a:ext uri="{FF2B5EF4-FFF2-40B4-BE49-F238E27FC236}">
                <a16:creationId xmlns:a16="http://schemas.microsoft.com/office/drawing/2014/main" id="{D10DB009-0EF5-4F8D-AB88-C2641399BC02}"/>
              </a:ext>
            </a:extLst>
          </p:cNvPr>
          <p:cNvGrpSpPr/>
          <p:nvPr/>
        </p:nvGrpSpPr>
        <p:grpSpPr>
          <a:xfrm>
            <a:off x="4118907" y="1538109"/>
            <a:ext cx="956798" cy="601934"/>
            <a:chOff x="6989470" y="1452253"/>
            <a:chExt cx="2968717" cy="1867662"/>
          </a:xfrm>
          <a:solidFill>
            <a:schemeClr val="tx1"/>
          </a:solidFill>
        </p:grpSpPr>
        <p:pic>
          <p:nvPicPr>
            <p:cNvPr id="50" name="Graphique 49" descr="Groupe de personnes avec un remplissage uni">
              <a:extLst>
                <a:ext uri="{FF2B5EF4-FFF2-40B4-BE49-F238E27FC236}">
                  <a16:creationId xmlns:a16="http://schemas.microsoft.com/office/drawing/2014/main" id="{3DC4D2FB-BC0B-4268-96BE-46655547213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9470" y="1452253"/>
              <a:ext cx="1867662" cy="1867662"/>
            </a:xfrm>
            <a:prstGeom prst="rect">
              <a:avLst/>
            </a:prstGeom>
          </p:spPr>
        </p:pic>
        <p:pic>
          <p:nvPicPr>
            <p:cNvPr id="51" name="Graphique 50" descr="Groupe de personnes avec un remplissage uni">
              <a:extLst>
                <a:ext uri="{FF2B5EF4-FFF2-40B4-BE49-F238E27FC236}">
                  <a16:creationId xmlns:a16="http://schemas.microsoft.com/office/drawing/2014/main" id="{3F40514C-77DA-4F0D-AF7A-A28AA9188BF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a:stretch/>
          </p:blipFill>
          <p:spPr>
            <a:xfrm>
              <a:off x="8090525" y="1513565"/>
              <a:ext cx="1867662" cy="651367"/>
            </a:xfrm>
            <a:prstGeom prst="rect">
              <a:avLst/>
            </a:prstGeom>
          </p:spPr>
        </p:pic>
        <p:pic>
          <p:nvPicPr>
            <p:cNvPr id="52" name="Graphique 51" descr="Groupe de personnes avec un remplissage uni">
              <a:extLst>
                <a:ext uri="{FF2B5EF4-FFF2-40B4-BE49-F238E27FC236}">
                  <a16:creationId xmlns:a16="http://schemas.microsoft.com/office/drawing/2014/main" id="{29ABCF20-732F-45CA-9EB6-9F1F5B4EBB8D}"/>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316394" y="2091056"/>
              <a:ext cx="1298123" cy="651367"/>
            </a:xfrm>
            <a:prstGeom prst="rect">
              <a:avLst/>
            </a:prstGeom>
          </p:spPr>
        </p:pic>
        <p:pic>
          <p:nvPicPr>
            <p:cNvPr id="53" name="Graphique 52" descr="Groupe de personnes avec un remplissage uni">
              <a:extLst>
                <a:ext uri="{FF2B5EF4-FFF2-40B4-BE49-F238E27FC236}">
                  <a16:creationId xmlns:a16="http://schemas.microsoft.com/office/drawing/2014/main" id="{C6281102-2389-45B5-8674-3F8C22A0FFB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65831"/>
            <a:stretch/>
          </p:blipFill>
          <p:spPr>
            <a:xfrm>
              <a:off x="6989470" y="1513565"/>
              <a:ext cx="638169" cy="651367"/>
            </a:xfrm>
            <a:prstGeom prst="rect">
              <a:avLst/>
            </a:prstGeom>
          </p:spPr>
        </p:pic>
        <p:pic>
          <p:nvPicPr>
            <p:cNvPr id="54" name="Graphique 53" descr="Groupe de personnes avec un remplissage uni">
              <a:extLst>
                <a:ext uri="{FF2B5EF4-FFF2-40B4-BE49-F238E27FC236}">
                  <a16:creationId xmlns:a16="http://schemas.microsoft.com/office/drawing/2014/main" id="{D4BF3F09-1679-4E80-BC39-E2ECBB7AE49A}"/>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t="65384" r="30495"/>
            <a:stretch/>
          </p:blipFill>
          <p:spPr>
            <a:xfrm>
              <a:off x="8498660" y="2653414"/>
              <a:ext cx="1298123" cy="651367"/>
            </a:xfrm>
            <a:prstGeom prst="rect">
              <a:avLst/>
            </a:prstGeom>
          </p:spPr>
        </p:pic>
      </p:grpSp>
      <p:grpSp>
        <p:nvGrpSpPr>
          <p:cNvPr id="57" name="Groupe 56">
            <a:extLst>
              <a:ext uri="{FF2B5EF4-FFF2-40B4-BE49-F238E27FC236}">
                <a16:creationId xmlns:a16="http://schemas.microsoft.com/office/drawing/2014/main" id="{BA8FBF25-62ED-47C7-A36B-2BFE75B58CA9}"/>
              </a:ext>
            </a:extLst>
          </p:cNvPr>
          <p:cNvGrpSpPr/>
          <p:nvPr/>
        </p:nvGrpSpPr>
        <p:grpSpPr>
          <a:xfrm>
            <a:off x="6668842" y="1533232"/>
            <a:ext cx="956798" cy="601934"/>
            <a:chOff x="6989470" y="1452253"/>
            <a:chExt cx="2968717" cy="1867662"/>
          </a:xfrm>
          <a:solidFill>
            <a:schemeClr val="bg1"/>
          </a:solidFill>
        </p:grpSpPr>
        <p:pic>
          <p:nvPicPr>
            <p:cNvPr id="58" name="Graphique 57" descr="Groupe de personnes avec un remplissage uni">
              <a:extLst>
                <a:ext uri="{FF2B5EF4-FFF2-40B4-BE49-F238E27FC236}">
                  <a16:creationId xmlns:a16="http://schemas.microsoft.com/office/drawing/2014/main" id="{C6CE8F74-EFCB-4E05-8E0E-09202D28A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59" name="Graphique 58" descr="Groupe de personnes avec un remplissage uni">
              <a:extLst>
                <a:ext uri="{FF2B5EF4-FFF2-40B4-BE49-F238E27FC236}">
                  <a16:creationId xmlns:a16="http://schemas.microsoft.com/office/drawing/2014/main" id="{0D336688-82C7-4E8E-A089-FDCCCBC45C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61" name="Graphique 60" descr="Groupe de personnes avec un remplissage uni">
              <a:extLst>
                <a:ext uri="{FF2B5EF4-FFF2-40B4-BE49-F238E27FC236}">
                  <a16:creationId xmlns:a16="http://schemas.microsoft.com/office/drawing/2014/main" id="{14B59619-8CE5-4628-A67B-0CF3087EEE6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62" name="Graphique 61" descr="Groupe de personnes avec un remplissage uni">
              <a:extLst>
                <a:ext uri="{FF2B5EF4-FFF2-40B4-BE49-F238E27FC236}">
                  <a16:creationId xmlns:a16="http://schemas.microsoft.com/office/drawing/2014/main" id="{E0E6824D-C3C9-4336-864C-A7C5A4A2993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63" name="Graphique 62" descr="Groupe de personnes avec un remplissage uni">
              <a:extLst>
                <a:ext uri="{FF2B5EF4-FFF2-40B4-BE49-F238E27FC236}">
                  <a16:creationId xmlns:a16="http://schemas.microsoft.com/office/drawing/2014/main" id="{CB4461D5-4BCA-4A24-AEF6-8A7C13AB76E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pic>
        <p:nvPicPr>
          <p:cNvPr id="65" name="Graphique 64" descr="Utilisateur avec un remplissage uni">
            <a:extLst>
              <a:ext uri="{FF2B5EF4-FFF2-40B4-BE49-F238E27FC236}">
                <a16:creationId xmlns:a16="http://schemas.microsoft.com/office/drawing/2014/main" id="{3AAE3E76-8E6F-468B-B565-A43E3F14E13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46339" y="1460051"/>
            <a:ext cx="750260" cy="750260"/>
          </a:xfrm>
          <a:prstGeom prst="rect">
            <a:avLst/>
          </a:prstGeom>
        </p:spPr>
      </p:pic>
      <p:pic>
        <p:nvPicPr>
          <p:cNvPr id="55" name="Graphique 54" descr="Actualiser avec un remplissage uni">
            <a:extLst>
              <a:ext uri="{FF2B5EF4-FFF2-40B4-BE49-F238E27FC236}">
                <a16:creationId xmlns:a16="http://schemas.microsoft.com/office/drawing/2014/main" id="{C5D6CADE-9E7E-4BCD-8C56-DF5B2895A8C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661523" y="3695352"/>
            <a:ext cx="578242" cy="578242"/>
          </a:xfrm>
          <a:prstGeom prst="rect">
            <a:avLst/>
          </a:prstGeom>
        </p:spPr>
      </p:pic>
      <p:pic>
        <p:nvPicPr>
          <p:cNvPr id="56" name="Graphique 55" descr="Point d’exclamation avec un remplissage uni">
            <a:extLst>
              <a:ext uri="{FF2B5EF4-FFF2-40B4-BE49-F238E27FC236}">
                <a16:creationId xmlns:a16="http://schemas.microsoft.com/office/drawing/2014/main" id="{4CDC2353-A6FA-4EE9-BEA3-D51141C207A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12080" y="5057922"/>
            <a:ext cx="578242" cy="578242"/>
          </a:xfrm>
          <a:prstGeom prst="rect">
            <a:avLst/>
          </a:prstGeom>
        </p:spPr>
      </p:pic>
    </p:spTree>
    <p:extLst>
      <p:ext uri="{BB962C8B-B14F-4D97-AF65-F5344CB8AC3E}">
        <p14:creationId xmlns:p14="http://schemas.microsoft.com/office/powerpoint/2010/main" val="1765571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a:t>Atelier sur les profils d'investissement de temps</a:t>
            </a:r>
            <a:br>
              <a:rPr lang="en-US" sz="2800"/>
            </a:br>
            <a:r>
              <a:rPr lang="en-US" sz="2800"/>
              <a:t>Atelier étape par étape</a:t>
            </a:r>
          </a:p>
        </p:txBody>
      </p:sp>
      <p:graphicFrame>
        <p:nvGraphicFramePr>
          <p:cNvPr id="4" name="Tableau 4">
            <a:extLst>
              <a:ext uri="{FF2B5EF4-FFF2-40B4-BE49-F238E27FC236}">
                <a16:creationId xmlns:a16="http://schemas.microsoft.com/office/drawing/2014/main" id="{DAED6B0E-FB0E-401A-937B-75839BD83A29}"/>
              </a:ext>
            </a:extLst>
          </p:cNvPr>
          <p:cNvGraphicFramePr>
            <a:graphicFrameLocks noGrp="1"/>
          </p:cNvGraphicFramePr>
          <p:nvPr>
            <p:extLst>
              <p:ext uri="{D42A27DB-BD31-4B8C-83A1-F6EECF244321}">
                <p14:modId xmlns:p14="http://schemas.microsoft.com/office/powerpoint/2010/main" val="1361960325"/>
              </p:ext>
            </p:extLst>
          </p:nvPr>
        </p:nvGraphicFramePr>
        <p:xfrm>
          <a:off x="145280" y="2206250"/>
          <a:ext cx="11333547" cy="4564380"/>
        </p:xfrm>
        <a:graphic>
          <a:graphicData uri="http://schemas.openxmlformats.org/drawingml/2006/table">
            <a:tbl>
              <a:tblPr firstRow="1" firstCol="1" bandRow="1">
                <a:tableStyleId>{5C22544A-7EE6-4342-B048-85BDC9FD1C3A}</a:tableStyleId>
              </a:tblPr>
              <a:tblGrid>
                <a:gridCol w="1189173">
                  <a:extLst>
                    <a:ext uri="{9D8B030D-6E8A-4147-A177-3AD203B41FA5}">
                      <a16:colId xmlns:a16="http://schemas.microsoft.com/office/drawing/2014/main" val="3637095222"/>
                    </a:ext>
                  </a:extLst>
                </a:gridCol>
                <a:gridCol w="1839254">
                  <a:extLst>
                    <a:ext uri="{9D8B030D-6E8A-4147-A177-3AD203B41FA5}">
                      <a16:colId xmlns:a16="http://schemas.microsoft.com/office/drawing/2014/main" val="1997714430"/>
                    </a:ext>
                  </a:extLst>
                </a:gridCol>
                <a:gridCol w="1586739">
                  <a:extLst>
                    <a:ext uri="{9D8B030D-6E8A-4147-A177-3AD203B41FA5}">
                      <a16:colId xmlns:a16="http://schemas.microsoft.com/office/drawing/2014/main" val="3341757670"/>
                    </a:ext>
                  </a:extLst>
                </a:gridCol>
                <a:gridCol w="1995175">
                  <a:extLst>
                    <a:ext uri="{9D8B030D-6E8A-4147-A177-3AD203B41FA5}">
                      <a16:colId xmlns:a16="http://schemas.microsoft.com/office/drawing/2014/main" val="3035350526"/>
                    </a:ext>
                  </a:extLst>
                </a:gridCol>
                <a:gridCol w="1574402">
                  <a:extLst>
                    <a:ext uri="{9D8B030D-6E8A-4147-A177-3AD203B41FA5}">
                      <a16:colId xmlns:a16="http://schemas.microsoft.com/office/drawing/2014/main" val="1419982903"/>
                    </a:ext>
                  </a:extLst>
                </a:gridCol>
                <a:gridCol w="1574402">
                  <a:extLst>
                    <a:ext uri="{9D8B030D-6E8A-4147-A177-3AD203B41FA5}">
                      <a16:colId xmlns:a16="http://schemas.microsoft.com/office/drawing/2014/main" val="2747996475"/>
                    </a:ext>
                  </a:extLst>
                </a:gridCol>
                <a:gridCol w="1574402">
                  <a:extLst>
                    <a:ext uri="{9D8B030D-6E8A-4147-A177-3AD203B41FA5}">
                      <a16:colId xmlns:a16="http://schemas.microsoft.com/office/drawing/2014/main" val="2174399618"/>
                    </a:ext>
                  </a:extLst>
                </a:gridCol>
              </a:tblGrid>
              <a:tr h="594340">
                <a:tc>
                  <a:txBody>
                    <a:bodyPr/>
                    <a:lstStyle/>
                    <a:p>
                      <a:endParaRPr lang="fr-FR" noProof="0"/>
                    </a:p>
                  </a:txBody>
                  <a:tcPr/>
                </a:tc>
                <a:tc>
                  <a:txBody>
                    <a:bodyPr/>
                    <a:lstStyle/>
                    <a:p>
                      <a:pPr algn="ctr"/>
                      <a:r>
                        <a:rPr lang="fr-FR" noProof="0"/>
                        <a:t>1</a:t>
                      </a:r>
                    </a:p>
                    <a:p>
                      <a:pPr algn="ctr"/>
                      <a:r>
                        <a:rPr lang="fr-FR" noProof="0"/>
                        <a:t>Introduction</a:t>
                      </a:r>
                    </a:p>
                  </a:txBody>
                  <a:tcPr/>
                </a:tc>
                <a:tc>
                  <a:txBody>
                    <a:bodyPr/>
                    <a:lstStyle/>
                    <a:p>
                      <a:pPr algn="ctr"/>
                      <a:r>
                        <a:rPr lang="fr-FR" noProof="0"/>
                        <a:t>2</a:t>
                      </a:r>
                    </a:p>
                    <a:p>
                      <a:pPr algn="ctr"/>
                      <a:r>
                        <a:rPr lang="fr-FR" noProof="0"/>
                        <a:t>Exemple de résultat</a:t>
                      </a:r>
                    </a:p>
                  </a:txBody>
                  <a:tcPr/>
                </a:tc>
                <a:tc>
                  <a:txBody>
                    <a:bodyPr/>
                    <a:lstStyle/>
                    <a:p>
                      <a:pPr algn="ctr"/>
                      <a:r>
                        <a:rPr lang="fr-FR" noProof="0"/>
                        <a:t>3</a:t>
                      </a:r>
                    </a:p>
                    <a:p>
                      <a:pPr algn="ctr"/>
                      <a:r>
                        <a:rPr lang="fr-FR" noProof="0"/>
                        <a:t>Règles et état d'esprit</a:t>
                      </a:r>
                    </a:p>
                  </a:txBody>
                  <a:tcPr/>
                </a:tc>
                <a:tc>
                  <a:txBody>
                    <a:bodyPr/>
                    <a:lstStyle/>
                    <a:p>
                      <a:pPr algn="ctr"/>
                      <a:r>
                        <a:rPr lang="fr-FR" noProof="0"/>
                        <a:t>4</a:t>
                      </a:r>
                    </a:p>
                    <a:p>
                      <a:pPr algn="ctr"/>
                      <a:r>
                        <a:rPr lang="fr-FR" noProof="0"/>
                        <a:t>Remplir </a:t>
                      </a:r>
                    </a:p>
                  </a:txBody>
                  <a:tcPr/>
                </a:tc>
                <a:tc>
                  <a:txBody>
                    <a:bodyPr/>
                    <a:lstStyle/>
                    <a:p>
                      <a:pPr algn="ctr"/>
                      <a:r>
                        <a:rPr lang="fr-FR" noProof="0"/>
                        <a:t>5</a:t>
                      </a:r>
                    </a:p>
                    <a:p>
                      <a:pPr algn="ctr"/>
                      <a:r>
                        <a:rPr lang="fr-FR" noProof="0"/>
                        <a:t>Discussion</a:t>
                      </a:r>
                    </a:p>
                  </a:txBody>
                  <a:tcPr/>
                </a:tc>
                <a:tc>
                  <a:txBody>
                    <a:bodyPr/>
                    <a:lstStyle/>
                    <a:p>
                      <a:pPr algn="ctr"/>
                      <a:r>
                        <a:rPr lang="fr-FR" noProof="0"/>
                        <a:t>6</a:t>
                      </a:r>
                    </a:p>
                    <a:p>
                      <a:pPr algn="ctr"/>
                      <a:r>
                        <a:rPr lang="fr-FR" noProof="0"/>
                        <a:t>Décider</a:t>
                      </a:r>
                    </a:p>
                  </a:txBody>
                  <a:tcPr/>
                </a:tc>
                <a:extLst>
                  <a:ext uri="{0D108BD9-81ED-4DB2-BD59-A6C34878D82A}">
                    <a16:rowId xmlns:a16="http://schemas.microsoft.com/office/drawing/2014/main" val="1802663392"/>
                  </a:ext>
                </a:extLst>
              </a:tr>
              <a:tr h="498335">
                <a:tc>
                  <a:txBody>
                    <a:bodyPr/>
                    <a:lstStyle/>
                    <a:p>
                      <a:r>
                        <a:rPr lang="fr-FR" sz="1400" noProof="0"/>
                        <a:t>Durées suggérées</a:t>
                      </a:r>
                    </a:p>
                  </a:txBody>
                  <a:tcPr/>
                </a:tc>
                <a:tc>
                  <a:txBody>
                    <a:bodyPr/>
                    <a:lstStyle/>
                    <a:p>
                      <a:r>
                        <a:rPr lang="fr-FR" sz="1200" noProof="0"/>
                        <a:t>5 minutes</a:t>
                      </a:r>
                    </a:p>
                  </a:txBody>
                  <a:tcPr/>
                </a:tc>
                <a:tc>
                  <a:txBody>
                    <a:bodyPr/>
                    <a:lstStyle/>
                    <a:p>
                      <a:r>
                        <a:rPr lang="fr-FR" sz="1200" noProof="0"/>
                        <a:t>5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a:t>2 minutes</a:t>
                      </a:r>
                    </a:p>
                  </a:txBody>
                  <a:tcPr/>
                </a:tc>
                <a:tc>
                  <a:txBody>
                    <a:bodyPr/>
                    <a:lstStyle/>
                    <a:p>
                      <a:r>
                        <a:rPr lang="fr-FR" sz="1200" noProof="0"/>
                        <a:t>10 minutes</a:t>
                      </a:r>
                    </a:p>
                  </a:txBody>
                  <a:tcPr/>
                </a:tc>
                <a:tc>
                  <a:txBody>
                    <a:bodyPr/>
                    <a:lstStyle/>
                    <a:p>
                      <a:r>
                        <a:rPr lang="fr-FR" sz="1200" noProof="0"/>
                        <a:t>20 minutes</a:t>
                      </a:r>
                    </a:p>
                  </a:txBody>
                  <a:tcPr/>
                </a:tc>
                <a:tc>
                  <a:txBody>
                    <a:bodyPr/>
                    <a:lstStyle/>
                    <a:p>
                      <a:r>
                        <a:rPr lang="fr-FR" sz="1200" noProof="0"/>
                        <a:t>15 minutes</a:t>
                      </a:r>
                    </a:p>
                  </a:txBody>
                  <a:tcPr/>
                </a:tc>
                <a:extLst>
                  <a:ext uri="{0D108BD9-81ED-4DB2-BD59-A6C34878D82A}">
                    <a16:rowId xmlns:a16="http://schemas.microsoft.com/office/drawing/2014/main" val="3050051482"/>
                  </a:ext>
                </a:extLst>
              </a:tr>
              <a:tr h="2016509">
                <a:tc>
                  <a:txBody>
                    <a:bodyPr/>
                    <a:lstStyle/>
                    <a:p>
                      <a:r>
                        <a:rPr lang="fr-FR" sz="1400" noProof="0"/>
                        <a:t>Action</a:t>
                      </a:r>
                    </a:p>
                  </a:txBody>
                  <a:tcPr/>
                </a:tc>
                <a:tc>
                  <a:txBody>
                    <a:bodyPr/>
                    <a:lstStyle/>
                    <a:p>
                      <a:r>
                        <a:rPr lang="fr-FR" sz="1050" noProof="0"/>
                        <a:t>Expliquez ce qui motive l'atelier : </a:t>
                      </a:r>
                    </a:p>
                    <a:p>
                      <a:pPr marL="228600" indent="-228600">
                        <a:buFont typeface="+mj-lt"/>
                        <a:buAutoNum type="arabicPeriod"/>
                      </a:pPr>
                      <a:r>
                        <a:rPr lang="fr-FR" sz="1050" noProof="0"/>
                        <a:t>Éviter la frustration ou la </a:t>
                      </a:r>
                      <a:r>
                        <a:rPr lang="fr-FR" sz="1050" noProof="0" err="1"/>
                        <a:t>sur-sollicitation</a:t>
                      </a:r>
                      <a:r>
                        <a:rPr lang="fr-FR" sz="1050" noProof="0"/>
                        <a:t> des membres.</a:t>
                      </a:r>
                    </a:p>
                    <a:p>
                      <a:pPr marL="228600" indent="-228600">
                        <a:buFont typeface="+mj-lt"/>
                        <a:buAutoNum type="arabicPeriod"/>
                      </a:pPr>
                      <a:r>
                        <a:rPr lang="fr-FR" sz="1050" noProof="0"/>
                        <a:t>(Facultatif) Décrire les niveaux de satisfaction actuels et rappeler les objectifs de la communauté.</a:t>
                      </a:r>
                    </a:p>
                    <a:p>
                      <a:pPr marL="228600" indent="-228600">
                        <a:buFont typeface="+mj-lt"/>
                        <a:buAutoNum type="arabicPeriod"/>
                      </a:pPr>
                      <a:r>
                        <a:rPr lang="fr-FR" sz="1050" noProof="0"/>
                        <a:t>Adaptez les activités à la façon dont les membres investissent leur temps dans la communauté.</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50" noProof="0"/>
                        <a:t>Montrer les résultats attendus de l'atelier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50" noProof="0"/>
                        <a:t>Montrer comment ils seront utilisés</a:t>
                      </a:r>
                    </a:p>
                  </a:txBody>
                  <a:tcPr/>
                </a:tc>
                <a:tc>
                  <a:txBody>
                    <a:bodyPr/>
                    <a:lstStyle/>
                    <a:p>
                      <a:r>
                        <a:rPr lang="fr-FR" sz="1050" noProof="0"/>
                        <a:t>Rappeler les règles et l'état d'esprit : </a:t>
                      </a:r>
                    </a:p>
                    <a:p>
                      <a:pPr marL="228600" indent="-228600">
                        <a:buFont typeface="+mj-lt"/>
                        <a:buAutoNum type="arabicPeriod"/>
                      </a:pPr>
                      <a:r>
                        <a:rPr lang="fr-FR" sz="1050" noProof="0"/>
                        <a:t>Chacun a un point de départ en investissement de temps, même s'il change avec le temps.</a:t>
                      </a:r>
                    </a:p>
                    <a:p>
                      <a:pPr marL="228600" indent="-228600">
                        <a:buFont typeface="+mj-lt"/>
                        <a:buAutoNum type="arabicPeriod"/>
                      </a:pPr>
                      <a:r>
                        <a:rPr lang="fr-FR" sz="1050" noProof="0"/>
                        <a:t>Le plus sincère chacun sera, le plus facile les choix seront. </a:t>
                      </a:r>
                    </a:p>
                    <a:p>
                      <a:pPr marL="228600" indent="-228600">
                        <a:buFont typeface="+mj-lt"/>
                        <a:buAutoNum type="arabicPeriod"/>
                      </a:pPr>
                      <a:r>
                        <a:rPr lang="fr-FR" sz="1050" noProof="0"/>
                        <a:t>Ne pas culpabiliser pour ni féliciter le profil d'investissement actuel de chacun.</a:t>
                      </a:r>
                    </a:p>
                    <a:p>
                      <a:pPr marL="228600" indent="-228600">
                        <a:buFont typeface="+mj-lt"/>
                        <a:buAutoNum type="arabicPeriod"/>
                      </a:pPr>
                      <a:r>
                        <a:rPr lang="fr-FR" sz="1050" noProof="0"/>
                        <a:t>(Facultatif) Si le profil d'investissement de temps cible est différent du profil actuel, expliquer pourquoi.</a:t>
                      </a:r>
                    </a:p>
                  </a:txBody>
                  <a:tcPr/>
                </a:tc>
                <a:tc>
                  <a:txBody>
                    <a:bodyPr/>
                    <a:lstStyle/>
                    <a:p>
                      <a:r>
                        <a:rPr lang="fr-FR" sz="1050" noProof="0"/>
                        <a:t>Présenter un canevas d'investissement en temps vide. </a:t>
                      </a:r>
                    </a:p>
                    <a:p>
                      <a:endParaRPr lang="fr-FR" sz="1050" noProof="0"/>
                    </a:p>
                    <a:p>
                      <a:r>
                        <a:rPr lang="fr-FR" sz="1050" noProof="0"/>
                        <a:t>Expliquez les différents types de profils d'investissement en temps.</a:t>
                      </a:r>
                    </a:p>
                    <a:p>
                      <a:endParaRPr lang="fr-FR" sz="1050" noProof="0"/>
                    </a:p>
                    <a:p>
                      <a:r>
                        <a:rPr lang="fr-FR" sz="1050" noProof="0"/>
                        <a:t>Demandez aux membres d'ajouter leurs photos dans la bonne case. </a:t>
                      </a:r>
                    </a:p>
                    <a:p>
                      <a:endParaRPr lang="fr-FR" sz="1050" noProof="0"/>
                    </a:p>
                    <a:p>
                      <a:r>
                        <a:rPr lang="fr-FR" sz="1050" noProof="0"/>
                        <a:t>Les images peuvent être remplacées par des noms (moins engageant).</a:t>
                      </a:r>
                    </a:p>
                  </a:txBody>
                  <a:tcPr/>
                </a:tc>
                <a:tc>
                  <a:txBody>
                    <a:bodyPr/>
                    <a:lstStyle/>
                    <a:p>
                      <a:r>
                        <a:rPr lang="fr-FR" sz="1050" noProof="0"/>
                        <a:t>Questions / Réponses</a:t>
                      </a:r>
                    </a:p>
                    <a:p>
                      <a:pPr marL="228600" indent="-228600">
                        <a:buFont typeface="+mj-lt"/>
                        <a:buAutoNum type="arabicPeriod"/>
                      </a:pPr>
                      <a:r>
                        <a:rPr lang="fr-FR" sz="1050" noProof="0"/>
                        <a:t>Sommes-nous satisfaits du profil actuel d'investissement en temps ?</a:t>
                      </a:r>
                    </a:p>
                    <a:p>
                      <a:pPr marL="228600" indent="-228600">
                        <a:buFont typeface="+mj-lt"/>
                        <a:buAutoNum type="arabicPeriod"/>
                      </a:pPr>
                      <a:r>
                        <a:rPr lang="fr-FR" sz="1050" noProof="0"/>
                        <a:t>Comment va-t-il évoluer ? Avons-nous un objectif collectif à ce sujet ? Comment pouvons-nous progresser vers cet objectif ?</a:t>
                      </a:r>
                    </a:p>
                  </a:txBody>
                  <a:tcPr/>
                </a:tc>
                <a:tc>
                  <a:txBody>
                    <a:bodyPr/>
                    <a:lstStyle/>
                    <a:p>
                      <a:r>
                        <a:rPr lang="fr-FR" sz="1050" noProof="0"/>
                        <a:t>A partir du résultat, décidez quelles seront les principales activités de départ dans la Communauté. Organisez des petits groupes si nécessaire</a:t>
                      </a:r>
                    </a:p>
                    <a:p>
                      <a:endParaRPr lang="fr-FR" sz="1050" noProof="0"/>
                    </a:p>
                    <a:p>
                      <a:endParaRPr lang="fr-FR" sz="1050" noProof="0"/>
                    </a:p>
                    <a:p>
                      <a:r>
                        <a:rPr lang="fr-FR" sz="1050" noProof="0"/>
                        <a:t>(Facultatif) S'engager collectivement sur une activité donnée pour la prochaine session ou période de temps. </a:t>
                      </a:r>
                    </a:p>
                  </a:txBody>
                  <a:tcPr/>
                </a:tc>
                <a:extLst>
                  <a:ext uri="{0D108BD9-81ED-4DB2-BD59-A6C34878D82A}">
                    <a16:rowId xmlns:a16="http://schemas.microsoft.com/office/drawing/2014/main" val="987626046"/>
                  </a:ext>
                </a:extLst>
              </a:tr>
            </a:tbl>
          </a:graphicData>
        </a:graphic>
      </p:graphicFrame>
      <p:sp>
        <p:nvSpPr>
          <p:cNvPr id="5" name="Triangle isocèle 4">
            <a:extLst>
              <a:ext uri="{FF2B5EF4-FFF2-40B4-BE49-F238E27FC236}">
                <a16:creationId xmlns:a16="http://schemas.microsoft.com/office/drawing/2014/main" id="{B38AFCA8-59D9-487B-9924-9956586873D6}"/>
              </a:ext>
            </a:extLst>
          </p:cNvPr>
          <p:cNvSpPr/>
          <p:nvPr/>
        </p:nvSpPr>
        <p:spPr>
          <a:xfrm rot="5400000">
            <a:off x="9663464" y="4119269"/>
            <a:ext cx="4198619" cy="567893"/>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31972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3">
            <a:extLst>
              <a:ext uri="{FF2B5EF4-FFF2-40B4-BE49-F238E27FC236}">
                <a16:creationId xmlns:a16="http://schemas.microsoft.com/office/drawing/2014/main" id="{270A5E3B-35B7-4271-AF7C-BD4FDD213ED4}"/>
              </a:ext>
            </a:extLst>
          </p:cNvPr>
          <p:cNvGraphicFramePr>
            <a:graphicFrameLocks noGrp="1"/>
          </p:cNvGraphicFramePr>
          <p:nvPr>
            <p:extLst>
              <p:ext uri="{D42A27DB-BD31-4B8C-83A1-F6EECF244321}">
                <p14:modId xmlns:p14="http://schemas.microsoft.com/office/powerpoint/2010/main" val="3398866961"/>
              </p:ext>
            </p:extLst>
          </p:nvPr>
        </p:nvGraphicFramePr>
        <p:xfrm>
          <a:off x="315360" y="1460035"/>
          <a:ext cx="11561280" cy="5036014"/>
        </p:xfrm>
        <a:graphic>
          <a:graphicData uri="http://schemas.openxmlformats.org/drawingml/2006/table">
            <a:tbl>
              <a:tblPr firstRow="1" firstCol="1" bandRow="1">
                <a:tableStyleId>{5C22544A-7EE6-4342-B048-85BDC9FD1C3A}</a:tableStyleId>
              </a:tblPr>
              <a:tblGrid>
                <a:gridCol w="2352256">
                  <a:extLst>
                    <a:ext uri="{9D8B030D-6E8A-4147-A177-3AD203B41FA5}">
                      <a16:colId xmlns:a16="http://schemas.microsoft.com/office/drawing/2014/main" val="421718832"/>
                    </a:ext>
                  </a:extLst>
                </a:gridCol>
                <a:gridCol w="2578100">
                  <a:extLst>
                    <a:ext uri="{9D8B030D-6E8A-4147-A177-3AD203B41FA5}">
                      <a16:colId xmlns:a16="http://schemas.microsoft.com/office/drawing/2014/main" val="2782377072"/>
                    </a:ext>
                  </a:extLst>
                </a:gridCol>
                <a:gridCol w="3340100">
                  <a:extLst>
                    <a:ext uri="{9D8B030D-6E8A-4147-A177-3AD203B41FA5}">
                      <a16:colId xmlns:a16="http://schemas.microsoft.com/office/drawing/2014/main" val="2940119286"/>
                    </a:ext>
                  </a:extLst>
                </a:gridCol>
                <a:gridCol w="3290824">
                  <a:extLst>
                    <a:ext uri="{9D8B030D-6E8A-4147-A177-3AD203B41FA5}">
                      <a16:colId xmlns:a16="http://schemas.microsoft.com/office/drawing/2014/main" val="4254710511"/>
                    </a:ext>
                  </a:extLst>
                </a:gridCol>
              </a:tblGrid>
              <a:tr h="1836378">
                <a:tc>
                  <a:txBody>
                    <a:bodyPr/>
                    <a:lstStyle/>
                    <a:p>
                      <a:r>
                        <a:rPr lang="fr-FR" sz="1100" noProof="0"/>
                        <a:t>Dans quels types de moments investissez-vous votre temps pour la Communauté ?  </a:t>
                      </a:r>
                      <a:r>
                        <a:rPr lang="fr-FR" sz="1100" noProof="0">
                          <a:sym typeface="Wingdings" panose="05000000000000000000" pitchFamily="2" charset="2"/>
                        </a:rPr>
                        <a:t></a:t>
                      </a:r>
                      <a:endParaRPr lang="fr-FR" sz="1100" noProof="0"/>
                    </a:p>
                    <a:p>
                      <a:endParaRPr lang="fr-FR" sz="1100" noProof="0"/>
                    </a:p>
                    <a:p>
                      <a:endParaRPr lang="fr-FR" sz="1100" noProof="0"/>
                    </a:p>
                    <a:p>
                      <a:endParaRPr lang="fr-FR" sz="1100" noProof="0"/>
                    </a:p>
                    <a:p>
                      <a:r>
                        <a:rPr lang="fr-FR" sz="1100" noProof="0"/>
                        <a:t>Sur quelle base serez-vous présent ? ↓ </a:t>
                      </a:r>
                    </a:p>
                  </a:txBody>
                  <a:tcPr/>
                </a:tc>
                <a:tc>
                  <a:txBody>
                    <a:bodyPr/>
                    <a:lstStyle/>
                    <a:p>
                      <a:pPr algn="ctr"/>
                      <a:endParaRPr lang="fr-FR" sz="1800" noProof="0"/>
                    </a:p>
                    <a:p>
                      <a:pPr algn="ctr"/>
                      <a:endParaRPr lang="fr-FR" sz="1800" noProof="0"/>
                    </a:p>
                    <a:p>
                      <a:pPr algn="ctr"/>
                      <a:endParaRPr lang="fr-FR" sz="1800" noProof="0"/>
                    </a:p>
                    <a:p>
                      <a:pPr algn="ctr"/>
                      <a:r>
                        <a:rPr lang="fr-FR" sz="1800" noProof="0">
                          <a:solidFill>
                            <a:schemeClr val="tx1"/>
                          </a:solidFill>
                        </a:rPr>
                        <a:t>Moments collectifs uniquement </a:t>
                      </a:r>
                    </a:p>
                  </a:txBody>
                  <a:tcPr anchor="b">
                    <a:solidFill>
                      <a:srgbClr val="EC7B2B"/>
                    </a:solidFill>
                  </a:tcPr>
                </a:tc>
                <a:tc>
                  <a:txBody>
                    <a:bodyPr/>
                    <a:lstStyle/>
                    <a:p>
                      <a:pPr algn="ctr"/>
                      <a:endParaRPr lang="fr-FR" sz="1800" noProof="0"/>
                    </a:p>
                    <a:p>
                      <a:pPr algn="ctr"/>
                      <a:endParaRPr lang="fr-FR" sz="1800" noProof="0"/>
                    </a:p>
                    <a:p>
                      <a:pPr algn="ctr"/>
                      <a:endParaRPr lang="fr-FR" sz="1800" noProof="0"/>
                    </a:p>
                    <a:p>
                      <a:pPr algn="ctr"/>
                      <a:r>
                        <a:rPr lang="fr-FR" sz="1800" noProof="0"/>
                        <a:t>Moments collectifs ET moments individuels</a:t>
                      </a:r>
                    </a:p>
                  </a:txBody>
                  <a:tcPr anchor="b">
                    <a:solidFill>
                      <a:schemeClr val="bg1">
                        <a:lumMod val="50000"/>
                      </a:schemeClr>
                    </a:solidFill>
                  </a:tcPr>
                </a:tc>
                <a:tc>
                  <a:txBody>
                    <a:bodyPr/>
                    <a:lstStyle/>
                    <a:p>
                      <a:pPr algn="ctr"/>
                      <a:endParaRPr lang="fr-FR" sz="1800" noProof="0"/>
                    </a:p>
                    <a:p>
                      <a:pPr algn="ctr"/>
                      <a:endParaRPr lang="fr-FR" sz="1800" noProof="0"/>
                    </a:p>
                    <a:p>
                      <a:pPr algn="ctr"/>
                      <a:endParaRPr lang="fr-FR" sz="1800" noProof="0"/>
                    </a:p>
                    <a:p>
                      <a:pPr algn="ctr"/>
                      <a:r>
                        <a:rPr lang="fr-FR" sz="1800" noProof="0"/>
                        <a:t>Moments individuels uniquement : </a:t>
                      </a:r>
                    </a:p>
                  </a:txBody>
                  <a:tcPr anchor="b"/>
                </a:tc>
                <a:extLst>
                  <a:ext uri="{0D108BD9-81ED-4DB2-BD59-A6C34878D82A}">
                    <a16:rowId xmlns:a16="http://schemas.microsoft.com/office/drawing/2014/main" val="2283158500"/>
                  </a:ext>
                </a:extLst>
              </a:tr>
              <a:tr h="1599818">
                <a:tc>
                  <a:txBody>
                    <a:bodyPr/>
                    <a:lstStyle/>
                    <a:p>
                      <a:r>
                        <a:rPr lang="fr-FR" sz="1800" noProof="0"/>
                        <a:t>Base régulière </a:t>
                      </a:r>
                    </a:p>
                  </a:txBody>
                  <a:tcPr/>
                </a:tc>
                <a:tc>
                  <a:txBody>
                    <a:bodyPr/>
                    <a:lstStyle/>
                    <a:p>
                      <a:r>
                        <a:rPr lang="fr-FR" sz="1200" b="1" noProof="0"/>
                        <a:t>Événements (PAS DE TEMPS DE PRÉPARATION) comme épisodes d’une série</a:t>
                      </a:r>
                    </a:p>
                  </a:txBody>
                  <a:tcPr>
                    <a:solidFill>
                      <a:srgbClr val="F5BD95"/>
                    </a:solidFill>
                  </a:tcPr>
                </a:tc>
                <a:tc>
                  <a:txBody>
                    <a:bodyPr/>
                    <a:lstStyle/>
                    <a:p>
                      <a:r>
                        <a:rPr lang="fr-FR" sz="1200" b="1" noProof="0"/>
                        <a:t>Projets communautaires complets </a:t>
                      </a:r>
                      <a:endParaRPr lang="fr-FR" sz="1200" b="0" noProof="0"/>
                    </a:p>
                    <a:p>
                      <a:r>
                        <a:rPr lang="fr-FR" sz="1200" b="0" noProof="0"/>
                        <a:t> </a:t>
                      </a:r>
                    </a:p>
                  </a:txBody>
                  <a:tcPr>
                    <a:solidFill>
                      <a:srgbClr val="BFBFBF"/>
                    </a:solidFill>
                  </a:tcPr>
                </a:tc>
                <a:tc>
                  <a:txBody>
                    <a:bodyPr/>
                    <a:lstStyle/>
                    <a:p>
                      <a:r>
                        <a:rPr lang="fr-FR" sz="1200" b="1" noProof="0"/>
                        <a:t>Discussions asynchrones en ligne</a:t>
                      </a:r>
                    </a:p>
                    <a:p>
                      <a:endParaRPr lang="fr-FR" sz="1200" b="1" noProof="0"/>
                    </a:p>
                    <a:p>
                      <a:endParaRPr lang="fr-FR" sz="1200" b="1" noProof="0"/>
                    </a:p>
                    <a:p>
                      <a:r>
                        <a:rPr lang="fr-FR" sz="1200" b="1" noProof="0"/>
                        <a:t>Micro-tâches distribuées</a:t>
                      </a:r>
                      <a:endParaRPr lang="fr-FR" sz="1200" noProof="0"/>
                    </a:p>
                  </a:txBody>
                  <a:tcPr/>
                </a:tc>
                <a:extLst>
                  <a:ext uri="{0D108BD9-81ED-4DB2-BD59-A6C34878D82A}">
                    <a16:rowId xmlns:a16="http://schemas.microsoft.com/office/drawing/2014/main" val="205122947"/>
                  </a:ext>
                </a:extLst>
              </a:tr>
              <a:tr h="1599818">
                <a:tc>
                  <a:txBody>
                    <a:bodyPr/>
                    <a:lstStyle/>
                    <a:p>
                      <a:r>
                        <a:rPr lang="fr-FR" sz="1800" noProof="0"/>
                        <a:t>Sur une base occasionnelle </a:t>
                      </a:r>
                    </a:p>
                  </a:txBody>
                  <a:tcPr/>
                </a:tc>
                <a:tc>
                  <a:txBody>
                    <a:bodyPr/>
                    <a:lstStyle/>
                    <a:p>
                      <a:r>
                        <a:rPr lang="fr-FR" sz="1200" b="1" noProof="0"/>
                        <a:t>Événements indépendants </a:t>
                      </a:r>
                    </a:p>
                    <a:p>
                      <a:r>
                        <a:rPr lang="fr-FR" sz="1200" b="1" noProof="0"/>
                        <a:t>(PAS DE TEMPS DE PRÉPARATION) : </a:t>
                      </a:r>
                      <a:endParaRPr lang="fr-FR" sz="1200" noProof="0"/>
                    </a:p>
                  </a:txBody>
                  <a:tcPr>
                    <a:solidFill>
                      <a:srgbClr val="FBE5D5"/>
                    </a:solidFill>
                  </a:tcPr>
                </a:tc>
                <a:tc>
                  <a:txBody>
                    <a:bodyPr/>
                    <a:lstStyle/>
                    <a:p>
                      <a:r>
                        <a:rPr lang="fr-FR" sz="1200" b="1" noProof="0"/>
                        <a:t>Événements indépendants avec temps de préparation </a:t>
                      </a:r>
                    </a:p>
                    <a:p>
                      <a:endParaRPr lang="fr-FR" sz="1200" b="1" noProof="0"/>
                    </a:p>
                    <a:p>
                      <a:endParaRPr lang="fr-FR" sz="1200" b="1" noProof="0"/>
                    </a:p>
                    <a:p>
                      <a:endParaRPr lang="fr-FR" sz="1200" b="1" noProof="0"/>
                    </a:p>
                    <a:p>
                      <a:r>
                        <a:rPr lang="fr-FR" sz="1200" b="1" noProof="0"/>
                        <a:t>Contenus</a:t>
                      </a:r>
                      <a:endParaRPr lang="fr-FR" sz="1200" noProof="0"/>
                    </a:p>
                  </a:txBody>
                  <a:tcPr/>
                </a:tc>
                <a:tc>
                  <a:txBody>
                    <a:bodyPr/>
                    <a:lstStyle/>
                    <a:p>
                      <a:r>
                        <a:rPr lang="fr-FR" sz="1200" b="1" noProof="0"/>
                        <a:t>Contenus</a:t>
                      </a:r>
                      <a:r>
                        <a:rPr lang="fr-FR" sz="1200" noProof="0"/>
                        <a:t> </a:t>
                      </a:r>
                    </a:p>
                  </a:txBody>
                  <a:tcPr/>
                </a:tc>
                <a:extLst>
                  <a:ext uri="{0D108BD9-81ED-4DB2-BD59-A6C34878D82A}">
                    <a16:rowId xmlns:a16="http://schemas.microsoft.com/office/drawing/2014/main" val="3294772465"/>
                  </a:ext>
                </a:extLst>
              </a:tr>
            </a:tbl>
          </a:graphicData>
        </a:graphic>
      </p:graphicFrame>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759968" y="500197"/>
            <a:ext cx="10168128" cy="1179576"/>
          </a:xfrm>
        </p:spPr>
        <p:txBody>
          <a:bodyPr>
            <a:normAutofit/>
          </a:bodyPr>
          <a:lstStyle/>
          <a:p>
            <a:r>
              <a:rPr lang="fr-FR" sz="2800"/>
              <a:t>Atelier sur les profils d'investissement de temps</a:t>
            </a:r>
            <a:br>
              <a:rPr lang="fr-FR" sz="2800"/>
            </a:br>
            <a:r>
              <a:rPr lang="fr-FR" sz="2800"/>
              <a:t>Utiliser le résultat pour ajuster les activités - Exemples</a:t>
            </a:r>
          </a:p>
        </p:txBody>
      </p:sp>
      <p:pic>
        <p:nvPicPr>
          <p:cNvPr id="123" name="Graphique 122" descr="Actualiser avec un remplissage uni">
            <a:extLst>
              <a:ext uri="{FF2B5EF4-FFF2-40B4-BE49-F238E27FC236}">
                <a16:creationId xmlns:a16="http://schemas.microsoft.com/office/drawing/2014/main" id="{1CC0BAA4-4D12-4B4A-99F4-0D25FE3F99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0252" y="3773493"/>
            <a:ext cx="949499" cy="949499"/>
          </a:xfrm>
          <a:prstGeom prst="rect">
            <a:avLst/>
          </a:prstGeom>
        </p:spPr>
      </p:pic>
      <p:pic>
        <p:nvPicPr>
          <p:cNvPr id="47" name="Graphique 46" descr="Utilisateur avec un remplissage uni">
            <a:extLst>
              <a:ext uri="{FF2B5EF4-FFF2-40B4-BE49-F238E27FC236}">
                <a16:creationId xmlns:a16="http://schemas.microsoft.com/office/drawing/2014/main" id="{31620370-0C09-4ED2-9761-29FF32F889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73673" y="1691366"/>
            <a:ext cx="750260" cy="750260"/>
          </a:xfrm>
          <a:prstGeom prst="rect">
            <a:avLst/>
          </a:prstGeom>
        </p:spPr>
      </p:pic>
      <p:grpSp>
        <p:nvGrpSpPr>
          <p:cNvPr id="49" name="Groupe 48">
            <a:extLst>
              <a:ext uri="{FF2B5EF4-FFF2-40B4-BE49-F238E27FC236}">
                <a16:creationId xmlns:a16="http://schemas.microsoft.com/office/drawing/2014/main" id="{D10DB009-0EF5-4F8D-AB88-C2641399BC02}"/>
              </a:ext>
            </a:extLst>
          </p:cNvPr>
          <p:cNvGrpSpPr/>
          <p:nvPr/>
        </p:nvGrpSpPr>
        <p:grpSpPr>
          <a:xfrm>
            <a:off x="3529506" y="1696303"/>
            <a:ext cx="956798" cy="601934"/>
            <a:chOff x="6989470" y="1452253"/>
            <a:chExt cx="2968717" cy="1867662"/>
          </a:xfrm>
          <a:solidFill>
            <a:schemeClr val="bg1"/>
          </a:solidFill>
        </p:grpSpPr>
        <p:pic>
          <p:nvPicPr>
            <p:cNvPr id="50" name="Graphique 49" descr="Groupe de personnes avec un remplissage uni">
              <a:extLst>
                <a:ext uri="{FF2B5EF4-FFF2-40B4-BE49-F238E27FC236}">
                  <a16:creationId xmlns:a16="http://schemas.microsoft.com/office/drawing/2014/main" id="{3DC4D2FB-BC0B-4268-96BE-4665554721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51" name="Graphique 50" descr="Groupe de personnes avec un remplissage uni">
              <a:extLst>
                <a:ext uri="{FF2B5EF4-FFF2-40B4-BE49-F238E27FC236}">
                  <a16:creationId xmlns:a16="http://schemas.microsoft.com/office/drawing/2014/main" id="{3F40514C-77DA-4F0D-AF7A-A28AA9188BF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52" name="Graphique 51" descr="Groupe de personnes avec un remplissage uni">
              <a:extLst>
                <a:ext uri="{FF2B5EF4-FFF2-40B4-BE49-F238E27FC236}">
                  <a16:creationId xmlns:a16="http://schemas.microsoft.com/office/drawing/2014/main" id="{29ABCF20-732F-45CA-9EB6-9F1F5B4EBB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53" name="Graphique 52" descr="Groupe de personnes avec un remplissage uni">
              <a:extLst>
                <a:ext uri="{FF2B5EF4-FFF2-40B4-BE49-F238E27FC236}">
                  <a16:creationId xmlns:a16="http://schemas.microsoft.com/office/drawing/2014/main" id="{C6281102-2389-45B5-8674-3F8C22A0FFB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54" name="Graphique 53" descr="Groupe de personnes avec un remplissage uni">
              <a:extLst>
                <a:ext uri="{FF2B5EF4-FFF2-40B4-BE49-F238E27FC236}">
                  <a16:creationId xmlns:a16="http://schemas.microsoft.com/office/drawing/2014/main" id="{D4BF3F09-1679-4E80-BC39-E2ECBB7AE49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57" name="Groupe 56">
            <a:extLst>
              <a:ext uri="{FF2B5EF4-FFF2-40B4-BE49-F238E27FC236}">
                <a16:creationId xmlns:a16="http://schemas.microsoft.com/office/drawing/2014/main" id="{BA8FBF25-62ED-47C7-A36B-2BFE75B58CA9}"/>
              </a:ext>
            </a:extLst>
          </p:cNvPr>
          <p:cNvGrpSpPr/>
          <p:nvPr/>
        </p:nvGrpSpPr>
        <p:grpSpPr>
          <a:xfrm>
            <a:off x="6467773" y="1706183"/>
            <a:ext cx="956798" cy="601934"/>
            <a:chOff x="6989470" y="1452253"/>
            <a:chExt cx="2968717" cy="1867662"/>
          </a:xfrm>
          <a:solidFill>
            <a:schemeClr val="bg1"/>
          </a:solidFill>
        </p:grpSpPr>
        <p:pic>
          <p:nvPicPr>
            <p:cNvPr id="58" name="Graphique 57" descr="Groupe de personnes avec un remplissage uni">
              <a:extLst>
                <a:ext uri="{FF2B5EF4-FFF2-40B4-BE49-F238E27FC236}">
                  <a16:creationId xmlns:a16="http://schemas.microsoft.com/office/drawing/2014/main" id="{C6CE8F74-EFCB-4E05-8E0E-09202D28A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59" name="Graphique 58" descr="Groupe de personnes avec un remplissage uni">
              <a:extLst>
                <a:ext uri="{FF2B5EF4-FFF2-40B4-BE49-F238E27FC236}">
                  <a16:creationId xmlns:a16="http://schemas.microsoft.com/office/drawing/2014/main" id="{0D336688-82C7-4E8E-A089-FDCCCBC45C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61" name="Graphique 60" descr="Groupe de personnes avec un remplissage uni">
              <a:extLst>
                <a:ext uri="{FF2B5EF4-FFF2-40B4-BE49-F238E27FC236}">
                  <a16:creationId xmlns:a16="http://schemas.microsoft.com/office/drawing/2014/main" id="{14B59619-8CE5-4628-A67B-0CF3087EEE6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62" name="Graphique 61" descr="Groupe de personnes avec un remplissage uni">
              <a:extLst>
                <a:ext uri="{FF2B5EF4-FFF2-40B4-BE49-F238E27FC236}">
                  <a16:creationId xmlns:a16="http://schemas.microsoft.com/office/drawing/2014/main" id="{E0E6824D-C3C9-4336-864C-A7C5A4A2993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63" name="Graphique 62" descr="Groupe de personnes avec un remplissage uni">
              <a:extLst>
                <a:ext uri="{FF2B5EF4-FFF2-40B4-BE49-F238E27FC236}">
                  <a16:creationId xmlns:a16="http://schemas.microsoft.com/office/drawing/2014/main" id="{CB4461D5-4BCA-4A24-AEF6-8A7C13AB76E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pic>
        <p:nvPicPr>
          <p:cNvPr id="65" name="Graphique 64" descr="Utilisateur avec un remplissage uni">
            <a:extLst>
              <a:ext uri="{FF2B5EF4-FFF2-40B4-BE49-F238E27FC236}">
                <a16:creationId xmlns:a16="http://schemas.microsoft.com/office/drawing/2014/main" id="{3AAE3E76-8E6F-468B-B565-A43E3F14E1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69361" y="1622140"/>
            <a:ext cx="750260" cy="750260"/>
          </a:xfrm>
          <a:prstGeom prst="rect">
            <a:avLst/>
          </a:prstGeom>
        </p:spPr>
      </p:pic>
      <p:pic>
        <p:nvPicPr>
          <p:cNvPr id="66" name="Graphique 65" descr="Curseur avec un remplissage uni">
            <a:extLst>
              <a:ext uri="{FF2B5EF4-FFF2-40B4-BE49-F238E27FC236}">
                <a16:creationId xmlns:a16="http://schemas.microsoft.com/office/drawing/2014/main" id="{AD7273C0-EBD2-41F6-B637-8F8723677C3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42769" y="4949938"/>
            <a:ext cx="916433" cy="916433"/>
          </a:xfrm>
          <a:prstGeom prst="rect">
            <a:avLst/>
          </a:prstGeom>
        </p:spPr>
      </p:pic>
      <p:pic>
        <p:nvPicPr>
          <p:cNvPr id="5" name="Graphique 4" descr="Chat avec un remplissage uni">
            <a:extLst>
              <a:ext uri="{FF2B5EF4-FFF2-40B4-BE49-F238E27FC236}">
                <a16:creationId xmlns:a16="http://schemas.microsoft.com/office/drawing/2014/main" id="{4A4FD10D-2FDB-4BA4-983D-FDFD192FA9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174974" y="3281281"/>
            <a:ext cx="701666" cy="701666"/>
          </a:xfrm>
          <a:prstGeom prst="rect">
            <a:avLst/>
          </a:prstGeom>
        </p:spPr>
      </p:pic>
      <p:pic>
        <p:nvPicPr>
          <p:cNvPr id="68" name="Graphique 67" descr="Presse-papiers vérifié avec un remplissage uni">
            <a:extLst>
              <a:ext uri="{FF2B5EF4-FFF2-40B4-BE49-F238E27FC236}">
                <a16:creationId xmlns:a16="http://schemas.microsoft.com/office/drawing/2014/main" id="{E2BB9B97-D376-4798-902A-72877DDC7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894441" y="3367534"/>
            <a:ext cx="523681" cy="523681"/>
          </a:xfrm>
          <a:prstGeom prst="rect">
            <a:avLst/>
          </a:prstGeom>
        </p:spPr>
      </p:pic>
      <p:pic>
        <p:nvPicPr>
          <p:cNvPr id="69" name="Graphique 68" descr="Boîte de réception avec un remplissage uni">
            <a:extLst>
              <a:ext uri="{FF2B5EF4-FFF2-40B4-BE49-F238E27FC236}">
                <a16:creationId xmlns:a16="http://schemas.microsoft.com/office/drawing/2014/main" id="{7011A813-F460-4E96-B2D6-12268F1F64F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048779" y="4112033"/>
            <a:ext cx="704104" cy="704104"/>
          </a:xfrm>
          <a:prstGeom prst="rect">
            <a:avLst/>
          </a:prstGeom>
        </p:spPr>
      </p:pic>
      <p:pic>
        <p:nvPicPr>
          <p:cNvPr id="18" name="Graphique 17" descr="Calendrier à feuilles avec un remplissage uni">
            <a:extLst>
              <a:ext uri="{FF2B5EF4-FFF2-40B4-BE49-F238E27FC236}">
                <a16:creationId xmlns:a16="http://schemas.microsoft.com/office/drawing/2014/main" id="{C54C2F69-CD76-49EC-9C4E-7F7E861EFC0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86297" y="4112033"/>
            <a:ext cx="436806" cy="436806"/>
          </a:xfrm>
          <a:prstGeom prst="rect">
            <a:avLst/>
          </a:prstGeom>
        </p:spPr>
      </p:pic>
      <p:pic>
        <p:nvPicPr>
          <p:cNvPr id="72" name="Graphique 71" descr="Point d’exclamation avec un remplissage uni">
            <a:extLst>
              <a:ext uri="{FF2B5EF4-FFF2-40B4-BE49-F238E27FC236}">
                <a16:creationId xmlns:a16="http://schemas.microsoft.com/office/drawing/2014/main" id="{078088C9-92EC-400A-9351-211C7A583FD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65779" y="5472042"/>
            <a:ext cx="949499" cy="949499"/>
          </a:xfrm>
          <a:prstGeom prst="rect">
            <a:avLst/>
          </a:prstGeom>
        </p:spPr>
      </p:pic>
      <p:pic>
        <p:nvPicPr>
          <p:cNvPr id="74" name="Graphique 73" descr="Curseur avec un remplissage uni">
            <a:extLst>
              <a:ext uri="{FF2B5EF4-FFF2-40B4-BE49-F238E27FC236}">
                <a16:creationId xmlns:a16="http://schemas.microsoft.com/office/drawing/2014/main" id="{5C165FCC-D038-4B75-9434-12C835CFFEA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49763" y="5765055"/>
            <a:ext cx="548720" cy="548720"/>
          </a:xfrm>
          <a:prstGeom prst="rect">
            <a:avLst/>
          </a:prstGeom>
        </p:spPr>
      </p:pic>
      <p:pic>
        <p:nvPicPr>
          <p:cNvPr id="34" name="Graphique 33" descr="Calendrier à feuilles avec un remplissage uni">
            <a:extLst>
              <a:ext uri="{FF2B5EF4-FFF2-40B4-BE49-F238E27FC236}">
                <a16:creationId xmlns:a16="http://schemas.microsoft.com/office/drawing/2014/main" id="{FF58D908-2182-4790-9D5A-430B2C5F4C1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520359" y="4112033"/>
            <a:ext cx="436806" cy="436806"/>
          </a:xfrm>
          <a:prstGeom prst="rect">
            <a:avLst/>
          </a:prstGeom>
        </p:spPr>
      </p:pic>
      <p:pic>
        <p:nvPicPr>
          <p:cNvPr id="35" name="Graphique 34" descr="Calendrier à feuilles avec un remplissage uni">
            <a:extLst>
              <a:ext uri="{FF2B5EF4-FFF2-40B4-BE49-F238E27FC236}">
                <a16:creationId xmlns:a16="http://schemas.microsoft.com/office/drawing/2014/main" id="{01ECDA1F-B57A-4D8F-AA66-02FAD2458B0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316905" y="4112033"/>
            <a:ext cx="436806" cy="436806"/>
          </a:xfrm>
          <a:prstGeom prst="rect">
            <a:avLst/>
          </a:prstGeom>
        </p:spPr>
      </p:pic>
      <p:cxnSp>
        <p:nvCxnSpPr>
          <p:cNvPr id="9" name="Connecteur droit avec flèche 8">
            <a:extLst>
              <a:ext uri="{FF2B5EF4-FFF2-40B4-BE49-F238E27FC236}">
                <a16:creationId xmlns:a16="http://schemas.microsoft.com/office/drawing/2014/main" id="{6ADD0229-0CD5-4C8C-84BB-FA204B52F2B3}"/>
              </a:ext>
            </a:extLst>
          </p:cNvPr>
          <p:cNvCxnSpPr>
            <a:cxnSpLocks/>
            <a:stCxn id="18" idx="3"/>
            <a:endCxn id="34" idx="1"/>
          </p:cNvCxnSpPr>
          <p:nvPr/>
        </p:nvCxnSpPr>
        <p:spPr>
          <a:xfrm>
            <a:off x="3123103" y="4330436"/>
            <a:ext cx="397256" cy="0"/>
          </a:xfrm>
          <a:prstGeom prst="straightConnector1">
            <a:avLst/>
          </a:prstGeom>
          <a:ln w="57150">
            <a:solidFill>
              <a:srgbClr val="EC7B2B"/>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2E7C1CCC-DC4C-4D52-8A8D-FBABE9B99948}"/>
              </a:ext>
            </a:extLst>
          </p:cNvPr>
          <p:cNvCxnSpPr>
            <a:cxnSpLocks/>
            <a:stCxn id="34" idx="3"/>
            <a:endCxn id="35" idx="1"/>
          </p:cNvCxnSpPr>
          <p:nvPr/>
        </p:nvCxnSpPr>
        <p:spPr>
          <a:xfrm>
            <a:off x="3957165" y="4330436"/>
            <a:ext cx="359740" cy="0"/>
          </a:xfrm>
          <a:prstGeom prst="straightConnector1">
            <a:avLst/>
          </a:prstGeom>
          <a:ln w="57150">
            <a:solidFill>
              <a:srgbClr val="EC7B2B"/>
            </a:solidFill>
            <a:tailEnd type="triangle"/>
          </a:ln>
        </p:spPr>
        <p:style>
          <a:lnRef idx="1">
            <a:schemeClr val="accent1"/>
          </a:lnRef>
          <a:fillRef idx="0">
            <a:schemeClr val="accent1"/>
          </a:fillRef>
          <a:effectRef idx="0">
            <a:schemeClr val="accent1"/>
          </a:effectRef>
          <a:fontRef idx="minor">
            <a:schemeClr val="tx1"/>
          </a:fontRef>
        </p:style>
      </p:cxnSp>
      <p:pic>
        <p:nvPicPr>
          <p:cNvPr id="55" name="Graphique 54" descr="Calendrier à feuilles avec un remplissage uni">
            <a:extLst>
              <a:ext uri="{FF2B5EF4-FFF2-40B4-BE49-F238E27FC236}">
                <a16:creationId xmlns:a16="http://schemas.microsoft.com/office/drawing/2014/main" id="{79D52C0E-84B5-48E9-A705-22913E724AD4}"/>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632345" y="5618684"/>
            <a:ext cx="436806" cy="436806"/>
          </a:xfrm>
          <a:prstGeom prst="rect">
            <a:avLst/>
          </a:prstGeom>
        </p:spPr>
      </p:pic>
      <p:pic>
        <p:nvPicPr>
          <p:cNvPr id="64" name="Graphique 63" descr="Calendrier à feuilles avec un remplissage uni">
            <a:extLst>
              <a:ext uri="{FF2B5EF4-FFF2-40B4-BE49-F238E27FC236}">
                <a16:creationId xmlns:a16="http://schemas.microsoft.com/office/drawing/2014/main" id="{5A080DDF-249C-405E-8517-54C8AC31335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604233" y="5219301"/>
            <a:ext cx="436806" cy="436806"/>
          </a:xfrm>
          <a:prstGeom prst="rect">
            <a:avLst/>
          </a:prstGeom>
        </p:spPr>
      </p:pic>
      <p:sp>
        <p:nvSpPr>
          <p:cNvPr id="67" name="Flèche : gauche 66">
            <a:extLst>
              <a:ext uri="{FF2B5EF4-FFF2-40B4-BE49-F238E27FC236}">
                <a16:creationId xmlns:a16="http://schemas.microsoft.com/office/drawing/2014/main" id="{6E7C9C90-EF5F-4432-B2F8-ADEBB618682E}"/>
              </a:ext>
            </a:extLst>
          </p:cNvPr>
          <p:cNvSpPr/>
          <p:nvPr/>
        </p:nvSpPr>
        <p:spPr>
          <a:xfrm flipH="1">
            <a:off x="6492319" y="5362841"/>
            <a:ext cx="172431" cy="218403"/>
          </a:xfrm>
          <a:prstGeom prst="leftArrow">
            <a:avLst/>
          </a:prstGeom>
          <a:solidFill>
            <a:srgbClr val="3494BA"/>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0" name="Flèche : gauche 69">
            <a:extLst>
              <a:ext uri="{FF2B5EF4-FFF2-40B4-BE49-F238E27FC236}">
                <a16:creationId xmlns:a16="http://schemas.microsoft.com/office/drawing/2014/main" id="{38C2E291-1CED-442D-9835-0F525B65212C}"/>
              </a:ext>
            </a:extLst>
          </p:cNvPr>
          <p:cNvSpPr/>
          <p:nvPr/>
        </p:nvSpPr>
        <p:spPr>
          <a:xfrm flipH="1">
            <a:off x="6980522" y="5351588"/>
            <a:ext cx="172431" cy="218403"/>
          </a:xfrm>
          <a:prstGeom prst="leftArrow">
            <a:avLst/>
          </a:prstGeom>
          <a:solidFill>
            <a:srgbClr val="3494BA"/>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77711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3">
            <a:extLst>
              <a:ext uri="{FF2B5EF4-FFF2-40B4-BE49-F238E27FC236}">
                <a16:creationId xmlns:a16="http://schemas.microsoft.com/office/drawing/2014/main" id="{270A5E3B-35B7-4271-AF7C-BD4FDD213ED4}"/>
              </a:ext>
            </a:extLst>
          </p:cNvPr>
          <p:cNvGraphicFramePr>
            <a:graphicFrameLocks noGrp="1"/>
          </p:cNvGraphicFramePr>
          <p:nvPr>
            <p:extLst>
              <p:ext uri="{D42A27DB-BD31-4B8C-83A1-F6EECF244321}">
                <p14:modId xmlns:p14="http://schemas.microsoft.com/office/powerpoint/2010/main" val="3926081510"/>
              </p:ext>
            </p:extLst>
          </p:nvPr>
        </p:nvGraphicFramePr>
        <p:xfrm>
          <a:off x="315360" y="1460035"/>
          <a:ext cx="11561280" cy="5141821"/>
        </p:xfrm>
        <a:graphic>
          <a:graphicData uri="http://schemas.openxmlformats.org/drawingml/2006/table">
            <a:tbl>
              <a:tblPr firstRow="1" firstCol="1" bandRow="1">
                <a:tableStyleId>{5C22544A-7EE6-4342-B048-85BDC9FD1C3A}</a:tableStyleId>
              </a:tblPr>
              <a:tblGrid>
                <a:gridCol w="2352256">
                  <a:extLst>
                    <a:ext uri="{9D8B030D-6E8A-4147-A177-3AD203B41FA5}">
                      <a16:colId xmlns:a16="http://schemas.microsoft.com/office/drawing/2014/main" val="421718832"/>
                    </a:ext>
                  </a:extLst>
                </a:gridCol>
                <a:gridCol w="3031848">
                  <a:extLst>
                    <a:ext uri="{9D8B030D-6E8A-4147-A177-3AD203B41FA5}">
                      <a16:colId xmlns:a16="http://schemas.microsoft.com/office/drawing/2014/main" val="2782377072"/>
                    </a:ext>
                  </a:extLst>
                </a:gridCol>
                <a:gridCol w="2886352">
                  <a:extLst>
                    <a:ext uri="{9D8B030D-6E8A-4147-A177-3AD203B41FA5}">
                      <a16:colId xmlns:a16="http://schemas.microsoft.com/office/drawing/2014/main" val="2940119286"/>
                    </a:ext>
                  </a:extLst>
                </a:gridCol>
                <a:gridCol w="3290824">
                  <a:extLst>
                    <a:ext uri="{9D8B030D-6E8A-4147-A177-3AD203B41FA5}">
                      <a16:colId xmlns:a16="http://schemas.microsoft.com/office/drawing/2014/main" val="4254710511"/>
                    </a:ext>
                  </a:extLst>
                </a:gridCol>
              </a:tblGrid>
              <a:tr h="1606141">
                <a:tc>
                  <a:txBody>
                    <a:bodyPr/>
                    <a:lstStyle/>
                    <a:p>
                      <a:r>
                        <a:rPr lang="fr-FR" sz="1100" noProof="0"/>
                        <a:t>Dans quels types de moments investissez-vous votre temps pour la Communauté ?  </a:t>
                      </a:r>
                      <a:r>
                        <a:rPr lang="fr-FR" sz="1100" noProof="0">
                          <a:sym typeface="Wingdings" panose="05000000000000000000" pitchFamily="2" charset="2"/>
                        </a:rPr>
                        <a:t></a:t>
                      </a:r>
                      <a:endParaRPr lang="fr-FR" sz="1100" noProof="0"/>
                    </a:p>
                    <a:p>
                      <a:endParaRPr lang="fr-FR" sz="1100" noProof="0"/>
                    </a:p>
                    <a:p>
                      <a:endParaRPr lang="fr-FR" sz="1100" noProof="0"/>
                    </a:p>
                    <a:p>
                      <a:endParaRPr lang="fr-FR" sz="1100" noProof="0"/>
                    </a:p>
                    <a:p>
                      <a:r>
                        <a:rPr lang="fr-FR" sz="1100" noProof="0"/>
                        <a:t>Sur quelle base serez-vous présent ? ↓ </a:t>
                      </a:r>
                      <a:endParaRPr lang="en-US" sz="1100" noProof="0"/>
                    </a:p>
                  </a:txBody>
                  <a:tcPr/>
                </a:tc>
                <a:tc>
                  <a:txBody>
                    <a:bodyPr/>
                    <a:lstStyle/>
                    <a:p>
                      <a:pPr algn="ctr"/>
                      <a:endParaRPr lang="en-US" sz="1800" noProof="0"/>
                    </a:p>
                    <a:p>
                      <a:pPr algn="ctr"/>
                      <a:endParaRPr lang="en-US" sz="1800" noProof="0"/>
                    </a:p>
                    <a:p>
                      <a:pPr algn="ctr"/>
                      <a:endParaRPr lang="en-US" sz="1800" noProof="0"/>
                    </a:p>
                    <a:p>
                      <a:pPr algn="ctr"/>
                      <a:r>
                        <a:rPr lang="fr-FR" sz="1800" noProof="0">
                          <a:solidFill>
                            <a:schemeClr val="tx1"/>
                          </a:solidFill>
                        </a:rPr>
                        <a:t>Moments collectifs uniquement </a:t>
                      </a:r>
                    </a:p>
                  </a:txBody>
                  <a:tcPr anchor="b">
                    <a:solidFill>
                      <a:srgbClr val="EC7B2B"/>
                    </a:solidFill>
                  </a:tcPr>
                </a:tc>
                <a:tc>
                  <a:txBody>
                    <a:bodyPr/>
                    <a:lstStyle/>
                    <a:p>
                      <a:pPr algn="ctr"/>
                      <a:endParaRPr lang="en-US" sz="1800" noProof="0"/>
                    </a:p>
                    <a:p>
                      <a:pPr algn="ctr"/>
                      <a:endParaRPr lang="en-US" sz="1800" noProof="0"/>
                    </a:p>
                    <a:p>
                      <a:pPr algn="ctr"/>
                      <a:endParaRPr lang="en-US" sz="1800" noProof="0"/>
                    </a:p>
                    <a:p>
                      <a:pPr algn="ctr"/>
                      <a:r>
                        <a:rPr lang="fr-FR" sz="1800" noProof="0"/>
                        <a:t>Moments collectifs ET moments individuels</a:t>
                      </a:r>
                    </a:p>
                  </a:txBody>
                  <a:tcPr anchor="b">
                    <a:solidFill>
                      <a:schemeClr val="bg1">
                        <a:lumMod val="50000"/>
                      </a:schemeClr>
                    </a:solidFill>
                  </a:tcPr>
                </a:tc>
                <a:tc>
                  <a:txBody>
                    <a:bodyPr/>
                    <a:lstStyle/>
                    <a:p>
                      <a:pPr algn="ctr"/>
                      <a:endParaRPr lang="en-US" sz="1800" noProof="0"/>
                    </a:p>
                    <a:p>
                      <a:pPr algn="ctr"/>
                      <a:endParaRPr lang="en-US" sz="1800" noProof="0"/>
                    </a:p>
                    <a:p>
                      <a:pPr algn="ctr"/>
                      <a:endParaRPr lang="en-US" sz="1800" noProof="0"/>
                    </a:p>
                    <a:p>
                      <a:pPr algn="ctr"/>
                      <a:r>
                        <a:rPr lang="fr-FR" sz="1800" noProof="0"/>
                        <a:t>Moments individuels uniquement : </a:t>
                      </a:r>
                    </a:p>
                  </a:txBody>
                  <a:tcPr anchor="b"/>
                </a:tc>
                <a:extLst>
                  <a:ext uri="{0D108BD9-81ED-4DB2-BD59-A6C34878D82A}">
                    <a16:rowId xmlns:a16="http://schemas.microsoft.com/office/drawing/2014/main" val="2283158500"/>
                  </a:ext>
                </a:extLst>
              </a:tr>
              <a:tr h="1399240">
                <a:tc>
                  <a:txBody>
                    <a:bodyPr/>
                    <a:lstStyle/>
                    <a:p>
                      <a:r>
                        <a:rPr lang="fr-FR" sz="1800" noProof="0"/>
                        <a:t>Base régulière </a:t>
                      </a:r>
                    </a:p>
                  </a:txBody>
                  <a:tcPr/>
                </a:tc>
                <a:tc>
                  <a:txBody>
                    <a:bodyPr/>
                    <a:lstStyle/>
                    <a:p>
                      <a:r>
                        <a:rPr lang="fr-FR" sz="1000" b="1" noProof="0"/>
                        <a:t>Chaîne d'événements intégrés (Episodes) : </a:t>
                      </a:r>
                    </a:p>
                    <a:p>
                      <a:r>
                        <a:rPr lang="fr-FR" sz="1000" b="0" noProof="0"/>
                        <a:t>Initiatives de plus grande envergure s'étendant sur plusieurs sessions collectives. Les objectifs peuvent être atteints après plusieurs sessions.</a:t>
                      </a:r>
                    </a:p>
                    <a:p>
                      <a:r>
                        <a:rPr lang="fr-FR" sz="1000" b="1" noProof="0"/>
                        <a:t>Sessions de travail sans temps de préparation : </a:t>
                      </a:r>
                      <a:r>
                        <a:rPr lang="fr-FR" sz="1000" b="0" noProof="0"/>
                        <a:t>Des sessions de travail bien organisées pour atteindre un objectif plus large. Ne planifiez pas de tâches entre les sessions. Les sessions de planification doivent être effectuées pendant la durée de la session collective.</a:t>
                      </a:r>
                      <a:endParaRPr lang="en-US" sz="1000" noProof="0"/>
                    </a:p>
                  </a:txBody>
                  <a:tcPr>
                    <a:solidFill>
                      <a:srgbClr val="F5BD95"/>
                    </a:solidFill>
                  </a:tcPr>
                </a:tc>
                <a:tc>
                  <a:txBody>
                    <a:bodyPr/>
                    <a:lstStyle/>
                    <a:p>
                      <a:r>
                        <a:rPr lang="fr-FR" sz="1000" b="1" noProof="0"/>
                        <a:t>Projets communautaires complets :  </a:t>
                      </a:r>
                    </a:p>
                    <a:p>
                      <a:r>
                        <a:rPr lang="fr-FR" sz="1000" b="0" noProof="0"/>
                        <a:t>Projets qui comprennent à la fois des sessions collectives </a:t>
                      </a:r>
                    </a:p>
                    <a:p>
                      <a:r>
                        <a:rPr lang="fr-FR" sz="1000" b="0" noProof="0"/>
                        <a:t>collectives et des activités individuelles asynchrones.</a:t>
                      </a:r>
                    </a:p>
                    <a:p>
                      <a:r>
                        <a:rPr lang="fr-FR" sz="1000" b="1" noProof="0"/>
                        <a:t> </a:t>
                      </a:r>
                    </a:p>
                    <a:p>
                      <a:r>
                        <a:rPr lang="fr-FR" sz="1000" b="1" noProof="0"/>
                        <a:t>Événements avec temps de préparation </a:t>
                      </a:r>
                    </a:p>
                    <a:p>
                      <a:r>
                        <a:rPr lang="fr-FR" sz="1000" b="1" noProof="0"/>
                        <a:t>ou du travail supplémentaire après : </a:t>
                      </a:r>
                    </a:p>
                    <a:p>
                      <a:r>
                        <a:rPr lang="fr-FR" sz="1000" b="0" noProof="0"/>
                        <a:t>Événements qui nécessitent un temps de préparation (ex : présentations) ou du travail après coup (ex : réunions avec compte-rendu).</a:t>
                      </a:r>
                      <a:endParaRPr lang="en-US" sz="1000" b="0" noProof="0"/>
                    </a:p>
                  </a:txBody>
                  <a:tcPr>
                    <a:solidFill>
                      <a:srgbClr val="BFBFBF"/>
                    </a:solidFill>
                  </a:tcPr>
                </a:tc>
                <a:tc>
                  <a:txBody>
                    <a:bodyPr/>
                    <a:lstStyle/>
                    <a:p>
                      <a:r>
                        <a:rPr lang="fr-FR" sz="1000" b="1" noProof="0"/>
                        <a:t>Discussions asynchrones en ligne :</a:t>
                      </a:r>
                    </a:p>
                    <a:p>
                      <a:r>
                        <a:rPr lang="fr-FR" sz="1000" b="0" noProof="0"/>
                        <a:t>Discussions en ligne pour lesquelles tout le monde peut réagir à tout moment (forums). Elles peuvent être basées sur le contenu.</a:t>
                      </a:r>
                    </a:p>
                    <a:p>
                      <a:r>
                        <a:rPr lang="fr-FR" sz="1000" b="1" noProof="0"/>
                        <a:t> </a:t>
                      </a:r>
                    </a:p>
                    <a:p>
                      <a:r>
                        <a:rPr lang="fr-FR" sz="1000" b="1" noProof="0"/>
                        <a:t>Micro-tâches : </a:t>
                      </a:r>
                    </a:p>
                    <a:p>
                      <a:r>
                        <a:rPr lang="fr-FR" sz="1000" b="0" noProof="0"/>
                        <a:t>Micro-tâches qui ne nécessitent pas de sessions collectives, mais qui peuvent aboutir à un résultat collectif substantiel. S'accompagne souvent d'une gestion plus directive.</a:t>
                      </a:r>
                      <a:endParaRPr lang="en-US" sz="1000" b="0" noProof="0"/>
                    </a:p>
                  </a:txBody>
                  <a:tcPr/>
                </a:tc>
                <a:extLst>
                  <a:ext uri="{0D108BD9-81ED-4DB2-BD59-A6C34878D82A}">
                    <a16:rowId xmlns:a16="http://schemas.microsoft.com/office/drawing/2014/main" val="205122947"/>
                  </a:ext>
                </a:extLst>
              </a:tr>
              <a:tr h="1399240">
                <a:tc>
                  <a:txBody>
                    <a:bodyPr/>
                    <a:lstStyle/>
                    <a:p>
                      <a:r>
                        <a:rPr lang="fr-FR" sz="1800" noProof="0"/>
                        <a:t>Sur une base occasionnelle </a:t>
                      </a:r>
                    </a:p>
                  </a:txBody>
                  <a:tcPr/>
                </a:tc>
                <a:tc>
                  <a:txBody>
                    <a:bodyPr/>
                    <a:lstStyle/>
                    <a:p>
                      <a:r>
                        <a:rPr lang="fr-FR" sz="1000" b="1" noProof="0"/>
                        <a:t>Événements autonomes </a:t>
                      </a:r>
                    </a:p>
                    <a:p>
                      <a:r>
                        <a:rPr lang="fr-FR" sz="1000" b="1" noProof="0"/>
                        <a:t>sans temps de préparation : </a:t>
                      </a:r>
                    </a:p>
                    <a:p>
                      <a:r>
                        <a:rPr lang="fr-FR" sz="1000" noProof="0"/>
                        <a:t>Pour chaque événement, il doit y avoir une valeur même en participant à cet événement seulement, sans dépendance de la participation à d'autres activités communautaires. </a:t>
                      </a:r>
                    </a:p>
                    <a:p>
                      <a:r>
                        <a:rPr lang="fr-FR" sz="1000" noProof="0"/>
                        <a:t>Pour chaque session, un objectif doit être atteint (pour éviter la frustration).</a:t>
                      </a:r>
                    </a:p>
                    <a:p>
                      <a:r>
                        <a:rPr lang="fr-FR" sz="1000" noProof="0"/>
                        <a:t>Aucune préparation n'est recommandée (ex : #OpenSeriousHub, World Café, Intervision, Forum ouvert, veille collective...)</a:t>
                      </a:r>
                      <a:endParaRPr lang="en-US" sz="1000" noProof="0"/>
                    </a:p>
                  </a:txBody>
                  <a:tcPr>
                    <a:solidFill>
                      <a:srgbClr val="FBE5D5"/>
                    </a:solidFill>
                  </a:tcPr>
                </a:tc>
                <a:tc>
                  <a:txBody>
                    <a:bodyPr/>
                    <a:lstStyle/>
                    <a:p>
                      <a:r>
                        <a:rPr lang="fr-FR" sz="1000" b="1" noProof="0"/>
                        <a:t>Événements autonomes, sans préparation. </a:t>
                      </a:r>
                    </a:p>
                    <a:p>
                      <a:r>
                        <a:rPr lang="fr-FR" sz="1000" b="1" noProof="0"/>
                        <a:t>Temps </a:t>
                      </a:r>
                    </a:p>
                    <a:p>
                      <a:endParaRPr lang="fr-FR" sz="1000" b="1" noProof="0"/>
                    </a:p>
                    <a:p>
                      <a:r>
                        <a:rPr lang="fr-FR" sz="1000" b="1" noProof="0"/>
                        <a:t>Contenu </a:t>
                      </a:r>
                    </a:p>
                  </a:txBody>
                  <a:tcPr/>
                </a:tc>
                <a:tc>
                  <a:txBody>
                    <a:bodyPr/>
                    <a:lstStyle/>
                    <a:p>
                      <a:r>
                        <a:rPr lang="fr-FR" sz="1000" b="1" noProof="0"/>
                        <a:t>Contenu : </a:t>
                      </a:r>
                    </a:p>
                    <a:p>
                      <a:r>
                        <a:rPr lang="fr-FR" sz="1000" b="0" noProof="0"/>
                        <a:t>Pousser ou publier du contenu qui peut être consommé de manière asynchrone par les individus et avoir une valeur en soi. </a:t>
                      </a:r>
                      <a:endParaRPr lang="en-US" sz="1000" b="0" noProof="0"/>
                    </a:p>
                  </a:txBody>
                  <a:tcPr/>
                </a:tc>
                <a:extLst>
                  <a:ext uri="{0D108BD9-81ED-4DB2-BD59-A6C34878D82A}">
                    <a16:rowId xmlns:a16="http://schemas.microsoft.com/office/drawing/2014/main" val="3294772465"/>
                  </a:ext>
                </a:extLst>
              </a:tr>
            </a:tbl>
          </a:graphicData>
        </a:graphic>
      </p:graphicFrame>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759968" y="500197"/>
            <a:ext cx="10168128" cy="1179576"/>
          </a:xfrm>
        </p:spPr>
        <p:txBody>
          <a:bodyPr>
            <a:normAutofit/>
          </a:bodyPr>
          <a:lstStyle/>
          <a:p>
            <a:r>
              <a:rPr lang="fr-FR" sz="2800"/>
              <a:t>Atelier sur les profils d'investissement de temps</a:t>
            </a:r>
            <a:br>
              <a:rPr lang="en-US" sz="2800"/>
            </a:br>
            <a:r>
              <a:rPr lang="fr-FR" sz="2800"/>
              <a:t>Utiliser le résultat pour ajuster les activités</a:t>
            </a:r>
            <a:endParaRPr lang="en-US" sz="2800"/>
          </a:p>
        </p:txBody>
      </p:sp>
      <p:pic>
        <p:nvPicPr>
          <p:cNvPr id="123" name="Graphique 122" descr="Actualiser avec un remplissage uni">
            <a:extLst>
              <a:ext uri="{FF2B5EF4-FFF2-40B4-BE49-F238E27FC236}">
                <a16:creationId xmlns:a16="http://schemas.microsoft.com/office/drawing/2014/main" id="{1CC0BAA4-4D12-4B4A-99F4-0D25FE3F99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2345" y="3510291"/>
            <a:ext cx="949499" cy="949499"/>
          </a:xfrm>
          <a:prstGeom prst="rect">
            <a:avLst/>
          </a:prstGeom>
        </p:spPr>
      </p:pic>
      <p:pic>
        <p:nvPicPr>
          <p:cNvPr id="47" name="Graphique 46" descr="Utilisateur avec un remplissage uni">
            <a:extLst>
              <a:ext uri="{FF2B5EF4-FFF2-40B4-BE49-F238E27FC236}">
                <a16:creationId xmlns:a16="http://schemas.microsoft.com/office/drawing/2014/main" id="{31620370-0C09-4ED2-9761-29FF32F889A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73673" y="1691366"/>
            <a:ext cx="750260" cy="750260"/>
          </a:xfrm>
          <a:prstGeom prst="rect">
            <a:avLst/>
          </a:prstGeom>
        </p:spPr>
      </p:pic>
      <p:grpSp>
        <p:nvGrpSpPr>
          <p:cNvPr id="49" name="Groupe 48">
            <a:extLst>
              <a:ext uri="{FF2B5EF4-FFF2-40B4-BE49-F238E27FC236}">
                <a16:creationId xmlns:a16="http://schemas.microsoft.com/office/drawing/2014/main" id="{D10DB009-0EF5-4F8D-AB88-C2641399BC02}"/>
              </a:ext>
            </a:extLst>
          </p:cNvPr>
          <p:cNvGrpSpPr/>
          <p:nvPr/>
        </p:nvGrpSpPr>
        <p:grpSpPr>
          <a:xfrm>
            <a:off x="3529506" y="1696303"/>
            <a:ext cx="956798" cy="601934"/>
            <a:chOff x="6989470" y="1452253"/>
            <a:chExt cx="2968717" cy="1867662"/>
          </a:xfrm>
          <a:solidFill>
            <a:schemeClr val="bg1"/>
          </a:solidFill>
        </p:grpSpPr>
        <p:pic>
          <p:nvPicPr>
            <p:cNvPr id="50" name="Graphique 49" descr="Groupe de personnes avec un remplissage uni">
              <a:extLst>
                <a:ext uri="{FF2B5EF4-FFF2-40B4-BE49-F238E27FC236}">
                  <a16:creationId xmlns:a16="http://schemas.microsoft.com/office/drawing/2014/main" id="{3DC4D2FB-BC0B-4268-96BE-46655547213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51" name="Graphique 50" descr="Groupe de personnes avec un remplissage uni">
              <a:extLst>
                <a:ext uri="{FF2B5EF4-FFF2-40B4-BE49-F238E27FC236}">
                  <a16:creationId xmlns:a16="http://schemas.microsoft.com/office/drawing/2014/main" id="{3F40514C-77DA-4F0D-AF7A-A28AA9188BF9}"/>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52" name="Graphique 51" descr="Groupe de personnes avec un remplissage uni">
              <a:extLst>
                <a:ext uri="{FF2B5EF4-FFF2-40B4-BE49-F238E27FC236}">
                  <a16:creationId xmlns:a16="http://schemas.microsoft.com/office/drawing/2014/main" id="{29ABCF20-732F-45CA-9EB6-9F1F5B4EBB8D}"/>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53" name="Graphique 52" descr="Groupe de personnes avec un remplissage uni">
              <a:extLst>
                <a:ext uri="{FF2B5EF4-FFF2-40B4-BE49-F238E27FC236}">
                  <a16:creationId xmlns:a16="http://schemas.microsoft.com/office/drawing/2014/main" id="{C6281102-2389-45B5-8674-3F8C22A0FFB7}"/>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54" name="Graphique 53" descr="Groupe de personnes avec un remplissage uni">
              <a:extLst>
                <a:ext uri="{FF2B5EF4-FFF2-40B4-BE49-F238E27FC236}">
                  <a16:creationId xmlns:a16="http://schemas.microsoft.com/office/drawing/2014/main" id="{D4BF3F09-1679-4E80-BC39-E2ECBB7AE49A}"/>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grpSp>
        <p:nvGrpSpPr>
          <p:cNvPr id="57" name="Groupe 56">
            <a:extLst>
              <a:ext uri="{FF2B5EF4-FFF2-40B4-BE49-F238E27FC236}">
                <a16:creationId xmlns:a16="http://schemas.microsoft.com/office/drawing/2014/main" id="{BA8FBF25-62ED-47C7-A36B-2BFE75B58CA9}"/>
              </a:ext>
            </a:extLst>
          </p:cNvPr>
          <p:cNvGrpSpPr/>
          <p:nvPr/>
        </p:nvGrpSpPr>
        <p:grpSpPr>
          <a:xfrm>
            <a:off x="6467773" y="1706183"/>
            <a:ext cx="956798" cy="601934"/>
            <a:chOff x="6989470" y="1452253"/>
            <a:chExt cx="2968717" cy="1867662"/>
          </a:xfrm>
          <a:solidFill>
            <a:schemeClr val="bg1"/>
          </a:solidFill>
        </p:grpSpPr>
        <p:pic>
          <p:nvPicPr>
            <p:cNvPr id="58" name="Graphique 57" descr="Groupe de personnes avec un remplissage uni">
              <a:extLst>
                <a:ext uri="{FF2B5EF4-FFF2-40B4-BE49-F238E27FC236}">
                  <a16:creationId xmlns:a16="http://schemas.microsoft.com/office/drawing/2014/main" id="{C6CE8F74-EFCB-4E05-8E0E-09202D28A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9470" y="1452253"/>
              <a:ext cx="1867662" cy="1867662"/>
            </a:xfrm>
            <a:prstGeom prst="rect">
              <a:avLst/>
            </a:prstGeom>
          </p:spPr>
        </p:pic>
        <p:pic>
          <p:nvPicPr>
            <p:cNvPr id="59" name="Graphique 58" descr="Groupe de personnes avec un remplissage uni">
              <a:extLst>
                <a:ext uri="{FF2B5EF4-FFF2-40B4-BE49-F238E27FC236}">
                  <a16:creationId xmlns:a16="http://schemas.microsoft.com/office/drawing/2014/main" id="{0D336688-82C7-4E8E-A089-FDCCCBC45C6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a:stretch/>
          </p:blipFill>
          <p:spPr>
            <a:xfrm>
              <a:off x="8090525" y="1513565"/>
              <a:ext cx="1867662" cy="651367"/>
            </a:xfrm>
            <a:prstGeom prst="rect">
              <a:avLst/>
            </a:prstGeom>
          </p:spPr>
        </p:pic>
        <p:pic>
          <p:nvPicPr>
            <p:cNvPr id="61" name="Graphique 60" descr="Groupe de personnes avec un remplissage uni">
              <a:extLst>
                <a:ext uri="{FF2B5EF4-FFF2-40B4-BE49-F238E27FC236}">
                  <a16:creationId xmlns:a16="http://schemas.microsoft.com/office/drawing/2014/main" id="{14B59619-8CE5-4628-A67B-0CF3087EEE6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316394" y="2091056"/>
              <a:ext cx="1298123" cy="651367"/>
            </a:xfrm>
            <a:prstGeom prst="rect">
              <a:avLst/>
            </a:prstGeom>
          </p:spPr>
        </p:pic>
        <p:pic>
          <p:nvPicPr>
            <p:cNvPr id="62" name="Graphique 61" descr="Groupe de personnes avec un remplissage uni">
              <a:extLst>
                <a:ext uri="{FF2B5EF4-FFF2-40B4-BE49-F238E27FC236}">
                  <a16:creationId xmlns:a16="http://schemas.microsoft.com/office/drawing/2014/main" id="{E0E6824D-C3C9-4336-864C-A7C5A4A29938}"/>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65831"/>
            <a:stretch/>
          </p:blipFill>
          <p:spPr>
            <a:xfrm>
              <a:off x="6989470" y="1513565"/>
              <a:ext cx="638169" cy="651367"/>
            </a:xfrm>
            <a:prstGeom prst="rect">
              <a:avLst/>
            </a:prstGeom>
          </p:spPr>
        </p:pic>
        <p:pic>
          <p:nvPicPr>
            <p:cNvPr id="63" name="Graphique 62" descr="Groupe de personnes avec un remplissage uni">
              <a:extLst>
                <a:ext uri="{FF2B5EF4-FFF2-40B4-BE49-F238E27FC236}">
                  <a16:creationId xmlns:a16="http://schemas.microsoft.com/office/drawing/2014/main" id="{CB4461D5-4BCA-4A24-AEF6-8A7C13AB76E0}"/>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65384" r="30495"/>
            <a:stretch/>
          </p:blipFill>
          <p:spPr>
            <a:xfrm>
              <a:off x="8498660" y="2653414"/>
              <a:ext cx="1298123" cy="651367"/>
            </a:xfrm>
            <a:prstGeom prst="rect">
              <a:avLst/>
            </a:prstGeom>
          </p:spPr>
        </p:pic>
      </p:grpSp>
      <p:pic>
        <p:nvPicPr>
          <p:cNvPr id="65" name="Graphique 64" descr="Utilisateur avec un remplissage uni">
            <a:extLst>
              <a:ext uri="{FF2B5EF4-FFF2-40B4-BE49-F238E27FC236}">
                <a16:creationId xmlns:a16="http://schemas.microsoft.com/office/drawing/2014/main" id="{3AAE3E76-8E6F-468B-B565-A43E3F14E13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69361" y="1622140"/>
            <a:ext cx="750260" cy="750260"/>
          </a:xfrm>
          <a:prstGeom prst="rect">
            <a:avLst/>
          </a:prstGeom>
        </p:spPr>
      </p:pic>
      <p:pic>
        <p:nvPicPr>
          <p:cNvPr id="66" name="Graphique 65" descr="Curseur avec un remplissage uni">
            <a:extLst>
              <a:ext uri="{FF2B5EF4-FFF2-40B4-BE49-F238E27FC236}">
                <a16:creationId xmlns:a16="http://schemas.microsoft.com/office/drawing/2014/main" id="{AD7273C0-EBD2-41F6-B637-8F8723677C3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343195" y="5356945"/>
            <a:ext cx="436805" cy="436805"/>
          </a:xfrm>
          <a:prstGeom prst="rect">
            <a:avLst/>
          </a:prstGeom>
        </p:spPr>
      </p:pic>
      <p:pic>
        <p:nvPicPr>
          <p:cNvPr id="5" name="Graphique 4" descr="Chat avec un remplissage uni">
            <a:extLst>
              <a:ext uri="{FF2B5EF4-FFF2-40B4-BE49-F238E27FC236}">
                <a16:creationId xmlns:a16="http://schemas.microsoft.com/office/drawing/2014/main" id="{4A4FD10D-2FDB-4BA4-983D-FDFD192FA92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24918" y="3005963"/>
            <a:ext cx="430518" cy="430518"/>
          </a:xfrm>
          <a:prstGeom prst="rect">
            <a:avLst/>
          </a:prstGeom>
        </p:spPr>
      </p:pic>
      <p:pic>
        <p:nvPicPr>
          <p:cNvPr id="68" name="Graphique 67" descr="Presse-papiers vérifié avec un remplissage uni">
            <a:extLst>
              <a:ext uri="{FF2B5EF4-FFF2-40B4-BE49-F238E27FC236}">
                <a16:creationId xmlns:a16="http://schemas.microsoft.com/office/drawing/2014/main" id="{E2BB9B97-D376-4798-902A-72877DDC7007}"/>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38934" y="3085672"/>
            <a:ext cx="430518" cy="430518"/>
          </a:xfrm>
          <a:prstGeom prst="rect">
            <a:avLst/>
          </a:prstGeom>
        </p:spPr>
      </p:pic>
      <p:pic>
        <p:nvPicPr>
          <p:cNvPr id="69" name="Graphique 68" descr="Boîte de réception avec un remplissage uni">
            <a:extLst>
              <a:ext uri="{FF2B5EF4-FFF2-40B4-BE49-F238E27FC236}">
                <a16:creationId xmlns:a16="http://schemas.microsoft.com/office/drawing/2014/main" id="{7011A813-F460-4E96-B2D6-12268F1F64F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418631" y="4112034"/>
            <a:ext cx="436805" cy="436805"/>
          </a:xfrm>
          <a:prstGeom prst="rect">
            <a:avLst/>
          </a:prstGeom>
        </p:spPr>
      </p:pic>
      <p:pic>
        <p:nvPicPr>
          <p:cNvPr id="18" name="Graphique 17" descr="Calendrier à feuilles avec un remplissage uni">
            <a:extLst>
              <a:ext uri="{FF2B5EF4-FFF2-40B4-BE49-F238E27FC236}">
                <a16:creationId xmlns:a16="http://schemas.microsoft.com/office/drawing/2014/main" id="{C54C2F69-CD76-49EC-9C4E-7F7E861EFC0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146015" y="3759027"/>
            <a:ext cx="436806" cy="436806"/>
          </a:xfrm>
          <a:prstGeom prst="rect">
            <a:avLst/>
          </a:prstGeom>
        </p:spPr>
      </p:pic>
      <p:pic>
        <p:nvPicPr>
          <p:cNvPr id="72" name="Graphique 71" descr="Point d’exclamation avec un remplissage uni">
            <a:extLst>
              <a:ext uri="{FF2B5EF4-FFF2-40B4-BE49-F238E27FC236}">
                <a16:creationId xmlns:a16="http://schemas.microsoft.com/office/drawing/2014/main" id="{078088C9-92EC-400A-9351-211C7A583FD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59968" y="5476390"/>
            <a:ext cx="949499" cy="949499"/>
          </a:xfrm>
          <a:prstGeom prst="rect">
            <a:avLst/>
          </a:prstGeom>
        </p:spPr>
      </p:pic>
      <p:pic>
        <p:nvPicPr>
          <p:cNvPr id="73" name="Graphique 72" descr="Vivats avec un remplissage uni">
            <a:extLst>
              <a:ext uri="{FF2B5EF4-FFF2-40B4-BE49-F238E27FC236}">
                <a16:creationId xmlns:a16="http://schemas.microsoft.com/office/drawing/2014/main" id="{A2EA9AC5-BAD9-4A2B-9F77-100BC662EA8A}"/>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146015" y="4970891"/>
            <a:ext cx="387049" cy="387049"/>
          </a:xfrm>
          <a:prstGeom prst="rect">
            <a:avLst/>
          </a:prstGeom>
        </p:spPr>
      </p:pic>
      <p:pic>
        <p:nvPicPr>
          <p:cNvPr id="74" name="Graphique 73" descr="Curseur avec un remplissage uni">
            <a:extLst>
              <a:ext uri="{FF2B5EF4-FFF2-40B4-BE49-F238E27FC236}">
                <a16:creationId xmlns:a16="http://schemas.microsoft.com/office/drawing/2014/main" id="{5C165FCC-D038-4B75-9434-12C835CFFEA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31405" y="5476390"/>
            <a:ext cx="436805" cy="436805"/>
          </a:xfrm>
          <a:prstGeom prst="rect">
            <a:avLst/>
          </a:prstGeom>
        </p:spPr>
      </p:pic>
    </p:spTree>
    <p:extLst>
      <p:ext uri="{BB962C8B-B14F-4D97-AF65-F5344CB8AC3E}">
        <p14:creationId xmlns:p14="http://schemas.microsoft.com/office/powerpoint/2010/main" val="2564160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a:t>Atelier sur les profils d'investissement de temps</a:t>
            </a:r>
            <a:br>
              <a:rPr lang="en-US" sz="2800"/>
            </a:br>
            <a:r>
              <a:rPr lang="fr-FR" sz="2800"/>
              <a:t>Les deux extrêmes des profils d'investissement en temps</a:t>
            </a:r>
            <a:endParaRPr lang="en-US" sz="2800"/>
          </a:p>
        </p:txBody>
      </p:sp>
      <p:sp>
        <p:nvSpPr>
          <p:cNvPr id="6" name="Rectangle 5">
            <a:extLst>
              <a:ext uri="{FF2B5EF4-FFF2-40B4-BE49-F238E27FC236}">
                <a16:creationId xmlns:a16="http://schemas.microsoft.com/office/drawing/2014/main" id="{A7FCA4CA-41B5-41D3-B5CD-DB22E30FD491}"/>
              </a:ext>
            </a:extLst>
          </p:cNvPr>
          <p:cNvSpPr/>
          <p:nvPr/>
        </p:nvSpPr>
        <p:spPr>
          <a:xfrm>
            <a:off x="1115568" y="4201814"/>
            <a:ext cx="4127618" cy="1160092"/>
          </a:xfrm>
          <a:prstGeom prst="rect">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J'ai tellement de sujets en cours : il m'est difficile d'interrompre mes activités par moi-même et de me concentrer sur les sujets communautaires.</a:t>
            </a:r>
          </a:p>
          <a:p>
            <a:pPr algn="ctr"/>
            <a:r>
              <a:rPr lang="fr-FR" sz="1200">
                <a:solidFill>
                  <a:schemeClr val="tx1"/>
                </a:solidFill>
              </a:rPr>
              <a:t> </a:t>
            </a:r>
          </a:p>
          <a:p>
            <a:pPr algn="ctr"/>
            <a:r>
              <a:rPr lang="fr-FR" sz="1200">
                <a:solidFill>
                  <a:schemeClr val="tx1"/>
                </a:solidFill>
              </a:rPr>
              <a:t>Mais si des réunions, des rencontres ou des activités sont prévues, j'ai plus de chances de m'engager.</a:t>
            </a:r>
          </a:p>
        </p:txBody>
      </p:sp>
      <p:sp>
        <p:nvSpPr>
          <p:cNvPr id="60" name="Rectangle 59">
            <a:extLst>
              <a:ext uri="{FF2B5EF4-FFF2-40B4-BE49-F238E27FC236}">
                <a16:creationId xmlns:a16="http://schemas.microsoft.com/office/drawing/2014/main" id="{CCD7DFF0-27F8-4F58-9F0C-3D006CFC18BF}"/>
              </a:ext>
            </a:extLst>
          </p:cNvPr>
          <p:cNvSpPr/>
          <p:nvPr/>
        </p:nvSpPr>
        <p:spPr>
          <a:xfrm>
            <a:off x="6661789" y="4201815"/>
            <a:ext cx="4127618" cy="116009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J'ai un agenda compliqué et des disponibilités très variables. Il m'est difficile de participer aux activités communautaires sur des créneaux horaires communs.</a:t>
            </a:r>
          </a:p>
          <a:p>
            <a:pPr algn="ctr"/>
            <a:endParaRPr lang="fr-FR" sz="1200"/>
          </a:p>
          <a:p>
            <a:pPr algn="ctr"/>
            <a:r>
              <a:rPr lang="fr-FR" sz="1200"/>
              <a:t>Mais si vous proposez des activités que je peux faire par moi-même, j'ai plus de chances de m'engager.</a:t>
            </a:r>
          </a:p>
        </p:txBody>
      </p:sp>
      <p:sp>
        <p:nvSpPr>
          <p:cNvPr id="7" name="Triangle isocèle 6">
            <a:extLst>
              <a:ext uri="{FF2B5EF4-FFF2-40B4-BE49-F238E27FC236}">
                <a16:creationId xmlns:a16="http://schemas.microsoft.com/office/drawing/2014/main" id="{AA18631D-C20C-406A-A271-B731FC8AC51C}"/>
              </a:ext>
            </a:extLst>
          </p:cNvPr>
          <p:cNvSpPr/>
          <p:nvPr/>
        </p:nvSpPr>
        <p:spPr>
          <a:xfrm rot="16200000">
            <a:off x="5377268" y="4614148"/>
            <a:ext cx="307649" cy="324740"/>
          </a:xfrm>
          <a:prstGeom prst="triangl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riangle isocèle 63">
            <a:extLst>
              <a:ext uri="{FF2B5EF4-FFF2-40B4-BE49-F238E27FC236}">
                <a16:creationId xmlns:a16="http://schemas.microsoft.com/office/drawing/2014/main" id="{6A69F7EB-FCC6-4579-8A52-9426C8431485}"/>
              </a:ext>
            </a:extLst>
          </p:cNvPr>
          <p:cNvSpPr/>
          <p:nvPr/>
        </p:nvSpPr>
        <p:spPr>
          <a:xfrm rot="16200000" flipV="1">
            <a:off x="6250609" y="4614146"/>
            <a:ext cx="307649" cy="32474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FCDB525F-3C15-4C19-8EAD-805E5CFFB9FF}"/>
              </a:ext>
            </a:extLst>
          </p:cNvPr>
          <p:cNvSpPr/>
          <p:nvPr/>
        </p:nvSpPr>
        <p:spPr>
          <a:xfrm>
            <a:off x="1115568" y="2268907"/>
            <a:ext cx="4127618" cy="1320301"/>
          </a:xfrm>
          <a:prstGeom prst="rect">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Pour moi, la communauté est d’abord synonyme de rencontres, d'affinités et de possibilité d'interaction directe entre les membres. Le contenu vient en second lieu.</a:t>
            </a:r>
          </a:p>
          <a:p>
            <a:pPr algn="ctr"/>
            <a:endParaRPr lang="fr-FR" sz="1200">
              <a:solidFill>
                <a:schemeClr val="tx1"/>
              </a:solidFill>
            </a:endParaRPr>
          </a:p>
          <a:p>
            <a:pPr algn="ctr"/>
            <a:r>
              <a:rPr lang="fr-FR" sz="1200">
                <a:solidFill>
                  <a:schemeClr val="tx1"/>
                </a:solidFill>
              </a:rPr>
              <a:t>Si des réunions, des rencontres et des activités sont prévues, j'ai plus de chances de m'engager.</a:t>
            </a:r>
            <a:endParaRPr lang="en-US" sz="1200">
              <a:solidFill>
                <a:schemeClr val="tx1"/>
              </a:solidFill>
            </a:endParaRPr>
          </a:p>
        </p:txBody>
      </p:sp>
      <p:sp>
        <p:nvSpPr>
          <p:cNvPr id="67" name="Rectangle 66">
            <a:extLst>
              <a:ext uri="{FF2B5EF4-FFF2-40B4-BE49-F238E27FC236}">
                <a16:creationId xmlns:a16="http://schemas.microsoft.com/office/drawing/2014/main" id="{0AD13854-5D2B-41DA-8EBE-3E0C0ACD7DA1}"/>
              </a:ext>
            </a:extLst>
          </p:cNvPr>
          <p:cNvSpPr/>
          <p:nvPr/>
        </p:nvSpPr>
        <p:spPr>
          <a:xfrm>
            <a:off x="6661789" y="2268907"/>
            <a:ext cx="4127618" cy="13203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Pour moi, la Communauté est d’abord une question d'intérêt partagé pour un même contenu, et de capacité à mutualiser les informations et les moyens de communication. L'interaction vient en second lieu.</a:t>
            </a:r>
          </a:p>
          <a:p>
            <a:pPr algn="ctr"/>
            <a:endParaRPr lang="fr-FR" sz="1200"/>
          </a:p>
          <a:p>
            <a:pPr algn="ctr"/>
            <a:r>
              <a:rPr lang="fr-FR" sz="1200"/>
              <a:t>Si vous proposez des activités que je peux faire seul, j'ai plus de chances de m'engager.</a:t>
            </a:r>
            <a:endParaRPr lang="en-US" sz="1200"/>
          </a:p>
        </p:txBody>
      </p:sp>
      <p:sp>
        <p:nvSpPr>
          <p:cNvPr id="68" name="Triangle isocèle 67">
            <a:extLst>
              <a:ext uri="{FF2B5EF4-FFF2-40B4-BE49-F238E27FC236}">
                <a16:creationId xmlns:a16="http://schemas.microsoft.com/office/drawing/2014/main" id="{61C2E6F2-19D6-49BF-928A-24657BD79D86}"/>
              </a:ext>
            </a:extLst>
          </p:cNvPr>
          <p:cNvSpPr/>
          <p:nvPr/>
        </p:nvSpPr>
        <p:spPr>
          <a:xfrm rot="16200000">
            <a:off x="5346718" y="2709013"/>
            <a:ext cx="307649" cy="324740"/>
          </a:xfrm>
          <a:prstGeom prst="triangl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riangle isocèle 68">
            <a:extLst>
              <a:ext uri="{FF2B5EF4-FFF2-40B4-BE49-F238E27FC236}">
                <a16:creationId xmlns:a16="http://schemas.microsoft.com/office/drawing/2014/main" id="{720C9ED9-7B02-4620-B5E3-CB0039B1F566}"/>
              </a:ext>
            </a:extLst>
          </p:cNvPr>
          <p:cNvSpPr/>
          <p:nvPr/>
        </p:nvSpPr>
        <p:spPr>
          <a:xfrm rot="16200000" flipV="1">
            <a:off x="6250609" y="2709011"/>
            <a:ext cx="307649" cy="32474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itre 1">
            <a:extLst>
              <a:ext uri="{FF2B5EF4-FFF2-40B4-BE49-F238E27FC236}">
                <a16:creationId xmlns:a16="http://schemas.microsoft.com/office/drawing/2014/main" id="{951DB08A-2091-4631-AD20-C7730B05C304}"/>
              </a:ext>
            </a:extLst>
          </p:cNvPr>
          <p:cNvSpPr txBox="1">
            <a:spLocks/>
          </p:cNvSpPr>
          <p:nvPr/>
        </p:nvSpPr>
        <p:spPr>
          <a:xfrm>
            <a:off x="1019175" y="3827080"/>
            <a:ext cx="4318997" cy="295439"/>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"S'arrêter et se concentrer sur le contenu par moi-même, c'est une charge de travail mental".</a:t>
            </a:r>
            <a:endParaRPr lang="en-US" sz="1400"/>
          </a:p>
        </p:txBody>
      </p:sp>
      <p:sp>
        <p:nvSpPr>
          <p:cNvPr id="71" name="Titre 1">
            <a:extLst>
              <a:ext uri="{FF2B5EF4-FFF2-40B4-BE49-F238E27FC236}">
                <a16:creationId xmlns:a16="http://schemas.microsoft.com/office/drawing/2014/main" id="{FCC99989-B1E3-400F-9E84-6F976D71ECFA}"/>
              </a:ext>
            </a:extLst>
          </p:cNvPr>
          <p:cNvSpPr txBox="1">
            <a:spLocks/>
          </p:cNvSpPr>
          <p:nvPr/>
        </p:nvSpPr>
        <p:spPr>
          <a:xfrm>
            <a:off x="1252151" y="1944242"/>
            <a:ext cx="3854452" cy="3129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"Je préfère les personnes intéressantes"</a:t>
            </a:r>
            <a:endParaRPr lang="en-US" sz="1400"/>
          </a:p>
        </p:txBody>
      </p:sp>
      <p:sp>
        <p:nvSpPr>
          <p:cNvPr id="72" name="Titre 1">
            <a:extLst>
              <a:ext uri="{FF2B5EF4-FFF2-40B4-BE49-F238E27FC236}">
                <a16:creationId xmlns:a16="http://schemas.microsoft.com/office/drawing/2014/main" id="{B5D42672-9CF1-457A-8498-3F889FB30282}"/>
              </a:ext>
            </a:extLst>
          </p:cNvPr>
          <p:cNvSpPr txBox="1">
            <a:spLocks/>
          </p:cNvSpPr>
          <p:nvPr/>
        </p:nvSpPr>
        <p:spPr>
          <a:xfrm>
            <a:off x="6482461" y="3861512"/>
            <a:ext cx="4486274" cy="272141"/>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"Rencontrer les membres est une difficulté logistique"</a:t>
            </a:r>
          </a:p>
        </p:txBody>
      </p:sp>
      <p:sp>
        <p:nvSpPr>
          <p:cNvPr id="73" name="Titre 1">
            <a:extLst>
              <a:ext uri="{FF2B5EF4-FFF2-40B4-BE49-F238E27FC236}">
                <a16:creationId xmlns:a16="http://schemas.microsoft.com/office/drawing/2014/main" id="{7753DAA3-C14E-4D64-A3A7-44700CBA6948}"/>
              </a:ext>
            </a:extLst>
          </p:cNvPr>
          <p:cNvSpPr txBox="1">
            <a:spLocks/>
          </p:cNvSpPr>
          <p:nvPr/>
        </p:nvSpPr>
        <p:spPr>
          <a:xfrm>
            <a:off x="6798372" y="1955940"/>
            <a:ext cx="3854452" cy="3129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"Je préfère les contenus intéressants"</a:t>
            </a:r>
            <a:endParaRPr lang="en-US" sz="1400"/>
          </a:p>
        </p:txBody>
      </p:sp>
      <p:sp>
        <p:nvSpPr>
          <p:cNvPr id="74" name="Rectangle 73">
            <a:extLst>
              <a:ext uri="{FF2B5EF4-FFF2-40B4-BE49-F238E27FC236}">
                <a16:creationId xmlns:a16="http://schemas.microsoft.com/office/drawing/2014/main" id="{F591D033-6A5D-43DA-9175-C498E6BB4643}"/>
              </a:ext>
            </a:extLst>
          </p:cNvPr>
          <p:cNvSpPr/>
          <p:nvPr/>
        </p:nvSpPr>
        <p:spPr>
          <a:xfrm>
            <a:off x="1115568" y="5895798"/>
            <a:ext cx="4127618" cy="760042"/>
          </a:xfrm>
          <a:prstGeom prst="rect">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J'ai déjà empilé tellement de livres et d'articles à lire, de films, de vidéos et de séries à regarder, de jeux à jouer : plus de contenu ne ferait que s'empiler. </a:t>
            </a:r>
            <a:endParaRPr lang="en-US" sz="1200">
              <a:solidFill>
                <a:schemeClr val="tx1"/>
              </a:solidFill>
            </a:endParaRPr>
          </a:p>
        </p:txBody>
      </p:sp>
      <p:sp>
        <p:nvSpPr>
          <p:cNvPr id="75" name="Titre 1">
            <a:extLst>
              <a:ext uri="{FF2B5EF4-FFF2-40B4-BE49-F238E27FC236}">
                <a16:creationId xmlns:a16="http://schemas.microsoft.com/office/drawing/2014/main" id="{621BE025-480B-4F43-9AE2-764B669248F6}"/>
              </a:ext>
            </a:extLst>
          </p:cNvPr>
          <p:cNvSpPr txBox="1">
            <a:spLocks/>
          </p:cNvSpPr>
          <p:nvPr/>
        </p:nvSpPr>
        <p:spPr>
          <a:xfrm>
            <a:off x="1115568" y="5561512"/>
            <a:ext cx="4127618" cy="272140"/>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"Je n'ai pas besoin de plus de contenu pour le moment".</a:t>
            </a:r>
          </a:p>
        </p:txBody>
      </p:sp>
      <p:sp>
        <p:nvSpPr>
          <p:cNvPr id="76" name="Rectangle 75">
            <a:extLst>
              <a:ext uri="{FF2B5EF4-FFF2-40B4-BE49-F238E27FC236}">
                <a16:creationId xmlns:a16="http://schemas.microsoft.com/office/drawing/2014/main" id="{19C7C935-AAD2-4BBA-A028-4BA5930E53A7}"/>
              </a:ext>
            </a:extLst>
          </p:cNvPr>
          <p:cNvSpPr/>
          <p:nvPr/>
        </p:nvSpPr>
        <p:spPr>
          <a:xfrm>
            <a:off x="6661789" y="5895798"/>
            <a:ext cx="4127618" cy="7600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t>J'ai déjà de nombreux amis, membres de la famille, collègues et connaissances que je n'ai même pas le temps de revoir. Plus de monde ne fera qu'ajouter de la frustration.</a:t>
            </a:r>
            <a:endParaRPr lang="en-US" sz="1200"/>
          </a:p>
        </p:txBody>
      </p:sp>
      <p:sp>
        <p:nvSpPr>
          <p:cNvPr id="77" name="Titre 1">
            <a:extLst>
              <a:ext uri="{FF2B5EF4-FFF2-40B4-BE49-F238E27FC236}">
                <a16:creationId xmlns:a16="http://schemas.microsoft.com/office/drawing/2014/main" id="{30933158-8983-4E9F-A35A-88868F78EC3F}"/>
              </a:ext>
            </a:extLst>
          </p:cNvPr>
          <p:cNvSpPr txBox="1">
            <a:spLocks/>
          </p:cNvSpPr>
          <p:nvPr/>
        </p:nvSpPr>
        <p:spPr>
          <a:xfrm>
            <a:off x="6661789" y="5566138"/>
            <a:ext cx="4127618" cy="272141"/>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"Je n'ai pas besoin de plus de monde en ce moment".</a:t>
            </a:r>
            <a:endParaRPr lang="en-US" sz="1400"/>
          </a:p>
        </p:txBody>
      </p:sp>
      <p:sp>
        <p:nvSpPr>
          <p:cNvPr id="78" name="Triangle isocèle 77">
            <a:extLst>
              <a:ext uri="{FF2B5EF4-FFF2-40B4-BE49-F238E27FC236}">
                <a16:creationId xmlns:a16="http://schemas.microsoft.com/office/drawing/2014/main" id="{73B5CD1D-6595-46A5-9A47-B260F1B3EAE1}"/>
              </a:ext>
            </a:extLst>
          </p:cNvPr>
          <p:cNvSpPr/>
          <p:nvPr/>
        </p:nvSpPr>
        <p:spPr>
          <a:xfrm rot="16200000">
            <a:off x="5376388" y="6113446"/>
            <a:ext cx="307649" cy="324740"/>
          </a:xfrm>
          <a:prstGeom prst="triangle">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riangle isocèle 78">
            <a:extLst>
              <a:ext uri="{FF2B5EF4-FFF2-40B4-BE49-F238E27FC236}">
                <a16:creationId xmlns:a16="http://schemas.microsoft.com/office/drawing/2014/main" id="{C1339FA1-B088-4581-BFBE-072FF1939B72}"/>
              </a:ext>
            </a:extLst>
          </p:cNvPr>
          <p:cNvSpPr/>
          <p:nvPr/>
        </p:nvSpPr>
        <p:spPr>
          <a:xfrm rot="16200000" flipV="1">
            <a:off x="6250609" y="6113445"/>
            <a:ext cx="307649" cy="32474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e 20">
            <a:extLst>
              <a:ext uri="{FF2B5EF4-FFF2-40B4-BE49-F238E27FC236}">
                <a16:creationId xmlns:a16="http://schemas.microsoft.com/office/drawing/2014/main" id="{DFAFDC04-3D10-4EED-8366-D411B288AC07}"/>
              </a:ext>
            </a:extLst>
          </p:cNvPr>
          <p:cNvGrpSpPr/>
          <p:nvPr/>
        </p:nvGrpSpPr>
        <p:grpSpPr>
          <a:xfrm>
            <a:off x="62377" y="4475002"/>
            <a:ext cx="956798" cy="601934"/>
            <a:chOff x="6989470" y="1452253"/>
            <a:chExt cx="2968717" cy="1867662"/>
          </a:xfrm>
          <a:solidFill>
            <a:schemeClr val="accent2"/>
          </a:solidFill>
        </p:grpSpPr>
        <p:pic>
          <p:nvPicPr>
            <p:cNvPr id="22" name="Graphique 21" descr="Groupe de personnes avec un remplissage uni">
              <a:extLst>
                <a:ext uri="{FF2B5EF4-FFF2-40B4-BE49-F238E27FC236}">
                  <a16:creationId xmlns:a16="http://schemas.microsoft.com/office/drawing/2014/main" id="{C9CDF9C2-184A-4007-AF9F-9105579392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9470" y="1452253"/>
              <a:ext cx="1867662" cy="1867662"/>
            </a:xfrm>
            <a:prstGeom prst="rect">
              <a:avLst/>
            </a:prstGeom>
          </p:spPr>
        </p:pic>
        <p:pic>
          <p:nvPicPr>
            <p:cNvPr id="23" name="Graphique 22" descr="Groupe de personnes avec un remplissage uni">
              <a:extLst>
                <a:ext uri="{FF2B5EF4-FFF2-40B4-BE49-F238E27FC236}">
                  <a16:creationId xmlns:a16="http://schemas.microsoft.com/office/drawing/2014/main" id="{C21FA496-40F4-4ECB-922E-9EC0D8367DF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a:stretch/>
          </p:blipFill>
          <p:spPr>
            <a:xfrm>
              <a:off x="8090525" y="1513565"/>
              <a:ext cx="1867662" cy="651367"/>
            </a:xfrm>
            <a:prstGeom prst="rect">
              <a:avLst/>
            </a:prstGeom>
          </p:spPr>
        </p:pic>
        <p:pic>
          <p:nvPicPr>
            <p:cNvPr id="24" name="Graphique 23" descr="Groupe de personnes avec un remplissage uni">
              <a:extLst>
                <a:ext uri="{FF2B5EF4-FFF2-40B4-BE49-F238E27FC236}">
                  <a16:creationId xmlns:a16="http://schemas.microsoft.com/office/drawing/2014/main" id="{56736A90-E038-4ADC-8A99-7EE535CCC94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30495"/>
            <a:stretch/>
          </p:blipFill>
          <p:spPr>
            <a:xfrm>
              <a:off x="8316394" y="2091056"/>
              <a:ext cx="1298123" cy="651367"/>
            </a:xfrm>
            <a:prstGeom prst="rect">
              <a:avLst/>
            </a:prstGeom>
          </p:spPr>
        </p:pic>
        <p:pic>
          <p:nvPicPr>
            <p:cNvPr id="25" name="Graphique 24" descr="Groupe de personnes avec un remplissage uni">
              <a:extLst>
                <a:ext uri="{FF2B5EF4-FFF2-40B4-BE49-F238E27FC236}">
                  <a16:creationId xmlns:a16="http://schemas.microsoft.com/office/drawing/2014/main" id="{652F8FA1-FE88-4138-A514-F2C46FA0BC0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65831"/>
            <a:stretch/>
          </p:blipFill>
          <p:spPr>
            <a:xfrm>
              <a:off x="6989470" y="1513565"/>
              <a:ext cx="638169" cy="651367"/>
            </a:xfrm>
            <a:prstGeom prst="rect">
              <a:avLst/>
            </a:prstGeom>
          </p:spPr>
        </p:pic>
        <p:pic>
          <p:nvPicPr>
            <p:cNvPr id="26" name="Graphique 25" descr="Groupe de personnes avec un remplissage uni">
              <a:extLst>
                <a:ext uri="{FF2B5EF4-FFF2-40B4-BE49-F238E27FC236}">
                  <a16:creationId xmlns:a16="http://schemas.microsoft.com/office/drawing/2014/main" id="{A4E5FFDF-7C9D-4C28-ACB0-D25374E75E5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30495"/>
            <a:stretch/>
          </p:blipFill>
          <p:spPr>
            <a:xfrm>
              <a:off x="8498660" y="2653414"/>
              <a:ext cx="1298123" cy="651367"/>
            </a:xfrm>
            <a:prstGeom prst="rect">
              <a:avLst/>
            </a:prstGeom>
          </p:spPr>
        </p:pic>
      </p:grpSp>
      <p:grpSp>
        <p:nvGrpSpPr>
          <p:cNvPr id="27" name="Groupe 26">
            <a:extLst>
              <a:ext uri="{FF2B5EF4-FFF2-40B4-BE49-F238E27FC236}">
                <a16:creationId xmlns:a16="http://schemas.microsoft.com/office/drawing/2014/main" id="{5F62309C-562B-4359-9DCE-C434A33C7641}"/>
              </a:ext>
            </a:extLst>
          </p:cNvPr>
          <p:cNvGrpSpPr/>
          <p:nvPr/>
        </p:nvGrpSpPr>
        <p:grpSpPr>
          <a:xfrm>
            <a:off x="0" y="2570415"/>
            <a:ext cx="956798" cy="601934"/>
            <a:chOff x="6989470" y="1452253"/>
            <a:chExt cx="2968717" cy="1867662"/>
          </a:xfrm>
          <a:solidFill>
            <a:schemeClr val="accent2"/>
          </a:solidFill>
        </p:grpSpPr>
        <p:pic>
          <p:nvPicPr>
            <p:cNvPr id="28" name="Graphique 27" descr="Groupe de personnes avec un remplissage uni">
              <a:extLst>
                <a:ext uri="{FF2B5EF4-FFF2-40B4-BE49-F238E27FC236}">
                  <a16:creationId xmlns:a16="http://schemas.microsoft.com/office/drawing/2014/main" id="{885750B1-4E78-4555-828F-E092EF226FA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9470" y="1452253"/>
              <a:ext cx="1867662" cy="1867662"/>
            </a:xfrm>
            <a:prstGeom prst="rect">
              <a:avLst/>
            </a:prstGeom>
          </p:spPr>
        </p:pic>
        <p:pic>
          <p:nvPicPr>
            <p:cNvPr id="29" name="Graphique 28" descr="Groupe de personnes avec un remplissage uni">
              <a:extLst>
                <a:ext uri="{FF2B5EF4-FFF2-40B4-BE49-F238E27FC236}">
                  <a16:creationId xmlns:a16="http://schemas.microsoft.com/office/drawing/2014/main" id="{8B0F8DFC-B452-40CD-B24A-D9E0796C4FC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a:stretch/>
          </p:blipFill>
          <p:spPr>
            <a:xfrm>
              <a:off x="8090525" y="1513565"/>
              <a:ext cx="1867662" cy="651367"/>
            </a:xfrm>
            <a:prstGeom prst="rect">
              <a:avLst/>
            </a:prstGeom>
          </p:spPr>
        </p:pic>
        <p:pic>
          <p:nvPicPr>
            <p:cNvPr id="30" name="Graphique 29" descr="Groupe de personnes avec un remplissage uni">
              <a:extLst>
                <a:ext uri="{FF2B5EF4-FFF2-40B4-BE49-F238E27FC236}">
                  <a16:creationId xmlns:a16="http://schemas.microsoft.com/office/drawing/2014/main" id="{C75953C0-9404-497B-AB29-3BEB56FD15D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30495"/>
            <a:stretch/>
          </p:blipFill>
          <p:spPr>
            <a:xfrm>
              <a:off x="8316394" y="2091056"/>
              <a:ext cx="1298123" cy="651367"/>
            </a:xfrm>
            <a:prstGeom prst="rect">
              <a:avLst/>
            </a:prstGeom>
          </p:spPr>
        </p:pic>
        <p:pic>
          <p:nvPicPr>
            <p:cNvPr id="31" name="Graphique 30" descr="Groupe de personnes avec un remplissage uni">
              <a:extLst>
                <a:ext uri="{FF2B5EF4-FFF2-40B4-BE49-F238E27FC236}">
                  <a16:creationId xmlns:a16="http://schemas.microsoft.com/office/drawing/2014/main" id="{C4B65ECF-07E0-4C70-8736-64C2FE12E33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65831"/>
            <a:stretch/>
          </p:blipFill>
          <p:spPr>
            <a:xfrm>
              <a:off x="6989470" y="1513565"/>
              <a:ext cx="638169" cy="651367"/>
            </a:xfrm>
            <a:prstGeom prst="rect">
              <a:avLst/>
            </a:prstGeom>
          </p:spPr>
        </p:pic>
        <p:pic>
          <p:nvPicPr>
            <p:cNvPr id="32" name="Graphique 31" descr="Groupe de personnes avec un remplissage uni">
              <a:extLst>
                <a:ext uri="{FF2B5EF4-FFF2-40B4-BE49-F238E27FC236}">
                  <a16:creationId xmlns:a16="http://schemas.microsoft.com/office/drawing/2014/main" id="{319FC2AE-C79B-44D3-90F3-48D3D09C757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30495"/>
            <a:stretch/>
          </p:blipFill>
          <p:spPr>
            <a:xfrm>
              <a:off x="8498660" y="2653414"/>
              <a:ext cx="1298123" cy="651367"/>
            </a:xfrm>
            <a:prstGeom prst="rect">
              <a:avLst/>
            </a:prstGeom>
          </p:spPr>
        </p:pic>
      </p:grpSp>
      <p:grpSp>
        <p:nvGrpSpPr>
          <p:cNvPr id="33" name="Groupe 32">
            <a:extLst>
              <a:ext uri="{FF2B5EF4-FFF2-40B4-BE49-F238E27FC236}">
                <a16:creationId xmlns:a16="http://schemas.microsoft.com/office/drawing/2014/main" id="{B0FDE926-6110-4AA9-BA99-52FBB76673F2}"/>
              </a:ext>
            </a:extLst>
          </p:cNvPr>
          <p:cNvGrpSpPr/>
          <p:nvPr/>
        </p:nvGrpSpPr>
        <p:grpSpPr>
          <a:xfrm>
            <a:off x="-1513" y="5974849"/>
            <a:ext cx="956798" cy="601934"/>
            <a:chOff x="6989470" y="1452253"/>
            <a:chExt cx="2968717" cy="1867662"/>
          </a:xfrm>
          <a:solidFill>
            <a:schemeClr val="accent2"/>
          </a:solidFill>
        </p:grpSpPr>
        <p:pic>
          <p:nvPicPr>
            <p:cNvPr id="34" name="Graphique 33" descr="Groupe de personnes avec un remplissage uni">
              <a:extLst>
                <a:ext uri="{FF2B5EF4-FFF2-40B4-BE49-F238E27FC236}">
                  <a16:creationId xmlns:a16="http://schemas.microsoft.com/office/drawing/2014/main" id="{E9AF41B9-3103-44C0-9183-29364CE40E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89470" y="1452253"/>
              <a:ext cx="1867662" cy="1867662"/>
            </a:xfrm>
            <a:prstGeom prst="rect">
              <a:avLst/>
            </a:prstGeom>
          </p:spPr>
        </p:pic>
        <p:pic>
          <p:nvPicPr>
            <p:cNvPr id="35" name="Graphique 34" descr="Groupe de personnes avec un remplissage uni">
              <a:extLst>
                <a:ext uri="{FF2B5EF4-FFF2-40B4-BE49-F238E27FC236}">
                  <a16:creationId xmlns:a16="http://schemas.microsoft.com/office/drawing/2014/main" id="{3982A871-71E1-4FA6-A7EB-B842C6FD7EC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a:stretch/>
          </p:blipFill>
          <p:spPr>
            <a:xfrm>
              <a:off x="8090525" y="1513565"/>
              <a:ext cx="1867662" cy="651367"/>
            </a:xfrm>
            <a:prstGeom prst="rect">
              <a:avLst/>
            </a:prstGeom>
          </p:spPr>
        </p:pic>
        <p:pic>
          <p:nvPicPr>
            <p:cNvPr id="36" name="Graphique 35" descr="Groupe de personnes avec un remplissage uni">
              <a:extLst>
                <a:ext uri="{FF2B5EF4-FFF2-40B4-BE49-F238E27FC236}">
                  <a16:creationId xmlns:a16="http://schemas.microsoft.com/office/drawing/2014/main" id="{6A6C4849-37A5-44E4-BA57-8131CFDEA869}"/>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30495"/>
            <a:stretch/>
          </p:blipFill>
          <p:spPr>
            <a:xfrm>
              <a:off x="8316394" y="2091056"/>
              <a:ext cx="1298123" cy="651367"/>
            </a:xfrm>
            <a:prstGeom prst="rect">
              <a:avLst/>
            </a:prstGeom>
          </p:spPr>
        </p:pic>
        <p:pic>
          <p:nvPicPr>
            <p:cNvPr id="37" name="Graphique 36" descr="Groupe de personnes avec un remplissage uni">
              <a:extLst>
                <a:ext uri="{FF2B5EF4-FFF2-40B4-BE49-F238E27FC236}">
                  <a16:creationId xmlns:a16="http://schemas.microsoft.com/office/drawing/2014/main" id="{36DC0562-B562-4549-962F-E1C772545B00}"/>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65831"/>
            <a:stretch/>
          </p:blipFill>
          <p:spPr>
            <a:xfrm>
              <a:off x="6989470" y="1513565"/>
              <a:ext cx="638169" cy="651367"/>
            </a:xfrm>
            <a:prstGeom prst="rect">
              <a:avLst/>
            </a:prstGeom>
          </p:spPr>
        </p:pic>
        <p:pic>
          <p:nvPicPr>
            <p:cNvPr id="38" name="Graphique 37" descr="Groupe de personnes avec un remplissage uni">
              <a:extLst>
                <a:ext uri="{FF2B5EF4-FFF2-40B4-BE49-F238E27FC236}">
                  <a16:creationId xmlns:a16="http://schemas.microsoft.com/office/drawing/2014/main" id="{A3364CC4-9A52-4051-90D2-C551AA7B156D}"/>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65384" r="30495"/>
            <a:stretch/>
          </p:blipFill>
          <p:spPr>
            <a:xfrm>
              <a:off x="8498660" y="2653414"/>
              <a:ext cx="1298123" cy="651367"/>
            </a:xfrm>
            <a:prstGeom prst="rect">
              <a:avLst/>
            </a:prstGeom>
          </p:spPr>
        </p:pic>
      </p:grpSp>
      <p:pic>
        <p:nvPicPr>
          <p:cNvPr id="39" name="Graphique 38" descr="Utilisateur avec un remplissage uni">
            <a:extLst>
              <a:ext uri="{FF2B5EF4-FFF2-40B4-BE49-F238E27FC236}">
                <a16:creationId xmlns:a16="http://schemas.microsoft.com/office/drawing/2014/main" id="{902D2305-9471-4362-A4C1-17CDE7C2F33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14081" y="2496252"/>
            <a:ext cx="750260" cy="750260"/>
          </a:xfrm>
          <a:prstGeom prst="rect">
            <a:avLst/>
          </a:prstGeom>
        </p:spPr>
      </p:pic>
      <p:pic>
        <p:nvPicPr>
          <p:cNvPr id="40" name="Graphique 39" descr="Utilisateur avec un remplissage uni">
            <a:extLst>
              <a:ext uri="{FF2B5EF4-FFF2-40B4-BE49-F238E27FC236}">
                <a16:creationId xmlns:a16="http://schemas.microsoft.com/office/drawing/2014/main" id="{64011E02-FDE9-481F-9F7B-7898FE1A359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24500" y="4144027"/>
            <a:ext cx="750260" cy="750260"/>
          </a:xfrm>
          <a:prstGeom prst="rect">
            <a:avLst/>
          </a:prstGeom>
        </p:spPr>
      </p:pic>
      <p:pic>
        <p:nvPicPr>
          <p:cNvPr id="41" name="Graphique 40" descr="Utilisateur avec un remplissage uni">
            <a:extLst>
              <a:ext uri="{FF2B5EF4-FFF2-40B4-BE49-F238E27FC236}">
                <a16:creationId xmlns:a16="http://schemas.microsoft.com/office/drawing/2014/main" id="{E0D41CD7-C88C-4DF6-ABB2-56D3C56FACF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88390" y="5910566"/>
            <a:ext cx="750260" cy="750260"/>
          </a:xfrm>
          <a:prstGeom prst="rect">
            <a:avLst/>
          </a:prstGeom>
        </p:spPr>
      </p:pic>
    </p:spTree>
    <p:extLst>
      <p:ext uri="{BB962C8B-B14F-4D97-AF65-F5344CB8AC3E}">
        <p14:creationId xmlns:p14="http://schemas.microsoft.com/office/powerpoint/2010/main" val="4180813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a:t>Atelier sur les profils d'investissement de temps</a:t>
            </a:r>
            <a:br>
              <a:rPr lang="en-US" sz="2800"/>
            </a:br>
            <a:r>
              <a:rPr lang="fr-FR" sz="2800"/>
              <a:t>Les deux extrêmes des profils d'investissement en temps</a:t>
            </a:r>
            <a:endParaRPr lang="en-US" sz="2800"/>
          </a:p>
        </p:txBody>
      </p:sp>
      <p:sp>
        <p:nvSpPr>
          <p:cNvPr id="68" name="Triangle isocèle 67">
            <a:extLst>
              <a:ext uri="{FF2B5EF4-FFF2-40B4-BE49-F238E27FC236}">
                <a16:creationId xmlns:a16="http://schemas.microsoft.com/office/drawing/2014/main" id="{61C2E6F2-19D6-49BF-928A-24657BD79D86}"/>
              </a:ext>
            </a:extLst>
          </p:cNvPr>
          <p:cNvSpPr/>
          <p:nvPr/>
        </p:nvSpPr>
        <p:spPr>
          <a:xfrm>
            <a:off x="1941001" y="3871436"/>
            <a:ext cx="307649" cy="32474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69" name="Triangle isocèle 68">
            <a:extLst>
              <a:ext uri="{FF2B5EF4-FFF2-40B4-BE49-F238E27FC236}">
                <a16:creationId xmlns:a16="http://schemas.microsoft.com/office/drawing/2014/main" id="{720C9ED9-7B02-4620-B5E3-CB0039B1F566}"/>
              </a:ext>
            </a:extLst>
          </p:cNvPr>
          <p:cNvSpPr/>
          <p:nvPr/>
        </p:nvSpPr>
        <p:spPr>
          <a:xfrm flipV="1">
            <a:off x="1941002" y="4573070"/>
            <a:ext cx="307649" cy="324742"/>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4" name="Triangle isocèle 23">
            <a:extLst>
              <a:ext uri="{FF2B5EF4-FFF2-40B4-BE49-F238E27FC236}">
                <a16:creationId xmlns:a16="http://schemas.microsoft.com/office/drawing/2014/main" id="{6851EC49-FD94-48F3-8CCE-BEC0A1C0CA78}"/>
              </a:ext>
            </a:extLst>
          </p:cNvPr>
          <p:cNvSpPr/>
          <p:nvPr/>
        </p:nvSpPr>
        <p:spPr>
          <a:xfrm>
            <a:off x="5942175" y="3828695"/>
            <a:ext cx="307649" cy="32474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25" name="Triangle isocèle 24">
            <a:extLst>
              <a:ext uri="{FF2B5EF4-FFF2-40B4-BE49-F238E27FC236}">
                <a16:creationId xmlns:a16="http://schemas.microsoft.com/office/drawing/2014/main" id="{EFEE910E-991E-49CF-919F-DAA3A9DEF02F}"/>
              </a:ext>
            </a:extLst>
          </p:cNvPr>
          <p:cNvSpPr/>
          <p:nvPr/>
        </p:nvSpPr>
        <p:spPr>
          <a:xfrm flipV="1">
            <a:off x="5942175" y="4604897"/>
            <a:ext cx="307649" cy="324742"/>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0" name="Triangle isocèle 29">
            <a:extLst>
              <a:ext uri="{FF2B5EF4-FFF2-40B4-BE49-F238E27FC236}">
                <a16:creationId xmlns:a16="http://schemas.microsoft.com/office/drawing/2014/main" id="{CBC15DE3-EF1D-40C4-83D7-BE47EB7A1D8F}"/>
              </a:ext>
            </a:extLst>
          </p:cNvPr>
          <p:cNvSpPr/>
          <p:nvPr/>
        </p:nvSpPr>
        <p:spPr>
          <a:xfrm>
            <a:off x="9925440" y="3841256"/>
            <a:ext cx="307649" cy="324740"/>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31" name="Triangle isocèle 30">
            <a:extLst>
              <a:ext uri="{FF2B5EF4-FFF2-40B4-BE49-F238E27FC236}">
                <a16:creationId xmlns:a16="http://schemas.microsoft.com/office/drawing/2014/main" id="{A7CDBFC3-85CA-43D5-A6EF-FBFF6692C95B}"/>
              </a:ext>
            </a:extLst>
          </p:cNvPr>
          <p:cNvSpPr/>
          <p:nvPr/>
        </p:nvSpPr>
        <p:spPr>
          <a:xfrm flipV="1">
            <a:off x="9947294" y="4573070"/>
            <a:ext cx="307649" cy="324742"/>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6" name="Rectangle 65">
            <a:extLst>
              <a:ext uri="{FF2B5EF4-FFF2-40B4-BE49-F238E27FC236}">
                <a16:creationId xmlns:a16="http://schemas.microsoft.com/office/drawing/2014/main" id="{FCDB525F-3C15-4C19-8EAD-805E5CFFB9FF}"/>
              </a:ext>
            </a:extLst>
          </p:cNvPr>
          <p:cNvSpPr/>
          <p:nvPr/>
        </p:nvSpPr>
        <p:spPr>
          <a:xfrm>
            <a:off x="172593" y="2716689"/>
            <a:ext cx="3844469" cy="8552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Il est important de rester ouvert à tous les sujets et de faire confiance au processus. Avec le temps, il se révélera précieux.</a:t>
            </a:r>
          </a:p>
        </p:txBody>
      </p:sp>
      <p:sp>
        <p:nvSpPr>
          <p:cNvPr id="67" name="Rectangle 66">
            <a:extLst>
              <a:ext uri="{FF2B5EF4-FFF2-40B4-BE49-F238E27FC236}">
                <a16:creationId xmlns:a16="http://schemas.microsoft.com/office/drawing/2014/main" id="{0AD13854-5D2B-41DA-8EBE-3E0C0ACD7DA1}"/>
              </a:ext>
            </a:extLst>
          </p:cNvPr>
          <p:cNvSpPr/>
          <p:nvPr/>
        </p:nvSpPr>
        <p:spPr>
          <a:xfrm>
            <a:off x="172593" y="5520038"/>
            <a:ext cx="3844469" cy="75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Il est plus important d'être sélectif pour trouver ce qui est le plus en phase avec moi à un moment donné.</a:t>
            </a:r>
          </a:p>
        </p:txBody>
      </p:sp>
      <p:sp>
        <p:nvSpPr>
          <p:cNvPr id="71" name="Titre 1">
            <a:extLst>
              <a:ext uri="{FF2B5EF4-FFF2-40B4-BE49-F238E27FC236}">
                <a16:creationId xmlns:a16="http://schemas.microsoft.com/office/drawing/2014/main" id="{FCC99989-B1E3-400F-9E84-6F976D71ECFA}"/>
              </a:ext>
            </a:extLst>
          </p:cNvPr>
          <p:cNvSpPr txBox="1">
            <a:spLocks/>
          </p:cNvSpPr>
          <p:nvPr/>
        </p:nvSpPr>
        <p:spPr>
          <a:xfrm>
            <a:off x="299807" y="2249042"/>
            <a:ext cx="3590042" cy="3129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"Les meilleures expériences se construisent dans la durée, la régularité et la répétition".</a:t>
            </a:r>
            <a:endParaRPr lang="en-US" sz="1400"/>
          </a:p>
        </p:txBody>
      </p:sp>
      <p:sp>
        <p:nvSpPr>
          <p:cNvPr id="73" name="Titre 1">
            <a:extLst>
              <a:ext uri="{FF2B5EF4-FFF2-40B4-BE49-F238E27FC236}">
                <a16:creationId xmlns:a16="http://schemas.microsoft.com/office/drawing/2014/main" id="{7753DAA3-C14E-4D64-A3A7-44700CBA6948}"/>
              </a:ext>
            </a:extLst>
          </p:cNvPr>
          <p:cNvSpPr txBox="1">
            <a:spLocks/>
          </p:cNvSpPr>
          <p:nvPr/>
        </p:nvSpPr>
        <p:spPr>
          <a:xfrm>
            <a:off x="299807" y="5074621"/>
            <a:ext cx="3590042" cy="312968"/>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"Le meilleur vient de ce que vous filtrez pour vous-même".</a:t>
            </a:r>
          </a:p>
        </p:txBody>
      </p:sp>
      <p:sp>
        <p:nvSpPr>
          <p:cNvPr id="22" name="Rectangle 21">
            <a:extLst>
              <a:ext uri="{FF2B5EF4-FFF2-40B4-BE49-F238E27FC236}">
                <a16:creationId xmlns:a16="http://schemas.microsoft.com/office/drawing/2014/main" id="{59D14EE7-9488-4421-880C-3FC4AE2214DF}"/>
              </a:ext>
            </a:extLst>
          </p:cNvPr>
          <p:cNvSpPr/>
          <p:nvPr/>
        </p:nvSpPr>
        <p:spPr>
          <a:xfrm>
            <a:off x="4164812" y="2716689"/>
            <a:ext cx="3844469" cy="8552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Je n'ai pas l'énergie de lire toutes les descriptions et de comparer les options au préalable. Je vais donc m'inscrire en premier et voir ce qui se passe.</a:t>
            </a:r>
          </a:p>
        </p:txBody>
      </p:sp>
      <p:sp>
        <p:nvSpPr>
          <p:cNvPr id="23" name="Rectangle 22">
            <a:extLst>
              <a:ext uri="{FF2B5EF4-FFF2-40B4-BE49-F238E27FC236}">
                <a16:creationId xmlns:a16="http://schemas.microsoft.com/office/drawing/2014/main" id="{32F8951D-5D17-496F-8F8A-D1B1539A6ECF}"/>
              </a:ext>
            </a:extLst>
          </p:cNvPr>
          <p:cNvSpPr/>
          <p:nvPr/>
        </p:nvSpPr>
        <p:spPr>
          <a:xfrm>
            <a:off x="4164812" y="5520038"/>
            <a:ext cx="3844469" cy="75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Je n'ai pas le temps d'assurer la régularité, je vais consacrer du temps et de l'attention à comparer les options et à choisir ce qui me convient. </a:t>
            </a:r>
            <a:endParaRPr lang="en-US" sz="1200">
              <a:solidFill>
                <a:schemeClr val="tx1"/>
              </a:solidFill>
            </a:endParaRPr>
          </a:p>
        </p:txBody>
      </p:sp>
      <p:sp>
        <p:nvSpPr>
          <p:cNvPr id="26" name="Titre 1">
            <a:extLst>
              <a:ext uri="{FF2B5EF4-FFF2-40B4-BE49-F238E27FC236}">
                <a16:creationId xmlns:a16="http://schemas.microsoft.com/office/drawing/2014/main" id="{FD52280F-7CE6-4BE9-98F0-22D2FFE978E0}"/>
              </a:ext>
            </a:extLst>
          </p:cNvPr>
          <p:cNvSpPr txBox="1">
            <a:spLocks/>
          </p:cNvSpPr>
          <p:nvPr/>
        </p:nvSpPr>
        <p:spPr>
          <a:xfrm>
            <a:off x="4292026" y="2249042"/>
            <a:ext cx="3590042" cy="3129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"La sélection des activités est une charge mentale trop importante".</a:t>
            </a:r>
            <a:endParaRPr lang="en-US" sz="1400"/>
          </a:p>
        </p:txBody>
      </p:sp>
      <p:sp>
        <p:nvSpPr>
          <p:cNvPr id="27" name="Titre 1">
            <a:extLst>
              <a:ext uri="{FF2B5EF4-FFF2-40B4-BE49-F238E27FC236}">
                <a16:creationId xmlns:a16="http://schemas.microsoft.com/office/drawing/2014/main" id="{48F0A3B9-0621-49DA-AFFF-CDC1798D52DA}"/>
              </a:ext>
            </a:extLst>
          </p:cNvPr>
          <p:cNvSpPr txBox="1">
            <a:spLocks/>
          </p:cNvSpPr>
          <p:nvPr/>
        </p:nvSpPr>
        <p:spPr>
          <a:xfrm>
            <a:off x="4292026" y="5074621"/>
            <a:ext cx="3590042" cy="312968"/>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 La régularité est un engagement trop important ".</a:t>
            </a:r>
          </a:p>
        </p:txBody>
      </p:sp>
      <p:sp>
        <p:nvSpPr>
          <p:cNvPr id="28" name="Rectangle 27">
            <a:extLst>
              <a:ext uri="{FF2B5EF4-FFF2-40B4-BE49-F238E27FC236}">
                <a16:creationId xmlns:a16="http://schemas.microsoft.com/office/drawing/2014/main" id="{3A0E50C9-6530-4068-AE71-6940125F0051}"/>
              </a:ext>
            </a:extLst>
          </p:cNvPr>
          <p:cNvSpPr/>
          <p:nvPr/>
        </p:nvSpPr>
        <p:spPr>
          <a:xfrm>
            <a:off x="8157031" y="2716689"/>
            <a:ext cx="3844469" cy="85529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J'ai beaucoup de petits sujets sur lesquels je ne peux développer aucune expérience solide. Mais si vous proposez une expérience approfondie, je suis prêt à la considérer. </a:t>
            </a:r>
            <a:endParaRPr lang="en-US" sz="1200">
              <a:solidFill>
                <a:schemeClr val="tx1"/>
              </a:solidFill>
            </a:endParaRPr>
          </a:p>
        </p:txBody>
      </p:sp>
      <p:sp>
        <p:nvSpPr>
          <p:cNvPr id="29" name="Rectangle 28">
            <a:extLst>
              <a:ext uri="{FF2B5EF4-FFF2-40B4-BE49-F238E27FC236}">
                <a16:creationId xmlns:a16="http://schemas.microsoft.com/office/drawing/2014/main" id="{71FE7F45-14B6-4B56-A071-EEC450B5AA9D}"/>
              </a:ext>
            </a:extLst>
          </p:cNvPr>
          <p:cNvSpPr/>
          <p:nvPr/>
        </p:nvSpPr>
        <p:spPr>
          <a:xfrm>
            <a:off x="8157031" y="5520038"/>
            <a:ext cx="3844469" cy="75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Mon agenda est déjà rempli d'activités récurrentes. Mais j'arrive parfois à trouver un créneau.</a:t>
            </a:r>
          </a:p>
        </p:txBody>
      </p:sp>
      <p:sp>
        <p:nvSpPr>
          <p:cNvPr id="32" name="Titre 1">
            <a:extLst>
              <a:ext uri="{FF2B5EF4-FFF2-40B4-BE49-F238E27FC236}">
                <a16:creationId xmlns:a16="http://schemas.microsoft.com/office/drawing/2014/main" id="{AF046507-90E8-45A6-8B04-4FEF43923620}"/>
              </a:ext>
            </a:extLst>
          </p:cNvPr>
          <p:cNvSpPr txBox="1">
            <a:spLocks/>
          </p:cNvSpPr>
          <p:nvPr/>
        </p:nvSpPr>
        <p:spPr>
          <a:xfrm>
            <a:off x="8495929" y="2249042"/>
            <a:ext cx="3378357" cy="31296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Je n'ai pas besoin de dispersion en ce moment </a:t>
            </a:r>
          </a:p>
        </p:txBody>
      </p:sp>
      <p:sp>
        <p:nvSpPr>
          <p:cNvPr id="33" name="Titre 1">
            <a:extLst>
              <a:ext uri="{FF2B5EF4-FFF2-40B4-BE49-F238E27FC236}">
                <a16:creationId xmlns:a16="http://schemas.microsoft.com/office/drawing/2014/main" id="{357A3430-0CA0-4BD7-BEC9-6D51A6100513}"/>
              </a:ext>
            </a:extLst>
          </p:cNvPr>
          <p:cNvSpPr txBox="1">
            <a:spLocks/>
          </p:cNvSpPr>
          <p:nvPr/>
        </p:nvSpPr>
        <p:spPr>
          <a:xfrm>
            <a:off x="8371643" y="5074621"/>
            <a:ext cx="3502644" cy="312968"/>
          </a:xfrm>
          <a:prstGeom prst="rect">
            <a:avLst/>
          </a:prstGeom>
          <a:ln>
            <a:noFill/>
          </a:ln>
        </p:spPr>
        <p:txBody>
          <a:bodyPr vert="horz" lIns="91440" tIns="45720" rIns="91440" bIns="45720" rtlCol="0" anchor="ctr">
            <a:noAutofit/>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pPr algn="ctr"/>
            <a:r>
              <a:rPr lang="fr-FR" sz="1400"/>
              <a:t>Je n'ai pas besoin de régularité en ce moment</a:t>
            </a:r>
          </a:p>
        </p:txBody>
      </p:sp>
      <p:pic>
        <p:nvPicPr>
          <p:cNvPr id="21" name="Graphique 20" descr="Actualiser avec un remplissage uni">
            <a:extLst>
              <a:ext uri="{FF2B5EF4-FFF2-40B4-BE49-F238E27FC236}">
                <a16:creationId xmlns:a16="http://schemas.microsoft.com/office/drawing/2014/main" id="{DE238CB3-8677-4347-9B00-1852757C6A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0774" y="2173703"/>
            <a:ext cx="487061" cy="487061"/>
          </a:xfrm>
          <a:prstGeom prst="rect">
            <a:avLst/>
          </a:prstGeom>
        </p:spPr>
      </p:pic>
      <p:pic>
        <p:nvPicPr>
          <p:cNvPr id="34" name="Graphique 33" descr="Actualiser avec un remplissage uni">
            <a:extLst>
              <a:ext uri="{FF2B5EF4-FFF2-40B4-BE49-F238E27FC236}">
                <a16:creationId xmlns:a16="http://schemas.microsoft.com/office/drawing/2014/main" id="{46D94339-8B82-4B2C-A377-4AEC02E371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82386" y="2152288"/>
            <a:ext cx="487061" cy="487061"/>
          </a:xfrm>
          <a:prstGeom prst="rect">
            <a:avLst/>
          </a:prstGeom>
        </p:spPr>
      </p:pic>
      <p:pic>
        <p:nvPicPr>
          <p:cNvPr id="35" name="Graphique 34" descr="Actualiser avec un remplissage uni">
            <a:extLst>
              <a:ext uri="{FF2B5EF4-FFF2-40B4-BE49-F238E27FC236}">
                <a16:creationId xmlns:a16="http://schemas.microsoft.com/office/drawing/2014/main" id="{A57BEA1F-2E99-479C-A993-1AB458D826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57031" y="2161995"/>
            <a:ext cx="487061" cy="487061"/>
          </a:xfrm>
          <a:prstGeom prst="rect">
            <a:avLst/>
          </a:prstGeom>
        </p:spPr>
      </p:pic>
      <p:pic>
        <p:nvPicPr>
          <p:cNvPr id="39" name="Graphique 38" descr="Point d’exclamation avec un remplissage uni">
            <a:extLst>
              <a:ext uri="{FF2B5EF4-FFF2-40B4-BE49-F238E27FC236}">
                <a16:creationId xmlns:a16="http://schemas.microsoft.com/office/drawing/2014/main" id="{10CFDF95-511D-4708-8DCC-5697574F273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0204" t="-7973" r="19496"/>
          <a:stretch/>
        </p:blipFill>
        <p:spPr>
          <a:xfrm>
            <a:off x="109627" y="4881397"/>
            <a:ext cx="356660" cy="638641"/>
          </a:xfrm>
          <a:prstGeom prst="rect">
            <a:avLst/>
          </a:prstGeom>
        </p:spPr>
      </p:pic>
      <p:pic>
        <p:nvPicPr>
          <p:cNvPr id="40" name="Graphique 39" descr="Point d’exclamation avec un remplissage uni">
            <a:extLst>
              <a:ext uri="{FF2B5EF4-FFF2-40B4-BE49-F238E27FC236}">
                <a16:creationId xmlns:a16="http://schemas.microsoft.com/office/drawing/2014/main" id="{3FA71F42-09D3-43F0-96FC-47595DC51AD3}"/>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0204" t="-7973" r="19496"/>
          <a:stretch/>
        </p:blipFill>
        <p:spPr>
          <a:xfrm>
            <a:off x="4147586" y="4881396"/>
            <a:ext cx="356660" cy="638641"/>
          </a:xfrm>
          <a:prstGeom prst="rect">
            <a:avLst/>
          </a:prstGeom>
        </p:spPr>
      </p:pic>
      <p:pic>
        <p:nvPicPr>
          <p:cNvPr id="41" name="Graphique 40" descr="Point d’exclamation avec un remplissage uni">
            <a:extLst>
              <a:ext uri="{FF2B5EF4-FFF2-40B4-BE49-F238E27FC236}">
                <a16:creationId xmlns:a16="http://schemas.microsoft.com/office/drawing/2014/main" id="{2D5560EA-3B58-41F1-A0B3-FE2F1D3A1AA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0204" t="-7973" r="19496"/>
          <a:stretch/>
        </p:blipFill>
        <p:spPr>
          <a:xfrm>
            <a:off x="8222231" y="4815172"/>
            <a:ext cx="356660" cy="638641"/>
          </a:xfrm>
          <a:prstGeom prst="rect">
            <a:avLst/>
          </a:prstGeom>
        </p:spPr>
      </p:pic>
    </p:spTree>
    <p:extLst>
      <p:ext uri="{BB962C8B-B14F-4D97-AF65-F5344CB8AC3E}">
        <p14:creationId xmlns:p14="http://schemas.microsoft.com/office/powerpoint/2010/main" val="3341762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a:xfrm>
            <a:off x="576072" y="1124711"/>
            <a:ext cx="5079004" cy="3420655"/>
          </a:xfrm>
        </p:spPr>
        <p:txBody>
          <a:bodyPr>
            <a:noAutofit/>
          </a:bodyPr>
          <a:lstStyle/>
          <a:p>
            <a:r>
              <a:rPr lang="fr-FR" sz="6600">
                <a:solidFill>
                  <a:srgbClr val="EC7B2B"/>
                </a:solidFill>
              </a:rPr>
              <a:t>Community</a:t>
            </a:r>
            <a:br>
              <a:rPr lang="fr-FR" sz="6600"/>
            </a:br>
            <a:r>
              <a:rPr lang="fr-FR" sz="6600"/>
              <a:t>Time</a:t>
            </a:r>
            <a:br>
              <a:rPr lang="fr-FR" sz="6600"/>
            </a:br>
            <a:r>
              <a:rPr lang="fr-FR" sz="6600">
                <a:solidFill>
                  <a:srgbClr val="3494BA"/>
                </a:solidFill>
              </a:rPr>
              <a:t>Investment</a:t>
            </a:r>
            <a:br>
              <a:rPr lang="fr-FR" sz="6600"/>
            </a:br>
            <a:r>
              <a:rPr lang="fr-FR" sz="6600"/>
              <a:t>Profiles</a:t>
            </a:r>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a:xfrm>
            <a:off x="577596" y="4711208"/>
            <a:ext cx="11036808" cy="1481328"/>
          </a:xfrm>
        </p:spPr>
        <p:txBody>
          <a:bodyPr/>
          <a:lstStyle/>
          <a:p>
            <a:r>
              <a:rPr lang="fr-FR" b="1" i="1"/>
              <a:t>Comprendre comment les membres investissent leur temps afin de mieux décider des activités de la communauté</a:t>
            </a:r>
          </a:p>
        </p:txBody>
      </p:sp>
      <p:pic>
        <p:nvPicPr>
          <p:cNvPr id="3" name="Image 2">
            <a:extLst>
              <a:ext uri="{FF2B5EF4-FFF2-40B4-BE49-F238E27FC236}">
                <a16:creationId xmlns:a16="http://schemas.microsoft.com/office/drawing/2014/main" id="{C5A12EE8-1116-4DF4-9725-CFC13DDF57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286" y="1406128"/>
            <a:ext cx="4524464" cy="2022872"/>
          </a:xfrm>
          <a:prstGeom prst="rect">
            <a:avLst/>
          </a:prstGeom>
        </p:spPr>
      </p:pic>
    </p:spTree>
    <p:extLst>
      <p:ext uri="{BB962C8B-B14F-4D97-AF65-F5344CB8AC3E}">
        <p14:creationId xmlns:p14="http://schemas.microsoft.com/office/powerpoint/2010/main" val="2735175736"/>
      </p:ext>
    </p:extLst>
  </p:cSld>
  <p:clrMapOvr>
    <a:masterClrMapping/>
  </p:clrMapOvr>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AccentBoxVTI</vt:lpstr>
      <vt:lpstr>W1  Atelier sur les profils d'investissement de temps</vt:lpstr>
      <vt:lpstr>Ce document est un contenu #OpenSeriousCommunity #OSC</vt:lpstr>
      <vt:lpstr>Atelier sur les profils d'investissement de temps Exemple de résultat d'atelier</vt:lpstr>
      <vt:lpstr>Atelier sur les profils d'investissement de temps Exemple de résultat d'atelier (sur la base de l’expression de chacun)</vt:lpstr>
      <vt:lpstr>Atelier sur les profils d'investissement de temps Feuille vide</vt:lpstr>
      <vt:lpstr>Atelier sur les profils d'investissement de temps Atelier étape par étape</vt:lpstr>
      <vt:lpstr>Atelier sur les profils d'investissement de temps Utiliser le résultat pour ajuster les activités - Exemples</vt:lpstr>
      <vt:lpstr>Atelier sur les profils d'investissement de temps Utiliser le résultat pour ajuster les activités</vt:lpstr>
      <vt:lpstr>Atelier sur les profils d'investissement de temps Les deux extrêmes des profils d'investissement en temps</vt:lpstr>
      <vt:lpstr>Atelier sur les profils d'investissement de temps Les deux extrêmes des profils d'investissement en temps</vt:lpstr>
      <vt:lpstr>Community Time Investment Profiles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revision>1</cp:revision>
  <dcterms:created xsi:type="dcterms:W3CDTF">2020-12-16T10:05:09Z</dcterms:created>
  <dcterms:modified xsi:type="dcterms:W3CDTF">2022-09-25T09:21:10Z</dcterms:modified>
</cp:coreProperties>
</file>