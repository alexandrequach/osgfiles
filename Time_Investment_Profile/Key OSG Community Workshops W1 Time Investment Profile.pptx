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1"/>
  </p:notesMasterIdLst>
  <p:sldIdLst>
    <p:sldId id="644" r:id="rId2"/>
    <p:sldId id="703" r:id="rId3"/>
    <p:sldId id="813" r:id="rId4"/>
    <p:sldId id="744" r:id="rId5"/>
    <p:sldId id="636" r:id="rId6"/>
    <p:sldId id="626" r:id="rId7"/>
    <p:sldId id="814" r:id="rId8"/>
    <p:sldId id="704" r:id="rId9"/>
    <p:sldId id="70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lexandre Quach" initials="AQ" lastIdx="3" clrIdx="0">
    <p:extLst>
      <p:ext uri="{19B8F6BF-5375-455C-9EA6-DF929625EA0E}">
        <p15:presenceInfo xmlns:p15="http://schemas.microsoft.com/office/powerpoint/2012/main" userId="7bb690c8a6e028e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94BA"/>
    <a:srgbClr val="EC7B2B"/>
    <a:srgbClr val="F4B183"/>
    <a:srgbClr val="FF0000"/>
    <a:srgbClr val="A6A6A6"/>
    <a:srgbClr val="FBE5D6"/>
    <a:srgbClr val="E2F0D9"/>
    <a:srgbClr val="A9D18E"/>
    <a:srgbClr val="BFBFBF"/>
    <a:srgbClr val="CDD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D3F955-E856-4C37-9A68-BF8EA27DC1C6}" v="30" dt="2022-03-16T12:30:38.5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71" autoAdjust="0"/>
    <p:restoredTop sz="94660"/>
  </p:normalViewPr>
  <p:slideViewPr>
    <p:cSldViewPr snapToGrid="0">
      <p:cViewPr varScale="1">
        <p:scale>
          <a:sx n="81" d="100"/>
          <a:sy n="81" d="100"/>
        </p:scale>
        <p:origin x="672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andre Quach" userId="7bb690c8a6e028e4" providerId="LiveId" clId="{C9D3F955-E856-4C37-9A68-BF8EA27DC1C6}"/>
    <pc:docChg chg="undo custSel addSld delSld modSld delSection modSection">
      <pc:chgData name="Alexandre Quach" userId="7bb690c8a6e028e4" providerId="LiveId" clId="{C9D3F955-E856-4C37-9A68-BF8EA27DC1C6}" dt="2022-03-16T13:02:18.608" v="469" actId="20577"/>
      <pc:docMkLst>
        <pc:docMk/>
      </pc:docMkLst>
      <pc:sldChg chg="del">
        <pc:chgData name="Alexandre Quach" userId="7bb690c8a6e028e4" providerId="LiveId" clId="{C9D3F955-E856-4C37-9A68-BF8EA27DC1C6}" dt="2022-02-28T08:44:30.439" v="1" actId="47"/>
        <pc:sldMkLst>
          <pc:docMk/>
          <pc:sldMk cId="1287199829" sldId="256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311854233" sldId="420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588568121" sldId="426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993966662" sldId="62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145665350" sldId="630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934301015" sldId="631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127663373" sldId="632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434059974" sldId="634"/>
        </pc:sldMkLst>
      </pc:sldChg>
      <pc:sldChg chg="delSp modSp mod">
        <pc:chgData name="Alexandre Quach" userId="7bb690c8a6e028e4" providerId="LiveId" clId="{C9D3F955-E856-4C37-9A68-BF8EA27DC1C6}" dt="2022-03-16T13:02:18.608" v="469" actId="20577"/>
        <pc:sldMkLst>
          <pc:docMk/>
          <pc:sldMk cId="1431972450" sldId="636"/>
        </pc:sldMkLst>
        <pc:spChg chg="del">
          <ac:chgData name="Alexandre Quach" userId="7bb690c8a6e028e4" providerId="LiveId" clId="{C9D3F955-E856-4C37-9A68-BF8EA27DC1C6}" dt="2022-03-15T09:36:14.966" v="3" actId="478"/>
          <ac:spMkLst>
            <pc:docMk/>
            <pc:sldMk cId="1431972450" sldId="636"/>
            <ac:spMk id="14" creationId="{324AC220-AEB7-4C0B-A1F1-FAACDF7DF234}"/>
          </ac:spMkLst>
        </pc:spChg>
        <pc:graphicFrameChg chg="modGraphic">
          <ac:chgData name="Alexandre Quach" userId="7bb690c8a6e028e4" providerId="LiveId" clId="{C9D3F955-E856-4C37-9A68-BF8EA27DC1C6}" dt="2022-03-16T13:02:18.608" v="469" actId="20577"/>
          <ac:graphicFrameMkLst>
            <pc:docMk/>
            <pc:sldMk cId="1431972450" sldId="636"/>
            <ac:graphicFrameMk id="4" creationId="{DAED6B0E-FB0E-401A-937B-75839BD83A29}"/>
          </ac:graphicFrameMkLst>
        </pc:graphicFrameChg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079675807" sldId="63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62681531" sldId="63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438374157" sldId="63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305242318" sldId="640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988953742" sldId="641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299158037" sldId="643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570331714" sldId="645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975829464" sldId="646"/>
        </pc:sldMkLst>
      </pc:sldChg>
      <pc:sldChg chg="del">
        <pc:chgData name="Alexandre Quach" userId="7bb690c8a6e028e4" providerId="LiveId" clId="{C9D3F955-E856-4C37-9A68-BF8EA27DC1C6}" dt="2022-02-28T08:44:30.439" v="1" actId="47"/>
        <pc:sldMkLst>
          <pc:docMk/>
          <pc:sldMk cId="2612031657" sldId="64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156997757" sldId="64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332850991" sldId="650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382741872" sldId="651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245040671" sldId="652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635027199" sldId="653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748362307" sldId="65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533947448" sldId="65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714775356" sldId="65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943490784" sldId="660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977824969" sldId="661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369368865" sldId="662"/>
        </pc:sldMkLst>
      </pc:sldChg>
      <pc:sldChg chg="del">
        <pc:chgData name="Alexandre Quach" userId="7bb690c8a6e028e4" providerId="LiveId" clId="{C9D3F955-E856-4C37-9A68-BF8EA27DC1C6}" dt="2022-02-28T08:44:30.439" v="1" actId="47"/>
        <pc:sldMkLst>
          <pc:docMk/>
          <pc:sldMk cId="442944801" sldId="663"/>
        </pc:sldMkLst>
      </pc:sldChg>
      <pc:sldChg chg="del">
        <pc:chgData name="Alexandre Quach" userId="7bb690c8a6e028e4" providerId="LiveId" clId="{C9D3F955-E856-4C37-9A68-BF8EA27DC1C6}" dt="2022-02-28T08:44:30.439" v="1" actId="47"/>
        <pc:sldMkLst>
          <pc:docMk/>
          <pc:sldMk cId="667133540" sldId="664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954206845" sldId="66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589502429" sldId="66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4135389196" sldId="66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329744103" sldId="670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015549318" sldId="671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324247947" sldId="672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408222468" sldId="673"/>
        </pc:sldMkLst>
      </pc:sldChg>
      <pc:sldChg chg="del">
        <pc:chgData name="Alexandre Quach" userId="7bb690c8a6e028e4" providerId="LiveId" clId="{C9D3F955-E856-4C37-9A68-BF8EA27DC1C6}" dt="2022-02-28T08:44:30.439" v="1" actId="47"/>
        <pc:sldMkLst>
          <pc:docMk/>
          <pc:sldMk cId="945836210" sldId="674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900062565" sldId="675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222675155" sldId="676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127912802" sldId="67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560413230" sldId="67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878369571" sldId="67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273808140" sldId="681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270226292" sldId="682"/>
        </pc:sldMkLst>
      </pc:sldChg>
      <pc:sldChg chg="del">
        <pc:chgData name="Alexandre Quach" userId="7bb690c8a6e028e4" providerId="LiveId" clId="{C9D3F955-E856-4C37-9A68-BF8EA27DC1C6}" dt="2022-02-28T08:44:30.439" v="1" actId="47"/>
        <pc:sldMkLst>
          <pc:docMk/>
          <pc:sldMk cId="4133377052" sldId="683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456310723" sldId="684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165885568" sldId="685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409047177" sldId="68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895866099" sldId="68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218647812" sldId="68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631831837" sldId="690"/>
        </pc:sldMkLst>
      </pc:sldChg>
      <pc:sldChg chg="del">
        <pc:chgData name="Alexandre Quach" userId="7bb690c8a6e028e4" providerId="LiveId" clId="{C9D3F955-E856-4C37-9A68-BF8EA27DC1C6}" dt="2022-02-28T08:44:30.439" v="1" actId="47"/>
        <pc:sldMkLst>
          <pc:docMk/>
          <pc:sldMk cId="380095623" sldId="691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788056139" sldId="693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661135379" sldId="69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325807060" sldId="69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4265184603" sldId="699"/>
        </pc:sldMkLst>
      </pc:sldChg>
      <pc:sldChg chg="modSp mod">
        <pc:chgData name="Alexandre Quach" userId="7bb690c8a6e028e4" providerId="LiveId" clId="{C9D3F955-E856-4C37-9A68-BF8EA27DC1C6}" dt="2022-03-16T12:38:59.911" v="444" actId="6549"/>
        <pc:sldMkLst>
          <pc:docMk/>
          <pc:sldMk cId="122188897" sldId="703"/>
        </pc:sldMkLst>
        <pc:graphicFrameChg chg="modGraphic">
          <ac:chgData name="Alexandre Quach" userId="7bb690c8a6e028e4" providerId="LiveId" clId="{C9D3F955-E856-4C37-9A68-BF8EA27DC1C6}" dt="2022-03-16T12:38:59.911" v="444" actId="6549"/>
          <ac:graphicFrameMkLst>
            <pc:docMk/>
            <pc:sldMk cId="122188897" sldId="703"/>
            <ac:graphicFrameMk id="3" creationId="{270A5E3B-35B7-4271-AF7C-BD4FDD213ED4}"/>
          </ac:graphicFrameMkLst>
        </pc:graphicFrameChg>
      </pc:sldChg>
      <pc:sldChg chg="addSp modSp mod">
        <pc:chgData name="Alexandre Quach" userId="7bb690c8a6e028e4" providerId="LiveId" clId="{C9D3F955-E856-4C37-9A68-BF8EA27DC1C6}" dt="2022-03-16T12:54:00.337" v="457" actId="14100"/>
        <pc:sldMkLst>
          <pc:docMk/>
          <pc:sldMk cId="4180813781" sldId="704"/>
        </pc:sldMkLst>
        <pc:spChg chg="mod">
          <ac:chgData name="Alexandre Quach" userId="7bb690c8a6e028e4" providerId="LiveId" clId="{C9D3F955-E856-4C37-9A68-BF8EA27DC1C6}" dt="2022-03-16T12:35:45.760" v="437"/>
          <ac:spMkLst>
            <pc:docMk/>
            <pc:sldMk cId="4180813781" sldId="704"/>
            <ac:spMk id="2" creationId="{12DFB249-4BAC-45D8-BD66-8A9B48267113}"/>
          </ac:spMkLst>
        </pc:spChg>
        <pc:spChg chg="mod">
          <ac:chgData name="Alexandre Quach" userId="7bb690c8a6e028e4" providerId="LiveId" clId="{C9D3F955-E856-4C37-9A68-BF8EA27DC1C6}" dt="2022-03-16T12:54:00.337" v="457" actId="14100"/>
          <ac:spMkLst>
            <pc:docMk/>
            <pc:sldMk cId="4180813781" sldId="704"/>
            <ac:spMk id="66" creationId="{FCDB525F-3C15-4C19-8EAD-805E5CFFB9FF}"/>
          </ac:spMkLst>
        </pc:spChg>
        <pc:spChg chg="mod">
          <ac:chgData name="Alexandre Quach" userId="7bb690c8a6e028e4" providerId="LiveId" clId="{C9D3F955-E856-4C37-9A68-BF8EA27DC1C6}" dt="2022-03-16T12:54:00.337" v="457" actId="14100"/>
          <ac:spMkLst>
            <pc:docMk/>
            <pc:sldMk cId="4180813781" sldId="704"/>
            <ac:spMk id="67" creationId="{0AD13854-5D2B-41DA-8EBE-3E0C0ACD7DA1}"/>
          </ac:spMkLst>
        </pc:spChg>
        <pc:grpChg chg="add mod">
          <ac:chgData name="Alexandre Quach" userId="7bb690c8a6e028e4" providerId="LiveId" clId="{C9D3F955-E856-4C37-9A68-BF8EA27DC1C6}" dt="2022-03-16T12:29:09.414" v="225" actId="1076"/>
          <ac:grpSpMkLst>
            <pc:docMk/>
            <pc:sldMk cId="4180813781" sldId="704"/>
            <ac:grpSpMk id="21" creationId="{DFAFDC04-3D10-4EED-8366-D411B288AC07}"/>
          </ac:grpSpMkLst>
        </pc:grpChg>
        <pc:grpChg chg="add mod">
          <ac:chgData name="Alexandre Quach" userId="7bb690c8a6e028e4" providerId="LiveId" clId="{C9D3F955-E856-4C37-9A68-BF8EA27DC1C6}" dt="2022-03-16T12:29:11.586" v="226" actId="571"/>
          <ac:grpSpMkLst>
            <pc:docMk/>
            <pc:sldMk cId="4180813781" sldId="704"/>
            <ac:grpSpMk id="27" creationId="{5F62309C-562B-4359-9DCE-C434A33C7641}"/>
          </ac:grpSpMkLst>
        </pc:grpChg>
        <pc:grpChg chg="add mod">
          <ac:chgData name="Alexandre Quach" userId="7bb690c8a6e028e4" providerId="LiveId" clId="{C9D3F955-E856-4C37-9A68-BF8EA27DC1C6}" dt="2022-03-16T12:29:14.423" v="227" actId="571"/>
          <ac:grpSpMkLst>
            <pc:docMk/>
            <pc:sldMk cId="4180813781" sldId="704"/>
            <ac:grpSpMk id="33" creationId="{B0FDE926-6110-4AA9-BA99-52FBB76673F2}"/>
          </ac:grpSpMkLst>
        </pc:grpChg>
        <pc:picChg chg="mod">
          <ac:chgData name="Alexandre Quach" userId="7bb690c8a6e028e4" providerId="LiveId" clId="{C9D3F955-E856-4C37-9A68-BF8EA27DC1C6}" dt="2022-03-16T12:29:07.832" v="224" actId="207"/>
          <ac:picMkLst>
            <pc:docMk/>
            <pc:sldMk cId="4180813781" sldId="704"/>
            <ac:picMk id="22" creationId="{C9CDF9C2-184A-4007-AF9F-9105579392E2}"/>
          </ac:picMkLst>
        </pc:picChg>
        <pc:picChg chg="mod">
          <ac:chgData name="Alexandre Quach" userId="7bb690c8a6e028e4" providerId="LiveId" clId="{C9D3F955-E856-4C37-9A68-BF8EA27DC1C6}" dt="2022-03-16T12:29:07.832" v="224" actId="207"/>
          <ac:picMkLst>
            <pc:docMk/>
            <pc:sldMk cId="4180813781" sldId="704"/>
            <ac:picMk id="23" creationId="{C21FA496-40F4-4ECB-922E-9EC0D8367DFF}"/>
          </ac:picMkLst>
        </pc:picChg>
        <pc:picChg chg="mod">
          <ac:chgData name="Alexandre Quach" userId="7bb690c8a6e028e4" providerId="LiveId" clId="{C9D3F955-E856-4C37-9A68-BF8EA27DC1C6}" dt="2022-03-16T12:29:07.832" v="224" actId="207"/>
          <ac:picMkLst>
            <pc:docMk/>
            <pc:sldMk cId="4180813781" sldId="704"/>
            <ac:picMk id="24" creationId="{56736A90-E038-4ADC-8A99-7EE535CCC949}"/>
          </ac:picMkLst>
        </pc:picChg>
        <pc:picChg chg="mod">
          <ac:chgData name="Alexandre Quach" userId="7bb690c8a6e028e4" providerId="LiveId" clId="{C9D3F955-E856-4C37-9A68-BF8EA27DC1C6}" dt="2022-03-16T12:29:07.832" v="224" actId="207"/>
          <ac:picMkLst>
            <pc:docMk/>
            <pc:sldMk cId="4180813781" sldId="704"/>
            <ac:picMk id="25" creationId="{652F8FA1-FE88-4138-A514-F2C46FA0BC02}"/>
          </ac:picMkLst>
        </pc:picChg>
        <pc:picChg chg="mod">
          <ac:chgData name="Alexandre Quach" userId="7bb690c8a6e028e4" providerId="LiveId" clId="{C9D3F955-E856-4C37-9A68-BF8EA27DC1C6}" dt="2022-03-16T12:29:07.832" v="224" actId="207"/>
          <ac:picMkLst>
            <pc:docMk/>
            <pc:sldMk cId="4180813781" sldId="704"/>
            <ac:picMk id="26" creationId="{A4E5FFDF-7C9D-4C28-ACB0-D25374E75E5A}"/>
          </ac:picMkLst>
        </pc:picChg>
        <pc:picChg chg="mod">
          <ac:chgData name="Alexandre Quach" userId="7bb690c8a6e028e4" providerId="LiveId" clId="{C9D3F955-E856-4C37-9A68-BF8EA27DC1C6}" dt="2022-03-16T12:29:11.586" v="226" actId="571"/>
          <ac:picMkLst>
            <pc:docMk/>
            <pc:sldMk cId="4180813781" sldId="704"/>
            <ac:picMk id="28" creationId="{885750B1-4E78-4555-828F-E092EF226FAF}"/>
          </ac:picMkLst>
        </pc:picChg>
        <pc:picChg chg="mod">
          <ac:chgData name="Alexandre Quach" userId="7bb690c8a6e028e4" providerId="LiveId" clId="{C9D3F955-E856-4C37-9A68-BF8EA27DC1C6}" dt="2022-03-16T12:29:11.586" v="226" actId="571"/>
          <ac:picMkLst>
            <pc:docMk/>
            <pc:sldMk cId="4180813781" sldId="704"/>
            <ac:picMk id="29" creationId="{8B0F8DFC-B452-40CD-B24A-D9E0796C4FC4}"/>
          </ac:picMkLst>
        </pc:picChg>
        <pc:picChg chg="mod">
          <ac:chgData name="Alexandre Quach" userId="7bb690c8a6e028e4" providerId="LiveId" clId="{C9D3F955-E856-4C37-9A68-BF8EA27DC1C6}" dt="2022-03-16T12:29:11.586" v="226" actId="571"/>
          <ac:picMkLst>
            <pc:docMk/>
            <pc:sldMk cId="4180813781" sldId="704"/>
            <ac:picMk id="30" creationId="{C75953C0-9404-497B-AB29-3BEB56FD15D0}"/>
          </ac:picMkLst>
        </pc:picChg>
        <pc:picChg chg="mod">
          <ac:chgData name="Alexandre Quach" userId="7bb690c8a6e028e4" providerId="LiveId" clId="{C9D3F955-E856-4C37-9A68-BF8EA27DC1C6}" dt="2022-03-16T12:29:11.586" v="226" actId="571"/>
          <ac:picMkLst>
            <pc:docMk/>
            <pc:sldMk cId="4180813781" sldId="704"/>
            <ac:picMk id="31" creationId="{C4B65ECF-07E0-4C70-8736-64C2FE12E339}"/>
          </ac:picMkLst>
        </pc:picChg>
        <pc:picChg chg="mod">
          <ac:chgData name="Alexandre Quach" userId="7bb690c8a6e028e4" providerId="LiveId" clId="{C9D3F955-E856-4C37-9A68-BF8EA27DC1C6}" dt="2022-03-16T12:29:11.586" v="226" actId="571"/>
          <ac:picMkLst>
            <pc:docMk/>
            <pc:sldMk cId="4180813781" sldId="704"/>
            <ac:picMk id="32" creationId="{319FC2AE-C79B-44D3-90F3-48D3D09C7577}"/>
          </ac:picMkLst>
        </pc:picChg>
        <pc:picChg chg="mod">
          <ac:chgData name="Alexandre Quach" userId="7bb690c8a6e028e4" providerId="LiveId" clId="{C9D3F955-E856-4C37-9A68-BF8EA27DC1C6}" dt="2022-03-16T12:29:14.423" v="227" actId="571"/>
          <ac:picMkLst>
            <pc:docMk/>
            <pc:sldMk cId="4180813781" sldId="704"/>
            <ac:picMk id="34" creationId="{E9AF41B9-3103-44C0-9183-29364CE40EDC}"/>
          </ac:picMkLst>
        </pc:picChg>
        <pc:picChg chg="mod">
          <ac:chgData name="Alexandre Quach" userId="7bb690c8a6e028e4" providerId="LiveId" clId="{C9D3F955-E856-4C37-9A68-BF8EA27DC1C6}" dt="2022-03-16T12:29:14.423" v="227" actId="571"/>
          <ac:picMkLst>
            <pc:docMk/>
            <pc:sldMk cId="4180813781" sldId="704"/>
            <ac:picMk id="35" creationId="{3982A871-71E1-4FA6-A7EB-B842C6FD7EC2}"/>
          </ac:picMkLst>
        </pc:picChg>
        <pc:picChg chg="mod">
          <ac:chgData name="Alexandre Quach" userId="7bb690c8a6e028e4" providerId="LiveId" clId="{C9D3F955-E856-4C37-9A68-BF8EA27DC1C6}" dt="2022-03-16T12:29:14.423" v="227" actId="571"/>
          <ac:picMkLst>
            <pc:docMk/>
            <pc:sldMk cId="4180813781" sldId="704"/>
            <ac:picMk id="36" creationId="{6A6C4849-37A5-44E4-BA57-8131CFDEA869}"/>
          </ac:picMkLst>
        </pc:picChg>
        <pc:picChg chg="mod">
          <ac:chgData name="Alexandre Quach" userId="7bb690c8a6e028e4" providerId="LiveId" clId="{C9D3F955-E856-4C37-9A68-BF8EA27DC1C6}" dt="2022-03-16T12:29:14.423" v="227" actId="571"/>
          <ac:picMkLst>
            <pc:docMk/>
            <pc:sldMk cId="4180813781" sldId="704"/>
            <ac:picMk id="37" creationId="{36DC0562-B562-4549-962F-E1C772545B00}"/>
          </ac:picMkLst>
        </pc:picChg>
        <pc:picChg chg="mod">
          <ac:chgData name="Alexandre Quach" userId="7bb690c8a6e028e4" providerId="LiveId" clId="{C9D3F955-E856-4C37-9A68-BF8EA27DC1C6}" dt="2022-03-16T12:29:14.423" v="227" actId="571"/>
          <ac:picMkLst>
            <pc:docMk/>
            <pc:sldMk cId="4180813781" sldId="704"/>
            <ac:picMk id="38" creationId="{A3364CC4-9A52-4051-90D2-C551AA7B156D}"/>
          </ac:picMkLst>
        </pc:picChg>
        <pc:picChg chg="add mod">
          <ac:chgData name="Alexandre Quach" userId="7bb690c8a6e028e4" providerId="LiveId" clId="{C9D3F955-E856-4C37-9A68-BF8EA27DC1C6}" dt="2022-03-16T12:29:30.235" v="230" actId="207"/>
          <ac:picMkLst>
            <pc:docMk/>
            <pc:sldMk cId="4180813781" sldId="704"/>
            <ac:picMk id="39" creationId="{902D2305-9471-4362-A4C1-17CDE7C2F33F}"/>
          </ac:picMkLst>
        </pc:picChg>
        <pc:picChg chg="add mod">
          <ac:chgData name="Alexandre Quach" userId="7bb690c8a6e028e4" providerId="LiveId" clId="{C9D3F955-E856-4C37-9A68-BF8EA27DC1C6}" dt="2022-03-16T12:29:34.300" v="232" actId="1076"/>
          <ac:picMkLst>
            <pc:docMk/>
            <pc:sldMk cId="4180813781" sldId="704"/>
            <ac:picMk id="40" creationId="{64011E02-FDE9-481F-9F7B-7898FE1A3597}"/>
          </ac:picMkLst>
        </pc:picChg>
        <pc:picChg chg="add mod">
          <ac:chgData name="Alexandre Quach" userId="7bb690c8a6e028e4" providerId="LiveId" clId="{C9D3F955-E856-4C37-9A68-BF8EA27DC1C6}" dt="2022-03-16T12:29:36.274" v="233" actId="571"/>
          <ac:picMkLst>
            <pc:docMk/>
            <pc:sldMk cId="4180813781" sldId="704"/>
            <ac:picMk id="41" creationId="{E0D41CD7-C88C-4DF6-ABB2-56D3C56FACF8}"/>
          </ac:picMkLst>
        </pc:picChg>
      </pc:sldChg>
      <pc:sldChg chg="addSp delSp modSp mod">
        <pc:chgData name="Alexandre Quach" userId="7bb690c8a6e028e4" providerId="LiveId" clId="{C9D3F955-E856-4C37-9A68-BF8EA27DC1C6}" dt="2022-03-16T12:35:40.909" v="436" actId="20577"/>
        <pc:sldMkLst>
          <pc:docMk/>
          <pc:sldMk cId="3341762664" sldId="705"/>
        </pc:sldMkLst>
        <pc:spChg chg="mod">
          <ac:chgData name="Alexandre Quach" userId="7bb690c8a6e028e4" providerId="LiveId" clId="{C9D3F955-E856-4C37-9A68-BF8EA27DC1C6}" dt="2022-03-16T12:35:40.909" v="436" actId="20577"/>
          <ac:spMkLst>
            <pc:docMk/>
            <pc:sldMk cId="3341762664" sldId="705"/>
            <ac:spMk id="2" creationId="{12DFB249-4BAC-45D8-BD66-8A9B48267113}"/>
          </ac:spMkLst>
        </pc:spChg>
        <pc:picChg chg="add mod">
          <ac:chgData name="Alexandre Quach" userId="7bb690c8a6e028e4" providerId="LiveId" clId="{C9D3F955-E856-4C37-9A68-BF8EA27DC1C6}" dt="2022-03-16T12:29:48.198" v="237" actId="1076"/>
          <ac:picMkLst>
            <pc:docMk/>
            <pc:sldMk cId="3341762664" sldId="705"/>
            <ac:picMk id="21" creationId="{DE238CB3-8677-4347-9B00-1852757C6A03}"/>
          </ac:picMkLst>
        </pc:picChg>
        <pc:picChg chg="add mod">
          <ac:chgData name="Alexandre Quach" userId="7bb690c8a6e028e4" providerId="LiveId" clId="{C9D3F955-E856-4C37-9A68-BF8EA27DC1C6}" dt="2022-03-16T12:29:49.814" v="238" actId="571"/>
          <ac:picMkLst>
            <pc:docMk/>
            <pc:sldMk cId="3341762664" sldId="705"/>
            <ac:picMk id="34" creationId="{46D94339-8B82-4B2C-A377-4AEC02E37115}"/>
          </ac:picMkLst>
        </pc:picChg>
        <pc:picChg chg="add mod">
          <ac:chgData name="Alexandre Quach" userId="7bb690c8a6e028e4" providerId="LiveId" clId="{C9D3F955-E856-4C37-9A68-BF8EA27DC1C6}" dt="2022-03-16T12:29:53.476" v="239" actId="571"/>
          <ac:picMkLst>
            <pc:docMk/>
            <pc:sldMk cId="3341762664" sldId="705"/>
            <ac:picMk id="35" creationId="{A57BEA1F-2E99-479C-A993-1AB458D826FF}"/>
          </ac:picMkLst>
        </pc:picChg>
        <pc:picChg chg="add del mod">
          <ac:chgData name="Alexandre Quach" userId="7bb690c8a6e028e4" providerId="LiveId" clId="{C9D3F955-E856-4C37-9A68-BF8EA27DC1C6}" dt="2022-03-16T12:30:31.780" v="254" actId="478"/>
          <ac:picMkLst>
            <pc:docMk/>
            <pc:sldMk cId="3341762664" sldId="705"/>
            <ac:picMk id="36" creationId="{4498A951-DFF2-4F5C-86CB-5A9D20A9784A}"/>
          </ac:picMkLst>
        </pc:picChg>
        <pc:picChg chg="add del mod">
          <ac:chgData name="Alexandre Quach" userId="7bb690c8a6e028e4" providerId="LiveId" clId="{C9D3F955-E856-4C37-9A68-BF8EA27DC1C6}" dt="2022-03-16T12:30:31.414" v="253" actId="478"/>
          <ac:picMkLst>
            <pc:docMk/>
            <pc:sldMk cId="3341762664" sldId="705"/>
            <ac:picMk id="37" creationId="{FF41AACB-C223-48BD-80E6-B15D8373CE3D}"/>
          </ac:picMkLst>
        </pc:picChg>
        <pc:picChg chg="add del mod">
          <ac:chgData name="Alexandre Quach" userId="7bb690c8a6e028e4" providerId="LiveId" clId="{C9D3F955-E856-4C37-9A68-BF8EA27DC1C6}" dt="2022-03-16T12:30:19.211" v="248" actId="478"/>
          <ac:picMkLst>
            <pc:docMk/>
            <pc:sldMk cId="3341762664" sldId="705"/>
            <ac:picMk id="38" creationId="{0E35FBF5-C582-4A33-BD5F-FC0666AEA7F1}"/>
          </ac:picMkLst>
        </pc:picChg>
        <pc:picChg chg="add mod modCrop">
          <ac:chgData name="Alexandre Quach" userId="7bb690c8a6e028e4" providerId="LiveId" clId="{C9D3F955-E856-4C37-9A68-BF8EA27DC1C6}" dt="2022-03-16T12:30:34.823" v="256" actId="1076"/>
          <ac:picMkLst>
            <pc:docMk/>
            <pc:sldMk cId="3341762664" sldId="705"/>
            <ac:picMk id="39" creationId="{10CFDF95-511D-4708-8DCC-5697574F273F}"/>
          </ac:picMkLst>
        </pc:picChg>
        <pc:picChg chg="add mod">
          <ac:chgData name="Alexandre Quach" userId="7bb690c8a6e028e4" providerId="LiveId" clId="{C9D3F955-E856-4C37-9A68-BF8EA27DC1C6}" dt="2022-03-16T12:30:36.677" v="257" actId="571"/>
          <ac:picMkLst>
            <pc:docMk/>
            <pc:sldMk cId="3341762664" sldId="705"/>
            <ac:picMk id="40" creationId="{3FA71F42-09D3-43F0-96FC-47595DC51AD3}"/>
          </ac:picMkLst>
        </pc:picChg>
        <pc:picChg chg="add mod">
          <ac:chgData name="Alexandre Quach" userId="7bb690c8a6e028e4" providerId="LiveId" clId="{C9D3F955-E856-4C37-9A68-BF8EA27DC1C6}" dt="2022-03-16T12:30:38.527" v="258" actId="571"/>
          <ac:picMkLst>
            <pc:docMk/>
            <pc:sldMk cId="3341762664" sldId="705"/>
            <ac:picMk id="41" creationId="{2D5560EA-3B58-41F1-A0B3-FE2F1D3A1AAC}"/>
          </ac:picMkLst>
        </pc:picChg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4097861198" sldId="706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00448547" sldId="70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564475199" sldId="708"/>
        </pc:sldMkLst>
      </pc:sldChg>
      <pc:sldChg chg="del">
        <pc:chgData name="Alexandre Quach" userId="7bb690c8a6e028e4" providerId="LiveId" clId="{C9D3F955-E856-4C37-9A68-BF8EA27DC1C6}" dt="2022-02-28T08:44:30.439" v="1" actId="47"/>
        <pc:sldMkLst>
          <pc:docMk/>
          <pc:sldMk cId="4188663725" sldId="70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790072755" sldId="712"/>
        </pc:sldMkLst>
      </pc:sldChg>
      <pc:sldChg chg="del">
        <pc:chgData name="Alexandre Quach" userId="7bb690c8a6e028e4" providerId="LiveId" clId="{C9D3F955-E856-4C37-9A68-BF8EA27DC1C6}" dt="2022-02-28T08:44:30.439" v="1" actId="47"/>
        <pc:sldMkLst>
          <pc:docMk/>
          <pc:sldMk cId="3894888987" sldId="715"/>
        </pc:sldMkLst>
      </pc:sldChg>
      <pc:sldChg chg="del">
        <pc:chgData name="Alexandre Quach" userId="7bb690c8a6e028e4" providerId="LiveId" clId="{C9D3F955-E856-4C37-9A68-BF8EA27DC1C6}" dt="2022-02-28T08:44:30.439" v="1" actId="47"/>
        <pc:sldMkLst>
          <pc:docMk/>
          <pc:sldMk cId="1089705046" sldId="71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477599353" sldId="71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82214313" sldId="71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09496401" sldId="720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740416805" sldId="721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89794009" sldId="722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732705795" sldId="723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505264428" sldId="724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372093128" sldId="725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4007433336" sldId="726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712108834" sldId="72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855432752" sldId="72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288081926" sldId="731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762528925" sldId="733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925730918" sldId="734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080453100" sldId="735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862467739" sldId="736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864783376" sldId="73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606020062" sldId="73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663112076" sldId="740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536106261" sldId="741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076425223" sldId="743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995733869" sldId="745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576978481" sldId="746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566893459" sldId="74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699353547" sldId="74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637564488" sldId="74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593384485" sldId="756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726726189" sldId="75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127021725" sldId="75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981540849" sldId="75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088292956" sldId="765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594471247" sldId="766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84664993" sldId="767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428910884" sldId="768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2268383974" sldId="76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9967769" sldId="784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4067938282" sldId="786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3593510566" sldId="809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645637661" sldId="811"/>
        </pc:sldMkLst>
      </pc:sldChg>
      <pc:sldChg chg="del">
        <pc:chgData name="Alexandre Quach" userId="7bb690c8a6e028e4" providerId="LiveId" clId="{C9D3F955-E856-4C37-9A68-BF8EA27DC1C6}" dt="2022-02-28T08:44:21.245" v="0" actId="47"/>
        <pc:sldMkLst>
          <pc:docMk/>
          <pc:sldMk cId="1445510329" sldId="812"/>
        </pc:sldMkLst>
      </pc:sldChg>
      <pc:sldChg chg="addSp delSp modSp add mod">
        <pc:chgData name="Alexandre Quach" userId="7bb690c8a6e028e4" providerId="LiveId" clId="{C9D3F955-E856-4C37-9A68-BF8EA27DC1C6}" dt="2022-03-15T14:37:54.011" v="221" actId="20577"/>
        <pc:sldMkLst>
          <pc:docMk/>
          <pc:sldMk cId="3177711696" sldId="814"/>
        </pc:sldMkLst>
        <pc:spChg chg="mod">
          <ac:chgData name="Alexandre Quach" userId="7bb690c8a6e028e4" providerId="LiveId" clId="{C9D3F955-E856-4C37-9A68-BF8EA27DC1C6}" dt="2022-03-15T14:37:54.011" v="221" actId="20577"/>
          <ac:spMkLst>
            <pc:docMk/>
            <pc:sldMk cId="3177711696" sldId="814"/>
            <ac:spMk id="2" creationId="{12DFB249-4BAC-45D8-BD66-8A9B48267113}"/>
          </ac:spMkLst>
        </pc:spChg>
        <pc:spChg chg="add del">
          <ac:chgData name="Alexandre Quach" userId="7bb690c8a6e028e4" providerId="LiveId" clId="{C9D3F955-E856-4C37-9A68-BF8EA27DC1C6}" dt="2022-03-15T14:35:40.455" v="169" actId="478"/>
          <ac:spMkLst>
            <pc:docMk/>
            <pc:sldMk cId="3177711696" sldId="814"/>
            <ac:spMk id="19" creationId="{6599F2A6-6512-4248-8584-DE4D3C3535FA}"/>
          </ac:spMkLst>
        </pc:spChg>
        <pc:spChg chg="add del mod">
          <ac:chgData name="Alexandre Quach" userId="7bb690c8a6e028e4" providerId="LiveId" clId="{C9D3F955-E856-4C37-9A68-BF8EA27DC1C6}" dt="2022-03-15T14:35:57.148" v="173" actId="478"/>
          <ac:spMkLst>
            <pc:docMk/>
            <pc:sldMk cId="3177711696" sldId="814"/>
            <ac:spMk id="20" creationId="{22AD2FD5-B666-492B-A9B5-2D8029A843BD}"/>
          </ac:spMkLst>
        </pc:spChg>
        <pc:spChg chg="add del mod">
          <ac:chgData name="Alexandre Quach" userId="7bb690c8a6e028e4" providerId="LiveId" clId="{C9D3F955-E856-4C37-9A68-BF8EA27DC1C6}" dt="2022-03-15T14:36:52.741" v="202" actId="478"/>
          <ac:spMkLst>
            <pc:docMk/>
            <pc:sldMk cId="3177711696" sldId="814"/>
            <ac:spMk id="21" creationId="{3DEF2D42-D777-43B3-A771-E5761C30FCBD}"/>
          </ac:spMkLst>
        </pc:spChg>
        <pc:spChg chg="add del mod">
          <ac:chgData name="Alexandre Quach" userId="7bb690c8a6e028e4" providerId="LiveId" clId="{C9D3F955-E856-4C37-9A68-BF8EA27DC1C6}" dt="2022-03-15T14:36:52.203" v="201" actId="478"/>
          <ac:spMkLst>
            <pc:docMk/>
            <pc:sldMk cId="3177711696" sldId="814"/>
            <ac:spMk id="60" creationId="{A951EA21-108B-4884-B8A5-747E4BDF8BE6}"/>
          </ac:spMkLst>
        </pc:spChg>
        <pc:spChg chg="add mod">
          <ac:chgData name="Alexandre Quach" userId="7bb690c8a6e028e4" providerId="LiveId" clId="{C9D3F955-E856-4C37-9A68-BF8EA27DC1C6}" dt="2022-03-15T14:37:20.420" v="207" actId="207"/>
          <ac:spMkLst>
            <pc:docMk/>
            <pc:sldMk cId="3177711696" sldId="814"/>
            <ac:spMk id="67" creationId="{6E7C9C90-EF5F-4432-B2F8-ADEBB618682E}"/>
          </ac:spMkLst>
        </pc:spChg>
        <pc:spChg chg="add mod">
          <ac:chgData name="Alexandre Quach" userId="7bb690c8a6e028e4" providerId="LiveId" clId="{C9D3F955-E856-4C37-9A68-BF8EA27DC1C6}" dt="2022-03-15T14:37:20.420" v="207" actId="207"/>
          <ac:spMkLst>
            <pc:docMk/>
            <pc:sldMk cId="3177711696" sldId="814"/>
            <ac:spMk id="70" creationId="{38C2E291-1CED-442D-9835-0F525B65212C}"/>
          </ac:spMkLst>
        </pc:spChg>
        <pc:graphicFrameChg chg="mod modGraphic">
          <ac:chgData name="Alexandre Quach" userId="7bb690c8a6e028e4" providerId="LiveId" clId="{C9D3F955-E856-4C37-9A68-BF8EA27DC1C6}" dt="2022-03-15T14:36:56.939" v="203" actId="20577"/>
          <ac:graphicFrameMkLst>
            <pc:docMk/>
            <pc:sldMk cId="3177711696" sldId="814"/>
            <ac:graphicFrameMk id="3" creationId="{270A5E3B-35B7-4271-AF7C-BD4FDD213ED4}"/>
          </ac:graphicFrameMkLst>
        </pc:graphicFrameChg>
        <pc:picChg chg="mod">
          <ac:chgData name="Alexandre Quach" userId="7bb690c8a6e028e4" providerId="LiveId" clId="{C9D3F955-E856-4C37-9A68-BF8EA27DC1C6}" dt="2022-03-15T14:37:06.503" v="206" actId="207"/>
          <ac:picMkLst>
            <pc:docMk/>
            <pc:sldMk cId="3177711696" sldId="814"/>
            <ac:picMk id="5" creationId="{4A4FD10D-2FDB-4BA4-983D-FDFD192FA921}"/>
          </ac:picMkLst>
        </pc:picChg>
        <pc:picChg chg="add del mod">
          <ac:chgData name="Alexandre Quach" userId="7bb690c8a6e028e4" providerId="LiveId" clId="{C9D3F955-E856-4C37-9A68-BF8EA27DC1C6}" dt="2022-03-15T14:34:10.906" v="134" actId="478"/>
          <ac:picMkLst>
            <pc:docMk/>
            <pc:sldMk cId="3177711696" sldId="814"/>
            <ac:picMk id="6" creationId="{AA9DE542-FEB3-4C0E-9C96-1E124C708573}"/>
          </ac:picMkLst>
        </pc:picChg>
        <pc:picChg chg="del mod">
          <ac:chgData name="Alexandre Quach" userId="7bb690c8a6e028e4" providerId="LiveId" clId="{C9D3F955-E856-4C37-9A68-BF8EA27DC1C6}" dt="2022-03-15T14:33:27.012" v="97" actId="478"/>
          <ac:picMkLst>
            <pc:docMk/>
            <pc:sldMk cId="3177711696" sldId="814"/>
            <ac:picMk id="7" creationId="{BB631ABB-09D4-47B2-BA69-77CA8C311128}"/>
          </ac:picMkLst>
        </pc:picChg>
        <pc:picChg chg="mod">
          <ac:chgData name="Alexandre Quach" userId="7bb690c8a6e028e4" providerId="LiveId" clId="{C9D3F955-E856-4C37-9A68-BF8EA27DC1C6}" dt="2022-03-15T14:37:33.151" v="211" actId="207"/>
          <ac:picMkLst>
            <pc:docMk/>
            <pc:sldMk cId="3177711696" sldId="814"/>
            <ac:picMk id="18" creationId="{C54C2F69-CD76-49EC-9C4E-7F7E861EFC0D}"/>
          </ac:picMkLst>
        </pc:picChg>
        <pc:picChg chg="add del mod">
          <ac:chgData name="Alexandre Quach" userId="7bb690c8a6e028e4" providerId="LiveId" clId="{C9D3F955-E856-4C37-9A68-BF8EA27DC1C6}" dt="2022-03-15T14:34:10.444" v="133" actId="478"/>
          <ac:picMkLst>
            <pc:docMk/>
            <pc:sldMk cId="3177711696" sldId="814"/>
            <ac:picMk id="31" creationId="{07AD78DC-68A3-488A-93AB-911AD57D0DA8}"/>
          </ac:picMkLst>
        </pc:picChg>
        <pc:picChg chg="add del mod">
          <ac:chgData name="Alexandre Quach" userId="7bb690c8a6e028e4" providerId="LiveId" clId="{C9D3F955-E856-4C37-9A68-BF8EA27DC1C6}" dt="2022-03-15T14:34:10.062" v="132" actId="478"/>
          <ac:picMkLst>
            <pc:docMk/>
            <pc:sldMk cId="3177711696" sldId="814"/>
            <ac:picMk id="32" creationId="{13AC0824-B373-49C9-A70C-A0954AC25771}"/>
          </ac:picMkLst>
        </pc:picChg>
        <pc:picChg chg="add del mod">
          <ac:chgData name="Alexandre Quach" userId="7bb690c8a6e028e4" providerId="LiveId" clId="{C9D3F955-E856-4C37-9A68-BF8EA27DC1C6}" dt="2022-03-15T14:34:55.797" v="152" actId="478"/>
          <ac:picMkLst>
            <pc:docMk/>
            <pc:sldMk cId="3177711696" sldId="814"/>
            <ac:picMk id="33" creationId="{B307F1A3-1B35-44A4-BA69-A81F2A9B33D3}"/>
          </ac:picMkLst>
        </pc:picChg>
        <pc:picChg chg="add mod">
          <ac:chgData name="Alexandre Quach" userId="7bb690c8a6e028e4" providerId="LiveId" clId="{C9D3F955-E856-4C37-9A68-BF8EA27DC1C6}" dt="2022-03-15T14:37:33.151" v="211" actId="207"/>
          <ac:picMkLst>
            <pc:docMk/>
            <pc:sldMk cId="3177711696" sldId="814"/>
            <ac:picMk id="34" creationId="{FF58D908-2182-4790-9D5A-430B2C5F4C1A}"/>
          </ac:picMkLst>
        </pc:picChg>
        <pc:picChg chg="add mod">
          <ac:chgData name="Alexandre Quach" userId="7bb690c8a6e028e4" providerId="LiveId" clId="{C9D3F955-E856-4C37-9A68-BF8EA27DC1C6}" dt="2022-03-15T14:37:33.151" v="211" actId="207"/>
          <ac:picMkLst>
            <pc:docMk/>
            <pc:sldMk cId="3177711696" sldId="814"/>
            <ac:picMk id="35" creationId="{01ECDA1F-B57A-4D8F-AA66-02FAD2458B08}"/>
          </ac:picMkLst>
        </pc:picChg>
        <pc:picChg chg="add del mod">
          <ac:chgData name="Alexandre Quach" userId="7bb690c8a6e028e4" providerId="LiveId" clId="{C9D3F955-E856-4C37-9A68-BF8EA27DC1C6}" dt="2022-03-15T14:34:37.045" v="146" actId="478"/>
          <ac:picMkLst>
            <pc:docMk/>
            <pc:sldMk cId="3177711696" sldId="814"/>
            <ac:picMk id="40" creationId="{77B8A04C-4CCE-45C6-8594-2AC1BA741937}"/>
          </ac:picMkLst>
        </pc:picChg>
        <pc:picChg chg="add del mod">
          <ac:chgData name="Alexandre Quach" userId="7bb690c8a6e028e4" providerId="LiveId" clId="{C9D3F955-E856-4C37-9A68-BF8EA27DC1C6}" dt="2022-03-15T14:34:48.316" v="150" actId="478"/>
          <ac:picMkLst>
            <pc:docMk/>
            <pc:sldMk cId="3177711696" sldId="814"/>
            <ac:picMk id="48" creationId="{56D312C1-08CE-40A5-B466-C31E2CE1FE64}"/>
          </ac:picMkLst>
        </pc:picChg>
        <pc:picChg chg="add mod">
          <ac:chgData name="Alexandre Quach" userId="7bb690c8a6e028e4" providerId="LiveId" clId="{C9D3F955-E856-4C37-9A68-BF8EA27DC1C6}" dt="2022-03-15T14:37:47.101" v="214" actId="207"/>
          <ac:picMkLst>
            <pc:docMk/>
            <pc:sldMk cId="3177711696" sldId="814"/>
            <ac:picMk id="55" creationId="{79D52C0E-84B5-48E9-A705-22913E724AD4}"/>
          </ac:picMkLst>
        </pc:picChg>
        <pc:picChg chg="add del mod">
          <ac:chgData name="Alexandre Quach" userId="7bb690c8a6e028e4" providerId="LiveId" clId="{C9D3F955-E856-4C37-9A68-BF8EA27DC1C6}" dt="2022-03-15T14:36:51.443" v="200" actId="478"/>
          <ac:picMkLst>
            <pc:docMk/>
            <pc:sldMk cId="3177711696" sldId="814"/>
            <ac:picMk id="56" creationId="{1A007744-49DE-41A2-8D82-541F0F7FF6C6}"/>
          </ac:picMkLst>
        </pc:picChg>
        <pc:picChg chg="add mod">
          <ac:chgData name="Alexandre Quach" userId="7bb690c8a6e028e4" providerId="LiveId" clId="{C9D3F955-E856-4C37-9A68-BF8EA27DC1C6}" dt="2022-03-15T14:37:23.813" v="208" actId="207"/>
          <ac:picMkLst>
            <pc:docMk/>
            <pc:sldMk cId="3177711696" sldId="814"/>
            <ac:picMk id="64" creationId="{5A080DDF-249C-405E-8517-54C8AC313352}"/>
          </ac:picMkLst>
        </pc:picChg>
        <pc:picChg chg="mod">
          <ac:chgData name="Alexandre Quach" userId="7bb690c8a6e028e4" providerId="LiveId" clId="{C9D3F955-E856-4C37-9A68-BF8EA27DC1C6}" dt="2022-03-15T14:37:06.503" v="206" actId="207"/>
          <ac:picMkLst>
            <pc:docMk/>
            <pc:sldMk cId="3177711696" sldId="814"/>
            <ac:picMk id="66" creationId="{AD7273C0-EBD2-41F6-B637-8F8723677C30}"/>
          </ac:picMkLst>
        </pc:picChg>
        <pc:picChg chg="mod">
          <ac:chgData name="Alexandre Quach" userId="7bb690c8a6e028e4" providerId="LiveId" clId="{C9D3F955-E856-4C37-9A68-BF8EA27DC1C6}" dt="2022-03-15T14:37:28.237" v="210" actId="208"/>
          <ac:picMkLst>
            <pc:docMk/>
            <pc:sldMk cId="3177711696" sldId="814"/>
            <ac:picMk id="68" creationId="{E2BB9B97-D376-4798-902A-72877DDC7007}"/>
          </ac:picMkLst>
        </pc:picChg>
        <pc:picChg chg="mod">
          <ac:chgData name="Alexandre Quach" userId="7bb690c8a6e028e4" providerId="LiveId" clId="{C9D3F955-E856-4C37-9A68-BF8EA27DC1C6}" dt="2022-03-15T14:37:06.503" v="206" actId="207"/>
          <ac:picMkLst>
            <pc:docMk/>
            <pc:sldMk cId="3177711696" sldId="814"/>
            <ac:picMk id="69" creationId="{7011A813-F460-4E96-B2D6-12268F1F64F8}"/>
          </ac:picMkLst>
        </pc:picChg>
        <pc:picChg chg="mod">
          <ac:chgData name="Alexandre Quach" userId="7bb690c8a6e028e4" providerId="LiveId" clId="{C9D3F955-E856-4C37-9A68-BF8EA27DC1C6}" dt="2022-03-15T14:33:25.532" v="95" actId="1076"/>
          <ac:picMkLst>
            <pc:docMk/>
            <pc:sldMk cId="3177711696" sldId="814"/>
            <ac:picMk id="72" creationId="{078088C9-92EC-400A-9351-211C7A583FD3}"/>
          </ac:picMkLst>
        </pc:picChg>
        <pc:picChg chg="del mod">
          <ac:chgData name="Alexandre Quach" userId="7bb690c8a6e028e4" providerId="LiveId" clId="{C9D3F955-E856-4C37-9A68-BF8EA27DC1C6}" dt="2022-03-15T14:36:39.512" v="197" actId="478"/>
          <ac:picMkLst>
            <pc:docMk/>
            <pc:sldMk cId="3177711696" sldId="814"/>
            <ac:picMk id="73" creationId="{A2EA9AC5-BAD9-4A2B-9F77-100BC662EA8A}"/>
          </ac:picMkLst>
        </pc:picChg>
        <pc:picChg chg="mod">
          <ac:chgData name="Alexandre Quach" userId="7bb690c8a6e028e4" providerId="LiveId" clId="{C9D3F955-E856-4C37-9A68-BF8EA27DC1C6}" dt="2022-03-15T14:37:06.503" v="206" actId="207"/>
          <ac:picMkLst>
            <pc:docMk/>
            <pc:sldMk cId="3177711696" sldId="814"/>
            <ac:picMk id="74" creationId="{5C165FCC-D038-4B75-9434-12C835CFFEA2}"/>
          </ac:picMkLst>
        </pc:picChg>
        <pc:picChg chg="del">
          <ac:chgData name="Alexandre Quach" userId="7bb690c8a6e028e4" providerId="LiveId" clId="{C9D3F955-E856-4C37-9A68-BF8EA27DC1C6}" dt="2022-03-15T14:32:27.696" v="65" actId="478"/>
          <ac:picMkLst>
            <pc:docMk/>
            <pc:sldMk cId="3177711696" sldId="814"/>
            <ac:picMk id="96" creationId="{0F0DC822-C9E7-48A7-A16B-EA22810B4F1E}"/>
          </ac:picMkLst>
        </pc:picChg>
        <pc:picChg chg="mod">
          <ac:chgData name="Alexandre Quach" userId="7bb690c8a6e028e4" providerId="LiveId" clId="{C9D3F955-E856-4C37-9A68-BF8EA27DC1C6}" dt="2022-03-15T14:33:24.435" v="94" actId="1076"/>
          <ac:picMkLst>
            <pc:docMk/>
            <pc:sldMk cId="3177711696" sldId="814"/>
            <ac:picMk id="123" creationId="{1CC0BAA4-4D12-4B4A-99F4-0D25FE3F99FE}"/>
          </ac:picMkLst>
        </pc:picChg>
        <pc:cxnChg chg="add mod">
          <ac:chgData name="Alexandre Quach" userId="7bb690c8a6e028e4" providerId="LiveId" clId="{C9D3F955-E856-4C37-9A68-BF8EA27DC1C6}" dt="2022-03-15T14:37:42.178" v="213" actId="208"/>
          <ac:cxnSpMkLst>
            <pc:docMk/>
            <pc:sldMk cId="3177711696" sldId="814"/>
            <ac:cxnSpMk id="9" creationId="{6ADD0229-0CD5-4C8C-84BB-FA204B52F2B3}"/>
          </ac:cxnSpMkLst>
        </pc:cxnChg>
        <pc:cxnChg chg="add mod">
          <ac:chgData name="Alexandre Quach" userId="7bb690c8a6e028e4" providerId="LiveId" clId="{C9D3F955-E856-4C37-9A68-BF8EA27DC1C6}" dt="2022-03-15T14:37:42.178" v="213" actId="208"/>
          <ac:cxnSpMkLst>
            <pc:docMk/>
            <pc:sldMk cId="3177711696" sldId="814"/>
            <ac:cxnSpMk id="41" creationId="{2E7C1CCC-DC4C-4D52-8A8D-FBABE9B9994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226AC-8069-465F-BE35-AC5AC6A5824B}" type="datetimeFigureOut">
              <a:rPr lang="fr-FR" smtClean="0"/>
              <a:t>16/03/2022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F5F71A-6683-4344-8A86-B72493AD35F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8427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9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4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rgbClr val="EC7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84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19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58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bg1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  <a:solidFill>
            <a:schemeClr val="bg1"/>
          </a:solidFill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103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118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755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47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219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90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442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55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3/16/2022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633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21" r:id="rId3"/>
    <p:sldLayoutId id="2147483716" r:id="rId4"/>
    <p:sldLayoutId id="2147483717" r:id="rId5"/>
    <p:sldLayoutId id="2147483720" r:id="rId6"/>
    <p:sldLayoutId id="2147483718" r:id="rId7"/>
    <p:sldLayoutId id="2147483712" r:id="rId8"/>
    <p:sldLayoutId id="2147483708" r:id="rId9"/>
    <p:sldLayoutId id="2147483709" r:id="rId10"/>
    <p:sldLayoutId id="2147483710" r:id="rId11"/>
    <p:sldLayoutId id="2147483711" r:id="rId12"/>
    <p:sldLayoutId id="214748371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18" Type="http://schemas.openxmlformats.org/officeDocument/2006/relationships/image" Target="../media/image17.jpeg"/><Relationship Id="rId26" Type="http://schemas.openxmlformats.org/officeDocument/2006/relationships/image" Target="../media/image25.jpeg"/><Relationship Id="rId3" Type="http://schemas.openxmlformats.org/officeDocument/2006/relationships/image" Target="../media/image2.svg"/><Relationship Id="rId21" Type="http://schemas.openxmlformats.org/officeDocument/2006/relationships/image" Target="../media/image20.jpeg"/><Relationship Id="rId7" Type="http://schemas.openxmlformats.org/officeDocument/2006/relationships/image" Target="../media/image6.svg"/><Relationship Id="rId12" Type="http://schemas.openxmlformats.org/officeDocument/2006/relationships/image" Target="../media/image11.jpeg"/><Relationship Id="rId17" Type="http://schemas.openxmlformats.org/officeDocument/2006/relationships/image" Target="../media/image16.jpeg"/><Relationship Id="rId25" Type="http://schemas.openxmlformats.org/officeDocument/2006/relationships/image" Target="../media/image24.jpe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20" Type="http://schemas.openxmlformats.org/officeDocument/2006/relationships/image" Target="../media/image19.jpe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jpeg"/><Relationship Id="rId24" Type="http://schemas.openxmlformats.org/officeDocument/2006/relationships/image" Target="../media/image23.jpe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23" Type="http://schemas.openxmlformats.org/officeDocument/2006/relationships/image" Target="../media/image22.jpeg"/><Relationship Id="rId28" Type="http://schemas.openxmlformats.org/officeDocument/2006/relationships/image" Target="../media/image27.png"/><Relationship Id="rId10" Type="http://schemas.openxmlformats.org/officeDocument/2006/relationships/image" Target="../media/image9.jpeg"/><Relationship Id="rId19" Type="http://schemas.openxmlformats.org/officeDocument/2006/relationships/image" Target="../media/image18.jpeg"/><Relationship Id="rId31" Type="http://schemas.openxmlformats.org/officeDocument/2006/relationships/image" Target="../media/image30.svg"/><Relationship Id="rId4" Type="http://schemas.openxmlformats.org/officeDocument/2006/relationships/image" Target="../media/image3.png"/><Relationship Id="rId9" Type="http://schemas.openxmlformats.org/officeDocument/2006/relationships/image" Target="../media/image8.jpeg"/><Relationship Id="rId14" Type="http://schemas.openxmlformats.org/officeDocument/2006/relationships/image" Target="../media/image13.jpeg"/><Relationship Id="rId22" Type="http://schemas.openxmlformats.org/officeDocument/2006/relationships/image" Target="../media/image21.jpeg"/><Relationship Id="rId27" Type="http://schemas.openxmlformats.org/officeDocument/2006/relationships/image" Target="../media/image26.jpeg"/><Relationship Id="rId30" Type="http://schemas.openxmlformats.org/officeDocument/2006/relationships/image" Target="../media/image2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30.svg"/><Relationship Id="rId5" Type="http://schemas.openxmlformats.org/officeDocument/2006/relationships/image" Target="../media/image4.svg"/><Relationship Id="rId10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2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13" Type="http://schemas.openxmlformats.org/officeDocument/2006/relationships/image" Target="../media/image13.jpeg"/><Relationship Id="rId18" Type="http://schemas.openxmlformats.org/officeDocument/2006/relationships/image" Target="../media/image19.jpeg"/><Relationship Id="rId3" Type="http://schemas.openxmlformats.org/officeDocument/2006/relationships/image" Target="../media/image28.svg"/><Relationship Id="rId21" Type="http://schemas.openxmlformats.org/officeDocument/2006/relationships/image" Target="../media/image23.jpeg"/><Relationship Id="rId7" Type="http://schemas.openxmlformats.org/officeDocument/2006/relationships/image" Target="../media/image12.jpeg"/><Relationship Id="rId12" Type="http://schemas.openxmlformats.org/officeDocument/2006/relationships/image" Target="../media/image10.jpeg"/><Relationship Id="rId17" Type="http://schemas.openxmlformats.org/officeDocument/2006/relationships/image" Target="../media/image18.jpeg"/><Relationship Id="rId2" Type="http://schemas.openxmlformats.org/officeDocument/2006/relationships/image" Target="../media/image27.png"/><Relationship Id="rId16" Type="http://schemas.openxmlformats.org/officeDocument/2006/relationships/image" Target="../media/image17.jpeg"/><Relationship Id="rId20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image" Target="../media/image9.jpeg"/><Relationship Id="rId24" Type="http://schemas.openxmlformats.org/officeDocument/2006/relationships/image" Target="../media/image26.jpeg"/><Relationship Id="rId5" Type="http://schemas.openxmlformats.org/officeDocument/2006/relationships/image" Target="../media/image30.svg"/><Relationship Id="rId15" Type="http://schemas.openxmlformats.org/officeDocument/2006/relationships/image" Target="../media/image16.jpeg"/><Relationship Id="rId23" Type="http://schemas.openxmlformats.org/officeDocument/2006/relationships/image" Target="../media/image25.jpeg"/><Relationship Id="rId10" Type="http://schemas.openxmlformats.org/officeDocument/2006/relationships/image" Target="../media/image8.jpeg"/><Relationship Id="rId19" Type="http://schemas.openxmlformats.org/officeDocument/2006/relationships/image" Target="../media/image20.jpeg"/><Relationship Id="rId4" Type="http://schemas.openxmlformats.org/officeDocument/2006/relationships/image" Target="../media/image29.png"/><Relationship Id="rId9" Type="http://schemas.openxmlformats.org/officeDocument/2006/relationships/image" Target="../media/image7.jpeg"/><Relationship Id="rId14" Type="http://schemas.openxmlformats.org/officeDocument/2006/relationships/image" Target="../media/image14.jpeg"/><Relationship Id="rId22" Type="http://schemas.openxmlformats.org/officeDocument/2006/relationships/image" Target="../media/image2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13" Type="http://schemas.openxmlformats.org/officeDocument/2006/relationships/image" Target="../media/image18.jpeg"/><Relationship Id="rId18" Type="http://schemas.openxmlformats.org/officeDocument/2006/relationships/image" Target="../media/image23.jpeg"/><Relationship Id="rId3" Type="http://schemas.openxmlformats.org/officeDocument/2006/relationships/image" Target="../media/image8.jpeg"/><Relationship Id="rId21" Type="http://schemas.openxmlformats.org/officeDocument/2006/relationships/image" Target="../media/image26.jpeg"/><Relationship Id="rId7" Type="http://schemas.openxmlformats.org/officeDocument/2006/relationships/image" Target="../media/image12.jpeg"/><Relationship Id="rId12" Type="http://schemas.openxmlformats.org/officeDocument/2006/relationships/image" Target="../media/image17.jpeg"/><Relationship Id="rId17" Type="http://schemas.openxmlformats.org/officeDocument/2006/relationships/image" Target="../media/image22.jpeg"/><Relationship Id="rId2" Type="http://schemas.openxmlformats.org/officeDocument/2006/relationships/image" Target="../media/image7.jpeg"/><Relationship Id="rId16" Type="http://schemas.openxmlformats.org/officeDocument/2006/relationships/image" Target="../media/image21.jpeg"/><Relationship Id="rId20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11" Type="http://schemas.openxmlformats.org/officeDocument/2006/relationships/image" Target="../media/image16.jpeg"/><Relationship Id="rId5" Type="http://schemas.openxmlformats.org/officeDocument/2006/relationships/image" Target="../media/image10.jpeg"/><Relationship Id="rId15" Type="http://schemas.openxmlformats.org/officeDocument/2006/relationships/image" Target="../media/image20.jpeg"/><Relationship Id="rId10" Type="http://schemas.openxmlformats.org/officeDocument/2006/relationships/image" Target="../media/image15.jpeg"/><Relationship Id="rId19" Type="http://schemas.openxmlformats.org/officeDocument/2006/relationships/image" Target="../media/image24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Relationship Id="rId14" Type="http://schemas.openxmlformats.org/officeDocument/2006/relationships/image" Target="../media/image19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36.svg"/><Relationship Id="rId18" Type="http://schemas.openxmlformats.org/officeDocument/2006/relationships/image" Target="../media/image41.png"/><Relationship Id="rId3" Type="http://schemas.openxmlformats.org/officeDocument/2006/relationships/image" Target="../media/image32.svg"/><Relationship Id="rId21" Type="http://schemas.openxmlformats.org/officeDocument/2006/relationships/image" Target="../media/image44.svg"/><Relationship Id="rId7" Type="http://schemas.openxmlformats.org/officeDocument/2006/relationships/image" Target="../media/image2.svg"/><Relationship Id="rId12" Type="http://schemas.openxmlformats.org/officeDocument/2006/relationships/image" Target="../media/image35.png"/><Relationship Id="rId17" Type="http://schemas.openxmlformats.org/officeDocument/2006/relationships/image" Target="../media/image40.svg"/><Relationship Id="rId2" Type="http://schemas.openxmlformats.org/officeDocument/2006/relationships/image" Target="../media/image31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11" Type="http://schemas.openxmlformats.org/officeDocument/2006/relationships/image" Target="../media/image34.svg"/><Relationship Id="rId5" Type="http://schemas.openxmlformats.org/officeDocument/2006/relationships/image" Target="../media/image28.svg"/><Relationship Id="rId15" Type="http://schemas.openxmlformats.org/officeDocument/2006/relationships/image" Target="../media/image38.svg"/><Relationship Id="rId23" Type="http://schemas.openxmlformats.org/officeDocument/2006/relationships/image" Target="../media/image30.svg"/><Relationship Id="rId10" Type="http://schemas.openxmlformats.org/officeDocument/2006/relationships/image" Target="../media/image33.png"/><Relationship Id="rId19" Type="http://schemas.openxmlformats.org/officeDocument/2006/relationships/image" Target="../media/image42.svg"/><Relationship Id="rId4" Type="http://schemas.openxmlformats.org/officeDocument/2006/relationships/image" Target="../media/image27.png"/><Relationship Id="rId9" Type="http://schemas.openxmlformats.org/officeDocument/2006/relationships/image" Target="../media/image6.svg"/><Relationship Id="rId14" Type="http://schemas.openxmlformats.org/officeDocument/2006/relationships/image" Target="../media/image37.png"/><Relationship Id="rId22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18" Type="http://schemas.openxmlformats.org/officeDocument/2006/relationships/image" Target="../media/image29.png"/><Relationship Id="rId3" Type="http://schemas.openxmlformats.org/officeDocument/2006/relationships/image" Target="../media/image28.svg"/><Relationship Id="rId21" Type="http://schemas.openxmlformats.org/officeDocument/2006/relationships/image" Target="../media/image56.svg"/><Relationship Id="rId7" Type="http://schemas.openxmlformats.org/officeDocument/2006/relationships/image" Target="../media/image6.sv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" Type="http://schemas.openxmlformats.org/officeDocument/2006/relationships/image" Target="../media/image27.png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48.svg"/><Relationship Id="rId5" Type="http://schemas.openxmlformats.org/officeDocument/2006/relationships/image" Target="../media/image2.svg"/><Relationship Id="rId15" Type="http://schemas.openxmlformats.org/officeDocument/2006/relationships/image" Target="../media/image52.svg"/><Relationship Id="rId10" Type="http://schemas.openxmlformats.org/officeDocument/2006/relationships/image" Target="../media/image47.png"/><Relationship Id="rId19" Type="http://schemas.openxmlformats.org/officeDocument/2006/relationships/image" Target="../media/image30.svg"/><Relationship Id="rId4" Type="http://schemas.openxmlformats.org/officeDocument/2006/relationships/image" Target="../media/image1.png"/><Relationship Id="rId9" Type="http://schemas.openxmlformats.org/officeDocument/2006/relationships/image" Target="../media/image46.svg"/><Relationship Id="rId14" Type="http://schemas.openxmlformats.org/officeDocument/2006/relationships/image" Target="../media/image5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svg"/><Relationship Id="rId4" Type="http://schemas.openxmlformats.org/officeDocument/2006/relationships/image" Target="../media/image5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svg"/><Relationship Id="rId4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535EF47E-B86E-4B3A-8928-F5F2830BE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/>
              <a:t>W1 </a:t>
            </a:r>
            <a:br>
              <a:rPr lang="fr-FR"/>
            </a:br>
            <a:r>
              <a:rPr lang="fr-FR"/>
              <a:t>Time Investment Profiles Workshop </a:t>
            </a:r>
          </a:p>
        </p:txBody>
      </p:sp>
      <p:sp>
        <p:nvSpPr>
          <p:cNvPr id="5" name="Sous-titre 4">
            <a:extLst>
              <a:ext uri="{FF2B5EF4-FFF2-40B4-BE49-F238E27FC236}">
                <a16:creationId xmlns:a16="http://schemas.microsoft.com/office/drawing/2014/main" id="{ABE99CBA-8491-42DB-A730-F3730B4580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Understand how your members invest their time in order to decide of activities</a:t>
            </a:r>
          </a:p>
        </p:txBody>
      </p:sp>
    </p:spTree>
    <p:extLst>
      <p:ext uri="{BB962C8B-B14F-4D97-AF65-F5344CB8AC3E}">
        <p14:creationId xmlns:p14="http://schemas.microsoft.com/office/powerpoint/2010/main" val="2891350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12311"/>
          </a:xfrm>
        </p:spPr>
        <p:txBody>
          <a:bodyPr>
            <a:noAutofit/>
          </a:bodyPr>
          <a:lstStyle/>
          <a:p>
            <a:r>
              <a:rPr lang="fr-FR" sz="2800"/>
              <a:t>Time Investment profiles Workshop</a:t>
            </a:r>
            <a:br>
              <a:rPr lang="fr-FR" sz="2800"/>
            </a:br>
            <a:r>
              <a:rPr lang="fr-FR" sz="2800"/>
              <a:t>Example of workshop result</a:t>
            </a:r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270A5E3B-35B7-4271-AF7C-BD4FDD213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4084646"/>
              </p:ext>
            </p:extLst>
          </p:nvPr>
        </p:nvGraphicFramePr>
        <p:xfrm>
          <a:off x="495300" y="1467259"/>
          <a:ext cx="11226800" cy="49545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6700">
                  <a:extLst>
                    <a:ext uri="{9D8B030D-6E8A-4147-A177-3AD203B41FA5}">
                      <a16:colId xmlns:a16="http://schemas.microsoft.com/office/drawing/2014/main" val="421718832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278237707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940119286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4254710511"/>
                    </a:ext>
                  </a:extLst>
                </a:gridCol>
              </a:tblGrid>
              <a:tr h="2122794">
                <a:tc>
                  <a:txBody>
                    <a:bodyPr/>
                    <a:lstStyle/>
                    <a:p>
                      <a:r>
                        <a:rPr lang="en-US" sz="1100" noProof="0"/>
                        <a:t>In what types of moments do you invest your time for the Community ? </a:t>
                      </a:r>
                      <a:r>
                        <a:rPr lang="en-US" sz="1100" noProof="0">
                          <a:sym typeface="Wingdings" panose="05000000000000000000" pitchFamily="2" charset="2"/>
                        </a:rPr>
                        <a:t></a:t>
                      </a:r>
                      <a:endParaRPr lang="en-US" sz="1100" noProof="0"/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On what basis will you attend ? ↓ </a:t>
                      </a:r>
                    </a:p>
                    <a:p>
                      <a:endParaRPr lang="en-US" sz="11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100" noProof="0">
                          <a:solidFill>
                            <a:schemeClr val="tx1"/>
                          </a:solidFill>
                        </a:rPr>
                        <a:t>Collective Moments only : </a:t>
                      </a:r>
                    </a:p>
                    <a:p>
                      <a:pPr algn="ctr"/>
                      <a:r>
                        <a:rPr lang="en-US" sz="1100" b="0" i="1" noProof="0">
                          <a:solidFill>
                            <a:schemeClr val="tx1"/>
                          </a:solidFill>
                        </a:rPr>
                        <a:t>I only invest time during the meetings. Do not expect me to invest time in in between</a:t>
                      </a: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r>
                        <a:rPr lang="en-US" sz="1100" noProof="0"/>
                        <a:t>Collective moments AND Individual Moments : </a:t>
                      </a:r>
                    </a:p>
                    <a:p>
                      <a:pPr algn="ctr"/>
                      <a:r>
                        <a:rPr lang="en-US" sz="1100" b="0" i="1" noProof="0"/>
                        <a:t>I invest time  both for meetings and in between.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 dirty="0"/>
                    </a:p>
                    <a:p>
                      <a:pPr algn="ctr"/>
                      <a:endParaRPr lang="en-US" sz="1100" noProof="0" dirty="0"/>
                    </a:p>
                    <a:p>
                      <a:pPr algn="ctr"/>
                      <a:endParaRPr lang="en-US" sz="1100" noProof="0" dirty="0"/>
                    </a:p>
                    <a:p>
                      <a:pPr algn="ctr"/>
                      <a:endParaRPr lang="en-US" sz="1100" noProof="0" dirty="0"/>
                    </a:p>
                    <a:p>
                      <a:pPr algn="ctr"/>
                      <a:r>
                        <a:rPr lang="en-US" sz="1100" noProof="0" dirty="0"/>
                        <a:t>Individual Moments only : </a:t>
                      </a:r>
                    </a:p>
                    <a:p>
                      <a:pPr algn="ctr"/>
                      <a:r>
                        <a:rPr lang="en-US" sz="1100" b="0" i="1" noProof="0" dirty="0"/>
                        <a:t>I only invest time that fits my own schedule, mostly in between meetings. Do not expect me in meetings.</a:t>
                      </a:r>
                      <a:endParaRPr lang="en-US" sz="1100" i="1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58500"/>
                  </a:ext>
                </a:extLst>
              </a:tr>
              <a:tr h="1399240">
                <a:tc>
                  <a:txBody>
                    <a:bodyPr/>
                    <a:lstStyle/>
                    <a:p>
                      <a:endParaRPr lang="en-US" sz="1100" noProof="0"/>
                    </a:p>
                    <a:p>
                      <a:endParaRPr lang="en-US" sz="1100" noProof="0"/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Regular basis :</a:t>
                      </a:r>
                    </a:p>
                    <a:p>
                      <a:r>
                        <a:rPr lang="en-US" sz="1100" b="0" i="1" noProof="0"/>
                        <a:t>I am belonging driven. I prefer spending time to attend regularly but do not expect me to perform a choice every time.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/>
                    </a:p>
                  </a:txBody>
                  <a:tcPr>
                    <a:solidFill>
                      <a:srgbClr val="F5BD9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noProof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22947"/>
                  </a:ext>
                </a:extLst>
              </a:tr>
              <a:tr h="1399240">
                <a:tc>
                  <a:txBody>
                    <a:bodyPr/>
                    <a:lstStyle/>
                    <a:p>
                      <a:endParaRPr lang="en-US" sz="1100" noProof="0"/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Occasional basis:</a:t>
                      </a:r>
                    </a:p>
                    <a:p>
                      <a:r>
                        <a:rPr lang="en-US" sz="1100" b="0" i="1" noProof="0"/>
                        <a:t>I am opportunity driven. I prefer spending energy in deciding to attend or not each time but do not expect me to be regular.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/>
                    </a:p>
                  </a:txBody>
                  <a:tcPr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772465"/>
                  </a:ext>
                </a:extLst>
              </a:tr>
            </a:tbl>
          </a:graphicData>
        </a:graphic>
      </p:graphicFrame>
      <p:pic>
        <p:nvPicPr>
          <p:cNvPr id="47" name="Graphique 46" descr="Utilisateur avec un remplissage uni">
            <a:extLst>
              <a:ext uri="{FF2B5EF4-FFF2-40B4-BE49-F238E27FC236}">
                <a16:creationId xmlns:a16="http://schemas.microsoft.com/office/drawing/2014/main" id="{31620370-0C09-4ED2-9761-29FF32F88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43498" y="1459069"/>
            <a:ext cx="750260" cy="750260"/>
          </a:xfrm>
          <a:prstGeom prst="rect">
            <a:avLst/>
          </a:prstGeom>
        </p:spPr>
      </p:pic>
      <p:grpSp>
        <p:nvGrpSpPr>
          <p:cNvPr id="49" name="Groupe 48">
            <a:extLst>
              <a:ext uri="{FF2B5EF4-FFF2-40B4-BE49-F238E27FC236}">
                <a16:creationId xmlns:a16="http://schemas.microsoft.com/office/drawing/2014/main" id="{D10DB009-0EF5-4F8D-AB88-C2641399BC02}"/>
              </a:ext>
            </a:extLst>
          </p:cNvPr>
          <p:cNvGrpSpPr/>
          <p:nvPr/>
        </p:nvGrpSpPr>
        <p:grpSpPr>
          <a:xfrm>
            <a:off x="4118907" y="1538109"/>
            <a:ext cx="956798" cy="601934"/>
            <a:chOff x="6989470" y="1452253"/>
            <a:chExt cx="2968717" cy="1867662"/>
          </a:xfrm>
          <a:solidFill>
            <a:schemeClr val="tx1"/>
          </a:solidFill>
        </p:grpSpPr>
        <p:pic>
          <p:nvPicPr>
            <p:cNvPr id="50" name="Graphique 49" descr="Groupe de personnes avec un remplissage uni">
              <a:extLst>
                <a:ext uri="{FF2B5EF4-FFF2-40B4-BE49-F238E27FC236}">
                  <a16:creationId xmlns:a16="http://schemas.microsoft.com/office/drawing/2014/main" id="{3DC4D2FB-BC0B-4268-96BE-466555472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89470" y="1452253"/>
              <a:ext cx="1867662" cy="1867662"/>
            </a:xfrm>
            <a:prstGeom prst="rect">
              <a:avLst/>
            </a:prstGeom>
          </p:spPr>
        </p:pic>
        <p:pic>
          <p:nvPicPr>
            <p:cNvPr id="51" name="Graphique 50" descr="Groupe de personnes avec un remplissage uni">
              <a:extLst>
                <a:ext uri="{FF2B5EF4-FFF2-40B4-BE49-F238E27FC236}">
                  <a16:creationId xmlns:a16="http://schemas.microsoft.com/office/drawing/2014/main" id="{3F40514C-77DA-4F0D-AF7A-A28AA9188B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65384"/>
            <a:stretch/>
          </p:blipFill>
          <p:spPr>
            <a:xfrm>
              <a:off x="8090525" y="1513565"/>
              <a:ext cx="1867662" cy="651367"/>
            </a:xfrm>
            <a:prstGeom prst="rect">
              <a:avLst/>
            </a:prstGeom>
          </p:spPr>
        </p:pic>
        <p:pic>
          <p:nvPicPr>
            <p:cNvPr id="52" name="Graphique 51" descr="Groupe de personnes avec un remplissage uni">
              <a:extLst>
                <a:ext uri="{FF2B5EF4-FFF2-40B4-BE49-F238E27FC236}">
                  <a16:creationId xmlns:a16="http://schemas.microsoft.com/office/drawing/2014/main" id="{29ABCF20-732F-45CA-9EB6-9F1F5B4EB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65384" r="30495"/>
            <a:stretch/>
          </p:blipFill>
          <p:spPr>
            <a:xfrm>
              <a:off x="8316394" y="2091056"/>
              <a:ext cx="1298123" cy="651367"/>
            </a:xfrm>
            <a:prstGeom prst="rect">
              <a:avLst/>
            </a:prstGeom>
          </p:spPr>
        </p:pic>
        <p:pic>
          <p:nvPicPr>
            <p:cNvPr id="53" name="Graphique 52" descr="Groupe de personnes avec un remplissage uni">
              <a:extLst>
                <a:ext uri="{FF2B5EF4-FFF2-40B4-BE49-F238E27FC236}">
                  <a16:creationId xmlns:a16="http://schemas.microsoft.com/office/drawing/2014/main" id="{C6281102-2389-45B5-8674-3F8C22A0FF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65384" r="65831"/>
            <a:stretch/>
          </p:blipFill>
          <p:spPr>
            <a:xfrm>
              <a:off x="6989470" y="1513565"/>
              <a:ext cx="638169" cy="651367"/>
            </a:xfrm>
            <a:prstGeom prst="rect">
              <a:avLst/>
            </a:prstGeom>
          </p:spPr>
        </p:pic>
        <p:pic>
          <p:nvPicPr>
            <p:cNvPr id="54" name="Graphique 53" descr="Groupe de personnes avec un remplissage uni">
              <a:extLst>
                <a:ext uri="{FF2B5EF4-FFF2-40B4-BE49-F238E27FC236}">
                  <a16:creationId xmlns:a16="http://schemas.microsoft.com/office/drawing/2014/main" id="{D4BF3F09-1679-4E80-BC39-E2ECBB7AE4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65384" r="30495"/>
            <a:stretch/>
          </p:blipFill>
          <p:spPr>
            <a:xfrm>
              <a:off x="8498660" y="2653414"/>
              <a:ext cx="1298123" cy="651367"/>
            </a:xfrm>
            <a:prstGeom prst="rect">
              <a:avLst/>
            </a:prstGeom>
          </p:spPr>
        </p:pic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BA8FBF25-62ED-47C7-A36B-2BFE75B58CA9}"/>
              </a:ext>
            </a:extLst>
          </p:cNvPr>
          <p:cNvGrpSpPr/>
          <p:nvPr/>
        </p:nvGrpSpPr>
        <p:grpSpPr>
          <a:xfrm>
            <a:off x="6668842" y="1533232"/>
            <a:ext cx="956798" cy="601934"/>
            <a:chOff x="6989470" y="1452253"/>
            <a:chExt cx="2968717" cy="1867662"/>
          </a:xfrm>
          <a:solidFill>
            <a:schemeClr val="bg1"/>
          </a:solidFill>
        </p:grpSpPr>
        <p:pic>
          <p:nvPicPr>
            <p:cNvPr id="58" name="Graphique 57" descr="Groupe de personnes avec un remplissage uni">
              <a:extLst>
                <a:ext uri="{FF2B5EF4-FFF2-40B4-BE49-F238E27FC236}">
                  <a16:creationId xmlns:a16="http://schemas.microsoft.com/office/drawing/2014/main" id="{C6CE8F74-EFCB-4E05-8E0E-09202D28A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89470" y="1452253"/>
              <a:ext cx="1867662" cy="1867662"/>
            </a:xfrm>
            <a:prstGeom prst="rect">
              <a:avLst/>
            </a:prstGeom>
          </p:spPr>
        </p:pic>
        <p:pic>
          <p:nvPicPr>
            <p:cNvPr id="59" name="Graphique 58" descr="Groupe de personnes avec un remplissage uni">
              <a:extLst>
                <a:ext uri="{FF2B5EF4-FFF2-40B4-BE49-F238E27FC236}">
                  <a16:creationId xmlns:a16="http://schemas.microsoft.com/office/drawing/2014/main" id="{0D336688-82C7-4E8E-A089-FDCCCBC45C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/>
            <a:stretch/>
          </p:blipFill>
          <p:spPr>
            <a:xfrm>
              <a:off x="8090525" y="1513565"/>
              <a:ext cx="1867662" cy="651367"/>
            </a:xfrm>
            <a:prstGeom prst="rect">
              <a:avLst/>
            </a:prstGeom>
          </p:spPr>
        </p:pic>
        <p:pic>
          <p:nvPicPr>
            <p:cNvPr id="61" name="Graphique 60" descr="Groupe de personnes avec un remplissage uni">
              <a:extLst>
                <a:ext uri="{FF2B5EF4-FFF2-40B4-BE49-F238E27FC236}">
                  <a16:creationId xmlns:a16="http://schemas.microsoft.com/office/drawing/2014/main" id="{14B59619-8CE5-4628-A67B-0CF3087EEE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30495"/>
            <a:stretch/>
          </p:blipFill>
          <p:spPr>
            <a:xfrm>
              <a:off x="8316394" y="2091056"/>
              <a:ext cx="1298123" cy="651367"/>
            </a:xfrm>
            <a:prstGeom prst="rect">
              <a:avLst/>
            </a:prstGeom>
          </p:spPr>
        </p:pic>
        <p:pic>
          <p:nvPicPr>
            <p:cNvPr id="62" name="Graphique 61" descr="Groupe de personnes avec un remplissage uni">
              <a:extLst>
                <a:ext uri="{FF2B5EF4-FFF2-40B4-BE49-F238E27FC236}">
                  <a16:creationId xmlns:a16="http://schemas.microsoft.com/office/drawing/2014/main" id="{E0E6824D-C3C9-4336-864C-A7C5A4A299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65831"/>
            <a:stretch/>
          </p:blipFill>
          <p:spPr>
            <a:xfrm>
              <a:off x="6989470" y="1513565"/>
              <a:ext cx="638169" cy="651367"/>
            </a:xfrm>
            <a:prstGeom prst="rect">
              <a:avLst/>
            </a:prstGeom>
          </p:spPr>
        </p:pic>
        <p:pic>
          <p:nvPicPr>
            <p:cNvPr id="63" name="Graphique 62" descr="Groupe de personnes avec un remplissage uni">
              <a:extLst>
                <a:ext uri="{FF2B5EF4-FFF2-40B4-BE49-F238E27FC236}">
                  <a16:creationId xmlns:a16="http://schemas.microsoft.com/office/drawing/2014/main" id="{CB4461D5-4BCA-4A24-AEF6-8A7C13AB76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30495"/>
            <a:stretch/>
          </p:blipFill>
          <p:spPr>
            <a:xfrm>
              <a:off x="8498660" y="2653414"/>
              <a:ext cx="1298123" cy="651367"/>
            </a:xfrm>
            <a:prstGeom prst="rect">
              <a:avLst/>
            </a:prstGeom>
          </p:spPr>
        </p:pic>
      </p:grpSp>
      <p:pic>
        <p:nvPicPr>
          <p:cNvPr id="65" name="Graphique 64" descr="Utilisateur avec un remplissage uni">
            <a:extLst>
              <a:ext uri="{FF2B5EF4-FFF2-40B4-BE49-F238E27FC236}">
                <a16:creationId xmlns:a16="http://schemas.microsoft.com/office/drawing/2014/main" id="{3AAE3E76-8E6F-468B-B565-A43E3F14E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6339" y="1460051"/>
            <a:ext cx="750260" cy="750260"/>
          </a:xfrm>
          <a:prstGeom prst="rect">
            <a:avLst/>
          </a:prstGeom>
        </p:spPr>
      </p:pic>
      <p:grpSp>
        <p:nvGrpSpPr>
          <p:cNvPr id="4" name="Groupe 3">
            <a:extLst>
              <a:ext uri="{FF2B5EF4-FFF2-40B4-BE49-F238E27FC236}">
                <a16:creationId xmlns:a16="http://schemas.microsoft.com/office/drawing/2014/main" id="{371A8229-B453-4AE0-AB03-C4131509E972}"/>
              </a:ext>
            </a:extLst>
          </p:cNvPr>
          <p:cNvGrpSpPr/>
          <p:nvPr/>
        </p:nvGrpSpPr>
        <p:grpSpPr>
          <a:xfrm>
            <a:off x="3426962" y="3703799"/>
            <a:ext cx="7396110" cy="2598802"/>
            <a:chOff x="3426962" y="3703799"/>
            <a:chExt cx="7396110" cy="2598802"/>
          </a:xfrm>
        </p:grpSpPr>
        <p:pic>
          <p:nvPicPr>
            <p:cNvPr id="27" name="Image 26" descr="Une image contenant personne, homme, cravate, complet&#10;&#10;Description générée automatiquement">
              <a:extLst>
                <a:ext uri="{FF2B5EF4-FFF2-40B4-BE49-F238E27FC236}">
                  <a16:creationId xmlns:a16="http://schemas.microsoft.com/office/drawing/2014/main" id="{2584B98D-8F7E-48B2-9F03-2D6C715F65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85955" y="4331519"/>
              <a:ext cx="569795" cy="569795"/>
            </a:xfrm>
            <a:prstGeom prst="rect">
              <a:avLst/>
            </a:prstGeom>
          </p:spPr>
        </p:pic>
        <p:pic>
          <p:nvPicPr>
            <p:cNvPr id="28" name="Image 27" descr="Une image contenant personne, extérieur, souriant, violet&#10;&#10;Description générée automatiquement">
              <a:extLst>
                <a:ext uri="{FF2B5EF4-FFF2-40B4-BE49-F238E27FC236}">
                  <a16:creationId xmlns:a16="http://schemas.microsoft.com/office/drawing/2014/main" id="{A7D49669-56B1-487E-8D8A-B53524140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56302" y="4337570"/>
              <a:ext cx="569795" cy="569795"/>
            </a:xfrm>
            <a:prstGeom prst="rect">
              <a:avLst/>
            </a:prstGeom>
          </p:spPr>
        </p:pic>
        <p:pic>
          <p:nvPicPr>
            <p:cNvPr id="29" name="Image 28" descr="Une image contenant personne, femme, souriant&#10;&#10;Description générée automatiquement">
              <a:extLst>
                <a:ext uri="{FF2B5EF4-FFF2-40B4-BE49-F238E27FC236}">
                  <a16:creationId xmlns:a16="http://schemas.microsoft.com/office/drawing/2014/main" id="{1BFA29F9-0BA6-4773-912F-0A9187A3C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78257" y="3705146"/>
              <a:ext cx="569795" cy="569795"/>
            </a:xfrm>
            <a:prstGeom prst="rect">
              <a:avLst/>
            </a:prstGeom>
          </p:spPr>
        </p:pic>
        <p:pic>
          <p:nvPicPr>
            <p:cNvPr id="31" name="Image 30" descr="Une image contenant personne, extérieur, souriant, foule&#10;&#10;Description générée automatiquement">
              <a:extLst>
                <a:ext uri="{FF2B5EF4-FFF2-40B4-BE49-F238E27FC236}">
                  <a16:creationId xmlns:a16="http://schemas.microsoft.com/office/drawing/2014/main" id="{B6CF6BA3-4B4D-4180-9C16-7BFC206A330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26963" y="5088693"/>
              <a:ext cx="569795" cy="569795"/>
            </a:xfrm>
            <a:prstGeom prst="rect">
              <a:avLst/>
            </a:prstGeom>
          </p:spPr>
        </p:pic>
        <p:pic>
          <p:nvPicPr>
            <p:cNvPr id="33" name="Image 32" descr="Une image contenant personne, souriant, homme, posant&#10;&#10;Description générée automatiquement">
              <a:extLst>
                <a:ext uri="{FF2B5EF4-FFF2-40B4-BE49-F238E27FC236}">
                  <a16:creationId xmlns:a16="http://schemas.microsoft.com/office/drawing/2014/main" id="{62CDFD36-6415-4547-B574-3BE29BA49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10461" y="3722777"/>
              <a:ext cx="569795" cy="569795"/>
            </a:xfrm>
            <a:prstGeom prst="rect">
              <a:avLst/>
            </a:prstGeom>
          </p:spPr>
        </p:pic>
        <p:pic>
          <p:nvPicPr>
            <p:cNvPr id="34" name="Image 33" descr="Une image contenant personne, intérieur, posant, fermer&#10;&#10;Description générée automatiquement">
              <a:extLst>
                <a:ext uri="{FF2B5EF4-FFF2-40B4-BE49-F238E27FC236}">
                  <a16:creationId xmlns:a16="http://schemas.microsoft.com/office/drawing/2014/main" id="{BE00F0FF-F82A-4244-8766-2129795E0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96446" y="3758452"/>
              <a:ext cx="569795" cy="569795"/>
            </a:xfrm>
            <a:prstGeom prst="rect">
              <a:avLst/>
            </a:prstGeom>
          </p:spPr>
        </p:pic>
        <p:pic>
          <p:nvPicPr>
            <p:cNvPr id="35" name="Image 34" descr="Une image contenant personne, homme, mur, souriant&#10;&#10;Description générée automatiquement">
              <a:extLst>
                <a:ext uri="{FF2B5EF4-FFF2-40B4-BE49-F238E27FC236}">
                  <a16:creationId xmlns:a16="http://schemas.microsoft.com/office/drawing/2014/main" id="{45FCC9D0-0BB1-4A63-8284-3AE148EB06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73237" y="5051258"/>
              <a:ext cx="569795" cy="569795"/>
            </a:xfrm>
            <a:prstGeom prst="rect">
              <a:avLst/>
            </a:prstGeom>
          </p:spPr>
        </p:pic>
        <p:pic>
          <p:nvPicPr>
            <p:cNvPr id="36" name="Image 35" descr="Une image contenant homme, personne, intérieur, aîné&#10;&#10;Description générée automatiquement">
              <a:extLst>
                <a:ext uri="{FF2B5EF4-FFF2-40B4-BE49-F238E27FC236}">
                  <a16:creationId xmlns:a16="http://schemas.microsoft.com/office/drawing/2014/main" id="{5FA74CB9-A8B7-4F7A-9A86-5D34A2FD1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64938" y="3705146"/>
              <a:ext cx="569795" cy="569795"/>
            </a:xfrm>
            <a:prstGeom prst="rect">
              <a:avLst/>
            </a:prstGeom>
          </p:spPr>
        </p:pic>
        <p:pic>
          <p:nvPicPr>
            <p:cNvPr id="37" name="Image 36" descr="Une image contenant homme, personne, verres, portant&#10;&#10;Description générée automatiquement">
              <a:extLst>
                <a:ext uri="{FF2B5EF4-FFF2-40B4-BE49-F238E27FC236}">
                  <a16:creationId xmlns:a16="http://schemas.microsoft.com/office/drawing/2014/main" id="{39301ADE-83C2-4BF8-B0FF-C9273DA0C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8043" y="3703799"/>
              <a:ext cx="569795" cy="569795"/>
            </a:xfrm>
            <a:prstGeom prst="rect">
              <a:avLst/>
            </a:prstGeom>
          </p:spPr>
        </p:pic>
        <p:pic>
          <p:nvPicPr>
            <p:cNvPr id="38" name="Image 37" descr="Une image contenant personne, homme, intérieur, souriant&#10;&#10;Description générée automatiquement">
              <a:extLst>
                <a:ext uri="{FF2B5EF4-FFF2-40B4-BE49-F238E27FC236}">
                  <a16:creationId xmlns:a16="http://schemas.microsoft.com/office/drawing/2014/main" id="{7F351A06-D228-4D97-9844-24C75102E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68291" y="3706166"/>
              <a:ext cx="569795" cy="569795"/>
            </a:xfrm>
            <a:prstGeom prst="rect">
              <a:avLst/>
            </a:prstGeom>
          </p:spPr>
        </p:pic>
        <p:pic>
          <p:nvPicPr>
            <p:cNvPr id="39" name="Image 38" descr="Une image contenant personne, homme, cravate, souriant&#10;&#10;Description générée automatiquement">
              <a:extLst>
                <a:ext uri="{FF2B5EF4-FFF2-40B4-BE49-F238E27FC236}">
                  <a16:creationId xmlns:a16="http://schemas.microsoft.com/office/drawing/2014/main" id="{54A274E6-EA0C-45ED-9B42-8A912BC216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66793" y="4323862"/>
              <a:ext cx="569795" cy="569795"/>
            </a:xfrm>
            <a:prstGeom prst="rect">
              <a:avLst/>
            </a:prstGeom>
          </p:spPr>
        </p:pic>
        <p:pic>
          <p:nvPicPr>
            <p:cNvPr id="40" name="Image 39" descr="Une image contenant personne, homme, souriant, aîné&#10;&#10;Description générée automatiquement">
              <a:extLst>
                <a:ext uri="{FF2B5EF4-FFF2-40B4-BE49-F238E27FC236}">
                  <a16:creationId xmlns:a16="http://schemas.microsoft.com/office/drawing/2014/main" id="{758C75AE-615A-492F-87BA-B178B90185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8044" y="5066369"/>
              <a:ext cx="569795" cy="569795"/>
            </a:xfrm>
            <a:prstGeom prst="rect">
              <a:avLst/>
            </a:prstGeom>
          </p:spPr>
        </p:pic>
        <p:pic>
          <p:nvPicPr>
            <p:cNvPr id="32" name="Image 31" descr="Une image contenant personne, homme, souriant, aîné&#10;&#10;Description générée automatiquement">
              <a:extLst>
                <a:ext uri="{FF2B5EF4-FFF2-40B4-BE49-F238E27FC236}">
                  <a16:creationId xmlns:a16="http://schemas.microsoft.com/office/drawing/2014/main" id="{60B19CE0-6506-4D14-8277-C071D43DED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26962" y="5731735"/>
              <a:ext cx="569795" cy="569795"/>
            </a:xfrm>
            <a:prstGeom prst="rect">
              <a:avLst/>
            </a:prstGeom>
          </p:spPr>
        </p:pic>
        <p:pic>
          <p:nvPicPr>
            <p:cNvPr id="41" name="Image 40" descr="Une image contenant personne, femme, souriant, posant&#10;&#10;Description générée automatiquement">
              <a:extLst>
                <a:ext uri="{FF2B5EF4-FFF2-40B4-BE49-F238E27FC236}">
                  <a16:creationId xmlns:a16="http://schemas.microsoft.com/office/drawing/2014/main" id="{E10969CB-51E0-4F3C-A9E9-1D91E3BE2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66801" y="5088691"/>
              <a:ext cx="569795" cy="569795"/>
            </a:xfrm>
            <a:prstGeom prst="rect">
              <a:avLst/>
            </a:prstGeom>
          </p:spPr>
        </p:pic>
        <p:pic>
          <p:nvPicPr>
            <p:cNvPr id="42" name="Image 41" descr="Une image contenant personne, extérieur, fermer&#10;&#10;Description générée automatiquement">
              <a:extLst>
                <a:ext uri="{FF2B5EF4-FFF2-40B4-BE49-F238E27FC236}">
                  <a16:creationId xmlns:a16="http://schemas.microsoft.com/office/drawing/2014/main" id="{85E15BC5-5045-4791-820E-D60C5C9B1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86855" y="5088692"/>
              <a:ext cx="569795" cy="569795"/>
            </a:xfrm>
            <a:prstGeom prst="rect">
              <a:avLst/>
            </a:prstGeom>
          </p:spPr>
        </p:pic>
        <p:pic>
          <p:nvPicPr>
            <p:cNvPr id="43" name="Image 42" descr="Une image contenant personne, mur, intérieur, jeune&#10;&#10;Description générée automatiquement">
              <a:extLst>
                <a:ext uri="{FF2B5EF4-FFF2-40B4-BE49-F238E27FC236}">
                  <a16:creationId xmlns:a16="http://schemas.microsoft.com/office/drawing/2014/main" id="{B72DE066-A57E-4A12-B26B-37F0EC28D2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53277" y="3722777"/>
              <a:ext cx="569795" cy="569795"/>
            </a:xfrm>
            <a:prstGeom prst="rect">
              <a:avLst/>
            </a:prstGeom>
          </p:spPr>
        </p:pic>
        <p:pic>
          <p:nvPicPr>
            <p:cNvPr id="44" name="Image 43" descr="Une image contenant personne, homme, extérieur, arbre&#10;&#10;Description générée automatiquement">
              <a:extLst>
                <a:ext uri="{FF2B5EF4-FFF2-40B4-BE49-F238E27FC236}">
                  <a16:creationId xmlns:a16="http://schemas.microsoft.com/office/drawing/2014/main" id="{625136E2-FF24-49A4-A615-DC4BB250F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10461" y="5720740"/>
              <a:ext cx="569795" cy="569795"/>
            </a:xfrm>
            <a:prstGeom prst="rect">
              <a:avLst/>
            </a:prstGeom>
          </p:spPr>
        </p:pic>
        <p:pic>
          <p:nvPicPr>
            <p:cNvPr id="45" name="Image 44" descr="Une image contenant personne, mur, souriant, intérieur&#10;&#10;Description générée automatiquement">
              <a:extLst>
                <a:ext uri="{FF2B5EF4-FFF2-40B4-BE49-F238E27FC236}">
                  <a16:creationId xmlns:a16="http://schemas.microsoft.com/office/drawing/2014/main" id="{A8CAA14E-BBA1-41D8-9185-E1C0E6300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8043" y="5732806"/>
              <a:ext cx="569795" cy="569795"/>
            </a:xfrm>
            <a:prstGeom prst="rect">
              <a:avLst/>
            </a:prstGeom>
          </p:spPr>
        </p:pic>
        <p:pic>
          <p:nvPicPr>
            <p:cNvPr id="46" name="Image 45" descr="Une image contenant personne, mur, souriant, posant&#10;&#10;Description générée automatiquement">
              <a:extLst>
                <a:ext uri="{FF2B5EF4-FFF2-40B4-BE49-F238E27FC236}">
                  <a16:creationId xmlns:a16="http://schemas.microsoft.com/office/drawing/2014/main" id="{5D9B3CDF-B15C-4A87-8242-3EEAB8F85C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10461" y="5066369"/>
              <a:ext cx="569795" cy="569795"/>
            </a:xfrm>
            <a:prstGeom prst="rect">
              <a:avLst/>
            </a:prstGeom>
          </p:spPr>
        </p:pic>
        <p:pic>
          <p:nvPicPr>
            <p:cNvPr id="48" name="Image 47" descr="Une image contenant personne, mur, homme, souriant&#10;&#10;Description générée automatiquement">
              <a:extLst>
                <a:ext uri="{FF2B5EF4-FFF2-40B4-BE49-F238E27FC236}">
                  <a16:creationId xmlns:a16="http://schemas.microsoft.com/office/drawing/2014/main" id="{28784615-5DBF-402B-B57C-4592CC9BD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06909" y="5096350"/>
              <a:ext cx="569795" cy="569795"/>
            </a:xfrm>
            <a:prstGeom prst="rect">
              <a:avLst/>
            </a:prstGeom>
          </p:spPr>
        </p:pic>
      </p:grpSp>
      <p:pic>
        <p:nvPicPr>
          <p:cNvPr id="55" name="Graphique 54" descr="Actualiser avec un remplissage uni">
            <a:extLst>
              <a:ext uri="{FF2B5EF4-FFF2-40B4-BE49-F238E27FC236}">
                <a16:creationId xmlns:a16="http://schemas.microsoft.com/office/drawing/2014/main" id="{C5D6CADE-9E7E-4BCD-8C56-DF5B2895A8C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2661523" y="3695352"/>
            <a:ext cx="578242" cy="578242"/>
          </a:xfrm>
          <a:prstGeom prst="rect">
            <a:avLst/>
          </a:prstGeom>
        </p:spPr>
      </p:pic>
      <p:pic>
        <p:nvPicPr>
          <p:cNvPr id="56" name="Graphique 55" descr="Point d’exclamation avec un remplissage uni">
            <a:extLst>
              <a:ext uri="{FF2B5EF4-FFF2-40B4-BE49-F238E27FC236}">
                <a16:creationId xmlns:a16="http://schemas.microsoft.com/office/drawing/2014/main" id="{4CDC2353-A6FA-4EE9-BEA3-D51141C207A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612080" y="5057922"/>
            <a:ext cx="578242" cy="57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88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12311"/>
          </a:xfrm>
        </p:spPr>
        <p:txBody>
          <a:bodyPr>
            <a:noAutofit/>
          </a:bodyPr>
          <a:lstStyle/>
          <a:p>
            <a:r>
              <a:rPr lang="fr-FR" sz="2800" dirty="0"/>
              <a:t>Time Investment profiles Workshop</a:t>
            </a:r>
            <a:br>
              <a:rPr lang="fr-FR" sz="2800" dirty="0"/>
            </a:br>
            <a:r>
              <a:rPr lang="fr-FR" sz="2800" dirty="0" err="1"/>
              <a:t>Empty</a:t>
            </a:r>
            <a:r>
              <a:rPr lang="fr-FR" sz="2800" dirty="0"/>
              <a:t> </a:t>
            </a:r>
            <a:r>
              <a:rPr lang="fr-FR" sz="2800" dirty="0" err="1"/>
              <a:t>sheet</a:t>
            </a:r>
            <a:endParaRPr lang="fr-FR" sz="2800" dirty="0"/>
          </a:p>
        </p:txBody>
      </p:sp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270A5E3B-35B7-4271-AF7C-BD4FDD213ED4}"/>
              </a:ext>
            </a:extLst>
          </p:cNvPr>
          <p:cNvGraphicFramePr>
            <a:graphicFrameLocks noGrp="1"/>
          </p:cNvGraphicFramePr>
          <p:nvPr/>
        </p:nvGraphicFramePr>
        <p:xfrm>
          <a:off x="495300" y="1467259"/>
          <a:ext cx="11226800" cy="49545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06700">
                  <a:extLst>
                    <a:ext uri="{9D8B030D-6E8A-4147-A177-3AD203B41FA5}">
                      <a16:colId xmlns:a16="http://schemas.microsoft.com/office/drawing/2014/main" val="421718832"/>
                    </a:ext>
                  </a:extLst>
                </a:gridCol>
                <a:gridCol w="2806700">
                  <a:extLst>
                    <a:ext uri="{9D8B030D-6E8A-4147-A177-3AD203B41FA5}">
                      <a16:colId xmlns:a16="http://schemas.microsoft.com/office/drawing/2014/main" val="278237707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940119286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4254710511"/>
                    </a:ext>
                  </a:extLst>
                </a:gridCol>
              </a:tblGrid>
              <a:tr h="2122794">
                <a:tc>
                  <a:txBody>
                    <a:bodyPr/>
                    <a:lstStyle/>
                    <a:p>
                      <a:r>
                        <a:rPr lang="en-US" sz="1100" noProof="0"/>
                        <a:t>In what types of moments do you invest your time for the Community ? </a:t>
                      </a:r>
                      <a:r>
                        <a:rPr lang="en-US" sz="1100" noProof="0">
                          <a:sym typeface="Wingdings" panose="05000000000000000000" pitchFamily="2" charset="2"/>
                        </a:rPr>
                        <a:t></a:t>
                      </a:r>
                      <a:endParaRPr lang="en-US" sz="1100" noProof="0"/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On what basis will you attend ? ↓ </a:t>
                      </a:r>
                    </a:p>
                    <a:p>
                      <a:endParaRPr lang="en-US" sz="11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>
                        <a:solidFill>
                          <a:schemeClr val="tx1"/>
                        </a:solidFill>
                      </a:endParaRPr>
                    </a:p>
                    <a:p>
                      <a:pPr algn="ctr"/>
                      <a:r>
                        <a:rPr lang="en-US" sz="1100" noProof="0">
                          <a:solidFill>
                            <a:schemeClr val="tx1"/>
                          </a:solidFill>
                        </a:rPr>
                        <a:t>Collective Moments only : </a:t>
                      </a:r>
                    </a:p>
                    <a:p>
                      <a:pPr algn="ctr"/>
                      <a:r>
                        <a:rPr lang="en-US" sz="1100" b="0" i="1" noProof="0">
                          <a:solidFill>
                            <a:schemeClr val="tx1"/>
                          </a:solidFill>
                        </a:rPr>
                        <a:t>I only invest time during the meetings. Do not expect me to invest time in in between</a:t>
                      </a: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r>
                        <a:rPr lang="en-US" sz="1100" noProof="0"/>
                        <a:t>Collective moments AND Individual Moments : </a:t>
                      </a:r>
                    </a:p>
                    <a:p>
                      <a:pPr algn="ctr"/>
                      <a:r>
                        <a:rPr lang="en-US" sz="1100" b="0" i="1" noProof="0"/>
                        <a:t>I invest time  both for meetings and in between.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endParaRPr lang="en-US" sz="1100" noProof="0"/>
                    </a:p>
                    <a:p>
                      <a:pPr algn="ctr"/>
                      <a:r>
                        <a:rPr lang="en-US" sz="1100" noProof="0"/>
                        <a:t>Individual Moments only : </a:t>
                      </a:r>
                    </a:p>
                    <a:p>
                      <a:pPr algn="ctr"/>
                      <a:r>
                        <a:rPr lang="en-US" sz="1100" b="0" i="1" noProof="0"/>
                        <a:t>I only invest time that fits my own schedule, mostly in between meetings. Do not expect on meetings.</a:t>
                      </a:r>
                      <a:endParaRPr lang="en-US" sz="1100" i="1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58500"/>
                  </a:ext>
                </a:extLst>
              </a:tr>
              <a:tr h="1399240">
                <a:tc>
                  <a:txBody>
                    <a:bodyPr/>
                    <a:lstStyle/>
                    <a:p>
                      <a:endParaRPr lang="en-US" sz="1100" noProof="0"/>
                    </a:p>
                    <a:p>
                      <a:endParaRPr lang="en-US" sz="1100" noProof="0"/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Regular basis :</a:t>
                      </a:r>
                    </a:p>
                    <a:p>
                      <a:r>
                        <a:rPr lang="en-US" sz="1100" b="0" i="1" noProof="0"/>
                        <a:t>I am belonging driven. I prefer spending time to attend regularly but do not expect me to perform a choice every time.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/>
                    </a:p>
                  </a:txBody>
                  <a:tcPr>
                    <a:solidFill>
                      <a:srgbClr val="F5BD9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b="0" noProof="0"/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22947"/>
                  </a:ext>
                </a:extLst>
              </a:tr>
              <a:tr h="1399240">
                <a:tc>
                  <a:txBody>
                    <a:bodyPr/>
                    <a:lstStyle/>
                    <a:p>
                      <a:endParaRPr lang="en-US" sz="1100" noProof="0"/>
                    </a:p>
                    <a:p>
                      <a:endParaRPr lang="en-US" sz="1100" noProof="0"/>
                    </a:p>
                    <a:p>
                      <a:r>
                        <a:rPr lang="en-US" sz="1100" noProof="0"/>
                        <a:t>Occasional basis:</a:t>
                      </a:r>
                    </a:p>
                    <a:p>
                      <a:r>
                        <a:rPr lang="en-US" sz="1100" b="0" i="1" noProof="0"/>
                        <a:t>I am opportunity driven. I prefer spending energy in deciding to attend or not each time but do not expect me to be regular.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100" noProof="0"/>
                    </a:p>
                  </a:txBody>
                  <a:tcPr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1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772465"/>
                  </a:ext>
                </a:extLst>
              </a:tr>
            </a:tbl>
          </a:graphicData>
        </a:graphic>
      </p:graphicFrame>
      <p:pic>
        <p:nvPicPr>
          <p:cNvPr id="47" name="Graphique 46" descr="Utilisateur avec un remplissage uni">
            <a:extLst>
              <a:ext uri="{FF2B5EF4-FFF2-40B4-BE49-F238E27FC236}">
                <a16:creationId xmlns:a16="http://schemas.microsoft.com/office/drawing/2014/main" id="{31620370-0C09-4ED2-9761-29FF32F889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43498" y="1459069"/>
            <a:ext cx="750260" cy="750260"/>
          </a:xfrm>
          <a:prstGeom prst="rect">
            <a:avLst/>
          </a:prstGeom>
        </p:spPr>
      </p:pic>
      <p:grpSp>
        <p:nvGrpSpPr>
          <p:cNvPr id="49" name="Groupe 48">
            <a:extLst>
              <a:ext uri="{FF2B5EF4-FFF2-40B4-BE49-F238E27FC236}">
                <a16:creationId xmlns:a16="http://schemas.microsoft.com/office/drawing/2014/main" id="{D10DB009-0EF5-4F8D-AB88-C2641399BC02}"/>
              </a:ext>
            </a:extLst>
          </p:cNvPr>
          <p:cNvGrpSpPr/>
          <p:nvPr/>
        </p:nvGrpSpPr>
        <p:grpSpPr>
          <a:xfrm>
            <a:off x="4118907" y="1538109"/>
            <a:ext cx="956798" cy="601934"/>
            <a:chOff x="6989470" y="1452253"/>
            <a:chExt cx="2968717" cy="1867662"/>
          </a:xfrm>
          <a:solidFill>
            <a:schemeClr val="tx1"/>
          </a:solidFill>
        </p:grpSpPr>
        <p:pic>
          <p:nvPicPr>
            <p:cNvPr id="50" name="Graphique 49" descr="Groupe de personnes avec un remplissage uni">
              <a:extLst>
                <a:ext uri="{FF2B5EF4-FFF2-40B4-BE49-F238E27FC236}">
                  <a16:creationId xmlns:a16="http://schemas.microsoft.com/office/drawing/2014/main" id="{3DC4D2FB-BC0B-4268-96BE-466555472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89470" y="1452253"/>
              <a:ext cx="1867662" cy="1867662"/>
            </a:xfrm>
            <a:prstGeom prst="rect">
              <a:avLst/>
            </a:prstGeom>
          </p:spPr>
        </p:pic>
        <p:pic>
          <p:nvPicPr>
            <p:cNvPr id="51" name="Graphique 50" descr="Groupe de personnes avec un remplissage uni">
              <a:extLst>
                <a:ext uri="{FF2B5EF4-FFF2-40B4-BE49-F238E27FC236}">
                  <a16:creationId xmlns:a16="http://schemas.microsoft.com/office/drawing/2014/main" id="{3F40514C-77DA-4F0D-AF7A-A28AA9188B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65384"/>
            <a:stretch/>
          </p:blipFill>
          <p:spPr>
            <a:xfrm>
              <a:off x="8090525" y="1513565"/>
              <a:ext cx="1867662" cy="651367"/>
            </a:xfrm>
            <a:prstGeom prst="rect">
              <a:avLst/>
            </a:prstGeom>
          </p:spPr>
        </p:pic>
        <p:pic>
          <p:nvPicPr>
            <p:cNvPr id="52" name="Graphique 51" descr="Groupe de personnes avec un remplissage uni">
              <a:extLst>
                <a:ext uri="{FF2B5EF4-FFF2-40B4-BE49-F238E27FC236}">
                  <a16:creationId xmlns:a16="http://schemas.microsoft.com/office/drawing/2014/main" id="{29ABCF20-732F-45CA-9EB6-9F1F5B4EB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65384" r="30495"/>
            <a:stretch/>
          </p:blipFill>
          <p:spPr>
            <a:xfrm>
              <a:off x="8316394" y="2091056"/>
              <a:ext cx="1298123" cy="651367"/>
            </a:xfrm>
            <a:prstGeom prst="rect">
              <a:avLst/>
            </a:prstGeom>
          </p:spPr>
        </p:pic>
        <p:pic>
          <p:nvPicPr>
            <p:cNvPr id="53" name="Graphique 52" descr="Groupe de personnes avec un remplissage uni">
              <a:extLst>
                <a:ext uri="{FF2B5EF4-FFF2-40B4-BE49-F238E27FC236}">
                  <a16:creationId xmlns:a16="http://schemas.microsoft.com/office/drawing/2014/main" id="{C6281102-2389-45B5-8674-3F8C22A0FF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65384" r="65831"/>
            <a:stretch/>
          </p:blipFill>
          <p:spPr>
            <a:xfrm>
              <a:off x="6989470" y="1513565"/>
              <a:ext cx="638169" cy="651367"/>
            </a:xfrm>
            <a:prstGeom prst="rect">
              <a:avLst/>
            </a:prstGeom>
          </p:spPr>
        </p:pic>
        <p:pic>
          <p:nvPicPr>
            <p:cNvPr id="54" name="Graphique 53" descr="Groupe de personnes avec un remplissage uni">
              <a:extLst>
                <a:ext uri="{FF2B5EF4-FFF2-40B4-BE49-F238E27FC236}">
                  <a16:creationId xmlns:a16="http://schemas.microsoft.com/office/drawing/2014/main" id="{D4BF3F09-1679-4E80-BC39-E2ECBB7AE4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 t="65384" r="30495"/>
            <a:stretch/>
          </p:blipFill>
          <p:spPr>
            <a:xfrm>
              <a:off x="8498660" y="2653414"/>
              <a:ext cx="1298123" cy="651367"/>
            </a:xfrm>
            <a:prstGeom prst="rect">
              <a:avLst/>
            </a:prstGeom>
          </p:spPr>
        </p:pic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BA8FBF25-62ED-47C7-A36B-2BFE75B58CA9}"/>
              </a:ext>
            </a:extLst>
          </p:cNvPr>
          <p:cNvGrpSpPr/>
          <p:nvPr/>
        </p:nvGrpSpPr>
        <p:grpSpPr>
          <a:xfrm>
            <a:off x="6668842" y="1533232"/>
            <a:ext cx="956798" cy="601934"/>
            <a:chOff x="6989470" y="1452253"/>
            <a:chExt cx="2968717" cy="1867662"/>
          </a:xfrm>
          <a:solidFill>
            <a:schemeClr val="bg1"/>
          </a:solidFill>
        </p:grpSpPr>
        <p:pic>
          <p:nvPicPr>
            <p:cNvPr id="58" name="Graphique 57" descr="Groupe de personnes avec un remplissage uni">
              <a:extLst>
                <a:ext uri="{FF2B5EF4-FFF2-40B4-BE49-F238E27FC236}">
                  <a16:creationId xmlns:a16="http://schemas.microsoft.com/office/drawing/2014/main" id="{C6CE8F74-EFCB-4E05-8E0E-09202D28A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89470" y="1452253"/>
              <a:ext cx="1867662" cy="1867662"/>
            </a:xfrm>
            <a:prstGeom prst="rect">
              <a:avLst/>
            </a:prstGeom>
          </p:spPr>
        </p:pic>
        <p:pic>
          <p:nvPicPr>
            <p:cNvPr id="59" name="Graphique 58" descr="Groupe de personnes avec un remplissage uni">
              <a:extLst>
                <a:ext uri="{FF2B5EF4-FFF2-40B4-BE49-F238E27FC236}">
                  <a16:creationId xmlns:a16="http://schemas.microsoft.com/office/drawing/2014/main" id="{0D336688-82C7-4E8E-A089-FDCCCBC45C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/>
            <a:stretch/>
          </p:blipFill>
          <p:spPr>
            <a:xfrm>
              <a:off x="8090525" y="1513565"/>
              <a:ext cx="1867662" cy="651367"/>
            </a:xfrm>
            <a:prstGeom prst="rect">
              <a:avLst/>
            </a:prstGeom>
          </p:spPr>
        </p:pic>
        <p:pic>
          <p:nvPicPr>
            <p:cNvPr id="61" name="Graphique 60" descr="Groupe de personnes avec un remplissage uni">
              <a:extLst>
                <a:ext uri="{FF2B5EF4-FFF2-40B4-BE49-F238E27FC236}">
                  <a16:creationId xmlns:a16="http://schemas.microsoft.com/office/drawing/2014/main" id="{14B59619-8CE5-4628-A67B-0CF3087EEE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30495"/>
            <a:stretch/>
          </p:blipFill>
          <p:spPr>
            <a:xfrm>
              <a:off x="8316394" y="2091056"/>
              <a:ext cx="1298123" cy="651367"/>
            </a:xfrm>
            <a:prstGeom prst="rect">
              <a:avLst/>
            </a:prstGeom>
          </p:spPr>
        </p:pic>
        <p:pic>
          <p:nvPicPr>
            <p:cNvPr id="62" name="Graphique 61" descr="Groupe de personnes avec un remplissage uni">
              <a:extLst>
                <a:ext uri="{FF2B5EF4-FFF2-40B4-BE49-F238E27FC236}">
                  <a16:creationId xmlns:a16="http://schemas.microsoft.com/office/drawing/2014/main" id="{E0E6824D-C3C9-4336-864C-A7C5A4A299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65831"/>
            <a:stretch/>
          </p:blipFill>
          <p:spPr>
            <a:xfrm>
              <a:off x="6989470" y="1513565"/>
              <a:ext cx="638169" cy="651367"/>
            </a:xfrm>
            <a:prstGeom prst="rect">
              <a:avLst/>
            </a:prstGeom>
          </p:spPr>
        </p:pic>
        <p:pic>
          <p:nvPicPr>
            <p:cNvPr id="63" name="Graphique 62" descr="Groupe de personnes avec un remplissage uni">
              <a:extLst>
                <a:ext uri="{FF2B5EF4-FFF2-40B4-BE49-F238E27FC236}">
                  <a16:creationId xmlns:a16="http://schemas.microsoft.com/office/drawing/2014/main" id="{CB4461D5-4BCA-4A24-AEF6-8A7C13AB76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30495"/>
            <a:stretch/>
          </p:blipFill>
          <p:spPr>
            <a:xfrm>
              <a:off x="8498660" y="2653414"/>
              <a:ext cx="1298123" cy="651367"/>
            </a:xfrm>
            <a:prstGeom prst="rect">
              <a:avLst/>
            </a:prstGeom>
          </p:spPr>
        </p:pic>
      </p:grpSp>
      <p:pic>
        <p:nvPicPr>
          <p:cNvPr id="65" name="Graphique 64" descr="Utilisateur avec un remplissage uni">
            <a:extLst>
              <a:ext uri="{FF2B5EF4-FFF2-40B4-BE49-F238E27FC236}">
                <a16:creationId xmlns:a16="http://schemas.microsoft.com/office/drawing/2014/main" id="{3AAE3E76-8E6F-468B-B565-A43E3F14E1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46339" y="1460051"/>
            <a:ext cx="750260" cy="750260"/>
          </a:xfrm>
          <a:prstGeom prst="rect">
            <a:avLst/>
          </a:prstGeom>
        </p:spPr>
      </p:pic>
      <p:pic>
        <p:nvPicPr>
          <p:cNvPr id="55" name="Graphique 54" descr="Actualiser avec un remplissage uni">
            <a:extLst>
              <a:ext uri="{FF2B5EF4-FFF2-40B4-BE49-F238E27FC236}">
                <a16:creationId xmlns:a16="http://schemas.microsoft.com/office/drawing/2014/main" id="{C5D6CADE-9E7E-4BCD-8C56-DF5B2895A8C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61523" y="3695352"/>
            <a:ext cx="578242" cy="578242"/>
          </a:xfrm>
          <a:prstGeom prst="rect">
            <a:avLst/>
          </a:prstGeom>
        </p:spPr>
      </p:pic>
      <p:pic>
        <p:nvPicPr>
          <p:cNvPr id="56" name="Graphique 55" descr="Point d’exclamation avec un remplissage uni">
            <a:extLst>
              <a:ext uri="{FF2B5EF4-FFF2-40B4-BE49-F238E27FC236}">
                <a16:creationId xmlns:a16="http://schemas.microsoft.com/office/drawing/2014/main" id="{4CDC2353-A6FA-4EE9-BEA3-D51141C207A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612080" y="5057922"/>
            <a:ext cx="578242" cy="578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571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12311"/>
          </a:xfrm>
        </p:spPr>
        <p:txBody>
          <a:bodyPr>
            <a:noAutofit/>
          </a:bodyPr>
          <a:lstStyle/>
          <a:p>
            <a:r>
              <a:rPr lang="fr-FR" sz="2800"/>
              <a:t>Time Investment profiles Workshop</a:t>
            </a:r>
            <a:br>
              <a:rPr lang="fr-FR" sz="2800"/>
            </a:br>
            <a:r>
              <a:rPr lang="fr-FR" sz="2800"/>
              <a:t>Example of workshop result</a:t>
            </a:r>
          </a:p>
        </p:txBody>
      </p:sp>
      <p:pic>
        <p:nvPicPr>
          <p:cNvPr id="55" name="Graphique 54" descr="Actualiser avec un remplissage uni">
            <a:extLst>
              <a:ext uri="{FF2B5EF4-FFF2-40B4-BE49-F238E27FC236}">
                <a16:creationId xmlns:a16="http://schemas.microsoft.com/office/drawing/2014/main" id="{C5D6CADE-9E7E-4BCD-8C56-DF5B2895A8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172" y="3849176"/>
            <a:ext cx="578242" cy="578242"/>
          </a:xfrm>
          <a:prstGeom prst="rect">
            <a:avLst/>
          </a:prstGeom>
        </p:spPr>
      </p:pic>
      <p:pic>
        <p:nvPicPr>
          <p:cNvPr id="56" name="Graphique 55" descr="Point d’exclamation avec un remplissage uni">
            <a:extLst>
              <a:ext uri="{FF2B5EF4-FFF2-40B4-BE49-F238E27FC236}">
                <a16:creationId xmlns:a16="http://schemas.microsoft.com/office/drawing/2014/main" id="{4CDC2353-A6FA-4EE9-BEA3-D51141C207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91729" y="5211746"/>
            <a:ext cx="578242" cy="578242"/>
          </a:xfrm>
          <a:prstGeom prst="rect">
            <a:avLst/>
          </a:prstGeom>
        </p:spPr>
      </p:pic>
      <p:graphicFrame>
        <p:nvGraphicFramePr>
          <p:cNvPr id="60" name="Tableau 3">
            <a:extLst>
              <a:ext uri="{FF2B5EF4-FFF2-40B4-BE49-F238E27FC236}">
                <a16:creationId xmlns:a16="http://schemas.microsoft.com/office/drawing/2014/main" id="{BD917FEF-7572-4ACD-9619-127C2A3BA4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081604"/>
              </p:ext>
            </p:extLst>
          </p:nvPr>
        </p:nvGraphicFramePr>
        <p:xfrm>
          <a:off x="531932" y="1433897"/>
          <a:ext cx="4240563" cy="52843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24083">
                  <a:extLst>
                    <a:ext uri="{9D8B030D-6E8A-4147-A177-3AD203B41FA5}">
                      <a16:colId xmlns:a16="http://schemas.microsoft.com/office/drawing/2014/main" val="421718832"/>
                    </a:ext>
                  </a:extLst>
                </a:gridCol>
                <a:gridCol w="2316480">
                  <a:extLst>
                    <a:ext uri="{9D8B030D-6E8A-4147-A177-3AD203B41FA5}">
                      <a16:colId xmlns:a16="http://schemas.microsoft.com/office/drawing/2014/main" val="2782377072"/>
                    </a:ext>
                  </a:extLst>
                </a:gridCol>
              </a:tblGrid>
              <a:tr h="706025">
                <a:tc>
                  <a:txBody>
                    <a:bodyPr/>
                    <a:lstStyle/>
                    <a:p>
                      <a:endParaRPr lang="en-US" sz="24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Ideas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158500"/>
                  </a:ext>
                </a:extLst>
              </a:tr>
              <a:tr h="733612">
                <a:tc>
                  <a:txBody>
                    <a:bodyPr/>
                    <a:lstStyle/>
                    <a:p>
                      <a:endParaRPr lang="en-US" sz="18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Create a chat room about topic X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22947"/>
                  </a:ext>
                </a:extLst>
              </a:tr>
              <a:tr h="733612">
                <a:tc>
                  <a:txBody>
                    <a:bodyPr/>
                    <a:lstStyle/>
                    <a:p>
                      <a:pPr algn="ctr"/>
                      <a:endParaRPr lang="en-US" sz="2000" noProof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Curate articles and share via mailing list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772465"/>
                  </a:ext>
                </a:extLst>
              </a:tr>
              <a:tr h="733612">
                <a:tc>
                  <a:txBody>
                    <a:bodyPr/>
                    <a:lstStyle/>
                    <a:p>
                      <a:pPr algn="ctr"/>
                      <a:endParaRPr lang="en-US" sz="11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Set up mini project on topic Y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524172"/>
                  </a:ext>
                </a:extLst>
              </a:tr>
              <a:tr h="733612">
                <a:tc>
                  <a:txBody>
                    <a:bodyPr/>
                    <a:lstStyle/>
                    <a:p>
                      <a:pPr algn="ctr"/>
                      <a:endParaRPr lang="en-US" sz="1100" b="1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Set up Co-dev sessions</a:t>
                      </a:r>
                    </a:p>
                    <a:p>
                      <a:endParaRPr lang="en-US" sz="1600"/>
                    </a:p>
                    <a:p>
                      <a:endParaRPr lang="en-US" sz="160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4071255"/>
                  </a:ext>
                </a:extLst>
              </a:tr>
              <a:tr h="733612">
                <a:tc>
                  <a:txBody>
                    <a:bodyPr/>
                    <a:lstStyle/>
                    <a:p>
                      <a:pPr algn="ctr"/>
                      <a:endParaRPr lang="en-US" sz="1100" b="1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Watch &amp; Comment online video tutorials together</a:t>
                      </a:r>
                    </a:p>
                    <a:p>
                      <a:endParaRPr lang="en-US" sz="1600"/>
                    </a:p>
                    <a:p>
                      <a:endParaRPr lang="en-US" sz="160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643602"/>
                  </a:ext>
                </a:extLst>
              </a:tr>
            </a:tbl>
          </a:graphicData>
        </a:graphic>
      </p:graphicFrame>
      <p:pic>
        <p:nvPicPr>
          <p:cNvPr id="64" name="Image 63" descr="Une image contenant personne, souriant, homme, posant&#10;&#10;Description générée automatiquement">
            <a:extLst>
              <a:ext uri="{FF2B5EF4-FFF2-40B4-BE49-F238E27FC236}">
                <a16:creationId xmlns:a16="http://schemas.microsoft.com/office/drawing/2014/main" id="{E30B409D-CF8D-45DD-A99F-BE290904E921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142" y="2274285"/>
            <a:ext cx="396257" cy="396257"/>
          </a:xfrm>
          <a:prstGeom prst="rect">
            <a:avLst/>
          </a:prstGeom>
        </p:spPr>
      </p:pic>
      <p:pic>
        <p:nvPicPr>
          <p:cNvPr id="66" name="Image 65" descr="Une image contenant personne, intérieur, posant, fermer&#10;&#10;Description générée automatiquement">
            <a:extLst>
              <a:ext uri="{FF2B5EF4-FFF2-40B4-BE49-F238E27FC236}">
                <a16:creationId xmlns:a16="http://schemas.microsoft.com/office/drawing/2014/main" id="{F0D18511-FF50-41AA-907B-40D3C644595D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3876" y="2254435"/>
            <a:ext cx="396257" cy="396257"/>
          </a:xfrm>
          <a:prstGeom prst="rect">
            <a:avLst/>
          </a:prstGeom>
        </p:spPr>
      </p:pic>
      <p:pic>
        <p:nvPicPr>
          <p:cNvPr id="67" name="Image 66" descr="Une image contenant homme, personne, verres, portant&#10;&#10;Description générée automatiquement">
            <a:extLst>
              <a:ext uri="{FF2B5EF4-FFF2-40B4-BE49-F238E27FC236}">
                <a16:creationId xmlns:a16="http://schemas.microsoft.com/office/drawing/2014/main" id="{F1D107E8-C80B-4D61-8DE9-781A96544632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610" y="2252646"/>
            <a:ext cx="396257" cy="396257"/>
          </a:xfrm>
          <a:prstGeom prst="rect">
            <a:avLst/>
          </a:prstGeom>
        </p:spPr>
      </p:pic>
      <p:pic>
        <p:nvPicPr>
          <p:cNvPr id="90" name="Image 89" descr="Une image contenant personne, homme, cravate, complet&#10;&#10;Description générée automatiquement">
            <a:extLst>
              <a:ext uri="{FF2B5EF4-FFF2-40B4-BE49-F238E27FC236}">
                <a16:creationId xmlns:a16="http://schemas.microsoft.com/office/drawing/2014/main" id="{CBDA7AD0-006A-493A-818A-34307436D335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3781" y="4883707"/>
            <a:ext cx="437793" cy="437793"/>
          </a:xfrm>
          <a:prstGeom prst="rect">
            <a:avLst/>
          </a:prstGeom>
        </p:spPr>
      </p:pic>
      <p:pic>
        <p:nvPicPr>
          <p:cNvPr id="91" name="Image 90" descr="Une image contenant personne, extérieur, souriant, violet&#10;&#10;Description générée automatiquement">
            <a:extLst>
              <a:ext uri="{FF2B5EF4-FFF2-40B4-BE49-F238E27FC236}">
                <a16:creationId xmlns:a16="http://schemas.microsoft.com/office/drawing/2014/main" id="{E479037D-EFDE-4381-A1A3-892C76A42CB7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55665" y="4888356"/>
            <a:ext cx="437793" cy="437793"/>
          </a:xfrm>
          <a:prstGeom prst="rect">
            <a:avLst/>
          </a:prstGeom>
        </p:spPr>
      </p:pic>
      <p:pic>
        <p:nvPicPr>
          <p:cNvPr id="92" name="Image 91" descr="Une image contenant personne, femme, souriant&#10;&#10;Description générée automatiquement">
            <a:extLst>
              <a:ext uri="{FF2B5EF4-FFF2-40B4-BE49-F238E27FC236}">
                <a16:creationId xmlns:a16="http://schemas.microsoft.com/office/drawing/2014/main" id="{7DA2923D-C440-4E21-A874-AA7CADE14479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866" y="4402443"/>
            <a:ext cx="437793" cy="437793"/>
          </a:xfrm>
          <a:prstGeom prst="rect">
            <a:avLst/>
          </a:prstGeom>
        </p:spPr>
      </p:pic>
      <p:pic>
        <p:nvPicPr>
          <p:cNvPr id="93" name="Image 92" descr="Une image contenant personne, extérieur, souriant, foule&#10;&#10;Description générée automatiquement">
            <a:extLst>
              <a:ext uri="{FF2B5EF4-FFF2-40B4-BE49-F238E27FC236}">
                <a16:creationId xmlns:a16="http://schemas.microsoft.com/office/drawing/2014/main" id="{2B82D18A-8E9A-4931-B7F4-79B3DBBFBF64}"/>
              </a:ext>
            </a:extLst>
          </p:cNvPr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074" y="5484637"/>
            <a:ext cx="437793" cy="437793"/>
          </a:xfrm>
          <a:prstGeom prst="rect">
            <a:avLst/>
          </a:prstGeom>
        </p:spPr>
      </p:pic>
      <p:pic>
        <p:nvPicPr>
          <p:cNvPr id="96" name="Image 95" descr="Une image contenant personne, homme, mur, souriant&#10;&#10;Description générée automatiquement">
            <a:extLst>
              <a:ext uri="{FF2B5EF4-FFF2-40B4-BE49-F238E27FC236}">
                <a16:creationId xmlns:a16="http://schemas.microsoft.com/office/drawing/2014/main" id="{F310561E-CDCC-494F-8CA8-49E119D471B3}"/>
              </a:ext>
            </a:extLst>
          </p:cNvPr>
          <p:cNvPicPr>
            <a:picLocks noChangeAspect="1"/>
          </p:cNvPicPr>
          <p:nvPr/>
        </p:nvPicPr>
        <p:blipFill>
          <a:blip r:embed="rId1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622" y="3752736"/>
            <a:ext cx="437793" cy="437793"/>
          </a:xfrm>
          <a:prstGeom prst="rect">
            <a:avLst/>
          </a:prstGeom>
        </p:spPr>
      </p:pic>
      <p:pic>
        <p:nvPicPr>
          <p:cNvPr id="97" name="Image 96" descr="Une image contenant homme, personne, intérieur, aîné&#10;&#10;Description générée automatiquement">
            <a:extLst>
              <a:ext uri="{FF2B5EF4-FFF2-40B4-BE49-F238E27FC236}">
                <a16:creationId xmlns:a16="http://schemas.microsoft.com/office/drawing/2014/main" id="{BF9E2E05-94F3-4396-9642-AA99D39475C0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2300" y="4402443"/>
            <a:ext cx="437793" cy="437793"/>
          </a:xfrm>
          <a:prstGeom prst="rect">
            <a:avLst/>
          </a:prstGeom>
        </p:spPr>
      </p:pic>
      <p:pic>
        <p:nvPicPr>
          <p:cNvPr id="99" name="Image 98" descr="Une image contenant personne, homme, intérieur, souriant&#10;&#10;Description générée automatiquement">
            <a:extLst>
              <a:ext uri="{FF2B5EF4-FFF2-40B4-BE49-F238E27FC236}">
                <a16:creationId xmlns:a16="http://schemas.microsoft.com/office/drawing/2014/main" id="{6DB4483F-2465-4BD1-AE7F-CF2D4EEFE6B5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2375" y="4403228"/>
            <a:ext cx="437793" cy="437793"/>
          </a:xfrm>
          <a:prstGeom prst="rect">
            <a:avLst/>
          </a:prstGeom>
        </p:spPr>
      </p:pic>
      <p:pic>
        <p:nvPicPr>
          <p:cNvPr id="100" name="Image 99" descr="Une image contenant personne, homme, cravate, souriant&#10;&#10;Description générée automatiquement">
            <a:extLst>
              <a:ext uri="{FF2B5EF4-FFF2-40B4-BE49-F238E27FC236}">
                <a16:creationId xmlns:a16="http://schemas.microsoft.com/office/drawing/2014/main" id="{F0575F07-F81E-41D1-8267-811648E96A13}"/>
              </a:ext>
            </a:extLst>
          </p:cNvPr>
          <p:cNvPicPr>
            <a:picLocks noChangeAspect="1"/>
          </p:cNvPicPr>
          <p:nvPr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225" y="4877825"/>
            <a:ext cx="437793" cy="437793"/>
          </a:xfrm>
          <a:prstGeom prst="rect">
            <a:avLst/>
          </a:prstGeom>
        </p:spPr>
      </p:pic>
      <p:pic>
        <p:nvPicPr>
          <p:cNvPr id="101" name="Image 100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55BDD347-406B-4E92-A818-C39A74665325}"/>
              </a:ext>
            </a:extLst>
          </p:cNvPr>
          <p:cNvPicPr>
            <a:picLocks noChangeAspect="1"/>
          </p:cNvPicPr>
          <p:nvPr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162" y="2904015"/>
            <a:ext cx="437793" cy="437793"/>
          </a:xfrm>
          <a:prstGeom prst="rect">
            <a:avLst/>
          </a:prstGeom>
        </p:spPr>
      </p:pic>
      <p:pic>
        <p:nvPicPr>
          <p:cNvPr id="102" name="Image 101" descr="Une image contenant personne, homme, souriant, aîné&#10;&#10;Description générée automatiquement">
            <a:extLst>
              <a:ext uri="{FF2B5EF4-FFF2-40B4-BE49-F238E27FC236}">
                <a16:creationId xmlns:a16="http://schemas.microsoft.com/office/drawing/2014/main" id="{AB97E881-822C-4F95-B6B5-FB38F0C1ECA5}"/>
              </a:ext>
            </a:extLst>
          </p:cNvPr>
          <p:cNvPicPr>
            <a:picLocks noChangeAspect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073" y="5978709"/>
            <a:ext cx="437793" cy="437793"/>
          </a:xfrm>
          <a:prstGeom prst="rect">
            <a:avLst/>
          </a:prstGeom>
        </p:spPr>
      </p:pic>
      <p:pic>
        <p:nvPicPr>
          <p:cNvPr id="103" name="Image 102" descr="Une image contenant personne, femme, souriant, posant&#10;&#10;Description générée automatiquement">
            <a:extLst>
              <a:ext uri="{FF2B5EF4-FFF2-40B4-BE49-F238E27FC236}">
                <a16:creationId xmlns:a16="http://schemas.microsoft.com/office/drawing/2014/main" id="{3177FAF7-AC03-41D8-ADF3-976BB3019574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1349" y="5978709"/>
            <a:ext cx="437793" cy="437793"/>
          </a:xfrm>
          <a:prstGeom prst="rect">
            <a:avLst/>
          </a:prstGeom>
        </p:spPr>
      </p:pic>
      <p:pic>
        <p:nvPicPr>
          <p:cNvPr id="104" name="Image 103" descr="Une image contenant personne, extérieur, fermer&#10;&#10;Description générée automatiquement">
            <a:extLst>
              <a:ext uri="{FF2B5EF4-FFF2-40B4-BE49-F238E27FC236}">
                <a16:creationId xmlns:a16="http://schemas.microsoft.com/office/drawing/2014/main" id="{DFBC74A6-77F8-47ED-8F5A-17DE25A2E562}"/>
              </a:ext>
            </a:extLst>
          </p:cNvPr>
          <p:cNvPicPr>
            <a:picLocks noChangeAspect="1"/>
          </p:cNvPicPr>
          <p:nvPr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1925" y="5484637"/>
            <a:ext cx="437793" cy="437793"/>
          </a:xfrm>
          <a:prstGeom prst="rect">
            <a:avLst/>
          </a:prstGeom>
        </p:spPr>
      </p:pic>
      <p:pic>
        <p:nvPicPr>
          <p:cNvPr id="106" name="Image 105" descr="Une image contenant personne, homme, extérieur, arbre&#10;&#10;Description générée automatiquement">
            <a:extLst>
              <a:ext uri="{FF2B5EF4-FFF2-40B4-BE49-F238E27FC236}">
                <a16:creationId xmlns:a16="http://schemas.microsoft.com/office/drawing/2014/main" id="{C4E31ECF-EAA8-433A-8EDF-81B29B740F9D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13215" y="2896809"/>
            <a:ext cx="437793" cy="437793"/>
          </a:xfrm>
          <a:prstGeom prst="rect">
            <a:avLst/>
          </a:prstGeom>
        </p:spPr>
      </p:pic>
      <p:pic>
        <p:nvPicPr>
          <p:cNvPr id="107" name="Image 106" descr="Une image contenant personne, mur, souriant, intérieur&#10;&#10;Description générée automatiquement">
            <a:extLst>
              <a:ext uri="{FF2B5EF4-FFF2-40B4-BE49-F238E27FC236}">
                <a16:creationId xmlns:a16="http://schemas.microsoft.com/office/drawing/2014/main" id="{F4C61AB2-4F6D-4BB9-9E94-89441902151A}"/>
              </a:ext>
            </a:extLst>
          </p:cNvPr>
          <p:cNvPicPr>
            <a:picLocks noChangeAspect="1"/>
          </p:cNvPicPr>
          <p:nvPr/>
        </p:nvPicPr>
        <p:blipFill>
          <a:blip r:embed="rId2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1208" y="2906077"/>
            <a:ext cx="437793" cy="437793"/>
          </a:xfrm>
          <a:prstGeom prst="rect">
            <a:avLst/>
          </a:prstGeom>
        </p:spPr>
      </p:pic>
      <p:pic>
        <p:nvPicPr>
          <p:cNvPr id="108" name="Image 107" descr="Une image contenant personne, mur, souriant, posant&#10;&#10;Description générée automatiquement">
            <a:extLst>
              <a:ext uri="{FF2B5EF4-FFF2-40B4-BE49-F238E27FC236}">
                <a16:creationId xmlns:a16="http://schemas.microsoft.com/office/drawing/2014/main" id="{B3C9BD16-5B6A-4415-8D9F-6F5C44F06CDC}"/>
              </a:ext>
            </a:extLst>
          </p:cNvPr>
          <p:cNvPicPr>
            <a:picLocks noChangeAspect="1"/>
          </p:cNvPicPr>
          <p:nvPr/>
        </p:nvPicPr>
        <p:blipFill>
          <a:blip r:embed="rId2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4442" y="2900632"/>
            <a:ext cx="437793" cy="437793"/>
          </a:xfrm>
          <a:prstGeom prst="rect">
            <a:avLst/>
          </a:prstGeom>
        </p:spPr>
      </p:pic>
      <p:pic>
        <p:nvPicPr>
          <p:cNvPr id="109" name="Image 108" descr="Une image contenant personne, mur, homme, souriant&#10;&#10;Description générée automatiquement">
            <a:extLst>
              <a:ext uri="{FF2B5EF4-FFF2-40B4-BE49-F238E27FC236}">
                <a16:creationId xmlns:a16="http://schemas.microsoft.com/office/drawing/2014/main" id="{189C13C5-496F-4C10-97AE-ECEFED73D001}"/>
              </a:ext>
            </a:extLst>
          </p:cNvPr>
          <p:cNvPicPr>
            <a:picLocks noChangeAspect="1"/>
          </p:cNvPicPr>
          <p:nvPr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9501" y="5490519"/>
            <a:ext cx="437793" cy="437793"/>
          </a:xfrm>
          <a:prstGeom prst="rect">
            <a:avLst/>
          </a:prstGeom>
        </p:spPr>
      </p:pic>
      <p:pic>
        <p:nvPicPr>
          <p:cNvPr id="110" name="Image 109" descr="Une image contenant personne, intérieur, posant, fermer&#10;&#10;Description générée automatiquement">
            <a:extLst>
              <a:ext uri="{FF2B5EF4-FFF2-40B4-BE49-F238E27FC236}">
                <a16:creationId xmlns:a16="http://schemas.microsoft.com/office/drawing/2014/main" id="{A1DE9B8B-4C75-4E05-94FE-7E66A121F28B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8829" y="3680718"/>
            <a:ext cx="437793" cy="43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800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12311"/>
          </a:xfrm>
        </p:spPr>
        <p:txBody>
          <a:bodyPr>
            <a:noAutofit/>
          </a:bodyPr>
          <a:lstStyle/>
          <a:p>
            <a:r>
              <a:rPr lang="en-US" sz="2800"/>
              <a:t>Time Investment profiles Workshop</a:t>
            </a:r>
            <a:br>
              <a:rPr lang="en-US" sz="2800"/>
            </a:br>
            <a:r>
              <a:rPr lang="en-US" sz="2800" err="1"/>
              <a:t>Workshop</a:t>
            </a:r>
            <a:r>
              <a:rPr lang="en-US" sz="2800"/>
              <a:t> step by step</a:t>
            </a:r>
          </a:p>
        </p:txBody>
      </p:sp>
      <p:graphicFrame>
        <p:nvGraphicFramePr>
          <p:cNvPr id="4" name="Tableau 4">
            <a:extLst>
              <a:ext uri="{FF2B5EF4-FFF2-40B4-BE49-F238E27FC236}">
                <a16:creationId xmlns:a16="http://schemas.microsoft.com/office/drawing/2014/main" id="{DAED6B0E-FB0E-401A-937B-75839BD83A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116004"/>
              </p:ext>
            </p:extLst>
          </p:nvPr>
        </p:nvGraphicFramePr>
        <p:xfrm>
          <a:off x="145280" y="2206250"/>
          <a:ext cx="10630967" cy="45186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5455">
                  <a:extLst>
                    <a:ext uri="{9D8B030D-6E8A-4147-A177-3AD203B41FA5}">
                      <a16:colId xmlns:a16="http://schemas.microsoft.com/office/drawing/2014/main" val="3637095222"/>
                    </a:ext>
                  </a:extLst>
                </a:gridCol>
                <a:gridCol w="1725236">
                  <a:extLst>
                    <a:ext uri="{9D8B030D-6E8A-4147-A177-3AD203B41FA5}">
                      <a16:colId xmlns:a16="http://schemas.microsoft.com/office/drawing/2014/main" val="1997714430"/>
                    </a:ext>
                  </a:extLst>
                </a:gridCol>
                <a:gridCol w="1589718">
                  <a:extLst>
                    <a:ext uri="{9D8B030D-6E8A-4147-A177-3AD203B41FA5}">
                      <a16:colId xmlns:a16="http://schemas.microsoft.com/office/drawing/2014/main" val="3341757670"/>
                    </a:ext>
                  </a:extLst>
                </a:gridCol>
                <a:gridCol w="1770149">
                  <a:extLst>
                    <a:ext uri="{9D8B030D-6E8A-4147-A177-3AD203B41FA5}">
                      <a16:colId xmlns:a16="http://schemas.microsoft.com/office/drawing/2014/main" val="3035350526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1419982903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2747996475"/>
                    </a:ext>
                  </a:extLst>
                </a:gridCol>
                <a:gridCol w="1476803">
                  <a:extLst>
                    <a:ext uri="{9D8B030D-6E8A-4147-A177-3AD203B41FA5}">
                      <a16:colId xmlns:a16="http://schemas.microsoft.com/office/drawing/2014/main" val="2174399618"/>
                    </a:ext>
                  </a:extLst>
                </a:gridCol>
              </a:tblGrid>
              <a:tr h="594340">
                <a:tc>
                  <a:txBody>
                    <a:bodyPr/>
                    <a:lstStyle/>
                    <a:p>
                      <a:endParaRPr lang="en-US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1</a:t>
                      </a:r>
                    </a:p>
                    <a:p>
                      <a:pPr algn="ctr"/>
                      <a:r>
                        <a:rPr lang="en-US" noProof="0"/>
                        <a:t>Introduction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2</a:t>
                      </a:r>
                    </a:p>
                    <a:p>
                      <a:pPr algn="ctr"/>
                      <a:r>
                        <a:rPr lang="en-US" noProof="0"/>
                        <a:t>Example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3</a:t>
                      </a:r>
                    </a:p>
                    <a:p>
                      <a:pPr algn="ctr"/>
                      <a:r>
                        <a:rPr lang="en-US" noProof="0"/>
                        <a:t>Rules &amp; Mindset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4</a:t>
                      </a:r>
                    </a:p>
                    <a:p>
                      <a:pPr algn="ctr"/>
                      <a:r>
                        <a:rPr lang="en-US" noProof="0"/>
                        <a:t>Fill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5</a:t>
                      </a:r>
                    </a:p>
                    <a:p>
                      <a:pPr algn="ctr"/>
                      <a:r>
                        <a:rPr lang="en-US" noProof="0"/>
                        <a:t>Discussion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/>
                        <a:t>6</a:t>
                      </a:r>
                    </a:p>
                    <a:p>
                      <a:pPr algn="ctr"/>
                      <a:r>
                        <a:rPr lang="en-US" noProof="0"/>
                        <a:t>Decide main activities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663392"/>
                  </a:ext>
                </a:extLst>
              </a:tr>
              <a:tr h="498335">
                <a:tc>
                  <a:txBody>
                    <a:bodyPr/>
                    <a:lstStyle/>
                    <a:p>
                      <a:r>
                        <a:rPr lang="en-US" sz="1400" noProof="0"/>
                        <a:t>Suggested timebox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5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/>
                        <a:t>2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10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20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/>
                        <a:t>15 minutes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0051482"/>
                  </a:ext>
                </a:extLst>
              </a:tr>
              <a:tr h="2016509">
                <a:tc>
                  <a:txBody>
                    <a:bodyPr/>
                    <a:lstStyle/>
                    <a:p>
                      <a:r>
                        <a:rPr lang="en-US" sz="1400" noProof="0"/>
                        <a:t>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Explain what motivates the workshop :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Avoid frustration or over solicitation of members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(Optional) Describe current satisfaction levels &amp; remind community goals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Adjust the activities to how members invest time in the Community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noProof="0" dirty="0"/>
                        <a:t>Show expected results of the workshop (previous slide)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noProof="0" dirty="0"/>
                        <a:t>Show how it will be used (next slide)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Remind the rules &amp; mindset :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Everyone has a starting point, even if it changes over time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The sincerest, the easiest it will be 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Neither shaming nor congratulating on current time investment profile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(Optional) If target time investment profile if different from current, explain why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endParaRPr lang="en-US" sz="105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Present empty time investment canvas. </a:t>
                      </a:r>
                    </a:p>
                    <a:p>
                      <a:endParaRPr lang="en-US" sz="1050" noProof="0"/>
                    </a:p>
                    <a:p>
                      <a:r>
                        <a:rPr lang="en-US" sz="1050" noProof="0"/>
                        <a:t>Explain the different types of time investment profiles.</a:t>
                      </a:r>
                    </a:p>
                    <a:p>
                      <a:endParaRPr lang="en-US" sz="1050" noProof="0"/>
                    </a:p>
                    <a:p>
                      <a:r>
                        <a:rPr lang="en-US" sz="1050" noProof="0"/>
                        <a:t>Ask members to add their pictures in the right case. </a:t>
                      </a:r>
                    </a:p>
                    <a:p>
                      <a:endParaRPr lang="en-US" sz="1050" noProof="0"/>
                    </a:p>
                    <a:p>
                      <a:r>
                        <a:rPr lang="en-US" sz="1050" noProof="0"/>
                        <a:t>Pictures can be replaced by names (less vivid)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/>
                        <a:t>Questions / Answers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Are we satisfied with current time investment profile ?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n-US" sz="1050" noProof="0"/>
                        <a:t>How will it evolve ? Do we have a collective objective on that ? How can we move towards the objective 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/>
                        <a:t>From the result, decide what will be the main starting activities in the Community. Organize small groups </a:t>
                      </a:r>
                      <a:r>
                        <a:rPr lang="en-US" sz="1050" noProof="0"/>
                        <a:t>if necessary</a:t>
                      </a:r>
                      <a:endParaRPr lang="en-US" sz="1050" noProof="0" dirty="0"/>
                    </a:p>
                    <a:p>
                      <a:endParaRPr lang="en-US" sz="1050" noProof="0" dirty="0"/>
                    </a:p>
                    <a:p>
                      <a:endParaRPr lang="en-US" sz="1050" noProof="0" dirty="0"/>
                    </a:p>
                    <a:p>
                      <a:r>
                        <a:rPr lang="en-US" sz="1050" noProof="0" dirty="0"/>
                        <a:t>(Optional) Collectively commit to a Given activity for next session or time period.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626046"/>
                  </a:ext>
                </a:extLst>
              </a:tr>
            </a:tbl>
          </a:graphicData>
        </a:graphic>
      </p:graphicFrame>
      <p:sp>
        <p:nvSpPr>
          <p:cNvPr id="5" name="Triangle isocèle 4">
            <a:extLst>
              <a:ext uri="{FF2B5EF4-FFF2-40B4-BE49-F238E27FC236}">
                <a16:creationId xmlns:a16="http://schemas.microsoft.com/office/drawing/2014/main" id="{B38AFCA8-59D9-487B-9924-9956586873D6}"/>
              </a:ext>
            </a:extLst>
          </p:cNvPr>
          <p:cNvSpPr/>
          <p:nvPr/>
        </p:nvSpPr>
        <p:spPr>
          <a:xfrm rot="5400000">
            <a:off x="9312174" y="3670325"/>
            <a:ext cx="4198619" cy="127047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97" name="Tableau 3">
            <a:extLst>
              <a:ext uri="{FF2B5EF4-FFF2-40B4-BE49-F238E27FC236}">
                <a16:creationId xmlns:a16="http://schemas.microsoft.com/office/drawing/2014/main" id="{313B813C-89DA-4606-A733-1D088D882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417486"/>
              </p:ext>
            </p:extLst>
          </p:nvPr>
        </p:nvGraphicFramePr>
        <p:xfrm>
          <a:off x="8474536" y="236121"/>
          <a:ext cx="3087923" cy="14291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1981">
                  <a:extLst>
                    <a:ext uri="{9D8B030D-6E8A-4147-A177-3AD203B41FA5}">
                      <a16:colId xmlns:a16="http://schemas.microsoft.com/office/drawing/2014/main" val="421718832"/>
                    </a:ext>
                  </a:extLst>
                </a:gridCol>
                <a:gridCol w="771981">
                  <a:extLst>
                    <a:ext uri="{9D8B030D-6E8A-4147-A177-3AD203B41FA5}">
                      <a16:colId xmlns:a16="http://schemas.microsoft.com/office/drawing/2014/main" val="2782377072"/>
                    </a:ext>
                  </a:extLst>
                </a:gridCol>
                <a:gridCol w="740542">
                  <a:extLst>
                    <a:ext uri="{9D8B030D-6E8A-4147-A177-3AD203B41FA5}">
                      <a16:colId xmlns:a16="http://schemas.microsoft.com/office/drawing/2014/main" val="2940119286"/>
                    </a:ext>
                  </a:extLst>
                </a:gridCol>
                <a:gridCol w="803419">
                  <a:extLst>
                    <a:ext uri="{9D8B030D-6E8A-4147-A177-3AD203B41FA5}">
                      <a16:colId xmlns:a16="http://schemas.microsoft.com/office/drawing/2014/main" val="4254710511"/>
                    </a:ext>
                  </a:extLst>
                </a:gridCol>
              </a:tblGrid>
              <a:tr h="616469">
                <a:tc>
                  <a:txBody>
                    <a:bodyPr/>
                    <a:lstStyle/>
                    <a:p>
                      <a:r>
                        <a:rPr lang="en-US" sz="300" noProof="0"/>
                        <a:t>In what types of moments do you invest your time for the Community ? </a:t>
                      </a:r>
                      <a:r>
                        <a:rPr lang="en-US" sz="300" noProof="0">
                          <a:sym typeface="Wingdings" panose="05000000000000000000" pitchFamily="2" charset="2"/>
                        </a:rPr>
                        <a:t></a:t>
                      </a:r>
                      <a:endParaRPr lang="en-US" sz="300" noProof="0"/>
                    </a:p>
                    <a:p>
                      <a:endParaRPr lang="en-US" sz="300" noProof="0"/>
                    </a:p>
                    <a:p>
                      <a:r>
                        <a:rPr lang="en-US" sz="300" noProof="0"/>
                        <a:t>On what basis will you attend ? ↓ </a:t>
                      </a:r>
                    </a:p>
                    <a:p>
                      <a:endParaRPr lang="en-US" sz="3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" noProof="0"/>
                    </a:p>
                    <a:p>
                      <a:endParaRPr lang="en-US" sz="300" noProof="0"/>
                    </a:p>
                    <a:p>
                      <a:endParaRPr lang="en-US" sz="300" noProof="0"/>
                    </a:p>
                    <a:p>
                      <a:endParaRPr lang="en-US" sz="300" noProof="0"/>
                    </a:p>
                    <a:p>
                      <a:r>
                        <a:rPr lang="en-US" sz="300" noProof="0"/>
                        <a:t>Collective Moments only : </a:t>
                      </a:r>
                    </a:p>
                    <a:p>
                      <a:r>
                        <a:rPr lang="en-US" sz="300" b="0" i="1" noProof="0"/>
                        <a:t>I only invest time during the meetings. Do not expect me to invest time in in between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" noProof="0"/>
                    </a:p>
                    <a:p>
                      <a:endParaRPr lang="en-US" sz="300" noProof="0"/>
                    </a:p>
                    <a:p>
                      <a:endParaRPr lang="en-US" sz="300" noProof="0"/>
                    </a:p>
                    <a:p>
                      <a:endParaRPr lang="en-US" sz="300" noProof="0"/>
                    </a:p>
                    <a:p>
                      <a:r>
                        <a:rPr lang="en-US" sz="300" noProof="0"/>
                        <a:t>Collective moments AND Individual Moments : </a:t>
                      </a:r>
                    </a:p>
                    <a:p>
                      <a:r>
                        <a:rPr lang="en-US" sz="300" b="0" i="1" noProof="0"/>
                        <a:t>I invest time </a:t>
                      </a:r>
                      <a:r>
                        <a:rPr lang="en-US" sz="300" b="0" i="1" noProof="0" err="1"/>
                        <a:t>time</a:t>
                      </a:r>
                      <a:r>
                        <a:rPr lang="en-US" sz="300" b="0" i="1" noProof="0"/>
                        <a:t> both for meetings and in between.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" noProof="0"/>
                    </a:p>
                    <a:p>
                      <a:endParaRPr lang="en-US" sz="300" noProof="0"/>
                    </a:p>
                    <a:p>
                      <a:endParaRPr lang="en-US" sz="300" noProof="0"/>
                    </a:p>
                    <a:p>
                      <a:endParaRPr lang="en-US" sz="300" noProof="0"/>
                    </a:p>
                    <a:p>
                      <a:r>
                        <a:rPr lang="en-US" sz="300" noProof="0"/>
                        <a:t>Individual Moments only : </a:t>
                      </a:r>
                    </a:p>
                    <a:p>
                      <a:r>
                        <a:rPr lang="en-US" sz="300" b="0" i="1" noProof="0"/>
                        <a:t>I only invest time that fits my own schedule, mostly in between meetings. Do not expect on meetings.</a:t>
                      </a:r>
                      <a:endParaRPr lang="en-US" sz="300" i="1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58500"/>
                  </a:ext>
                </a:extLst>
              </a:tr>
              <a:tr h="406345">
                <a:tc>
                  <a:txBody>
                    <a:bodyPr/>
                    <a:lstStyle/>
                    <a:p>
                      <a:r>
                        <a:rPr lang="en-US" sz="300" noProof="0"/>
                        <a:t>Regular basis :</a:t>
                      </a:r>
                    </a:p>
                    <a:p>
                      <a:r>
                        <a:rPr lang="en-US" sz="300" b="0" i="1" noProof="0"/>
                        <a:t>I am belonging driven. I prefer spending time to attend regularly but do not expect me to perform a choice every time.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" b="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22947"/>
                  </a:ext>
                </a:extLst>
              </a:tr>
              <a:tr h="406345">
                <a:tc>
                  <a:txBody>
                    <a:bodyPr/>
                    <a:lstStyle/>
                    <a:p>
                      <a:r>
                        <a:rPr lang="en-US" sz="300" noProof="0"/>
                        <a:t>Occasional basis:</a:t>
                      </a:r>
                    </a:p>
                    <a:p>
                      <a:r>
                        <a:rPr lang="en-US" sz="300" b="0" i="1" noProof="0"/>
                        <a:t>I am opportunity driven. I prefer spending energy in deciding to attend or not each time but do not expect me to be regular.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300" noProof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772465"/>
                  </a:ext>
                </a:extLst>
              </a:tr>
            </a:tbl>
          </a:graphicData>
        </a:graphic>
      </p:graphicFrame>
      <p:grpSp>
        <p:nvGrpSpPr>
          <p:cNvPr id="98" name="Groupe 97">
            <a:extLst>
              <a:ext uri="{FF2B5EF4-FFF2-40B4-BE49-F238E27FC236}">
                <a16:creationId xmlns:a16="http://schemas.microsoft.com/office/drawing/2014/main" id="{CEC26CBC-E91B-4FBD-80FE-95A347D8D00A}"/>
              </a:ext>
            </a:extLst>
          </p:cNvPr>
          <p:cNvGrpSpPr/>
          <p:nvPr/>
        </p:nvGrpSpPr>
        <p:grpSpPr>
          <a:xfrm>
            <a:off x="9301170" y="874335"/>
            <a:ext cx="1982526" cy="696608"/>
            <a:chOff x="3426962" y="3703799"/>
            <a:chExt cx="7396110" cy="2598802"/>
          </a:xfrm>
        </p:grpSpPr>
        <p:pic>
          <p:nvPicPr>
            <p:cNvPr id="99" name="Image 98" descr="Une image contenant personne, homme, cravate, complet&#10;&#10;Description générée automatiquement">
              <a:extLst>
                <a:ext uri="{FF2B5EF4-FFF2-40B4-BE49-F238E27FC236}">
                  <a16:creationId xmlns:a16="http://schemas.microsoft.com/office/drawing/2014/main" id="{37B402C2-AF10-4736-BB41-7D58CD074E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85955" y="4331519"/>
              <a:ext cx="569795" cy="569795"/>
            </a:xfrm>
            <a:prstGeom prst="rect">
              <a:avLst/>
            </a:prstGeom>
          </p:spPr>
        </p:pic>
        <p:pic>
          <p:nvPicPr>
            <p:cNvPr id="100" name="Image 99" descr="Une image contenant personne, extérieur, souriant, violet&#10;&#10;Description générée automatiquement">
              <a:extLst>
                <a:ext uri="{FF2B5EF4-FFF2-40B4-BE49-F238E27FC236}">
                  <a16:creationId xmlns:a16="http://schemas.microsoft.com/office/drawing/2014/main" id="{FD018627-9A5F-4BD6-9B29-8D29241729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56302" y="4337570"/>
              <a:ext cx="569795" cy="569795"/>
            </a:xfrm>
            <a:prstGeom prst="rect">
              <a:avLst/>
            </a:prstGeom>
          </p:spPr>
        </p:pic>
        <p:pic>
          <p:nvPicPr>
            <p:cNvPr id="101" name="Image 100" descr="Une image contenant personne, femme, souriant&#10;&#10;Description générée automatiquement">
              <a:extLst>
                <a:ext uri="{FF2B5EF4-FFF2-40B4-BE49-F238E27FC236}">
                  <a16:creationId xmlns:a16="http://schemas.microsoft.com/office/drawing/2014/main" id="{D50D2F6B-247F-4F02-8188-65503C6B3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78257" y="3705146"/>
              <a:ext cx="569795" cy="569795"/>
            </a:xfrm>
            <a:prstGeom prst="rect">
              <a:avLst/>
            </a:prstGeom>
          </p:spPr>
        </p:pic>
        <p:pic>
          <p:nvPicPr>
            <p:cNvPr id="102" name="Image 101" descr="Une image contenant personne, extérieur, souriant, foule&#10;&#10;Description générée automatiquement">
              <a:extLst>
                <a:ext uri="{FF2B5EF4-FFF2-40B4-BE49-F238E27FC236}">
                  <a16:creationId xmlns:a16="http://schemas.microsoft.com/office/drawing/2014/main" id="{8E019C4B-302A-426B-AC9E-C8BA229115C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26963" y="5088693"/>
              <a:ext cx="569795" cy="569795"/>
            </a:xfrm>
            <a:prstGeom prst="rect">
              <a:avLst/>
            </a:prstGeom>
          </p:spPr>
        </p:pic>
        <p:pic>
          <p:nvPicPr>
            <p:cNvPr id="103" name="Image 102" descr="Une image contenant personne, souriant, homme, posant&#10;&#10;Description générée automatiquement">
              <a:extLst>
                <a:ext uri="{FF2B5EF4-FFF2-40B4-BE49-F238E27FC236}">
                  <a16:creationId xmlns:a16="http://schemas.microsoft.com/office/drawing/2014/main" id="{9860404B-9FD5-4EF9-A5E0-6A717385E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10461" y="3722777"/>
              <a:ext cx="569795" cy="569795"/>
            </a:xfrm>
            <a:prstGeom prst="rect">
              <a:avLst/>
            </a:prstGeom>
          </p:spPr>
        </p:pic>
        <p:pic>
          <p:nvPicPr>
            <p:cNvPr id="104" name="Image 103" descr="Une image contenant personne, intérieur, posant, fermer&#10;&#10;Description générée automatiquement">
              <a:extLst>
                <a:ext uri="{FF2B5EF4-FFF2-40B4-BE49-F238E27FC236}">
                  <a16:creationId xmlns:a16="http://schemas.microsoft.com/office/drawing/2014/main" id="{570BFB43-B6AB-4F36-BAB7-8C266FE8CFD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96446" y="3758452"/>
              <a:ext cx="569795" cy="569795"/>
            </a:xfrm>
            <a:prstGeom prst="rect">
              <a:avLst/>
            </a:prstGeom>
          </p:spPr>
        </p:pic>
        <p:pic>
          <p:nvPicPr>
            <p:cNvPr id="105" name="Image 104" descr="Une image contenant personne, homme, mur, souriant&#10;&#10;Description générée automatiquement">
              <a:extLst>
                <a:ext uri="{FF2B5EF4-FFF2-40B4-BE49-F238E27FC236}">
                  <a16:creationId xmlns:a16="http://schemas.microsoft.com/office/drawing/2014/main" id="{0F156654-2A89-4109-967B-8DFBAFA91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73237" y="5051258"/>
              <a:ext cx="569795" cy="569795"/>
            </a:xfrm>
            <a:prstGeom prst="rect">
              <a:avLst/>
            </a:prstGeom>
          </p:spPr>
        </p:pic>
        <p:pic>
          <p:nvPicPr>
            <p:cNvPr id="106" name="Image 105" descr="Une image contenant homme, personne, intérieur, aîné&#10;&#10;Description générée automatiquement">
              <a:extLst>
                <a:ext uri="{FF2B5EF4-FFF2-40B4-BE49-F238E27FC236}">
                  <a16:creationId xmlns:a16="http://schemas.microsoft.com/office/drawing/2014/main" id="{4679BADF-B97D-48B0-A797-60EA0B8472E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64938" y="3705146"/>
              <a:ext cx="569795" cy="569795"/>
            </a:xfrm>
            <a:prstGeom prst="rect">
              <a:avLst/>
            </a:prstGeom>
          </p:spPr>
        </p:pic>
        <p:pic>
          <p:nvPicPr>
            <p:cNvPr id="107" name="Image 106" descr="Une image contenant homme, personne, verres, portant&#10;&#10;Description générée automatiquement">
              <a:extLst>
                <a:ext uri="{FF2B5EF4-FFF2-40B4-BE49-F238E27FC236}">
                  <a16:creationId xmlns:a16="http://schemas.microsoft.com/office/drawing/2014/main" id="{F7B5DA8F-560B-4EB7-ADF0-6272234218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8043" y="3703799"/>
              <a:ext cx="569795" cy="569795"/>
            </a:xfrm>
            <a:prstGeom prst="rect">
              <a:avLst/>
            </a:prstGeom>
          </p:spPr>
        </p:pic>
        <p:pic>
          <p:nvPicPr>
            <p:cNvPr id="108" name="Image 107" descr="Une image contenant personne, homme, intérieur, souriant&#10;&#10;Description générée automatiquement">
              <a:extLst>
                <a:ext uri="{FF2B5EF4-FFF2-40B4-BE49-F238E27FC236}">
                  <a16:creationId xmlns:a16="http://schemas.microsoft.com/office/drawing/2014/main" id="{2E5922B0-C652-4ACA-918C-5D2C5A8E5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68291" y="3706166"/>
              <a:ext cx="569795" cy="569795"/>
            </a:xfrm>
            <a:prstGeom prst="rect">
              <a:avLst/>
            </a:prstGeom>
          </p:spPr>
        </p:pic>
        <p:pic>
          <p:nvPicPr>
            <p:cNvPr id="109" name="Image 108" descr="Une image contenant personne, homme, cravate, souriant&#10;&#10;Description générée automatiquement">
              <a:extLst>
                <a:ext uri="{FF2B5EF4-FFF2-40B4-BE49-F238E27FC236}">
                  <a16:creationId xmlns:a16="http://schemas.microsoft.com/office/drawing/2014/main" id="{1135EC95-2A31-4FD4-AA04-0368C64B3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66793" y="4323862"/>
              <a:ext cx="569795" cy="569795"/>
            </a:xfrm>
            <a:prstGeom prst="rect">
              <a:avLst/>
            </a:prstGeom>
          </p:spPr>
        </p:pic>
        <p:pic>
          <p:nvPicPr>
            <p:cNvPr id="110" name="Image 109" descr="Une image contenant personne, homme, souriant, aîné&#10;&#10;Description générée automatiquement">
              <a:extLst>
                <a:ext uri="{FF2B5EF4-FFF2-40B4-BE49-F238E27FC236}">
                  <a16:creationId xmlns:a16="http://schemas.microsoft.com/office/drawing/2014/main" id="{85EE8550-73DD-4A0B-98D7-401BE35E5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8044" y="5066369"/>
              <a:ext cx="569795" cy="569795"/>
            </a:xfrm>
            <a:prstGeom prst="rect">
              <a:avLst/>
            </a:prstGeom>
          </p:spPr>
        </p:pic>
        <p:pic>
          <p:nvPicPr>
            <p:cNvPr id="111" name="Image 110" descr="Une image contenant personne, homme, souriant, aîné&#10;&#10;Description générée automatiquement">
              <a:extLst>
                <a:ext uri="{FF2B5EF4-FFF2-40B4-BE49-F238E27FC236}">
                  <a16:creationId xmlns:a16="http://schemas.microsoft.com/office/drawing/2014/main" id="{548417C4-75A0-4647-8B1E-63E864340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26962" y="5731735"/>
              <a:ext cx="569795" cy="569795"/>
            </a:xfrm>
            <a:prstGeom prst="rect">
              <a:avLst/>
            </a:prstGeom>
          </p:spPr>
        </p:pic>
        <p:pic>
          <p:nvPicPr>
            <p:cNvPr id="112" name="Image 111" descr="Une image contenant personne, femme, souriant, posant&#10;&#10;Description générée automatiquement">
              <a:extLst>
                <a:ext uri="{FF2B5EF4-FFF2-40B4-BE49-F238E27FC236}">
                  <a16:creationId xmlns:a16="http://schemas.microsoft.com/office/drawing/2014/main" id="{432E96B0-9687-439B-8DB4-6470E8E0D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466801" y="5088691"/>
              <a:ext cx="569795" cy="569795"/>
            </a:xfrm>
            <a:prstGeom prst="rect">
              <a:avLst/>
            </a:prstGeom>
          </p:spPr>
        </p:pic>
        <p:pic>
          <p:nvPicPr>
            <p:cNvPr id="113" name="Image 112" descr="Une image contenant personne, extérieur, fermer&#10;&#10;Description générée automatiquement">
              <a:extLst>
                <a:ext uri="{FF2B5EF4-FFF2-40B4-BE49-F238E27FC236}">
                  <a16:creationId xmlns:a16="http://schemas.microsoft.com/office/drawing/2014/main" id="{61E45F33-03FE-45A3-A315-A705DB8893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786855" y="5088692"/>
              <a:ext cx="569795" cy="569795"/>
            </a:xfrm>
            <a:prstGeom prst="rect">
              <a:avLst/>
            </a:prstGeom>
          </p:spPr>
        </p:pic>
        <p:pic>
          <p:nvPicPr>
            <p:cNvPr id="114" name="Image 113" descr="Une image contenant personne, mur, intérieur, jeune&#10;&#10;Description générée automatiquement">
              <a:extLst>
                <a:ext uri="{FF2B5EF4-FFF2-40B4-BE49-F238E27FC236}">
                  <a16:creationId xmlns:a16="http://schemas.microsoft.com/office/drawing/2014/main" id="{CD054981-CBE3-4933-A900-1F5A7012828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253277" y="3722777"/>
              <a:ext cx="569795" cy="569795"/>
            </a:xfrm>
            <a:prstGeom prst="rect">
              <a:avLst/>
            </a:prstGeom>
          </p:spPr>
        </p:pic>
        <p:pic>
          <p:nvPicPr>
            <p:cNvPr id="115" name="Image 114" descr="Une image contenant personne, homme, extérieur, arbre&#10;&#10;Description générée automatiquement">
              <a:extLst>
                <a:ext uri="{FF2B5EF4-FFF2-40B4-BE49-F238E27FC236}">
                  <a16:creationId xmlns:a16="http://schemas.microsoft.com/office/drawing/2014/main" id="{9B74583B-E25E-4C8E-B40A-B935F0754D6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10461" y="5720740"/>
              <a:ext cx="569795" cy="569795"/>
            </a:xfrm>
            <a:prstGeom prst="rect">
              <a:avLst/>
            </a:prstGeom>
          </p:spPr>
        </p:pic>
        <p:pic>
          <p:nvPicPr>
            <p:cNvPr id="116" name="Image 115" descr="Une image contenant personne, mur, souriant, intérieur&#10;&#10;Description générée automatiquement">
              <a:extLst>
                <a:ext uri="{FF2B5EF4-FFF2-40B4-BE49-F238E27FC236}">
                  <a16:creationId xmlns:a16="http://schemas.microsoft.com/office/drawing/2014/main" id="{218A8551-D8B6-4EFE-9C90-DFC22C487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918043" y="5732806"/>
              <a:ext cx="569795" cy="569795"/>
            </a:xfrm>
            <a:prstGeom prst="rect">
              <a:avLst/>
            </a:prstGeom>
          </p:spPr>
        </p:pic>
        <p:pic>
          <p:nvPicPr>
            <p:cNvPr id="117" name="Image 116" descr="Une image contenant personne, mur, souriant, posant&#10;&#10;Description générée automatiquement">
              <a:extLst>
                <a:ext uri="{FF2B5EF4-FFF2-40B4-BE49-F238E27FC236}">
                  <a16:creationId xmlns:a16="http://schemas.microsoft.com/office/drawing/2014/main" id="{E13CE721-EEE6-4E14-897E-A44D80AA16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610461" y="5066369"/>
              <a:ext cx="569795" cy="569795"/>
            </a:xfrm>
            <a:prstGeom prst="rect">
              <a:avLst/>
            </a:prstGeom>
          </p:spPr>
        </p:pic>
        <p:pic>
          <p:nvPicPr>
            <p:cNvPr id="118" name="Image 117" descr="Une image contenant personne, mur, homme, souriant&#10;&#10;Description générée automatiquement">
              <a:extLst>
                <a:ext uri="{FF2B5EF4-FFF2-40B4-BE49-F238E27FC236}">
                  <a16:creationId xmlns:a16="http://schemas.microsoft.com/office/drawing/2014/main" id="{2089CD3A-4208-4C13-BCEA-3597B0600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106909" y="5096350"/>
              <a:ext cx="569795" cy="5697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1972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270A5E3B-35B7-4271-AF7C-BD4FDD213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385053"/>
              </p:ext>
            </p:extLst>
          </p:nvPr>
        </p:nvGraphicFramePr>
        <p:xfrm>
          <a:off x="315360" y="1460035"/>
          <a:ext cx="11561280" cy="5294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2256">
                  <a:extLst>
                    <a:ext uri="{9D8B030D-6E8A-4147-A177-3AD203B41FA5}">
                      <a16:colId xmlns:a16="http://schemas.microsoft.com/office/drawing/2014/main" val="421718832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2782377072"/>
                    </a:ext>
                  </a:extLst>
                </a:gridCol>
                <a:gridCol w="3340100">
                  <a:extLst>
                    <a:ext uri="{9D8B030D-6E8A-4147-A177-3AD203B41FA5}">
                      <a16:colId xmlns:a16="http://schemas.microsoft.com/office/drawing/2014/main" val="2940119286"/>
                    </a:ext>
                  </a:extLst>
                </a:gridCol>
                <a:gridCol w="3290824">
                  <a:extLst>
                    <a:ext uri="{9D8B030D-6E8A-4147-A177-3AD203B41FA5}">
                      <a16:colId xmlns:a16="http://schemas.microsoft.com/office/drawing/2014/main" val="4254710511"/>
                    </a:ext>
                  </a:extLst>
                </a:gridCol>
              </a:tblGrid>
              <a:tr h="1606141">
                <a:tc>
                  <a:txBody>
                    <a:bodyPr/>
                    <a:lstStyle/>
                    <a:p>
                      <a:r>
                        <a:rPr lang="en-US" sz="1400" noProof="0"/>
                        <a:t>In what types of moments do you invest your time for the Community ? </a:t>
                      </a:r>
                      <a:r>
                        <a:rPr lang="en-US" sz="1400" noProof="0">
                          <a:sym typeface="Wingdings" panose="05000000000000000000" pitchFamily="2" charset="2"/>
                        </a:rPr>
                        <a:t></a:t>
                      </a:r>
                      <a:endParaRPr lang="en-US" sz="1400" noProof="0"/>
                    </a:p>
                    <a:p>
                      <a:endParaRPr lang="en-US" sz="1400" noProof="0"/>
                    </a:p>
                    <a:p>
                      <a:r>
                        <a:rPr lang="en-US" sz="1400" noProof="0"/>
                        <a:t>On what basis will you attend ? ↓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r>
                        <a:rPr lang="en-US" sz="1400" noProof="0"/>
                        <a:t>Collective Moments only : </a:t>
                      </a: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r>
                        <a:rPr lang="en-US" sz="1400" noProof="0"/>
                        <a:t>Collective moments AND Individual Moments : 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r>
                        <a:rPr lang="en-US" sz="1400" noProof="0"/>
                        <a:t>Individual Moments only :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58500"/>
                  </a:ext>
                </a:extLst>
              </a:tr>
              <a:tr h="1399240">
                <a:tc>
                  <a:txBody>
                    <a:bodyPr/>
                    <a:lstStyle/>
                    <a:p>
                      <a:r>
                        <a:rPr lang="en-US" sz="1400" noProof="0"/>
                        <a:t>Regular basis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noProof="0"/>
                        <a:t>Chain of integrated events (Episodes): </a:t>
                      </a:r>
                    </a:p>
                    <a:p>
                      <a:r>
                        <a:rPr lang="en-US" sz="1000" b="0" noProof="0"/>
                        <a:t>Larger initiatives stretched over several collective sessions. Goals can be reached after several sessions.</a:t>
                      </a:r>
                    </a:p>
                    <a:p>
                      <a:r>
                        <a:rPr lang="en-US" sz="1000" b="1" noProof="0"/>
                        <a:t>Working sessions with no preparation time:  </a:t>
                      </a:r>
                      <a:endParaRPr lang="en-US" sz="1000" b="0" noProof="0"/>
                    </a:p>
                    <a:p>
                      <a:r>
                        <a:rPr lang="en-US" sz="1000" b="0" noProof="0"/>
                        <a:t>Well organized work sessions towards a larger goal. </a:t>
                      </a:r>
                    </a:p>
                    <a:p>
                      <a:r>
                        <a:rPr lang="en-US" sz="1000" b="0" noProof="0"/>
                        <a:t>Do not plan any tasks in between sessions. Planning sessions should be done within collective session time.</a:t>
                      </a:r>
                      <a:endParaRPr lang="en-US" sz="1000" noProof="0"/>
                    </a:p>
                  </a:txBody>
                  <a:tcPr>
                    <a:solidFill>
                      <a:srgbClr val="F5BD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noProof="0"/>
                        <a:t>Full Community projects :  </a:t>
                      </a:r>
                    </a:p>
                    <a:p>
                      <a:r>
                        <a:rPr lang="en-US" sz="1000" b="0" noProof="0"/>
                        <a:t>Projects that include both collective </a:t>
                      </a:r>
                    </a:p>
                    <a:p>
                      <a:r>
                        <a:rPr lang="en-US" sz="1000" b="0" noProof="0"/>
                        <a:t>sessions and individual asynchronous activities.</a:t>
                      </a:r>
                    </a:p>
                    <a:p>
                      <a:r>
                        <a:rPr lang="en-US" sz="1000" b="0" noProof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/>
                        <a:t>Events with preparation time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/>
                        <a:t>or additional work after :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noProof="0"/>
                        <a:t>Events that require preparation time (ex : presentations) or work after it happens (ex: meetings with minutes)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noProof="0"/>
                        <a:t>Online asynchronous discussions  :</a:t>
                      </a:r>
                    </a:p>
                    <a:p>
                      <a:r>
                        <a:rPr lang="en-US" sz="1000" noProof="0"/>
                        <a:t>Online discussions for which anyone can react any moment (forums). May be based on content.</a:t>
                      </a:r>
                    </a:p>
                    <a:p>
                      <a:r>
                        <a:rPr lang="en-US" sz="1000" noProof="0"/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noProof="0"/>
                        <a:t>Micro-tasks </a:t>
                      </a:r>
                      <a:r>
                        <a:rPr lang="en-US" sz="1000" noProof="0"/>
                        <a:t>: </a:t>
                      </a:r>
                    </a:p>
                    <a:p>
                      <a:r>
                        <a:rPr lang="en-US" sz="1000" noProof="0"/>
                        <a:t>Micro-tasks that do not need collective sessions, but that can add up to a substantial collective result. Often comes with more directive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22947"/>
                  </a:ext>
                </a:extLst>
              </a:tr>
              <a:tr h="1399240">
                <a:tc>
                  <a:txBody>
                    <a:bodyPr/>
                    <a:lstStyle/>
                    <a:p>
                      <a:r>
                        <a:rPr lang="en-US" sz="1400" noProof="0"/>
                        <a:t>Occasional basis: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noProof="0"/>
                        <a:t>Self-contained events </a:t>
                      </a:r>
                    </a:p>
                    <a:p>
                      <a:r>
                        <a:rPr lang="en-US" sz="1000" b="1" noProof="0"/>
                        <a:t>with no prep. time</a:t>
                      </a:r>
                      <a:r>
                        <a:rPr lang="en-US" sz="1000" noProof="0"/>
                        <a:t> : </a:t>
                      </a:r>
                    </a:p>
                    <a:p>
                      <a:r>
                        <a:rPr lang="en-US" sz="1000" noProof="0"/>
                        <a:t>For each event, there must value even when attending this event only, no dependency on attending other community activities. </a:t>
                      </a:r>
                    </a:p>
                    <a:p>
                      <a:r>
                        <a:rPr lang="en-US" sz="1000" i="1" noProof="0"/>
                        <a:t>For each session, a goal must be reached (to prevent frustration).</a:t>
                      </a:r>
                    </a:p>
                    <a:p>
                      <a:r>
                        <a:rPr lang="en-US" sz="1000" noProof="0"/>
                        <a:t>No preparation recommended (ex : #OpenSeriousHub, World Café, Intervision, Open Forum, collective watching..)</a:t>
                      </a:r>
                    </a:p>
                  </a:txBody>
                  <a:tcPr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noProof="0"/>
                        <a:t>Self-contained events with no prep. </a:t>
                      </a:r>
                    </a:p>
                    <a:p>
                      <a:r>
                        <a:rPr lang="en-US" sz="1000" b="1" noProof="0"/>
                        <a:t>Time </a:t>
                      </a:r>
                    </a:p>
                    <a:p>
                      <a:endParaRPr lang="en-US" sz="1000" b="1" noProof="0"/>
                    </a:p>
                    <a:p>
                      <a:r>
                        <a:rPr lang="en-US" sz="1000" b="1" noProof="0"/>
                        <a:t>Content</a:t>
                      </a:r>
                      <a:r>
                        <a:rPr lang="en-US" sz="1000" noProof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00" b="1" noProof="0"/>
                        <a:t>Content </a:t>
                      </a:r>
                      <a:r>
                        <a:rPr lang="en-US" sz="1000" noProof="0"/>
                        <a:t>: </a:t>
                      </a:r>
                    </a:p>
                    <a:p>
                      <a:r>
                        <a:rPr lang="en-US" sz="1000" noProof="0"/>
                        <a:t>Push or publish content that can be consumed asynchronously by individuals and have value on their own.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772465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68" y="500197"/>
            <a:ext cx="10168128" cy="1179576"/>
          </a:xfrm>
        </p:spPr>
        <p:txBody>
          <a:bodyPr>
            <a:normAutofit/>
          </a:bodyPr>
          <a:lstStyle/>
          <a:p>
            <a:r>
              <a:rPr lang="en-US" sz="2800"/>
              <a:t>Time Investment profiles </a:t>
            </a:r>
            <a:br>
              <a:rPr lang="en-US" sz="2800"/>
            </a:br>
            <a:r>
              <a:rPr lang="en-US" sz="2800"/>
              <a:t>Using the result to adjust activities</a:t>
            </a:r>
          </a:p>
        </p:txBody>
      </p:sp>
      <p:pic>
        <p:nvPicPr>
          <p:cNvPr id="96" name="Graphique 95" descr="Vivats avec un remplissage uni">
            <a:extLst>
              <a:ext uri="{FF2B5EF4-FFF2-40B4-BE49-F238E27FC236}">
                <a16:creationId xmlns:a16="http://schemas.microsoft.com/office/drawing/2014/main" id="{0F0DC822-C9E7-48A7-A16B-EA22810B4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42303" y="4802244"/>
            <a:ext cx="387049" cy="387049"/>
          </a:xfrm>
          <a:prstGeom prst="rect">
            <a:avLst/>
          </a:prstGeom>
        </p:spPr>
      </p:pic>
      <p:pic>
        <p:nvPicPr>
          <p:cNvPr id="123" name="Graphique 122" descr="Actualiser avec un remplissage uni">
            <a:extLst>
              <a:ext uri="{FF2B5EF4-FFF2-40B4-BE49-F238E27FC236}">
                <a16:creationId xmlns:a16="http://schemas.microsoft.com/office/drawing/2014/main" id="{1CC0BAA4-4D12-4B4A-99F4-0D25FE3F99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2345" y="3510291"/>
            <a:ext cx="949499" cy="949499"/>
          </a:xfrm>
          <a:prstGeom prst="rect">
            <a:avLst/>
          </a:prstGeom>
        </p:spPr>
      </p:pic>
      <p:pic>
        <p:nvPicPr>
          <p:cNvPr id="47" name="Graphique 46" descr="Utilisateur avec un remplissage uni">
            <a:extLst>
              <a:ext uri="{FF2B5EF4-FFF2-40B4-BE49-F238E27FC236}">
                <a16:creationId xmlns:a16="http://schemas.microsoft.com/office/drawing/2014/main" id="{31620370-0C09-4ED2-9761-29FF32F889A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773673" y="1691366"/>
            <a:ext cx="750260" cy="750260"/>
          </a:xfrm>
          <a:prstGeom prst="rect">
            <a:avLst/>
          </a:prstGeom>
        </p:spPr>
      </p:pic>
      <p:grpSp>
        <p:nvGrpSpPr>
          <p:cNvPr id="49" name="Groupe 48">
            <a:extLst>
              <a:ext uri="{FF2B5EF4-FFF2-40B4-BE49-F238E27FC236}">
                <a16:creationId xmlns:a16="http://schemas.microsoft.com/office/drawing/2014/main" id="{D10DB009-0EF5-4F8D-AB88-C2641399BC02}"/>
              </a:ext>
            </a:extLst>
          </p:cNvPr>
          <p:cNvGrpSpPr/>
          <p:nvPr/>
        </p:nvGrpSpPr>
        <p:grpSpPr>
          <a:xfrm>
            <a:off x="3529506" y="1696303"/>
            <a:ext cx="956798" cy="601934"/>
            <a:chOff x="6989470" y="1452253"/>
            <a:chExt cx="2968717" cy="1867662"/>
          </a:xfrm>
          <a:solidFill>
            <a:schemeClr val="bg1"/>
          </a:solidFill>
        </p:grpSpPr>
        <p:pic>
          <p:nvPicPr>
            <p:cNvPr id="50" name="Graphique 49" descr="Groupe de personnes avec un remplissage uni">
              <a:extLst>
                <a:ext uri="{FF2B5EF4-FFF2-40B4-BE49-F238E27FC236}">
                  <a16:creationId xmlns:a16="http://schemas.microsoft.com/office/drawing/2014/main" id="{3DC4D2FB-BC0B-4268-96BE-466555472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989470" y="1452253"/>
              <a:ext cx="1867662" cy="1867662"/>
            </a:xfrm>
            <a:prstGeom prst="rect">
              <a:avLst/>
            </a:prstGeom>
          </p:spPr>
        </p:pic>
        <p:pic>
          <p:nvPicPr>
            <p:cNvPr id="51" name="Graphique 50" descr="Groupe de personnes avec un remplissage uni">
              <a:extLst>
                <a:ext uri="{FF2B5EF4-FFF2-40B4-BE49-F238E27FC236}">
                  <a16:creationId xmlns:a16="http://schemas.microsoft.com/office/drawing/2014/main" id="{3F40514C-77DA-4F0D-AF7A-A28AA9188B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65384"/>
            <a:stretch/>
          </p:blipFill>
          <p:spPr>
            <a:xfrm>
              <a:off x="8090525" y="1513565"/>
              <a:ext cx="1867662" cy="651367"/>
            </a:xfrm>
            <a:prstGeom prst="rect">
              <a:avLst/>
            </a:prstGeom>
          </p:spPr>
        </p:pic>
        <p:pic>
          <p:nvPicPr>
            <p:cNvPr id="52" name="Graphique 51" descr="Groupe de personnes avec un remplissage uni">
              <a:extLst>
                <a:ext uri="{FF2B5EF4-FFF2-40B4-BE49-F238E27FC236}">
                  <a16:creationId xmlns:a16="http://schemas.microsoft.com/office/drawing/2014/main" id="{29ABCF20-732F-45CA-9EB6-9F1F5B4EB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65384" r="30495"/>
            <a:stretch/>
          </p:blipFill>
          <p:spPr>
            <a:xfrm>
              <a:off x="8316394" y="2091056"/>
              <a:ext cx="1298123" cy="651367"/>
            </a:xfrm>
            <a:prstGeom prst="rect">
              <a:avLst/>
            </a:prstGeom>
          </p:spPr>
        </p:pic>
        <p:pic>
          <p:nvPicPr>
            <p:cNvPr id="53" name="Graphique 52" descr="Groupe de personnes avec un remplissage uni">
              <a:extLst>
                <a:ext uri="{FF2B5EF4-FFF2-40B4-BE49-F238E27FC236}">
                  <a16:creationId xmlns:a16="http://schemas.microsoft.com/office/drawing/2014/main" id="{C6281102-2389-45B5-8674-3F8C22A0FF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65384" r="65831"/>
            <a:stretch/>
          </p:blipFill>
          <p:spPr>
            <a:xfrm>
              <a:off x="6989470" y="1513565"/>
              <a:ext cx="638169" cy="651367"/>
            </a:xfrm>
            <a:prstGeom prst="rect">
              <a:avLst/>
            </a:prstGeom>
          </p:spPr>
        </p:pic>
        <p:pic>
          <p:nvPicPr>
            <p:cNvPr id="54" name="Graphique 53" descr="Groupe de personnes avec un remplissage uni">
              <a:extLst>
                <a:ext uri="{FF2B5EF4-FFF2-40B4-BE49-F238E27FC236}">
                  <a16:creationId xmlns:a16="http://schemas.microsoft.com/office/drawing/2014/main" id="{D4BF3F09-1679-4E80-BC39-E2ECBB7AE4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65384" r="30495"/>
            <a:stretch/>
          </p:blipFill>
          <p:spPr>
            <a:xfrm>
              <a:off x="8498660" y="2653414"/>
              <a:ext cx="1298123" cy="651367"/>
            </a:xfrm>
            <a:prstGeom prst="rect">
              <a:avLst/>
            </a:prstGeom>
          </p:spPr>
        </p:pic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BA8FBF25-62ED-47C7-A36B-2BFE75B58CA9}"/>
              </a:ext>
            </a:extLst>
          </p:cNvPr>
          <p:cNvGrpSpPr/>
          <p:nvPr/>
        </p:nvGrpSpPr>
        <p:grpSpPr>
          <a:xfrm>
            <a:off x="6467773" y="1706183"/>
            <a:ext cx="956798" cy="601934"/>
            <a:chOff x="6989470" y="1452253"/>
            <a:chExt cx="2968717" cy="1867662"/>
          </a:xfrm>
          <a:solidFill>
            <a:schemeClr val="bg1"/>
          </a:solidFill>
        </p:grpSpPr>
        <p:pic>
          <p:nvPicPr>
            <p:cNvPr id="58" name="Graphique 57" descr="Groupe de personnes avec un remplissage uni">
              <a:extLst>
                <a:ext uri="{FF2B5EF4-FFF2-40B4-BE49-F238E27FC236}">
                  <a16:creationId xmlns:a16="http://schemas.microsoft.com/office/drawing/2014/main" id="{C6CE8F74-EFCB-4E05-8E0E-09202D28A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989470" y="1452253"/>
              <a:ext cx="1867662" cy="1867662"/>
            </a:xfrm>
            <a:prstGeom prst="rect">
              <a:avLst/>
            </a:prstGeom>
          </p:spPr>
        </p:pic>
        <p:pic>
          <p:nvPicPr>
            <p:cNvPr id="59" name="Graphique 58" descr="Groupe de personnes avec un remplissage uni">
              <a:extLst>
                <a:ext uri="{FF2B5EF4-FFF2-40B4-BE49-F238E27FC236}">
                  <a16:creationId xmlns:a16="http://schemas.microsoft.com/office/drawing/2014/main" id="{0D336688-82C7-4E8E-A089-FDCCCBC45C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65384"/>
            <a:stretch/>
          </p:blipFill>
          <p:spPr>
            <a:xfrm>
              <a:off x="8090525" y="1513565"/>
              <a:ext cx="1867662" cy="651367"/>
            </a:xfrm>
            <a:prstGeom prst="rect">
              <a:avLst/>
            </a:prstGeom>
          </p:spPr>
        </p:pic>
        <p:pic>
          <p:nvPicPr>
            <p:cNvPr id="61" name="Graphique 60" descr="Groupe de personnes avec un remplissage uni">
              <a:extLst>
                <a:ext uri="{FF2B5EF4-FFF2-40B4-BE49-F238E27FC236}">
                  <a16:creationId xmlns:a16="http://schemas.microsoft.com/office/drawing/2014/main" id="{14B59619-8CE5-4628-A67B-0CF3087EEE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65384" r="30495"/>
            <a:stretch/>
          </p:blipFill>
          <p:spPr>
            <a:xfrm>
              <a:off x="8316394" y="2091056"/>
              <a:ext cx="1298123" cy="651367"/>
            </a:xfrm>
            <a:prstGeom prst="rect">
              <a:avLst/>
            </a:prstGeom>
          </p:spPr>
        </p:pic>
        <p:pic>
          <p:nvPicPr>
            <p:cNvPr id="62" name="Graphique 61" descr="Groupe de personnes avec un remplissage uni">
              <a:extLst>
                <a:ext uri="{FF2B5EF4-FFF2-40B4-BE49-F238E27FC236}">
                  <a16:creationId xmlns:a16="http://schemas.microsoft.com/office/drawing/2014/main" id="{E0E6824D-C3C9-4336-864C-A7C5A4A299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65384" r="65831"/>
            <a:stretch/>
          </p:blipFill>
          <p:spPr>
            <a:xfrm>
              <a:off x="6989470" y="1513565"/>
              <a:ext cx="638169" cy="651367"/>
            </a:xfrm>
            <a:prstGeom prst="rect">
              <a:avLst/>
            </a:prstGeom>
          </p:spPr>
        </p:pic>
        <p:pic>
          <p:nvPicPr>
            <p:cNvPr id="63" name="Graphique 62" descr="Groupe de personnes avec un remplissage uni">
              <a:extLst>
                <a:ext uri="{FF2B5EF4-FFF2-40B4-BE49-F238E27FC236}">
                  <a16:creationId xmlns:a16="http://schemas.microsoft.com/office/drawing/2014/main" id="{CB4461D5-4BCA-4A24-AEF6-8A7C13AB76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rcRect t="65384" r="30495"/>
            <a:stretch/>
          </p:blipFill>
          <p:spPr>
            <a:xfrm>
              <a:off x="8498660" y="2653414"/>
              <a:ext cx="1298123" cy="651367"/>
            </a:xfrm>
            <a:prstGeom prst="rect">
              <a:avLst/>
            </a:prstGeom>
          </p:spPr>
        </p:pic>
      </p:grpSp>
      <p:pic>
        <p:nvPicPr>
          <p:cNvPr id="65" name="Graphique 64" descr="Utilisateur avec un remplissage uni">
            <a:extLst>
              <a:ext uri="{FF2B5EF4-FFF2-40B4-BE49-F238E27FC236}">
                <a16:creationId xmlns:a16="http://schemas.microsoft.com/office/drawing/2014/main" id="{3AAE3E76-8E6F-468B-B565-A43E3F14E1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69361" y="1622140"/>
            <a:ext cx="750260" cy="750260"/>
          </a:xfrm>
          <a:prstGeom prst="rect">
            <a:avLst/>
          </a:prstGeom>
        </p:spPr>
      </p:pic>
      <p:pic>
        <p:nvPicPr>
          <p:cNvPr id="66" name="Graphique 65" descr="Curseur avec un remplissage uni">
            <a:extLst>
              <a:ext uri="{FF2B5EF4-FFF2-40B4-BE49-F238E27FC236}">
                <a16:creationId xmlns:a16="http://schemas.microsoft.com/office/drawing/2014/main" id="{AD7273C0-EBD2-41F6-B637-8F8723677C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49727" y="4970891"/>
            <a:ext cx="436805" cy="436805"/>
          </a:xfrm>
          <a:prstGeom prst="rect">
            <a:avLst/>
          </a:prstGeom>
        </p:spPr>
      </p:pic>
      <p:pic>
        <p:nvPicPr>
          <p:cNvPr id="5" name="Graphique 4" descr="Chat avec un remplissage uni">
            <a:extLst>
              <a:ext uri="{FF2B5EF4-FFF2-40B4-BE49-F238E27FC236}">
                <a16:creationId xmlns:a16="http://schemas.microsoft.com/office/drawing/2014/main" id="{4A4FD10D-2FDB-4BA4-983D-FDFD192FA92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24918" y="3005963"/>
            <a:ext cx="430518" cy="430518"/>
          </a:xfrm>
          <a:prstGeom prst="rect">
            <a:avLst/>
          </a:prstGeom>
        </p:spPr>
      </p:pic>
      <p:pic>
        <p:nvPicPr>
          <p:cNvPr id="68" name="Graphique 67" descr="Presse-papiers vérifié avec un remplissage uni">
            <a:extLst>
              <a:ext uri="{FF2B5EF4-FFF2-40B4-BE49-F238E27FC236}">
                <a16:creationId xmlns:a16="http://schemas.microsoft.com/office/drawing/2014/main" id="{E2BB9B97-D376-4798-902A-72877DDC700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138934" y="3085672"/>
            <a:ext cx="430518" cy="430518"/>
          </a:xfrm>
          <a:prstGeom prst="rect">
            <a:avLst/>
          </a:prstGeom>
        </p:spPr>
      </p:pic>
      <p:pic>
        <p:nvPicPr>
          <p:cNvPr id="69" name="Graphique 68" descr="Boîte de réception avec un remplissage uni">
            <a:extLst>
              <a:ext uri="{FF2B5EF4-FFF2-40B4-BE49-F238E27FC236}">
                <a16:creationId xmlns:a16="http://schemas.microsoft.com/office/drawing/2014/main" id="{7011A813-F460-4E96-B2D6-12268F1F64F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1418631" y="4112034"/>
            <a:ext cx="436805" cy="436805"/>
          </a:xfrm>
          <a:prstGeom prst="rect">
            <a:avLst/>
          </a:prstGeom>
        </p:spPr>
      </p:pic>
      <p:pic>
        <p:nvPicPr>
          <p:cNvPr id="7" name="Graphique 6" descr="Flux de travail avec un remplissage uni">
            <a:extLst>
              <a:ext uri="{FF2B5EF4-FFF2-40B4-BE49-F238E27FC236}">
                <a16:creationId xmlns:a16="http://schemas.microsoft.com/office/drawing/2014/main" id="{BB631ABB-09D4-47B2-BA69-77CA8C31112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799083" y="3362823"/>
            <a:ext cx="430519" cy="430519"/>
          </a:xfrm>
          <a:prstGeom prst="rect">
            <a:avLst/>
          </a:prstGeom>
        </p:spPr>
      </p:pic>
      <p:pic>
        <p:nvPicPr>
          <p:cNvPr id="18" name="Graphique 17" descr="Calendrier à feuilles avec un remplissage uni">
            <a:extLst>
              <a:ext uri="{FF2B5EF4-FFF2-40B4-BE49-F238E27FC236}">
                <a16:creationId xmlns:a16="http://schemas.microsoft.com/office/drawing/2014/main" id="{C54C2F69-CD76-49EC-9C4E-7F7E861EFC0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146015" y="3759027"/>
            <a:ext cx="436806" cy="436806"/>
          </a:xfrm>
          <a:prstGeom prst="rect">
            <a:avLst/>
          </a:prstGeom>
        </p:spPr>
      </p:pic>
      <p:pic>
        <p:nvPicPr>
          <p:cNvPr id="72" name="Graphique 71" descr="Point d’exclamation avec un remplissage uni">
            <a:extLst>
              <a:ext uri="{FF2B5EF4-FFF2-40B4-BE49-F238E27FC236}">
                <a16:creationId xmlns:a16="http://schemas.microsoft.com/office/drawing/2014/main" id="{078088C9-92EC-400A-9351-211C7A583FD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62345" y="5297295"/>
            <a:ext cx="949499" cy="949499"/>
          </a:xfrm>
          <a:prstGeom prst="rect">
            <a:avLst/>
          </a:prstGeom>
        </p:spPr>
      </p:pic>
      <p:pic>
        <p:nvPicPr>
          <p:cNvPr id="73" name="Graphique 72" descr="Vivats avec un remplissage uni">
            <a:extLst>
              <a:ext uri="{FF2B5EF4-FFF2-40B4-BE49-F238E27FC236}">
                <a16:creationId xmlns:a16="http://schemas.microsoft.com/office/drawing/2014/main" id="{A2EA9AC5-BAD9-4A2B-9F77-100BC662EA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46015" y="4970891"/>
            <a:ext cx="387049" cy="387049"/>
          </a:xfrm>
          <a:prstGeom prst="rect">
            <a:avLst/>
          </a:prstGeom>
        </p:spPr>
      </p:pic>
      <p:pic>
        <p:nvPicPr>
          <p:cNvPr id="74" name="Graphique 73" descr="Curseur avec un remplissage uni">
            <a:extLst>
              <a:ext uri="{FF2B5EF4-FFF2-40B4-BE49-F238E27FC236}">
                <a16:creationId xmlns:a16="http://schemas.microsoft.com/office/drawing/2014/main" id="{5C165FCC-D038-4B75-9434-12C835CFFEA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31405" y="5476390"/>
            <a:ext cx="436805" cy="436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60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3">
            <a:extLst>
              <a:ext uri="{FF2B5EF4-FFF2-40B4-BE49-F238E27FC236}">
                <a16:creationId xmlns:a16="http://schemas.microsoft.com/office/drawing/2014/main" id="{270A5E3B-35B7-4271-AF7C-BD4FDD213E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7356296"/>
              </p:ext>
            </p:extLst>
          </p:nvPr>
        </p:nvGraphicFramePr>
        <p:xfrm>
          <a:off x="315360" y="1460035"/>
          <a:ext cx="11561280" cy="503601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52256">
                  <a:extLst>
                    <a:ext uri="{9D8B030D-6E8A-4147-A177-3AD203B41FA5}">
                      <a16:colId xmlns:a16="http://schemas.microsoft.com/office/drawing/2014/main" val="421718832"/>
                    </a:ext>
                  </a:extLst>
                </a:gridCol>
                <a:gridCol w="2578100">
                  <a:extLst>
                    <a:ext uri="{9D8B030D-6E8A-4147-A177-3AD203B41FA5}">
                      <a16:colId xmlns:a16="http://schemas.microsoft.com/office/drawing/2014/main" val="2782377072"/>
                    </a:ext>
                  </a:extLst>
                </a:gridCol>
                <a:gridCol w="3340100">
                  <a:extLst>
                    <a:ext uri="{9D8B030D-6E8A-4147-A177-3AD203B41FA5}">
                      <a16:colId xmlns:a16="http://schemas.microsoft.com/office/drawing/2014/main" val="2940119286"/>
                    </a:ext>
                  </a:extLst>
                </a:gridCol>
                <a:gridCol w="3290824">
                  <a:extLst>
                    <a:ext uri="{9D8B030D-6E8A-4147-A177-3AD203B41FA5}">
                      <a16:colId xmlns:a16="http://schemas.microsoft.com/office/drawing/2014/main" val="4254710511"/>
                    </a:ext>
                  </a:extLst>
                </a:gridCol>
              </a:tblGrid>
              <a:tr h="1836378">
                <a:tc>
                  <a:txBody>
                    <a:bodyPr/>
                    <a:lstStyle/>
                    <a:p>
                      <a:r>
                        <a:rPr lang="en-US" sz="1400" noProof="0"/>
                        <a:t>In what types of moments do you invest your time for the Community ? </a:t>
                      </a:r>
                      <a:r>
                        <a:rPr lang="en-US" sz="1400" noProof="0">
                          <a:sym typeface="Wingdings" panose="05000000000000000000" pitchFamily="2" charset="2"/>
                        </a:rPr>
                        <a:t></a:t>
                      </a:r>
                      <a:endParaRPr lang="en-US" sz="1400" noProof="0"/>
                    </a:p>
                    <a:p>
                      <a:endParaRPr lang="en-US" sz="1400" noProof="0"/>
                    </a:p>
                    <a:p>
                      <a:r>
                        <a:rPr lang="en-US" sz="1400" noProof="0"/>
                        <a:t>On what basis will you attend ? ↓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noProof="0" dirty="0"/>
                    </a:p>
                    <a:p>
                      <a:endParaRPr lang="en-US" sz="1400" noProof="0" dirty="0"/>
                    </a:p>
                    <a:p>
                      <a:endParaRPr lang="en-US" sz="1400" noProof="0" dirty="0"/>
                    </a:p>
                    <a:p>
                      <a:endParaRPr lang="en-US" sz="1400" noProof="0" dirty="0"/>
                    </a:p>
                    <a:p>
                      <a:endParaRPr lang="en-US" sz="1400" noProof="0" dirty="0"/>
                    </a:p>
                    <a:p>
                      <a:r>
                        <a:rPr lang="en-US" sz="1400" noProof="0" dirty="0"/>
                        <a:t>Collective Moments only : </a:t>
                      </a:r>
                    </a:p>
                  </a:txBody>
                  <a:tcPr>
                    <a:solidFill>
                      <a:srgbClr val="EC7B2B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noProof="0" dirty="0"/>
                    </a:p>
                    <a:p>
                      <a:endParaRPr lang="en-US" sz="1400" noProof="0" dirty="0"/>
                    </a:p>
                    <a:p>
                      <a:endParaRPr lang="en-US" sz="1400" noProof="0" dirty="0"/>
                    </a:p>
                    <a:p>
                      <a:endParaRPr lang="en-US" sz="1400" noProof="0" dirty="0"/>
                    </a:p>
                    <a:p>
                      <a:endParaRPr lang="en-US" sz="1400" noProof="0" dirty="0"/>
                    </a:p>
                    <a:p>
                      <a:r>
                        <a:rPr lang="en-US" sz="1400" noProof="0" dirty="0"/>
                        <a:t>Collective moments AND Individual Moments : 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endParaRPr lang="en-US" sz="1400" noProof="0"/>
                    </a:p>
                    <a:p>
                      <a:r>
                        <a:rPr lang="en-US" sz="1400" noProof="0"/>
                        <a:t>Individual Moments only :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58500"/>
                  </a:ext>
                </a:extLst>
              </a:tr>
              <a:tr h="1599818">
                <a:tc>
                  <a:txBody>
                    <a:bodyPr/>
                    <a:lstStyle/>
                    <a:p>
                      <a:r>
                        <a:rPr lang="en-US" sz="1400" noProof="0"/>
                        <a:t>Regular basis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noProof="0" dirty="0"/>
                        <a:t>Events (NO PREP. TIME) as episodes</a:t>
                      </a:r>
                    </a:p>
                  </a:txBody>
                  <a:tcPr>
                    <a:solidFill>
                      <a:srgbClr val="F5BD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noProof="0" dirty="0"/>
                        <a:t>Full Community projects   </a:t>
                      </a:r>
                    </a:p>
                    <a:p>
                      <a:endParaRPr lang="en-US" sz="1600" b="0" noProof="0" dirty="0"/>
                    </a:p>
                    <a:p>
                      <a:r>
                        <a:rPr lang="en-US" sz="1600" b="0" noProof="0" dirty="0"/>
                        <a:t> </a:t>
                      </a:r>
                    </a:p>
                  </a:txBody>
                  <a:tcP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noProof="0" dirty="0"/>
                        <a:t>Online asynchronous discussions</a:t>
                      </a:r>
                    </a:p>
                    <a:p>
                      <a:endParaRPr lang="en-US" sz="1600" b="1" noProof="0" dirty="0"/>
                    </a:p>
                    <a:p>
                      <a:endParaRPr lang="en-US" sz="1600" noProof="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noProof="0" dirty="0"/>
                        <a:t>Distributed Micro-tasks</a:t>
                      </a:r>
                      <a:endParaRPr lang="en-US" sz="1600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22947"/>
                  </a:ext>
                </a:extLst>
              </a:tr>
              <a:tr h="1599818">
                <a:tc>
                  <a:txBody>
                    <a:bodyPr/>
                    <a:lstStyle/>
                    <a:p>
                      <a:r>
                        <a:rPr lang="en-US" sz="1400" noProof="0"/>
                        <a:t>Occasional basis: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noProof="0" dirty="0"/>
                        <a:t>Self-contained events </a:t>
                      </a:r>
                    </a:p>
                    <a:p>
                      <a:r>
                        <a:rPr lang="en-US" sz="1600" b="1" noProof="0" dirty="0"/>
                        <a:t>(NO PREP. TIME)</a:t>
                      </a:r>
                      <a:r>
                        <a:rPr lang="en-US" sz="1600" noProof="0" dirty="0"/>
                        <a:t> : </a:t>
                      </a:r>
                    </a:p>
                  </a:txBody>
                  <a:tcPr>
                    <a:solidFill>
                      <a:srgbClr val="FBE5D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noProof="0" dirty="0"/>
                        <a:t>Self-contained events with prep. time </a:t>
                      </a:r>
                    </a:p>
                    <a:p>
                      <a:endParaRPr lang="en-US" sz="1600" b="1" noProof="0" dirty="0"/>
                    </a:p>
                    <a:p>
                      <a:endParaRPr lang="en-US" sz="1600" b="1" noProof="0" dirty="0"/>
                    </a:p>
                    <a:p>
                      <a:r>
                        <a:rPr lang="en-US" sz="1600" b="1" noProof="0" dirty="0"/>
                        <a:t>Content</a:t>
                      </a:r>
                      <a:r>
                        <a:rPr lang="en-US" sz="1600" noProof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noProof="0" dirty="0"/>
                        <a:t>Content </a:t>
                      </a:r>
                      <a:r>
                        <a:rPr lang="en-US" sz="1600" noProof="0" dirty="0"/>
                        <a:t>: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4772465"/>
                  </a:ext>
                </a:extLst>
              </a:tr>
            </a:tbl>
          </a:graphicData>
        </a:graphic>
      </p:graphicFrame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968" y="500197"/>
            <a:ext cx="10168128" cy="1179576"/>
          </a:xfrm>
        </p:spPr>
        <p:txBody>
          <a:bodyPr>
            <a:normAutofit/>
          </a:bodyPr>
          <a:lstStyle/>
          <a:p>
            <a:r>
              <a:rPr lang="en-US" sz="2800" dirty="0"/>
              <a:t>Time Investment profiles </a:t>
            </a:r>
            <a:br>
              <a:rPr lang="en-US" sz="2800" dirty="0"/>
            </a:br>
            <a:r>
              <a:rPr lang="en-US" sz="2800" dirty="0"/>
              <a:t>Simplified result</a:t>
            </a:r>
          </a:p>
        </p:txBody>
      </p:sp>
      <p:pic>
        <p:nvPicPr>
          <p:cNvPr id="123" name="Graphique 122" descr="Actualiser avec un remplissage uni">
            <a:extLst>
              <a:ext uri="{FF2B5EF4-FFF2-40B4-BE49-F238E27FC236}">
                <a16:creationId xmlns:a16="http://schemas.microsoft.com/office/drawing/2014/main" id="{1CC0BAA4-4D12-4B4A-99F4-0D25FE3F9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0252" y="3773493"/>
            <a:ext cx="949499" cy="949499"/>
          </a:xfrm>
          <a:prstGeom prst="rect">
            <a:avLst/>
          </a:prstGeom>
        </p:spPr>
      </p:pic>
      <p:pic>
        <p:nvPicPr>
          <p:cNvPr id="47" name="Graphique 46" descr="Utilisateur avec un remplissage uni">
            <a:extLst>
              <a:ext uri="{FF2B5EF4-FFF2-40B4-BE49-F238E27FC236}">
                <a16:creationId xmlns:a16="http://schemas.microsoft.com/office/drawing/2014/main" id="{31620370-0C09-4ED2-9761-29FF32F889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73673" y="1691366"/>
            <a:ext cx="750260" cy="750260"/>
          </a:xfrm>
          <a:prstGeom prst="rect">
            <a:avLst/>
          </a:prstGeom>
        </p:spPr>
      </p:pic>
      <p:grpSp>
        <p:nvGrpSpPr>
          <p:cNvPr id="49" name="Groupe 48">
            <a:extLst>
              <a:ext uri="{FF2B5EF4-FFF2-40B4-BE49-F238E27FC236}">
                <a16:creationId xmlns:a16="http://schemas.microsoft.com/office/drawing/2014/main" id="{D10DB009-0EF5-4F8D-AB88-C2641399BC02}"/>
              </a:ext>
            </a:extLst>
          </p:cNvPr>
          <p:cNvGrpSpPr/>
          <p:nvPr/>
        </p:nvGrpSpPr>
        <p:grpSpPr>
          <a:xfrm>
            <a:off x="3529506" y="1696303"/>
            <a:ext cx="956798" cy="601934"/>
            <a:chOff x="6989470" y="1452253"/>
            <a:chExt cx="2968717" cy="1867662"/>
          </a:xfrm>
          <a:solidFill>
            <a:schemeClr val="bg1"/>
          </a:solidFill>
        </p:grpSpPr>
        <p:pic>
          <p:nvPicPr>
            <p:cNvPr id="50" name="Graphique 49" descr="Groupe de personnes avec un remplissage uni">
              <a:extLst>
                <a:ext uri="{FF2B5EF4-FFF2-40B4-BE49-F238E27FC236}">
                  <a16:creationId xmlns:a16="http://schemas.microsoft.com/office/drawing/2014/main" id="{3DC4D2FB-BC0B-4268-96BE-4665554721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89470" y="1452253"/>
              <a:ext cx="1867662" cy="1867662"/>
            </a:xfrm>
            <a:prstGeom prst="rect">
              <a:avLst/>
            </a:prstGeom>
          </p:spPr>
        </p:pic>
        <p:pic>
          <p:nvPicPr>
            <p:cNvPr id="51" name="Graphique 50" descr="Groupe de personnes avec un remplissage uni">
              <a:extLst>
                <a:ext uri="{FF2B5EF4-FFF2-40B4-BE49-F238E27FC236}">
                  <a16:creationId xmlns:a16="http://schemas.microsoft.com/office/drawing/2014/main" id="{3F40514C-77DA-4F0D-AF7A-A28AA9188B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/>
            <a:stretch/>
          </p:blipFill>
          <p:spPr>
            <a:xfrm>
              <a:off x="8090525" y="1513565"/>
              <a:ext cx="1867662" cy="651367"/>
            </a:xfrm>
            <a:prstGeom prst="rect">
              <a:avLst/>
            </a:prstGeom>
          </p:spPr>
        </p:pic>
        <p:pic>
          <p:nvPicPr>
            <p:cNvPr id="52" name="Graphique 51" descr="Groupe de personnes avec un remplissage uni">
              <a:extLst>
                <a:ext uri="{FF2B5EF4-FFF2-40B4-BE49-F238E27FC236}">
                  <a16:creationId xmlns:a16="http://schemas.microsoft.com/office/drawing/2014/main" id="{29ABCF20-732F-45CA-9EB6-9F1F5B4EBB8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30495"/>
            <a:stretch/>
          </p:blipFill>
          <p:spPr>
            <a:xfrm>
              <a:off x="8316394" y="2091056"/>
              <a:ext cx="1298123" cy="651367"/>
            </a:xfrm>
            <a:prstGeom prst="rect">
              <a:avLst/>
            </a:prstGeom>
          </p:spPr>
        </p:pic>
        <p:pic>
          <p:nvPicPr>
            <p:cNvPr id="53" name="Graphique 52" descr="Groupe de personnes avec un remplissage uni">
              <a:extLst>
                <a:ext uri="{FF2B5EF4-FFF2-40B4-BE49-F238E27FC236}">
                  <a16:creationId xmlns:a16="http://schemas.microsoft.com/office/drawing/2014/main" id="{C6281102-2389-45B5-8674-3F8C22A0FF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65831"/>
            <a:stretch/>
          </p:blipFill>
          <p:spPr>
            <a:xfrm>
              <a:off x="6989470" y="1513565"/>
              <a:ext cx="638169" cy="651367"/>
            </a:xfrm>
            <a:prstGeom prst="rect">
              <a:avLst/>
            </a:prstGeom>
          </p:spPr>
        </p:pic>
        <p:pic>
          <p:nvPicPr>
            <p:cNvPr id="54" name="Graphique 53" descr="Groupe de personnes avec un remplissage uni">
              <a:extLst>
                <a:ext uri="{FF2B5EF4-FFF2-40B4-BE49-F238E27FC236}">
                  <a16:creationId xmlns:a16="http://schemas.microsoft.com/office/drawing/2014/main" id="{D4BF3F09-1679-4E80-BC39-E2ECBB7AE4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30495"/>
            <a:stretch/>
          </p:blipFill>
          <p:spPr>
            <a:xfrm>
              <a:off x="8498660" y="2653414"/>
              <a:ext cx="1298123" cy="651367"/>
            </a:xfrm>
            <a:prstGeom prst="rect">
              <a:avLst/>
            </a:prstGeom>
          </p:spPr>
        </p:pic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BA8FBF25-62ED-47C7-A36B-2BFE75B58CA9}"/>
              </a:ext>
            </a:extLst>
          </p:cNvPr>
          <p:cNvGrpSpPr/>
          <p:nvPr/>
        </p:nvGrpSpPr>
        <p:grpSpPr>
          <a:xfrm>
            <a:off x="6467773" y="1706183"/>
            <a:ext cx="956798" cy="601934"/>
            <a:chOff x="6989470" y="1452253"/>
            <a:chExt cx="2968717" cy="1867662"/>
          </a:xfrm>
          <a:solidFill>
            <a:schemeClr val="bg1"/>
          </a:solidFill>
        </p:grpSpPr>
        <p:pic>
          <p:nvPicPr>
            <p:cNvPr id="58" name="Graphique 57" descr="Groupe de personnes avec un remplissage uni">
              <a:extLst>
                <a:ext uri="{FF2B5EF4-FFF2-40B4-BE49-F238E27FC236}">
                  <a16:creationId xmlns:a16="http://schemas.microsoft.com/office/drawing/2014/main" id="{C6CE8F74-EFCB-4E05-8E0E-09202D28A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6989470" y="1452253"/>
              <a:ext cx="1867662" cy="1867662"/>
            </a:xfrm>
            <a:prstGeom prst="rect">
              <a:avLst/>
            </a:prstGeom>
          </p:spPr>
        </p:pic>
        <p:pic>
          <p:nvPicPr>
            <p:cNvPr id="59" name="Graphique 58" descr="Groupe de personnes avec un remplissage uni">
              <a:extLst>
                <a:ext uri="{FF2B5EF4-FFF2-40B4-BE49-F238E27FC236}">
                  <a16:creationId xmlns:a16="http://schemas.microsoft.com/office/drawing/2014/main" id="{0D336688-82C7-4E8E-A089-FDCCCBC45C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/>
            <a:stretch/>
          </p:blipFill>
          <p:spPr>
            <a:xfrm>
              <a:off x="8090525" y="1513565"/>
              <a:ext cx="1867662" cy="651367"/>
            </a:xfrm>
            <a:prstGeom prst="rect">
              <a:avLst/>
            </a:prstGeom>
          </p:spPr>
        </p:pic>
        <p:pic>
          <p:nvPicPr>
            <p:cNvPr id="61" name="Graphique 60" descr="Groupe de personnes avec un remplissage uni">
              <a:extLst>
                <a:ext uri="{FF2B5EF4-FFF2-40B4-BE49-F238E27FC236}">
                  <a16:creationId xmlns:a16="http://schemas.microsoft.com/office/drawing/2014/main" id="{14B59619-8CE5-4628-A67B-0CF3087EEE6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30495"/>
            <a:stretch/>
          </p:blipFill>
          <p:spPr>
            <a:xfrm>
              <a:off x="8316394" y="2091056"/>
              <a:ext cx="1298123" cy="651367"/>
            </a:xfrm>
            <a:prstGeom prst="rect">
              <a:avLst/>
            </a:prstGeom>
          </p:spPr>
        </p:pic>
        <p:pic>
          <p:nvPicPr>
            <p:cNvPr id="62" name="Graphique 61" descr="Groupe de personnes avec un remplissage uni">
              <a:extLst>
                <a:ext uri="{FF2B5EF4-FFF2-40B4-BE49-F238E27FC236}">
                  <a16:creationId xmlns:a16="http://schemas.microsoft.com/office/drawing/2014/main" id="{E0E6824D-C3C9-4336-864C-A7C5A4A299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65831"/>
            <a:stretch/>
          </p:blipFill>
          <p:spPr>
            <a:xfrm>
              <a:off x="6989470" y="1513565"/>
              <a:ext cx="638169" cy="651367"/>
            </a:xfrm>
            <a:prstGeom prst="rect">
              <a:avLst/>
            </a:prstGeom>
          </p:spPr>
        </p:pic>
        <p:pic>
          <p:nvPicPr>
            <p:cNvPr id="63" name="Graphique 62" descr="Groupe de personnes avec un remplissage uni">
              <a:extLst>
                <a:ext uri="{FF2B5EF4-FFF2-40B4-BE49-F238E27FC236}">
                  <a16:creationId xmlns:a16="http://schemas.microsoft.com/office/drawing/2014/main" id="{CB4461D5-4BCA-4A24-AEF6-8A7C13AB76E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 t="65384" r="30495"/>
            <a:stretch/>
          </p:blipFill>
          <p:spPr>
            <a:xfrm>
              <a:off x="8498660" y="2653414"/>
              <a:ext cx="1298123" cy="651367"/>
            </a:xfrm>
            <a:prstGeom prst="rect">
              <a:avLst/>
            </a:prstGeom>
          </p:spPr>
        </p:pic>
      </p:grpSp>
      <p:pic>
        <p:nvPicPr>
          <p:cNvPr id="65" name="Graphique 64" descr="Utilisateur avec un remplissage uni">
            <a:extLst>
              <a:ext uri="{FF2B5EF4-FFF2-40B4-BE49-F238E27FC236}">
                <a16:creationId xmlns:a16="http://schemas.microsoft.com/office/drawing/2014/main" id="{3AAE3E76-8E6F-468B-B565-A43E3F14E1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69361" y="1622140"/>
            <a:ext cx="750260" cy="750260"/>
          </a:xfrm>
          <a:prstGeom prst="rect">
            <a:avLst/>
          </a:prstGeom>
        </p:spPr>
      </p:pic>
      <p:pic>
        <p:nvPicPr>
          <p:cNvPr id="66" name="Graphique 65" descr="Curseur avec un remplissage uni">
            <a:extLst>
              <a:ext uri="{FF2B5EF4-FFF2-40B4-BE49-F238E27FC236}">
                <a16:creationId xmlns:a16="http://schemas.microsoft.com/office/drawing/2014/main" id="{AD7273C0-EBD2-41F6-B637-8F8723677C3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842769" y="4949938"/>
            <a:ext cx="916433" cy="916433"/>
          </a:xfrm>
          <a:prstGeom prst="rect">
            <a:avLst/>
          </a:prstGeom>
        </p:spPr>
      </p:pic>
      <p:pic>
        <p:nvPicPr>
          <p:cNvPr id="5" name="Graphique 4" descr="Chat avec un remplissage uni">
            <a:extLst>
              <a:ext uri="{FF2B5EF4-FFF2-40B4-BE49-F238E27FC236}">
                <a16:creationId xmlns:a16="http://schemas.microsoft.com/office/drawing/2014/main" id="{4A4FD10D-2FDB-4BA4-983D-FDFD192FA92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965406" y="3312370"/>
            <a:ext cx="701666" cy="701666"/>
          </a:xfrm>
          <a:prstGeom prst="rect">
            <a:avLst/>
          </a:prstGeom>
        </p:spPr>
      </p:pic>
      <p:pic>
        <p:nvPicPr>
          <p:cNvPr id="68" name="Graphique 67" descr="Presse-papiers vérifié avec un remplissage uni">
            <a:extLst>
              <a:ext uri="{FF2B5EF4-FFF2-40B4-BE49-F238E27FC236}">
                <a16:creationId xmlns:a16="http://schemas.microsoft.com/office/drawing/2014/main" id="{E2BB9B97-D376-4798-902A-72877DDC700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894441" y="3367534"/>
            <a:ext cx="523681" cy="523681"/>
          </a:xfrm>
          <a:prstGeom prst="rect">
            <a:avLst/>
          </a:prstGeom>
        </p:spPr>
      </p:pic>
      <p:pic>
        <p:nvPicPr>
          <p:cNvPr id="69" name="Graphique 68" descr="Boîte de réception avec un remplissage uni">
            <a:extLst>
              <a:ext uri="{FF2B5EF4-FFF2-40B4-BE49-F238E27FC236}">
                <a16:creationId xmlns:a16="http://schemas.microsoft.com/office/drawing/2014/main" id="{7011A813-F460-4E96-B2D6-12268F1F64F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048779" y="4112033"/>
            <a:ext cx="704104" cy="704104"/>
          </a:xfrm>
          <a:prstGeom prst="rect">
            <a:avLst/>
          </a:prstGeom>
        </p:spPr>
      </p:pic>
      <p:pic>
        <p:nvPicPr>
          <p:cNvPr id="18" name="Graphique 17" descr="Calendrier à feuilles avec un remplissage uni">
            <a:extLst>
              <a:ext uri="{FF2B5EF4-FFF2-40B4-BE49-F238E27FC236}">
                <a16:creationId xmlns:a16="http://schemas.microsoft.com/office/drawing/2014/main" id="{C54C2F69-CD76-49EC-9C4E-7F7E861EFC0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86297" y="4112033"/>
            <a:ext cx="436806" cy="436806"/>
          </a:xfrm>
          <a:prstGeom prst="rect">
            <a:avLst/>
          </a:prstGeom>
        </p:spPr>
      </p:pic>
      <p:pic>
        <p:nvPicPr>
          <p:cNvPr id="72" name="Graphique 71" descr="Point d’exclamation avec un remplissage uni">
            <a:extLst>
              <a:ext uri="{FF2B5EF4-FFF2-40B4-BE49-F238E27FC236}">
                <a16:creationId xmlns:a16="http://schemas.microsoft.com/office/drawing/2014/main" id="{078088C9-92EC-400A-9351-211C7A583FD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56414" y="5350196"/>
            <a:ext cx="949499" cy="949499"/>
          </a:xfrm>
          <a:prstGeom prst="rect">
            <a:avLst/>
          </a:prstGeom>
        </p:spPr>
      </p:pic>
      <p:pic>
        <p:nvPicPr>
          <p:cNvPr id="74" name="Graphique 73" descr="Curseur avec un remplissage uni">
            <a:extLst>
              <a:ext uri="{FF2B5EF4-FFF2-40B4-BE49-F238E27FC236}">
                <a16:creationId xmlns:a16="http://schemas.microsoft.com/office/drawing/2014/main" id="{5C165FCC-D038-4B75-9434-12C835CFFE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233" y="5857675"/>
            <a:ext cx="548720" cy="548720"/>
          </a:xfrm>
          <a:prstGeom prst="rect">
            <a:avLst/>
          </a:prstGeom>
        </p:spPr>
      </p:pic>
      <p:pic>
        <p:nvPicPr>
          <p:cNvPr id="34" name="Graphique 33" descr="Calendrier à feuilles avec un remplissage uni">
            <a:extLst>
              <a:ext uri="{FF2B5EF4-FFF2-40B4-BE49-F238E27FC236}">
                <a16:creationId xmlns:a16="http://schemas.microsoft.com/office/drawing/2014/main" id="{FF58D908-2182-4790-9D5A-430B2C5F4C1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20359" y="4112033"/>
            <a:ext cx="436806" cy="436806"/>
          </a:xfrm>
          <a:prstGeom prst="rect">
            <a:avLst/>
          </a:prstGeom>
        </p:spPr>
      </p:pic>
      <p:pic>
        <p:nvPicPr>
          <p:cNvPr id="35" name="Graphique 34" descr="Calendrier à feuilles avec un remplissage uni">
            <a:extLst>
              <a:ext uri="{FF2B5EF4-FFF2-40B4-BE49-F238E27FC236}">
                <a16:creationId xmlns:a16="http://schemas.microsoft.com/office/drawing/2014/main" id="{01ECDA1F-B57A-4D8F-AA66-02FAD2458B0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16905" y="4112033"/>
            <a:ext cx="436806" cy="436806"/>
          </a:xfrm>
          <a:prstGeom prst="rect">
            <a:avLst/>
          </a:prstGeom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6ADD0229-0CD5-4C8C-84BB-FA204B52F2B3}"/>
              </a:ext>
            </a:extLst>
          </p:cNvPr>
          <p:cNvCxnSpPr>
            <a:cxnSpLocks/>
            <a:stCxn id="18" idx="3"/>
            <a:endCxn id="34" idx="1"/>
          </p:cNvCxnSpPr>
          <p:nvPr/>
        </p:nvCxnSpPr>
        <p:spPr>
          <a:xfrm>
            <a:off x="3123103" y="4330436"/>
            <a:ext cx="397256" cy="0"/>
          </a:xfrm>
          <a:prstGeom prst="straightConnector1">
            <a:avLst/>
          </a:prstGeom>
          <a:ln w="57150">
            <a:solidFill>
              <a:srgbClr val="EC7B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2E7C1CCC-DC4C-4D52-8A8D-FBABE9B99948}"/>
              </a:ext>
            </a:extLst>
          </p:cNvPr>
          <p:cNvCxnSpPr>
            <a:cxnSpLocks/>
            <a:stCxn id="34" idx="3"/>
            <a:endCxn id="35" idx="1"/>
          </p:cNvCxnSpPr>
          <p:nvPr/>
        </p:nvCxnSpPr>
        <p:spPr>
          <a:xfrm>
            <a:off x="3957165" y="4330436"/>
            <a:ext cx="359740" cy="0"/>
          </a:xfrm>
          <a:prstGeom prst="straightConnector1">
            <a:avLst/>
          </a:prstGeom>
          <a:ln w="57150">
            <a:solidFill>
              <a:srgbClr val="EC7B2B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Graphique 54" descr="Calendrier à feuilles avec un remplissage uni">
            <a:extLst>
              <a:ext uri="{FF2B5EF4-FFF2-40B4-BE49-F238E27FC236}">
                <a16:creationId xmlns:a16="http://schemas.microsoft.com/office/drawing/2014/main" id="{79D52C0E-84B5-48E9-A705-22913E724AD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632345" y="5618684"/>
            <a:ext cx="436806" cy="436806"/>
          </a:xfrm>
          <a:prstGeom prst="rect">
            <a:avLst/>
          </a:prstGeom>
        </p:spPr>
      </p:pic>
      <p:pic>
        <p:nvPicPr>
          <p:cNvPr id="64" name="Graphique 63" descr="Calendrier à feuilles avec un remplissage uni">
            <a:extLst>
              <a:ext uri="{FF2B5EF4-FFF2-40B4-BE49-F238E27FC236}">
                <a16:creationId xmlns:a16="http://schemas.microsoft.com/office/drawing/2014/main" id="{5A080DDF-249C-405E-8517-54C8AC31335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04233" y="5219301"/>
            <a:ext cx="436806" cy="436806"/>
          </a:xfrm>
          <a:prstGeom prst="rect">
            <a:avLst/>
          </a:prstGeom>
        </p:spPr>
      </p:pic>
      <p:sp>
        <p:nvSpPr>
          <p:cNvPr id="67" name="Flèche : gauche 66">
            <a:extLst>
              <a:ext uri="{FF2B5EF4-FFF2-40B4-BE49-F238E27FC236}">
                <a16:creationId xmlns:a16="http://schemas.microsoft.com/office/drawing/2014/main" id="{6E7C9C90-EF5F-4432-B2F8-ADEBB618682E}"/>
              </a:ext>
            </a:extLst>
          </p:cNvPr>
          <p:cNvSpPr/>
          <p:nvPr/>
        </p:nvSpPr>
        <p:spPr>
          <a:xfrm flipH="1">
            <a:off x="6492319" y="5362841"/>
            <a:ext cx="172431" cy="218403"/>
          </a:xfrm>
          <a:prstGeom prst="leftArrow">
            <a:avLst/>
          </a:prstGeom>
          <a:solidFill>
            <a:srgbClr val="3494BA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Flèche : gauche 69">
            <a:extLst>
              <a:ext uri="{FF2B5EF4-FFF2-40B4-BE49-F238E27FC236}">
                <a16:creationId xmlns:a16="http://schemas.microsoft.com/office/drawing/2014/main" id="{38C2E291-1CED-442D-9835-0F525B65212C}"/>
              </a:ext>
            </a:extLst>
          </p:cNvPr>
          <p:cNvSpPr/>
          <p:nvPr/>
        </p:nvSpPr>
        <p:spPr>
          <a:xfrm flipH="1">
            <a:off x="6980522" y="5351588"/>
            <a:ext cx="172431" cy="218403"/>
          </a:xfrm>
          <a:prstGeom prst="leftArrow">
            <a:avLst/>
          </a:prstGeom>
          <a:solidFill>
            <a:srgbClr val="3494BA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7771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12311"/>
          </a:xfrm>
        </p:spPr>
        <p:txBody>
          <a:bodyPr>
            <a:noAutofit/>
          </a:bodyPr>
          <a:lstStyle/>
          <a:p>
            <a:r>
              <a:rPr lang="en-US" sz="2800" dirty="0"/>
              <a:t>Time Investment profiles Workshop</a:t>
            </a:r>
            <a:br>
              <a:rPr lang="en-US" sz="2800" dirty="0"/>
            </a:br>
            <a:r>
              <a:rPr lang="en-US" sz="2800" dirty="0"/>
              <a:t>2 extremes of time investment profiles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7FCA4CA-41B5-41D3-B5CD-DB22E30FD491}"/>
              </a:ext>
            </a:extLst>
          </p:cNvPr>
          <p:cNvSpPr/>
          <p:nvPr/>
        </p:nvSpPr>
        <p:spPr>
          <a:xfrm>
            <a:off x="1115568" y="3997627"/>
            <a:ext cx="4127618" cy="1160092"/>
          </a:xfrm>
          <a:prstGeom prst="rect">
            <a:avLst/>
          </a:prstGeom>
          <a:solidFill>
            <a:srgbClr val="EC7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 have so many topics running : it is difficult for me to interrupt my activities by myself and focus on Community topics.</a:t>
            </a:r>
          </a:p>
          <a:p>
            <a:pPr algn="ctr"/>
            <a:r>
              <a:rPr lang="en-US" sz="1200">
                <a:solidFill>
                  <a:schemeClr val="tx1"/>
                </a:solidFill>
              </a:rPr>
              <a:t> </a:t>
            </a:r>
          </a:p>
          <a:p>
            <a:pPr algn="ctr"/>
            <a:r>
              <a:rPr lang="en-US" sz="1200">
                <a:solidFill>
                  <a:schemeClr val="tx1"/>
                </a:solidFill>
              </a:rPr>
              <a:t>But if there are planned meetings, gatherings, activities, I have more chances to engage.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CCD7DFF0-27F8-4F58-9F0C-3D006CFC18BF}"/>
              </a:ext>
            </a:extLst>
          </p:cNvPr>
          <p:cNvSpPr/>
          <p:nvPr/>
        </p:nvSpPr>
        <p:spPr>
          <a:xfrm>
            <a:off x="6661789" y="3997628"/>
            <a:ext cx="4127618" cy="116009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I have a complicated agenda with very variable availabilities. It is difficult for me to attend Community activities on common timeslots.</a:t>
            </a:r>
          </a:p>
          <a:p>
            <a:pPr algn="ctr"/>
            <a:endParaRPr lang="en-US" sz="1200"/>
          </a:p>
          <a:p>
            <a:pPr algn="ctr"/>
            <a:r>
              <a:rPr lang="en-US" sz="1200"/>
              <a:t>But if you have activities that I can do by myself, I have more chances to engage.</a:t>
            </a:r>
          </a:p>
        </p:txBody>
      </p:sp>
      <p:sp>
        <p:nvSpPr>
          <p:cNvPr id="7" name="Triangle isocèle 6">
            <a:extLst>
              <a:ext uri="{FF2B5EF4-FFF2-40B4-BE49-F238E27FC236}">
                <a16:creationId xmlns:a16="http://schemas.microsoft.com/office/drawing/2014/main" id="{AA18631D-C20C-406A-A271-B731FC8AC51C}"/>
              </a:ext>
            </a:extLst>
          </p:cNvPr>
          <p:cNvSpPr/>
          <p:nvPr/>
        </p:nvSpPr>
        <p:spPr>
          <a:xfrm rot="16200000">
            <a:off x="5377268" y="4409961"/>
            <a:ext cx="307649" cy="324740"/>
          </a:xfrm>
          <a:prstGeom prst="triangle">
            <a:avLst/>
          </a:prstGeom>
          <a:solidFill>
            <a:srgbClr val="EC7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riangle isocèle 63">
            <a:extLst>
              <a:ext uri="{FF2B5EF4-FFF2-40B4-BE49-F238E27FC236}">
                <a16:creationId xmlns:a16="http://schemas.microsoft.com/office/drawing/2014/main" id="{6A69F7EB-FCC6-4579-8A52-9426C8431485}"/>
              </a:ext>
            </a:extLst>
          </p:cNvPr>
          <p:cNvSpPr/>
          <p:nvPr/>
        </p:nvSpPr>
        <p:spPr>
          <a:xfrm rot="16200000" flipV="1">
            <a:off x="6250609" y="4409959"/>
            <a:ext cx="307649" cy="3247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DB525F-3C15-4C19-8EAD-805E5CFFB9FF}"/>
              </a:ext>
            </a:extLst>
          </p:cNvPr>
          <p:cNvSpPr/>
          <p:nvPr/>
        </p:nvSpPr>
        <p:spPr>
          <a:xfrm>
            <a:off x="1115568" y="2268908"/>
            <a:ext cx="4127618" cy="1324926"/>
          </a:xfrm>
          <a:prstGeom prst="rect">
            <a:avLst/>
          </a:prstGeom>
          <a:solidFill>
            <a:srgbClr val="EC7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To me, the Community is first about meeting people, kinships and ability to directly interaction between members. Content comes second.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If there are planned meetings, gatherings, activities, I have more chances to engage.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AD13854-5D2B-41DA-8EBE-3E0C0ACD7DA1}"/>
              </a:ext>
            </a:extLst>
          </p:cNvPr>
          <p:cNvSpPr/>
          <p:nvPr/>
        </p:nvSpPr>
        <p:spPr>
          <a:xfrm>
            <a:off x="6661789" y="2268908"/>
            <a:ext cx="4127618" cy="13249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To me, the Community is first about shared interest in the same content, and ability to mutualize information and means of communication. Interaction comes second.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If you have activities that I can do by myself, I have more chances to engage.</a:t>
            </a:r>
          </a:p>
        </p:txBody>
      </p:sp>
      <p:sp>
        <p:nvSpPr>
          <p:cNvPr id="68" name="Triangle isocèle 67">
            <a:extLst>
              <a:ext uri="{FF2B5EF4-FFF2-40B4-BE49-F238E27FC236}">
                <a16:creationId xmlns:a16="http://schemas.microsoft.com/office/drawing/2014/main" id="{61C2E6F2-19D6-49BF-928A-24657BD79D86}"/>
              </a:ext>
            </a:extLst>
          </p:cNvPr>
          <p:cNvSpPr/>
          <p:nvPr/>
        </p:nvSpPr>
        <p:spPr>
          <a:xfrm rot="16200000">
            <a:off x="5346718" y="2709013"/>
            <a:ext cx="307649" cy="324740"/>
          </a:xfrm>
          <a:prstGeom prst="triangle">
            <a:avLst/>
          </a:prstGeom>
          <a:solidFill>
            <a:srgbClr val="EC7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riangle isocèle 68">
            <a:extLst>
              <a:ext uri="{FF2B5EF4-FFF2-40B4-BE49-F238E27FC236}">
                <a16:creationId xmlns:a16="http://schemas.microsoft.com/office/drawing/2014/main" id="{720C9ED9-7B02-4620-B5E3-CB0039B1F566}"/>
              </a:ext>
            </a:extLst>
          </p:cNvPr>
          <p:cNvSpPr/>
          <p:nvPr/>
        </p:nvSpPr>
        <p:spPr>
          <a:xfrm rot="16200000" flipV="1">
            <a:off x="6250609" y="2709011"/>
            <a:ext cx="307649" cy="3247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itre 1">
            <a:extLst>
              <a:ext uri="{FF2B5EF4-FFF2-40B4-BE49-F238E27FC236}">
                <a16:creationId xmlns:a16="http://schemas.microsoft.com/office/drawing/2014/main" id="{951DB08A-2091-4631-AD20-C7730B05C304}"/>
              </a:ext>
            </a:extLst>
          </p:cNvPr>
          <p:cNvSpPr txBox="1">
            <a:spLocks/>
          </p:cNvSpPr>
          <p:nvPr/>
        </p:nvSpPr>
        <p:spPr>
          <a:xfrm>
            <a:off x="1019175" y="3702188"/>
            <a:ext cx="4318997" cy="2954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“Stopping and Focusing on Content by myself, is a mental workload”</a:t>
            </a:r>
          </a:p>
        </p:txBody>
      </p:sp>
      <p:sp>
        <p:nvSpPr>
          <p:cNvPr id="71" name="Titre 1">
            <a:extLst>
              <a:ext uri="{FF2B5EF4-FFF2-40B4-BE49-F238E27FC236}">
                <a16:creationId xmlns:a16="http://schemas.microsoft.com/office/drawing/2014/main" id="{FCC99989-B1E3-400F-9E84-6F976D71ECFA}"/>
              </a:ext>
            </a:extLst>
          </p:cNvPr>
          <p:cNvSpPr txBox="1">
            <a:spLocks/>
          </p:cNvSpPr>
          <p:nvPr/>
        </p:nvSpPr>
        <p:spPr>
          <a:xfrm>
            <a:off x="1252151" y="1944242"/>
            <a:ext cx="3854452" cy="312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“I prefer interesting people”</a:t>
            </a:r>
          </a:p>
        </p:txBody>
      </p:sp>
      <p:sp>
        <p:nvSpPr>
          <p:cNvPr id="72" name="Titre 1">
            <a:extLst>
              <a:ext uri="{FF2B5EF4-FFF2-40B4-BE49-F238E27FC236}">
                <a16:creationId xmlns:a16="http://schemas.microsoft.com/office/drawing/2014/main" id="{B5D42672-9CF1-457A-8498-3F889FB30282}"/>
              </a:ext>
            </a:extLst>
          </p:cNvPr>
          <p:cNvSpPr txBox="1">
            <a:spLocks/>
          </p:cNvSpPr>
          <p:nvPr/>
        </p:nvSpPr>
        <p:spPr>
          <a:xfrm>
            <a:off x="6486526" y="3702188"/>
            <a:ext cx="4486274" cy="2721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“Meeting with members is a logistical difficulty”</a:t>
            </a:r>
          </a:p>
        </p:txBody>
      </p:sp>
      <p:sp>
        <p:nvSpPr>
          <p:cNvPr id="73" name="Titre 1">
            <a:extLst>
              <a:ext uri="{FF2B5EF4-FFF2-40B4-BE49-F238E27FC236}">
                <a16:creationId xmlns:a16="http://schemas.microsoft.com/office/drawing/2014/main" id="{7753DAA3-C14E-4D64-A3A7-44700CBA6948}"/>
              </a:ext>
            </a:extLst>
          </p:cNvPr>
          <p:cNvSpPr txBox="1">
            <a:spLocks/>
          </p:cNvSpPr>
          <p:nvPr/>
        </p:nvSpPr>
        <p:spPr>
          <a:xfrm>
            <a:off x="6798372" y="1955940"/>
            <a:ext cx="3854452" cy="312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“I prefer interesting content”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591D033-6A5D-43DA-9175-C498E6BB4643}"/>
              </a:ext>
            </a:extLst>
          </p:cNvPr>
          <p:cNvSpPr/>
          <p:nvPr/>
        </p:nvSpPr>
        <p:spPr>
          <a:xfrm>
            <a:off x="1115568" y="5833652"/>
            <a:ext cx="4127618" cy="760042"/>
          </a:xfrm>
          <a:prstGeom prst="rect">
            <a:avLst/>
          </a:prstGeom>
          <a:solidFill>
            <a:srgbClr val="EC7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 already have stacked so many books and articles to read, movies, videos and series to watch, games to play : more content would just pile up.  </a:t>
            </a:r>
          </a:p>
        </p:txBody>
      </p:sp>
      <p:sp>
        <p:nvSpPr>
          <p:cNvPr id="75" name="Titre 1">
            <a:extLst>
              <a:ext uri="{FF2B5EF4-FFF2-40B4-BE49-F238E27FC236}">
                <a16:creationId xmlns:a16="http://schemas.microsoft.com/office/drawing/2014/main" id="{621BE025-480B-4F43-9AE2-764B669248F6}"/>
              </a:ext>
            </a:extLst>
          </p:cNvPr>
          <p:cNvSpPr txBox="1">
            <a:spLocks/>
          </p:cNvSpPr>
          <p:nvPr/>
        </p:nvSpPr>
        <p:spPr>
          <a:xfrm>
            <a:off x="1115568" y="5561512"/>
            <a:ext cx="4127618" cy="27214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“I don’t need more content right now”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19C7C935-AAD2-4BBA-A028-4BA5930E53A7}"/>
              </a:ext>
            </a:extLst>
          </p:cNvPr>
          <p:cNvSpPr/>
          <p:nvPr/>
        </p:nvSpPr>
        <p:spPr>
          <a:xfrm>
            <a:off x="6661789" y="5833652"/>
            <a:ext cx="4127618" cy="7600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/>
              <a:t>I already have many friends, family members, colleagues and acquaintances I don’t even have time to meet. More people will just add more frustration.</a:t>
            </a:r>
          </a:p>
        </p:txBody>
      </p:sp>
      <p:sp>
        <p:nvSpPr>
          <p:cNvPr id="77" name="Titre 1">
            <a:extLst>
              <a:ext uri="{FF2B5EF4-FFF2-40B4-BE49-F238E27FC236}">
                <a16:creationId xmlns:a16="http://schemas.microsoft.com/office/drawing/2014/main" id="{30933158-8983-4E9F-A35A-88868F78EC3F}"/>
              </a:ext>
            </a:extLst>
          </p:cNvPr>
          <p:cNvSpPr txBox="1">
            <a:spLocks/>
          </p:cNvSpPr>
          <p:nvPr/>
        </p:nvSpPr>
        <p:spPr>
          <a:xfrm>
            <a:off x="6661789" y="5566138"/>
            <a:ext cx="4127618" cy="272141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“I don’t need more people right now”</a:t>
            </a:r>
          </a:p>
        </p:txBody>
      </p:sp>
      <p:sp>
        <p:nvSpPr>
          <p:cNvPr id="78" name="Triangle isocèle 77">
            <a:extLst>
              <a:ext uri="{FF2B5EF4-FFF2-40B4-BE49-F238E27FC236}">
                <a16:creationId xmlns:a16="http://schemas.microsoft.com/office/drawing/2014/main" id="{73B5CD1D-6595-46A5-9A47-B260F1B3EAE1}"/>
              </a:ext>
            </a:extLst>
          </p:cNvPr>
          <p:cNvSpPr/>
          <p:nvPr/>
        </p:nvSpPr>
        <p:spPr>
          <a:xfrm rot="16200000">
            <a:off x="5376388" y="6051300"/>
            <a:ext cx="307649" cy="324740"/>
          </a:xfrm>
          <a:prstGeom prst="triangle">
            <a:avLst/>
          </a:prstGeom>
          <a:solidFill>
            <a:srgbClr val="EC7B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riangle isocèle 78">
            <a:extLst>
              <a:ext uri="{FF2B5EF4-FFF2-40B4-BE49-F238E27FC236}">
                <a16:creationId xmlns:a16="http://schemas.microsoft.com/office/drawing/2014/main" id="{C1339FA1-B088-4581-BFBE-072FF1939B72}"/>
              </a:ext>
            </a:extLst>
          </p:cNvPr>
          <p:cNvSpPr/>
          <p:nvPr/>
        </p:nvSpPr>
        <p:spPr>
          <a:xfrm rot="16200000" flipV="1">
            <a:off x="6250609" y="6051299"/>
            <a:ext cx="307649" cy="324742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e 20">
            <a:extLst>
              <a:ext uri="{FF2B5EF4-FFF2-40B4-BE49-F238E27FC236}">
                <a16:creationId xmlns:a16="http://schemas.microsoft.com/office/drawing/2014/main" id="{DFAFDC04-3D10-4EED-8366-D411B288AC07}"/>
              </a:ext>
            </a:extLst>
          </p:cNvPr>
          <p:cNvGrpSpPr/>
          <p:nvPr/>
        </p:nvGrpSpPr>
        <p:grpSpPr>
          <a:xfrm>
            <a:off x="62377" y="4270815"/>
            <a:ext cx="956798" cy="601934"/>
            <a:chOff x="6989470" y="1452253"/>
            <a:chExt cx="2968717" cy="1867662"/>
          </a:xfrm>
          <a:solidFill>
            <a:schemeClr val="accent2"/>
          </a:solidFill>
        </p:grpSpPr>
        <p:pic>
          <p:nvPicPr>
            <p:cNvPr id="22" name="Graphique 21" descr="Groupe de personnes avec un remplissage uni">
              <a:extLst>
                <a:ext uri="{FF2B5EF4-FFF2-40B4-BE49-F238E27FC236}">
                  <a16:creationId xmlns:a16="http://schemas.microsoft.com/office/drawing/2014/main" id="{C9CDF9C2-184A-4007-AF9F-9105579392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89470" y="1452253"/>
              <a:ext cx="1867662" cy="1867662"/>
            </a:xfrm>
            <a:prstGeom prst="rect">
              <a:avLst/>
            </a:prstGeom>
          </p:spPr>
        </p:pic>
        <p:pic>
          <p:nvPicPr>
            <p:cNvPr id="23" name="Graphique 22" descr="Groupe de personnes avec un remplissage uni">
              <a:extLst>
                <a:ext uri="{FF2B5EF4-FFF2-40B4-BE49-F238E27FC236}">
                  <a16:creationId xmlns:a16="http://schemas.microsoft.com/office/drawing/2014/main" id="{C21FA496-40F4-4ECB-922E-9EC0D8367D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/>
            <a:stretch/>
          </p:blipFill>
          <p:spPr>
            <a:xfrm>
              <a:off x="8090525" y="1513565"/>
              <a:ext cx="1867662" cy="651367"/>
            </a:xfrm>
            <a:prstGeom prst="rect">
              <a:avLst/>
            </a:prstGeom>
          </p:spPr>
        </p:pic>
        <p:pic>
          <p:nvPicPr>
            <p:cNvPr id="24" name="Graphique 23" descr="Groupe de personnes avec un remplissage uni">
              <a:extLst>
                <a:ext uri="{FF2B5EF4-FFF2-40B4-BE49-F238E27FC236}">
                  <a16:creationId xmlns:a16="http://schemas.microsoft.com/office/drawing/2014/main" id="{56736A90-E038-4ADC-8A99-7EE535CCC9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 r="30495"/>
            <a:stretch/>
          </p:blipFill>
          <p:spPr>
            <a:xfrm>
              <a:off x="8316394" y="2091056"/>
              <a:ext cx="1298123" cy="651367"/>
            </a:xfrm>
            <a:prstGeom prst="rect">
              <a:avLst/>
            </a:prstGeom>
          </p:spPr>
        </p:pic>
        <p:pic>
          <p:nvPicPr>
            <p:cNvPr id="25" name="Graphique 24" descr="Groupe de personnes avec un remplissage uni">
              <a:extLst>
                <a:ext uri="{FF2B5EF4-FFF2-40B4-BE49-F238E27FC236}">
                  <a16:creationId xmlns:a16="http://schemas.microsoft.com/office/drawing/2014/main" id="{652F8FA1-FE88-4138-A514-F2C46FA0BC0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 r="65831"/>
            <a:stretch/>
          </p:blipFill>
          <p:spPr>
            <a:xfrm>
              <a:off x="6989470" y="1513565"/>
              <a:ext cx="638169" cy="651367"/>
            </a:xfrm>
            <a:prstGeom prst="rect">
              <a:avLst/>
            </a:prstGeom>
          </p:spPr>
        </p:pic>
        <p:pic>
          <p:nvPicPr>
            <p:cNvPr id="26" name="Graphique 25" descr="Groupe de personnes avec un remplissage uni">
              <a:extLst>
                <a:ext uri="{FF2B5EF4-FFF2-40B4-BE49-F238E27FC236}">
                  <a16:creationId xmlns:a16="http://schemas.microsoft.com/office/drawing/2014/main" id="{A4E5FFDF-7C9D-4C28-ACB0-D25374E75E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 r="30495"/>
            <a:stretch/>
          </p:blipFill>
          <p:spPr>
            <a:xfrm>
              <a:off x="8498660" y="2653414"/>
              <a:ext cx="1298123" cy="651367"/>
            </a:xfrm>
            <a:prstGeom prst="rect">
              <a:avLst/>
            </a:prstGeom>
          </p:spPr>
        </p:pic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5F62309C-562B-4359-9DCE-C434A33C7641}"/>
              </a:ext>
            </a:extLst>
          </p:cNvPr>
          <p:cNvGrpSpPr/>
          <p:nvPr/>
        </p:nvGrpSpPr>
        <p:grpSpPr>
          <a:xfrm>
            <a:off x="0" y="2570415"/>
            <a:ext cx="956798" cy="601934"/>
            <a:chOff x="6989470" y="1452253"/>
            <a:chExt cx="2968717" cy="1867662"/>
          </a:xfrm>
          <a:solidFill>
            <a:schemeClr val="accent2"/>
          </a:solidFill>
        </p:grpSpPr>
        <p:pic>
          <p:nvPicPr>
            <p:cNvPr id="28" name="Graphique 27" descr="Groupe de personnes avec un remplissage uni">
              <a:extLst>
                <a:ext uri="{FF2B5EF4-FFF2-40B4-BE49-F238E27FC236}">
                  <a16:creationId xmlns:a16="http://schemas.microsoft.com/office/drawing/2014/main" id="{885750B1-4E78-4555-828F-E092EF226F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89470" y="1452253"/>
              <a:ext cx="1867662" cy="1867662"/>
            </a:xfrm>
            <a:prstGeom prst="rect">
              <a:avLst/>
            </a:prstGeom>
          </p:spPr>
        </p:pic>
        <p:pic>
          <p:nvPicPr>
            <p:cNvPr id="29" name="Graphique 28" descr="Groupe de personnes avec un remplissage uni">
              <a:extLst>
                <a:ext uri="{FF2B5EF4-FFF2-40B4-BE49-F238E27FC236}">
                  <a16:creationId xmlns:a16="http://schemas.microsoft.com/office/drawing/2014/main" id="{8B0F8DFC-B452-40CD-B24A-D9E0796C4FC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/>
            <a:stretch/>
          </p:blipFill>
          <p:spPr>
            <a:xfrm>
              <a:off x="8090525" y="1513565"/>
              <a:ext cx="1867662" cy="651367"/>
            </a:xfrm>
            <a:prstGeom prst="rect">
              <a:avLst/>
            </a:prstGeom>
          </p:spPr>
        </p:pic>
        <p:pic>
          <p:nvPicPr>
            <p:cNvPr id="30" name="Graphique 29" descr="Groupe de personnes avec un remplissage uni">
              <a:extLst>
                <a:ext uri="{FF2B5EF4-FFF2-40B4-BE49-F238E27FC236}">
                  <a16:creationId xmlns:a16="http://schemas.microsoft.com/office/drawing/2014/main" id="{C75953C0-9404-497B-AB29-3BEB56FD15D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 r="30495"/>
            <a:stretch/>
          </p:blipFill>
          <p:spPr>
            <a:xfrm>
              <a:off x="8316394" y="2091056"/>
              <a:ext cx="1298123" cy="651367"/>
            </a:xfrm>
            <a:prstGeom prst="rect">
              <a:avLst/>
            </a:prstGeom>
          </p:spPr>
        </p:pic>
        <p:pic>
          <p:nvPicPr>
            <p:cNvPr id="31" name="Graphique 30" descr="Groupe de personnes avec un remplissage uni">
              <a:extLst>
                <a:ext uri="{FF2B5EF4-FFF2-40B4-BE49-F238E27FC236}">
                  <a16:creationId xmlns:a16="http://schemas.microsoft.com/office/drawing/2014/main" id="{C4B65ECF-07E0-4C70-8736-64C2FE12E3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 r="65831"/>
            <a:stretch/>
          </p:blipFill>
          <p:spPr>
            <a:xfrm>
              <a:off x="6989470" y="1513565"/>
              <a:ext cx="638169" cy="651367"/>
            </a:xfrm>
            <a:prstGeom prst="rect">
              <a:avLst/>
            </a:prstGeom>
          </p:spPr>
        </p:pic>
        <p:pic>
          <p:nvPicPr>
            <p:cNvPr id="32" name="Graphique 31" descr="Groupe de personnes avec un remplissage uni">
              <a:extLst>
                <a:ext uri="{FF2B5EF4-FFF2-40B4-BE49-F238E27FC236}">
                  <a16:creationId xmlns:a16="http://schemas.microsoft.com/office/drawing/2014/main" id="{319FC2AE-C79B-44D3-90F3-48D3D09C75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 r="30495"/>
            <a:stretch/>
          </p:blipFill>
          <p:spPr>
            <a:xfrm>
              <a:off x="8498660" y="2653414"/>
              <a:ext cx="1298123" cy="651367"/>
            </a:xfrm>
            <a:prstGeom prst="rect">
              <a:avLst/>
            </a:prstGeom>
          </p:spPr>
        </p:pic>
      </p:grpSp>
      <p:grpSp>
        <p:nvGrpSpPr>
          <p:cNvPr id="33" name="Groupe 32">
            <a:extLst>
              <a:ext uri="{FF2B5EF4-FFF2-40B4-BE49-F238E27FC236}">
                <a16:creationId xmlns:a16="http://schemas.microsoft.com/office/drawing/2014/main" id="{B0FDE926-6110-4AA9-BA99-52FBB76673F2}"/>
              </a:ext>
            </a:extLst>
          </p:cNvPr>
          <p:cNvGrpSpPr/>
          <p:nvPr/>
        </p:nvGrpSpPr>
        <p:grpSpPr>
          <a:xfrm>
            <a:off x="-1513" y="5912703"/>
            <a:ext cx="956798" cy="601934"/>
            <a:chOff x="6989470" y="1452253"/>
            <a:chExt cx="2968717" cy="1867662"/>
          </a:xfrm>
          <a:solidFill>
            <a:schemeClr val="accent2"/>
          </a:solidFill>
        </p:grpSpPr>
        <p:pic>
          <p:nvPicPr>
            <p:cNvPr id="34" name="Graphique 33" descr="Groupe de personnes avec un remplissage uni">
              <a:extLst>
                <a:ext uri="{FF2B5EF4-FFF2-40B4-BE49-F238E27FC236}">
                  <a16:creationId xmlns:a16="http://schemas.microsoft.com/office/drawing/2014/main" id="{E9AF41B9-3103-44C0-9183-29364CE40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989470" y="1452253"/>
              <a:ext cx="1867662" cy="1867662"/>
            </a:xfrm>
            <a:prstGeom prst="rect">
              <a:avLst/>
            </a:prstGeom>
          </p:spPr>
        </p:pic>
        <p:pic>
          <p:nvPicPr>
            <p:cNvPr id="35" name="Graphique 34" descr="Groupe de personnes avec un remplissage uni">
              <a:extLst>
                <a:ext uri="{FF2B5EF4-FFF2-40B4-BE49-F238E27FC236}">
                  <a16:creationId xmlns:a16="http://schemas.microsoft.com/office/drawing/2014/main" id="{3982A871-71E1-4FA6-A7EB-B842C6FD7EC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/>
            <a:stretch/>
          </p:blipFill>
          <p:spPr>
            <a:xfrm>
              <a:off x="8090525" y="1513565"/>
              <a:ext cx="1867662" cy="651367"/>
            </a:xfrm>
            <a:prstGeom prst="rect">
              <a:avLst/>
            </a:prstGeom>
          </p:spPr>
        </p:pic>
        <p:pic>
          <p:nvPicPr>
            <p:cNvPr id="36" name="Graphique 35" descr="Groupe de personnes avec un remplissage uni">
              <a:extLst>
                <a:ext uri="{FF2B5EF4-FFF2-40B4-BE49-F238E27FC236}">
                  <a16:creationId xmlns:a16="http://schemas.microsoft.com/office/drawing/2014/main" id="{6A6C4849-37A5-44E4-BA57-8131CFDEA8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 r="30495"/>
            <a:stretch/>
          </p:blipFill>
          <p:spPr>
            <a:xfrm>
              <a:off x="8316394" y="2091056"/>
              <a:ext cx="1298123" cy="651367"/>
            </a:xfrm>
            <a:prstGeom prst="rect">
              <a:avLst/>
            </a:prstGeom>
          </p:spPr>
        </p:pic>
        <p:pic>
          <p:nvPicPr>
            <p:cNvPr id="37" name="Graphique 36" descr="Groupe de personnes avec un remplissage uni">
              <a:extLst>
                <a:ext uri="{FF2B5EF4-FFF2-40B4-BE49-F238E27FC236}">
                  <a16:creationId xmlns:a16="http://schemas.microsoft.com/office/drawing/2014/main" id="{36DC0562-B562-4549-962F-E1C772545B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 r="65831"/>
            <a:stretch/>
          </p:blipFill>
          <p:spPr>
            <a:xfrm>
              <a:off x="6989470" y="1513565"/>
              <a:ext cx="638169" cy="651367"/>
            </a:xfrm>
            <a:prstGeom prst="rect">
              <a:avLst/>
            </a:prstGeom>
          </p:spPr>
        </p:pic>
        <p:pic>
          <p:nvPicPr>
            <p:cNvPr id="38" name="Graphique 37" descr="Groupe de personnes avec un remplissage uni">
              <a:extLst>
                <a:ext uri="{FF2B5EF4-FFF2-40B4-BE49-F238E27FC236}">
                  <a16:creationId xmlns:a16="http://schemas.microsoft.com/office/drawing/2014/main" id="{A3364CC4-9A52-4051-90D2-C551AA7B15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t="65384" r="30495"/>
            <a:stretch/>
          </p:blipFill>
          <p:spPr>
            <a:xfrm>
              <a:off x="8498660" y="2653414"/>
              <a:ext cx="1298123" cy="651367"/>
            </a:xfrm>
            <a:prstGeom prst="rect">
              <a:avLst/>
            </a:prstGeom>
          </p:spPr>
        </p:pic>
      </p:grpSp>
      <p:pic>
        <p:nvPicPr>
          <p:cNvPr id="39" name="Graphique 38" descr="Utilisateur avec un remplissage uni">
            <a:extLst>
              <a:ext uri="{FF2B5EF4-FFF2-40B4-BE49-F238E27FC236}">
                <a16:creationId xmlns:a16="http://schemas.microsoft.com/office/drawing/2014/main" id="{902D2305-9471-4362-A4C1-17CDE7C2F3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14081" y="2496252"/>
            <a:ext cx="750260" cy="750260"/>
          </a:xfrm>
          <a:prstGeom prst="rect">
            <a:avLst/>
          </a:prstGeom>
        </p:spPr>
      </p:pic>
      <p:pic>
        <p:nvPicPr>
          <p:cNvPr id="40" name="Graphique 39" descr="Utilisateur avec un remplissage uni">
            <a:extLst>
              <a:ext uri="{FF2B5EF4-FFF2-40B4-BE49-F238E27FC236}">
                <a16:creationId xmlns:a16="http://schemas.microsoft.com/office/drawing/2014/main" id="{64011E02-FDE9-481F-9F7B-7898FE1A35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24500" y="4144027"/>
            <a:ext cx="750260" cy="750260"/>
          </a:xfrm>
          <a:prstGeom prst="rect">
            <a:avLst/>
          </a:prstGeom>
        </p:spPr>
      </p:pic>
      <p:pic>
        <p:nvPicPr>
          <p:cNvPr id="41" name="Graphique 40" descr="Utilisateur avec un remplissage uni">
            <a:extLst>
              <a:ext uri="{FF2B5EF4-FFF2-40B4-BE49-F238E27FC236}">
                <a16:creationId xmlns:a16="http://schemas.microsoft.com/office/drawing/2014/main" id="{E0D41CD7-C88C-4DF6-ABB2-56D3C56FAC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8390" y="5848420"/>
            <a:ext cx="750260" cy="75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13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2DFB249-4BAC-45D8-BD66-8A9B4826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712311"/>
          </a:xfrm>
        </p:spPr>
        <p:txBody>
          <a:bodyPr>
            <a:noAutofit/>
          </a:bodyPr>
          <a:lstStyle/>
          <a:p>
            <a:r>
              <a:rPr lang="en-US" sz="2800" dirty="0"/>
              <a:t>Time Investment profiles Workshop</a:t>
            </a:r>
            <a:br>
              <a:rPr lang="en-US" sz="2800" dirty="0"/>
            </a:br>
            <a:r>
              <a:rPr lang="en-US" sz="2800" dirty="0"/>
              <a:t>2 extremes of time investment profiles</a:t>
            </a:r>
          </a:p>
        </p:txBody>
      </p:sp>
      <p:sp>
        <p:nvSpPr>
          <p:cNvPr id="68" name="Triangle isocèle 67">
            <a:extLst>
              <a:ext uri="{FF2B5EF4-FFF2-40B4-BE49-F238E27FC236}">
                <a16:creationId xmlns:a16="http://schemas.microsoft.com/office/drawing/2014/main" id="{61C2E6F2-19D6-49BF-928A-24657BD79D86}"/>
              </a:ext>
            </a:extLst>
          </p:cNvPr>
          <p:cNvSpPr/>
          <p:nvPr/>
        </p:nvSpPr>
        <p:spPr>
          <a:xfrm>
            <a:off x="1941001" y="3871436"/>
            <a:ext cx="307649" cy="32474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69" name="Triangle isocèle 68">
            <a:extLst>
              <a:ext uri="{FF2B5EF4-FFF2-40B4-BE49-F238E27FC236}">
                <a16:creationId xmlns:a16="http://schemas.microsoft.com/office/drawing/2014/main" id="{720C9ED9-7B02-4620-B5E3-CB0039B1F566}"/>
              </a:ext>
            </a:extLst>
          </p:cNvPr>
          <p:cNvSpPr/>
          <p:nvPr/>
        </p:nvSpPr>
        <p:spPr>
          <a:xfrm flipV="1">
            <a:off x="1941002" y="4573070"/>
            <a:ext cx="307649" cy="324742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24" name="Triangle isocèle 23">
            <a:extLst>
              <a:ext uri="{FF2B5EF4-FFF2-40B4-BE49-F238E27FC236}">
                <a16:creationId xmlns:a16="http://schemas.microsoft.com/office/drawing/2014/main" id="{6851EC49-FD94-48F3-8CCE-BEC0A1C0CA78}"/>
              </a:ext>
            </a:extLst>
          </p:cNvPr>
          <p:cNvSpPr/>
          <p:nvPr/>
        </p:nvSpPr>
        <p:spPr>
          <a:xfrm>
            <a:off x="5942175" y="3828695"/>
            <a:ext cx="307649" cy="32474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25" name="Triangle isocèle 24">
            <a:extLst>
              <a:ext uri="{FF2B5EF4-FFF2-40B4-BE49-F238E27FC236}">
                <a16:creationId xmlns:a16="http://schemas.microsoft.com/office/drawing/2014/main" id="{EFEE910E-991E-49CF-919F-DAA3A9DEF02F}"/>
              </a:ext>
            </a:extLst>
          </p:cNvPr>
          <p:cNvSpPr/>
          <p:nvPr/>
        </p:nvSpPr>
        <p:spPr>
          <a:xfrm flipV="1">
            <a:off x="5942175" y="4604897"/>
            <a:ext cx="307649" cy="324742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30" name="Triangle isocèle 29">
            <a:extLst>
              <a:ext uri="{FF2B5EF4-FFF2-40B4-BE49-F238E27FC236}">
                <a16:creationId xmlns:a16="http://schemas.microsoft.com/office/drawing/2014/main" id="{CBC15DE3-EF1D-40C4-83D7-BE47EB7A1D8F}"/>
              </a:ext>
            </a:extLst>
          </p:cNvPr>
          <p:cNvSpPr/>
          <p:nvPr/>
        </p:nvSpPr>
        <p:spPr>
          <a:xfrm>
            <a:off x="9925440" y="3841256"/>
            <a:ext cx="307649" cy="324740"/>
          </a:xfrm>
          <a:prstGeom prst="triangl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31" name="Triangle isocèle 30">
            <a:extLst>
              <a:ext uri="{FF2B5EF4-FFF2-40B4-BE49-F238E27FC236}">
                <a16:creationId xmlns:a16="http://schemas.microsoft.com/office/drawing/2014/main" id="{A7CDBFC3-85CA-43D5-A6EF-FBFF6692C95B}"/>
              </a:ext>
            </a:extLst>
          </p:cNvPr>
          <p:cNvSpPr/>
          <p:nvPr/>
        </p:nvSpPr>
        <p:spPr>
          <a:xfrm flipV="1">
            <a:off x="9947294" y="4573070"/>
            <a:ext cx="307649" cy="324742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DB525F-3C15-4C19-8EAD-805E5CFFB9FF}"/>
              </a:ext>
            </a:extLst>
          </p:cNvPr>
          <p:cNvSpPr/>
          <p:nvPr/>
        </p:nvSpPr>
        <p:spPr>
          <a:xfrm>
            <a:off x="172593" y="2716689"/>
            <a:ext cx="3844469" cy="85529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It is important to stay open to any topics and trust the process. Over time, it will prove itself valuable.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AD13854-5D2B-41DA-8EBE-3E0C0ACD7DA1}"/>
              </a:ext>
            </a:extLst>
          </p:cNvPr>
          <p:cNvSpPr/>
          <p:nvPr/>
        </p:nvSpPr>
        <p:spPr>
          <a:xfrm>
            <a:off x="172593" y="5520038"/>
            <a:ext cx="3844469" cy="757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It is more important to be selective to find out what is most aligned with me at a given moment.</a:t>
            </a:r>
          </a:p>
        </p:txBody>
      </p:sp>
      <p:sp>
        <p:nvSpPr>
          <p:cNvPr id="71" name="Titre 1">
            <a:extLst>
              <a:ext uri="{FF2B5EF4-FFF2-40B4-BE49-F238E27FC236}">
                <a16:creationId xmlns:a16="http://schemas.microsoft.com/office/drawing/2014/main" id="{FCC99989-B1E3-400F-9E84-6F976D71ECFA}"/>
              </a:ext>
            </a:extLst>
          </p:cNvPr>
          <p:cNvSpPr txBox="1">
            <a:spLocks/>
          </p:cNvSpPr>
          <p:nvPr/>
        </p:nvSpPr>
        <p:spPr>
          <a:xfrm>
            <a:off x="299807" y="2249042"/>
            <a:ext cx="3590042" cy="312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“Best experiences are built over time, regularity and repetition”</a:t>
            </a:r>
          </a:p>
        </p:txBody>
      </p:sp>
      <p:sp>
        <p:nvSpPr>
          <p:cNvPr id="73" name="Titre 1">
            <a:extLst>
              <a:ext uri="{FF2B5EF4-FFF2-40B4-BE49-F238E27FC236}">
                <a16:creationId xmlns:a16="http://schemas.microsoft.com/office/drawing/2014/main" id="{7753DAA3-C14E-4D64-A3A7-44700CBA6948}"/>
              </a:ext>
            </a:extLst>
          </p:cNvPr>
          <p:cNvSpPr txBox="1">
            <a:spLocks/>
          </p:cNvSpPr>
          <p:nvPr/>
        </p:nvSpPr>
        <p:spPr>
          <a:xfrm>
            <a:off x="299807" y="5074621"/>
            <a:ext cx="3590042" cy="3129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“The best comes from what you filter out for yourself”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9D14EE7-9488-4421-880C-3FC4AE2214DF}"/>
              </a:ext>
            </a:extLst>
          </p:cNvPr>
          <p:cNvSpPr/>
          <p:nvPr/>
        </p:nvSpPr>
        <p:spPr>
          <a:xfrm>
            <a:off x="4164812" y="2716689"/>
            <a:ext cx="3844469" cy="85529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 do not have energy to read all the descriptions and to compare options beforehand. I will join first and see what happens.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F8951D-5D17-496F-8F8A-D1B1539A6ECF}"/>
              </a:ext>
            </a:extLst>
          </p:cNvPr>
          <p:cNvSpPr/>
          <p:nvPr/>
        </p:nvSpPr>
        <p:spPr>
          <a:xfrm>
            <a:off x="4164812" y="5520038"/>
            <a:ext cx="3844469" cy="757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 do not have time to ensure regularity, I will spend time and attention to compare options and pick what fits me. </a:t>
            </a:r>
          </a:p>
        </p:txBody>
      </p:sp>
      <p:sp>
        <p:nvSpPr>
          <p:cNvPr id="26" name="Titre 1">
            <a:extLst>
              <a:ext uri="{FF2B5EF4-FFF2-40B4-BE49-F238E27FC236}">
                <a16:creationId xmlns:a16="http://schemas.microsoft.com/office/drawing/2014/main" id="{FD52280F-7CE6-4BE9-98F0-22D2FFE978E0}"/>
              </a:ext>
            </a:extLst>
          </p:cNvPr>
          <p:cNvSpPr txBox="1">
            <a:spLocks/>
          </p:cNvSpPr>
          <p:nvPr/>
        </p:nvSpPr>
        <p:spPr>
          <a:xfrm>
            <a:off x="4292026" y="2249042"/>
            <a:ext cx="3590042" cy="312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“Cherry picking activities is too much of a mental workload”</a:t>
            </a:r>
          </a:p>
        </p:txBody>
      </p:sp>
      <p:sp>
        <p:nvSpPr>
          <p:cNvPr id="27" name="Titre 1">
            <a:extLst>
              <a:ext uri="{FF2B5EF4-FFF2-40B4-BE49-F238E27FC236}">
                <a16:creationId xmlns:a16="http://schemas.microsoft.com/office/drawing/2014/main" id="{48F0A3B9-0621-49DA-AFFF-CDC1798D52DA}"/>
              </a:ext>
            </a:extLst>
          </p:cNvPr>
          <p:cNvSpPr txBox="1">
            <a:spLocks/>
          </p:cNvSpPr>
          <p:nvPr/>
        </p:nvSpPr>
        <p:spPr>
          <a:xfrm>
            <a:off x="4292026" y="5074621"/>
            <a:ext cx="3590042" cy="3129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“Regularity is too much of a commitment “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0E50C9-6530-4068-AE71-6940125F0051}"/>
              </a:ext>
            </a:extLst>
          </p:cNvPr>
          <p:cNvSpPr/>
          <p:nvPr/>
        </p:nvSpPr>
        <p:spPr>
          <a:xfrm>
            <a:off x="8157031" y="2716689"/>
            <a:ext cx="3844469" cy="85529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 have many small topics on which I cannot develop any firm experience. But if you propose a substantial experience, I am ready to consider it.  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1FE7F45-14B6-4B56-A071-EEC450B5AA9D}"/>
              </a:ext>
            </a:extLst>
          </p:cNvPr>
          <p:cNvSpPr/>
          <p:nvPr/>
        </p:nvSpPr>
        <p:spPr>
          <a:xfrm>
            <a:off x="8157031" y="5520038"/>
            <a:ext cx="3844469" cy="7577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My agenda is already full of recurring activities. But I occasionally can find a slot.</a:t>
            </a:r>
          </a:p>
        </p:txBody>
      </p:sp>
      <p:sp>
        <p:nvSpPr>
          <p:cNvPr id="32" name="Titre 1">
            <a:extLst>
              <a:ext uri="{FF2B5EF4-FFF2-40B4-BE49-F238E27FC236}">
                <a16:creationId xmlns:a16="http://schemas.microsoft.com/office/drawing/2014/main" id="{AF046507-90E8-45A6-8B04-4FEF43923620}"/>
              </a:ext>
            </a:extLst>
          </p:cNvPr>
          <p:cNvSpPr txBox="1">
            <a:spLocks/>
          </p:cNvSpPr>
          <p:nvPr/>
        </p:nvSpPr>
        <p:spPr>
          <a:xfrm>
            <a:off x="8284245" y="2249042"/>
            <a:ext cx="3590042" cy="31296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I don’t need dispersion right now </a:t>
            </a:r>
          </a:p>
        </p:txBody>
      </p:sp>
      <p:sp>
        <p:nvSpPr>
          <p:cNvPr id="33" name="Titre 1">
            <a:extLst>
              <a:ext uri="{FF2B5EF4-FFF2-40B4-BE49-F238E27FC236}">
                <a16:creationId xmlns:a16="http://schemas.microsoft.com/office/drawing/2014/main" id="{357A3430-0CA0-4BD7-BEC9-6D51A6100513}"/>
              </a:ext>
            </a:extLst>
          </p:cNvPr>
          <p:cNvSpPr txBox="1">
            <a:spLocks/>
          </p:cNvSpPr>
          <p:nvPr/>
        </p:nvSpPr>
        <p:spPr>
          <a:xfrm>
            <a:off x="8284245" y="5074621"/>
            <a:ext cx="3590042" cy="31296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00"/>
              <a:t>I don’t need regularity right now</a:t>
            </a:r>
          </a:p>
        </p:txBody>
      </p:sp>
      <p:pic>
        <p:nvPicPr>
          <p:cNvPr id="21" name="Graphique 20" descr="Actualiser avec un remplissage uni">
            <a:extLst>
              <a:ext uri="{FF2B5EF4-FFF2-40B4-BE49-F238E27FC236}">
                <a16:creationId xmlns:a16="http://schemas.microsoft.com/office/drawing/2014/main" id="{DE238CB3-8677-4347-9B00-1852757C6A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0774" y="2173703"/>
            <a:ext cx="487061" cy="487061"/>
          </a:xfrm>
          <a:prstGeom prst="rect">
            <a:avLst/>
          </a:prstGeom>
        </p:spPr>
      </p:pic>
      <p:pic>
        <p:nvPicPr>
          <p:cNvPr id="34" name="Graphique 33" descr="Actualiser avec un remplissage uni">
            <a:extLst>
              <a:ext uri="{FF2B5EF4-FFF2-40B4-BE49-F238E27FC236}">
                <a16:creationId xmlns:a16="http://schemas.microsoft.com/office/drawing/2014/main" id="{46D94339-8B82-4B2C-A377-4AEC02E37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2386" y="2152288"/>
            <a:ext cx="487061" cy="487061"/>
          </a:xfrm>
          <a:prstGeom prst="rect">
            <a:avLst/>
          </a:prstGeom>
        </p:spPr>
      </p:pic>
      <p:pic>
        <p:nvPicPr>
          <p:cNvPr id="35" name="Graphique 34" descr="Actualiser avec un remplissage uni">
            <a:extLst>
              <a:ext uri="{FF2B5EF4-FFF2-40B4-BE49-F238E27FC236}">
                <a16:creationId xmlns:a16="http://schemas.microsoft.com/office/drawing/2014/main" id="{A57BEA1F-2E99-479C-A993-1AB458D82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57031" y="2161995"/>
            <a:ext cx="487061" cy="487061"/>
          </a:xfrm>
          <a:prstGeom prst="rect">
            <a:avLst/>
          </a:prstGeom>
        </p:spPr>
      </p:pic>
      <p:pic>
        <p:nvPicPr>
          <p:cNvPr id="39" name="Graphique 38" descr="Point d’exclamation avec un remplissage uni">
            <a:extLst>
              <a:ext uri="{FF2B5EF4-FFF2-40B4-BE49-F238E27FC236}">
                <a16:creationId xmlns:a16="http://schemas.microsoft.com/office/drawing/2014/main" id="{10CFDF95-511D-4708-8DCC-5697574F27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204" t="-7973" r="19496"/>
          <a:stretch/>
        </p:blipFill>
        <p:spPr>
          <a:xfrm>
            <a:off x="109627" y="4881397"/>
            <a:ext cx="356660" cy="638641"/>
          </a:xfrm>
          <a:prstGeom prst="rect">
            <a:avLst/>
          </a:prstGeom>
        </p:spPr>
      </p:pic>
      <p:pic>
        <p:nvPicPr>
          <p:cNvPr id="40" name="Graphique 39" descr="Point d’exclamation avec un remplissage uni">
            <a:extLst>
              <a:ext uri="{FF2B5EF4-FFF2-40B4-BE49-F238E27FC236}">
                <a16:creationId xmlns:a16="http://schemas.microsoft.com/office/drawing/2014/main" id="{3FA71F42-09D3-43F0-96FC-47595DC51AD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204" t="-7973" r="19496"/>
          <a:stretch/>
        </p:blipFill>
        <p:spPr>
          <a:xfrm>
            <a:off x="4325916" y="4858895"/>
            <a:ext cx="356660" cy="638641"/>
          </a:xfrm>
          <a:prstGeom prst="rect">
            <a:avLst/>
          </a:prstGeom>
        </p:spPr>
      </p:pic>
      <p:pic>
        <p:nvPicPr>
          <p:cNvPr id="41" name="Graphique 40" descr="Point d’exclamation avec un remplissage uni">
            <a:extLst>
              <a:ext uri="{FF2B5EF4-FFF2-40B4-BE49-F238E27FC236}">
                <a16:creationId xmlns:a16="http://schemas.microsoft.com/office/drawing/2014/main" id="{2D5560EA-3B58-41F1-A0B3-FE2F1D3A1AA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0204" t="-7973" r="19496"/>
          <a:stretch/>
        </p:blipFill>
        <p:spPr>
          <a:xfrm>
            <a:off x="8222231" y="4815172"/>
            <a:ext cx="356660" cy="638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76266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3655</TotalTime>
  <Words>1645</Words>
  <Application>Microsoft Office PowerPoint</Application>
  <PresentationFormat>Grand écran</PresentationFormat>
  <Paragraphs>268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Avenir Next LT Pro</vt:lpstr>
      <vt:lpstr>Calibri</vt:lpstr>
      <vt:lpstr>Wingdings</vt:lpstr>
      <vt:lpstr>AccentBoxVTI</vt:lpstr>
      <vt:lpstr>W1  Time Investment Profiles Workshop </vt:lpstr>
      <vt:lpstr>Time Investment profiles Workshop Example of workshop result</vt:lpstr>
      <vt:lpstr>Time Investment profiles Workshop Empty sheet</vt:lpstr>
      <vt:lpstr>Time Investment profiles Workshop Example of workshop result</vt:lpstr>
      <vt:lpstr>Time Investment profiles Workshop Workshop step by step</vt:lpstr>
      <vt:lpstr>Time Investment profiles  Using the result to adjust activities</vt:lpstr>
      <vt:lpstr>Time Investment profiles  Simplified result</vt:lpstr>
      <vt:lpstr>Time Investment profiles Workshop 2 extremes of time investment profiles</vt:lpstr>
      <vt:lpstr>Time Investment profiles Workshop 2 extremes of time investment profiles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Intégrer la méthode #OSG dans une communauté</dc:title>
  <dc:creator>Alexandre Quach</dc:creator>
  <cp:lastModifiedBy>Alexandre Quach</cp:lastModifiedBy>
  <cp:revision>2</cp:revision>
  <dcterms:created xsi:type="dcterms:W3CDTF">2020-12-16T10:05:09Z</dcterms:created>
  <dcterms:modified xsi:type="dcterms:W3CDTF">2022-03-16T13:02:25Z</dcterms:modified>
</cp:coreProperties>
</file>