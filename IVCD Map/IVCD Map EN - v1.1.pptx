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382" r:id="rId5"/>
    <p:sldId id="1147" r:id="rId6"/>
    <p:sldId id="1162" r:id="rId7"/>
    <p:sldId id="1141" r:id="rId8"/>
    <p:sldId id="1142" r:id="rId9"/>
    <p:sldId id="1143" r:id="rId10"/>
    <p:sldId id="1139" r:id="rId11"/>
    <p:sldId id="1148" r:id="rId12"/>
    <p:sldId id="1128" r:id="rId13"/>
    <p:sldId id="1138" r:id="rId14"/>
    <p:sldId id="1167" r:id="rId15"/>
    <p:sldId id="1130" r:id="rId16"/>
    <p:sldId id="1140" r:id="rId17"/>
    <p:sldId id="1129" r:id="rId18"/>
    <p:sldId id="1127" r:id="rId19"/>
    <p:sldId id="1134" r:id="rId20"/>
    <p:sldId id="1163" r:id="rId21"/>
    <p:sldId id="1131" r:id="rId22"/>
    <p:sldId id="1132" r:id="rId23"/>
    <p:sldId id="1133" r:id="rId24"/>
    <p:sldId id="1135" r:id="rId25"/>
    <p:sldId id="1145" r:id="rId26"/>
    <p:sldId id="1164" r:id="rId27"/>
    <p:sldId id="424" r:id="rId28"/>
    <p:sldId id="371" r:id="rId29"/>
    <p:sldId id="383" r:id="rId30"/>
    <p:sldId id="373" r:id="rId31"/>
    <p:sldId id="374" r:id="rId32"/>
    <p:sldId id="377" r:id="rId33"/>
    <p:sldId id="1153" r:id="rId34"/>
    <p:sldId id="1155" r:id="rId35"/>
    <p:sldId id="1165" r:id="rId36"/>
    <p:sldId id="1149" r:id="rId37"/>
    <p:sldId id="1152" r:id="rId38"/>
    <p:sldId id="1150" r:id="rId39"/>
    <p:sldId id="1154" r:id="rId40"/>
    <p:sldId id="1156" r:id="rId41"/>
    <p:sldId id="1157" r:id="rId42"/>
    <p:sldId id="1158" r:id="rId43"/>
    <p:sldId id="1160" r:id="rId44"/>
    <p:sldId id="1159" r:id="rId45"/>
    <p:sldId id="1161" r:id="rId46"/>
    <p:sldId id="1166" r:id="rId47"/>
    <p:sldId id="1146" r:id="rId48"/>
    <p:sldId id="1144" r:id="rId49"/>
    <p:sldId id="1151" r:id="rId50"/>
    <p:sldId id="1072" r:id="rId5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A67C9B1-AC9B-4473-9B9A-FC71A4CDBD38}">
          <p14:sldIdLst>
            <p14:sldId id="382"/>
            <p14:sldId id="1147"/>
          </p14:sldIdLst>
        </p14:section>
        <p14:section name="Concept : Decision by the individual vs Consensus" id="{B6049770-41AC-4136-828A-A186C8C0287C}">
          <p14:sldIdLst>
            <p14:sldId id="1162"/>
            <p14:sldId id="1141"/>
            <p14:sldId id="1142"/>
            <p14:sldId id="1143"/>
            <p14:sldId id="1139"/>
            <p14:sldId id="1148"/>
            <p14:sldId id="1128"/>
            <p14:sldId id="1138"/>
            <p14:sldId id="1167"/>
            <p14:sldId id="1130"/>
            <p14:sldId id="1140"/>
            <p14:sldId id="1129"/>
            <p14:sldId id="1127"/>
            <p14:sldId id="1134"/>
          </p14:sldIdLst>
        </p14:section>
        <p14:section name="IVCD Map tool" id="{E7D901D5-61B2-4A7F-AFB6-2BA6A236177E}">
          <p14:sldIdLst>
            <p14:sldId id="1163"/>
            <p14:sldId id="1131"/>
            <p14:sldId id="1132"/>
            <p14:sldId id="1133"/>
            <p14:sldId id="1135"/>
            <p14:sldId id="1145"/>
          </p14:sldIdLst>
        </p14:section>
        <p14:section name="Usage en atelier d'équipe" id="{08FE0A6A-69F8-485A-9D1B-24E7CC4BF953}">
          <p14:sldIdLst>
            <p14:sldId id="1164"/>
            <p14:sldId id="424"/>
            <p14:sldId id="371"/>
            <p14:sldId id="383"/>
            <p14:sldId id="373"/>
            <p14:sldId id="374"/>
            <p14:sldId id="377"/>
          </p14:sldIdLst>
        </p14:section>
        <p14:section name="Usage en onboarding" id="{5D8F56BE-D5B8-4901-8922-747AD2CBEE85}">
          <p14:sldIdLst>
            <p14:sldId id="1153"/>
          </p14:sldIdLst>
        </p14:section>
        <p14:section name="Usage entre 2 équipes" id="{816E1AE8-2273-460C-8313-75F723A2FA02}">
          <p14:sldIdLst>
            <p14:sldId id="1155"/>
          </p14:sldIdLst>
        </p14:section>
        <p14:section name="Former à l'IVCD Map" id="{4166D4AE-5225-465F-A237-8AF48A189DD4}">
          <p14:sldIdLst>
            <p14:sldId id="1165"/>
            <p14:sldId id="1149"/>
            <p14:sldId id="1152"/>
            <p14:sldId id="1150"/>
            <p14:sldId id="1154"/>
            <p14:sldId id="1156"/>
            <p14:sldId id="1157"/>
            <p14:sldId id="1158"/>
            <p14:sldId id="1160"/>
            <p14:sldId id="1159"/>
            <p14:sldId id="1161"/>
          </p14:sldIdLst>
        </p14:section>
        <p14:section name="Limites et extensions de l'IVCD Map" id="{81ED65AD-85BF-41DE-9147-2732B8D87371}">
          <p14:sldIdLst>
            <p14:sldId id="1166"/>
            <p14:sldId id="1146"/>
            <p14:sldId id="1144"/>
            <p14:sldId id="1151"/>
            <p14:sldId id="10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E8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6B90FA-7D16-4DC3-8A6C-8B3B9CAB133B}" v="4" dt="2023-01-26T14:04:06.91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03a3b9a4-365b-425e-bba9-a77346403bac" providerId="ADAL" clId="{BE28B3A1-BAF2-4596-A24C-F9D494DD8FBA}"/>
    <pc:docChg chg="undo custSel modSld">
      <pc:chgData name="Alexandre Quach" userId="03a3b9a4-365b-425e-bba9-a77346403bac" providerId="ADAL" clId="{BE28B3A1-BAF2-4596-A24C-F9D494DD8FBA}" dt="2022-11-24T17:29:18.246" v="95" actId="20577"/>
      <pc:docMkLst>
        <pc:docMk/>
      </pc:docMkLst>
      <pc:sldChg chg="modSp mod">
        <pc:chgData name="Alexandre Quach" userId="03a3b9a4-365b-425e-bba9-a77346403bac" providerId="ADAL" clId="{BE28B3A1-BAF2-4596-A24C-F9D494DD8FBA}" dt="2022-11-24T17:28:15.283" v="0" actId="790"/>
        <pc:sldMkLst>
          <pc:docMk/>
          <pc:sldMk cId="2152990317" sldId="382"/>
        </pc:sldMkLst>
        <pc:spChg chg="mod">
          <ac:chgData name="Alexandre Quach" userId="03a3b9a4-365b-425e-bba9-a77346403bac" providerId="ADAL" clId="{BE28B3A1-BAF2-4596-A24C-F9D494DD8FBA}" dt="2022-11-24T17:28:15.283" v="0" actId="790"/>
          <ac:spMkLst>
            <pc:docMk/>
            <pc:sldMk cId="2152990317" sldId="382"/>
            <ac:spMk id="3" creationId="{760F2153-A99C-7884-B357-72D68732BCD2}"/>
          </ac:spMkLst>
        </pc:spChg>
        <pc:spChg chg="mod">
          <ac:chgData name="Alexandre Quach" userId="03a3b9a4-365b-425e-bba9-a77346403bac" providerId="ADAL" clId="{BE28B3A1-BAF2-4596-A24C-F9D494DD8FBA}" dt="2022-11-24T17:28:15.283" v="0" actId="790"/>
          <ac:spMkLst>
            <pc:docMk/>
            <pc:sldMk cId="2152990317" sldId="382"/>
            <ac:spMk id="10" creationId="{0177A830-B322-8CF3-6BF5-3D49B7B2E868}"/>
          </ac:spMkLst>
        </pc:spChg>
        <pc:spChg chg="mod">
          <ac:chgData name="Alexandre Quach" userId="03a3b9a4-365b-425e-bba9-a77346403bac" providerId="ADAL" clId="{BE28B3A1-BAF2-4596-A24C-F9D494DD8FBA}" dt="2022-11-24T17:28:15.283" v="0" actId="790"/>
          <ac:spMkLst>
            <pc:docMk/>
            <pc:sldMk cId="2152990317" sldId="382"/>
            <ac:spMk id="11" creationId="{060C7594-A753-4B36-C1B4-310F9221DFC5}"/>
          </ac:spMkLst>
        </pc:spChg>
        <pc:spChg chg="mod">
          <ac:chgData name="Alexandre Quach" userId="03a3b9a4-365b-425e-bba9-a77346403bac" providerId="ADAL" clId="{BE28B3A1-BAF2-4596-A24C-F9D494DD8FBA}" dt="2022-11-24T17:28:15.283" v="0" actId="790"/>
          <ac:spMkLst>
            <pc:docMk/>
            <pc:sldMk cId="2152990317" sldId="382"/>
            <ac:spMk id="12" creationId="{3AEECAC2-2625-2312-0968-DB95E7706F2B}"/>
          </ac:spMkLst>
        </pc:spChg>
        <pc:spChg chg="mod">
          <ac:chgData name="Alexandre Quach" userId="03a3b9a4-365b-425e-bba9-a77346403bac" providerId="ADAL" clId="{BE28B3A1-BAF2-4596-A24C-F9D494DD8FBA}" dt="2022-11-24T17:28:15.283" v="0" actId="790"/>
          <ac:spMkLst>
            <pc:docMk/>
            <pc:sldMk cId="2152990317" sldId="382"/>
            <ac:spMk id="13" creationId="{F5D0C438-6047-C567-09F6-C1E31BEF25FB}"/>
          </ac:spMkLst>
        </pc:spChg>
        <pc:spChg chg="mod">
          <ac:chgData name="Alexandre Quach" userId="03a3b9a4-365b-425e-bba9-a77346403bac" providerId="ADAL" clId="{BE28B3A1-BAF2-4596-A24C-F9D494DD8FBA}" dt="2022-11-24T17:28:15.283" v="0" actId="790"/>
          <ac:spMkLst>
            <pc:docMk/>
            <pc:sldMk cId="2152990317" sldId="382"/>
            <ac:spMk id="14" creationId="{0315FAD2-D840-3FAF-8BB0-D15E24F34D57}"/>
          </ac:spMkLst>
        </pc:spChg>
        <pc:spChg chg="mod">
          <ac:chgData name="Alexandre Quach" userId="03a3b9a4-365b-425e-bba9-a77346403bac" providerId="ADAL" clId="{BE28B3A1-BAF2-4596-A24C-F9D494DD8FBA}" dt="2022-11-24T17:28:15.283" v="0" actId="790"/>
          <ac:spMkLst>
            <pc:docMk/>
            <pc:sldMk cId="2152990317" sldId="382"/>
            <ac:spMk id="15" creationId="{60D677C1-F53D-A3C6-0864-E26237FD90E5}"/>
          </ac:spMkLst>
        </pc:spChg>
        <pc:spChg chg="mod">
          <ac:chgData name="Alexandre Quach" userId="03a3b9a4-365b-425e-bba9-a77346403bac" providerId="ADAL" clId="{BE28B3A1-BAF2-4596-A24C-F9D494DD8FBA}" dt="2022-11-24T17:28:15.283" v="0" actId="790"/>
          <ac:spMkLst>
            <pc:docMk/>
            <pc:sldMk cId="2152990317" sldId="382"/>
            <ac:spMk id="16" creationId="{D80F04CE-9A78-A1C1-C94A-CC5AB9BF7465}"/>
          </ac:spMkLst>
        </pc:spChg>
        <pc:spChg chg="mod">
          <ac:chgData name="Alexandre Quach" userId="03a3b9a4-365b-425e-bba9-a77346403bac" providerId="ADAL" clId="{BE28B3A1-BAF2-4596-A24C-F9D494DD8FBA}" dt="2022-11-24T17:28:15.283" v="0" actId="790"/>
          <ac:spMkLst>
            <pc:docMk/>
            <pc:sldMk cId="2152990317" sldId="382"/>
            <ac:spMk id="17" creationId="{4C8233DF-C674-9C0F-AF79-29606B456299}"/>
          </ac:spMkLst>
        </pc:spChg>
        <pc:spChg chg="mod">
          <ac:chgData name="Alexandre Quach" userId="03a3b9a4-365b-425e-bba9-a77346403bac" providerId="ADAL" clId="{BE28B3A1-BAF2-4596-A24C-F9D494DD8FBA}" dt="2022-11-24T17:28:15.283" v="0" actId="790"/>
          <ac:spMkLst>
            <pc:docMk/>
            <pc:sldMk cId="2152990317" sldId="382"/>
            <ac:spMk id="18" creationId="{92D53EE9-70BC-6577-9B7F-BDA55ED74B30}"/>
          </ac:spMkLst>
        </pc:spChg>
        <pc:spChg chg="mod">
          <ac:chgData name="Alexandre Quach" userId="03a3b9a4-365b-425e-bba9-a77346403bac" providerId="ADAL" clId="{BE28B3A1-BAF2-4596-A24C-F9D494DD8FBA}" dt="2022-11-24T17:28:15.283" v="0" actId="790"/>
          <ac:spMkLst>
            <pc:docMk/>
            <pc:sldMk cId="2152990317" sldId="382"/>
            <ac:spMk id="66" creationId="{065A1710-095B-4220-88EC-52590635CCBC}"/>
          </ac:spMkLst>
        </pc:spChg>
      </pc:sldChg>
      <pc:sldChg chg="modSp mod">
        <pc:chgData name="Alexandre Quach" userId="03a3b9a4-365b-425e-bba9-a77346403bac" providerId="ADAL" clId="{BE28B3A1-BAF2-4596-A24C-F9D494DD8FBA}" dt="2022-11-24T17:29:18.246" v="95" actId="20577"/>
        <pc:sldMkLst>
          <pc:docMk/>
          <pc:sldMk cId="351939243" sldId="1130"/>
        </pc:sldMkLst>
        <pc:spChg chg="mod">
          <ac:chgData name="Alexandre Quach" userId="03a3b9a4-365b-425e-bba9-a77346403bac" providerId="ADAL" clId="{BE28B3A1-BAF2-4596-A24C-F9D494DD8FBA}" dt="2022-11-24T17:29:18.246" v="95" actId="20577"/>
          <ac:spMkLst>
            <pc:docMk/>
            <pc:sldMk cId="351939243" sldId="1130"/>
            <ac:spMk id="5" creationId="{D3072777-5441-F931-C13E-9A1AFF135A19}"/>
          </ac:spMkLst>
        </pc:spChg>
      </pc:sldChg>
      <pc:sldChg chg="modSp mod">
        <pc:chgData name="Alexandre Quach" userId="03a3b9a4-365b-425e-bba9-a77346403bac" providerId="ADAL" clId="{BE28B3A1-BAF2-4596-A24C-F9D494DD8FBA}" dt="2022-11-24T17:28:57.041" v="82" actId="20577"/>
        <pc:sldMkLst>
          <pc:docMk/>
          <pc:sldMk cId="1403906293" sldId="1147"/>
        </pc:sldMkLst>
        <pc:spChg chg="mod">
          <ac:chgData name="Alexandre Quach" userId="03a3b9a4-365b-425e-bba9-a77346403bac" providerId="ADAL" clId="{BE28B3A1-BAF2-4596-A24C-F9D494DD8FBA}" dt="2022-11-24T17:28:25.199" v="1" actId="790"/>
          <ac:spMkLst>
            <pc:docMk/>
            <pc:sldMk cId="1403906293" sldId="1147"/>
            <ac:spMk id="2" creationId="{73472B64-6004-41BD-5197-4B9B05FAC173}"/>
          </ac:spMkLst>
        </pc:spChg>
        <pc:spChg chg="mod">
          <ac:chgData name="Alexandre Quach" userId="03a3b9a4-365b-425e-bba9-a77346403bac" providerId="ADAL" clId="{BE28B3A1-BAF2-4596-A24C-F9D494DD8FBA}" dt="2022-11-24T17:28:57.041" v="82" actId="20577"/>
          <ac:spMkLst>
            <pc:docMk/>
            <pc:sldMk cId="1403906293" sldId="1147"/>
            <ac:spMk id="3" creationId="{67134858-B1CC-3826-1C60-AFC05692E5CC}"/>
          </ac:spMkLst>
        </pc:spChg>
        <pc:spChg chg="mod">
          <ac:chgData name="Alexandre Quach" userId="03a3b9a4-365b-425e-bba9-a77346403bac" providerId="ADAL" clId="{BE28B3A1-BAF2-4596-A24C-F9D494DD8FBA}" dt="2022-11-24T17:28:25.199" v="1" actId="790"/>
          <ac:spMkLst>
            <pc:docMk/>
            <pc:sldMk cId="1403906293" sldId="1147"/>
            <ac:spMk id="6" creationId="{AF601C4B-3B0F-0A4A-EDD2-65EA36CB1DBA}"/>
          </ac:spMkLst>
        </pc:spChg>
        <pc:spChg chg="mod">
          <ac:chgData name="Alexandre Quach" userId="03a3b9a4-365b-425e-bba9-a77346403bac" providerId="ADAL" clId="{BE28B3A1-BAF2-4596-A24C-F9D494DD8FBA}" dt="2022-11-24T17:28:25.199" v="1" actId="790"/>
          <ac:spMkLst>
            <pc:docMk/>
            <pc:sldMk cId="1403906293" sldId="1147"/>
            <ac:spMk id="7" creationId="{55F3DFD2-ED22-13A4-3B56-92EBE079946F}"/>
          </ac:spMkLst>
        </pc:spChg>
        <pc:spChg chg="mod">
          <ac:chgData name="Alexandre Quach" userId="03a3b9a4-365b-425e-bba9-a77346403bac" providerId="ADAL" clId="{BE28B3A1-BAF2-4596-A24C-F9D494DD8FBA}" dt="2022-11-24T17:28:25.199" v="1" actId="790"/>
          <ac:spMkLst>
            <pc:docMk/>
            <pc:sldMk cId="1403906293" sldId="1147"/>
            <ac:spMk id="8" creationId="{2DDD2D23-98D0-446D-05C0-530F84B22040}"/>
          </ac:spMkLst>
        </pc:spChg>
        <pc:spChg chg="mod">
          <ac:chgData name="Alexandre Quach" userId="03a3b9a4-365b-425e-bba9-a77346403bac" providerId="ADAL" clId="{BE28B3A1-BAF2-4596-A24C-F9D494DD8FBA}" dt="2022-11-24T17:28:25.199" v="1" actId="790"/>
          <ac:spMkLst>
            <pc:docMk/>
            <pc:sldMk cId="1403906293" sldId="1147"/>
            <ac:spMk id="9" creationId="{E09E5B77-5509-78A4-3DCF-F8763EE94922}"/>
          </ac:spMkLst>
        </pc:spChg>
        <pc:spChg chg="mod">
          <ac:chgData name="Alexandre Quach" userId="03a3b9a4-365b-425e-bba9-a77346403bac" providerId="ADAL" clId="{BE28B3A1-BAF2-4596-A24C-F9D494DD8FBA}" dt="2022-11-24T17:28:25.199" v="1" actId="790"/>
          <ac:spMkLst>
            <pc:docMk/>
            <pc:sldMk cId="1403906293" sldId="1147"/>
            <ac:spMk id="10" creationId="{563AF448-1219-58FD-321E-07D648217FF5}"/>
          </ac:spMkLst>
        </pc:spChg>
        <pc:spChg chg="mod">
          <ac:chgData name="Alexandre Quach" userId="03a3b9a4-365b-425e-bba9-a77346403bac" providerId="ADAL" clId="{BE28B3A1-BAF2-4596-A24C-F9D494DD8FBA}" dt="2022-11-24T17:28:25.199" v="1" actId="790"/>
          <ac:spMkLst>
            <pc:docMk/>
            <pc:sldMk cId="1403906293" sldId="1147"/>
            <ac:spMk id="11" creationId="{F88B7385-B235-97D4-26FD-BCA8FB28673A}"/>
          </ac:spMkLst>
        </pc:spChg>
        <pc:spChg chg="mod">
          <ac:chgData name="Alexandre Quach" userId="03a3b9a4-365b-425e-bba9-a77346403bac" providerId="ADAL" clId="{BE28B3A1-BAF2-4596-A24C-F9D494DD8FBA}" dt="2022-11-24T17:28:25.199" v="1" actId="790"/>
          <ac:spMkLst>
            <pc:docMk/>
            <pc:sldMk cId="1403906293" sldId="1147"/>
            <ac:spMk id="12" creationId="{554374BC-56E3-65FB-5AB4-B7AFFA49472C}"/>
          </ac:spMkLst>
        </pc:spChg>
        <pc:spChg chg="mod">
          <ac:chgData name="Alexandre Quach" userId="03a3b9a4-365b-425e-bba9-a77346403bac" providerId="ADAL" clId="{BE28B3A1-BAF2-4596-A24C-F9D494DD8FBA}" dt="2022-11-24T17:28:25.199" v="1" actId="790"/>
          <ac:spMkLst>
            <pc:docMk/>
            <pc:sldMk cId="1403906293" sldId="1147"/>
            <ac:spMk id="13" creationId="{5EBB43E2-599C-8543-E4E0-717DEF7BB080}"/>
          </ac:spMkLst>
        </pc:spChg>
        <pc:spChg chg="mod">
          <ac:chgData name="Alexandre Quach" userId="03a3b9a4-365b-425e-bba9-a77346403bac" providerId="ADAL" clId="{BE28B3A1-BAF2-4596-A24C-F9D494DD8FBA}" dt="2022-11-24T17:28:25.199" v="1" actId="790"/>
          <ac:spMkLst>
            <pc:docMk/>
            <pc:sldMk cId="1403906293" sldId="1147"/>
            <ac:spMk id="14" creationId="{22DEA610-5F26-D65E-0338-9789FE599957}"/>
          </ac:spMkLst>
        </pc:spChg>
      </pc:sldChg>
    </pc:docChg>
  </pc:docChgLst>
  <pc:docChgLst>
    <pc:chgData name="Thomas Froment" userId="4d47d833-7bbe-4dd6-859d-dcdc79e00258" providerId="ADAL" clId="{486B90FA-7D16-4DC3-8A6C-8B3B9CAB133B}"/>
    <pc:docChg chg="undo custSel modSld modMainMaster">
      <pc:chgData name="Thomas Froment" userId="4d47d833-7bbe-4dd6-859d-dcdc79e00258" providerId="ADAL" clId="{486B90FA-7D16-4DC3-8A6C-8B3B9CAB133B}" dt="2023-01-26T14:05:54.307" v="109" actId="1076"/>
      <pc:docMkLst>
        <pc:docMk/>
      </pc:docMkLst>
      <pc:sldChg chg="modSp mod">
        <pc:chgData name="Thomas Froment" userId="4d47d833-7bbe-4dd6-859d-dcdc79e00258" providerId="ADAL" clId="{486B90FA-7D16-4DC3-8A6C-8B3B9CAB133B}" dt="2023-01-26T14:05:54.307" v="109" actId="1076"/>
        <pc:sldMkLst>
          <pc:docMk/>
          <pc:sldMk cId="471399303" sldId="373"/>
        </pc:sldMkLst>
        <pc:spChg chg="mod">
          <ac:chgData name="Thomas Froment" userId="4d47d833-7bbe-4dd6-859d-dcdc79e00258" providerId="ADAL" clId="{486B90FA-7D16-4DC3-8A6C-8B3B9CAB133B}" dt="2023-01-26T14:05:54.307" v="109" actId="1076"/>
          <ac:spMkLst>
            <pc:docMk/>
            <pc:sldMk cId="471399303" sldId="373"/>
            <ac:spMk id="28" creationId="{B390B424-EFD7-4CBA-9402-E7D75B769A03}"/>
          </ac:spMkLst>
        </pc:spChg>
        <pc:spChg chg="mod">
          <ac:chgData name="Thomas Froment" userId="4d47d833-7bbe-4dd6-859d-dcdc79e00258" providerId="ADAL" clId="{486B90FA-7D16-4DC3-8A6C-8B3B9CAB133B}" dt="2023-01-26T14:05:54.307" v="109" actId="1076"/>
          <ac:spMkLst>
            <pc:docMk/>
            <pc:sldMk cId="471399303" sldId="373"/>
            <ac:spMk id="29" creationId="{D7130EBC-B9CE-4EEE-B949-C9025E797D68}"/>
          </ac:spMkLst>
        </pc:spChg>
        <pc:spChg chg="mod">
          <ac:chgData name="Thomas Froment" userId="4d47d833-7bbe-4dd6-859d-dcdc79e00258" providerId="ADAL" clId="{486B90FA-7D16-4DC3-8A6C-8B3B9CAB133B}" dt="2023-01-26T14:05:54.307" v="109" actId="1076"/>
          <ac:spMkLst>
            <pc:docMk/>
            <pc:sldMk cId="471399303" sldId="373"/>
            <ac:spMk id="30" creationId="{F610BC8C-9DED-4B21-A11C-8F147E8E741A}"/>
          </ac:spMkLst>
        </pc:spChg>
        <pc:spChg chg="mod">
          <ac:chgData name="Thomas Froment" userId="4d47d833-7bbe-4dd6-859d-dcdc79e00258" providerId="ADAL" clId="{486B90FA-7D16-4DC3-8A6C-8B3B9CAB133B}" dt="2023-01-26T14:05:54.307" v="109" actId="1076"/>
          <ac:spMkLst>
            <pc:docMk/>
            <pc:sldMk cId="471399303" sldId="373"/>
            <ac:spMk id="31" creationId="{D2E68CD3-30C8-4477-96F6-39CEEE9FC5CD}"/>
          </ac:spMkLst>
        </pc:spChg>
        <pc:spChg chg="mod">
          <ac:chgData name="Thomas Froment" userId="4d47d833-7bbe-4dd6-859d-dcdc79e00258" providerId="ADAL" clId="{486B90FA-7D16-4DC3-8A6C-8B3B9CAB133B}" dt="2023-01-26T14:05:54.307" v="109" actId="1076"/>
          <ac:spMkLst>
            <pc:docMk/>
            <pc:sldMk cId="471399303" sldId="373"/>
            <ac:spMk id="32" creationId="{B3CDC92E-C27D-4DF4-9944-2E60887541FB}"/>
          </ac:spMkLst>
        </pc:spChg>
        <pc:spChg chg="mod">
          <ac:chgData name="Thomas Froment" userId="4d47d833-7bbe-4dd6-859d-dcdc79e00258" providerId="ADAL" clId="{486B90FA-7D16-4DC3-8A6C-8B3B9CAB133B}" dt="2023-01-26T14:05:54.307" v="109" actId="1076"/>
          <ac:spMkLst>
            <pc:docMk/>
            <pc:sldMk cId="471399303" sldId="373"/>
            <ac:spMk id="33" creationId="{12DBC631-96B9-49EC-A408-018C730BA38F}"/>
          </ac:spMkLst>
        </pc:spChg>
        <pc:spChg chg="mod">
          <ac:chgData name="Thomas Froment" userId="4d47d833-7bbe-4dd6-859d-dcdc79e00258" providerId="ADAL" clId="{486B90FA-7D16-4DC3-8A6C-8B3B9CAB133B}" dt="2023-01-26T14:05:54.307" v="109" actId="1076"/>
          <ac:spMkLst>
            <pc:docMk/>
            <pc:sldMk cId="471399303" sldId="373"/>
            <ac:spMk id="34" creationId="{C323340E-60D7-47A6-B24C-8D2DD89D7A16}"/>
          </ac:spMkLst>
        </pc:spChg>
        <pc:spChg chg="mod">
          <ac:chgData name="Thomas Froment" userId="4d47d833-7bbe-4dd6-859d-dcdc79e00258" providerId="ADAL" clId="{486B90FA-7D16-4DC3-8A6C-8B3B9CAB133B}" dt="2023-01-26T14:05:54.307" v="109" actId="1076"/>
          <ac:spMkLst>
            <pc:docMk/>
            <pc:sldMk cId="471399303" sldId="373"/>
            <ac:spMk id="35" creationId="{67B0F38D-F1AC-4920-A67C-30199D2FB73D}"/>
          </ac:spMkLst>
        </pc:spChg>
      </pc:sldChg>
      <pc:sldChg chg="modSp mod">
        <pc:chgData name="Thomas Froment" userId="4d47d833-7bbe-4dd6-859d-dcdc79e00258" providerId="ADAL" clId="{486B90FA-7D16-4DC3-8A6C-8B3B9CAB133B}" dt="2023-01-26T14:04:29.196" v="87" actId="20577"/>
        <pc:sldMkLst>
          <pc:docMk/>
          <pc:sldMk cId="2545377066" sldId="377"/>
        </pc:sldMkLst>
        <pc:graphicFrameChg chg="mod modGraphic">
          <ac:chgData name="Thomas Froment" userId="4d47d833-7bbe-4dd6-859d-dcdc79e00258" providerId="ADAL" clId="{486B90FA-7D16-4DC3-8A6C-8B3B9CAB133B}" dt="2023-01-26T14:04:29.196" v="87" actId="20577"/>
          <ac:graphicFrameMkLst>
            <pc:docMk/>
            <pc:sldMk cId="2545377066" sldId="377"/>
            <ac:graphicFrameMk id="47" creationId="{E532220D-FB7A-4D58-94AD-62D5519F5AAE}"/>
          </ac:graphicFrameMkLst>
        </pc:graphicFrameChg>
      </pc:sldChg>
      <pc:sldChg chg="delSp mod">
        <pc:chgData name="Thomas Froment" userId="4d47d833-7bbe-4dd6-859d-dcdc79e00258" providerId="ADAL" clId="{486B90FA-7D16-4DC3-8A6C-8B3B9CAB133B}" dt="2023-01-26T14:03:45.700" v="8" actId="478"/>
        <pc:sldMkLst>
          <pc:docMk/>
          <pc:sldMk cId="2152990317" sldId="382"/>
        </pc:sldMkLst>
        <pc:spChg chg="del">
          <ac:chgData name="Thomas Froment" userId="4d47d833-7bbe-4dd6-859d-dcdc79e00258" providerId="ADAL" clId="{486B90FA-7D16-4DC3-8A6C-8B3B9CAB133B}" dt="2023-01-26T14:03:45.700" v="8" actId="478"/>
          <ac:spMkLst>
            <pc:docMk/>
            <pc:sldMk cId="2152990317" sldId="382"/>
            <ac:spMk id="66" creationId="{065A1710-095B-4220-88EC-52590635CCBC}"/>
          </ac:spMkLst>
        </pc:spChg>
        <pc:picChg chg="del">
          <ac:chgData name="Thomas Froment" userId="4d47d833-7bbe-4dd6-859d-dcdc79e00258" providerId="ADAL" clId="{486B90FA-7D16-4DC3-8A6C-8B3B9CAB133B}" dt="2023-01-26T14:03:43.996" v="7" actId="478"/>
          <ac:picMkLst>
            <pc:docMk/>
            <pc:sldMk cId="2152990317" sldId="382"/>
            <ac:picMk id="36" creationId="{DA0EF64C-2F24-43C4-BA48-DC2DE5036DD2}"/>
          </ac:picMkLst>
        </pc:picChg>
      </pc:sldChg>
      <pc:sldChg chg="modSp mod">
        <pc:chgData name="Thomas Froment" userId="4d47d833-7bbe-4dd6-859d-dcdc79e00258" providerId="ADAL" clId="{486B90FA-7D16-4DC3-8A6C-8B3B9CAB133B}" dt="2023-01-26T14:05:40.404" v="107" actId="14100"/>
        <pc:sldMkLst>
          <pc:docMk/>
          <pc:sldMk cId="1235997713" sldId="383"/>
        </pc:sldMkLst>
        <pc:graphicFrameChg chg="mod modGraphic">
          <ac:chgData name="Thomas Froment" userId="4d47d833-7bbe-4dd6-859d-dcdc79e00258" providerId="ADAL" clId="{486B90FA-7D16-4DC3-8A6C-8B3B9CAB133B}" dt="2023-01-26T14:05:40.404" v="107" actId="14100"/>
          <ac:graphicFrameMkLst>
            <pc:docMk/>
            <pc:sldMk cId="1235997713" sldId="383"/>
            <ac:graphicFrameMk id="24" creationId="{17FF7068-AC52-408E-AEE7-AF6B0F4F73FA}"/>
          </ac:graphicFrameMkLst>
        </pc:graphicFrameChg>
      </pc:sldChg>
      <pc:sldChg chg="modSp mod">
        <pc:chgData name="Thomas Froment" userId="4d47d833-7bbe-4dd6-859d-dcdc79e00258" providerId="ADAL" clId="{486B90FA-7D16-4DC3-8A6C-8B3B9CAB133B}" dt="2023-01-26T14:05:18.602" v="104" actId="1076"/>
        <pc:sldMkLst>
          <pc:docMk/>
          <pc:sldMk cId="75413106" sldId="1127"/>
        </pc:sldMkLst>
        <pc:spChg chg="mod">
          <ac:chgData name="Thomas Froment" userId="4d47d833-7bbe-4dd6-859d-dcdc79e00258" providerId="ADAL" clId="{486B90FA-7D16-4DC3-8A6C-8B3B9CAB133B}" dt="2023-01-26T14:05:18.602" v="104" actId="1076"/>
          <ac:spMkLst>
            <pc:docMk/>
            <pc:sldMk cId="75413106" sldId="1127"/>
            <ac:spMk id="22" creationId="{CF1A8C74-2A6F-ADC6-0528-FB071A22B20F}"/>
          </ac:spMkLst>
        </pc:spChg>
      </pc:sldChg>
      <pc:sldChg chg="modSp mod">
        <pc:chgData name="Thomas Froment" userId="4d47d833-7bbe-4dd6-859d-dcdc79e00258" providerId="ADAL" clId="{486B90FA-7D16-4DC3-8A6C-8B3B9CAB133B}" dt="2023-01-26T14:05:12.311" v="103" actId="1076"/>
        <pc:sldMkLst>
          <pc:docMk/>
          <pc:sldMk cId="2893220899" sldId="1129"/>
        </pc:sldMkLst>
        <pc:spChg chg="mod">
          <ac:chgData name="Thomas Froment" userId="4d47d833-7bbe-4dd6-859d-dcdc79e00258" providerId="ADAL" clId="{486B90FA-7D16-4DC3-8A6C-8B3B9CAB133B}" dt="2023-01-26T14:05:03.843" v="102" actId="1076"/>
          <ac:spMkLst>
            <pc:docMk/>
            <pc:sldMk cId="2893220899" sldId="1129"/>
            <ac:spMk id="3" creationId="{6928E2E5-FCF7-ECC4-2A0C-3423ABCB4EE0}"/>
          </ac:spMkLst>
        </pc:spChg>
        <pc:spChg chg="mod">
          <ac:chgData name="Thomas Froment" userId="4d47d833-7bbe-4dd6-859d-dcdc79e00258" providerId="ADAL" clId="{486B90FA-7D16-4DC3-8A6C-8B3B9CAB133B}" dt="2023-01-26T14:05:12.311" v="103" actId="1076"/>
          <ac:spMkLst>
            <pc:docMk/>
            <pc:sldMk cId="2893220899" sldId="1129"/>
            <ac:spMk id="4" creationId="{1983D60B-2F3F-56EE-1CDD-D15D6C150F0D}"/>
          </ac:spMkLst>
        </pc:spChg>
        <pc:spChg chg="mod">
          <ac:chgData name="Thomas Froment" userId="4d47d833-7bbe-4dd6-859d-dcdc79e00258" providerId="ADAL" clId="{486B90FA-7D16-4DC3-8A6C-8B3B9CAB133B}" dt="2023-01-26T14:05:12.311" v="103" actId="1076"/>
          <ac:spMkLst>
            <pc:docMk/>
            <pc:sldMk cId="2893220899" sldId="1129"/>
            <ac:spMk id="5" creationId="{C7732859-6447-2936-4A65-18968B782752}"/>
          </ac:spMkLst>
        </pc:spChg>
        <pc:spChg chg="mod">
          <ac:chgData name="Thomas Froment" userId="4d47d833-7bbe-4dd6-859d-dcdc79e00258" providerId="ADAL" clId="{486B90FA-7D16-4DC3-8A6C-8B3B9CAB133B}" dt="2023-01-26T14:05:03.843" v="102" actId="1076"/>
          <ac:spMkLst>
            <pc:docMk/>
            <pc:sldMk cId="2893220899" sldId="1129"/>
            <ac:spMk id="6" creationId="{8EFFCDE2-5B95-A855-B60A-1475B0350190}"/>
          </ac:spMkLst>
        </pc:spChg>
        <pc:spChg chg="mod">
          <ac:chgData name="Thomas Froment" userId="4d47d833-7bbe-4dd6-859d-dcdc79e00258" providerId="ADAL" clId="{486B90FA-7D16-4DC3-8A6C-8B3B9CAB133B}" dt="2023-01-26T14:05:03.843" v="102" actId="1076"/>
          <ac:spMkLst>
            <pc:docMk/>
            <pc:sldMk cId="2893220899" sldId="1129"/>
            <ac:spMk id="13" creationId="{BF4C2AA0-135C-B29D-E7FC-D5EA62D8D6DD}"/>
          </ac:spMkLst>
        </pc:spChg>
        <pc:spChg chg="mod">
          <ac:chgData name="Thomas Froment" userId="4d47d833-7bbe-4dd6-859d-dcdc79e00258" providerId="ADAL" clId="{486B90FA-7D16-4DC3-8A6C-8B3B9CAB133B}" dt="2023-01-26T14:05:03.843" v="102" actId="1076"/>
          <ac:spMkLst>
            <pc:docMk/>
            <pc:sldMk cId="2893220899" sldId="1129"/>
            <ac:spMk id="14" creationId="{E07A7605-03F0-FA68-F378-3BAC4CC5500A}"/>
          </ac:spMkLst>
        </pc:spChg>
        <pc:spChg chg="mod">
          <ac:chgData name="Thomas Froment" userId="4d47d833-7bbe-4dd6-859d-dcdc79e00258" providerId="ADAL" clId="{486B90FA-7D16-4DC3-8A6C-8B3B9CAB133B}" dt="2023-01-26T14:05:03.843" v="102" actId="1076"/>
          <ac:spMkLst>
            <pc:docMk/>
            <pc:sldMk cId="2893220899" sldId="1129"/>
            <ac:spMk id="15" creationId="{DB592010-ED48-828E-96FF-3C1ED510BDDF}"/>
          </ac:spMkLst>
        </pc:spChg>
        <pc:spChg chg="mod">
          <ac:chgData name="Thomas Froment" userId="4d47d833-7bbe-4dd6-859d-dcdc79e00258" providerId="ADAL" clId="{486B90FA-7D16-4DC3-8A6C-8B3B9CAB133B}" dt="2023-01-26T14:05:03.843" v="102" actId="1076"/>
          <ac:spMkLst>
            <pc:docMk/>
            <pc:sldMk cId="2893220899" sldId="1129"/>
            <ac:spMk id="16" creationId="{0EABDA3B-02D9-A6A6-F5C7-BC0531F2AE27}"/>
          </ac:spMkLst>
        </pc:spChg>
        <pc:spChg chg="mod">
          <ac:chgData name="Thomas Froment" userId="4d47d833-7bbe-4dd6-859d-dcdc79e00258" providerId="ADAL" clId="{486B90FA-7D16-4DC3-8A6C-8B3B9CAB133B}" dt="2023-01-26T14:05:03.843" v="102" actId="1076"/>
          <ac:spMkLst>
            <pc:docMk/>
            <pc:sldMk cId="2893220899" sldId="1129"/>
            <ac:spMk id="17" creationId="{25208408-9D02-4FE4-A2AB-1F0F161A6B73}"/>
          </ac:spMkLst>
        </pc:spChg>
        <pc:spChg chg="mod">
          <ac:chgData name="Thomas Froment" userId="4d47d833-7bbe-4dd6-859d-dcdc79e00258" providerId="ADAL" clId="{486B90FA-7D16-4DC3-8A6C-8B3B9CAB133B}" dt="2023-01-26T14:05:12.311" v="103" actId="1076"/>
          <ac:spMkLst>
            <pc:docMk/>
            <pc:sldMk cId="2893220899" sldId="1129"/>
            <ac:spMk id="18" creationId="{A38D82F5-C3B2-DD72-0C7A-1714055AFC97}"/>
          </ac:spMkLst>
        </pc:spChg>
        <pc:spChg chg="mod">
          <ac:chgData name="Thomas Froment" userId="4d47d833-7bbe-4dd6-859d-dcdc79e00258" providerId="ADAL" clId="{486B90FA-7D16-4DC3-8A6C-8B3B9CAB133B}" dt="2023-01-26T14:05:12.311" v="103" actId="1076"/>
          <ac:spMkLst>
            <pc:docMk/>
            <pc:sldMk cId="2893220899" sldId="1129"/>
            <ac:spMk id="19" creationId="{A86C9820-6089-62CD-3EF5-32543D93E6E7}"/>
          </ac:spMkLst>
        </pc:spChg>
        <pc:spChg chg="mod">
          <ac:chgData name="Thomas Froment" userId="4d47d833-7bbe-4dd6-859d-dcdc79e00258" providerId="ADAL" clId="{486B90FA-7D16-4DC3-8A6C-8B3B9CAB133B}" dt="2023-01-26T14:05:12.311" v="103" actId="1076"/>
          <ac:spMkLst>
            <pc:docMk/>
            <pc:sldMk cId="2893220899" sldId="1129"/>
            <ac:spMk id="20" creationId="{55CEF45F-476C-E3C0-8879-5409F0C39CA2}"/>
          </ac:spMkLst>
        </pc:spChg>
        <pc:spChg chg="mod">
          <ac:chgData name="Thomas Froment" userId="4d47d833-7bbe-4dd6-859d-dcdc79e00258" providerId="ADAL" clId="{486B90FA-7D16-4DC3-8A6C-8B3B9CAB133B}" dt="2023-01-26T14:05:12.311" v="103" actId="1076"/>
          <ac:spMkLst>
            <pc:docMk/>
            <pc:sldMk cId="2893220899" sldId="1129"/>
            <ac:spMk id="21" creationId="{229BA47B-F26F-ABD9-918C-CFD96C385F96}"/>
          </ac:spMkLst>
        </pc:spChg>
        <pc:spChg chg="mod">
          <ac:chgData name="Thomas Froment" userId="4d47d833-7bbe-4dd6-859d-dcdc79e00258" providerId="ADAL" clId="{486B90FA-7D16-4DC3-8A6C-8B3B9CAB133B}" dt="2023-01-26T14:05:12.311" v="103" actId="1076"/>
          <ac:spMkLst>
            <pc:docMk/>
            <pc:sldMk cId="2893220899" sldId="1129"/>
            <ac:spMk id="22" creationId="{C4833EC7-5228-2157-C573-CD219C396360}"/>
          </ac:spMkLst>
        </pc:spChg>
        <pc:spChg chg="mod">
          <ac:chgData name="Thomas Froment" userId="4d47d833-7bbe-4dd6-859d-dcdc79e00258" providerId="ADAL" clId="{486B90FA-7D16-4DC3-8A6C-8B3B9CAB133B}" dt="2023-01-26T14:05:03.843" v="102" actId="1076"/>
          <ac:spMkLst>
            <pc:docMk/>
            <pc:sldMk cId="2893220899" sldId="1129"/>
            <ac:spMk id="26" creationId="{F298A068-E8C4-28A0-43C7-EEBFE73D5AD0}"/>
          </ac:spMkLst>
        </pc:spChg>
        <pc:spChg chg="mod">
          <ac:chgData name="Thomas Froment" userId="4d47d833-7bbe-4dd6-859d-dcdc79e00258" providerId="ADAL" clId="{486B90FA-7D16-4DC3-8A6C-8B3B9CAB133B}" dt="2023-01-26T14:05:12.311" v="103" actId="1076"/>
          <ac:spMkLst>
            <pc:docMk/>
            <pc:sldMk cId="2893220899" sldId="1129"/>
            <ac:spMk id="31" creationId="{91F21015-9AB8-A231-DCE5-AAA97BCF2361}"/>
          </ac:spMkLst>
        </pc:spChg>
      </pc:sldChg>
      <pc:sldChg chg="modSp mod">
        <pc:chgData name="Thomas Froment" userId="4d47d833-7bbe-4dd6-859d-dcdc79e00258" providerId="ADAL" clId="{486B90FA-7D16-4DC3-8A6C-8B3B9CAB133B}" dt="2023-01-26T14:04:54.095" v="100" actId="1076"/>
        <pc:sldMkLst>
          <pc:docMk/>
          <pc:sldMk cId="351939243" sldId="1130"/>
        </pc:sldMkLst>
        <pc:picChg chg="mod">
          <ac:chgData name="Thomas Froment" userId="4d47d833-7bbe-4dd6-859d-dcdc79e00258" providerId="ADAL" clId="{486B90FA-7D16-4DC3-8A6C-8B3B9CAB133B}" dt="2023-01-26T14:04:54.095" v="100" actId="1076"/>
          <ac:picMkLst>
            <pc:docMk/>
            <pc:sldMk cId="351939243" sldId="1130"/>
            <ac:picMk id="12" creationId="{572FC039-8117-0CFF-2D08-980B1B353746}"/>
          </ac:picMkLst>
        </pc:picChg>
      </pc:sldChg>
      <pc:sldChg chg="modSp mod">
        <pc:chgData name="Thomas Froment" userId="4d47d833-7bbe-4dd6-859d-dcdc79e00258" providerId="ADAL" clId="{486B90FA-7D16-4DC3-8A6C-8B3B9CAB133B}" dt="2023-01-26T14:04:47.866" v="97" actId="1035"/>
        <pc:sldMkLst>
          <pc:docMk/>
          <pc:sldMk cId="1739574430" sldId="1138"/>
        </pc:sldMkLst>
        <pc:spChg chg="mod">
          <ac:chgData name="Thomas Froment" userId="4d47d833-7bbe-4dd6-859d-dcdc79e00258" providerId="ADAL" clId="{486B90FA-7D16-4DC3-8A6C-8B3B9CAB133B}" dt="2023-01-26T14:04:43.085" v="88" actId="1076"/>
          <ac:spMkLst>
            <pc:docMk/>
            <pc:sldMk cId="1739574430" sldId="1138"/>
            <ac:spMk id="4" creationId="{F61A52CF-5DDF-1EE8-75E5-1AAA61431144}"/>
          </ac:spMkLst>
        </pc:spChg>
        <pc:picChg chg="mod">
          <ac:chgData name="Thomas Froment" userId="4d47d833-7bbe-4dd6-859d-dcdc79e00258" providerId="ADAL" clId="{486B90FA-7D16-4DC3-8A6C-8B3B9CAB133B}" dt="2023-01-26T14:04:47.866" v="97" actId="1035"/>
          <ac:picMkLst>
            <pc:docMk/>
            <pc:sldMk cId="1739574430" sldId="1138"/>
            <ac:picMk id="8" creationId="{C2DACD54-87D9-AD44-5DA7-C0B23F58A76E}"/>
          </ac:picMkLst>
        </pc:picChg>
        <pc:picChg chg="mod">
          <ac:chgData name="Thomas Froment" userId="4d47d833-7bbe-4dd6-859d-dcdc79e00258" providerId="ADAL" clId="{486B90FA-7D16-4DC3-8A6C-8B3B9CAB133B}" dt="2023-01-26T14:04:43.085" v="88" actId="1076"/>
          <ac:picMkLst>
            <pc:docMk/>
            <pc:sldMk cId="1739574430" sldId="1138"/>
            <ac:picMk id="10" creationId="{C087C2B5-DBB1-40D9-A8E6-89282A89DD88}"/>
          </ac:picMkLst>
        </pc:picChg>
      </pc:sldChg>
      <pc:sldChg chg="modSp mod">
        <pc:chgData name="Thomas Froment" userId="4d47d833-7bbe-4dd6-859d-dcdc79e00258" providerId="ADAL" clId="{486B90FA-7D16-4DC3-8A6C-8B3B9CAB133B}" dt="2023-01-26T14:04:57.904" v="101" actId="1076"/>
        <pc:sldMkLst>
          <pc:docMk/>
          <pc:sldMk cId="1365931371" sldId="1140"/>
        </pc:sldMkLst>
        <pc:picChg chg="mod">
          <ac:chgData name="Thomas Froment" userId="4d47d833-7bbe-4dd6-859d-dcdc79e00258" providerId="ADAL" clId="{486B90FA-7D16-4DC3-8A6C-8B3B9CAB133B}" dt="2023-01-26T14:04:57.904" v="101" actId="1076"/>
          <ac:picMkLst>
            <pc:docMk/>
            <pc:sldMk cId="1365931371" sldId="1140"/>
            <ac:picMk id="6" creationId="{1A4EE48C-2712-9728-83C2-0850B4FA741B}"/>
          </ac:picMkLst>
        </pc:picChg>
      </pc:sldChg>
      <pc:sldMasterChg chg="addSp delSp modSp mod modSldLayout">
        <pc:chgData name="Thomas Froment" userId="4d47d833-7bbe-4dd6-859d-dcdc79e00258" providerId="ADAL" clId="{486B90FA-7D16-4DC3-8A6C-8B3B9CAB133B}" dt="2023-01-26T14:03:37.963" v="6" actId="478"/>
        <pc:sldMasterMkLst>
          <pc:docMk/>
          <pc:sldMasterMk cId="544583268" sldId="2147483648"/>
        </pc:sldMasterMkLst>
        <pc:spChg chg="del">
          <ac:chgData name="Thomas Froment" userId="4d47d833-7bbe-4dd6-859d-dcdc79e00258" providerId="ADAL" clId="{486B90FA-7D16-4DC3-8A6C-8B3B9CAB133B}" dt="2023-01-26T14:03:35.452" v="4" actId="478"/>
          <ac:spMkLst>
            <pc:docMk/>
            <pc:sldMasterMk cId="544583268" sldId="2147483648"/>
            <ac:spMk id="4" creationId="{8CD26846-DB40-F6EC-4B2D-427E41F98D0D}"/>
          </ac:spMkLst>
        </pc:spChg>
        <pc:spChg chg="del">
          <ac:chgData name="Thomas Froment" userId="4d47d833-7bbe-4dd6-859d-dcdc79e00258" providerId="ADAL" clId="{486B90FA-7D16-4DC3-8A6C-8B3B9CAB133B}" dt="2023-01-26T14:03:37.037" v="5" actId="478"/>
          <ac:spMkLst>
            <pc:docMk/>
            <pc:sldMasterMk cId="544583268" sldId="2147483648"/>
            <ac:spMk id="5" creationId="{5057A65F-4510-006C-1741-A632345F2625}"/>
          </ac:spMkLst>
        </pc:spChg>
        <pc:spChg chg="del">
          <ac:chgData name="Thomas Froment" userId="4d47d833-7bbe-4dd6-859d-dcdc79e00258" providerId="ADAL" clId="{486B90FA-7D16-4DC3-8A6C-8B3B9CAB133B}" dt="2023-01-26T14:03:37.963" v="6" actId="478"/>
          <ac:spMkLst>
            <pc:docMk/>
            <pc:sldMasterMk cId="544583268" sldId="2147483648"/>
            <ac:spMk id="6" creationId="{54B89207-9FE0-CA47-D98D-F0809E1D76F9}"/>
          </ac:spMkLst>
        </pc:spChg>
        <pc:picChg chg="add mod">
          <ac:chgData name="Thomas Froment" userId="4d47d833-7bbe-4dd6-859d-dcdc79e00258" providerId="ADAL" clId="{486B90FA-7D16-4DC3-8A6C-8B3B9CAB133B}" dt="2023-01-26T14:03:32.476" v="3" actId="1076"/>
          <ac:picMkLst>
            <pc:docMk/>
            <pc:sldMasterMk cId="544583268" sldId="2147483648"/>
            <ac:picMk id="7" creationId="{4CAE4059-075F-AF36-8DB4-A8660D70433A}"/>
          </ac:picMkLst>
        </pc:picChg>
        <pc:picChg chg="add mod">
          <ac:chgData name="Thomas Froment" userId="4d47d833-7bbe-4dd6-859d-dcdc79e00258" providerId="ADAL" clId="{486B90FA-7D16-4DC3-8A6C-8B3B9CAB133B}" dt="2023-01-26T14:03:32.476" v="3" actId="1076"/>
          <ac:picMkLst>
            <pc:docMk/>
            <pc:sldMasterMk cId="544583268" sldId="2147483648"/>
            <ac:picMk id="8" creationId="{0B814333-1AF5-377B-2835-7CF224978BF3}"/>
          </ac:picMkLst>
        </pc:picChg>
        <pc:picChg chg="add mod">
          <ac:chgData name="Thomas Froment" userId="4d47d833-7bbe-4dd6-859d-dcdc79e00258" providerId="ADAL" clId="{486B90FA-7D16-4DC3-8A6C-8B3B9CAB133B}" dt="2023-01-26T14:03:32.476" v="3" actId="1076"/>
          <ac:picMkLst>
            <pc:docMk/>
            <pc:sldMasterMk cId="544583268" sldId="2147483648"/>
            <ac:picMk id="9" creationId="{67EB3EE0-B766-722F-BC52-C36903C090C6}"/>
          </ac:picMkLst>
        </pc:picChg>
        <pc:sldLayoutChg chg="addSp modSp">
          <pc:chgData name="Thomas Froment" userId="4d47d833-7bbe-4dd6-859d-dcdc79e00258" providerId="ADAL" clId="{486B90FA-7D16-4DC3-8A6C-8B3B9CAB133B}" dt="2023-01-26T14:03:15.281" v="1"/>
          <pc:sldLayoutMkLst>
            <pc:docMk/>
            <pc:sldMasterMk cId="544583268" sldId="2147483648"/>
            <pc:sldLayoutMk cId="177447394" sldId="2147483649"/>
          </pc:sldLayoutMkLst>
          <pc:picChg chg="add mod">
            <ac:chgData name="Thomas Froment" userId="4d47d833-7bbe-4dd6-859d-dcdc79e00258" providerId="ADAL" clId="{486B90FA-7D16-4DC3-8A6C-8B3B9CAB133B}" dt="2023-01-26T14:03:15.281" v="1"/>
            <ac:picMkLst>
              <pc:docMk/>
              <pc:sldMasterMk cId="544583268" sldId="2147483648"/>
              <pc:sldLayoutMk cId="177447394" sldId="2147483649"/>
              <ac:picMk id="7" creationId="{4CAE4059-075F-AF36-8DB4-A8660D70433A}"/>
            </ac:picMkLst>
          </pc:picChg>
          <pc:picChg chg="add mod">
            <ac:chgData name="Thomas Froment" userId="4d47d833-7bbe-4dd6-859d-dcdc79e00258" providerId="ADAL" clId="{486B90FA-7D16-4DC3-8A6C-8B3B9CAB133B}" dt="2023-01-26T14:03:15.281" v="1"/>
            <ac:picMkLst>
              <pc:docMk/>
              <pc:sldMasterMk cId="544583268" sldId="2147483648"/>
              <pc:sldLayoutMk cId="177447394" sldId="2147483649"/>
              <ac:picMk id="8" creationId="{0B814333-1AF5-377B-2835-7CF224978BF3}"/>
            </ac:picMkLst>
          </pc:picChg>
          <pc:picChg chg="add mod">
            <ac:chgData name="Thomas Froment" userId="4d47d833-7bbe-4dd6-859d-dcdc79e00258" providerId="ADAL" clId="{486B90FA-7D16-4DC3-8A6C-8B3B9CAB133B}" dt="2023-01-26T14:03:15.281" v="1"/>
            <ac:picMkLst>
              <pc:docMk/>
              <pc:sldMasterMk cId="544583268" sldId="2147483648"/>
              <pc:sldLayoutMk cId="177447394" sldId="2147483649"/>
              <ac:picMk id="9" creationId="{67EB3EE0-B766-722F-BC52-C36903C090C6}"/>
            </ac:picMkLst>
          </pc:picChg>
        </pc:sldLayoutChg>
      </pc:sldMasterChg>
    </pc:docChg>
  </pc:docChgLst>
  <pc:docChgLst>
    <pc:chgData name="Alexandre Quach" userId="03a3b9a4-365b-425e-bba9-a77346403bac" providerId="ADAL" clId="{C7842B6C-DC50-404F-BE3B-8FEFB329DA3E}"/>
    <pc:docChg chg="custSel modSld sldOrd modSection">
      <pc:chgData name="Alexandre Quach" userId="03a3b9a4-365b-425e-bba9-a77346403bac" providerId="ADAL" clId="{C7842B6C-DC50-404F-BE3B-8FEFB329DA3E}" dt="2022-11-24T17:23:17.178" v="4121" actId="20577"/>
      <pc:docMkLst>
        <pc:docMk/>
      </pc:docMkLst>
      <pc:sldChg chg="modSp mod">
        <pc:chgData name="Alexandre Quach" userId="03a3b9a4-365b-425e-bba9-a77346403bac" providerId="ADAL" clId="{C7842B6C-DC50-404F-BE3B-8FEFB329DA3E}" dt="2022-11-23T10:22:37.232" v="1393" actId="20577"/>
        <pc:sldMkLst>
          <pc:docMk/>
          <pc:sldMk cId="20677876" sldId="371"/>
        </pc:sldMkLst>
        <pc:spChg chg="mod">
          <ac:chgData name="Alexandre Quach" userId="03a3b9a4-365b-425e-bba9-a77346403bac" providerId="ADAL" clId="{C7842B6C-DC50-404F-BE3B-8FEFB329DA3E}" dt="2022-11-23T10:21:16.909" v="1221" actId="790"/>
          <ac:spMkLst>
            <pc:docMk/>
            <pc:sldMk cId="20677876" sldId="371"/>
            <ac:spMk id="2" creationId="{74FD8270-C5BD-4C95-919E-846BFBD95020}"/>
          </ac:spMkLst>
        </pc:spChg>
        <pc:spChg chg="mod">
          <ac:chgData name="Alexandre Quach" userId="03a3b9a4-365b-425e-bba9-a77346403bac" providerId="ADAL" clId="{C7842B6C-DC50-404F-BE3B-8FEFB329DA3E}" dt="2022-11-23T10:21:16.909" v="1221" actId="790"/>
          <ac:spMkLst>
            <pc:docMk/>
            <pc:sldMk cId="20677876" sldId="371"/>
            <ac:spMk id="5" creationId="{9B8DB8F1-89C6-441B-99AE-E4A1D33D057D}"/>
          </ac:spMkLst>
        </pc:spChg>
        <pc:spChg chg="mod">
          <ac:chgData name="Alexandre Quach" userId="03a3b9a4-365b-425e-bba9-a77346403bac" providerId="ADAL" clId="{C7842B6C-DC50-404F-BE3B-8FEFB329DA3E}" dt="2022-11-23T10:21:50.215" v="1283" actId="20577"/>
          <ac:spMkLst>
            <pc:docMk/>
            <pc:sldMk cId="20677876" sldId="371"/>
            <ac:spMk id="9" creationId="{CA1044E5-4A38-4A57-BEC6-02CD1F1AFC8B}"/>
          </ac:spMkLst>
        </pc:spChg>
        <pc:spChg chg="mod">
          <ac:chgData name="Alexandre Quach" userId="03a3b9a4-365b-425e-bba9-a77346403bac" providerId="ADAL" clId="{C7842B6C-DC50-404F-BE3B-8FEFB329DA3E}" dt="2022-11-23T10:22:22.738" v="1380" actId="20577"/>
          <ac:spMkLst>
            <pc:docMk/>
            <pc:sldMk cId="20677876" sldId="371"/>
            <ac:spMk id="10" creationId="{D3A05F0F-47B8-4894-8D48-0C0F4C166E59}"/>
          </ac:spMkLst>
        </pc:spChg>
        <pc:spChg chg="mod">
          <ac:chgData name="Alexandre Quach" userId="03a3b9a4-365b-425e-bba9-a77346403bac" providerId="ADAL" clId="{C7842B6C-DC50-404F-BE3B-8FEFB329DA3E}" dt="2022-11-23T10:22:37.232" v="1393" actId="20577"/>
          <ac:spMkLst>
            <pc:docMk/>
            <pc:sldMk cId="20677876" sldId="371"/>
            <ac:spMk id="11" creationId="{C5D8558B-FF11-4A39-8795-6E2A831F942D}"/>
          </ac:spMkLst>
        </pc:spChg>
        <pc:spChg chg="mod">
          <ac:chgData name="Alexandre Quach" userId="03a3b9a4-365b-425e-bba9-a77346403bac" providerId="ADAL" clId="{C7842B6C-DC50-404F-BE3B-8FEFB329DA3E}" dt="2022-11-23T10:21:16.909" v="1221" actId="790"/>
          <ac:spMkLst>
            <pc:docMk/>
            <pc:sldMk cId="20677876" sldId="371"/>
            <ac:spMk id="21" creationId="{BCD4E38A-A424-67B0-18E8-059EEB04E1D1}"/>
          </ac:spMkLst>
        </pc:spChg>
        <pc:spChg chg="mod">
          <ac:chgData name="Alexandre Quach" userId="03a3b9a4-365b-425e-bba9-a77346403bac" providerId="ADAL" clId="{C7842B6C-DC50-404F-BE3B-8FEFB329DA3E}" dt="2022-11-23T10:21:16.909" v="1221" actId="790"/>
          <ac:spMkLst>
            <pc:docMk/>
            <pc:sldMk cId="20677876" sldId="371"/>
            <ac:spMk id="23" creationId="{DB48B2BB-E4FC-D3B2-7E32-DA923DC0B102}"/>
          </ac:spMkLst>
        </pc:spChg>
        <pc:spChg chg="mod">
          <ac:chgData name="Alexandre Quach" userId="03a3b9a4-365b-425e-bba9-a77346403bac" providerId="ADAL" clId="{C7842B6C-DC50-404F-BE3B-8FEFB329DA3E}" dt="2022-11-23T10:21:16.909" v="1221" actId="790"/>
          <ac:spMkLst>
            <pc:docMk/>
            <pc:sldMk cId="20677876" sldId="371"/>
            <ac:spMk id="39" creationId="{A39FBA57-7AB1-63FC-5094-773AC8038B77}"/>
          </ac:spMkLst>
        </pc:spChg>
        <pc:spChg chg="mod">
          <ac:chgData name="Alexandre Quach" userId="03a3b9a4-365b-425e-bba9-a77346403bac" providerId="ADAL" clId="{C7842B6C-DC50-404F-BE3B-8FEFB329DA3E}" dt="2022-11-23T10:21:16.909" v="1221" actId="790"/>
          <ac:spMkLst>
            <pc:docMk/>
            <pc:sldMk cId="20677876" sldId="371"/>
            <ac:spMk id="40" creationId="{93A257D6-8052-82A5-27DA-3EDB3A1593F3}"/>
          </ac:spMkLst>
        </pc:spChg>
        <pc:spChg chg="mod">
          <ac:chgData name="Alexandre Quach" userId="03a3b9a4-365b-425e-bba9-a77346403bac" providerId="ADAL" clId="{C7842B6C-DC50-404F-BE3B-8FEFB329DA3E}" dt="2022-11-23T10:21:16.909" v="1221" actId="790"/>
          <ac:spMkLst>
            <pc:docMk/>
            <pc:sldMk cId="20677876" sldId="371"/>
            <ac:spMk id="41" creationId="{B1AD6AE0-E9B1-5154-F77A-55A639104835}"/>
          </ac:spMkLst>
        </pc:spChg>
        <pc:spChg chg="mod">
          <ac:chgData name="Alexandre Quach" userId="03a3b9a4-365b-425e-bba9-a77346403bac" providerId="ADAL" clId="{C7842B6C-DC50-404F-BE3B-8FEFB329DA3E}" dt="2022-11-23T10:21:16.909" v="1221" actId="790"/>
          <ac:spMkLst>
            <pc:docMk/>
            <pc:sldMk cId="20677876" sldId="371"/>
            <ac:spMk id="42" creationId="{CAD9F256-9035-188E-AF26-42137E73E4ED}"/>
          </ac:spMkLst>
        </pc:spChg>
        <pc:spChg chg="mod">
          <ac:chgData name="Alexandre Quach" userId="03a3b9a4-365b-425e-bba9-a77346403bac" providerId="ADAL" clId="{C7842B6C-DC50-404F-BE3B-8FEFB329DA3E}" dt="2022-11-23T10:21:16.909" v="1221" actId="790"/>
          <ac:spMkLst>
            <pc:docMk/>
            <pc:sldMk cId="20677876" sldId="371"/>
            <ac:spMk id="43" creationId="{847EC266-5733-52A8-4628-4D98EF29F248}"/>
          </ac:spMkLst>
        </pc:spChg>
        <pc:spChg chg="mod">
          <ac:chgData name="Alexandre Quach" userId="03a3b9a4-365b-425e-bba9-a77346403bac" providerId="ADAL" clId="{C7842B6C-DC50-404F-BE3B-8FEFB329DA3E}" dt="2022-11-23T10:21:16.909" v="1221" actId="790"/>
          <ac:spMkLst>
            <pc:docMk/>
            <pc:sldMk cId="20677876" sldId="371"/>
            <ac:spMk id="44" creationId="{CE0C5AC9-A723-966C-40CF-159AE2AA9415}"/>
          </ac:spMkLst>
        </pc:spChg>
        <pc:spChg chg="mod">
          <ac:chgData name="Alexandre Quach" userId="03a3b9a4-365b-425e-bba9-a77346403bac" providerId="ADAL" clId="{C7842B6C-DC50-404F-BE3B-8FEFB329DA3E}" dt="2022-11-23T10:21:16.909" v="1221" actId="790"/>
          <ac:spMkLst>
            <pc:docMk/>
            <pc:sldMk cId="20677876" sldId="371"/>
            <ac:spMk id="45" creationId="{5B862888-49C6-4AAB-767A-AEC3AA95C75B}"/>
          </ac:spMkLst>
        </pc:spChg>
        <pc:spChg chg="mod">
          <ac:chgData name="Alexandre Quach" userId="03a3b9a4-365b-425e-bba9-a77346403bac" providerId="ADAL" clId="{C7842B6C-DC50-404F-BE3B-8FEFB329DA3E}" dt="2022-11-23T10:21:16.909" v="1221" actId="790"/>
          <ac:spMkLst>
            <pc:docMk/>
            <pc:sldMk cId="20677876" sldId="371"/>
            <ac:spMk id="46" creationId="{C5B86061-16E8-BF7F-1D37-0695266FF064}"/>
          </ac:spMkLst>
        </pc:spChg>
        <pc:spChg chg="mod">
          <ac:chgData name="Alexandre Quach" userId="03a3b9a4-365b-425e-bba9-a77346403bac" providerId="ADAL" clId="{C7842B6C-DC50-404F-BE3B-8FEFB329DA3E}" dt="2022-11-23T10:21:16.909" v="1221" actId="790"/>
          <ac:spMkLst>
            <pc:docMk/>
            <pc:sldMk cId="20677876" sldId="371"/>
            <ac:spMk id="47" creationId="{E9C17B92-D015-A43C-322B-E3F24F7606E9}"/>
          </ac:spMkLst>
        </pc:spChg>
        <pc:spChg chg="mod">
          <ac:chgData name="Alexandre Quach" userId="03a3b9a4-365b-425e-bba9-a77346403bac" providerId="ADAL" clId="{C7842B6C-DC50-404F-BE3B-8FEFB329DA3E}" dt="2022-11-23T10:21:16.909" v="1221" actId="790"/>
          <ac:spMkLst>
            <pc:docMk/>
            <pc:sldMk cId="20677876" sldId="371"/>
            <ac:spMk id="48" creationId="{6FEAF6AA-56B1-8CC8-CFDF-E0B65EE79AAD}"/>
          </ac:spMkLst>
        </pc:spChg>
        <pc:spChg chg="mod">
          <ac:chgData name="Alexandre Quach" userId="03a3b9a4-365b-425e-bba9-a77346403bac" providerId="ADAL" clId="{C7842B6C-DC50-404F-BE3B-8FEFB329DA3E}" dt="2022-11-23T10:21:16.909" v="1221" actId="790"/>
          <ac:spMkLst>
            <pc:docMk/>
            <pc:sldMk cId="20677876" sldId="371"/>
            <ac:spMk id="49" creationId="{8DF90AD2-01ED-2232-5CAC-9206332A25BA}"/>
          </ac:spMkLst>
        </pc:spChg>
        <pc:spChg chg="mod">
          <ac:chgData name="Alexandre Quach" userId="03a3b9a4-365b-425e-bba9-a77346403bac" providerId="ADAL" clId="{C7842B6C-DC50-404F-BE3B-8FEFB329DA3E}" dt="2022-11-23T10:21:16.909" v="1221" actId="790"/>
          <ac:spMkLst>
            <pc:docMk/>
            <pc:sldMk cId="20677876" sldId="371"/>
            <ac:spMk id="50" creationId="{BB4DAF45-5DD1-63E0-C1BB-BD667F49E2BA}"/>
          </ac:spMkLst>
        </pc:spChg>
      </pc:sldChg>
      <pc:sldChg chg="delSp modSp mod">
        <pc:chgData name="Alexandre Quach" userId="03a3b9a4-365b-425e-bba9-a77346403bac" providerId="ADAL" clId="{C7842B6C-DC50-404F-BE3B-8FEFB329DA3E}" dt="2022-11-24T09:22:18.414" v="2249" actId="478"/>
        <pc:sldMkLst>
          <pc:docMk/>
          <pc:sldMk cId="471399303" sldId="373"/>
        </pc:sldMkLst>
        <pc:spChg chg="mod">
          <ac:chgData name="Alexandre Quach" userId="03a3b9a4-365b-425e-bba9-a77346403bac" providerId="ADAL" clId="{C7842B6C-DC50-404F-BE3B-8FEFB329DA3E}" dt="2022-11-23T10:29:09.363" v="1538" actId="790"/>
          <ac:spMkLst>
            <pc:docMk/>
            <pc:sldMk cId="471399303" sldId="373"/>
            <ac:spMk id="2" creationId="{D071508F-00B6-48EB-9E05-2CF3767E59FF}"/>
          </ac:spMkLst>
        </pc:spChg>
        <pc:spChg chg="mod">
          <ac:chgData name="Alexandre Quach" userId="03a3b9a4-365b-425e-bba9-a77346403bac" providerId="ADAL" clId="{C7842B6C-DC50-404F-BE3B-8FEFB329DA3E}" dt="2022-11-23T10:29:09.363" v="1538" actId="790"/>
          <ac:spMkLst>
            <pc:docMk/>
            <pc:sldMk cId="471399303" sldId="373"/>
            <ac:spMk id="18" creationId="{F319ED8F-15E4-4D6B-B48F-07814F592F4F}"/>
          </ac:spMkLst>
        </pc:spChg>
        <pc:spChg chg="del mod">
          <ac:chgData name="Alexandre Quach" userId="03a3b9a4-365b-425e-bba9-a77346403bac" providerId="ADAL" clId="{C7842B6C-DC50-404F-BE3B-8FEFB329DA3E}" dt="2022-11-24T09:22:18.414" v="2249" actId="478"/>
          <ac:spMkLst>
            <pc:docMk/>
            <pc:sldMk cId="471399303" sldId="373"/>
            <ac:spMk id="19" creationId="{7C7BD0D0-9C46-4E46-ADCF-956D2D933F6C}"/>
          </ac:spMkLst>
        </pc:spChg>
        <pc:spChg chg="mod">
          <ac:chgData name="Alexandre Quach" userId="03a3b9a4-365b-425e-bba9-a77346403bac" providerId="ADAL" clId="{C7842B6C-DC50-404F-BE3B-8FEFB329DA3E}" dt="2022-11-23T10:34:30.766" v="1800" actId="207"/>
          <ac:spMkLst>
            <pc:docMk/>
            <pc:sldMk cId="471399303" sldId="373"/>
            <ac:spMk id="20" creationId="{33C81F4F-2942-4DCE-8D67-EAE0910C1627}"/>
          </ac:spMkLst>
        </pc:spChg>
        <pc:spChg chg="mod">
          <ac:chgData name="Alexandre Quach" userId="03a3b9a4-365b-425e-bba9-a77346403bac" providerId="ADAL" clId="{C7842B6C-DC50-404F-BE3B-8FEFB329DA3E}" dt="2022-11-23T10:30:17.651" v="1658" actId="20577"/>
          <ac:spMkLst>
            <pc:docMk/>
            <pc:sldMk cId="471399303" sldId="373"/>
            <ac:spMk id="21" creationId="{AEAAF9EE-7A2C-494F-808A-D18DB5D12482}"/>
          </ac:spMkLst>
        </pc:spChg>
        <pc:spChg chg="mod">
          <ac:chgData name="Alexandre Quach" userId="03a3b9a4-365b-425e-bba9-a77346403bac" providerId="ADAL" clId="{C7842B6C-DC50-404F-BE3B-8FEFB329DA3E}" dt="2022-11-23T10:29:09.363" v="1538" actId="790"/>
          <ac:spMkLst>
            <pc:docMk/>
            <pc:sldMk cId="471399303" sldId="373"/>
            <ac:spMk id="22" creationId="{B2ACD7EC-3C54-45B4-B6FB-85483EE99977}"/>
          </ac:spMkLst>
        </pc:spChg>
        <pc:spChg chg="mod">
          <ac:chgData name="Alexandre Quach" userId="03a3b9a4-365b-425e-bba9-a77346403bac" providerId="ADAL" clId="{C7842B6C-DC50-404F-BE3B-8FEFB329DA3E}" dt="2022-11-23T10:30:39.342" v="1681" actId="12"/>
          <ac:spMkLst>
            <pc:docMk/>
            <pc:sldMk cId="471399303" sldId="373"/>
            <ac:spMk id="23" creationId="{4F2EA91F-0720-4EB9-8886-AA180CEFDDC1}"/>
          </ac:spMkLst>
        </pc:spChg>
        <pc:spChg chg="mod">
          <ac:chgData name="Alexandre Quach" userId="03a3b9a4-365b-425e-bba9-a77346403bac" providerId="ADAL" clId="{C7842B6C-DC50-404F-BE3B-8FEFB329DA3E}" dt="2022-11-23T10:29:09.363" v="1538" actId="790"/>
          <ac:spMkLst>
            <pc:docMk/>
            <pc:sldMk cId="471399303" sldId="373"/>
            <ac:spMk id="24" creationId="{B15F39E3-9475-467F-93BB-C739C254255D}"/>
          </ac:spMkLst>
        </pc:spChg>
        <pc:spChg chg="mod">
          <ac:chgData name="Alexandre Quach" userId="03a3b9a4-365b-425e-bba9-a77346403bac" providerId="ADAL" clId="{C7842B6C-DC50-404F-BE3B-8FEFB329DA3E}" dt="2022-11-23T10:31:29.730" v="1684" actId="33524"/>
          <ac:spMkLst>
            <pc:docMk/>
            <pc:sldMk cId="471399303" sldId="373"/>
            <ac:spMk id="25" creationId="{358E1BF9-5E40-437B-9E38-38063C963CED}"/>
          </ac:spMkLst>
        </pc:spChg>
        <pc:spChg chg="mod">
          <ac:chgData name="Alexandre Quach" userId="03a3b9a4-365b-425e-bba9-a77346403bac" providerId="ADAL" clId="{C7842B6C-DC50-404F-BE3B-8FEFB329DA3E}" dt="2022-11-23T10:29:09.363" v="1538" actId="790"/>
          <ac:spMkLst>
            <pc:docMk/>
            <pc:sldMk cId="471399303" sldId="373"/>
            <ac:spMk id="26" creationId="{5B3449CB-D468-4623-BCD0-57752C3C9DC0}"/>
          </ac:spMkLst>
        </pc:spChg>
        <pc:spChg chg="mod">
          <ac:chgData name="Alexandre Quach" userId="03a3b9a4-365b-425e-bba9-a77346403bac" providerId="ADAL" clId="{C7842B6C-DC50-404F-BE3B-8FEFB329DA3E}" dt="2022-11-23T10:29:09.363" v="1538" actId="790"/>
          <ac:spMkLst>
            <pc:docMk/>
            <pc:sldMk cId="471399303" sldId="373"/>
            <ac:spMk id="27" creationId="{807B6C4A-0B30-40EB-8A67-9150BE6EDE0C}"/>
          </ac:spMkLst>
        </pc:spChg>
        <pc:spChg chg="mod">
          <ac:chgData name="Alexandre Quach" userId="03a3b9a4-365b-425e-bba9-a77346403bac" providerId="ADAL" clId="{C7842B6C-DC50-404F-BE3B-8FEFB329DA3E}" dt="2022-11-23T10:34:30.766" v="1800" actId="207"/>
          <ac:spMkLst>
            <pc:docMk/>
            <pc:sldMk cId="471399303" sldId="373"/>
            <ac:spMk id="28" creationId="{B390B424-EFD7-4CBA-9402-E7D75B769A03}"/>
          </ac:spMkLst>
        </pc:spChg>
        <pc:spChg chg="mod">
          <ac:chgData name="Alexandre Quach" userId="03a3b9a4-365b-425e-bba9-a77346403bac" providerId="ADAL" clId="{C7842B6C-DC50-404F-BE3B-8FEFB329DA3E}" dt="2022-11-23T10:29:09.363" v="1538" actId="790"/>
          <ac:spMkLst>
            <pc:docMk/>
            <pc:sldMk cId="471399303" sldId="373"/>
            <ac:spMk id="29" creationId="{D7130EBC-B9CE-4EEE-B949-C9025E797D68}"/>
          </ac:spMkLst>
        </pc:spChg>
        <pc:spChg chg="mod">
          <ac:chgData name="Alexandre Quach" userId="03a3b9a4-365b-425e-bba9-a77346403bac" providerId="ADAL" clId="{C7842B6C-DC50-404F-BE3B-8FEFB329DA3E}" dt="2022-11-23T10:29:09.363" v="1538" actId="790"/>
          <ac:spMkLst>
            <pc:docMk/>
            <pc:sldMk cId="471399303" sldId="373"/>
            <ac:spMk id="30" creationId="{F610BC8C-9DED-4B21-A11C-8F147E8E741A}"/>
          </ac:spMkLst>
        </pc:spChg>
        <pc:spChg chg="mod">
          <ac:chgData name="Alexandre Quach" userId="03a3b9a4-365b-425e-bba9-a77346403bac" providerId="ADAL" clId="{C7842B6C-DC50-404F-BE3B-8FEFB329DA3E}" dt="2022-11-23T10:29:09.363" v="1538" actId="790"/>
          <ac:spMkLst>
            <pc:docMk/>
            <pc:sldMk cId="471399303" sldId="373"/>
            <ac:spMk id="31" creationId="{D2E68CD3-30C8-4477-96F6-39CEEE9FC5CD}"/>
          </ac:spMkLst>
        </pc:spChg>
        <pc:spChg chg="mod">
          <ac:chgData name="Alexandre Quach" userId="03a3b9a4-365b-425e-bba9-a77346403bac" providerId="ADAL" clId="{C7842B6C-DC50-404F-BE3B-8FEFB329DA3E}" dt="2022-11-23T10:29:09.363" v="1538" actId="790"/>
          <ac:spMkLst>
            <pc:docMk/>
            <pc:sldMk cId="471399303" sldId="373"/>
            <ac:spMk id="32" creationId="{B3CDC92E-C27D-4DF4-9944-2E60887541FB}"/>
          </ac:spMkLst>
        </pc:spChg>
        <pc:spChg chg="mod">
          <ac:chgData name="Alexandre Quach" userId="03a3b9a4-365b-425e-bba9-a77346403bac" providerId="ADAL" clId="{C7842B6C-DC50-404F-BE3B-8FEFB329DA3E}" dt="2022-11-23T10:29:09.363" v="1538" actId="790"/>
          <ac:spMkLst>
            <pc:docMk/>
            <pc:sldMk cId="471399303" sldId="373"/>
            <ac:spMk id="33" creationId="{12DBC631-96B9-49EC-A408-018C730BA38F}"/>
          </ac:spMkLst>
        </pc:spChg>
        <pc:spChg chg="mod">
          <ac:chgData name="Alexandre Quach" userId="03a3b9a4-365b-425e-bba9-a77346403bac" providerId="ADAL" clId="{C7842B6C-DC50-404F-BE3B-8FEFB329DA3E}" dt="2022-11-23T10:29:09.363" v="1538" actId="790"/>
          <ac:spMkLst>
            <pc:docMk/>
            <pc:sldMk cId="471399303" sldId="373"/>
            <ac:spMk id="34" creationId="{C323340E-60D7-47A6-B24C-8D2DD89D7A16}"/>
          </ac:spMkLst>
        </pc:spChg>
        <pc:spChg chg="mod">
          <ac:chgData name="Alexandre Quach" userId="03a3b9a4-365b-425e-bba9-a77346403bac" providerId="ADAL" clId="{C7842B6C-DC50-404F-BE3B-8FEFB329DA3E}" dt="2022-11-24T09:22:11.470" v="2248" actId="20577"/>
          <ac:spMkLst>
            <pc:docMk/>
            <pc:sldMk cId="471399303" sldId="373"/>
            <ac:spMk id="35" creationId="{67B0F38D-F1AC-4920-A67C-30199D2FB73D}"/>
          </ac:spMkLst>
        </pc:spChg>
      </pc:sldChg>
      <pc:sldChg chg="modSp mod">
        <pc:chgData name="Alexandre Quach" userId="03a3b9a4-365b-425e-bba9-a77346403bac" providerId="ADAL" clId="{C7842B6C-DC50-404F-BE3B-8FEFB329DA3E}" dt="2022-11-24T09:45:26.674" v="2389" actId="20577"/>
        <pc:sldMkLst>
          <pc:docMk/>
          <pc:sldMk cId="427037604" sldId="374"/>
        </pc:sldMkLst>
        <pc:spChg chg="mod">
          <ac:chgData name="Alexandre Quach" userId="03a3b9a4-365b-425e-bba9-a77346403bac" providerId="ADAL" clId="{C7842B6C-DC50-404F-BE3B-8FEFB329DA3E}" dt="2022-11-24T09:24:27.991" v="2351" actId="790"/>
          <ac:spMkLst>
            <pc:docMk/>
            <pc:sldMk cId="427037604" sldId="374"/>
            <ac:spMk id="2" creationId="{D071508F-00B6-48EB-9E05-2CF3767E59FF}"/>
          </ac:spMkLst>
        </pc:spChg>
        <pc:spChg chg="mod">
          <ac:chgData name="Alexandre Quach" userId="03a3b9a4-365b-425e-bba9-a77346403bac" providerId="ADAL" clId="{C7842B6C-DC50-404F-BE3B-8FEFB329DA3E}" dt="2022-11-24T09:24:27.991" v="2351" actId="790"/>
          <ac:spMkLst>
            <pc:docMk/>
            <pc:sldMk cId="427037604" sldId="374"/>
            <ac:spMk id="29" creationId="{ABA7E79E-070A-4AAE-A9B6-4479E77D60A7}"/>
          </ac:spMkLst>
        </pc:spChg>
        <pc:spChg chg="mod">
          <ac:chgData name="Alexandre Quach" userId="03a3b9a4-365b-425e-bba9-a77346403bac" providerId="ADAL" clId="{C7842B6C-DC50-404F-BE3B-8FEFB329DA3E}" dt="2022-11-24T09:24:27.991" v="2351" actId="790"/>
          <ac:spMkLst>
            <pc:docMk/>
            <pc:sldMk cId="427037604" sldId="374"/>
            <ac:spMk id="30" creationId="{7F3E4517-DFFC-4C19-9B68-F9A20307F818}"/>
          </ac:spMkLst>
        </pc:spChg>
        <pc:spChg chg="mod">
          <ac:chgData name="Alexandre Quach" userId="03a3b9a4-365b-425e-bba9-a77346403bac" providerId="ADAL" clId="{C7842B6C-DC50-404F-BE3B-8FEFB329DA3E}" dt="2022-11-24T09:24:27.991" v="2351" actId="790"/>
          <ac:spMkLst>
            <pc:docMk/>
            <pc:sldMk cId="427037604" sldId="374"/>
            <ac:spMk id="37" creationId="{84E81D4B-0B47-48DF-9F1A-F05E8F79586D}"/>
          </ac:spMkLst>
        </pc:spChg>
        <pc:spChg chg="mod">
          <ac:chgData name="Alexandre Quach" userId="03a3b9a4-365b-425e-bba9-a77346403bac" providerId="ADAL" clId="{C7842B6C-DC50-404F-BE3B-8FEFB329DA3E}" dt="2022-11-24T09:24:27.991" v="2351" actId="790"/>
          <ac:spMkLst>
            <pc:docMk/>
            <pc:sldMk cId="427037604" sldId="374"/>
            <ac:spMk id="38" creationId="{60664009-F884-41C1-8E16-0895E28E7602}"/>
          </ac:spMkLst>
        </pc:spChg>
        <pc:spChg chg="mod">
          <ac:chgData name="Alexandre Quach" userId="03a3b9a4-365b-425e-bba9-a77346403bac" providerId="ADAL" clId="{C7842B6C-DC50-404F-BE3B-8FEFB329DA3E}" dt="2022-11-24T09:40:57.962" v="2373" actId="20577"/>
          <ac:spMkLst>
            <pc:docMk/>
            <pc:sldMk cId="427037604" sldId="374"/>
            <ac:spMk id="39" creationId="{5433BB7F-90C0-406F-936A-62E085E3EA91}"/>
          </ac:spMkLst>
        </pc:spChg>
        <pc:spChg chg="mod">
          <ac:chgData name="Alexandre Quach" userId="03a3b9a4-365b-425e-bba9-a77346403bac" providerId="ADAL" clId="{C7842B6C-DC50-404F-BE3B-8FEFB329DA3E}" dt="2022-11-24T09:24:27.991" v="2351" actId="790"/>
          <ac:spMkLst>
            <pc:docMk/>
            <pc:sldMk cId="427037604" sldId="374"/>
            <ac:spMk id="40" creationId="{991450BB-ABEA-45BB-AF06-87578122D87D}"/>
          </ac:spMkLst>
        </pc:spChg>
        <pc:spChg chg="mod">
          <ac:chgData name="Alexandre Quach" userId="03a3b9a4-365b-425e-bba9-a77346403bac" providerId="ADAL" clId="{C7842B6C-DC50-404F-BE3B-8FEFB329DA3E}" dt="2022-11-24T09:45:26.674" v="2389" actId="20577"/>
          <ac:spMkLst>
            <pc:docMk/>
            <pc:sldMk cId="427037604" sldId="374"/>
            <ac:spMk id="41" creationId="{0D81D87E-8900-4B2A-BAFC-61CC0883A5DB}"/>
          </ac:spMkLst>
        </pc:spChg>
        <pc:spChg chg="mod">
          <ac:chgData name="Alexandre Quach" userId="03a3b9a4-365b-425e-bba9-a77346403bac" providerId="ADAL" clId="{C7842B6C-DC50-404F-BE3B-8FEFB329DA3E}" dt="2022-11-24T09:24:27.991" v="2351" actId="790"/>
          <ac:spMkLst>
            <pc:docMk/>
            <pc:sldMk cId="427037604" sldId="374"/>
            <ac:spMk id="42" creationId="{AC93F99B-AE27-4039-9AD5-B340397F2D02}"/>
          </ac:spMkLst>
        </pc:spChg>
      </pc:sldChg>
      <pc:sldChg chg="delSp modSp mod">
        <pc:chgData name="Alexandre Quach" userId="03a3b9a4-365b-425e-bba9-a77346403bac" providerId="ADAL" clId="{C7842B6C-DC50-404F-BE3B-8FEFB329DA3E}" dt="2022-11-24T09:21:07.613" v="2223" actId="478"/>
        <pc:sldMkLst>
          <pc:docMk/>
          <pc:sldMk cId="1235997713" sldId="383"/>
        </pc:sldMkLst>
        <pc:spChg chg="del">
          <ac:chgData name="Alexandre Quach" userId="03a3b9a4-365b-425e-bba9-a77346403bac" providerId="ADAL" clId="{C7842B6C-DC50-404F-BE3B-8FEFB329DA3E}" dt="2022-11-24T09:21:07.613" v="2223" actId="478"/>
          <ac:spMkLst>
            <pc:docMk/>
            <pc:sldMk cId="1235997713" sldId="383"/>
            <ac:spMk id="17" creationId="{5DC8DA58-75F4-4305-BB2B-B0BE2336973A}"/>
          </ac:spMkLst>
        </pc:spChg>
        <pc:graphicFrameChg chg="mod modGraphic">
          <ac:chgData name="Alexandre Quach" userId="03a3b9a4-365b-425e-bba9-a77346403bac" providerId="ADAL" clId="{C7842B6C-DC50-404F-BE3B-8FEFB329DA3E}" dt="2022-11-24T09:20:59.191" v="2222" actId="20577"/>
          <ac:graphicFrameMkLst>
            <pc:docMk/>
            <pc:sldMk cId="1235997713" sldId="383"/>
            <ac:graphicFrameMk id="24" creationId="{17FF7068-AC52-408E-AEE7-AF6B0F4F73FA}"/>
          </ac:graphicFrameMkLst>
        </pc:graphicFrameChg>
      </pc:sldChg>
      <pc:sldChg chg="modSp mod">
        <pc:chgData name="Alexandre Quach" userId="03a3b9a4-365b-425e-bba9-a77346403bac" providerId="ADAL" clId="{C7842B6C-DC50-404F-BE3B-8FEFB329DA3E}" dt="2022-11-23T10:20:30.460" v="1210" actId="790"/>
        <pc:sldMkLst>
          <pc:docMk/>
          <pc:sldMk cId="3357181372" sldId="424"/>
        </pc:sldMkLst>
        <pc:spChg chg="mod">
          <ac:chgData name="Alexandre Quach" userId="03a3b9a4-365b-425e-bba9-a77346403bac" providerId="ADAL" clId="{C7842B6C-DC50-404F-BE3B-8FEFB329DA3E}" dt="2022-11-23T10:20:30.460" v="1210" actId="790"/>
          <ac:spMkLst>
            <pc:docMk/>
            <pc:sldMk cId="3357181372" sldId="424"/>
            <ac:spMk id="2" creationId="{BEC45EC8-0CA8-4F50-B79E-7B5F658CF734}"/>
          </ac:spMkLst>
        </pc:spChg>
        <pc:spChg chg="mod">
          <ac:chgData name="Alexandre Quach" userId="03a3b9a4-365b-425e-bba9-a77346403bac" providerId="ADAL" clId="{C7842B6C-DC50-404F-BE3B-8FEFB329DA3E}" dt="2022-11-23T10:20:30.460" v="1210" actId="790"/>
          <ac:spMkLst>
            <pc:docMk/>
            <pc:sldMk cId="3357181372" sldId="424"/>
            <ac:spMk id="3" creationId="{9121A52E-EB2B-4E34-8070-8BCF5D5ECAFC}"/>
          </ac:spMkLst>
        </pc:spChg>
      </pc:sldChg>
      <pc:sldChg chg="modSp mod">
        <pc:chgData name="Alexandre Quach" userId="03a3b9a4-365b-425e-bba9-a77346403bac" providerId="ADAL" clId="{C7842B6C-DC50-404F-BE3B-8FEFB329DA3E}" dt="2022-11-24T17:23:17.178" v="4121" actId="20577"/>
        <pc:sldMkLst>
          <pc:docMk/>
          <pc:sldMk cId="2310581659" sldId="1072"/>
        </pc:sldMkLst>
        <pc:spChg chg="mod">
          <ac:chgData name="Alexandre Quach" userId="03a3b9a4-365b-425e-bba9-a77346403bac" providerId="ADAL" clId="{C7842B6C-DC50-404F-BE3B-8FEFB329DA3E}" dt="2022-11-24T17:23:07.124" v="4116" actId="790"/>
          <ac:spMkLst>
            <pc:docMk/>
            <pc:sldMk cId="2310581659" sldId="1072"/>
            <ac:spMk id="2" creationId="{F2EA3FF6-C16E-0387-513D-A082FB2A304E}"/>
          </ac:spMkLst>
        </pc:spChg>
        <pc:spChg chg="mod">
          <ac:chgData name="Alexandre Quach" userId="03a3b9a4-365b-425e-bba9-a77346403bac" providerId="ADAL" clId="{C7842B6C-DC50-404F-BE3B-8FEFB329DA3E}" dt="2022-11-24T17:23:07.124" v="4116" actId="790"/>
          <ac:spMkLst>
            <pc:docMk/>
            <pc:sldMk cId="2310581659" sldId="1072"/>
            <ac:spMk id="4" creationId="{1B8D61C3-81A0-31B4-E2FB-7AC7B41B03D8}"/>
          </ac:spMkLst>
        </pc:spChg>
        <pc:spChg chg="mod">
          <ac:chgData name="Alexandre Quach" userId="03a3b9a4-365b-425e-bba9-a77346403bac" providerId="ADAL" clId="{C7842B6C-DC50-404F-BE3B-8FEFB329DA3E}" dt="2022-11-24T17:23:07.124" v="4116" actId="790"/>
          <ac:spMkLst>
            <pc:docMk/>
            <pc:sldMk cId="2310581659" sldId="1072"/>
            <ac:spMk id="22" creationId="{6FD43AB8-2EC5-6311-490A-7B85D0CBD3F1}"/>
          </ac:spMkLst>
        </pc:spChg>
        <pc:spChg chg="mod">
          <ac:chgData name="Alexandre Quach" userId="03a3b9a4-365b-425e-bba9-a77346403bac" providerId="ADAL" clId="{C7842B6C-DC50-404F-BE3B-8FEFB329DA3E}" dt="2022-11-24T17:23:07.124" v="4116" actId="790"/>
          <ac:spMkLst>
            <pc:docMk/>
            <pc:sldMk cId="2310581659" sldId="1072"/>
            <ac:spMk id="29" creationId="{6E484D5F-E755-5BB3-0483-3E324476BC6E}"/>
          </ac:spMkLst>
        </pc:spChg>
        <pc:spChg chg="mod">
          <ac:chgData name="Alexandre Quach" userId="03a3b9a4-365b-425e-bba9-a77346403bac" providerId="ADAL" clId="{C7842B6C-DC50-404F-BE3B-8FEFB329DA3E}" dt="2022-11-24T17:23:07.124" v="4116" actId="790"/>
          <ac:spMkLst>
            <pc:docMk/>
            <pc:sldMk cId="2310581659" sldId="1072"/>
            <ac:spMk id="30" creationId="{B457523F-1815-3784-6F9E-D66819A71ACA}"/>
          </ac:spMkLst>
        </pc:spChg>
        <pc:spChg chg="mod">
          <ac:chgData name="Alexandre Quach" userId="03a3b9a4-365b-425e-bba9-a77346403bac" providerId="ADAL" clId="{C7842B6C-DC50-404F-BE3B-8FEFB329DA3E}" dt="2022-11-24T17:23:07.124" v="4116" actId="790"/>
          <ac:spMkLst>
            <pc:docMk/>
            <pc:sldMk cId="2310581659" sldId="1072"/>
            <ac:spMk id="36" creationId="{C5E7F4F6-9338-8825-063D-1B99A3C54C24}"/>
          </ac:spMkLst>
        </pc:spChg>
        <pc:spChg chg="mod">
          <ac:chgData name="Alexandre Quach" userId="03a3b9a4-365b-425e-bba9-a77346403bac" providerId="ADAL" clId="{C7842B6C-DC50-404F-BE3B-8FEFB329DA3E}" dt="2022-11-24T17:23:07.124" v="4116" actId="790"/>
          <ac:spMkLst>
            <pc:docMk/>
            <pc:sldMk cId="2310581659" sldId="1072"/>
            <ac:spMk id="38" creationId="{44B0B58D-7DCE-6B92-9385-B6D9D6C9D835}"/>
          </ac:spMkLst>
        </pc:spChg>
        <pc:spChg chg="mod">
          <ac:chgData name="Alexandre Quach" userId="03a3b9a4-365b-425e-bba9-a77346403bac" providerId="ADAL" clId="{C7842B6C-DC50-404F-BE3B-8FEFB329DA3E}" dt="2022-11-24T17:23:07.124" v="4116" actId="790"/>
          <ac:spMkLst>
            <pc:docMk/>
            <pc:sldMk cId="2310581659" sldId="1072"/>
            <ac:spMk id="40" creationId="{FFE7B6A8-ECD4-4FB4-7D25-8966B412F068}"/>
          </ac:spMkLst>
        </pc:spChg>
        <pc:spChg chg="mod">
          <ac:chgData name="Alexandre Quach" userId="03a3b9a4-365b-425e-bba9-a77346403bac" providerId="ADAL" clId="{C7842B6C-DC50-404F-BE3B-8FEFB329DA3E}" dt="2022-11-24T17:23:07.124" v="4116" actId="790"/>
          <ac:spMkLst>
            <pc:docMk/>
            <pc:sldMk cId="2310581659" sldId="1072"/>
            <ac:spMk id="42" creationId="{2CFA9C69-A393-CBC2-7702-D832872DD30F}"/>
          </ac:spMkLst>
        </pc:spChg>
        <pc:spChg chg="mod">
          <ac:chgData name="Alexandre Quach" userId="03a3b9a4-365b-425e-bba9-a77346403bac" providerId="ADAL" clId="{C7842B6C-DC50-404F-BE3B-8FEFB329DA3E}" dt="2022-11-24T17:23:07.124" v="4116" actId="790"/>
          <ac:spMkLst>
            <pc:docMk/>
            <pc:sldMk cId="2310581659" sldId="1072"/>
            <ac:spMk id="43" creationId="{8A886B9B-C820-AC0C-AB7B-5510BA24E6B7}"/>
          </ac:spMkLst>
        </pc:spChg>
        <pc:spChg chg="mod">
          <ac:chgData name="Alexandre Quach" userId="03a3b9a4-365b-425e-bba9-a77346403bac" providerId="ADAL" clId="{C7842B6C-DC50-404F-BE3B-8FEFB329DA3E}" dt="2022-11-24T17:23:07.124" v="4116" actId="790"/>
          <ac:spMkLst>
            <pc:docMk/>
            <pc:sldMk cId="2310581659" sldId="1072"/>
            <ac:spMk id="44" creationId="{5733EF5A-C8A4-789B-43EA-3DFFC05C28EF}"/>
          </ac:spMkLst>
        </pc:spChg>
        <pc:spChg chg="mod">
          <ac:chgData name="Alexandre Quach" userId="03a3b9a4-365b-425e-bba9-a77346403bac" providerId="ADAL" clId="{C7842B6C-DC50-404F-BE3B-8FEFB329DA3E}" dt="2022-11-24T17:23:07.124" v="4116" actId="790"/>
          <ac:spMkLst>
            <pc:docMk/>
            <pc:sldMk cId="2310581659" sldId="1072"/>
            <ac:spMk id="45" creationId="{5CEAAA3F-79F4-8E6F-91B5-AEF90E4A82E4}"/>
          </ac:spMkLst>
        </pc:spChg>
        <pc:spChg chg="mod">
          <ac:chgData name="Alexandre Quach" userId="03a3b9a4-365b-425e-bba9-a77346403bac" providerId="ADAL" clId="{C7842B6C-DC50-404F-BE3B-8FEFB329DA3E}" dt="2022-11-24T17:23:07.124" v="4116" actId="790"/>
          <ac:spMkLst>
            <pc:docMk/>
            <pc:sldMk cId="2310581659" sldId="1072"/>
            <ac:spMk id="46" creationId="{5115945B-3095-5539-09FF-E4BF5FE4CB96}"/>
          </ac:spMkLst>
        </pc:spChg>
        <pc:spChg chg="mod">
          <ac:chgData name="Alexandre Quach" userId="03a3b9a4-365b-425e-bba9-a77346403bac" providerId="ADAL" clId="{C7842B6C-DC50-404F-BE3B-8FEFB329DA3E}" dt="2022-11-24T17:23:07.124" v="4116" actId="790"/>
          <ac:spMkLst>
            <pc:docMk/>
            <pc:sldMk cId="2310581659" sldId="1072"/>
            <ac:spMk id="47" creationId="{AC2F767E-B015-AD86-C917-6E208018AE52}"/>
          </ac:spMkLst>
        </pc:spChg>
        <pc:spChg chg="mod">
          <ac:chgData name="Alexandre Quach" userId="03a3b9a4-365b-425e-bba9-a77346403bac" providerId="ADAL" clId="{C7842B6C-DC50-404F-BE3B-8FEFB329DA3E}" dt="2022-11-24T17:23:07.124" v="4116" actId="790"/>
          <ac:spMkLst>
            <pc:docMk/>
            <pc:sldMk cId="2310581659" sldId="1072"/>
            <ac:spMk id="48" creationId="{0AD545DD-7A5A-617C-8003-C003144ECE5B}"/>
          </ac:spMkLst>
        </pc:spChg>
        <pc:spChg chg="mod">
          <ac:chgData name="Alexandre Quach" userId="03a3b9a4-365b-425e-bba9-a77346403bac" providerId="ADAL" clId="{C7842B6C-DC50-404F-BE3B-8FEFB329DA3E}" dt="2022-11-24T17:23:07.124" v="4116" actId="790"/>
          <ac:spMkLst>
            <pc:docMk/>
            <pc:sldMk cId="2310581659" sldId="1072"/>
            <ac:spMk id="49" creationId="{02CBD9F1-2367-568C-97DE-95337ED88A72}"/>
          </ac:spMkLst>
        </pc:spChg>
        <pc:spChg chg="mod">
          <ac:chgData name="Alexandre Quach" userId="03a3b9a4-365b-425e-bba9-a77346403bac" providerId="ADAL" clId="{C7842B6C-DC50-404F-BE3B-8FEFB329DA3E}" dt="2022-11-24T17:23:07.124" v="4116" actId="790"/>
          <ac:spMkLst>
            <pc:docMk/>
            <pc:sldMk cId="2310581659" sldId="1072"/>
            <ac:spMk id="50" creationId="{E047EA71-BF42-DDF8-980C-708172F5C533}"/>
          </ac:spMkLst>
        </pc:spChg>
        <pc:spChg chg="mod">
          <ac:chgData name="Alexandre Quach" userId="03a3b9a4-365b-425e-bba9-a77346403bac" providerId="ADAL" clId="{C7842B6C-DC50-404F-BE3B-8FEFB329DA3E}" dt="2022-11-24T17:23:07.124" v="4116" actId="790"/>
          <ac:spMkLst>
            <pc:docMk/>
            <pc:sldMk cId="2310581659" sldId="1072"/>
            <ac:spMk id="51" creationId="{25507CB2-08B0-2279-8482-2138DD3E29CA}"/>
          </ac:spMkLst>
        </pc:spChg>
        <pc:spChg chg="mod">
          <ac:chgData name="Alexandre Quach" userId="03a3b9a4-365b-425e-bba9-a77346403bac" providerId="ADAL" clId="{C7842B6C-DC50-404F-BE3B-8FEFB329DA3E}" dt="2022-11-24T17:23:07.124" v="4116" actId="790"/>
          <ac:spMkLst>
            <pc:docMk/>
            <pc:sldMk cId="2310581659" sldId="1072"/>
            <ac:spMk id="52" creationId="{A54AE7AA-1140-5804-70C0-FABCFEB718A6}"/>
          </ac:spMkLst>
        </pc:spChg>
        <pc:spChg chg="mod">
          <ac:chgData name="Alexandre Quach" userId="03a3b9a4-365b-425e-bba9-a77346403bac" providerId="ADAL" clId="{C7842B6C-DC50-404F-BE3B-8FEFB329DA3E}" dt="2022-11-24T17:23:07.124" v="4116" actId="790"/>
          <ac:spMkLst>
            <pc:docMk/>
            <pc:sldMk cId="2310581659" sldId="1072"/>
            <ac:spMk id="53" creationId="{99CD0AF7-4E5D-7104-C7E2-E524C50C076F}"/>
          </ac:spMkLst>
        </pc:spChg>
        <pc:spChg chg="mod">
          <ac:chgData name="Alexandre Quach" userId="03a3b9a4-365b-425e-bba9-a77346403bac" providerId="ADAL" clId="{C7842B6C-DC50-404F-BE3B-8FEFB329DA3E}" dt="2022-11-24T17:23:07.124" v="4116" actId="790"/>
          <ac:spMkLst>
            <pc:docMk/>
            <pc:sldMk cId="2310581659" sldId="1072"/>
            <ac:spMk id="54" creationId="{B3CBD601-2293-F2E3-7F8D-60B64E96221C}"/>
          </ac:spMkLst>
        </pc:spChg>
        <pc:spChg chg="mod">
          <ac:chgData name="Alexandre Quach" userId="03a3b9a4-365b-425e-bba9-a77346403bac" providerId="ADAL" clId="{C7842B6C-DC50-404F-BE3B-8FEFB329DA3E}" dt="2022-11-24T17:23:17.178" v="4121" actId="20577"/>
          <ac:spMkLst>
            <pc:docMk/>
            <pc:sldMk cId="2310581659" sldId="1072"/>
            <ac:spMk id="55" creationId="{1F80DFF3-5480-BD27-9262-6A7DC5476437}"/>
          </ac:spMkLst>
        </pc:spChg>
        <pc:spChg chg="mod">
          <ac:chgData name="Alexandre Quach" userId="03a3b9a4-365b-425e-bba9-a77346403bac" providerId="ADAL" clId="{C7842B6C-DC50-404F-BE3B-8FEFB329DA3E}" dt="2022-11-24T17:23:07.124" v="4116" actId="790"/>
          <ac:spMkLst>
            <pc:docMk/>
            <pc:sldMk cId="2310581659" sldId="1072"/>
            <ac:spMk id="56" creationId="{AB9B97BE-1C78-BC20-70B6-55A40C61AEF1}"/>
          </ac:spMkLst>
        </pc:spChg>
        <pc:spChg chg="mod">
          <ac:chgData name="Alexandre Quach" userId="03a3b9a4-365b-425e-bba9-a77346403bac" providerId="ADAL" clId="{C7842B6C-DC50-404F-BE3B-8FEFB329DA3E}" dt="2022-11-24T17:23:07.124" v="4116" actId="790"/>
          <ac:spMkLst>
            <pc:docMk/>
            <pc:sldMk cId="2310581659" sldId="1072"/>
            <ac:spMk id="179" creationId="{C28C87A0-E50B-6FEC-59E0-009DE7C1B9ED}"/>
          </ac:spMkLst>
        </pc:spChg>
        <pc:spChg chg="mod">
          <ac:chgData name="Alexandre Quach" userId="03a3b9a4-365b-425e-bba9-a77346403bac" providerId="ADAL" clId="{C7842B6C-DC50-404F-BE3B-8FEFB329DA3E}" dt="2022-11-24T17:23:07.124" v="4116" actId="790"/>
          <ac:spMkLst>
            <pc:docMk/>
            <pc:sldMk cId="2310581659" sldId="1072"/>
            <ac:spMk id="200" creationId="{FECF8574-056E-05FB-8502-6003B0F5E10C}"/>
          </ac:spMkLst>
        </pc:spChg>
        <pc:spChg chg="mod">
          <ac:chgData name="Alexandre Quach" userId="03a3b9a4-365b-425e-bba9-a77346403bac" providerId="ADAL" clId="{C7842B6C-DC50-404F-BE3B-8FEFB329DA3E}" dt="2022-11-24T17:23:07.124" v="4116" actId="790"/>
          <ac:spMkLst>
            <pc:docMk/>
            <pc:sldMk cId="2310581659" sldId="1072"/>
            <ac:spMk id="233" creationId="{A32CD217-E6D4-D16A-1E4E-C21276775D15}"/>
          </ac:spMkLst>
        </pc:spChg>
        <pc:spChg chg="mod">
          <ac:chgData name="Alexandre Quach" userId="03a3b9a4-365b-425e-bba9-a77346403bac" providerId="ADAL" clId="{C7842B6C-DC50-404F-BE3B-8FEFB329DA3E}" dt="2022-11-24T17:23:07.124" v="4116" actId="790"/>
          <ac:spMkLst>
            <pc:docMk/>
            <pc:sldMk cId="2310581659" sldId="1072"/>
            <ac:spMk id="248" creationId="{9F7F1D71-6A41-FD2A-4DB6-BFE40ED40154}"/>
          </ac:spMkLst>
        </pc:spChg>
        <pc:spChg chg="mod">
          <ac:chgData name="Alexandre Quach" userId="03a3b9a4-365b-425e-bba9-a77346403bac" providerId="ADAL" clId="{C7842B6C-DC50-404F-BE3B-8FEFB329DA3E}" dt="2022-11-24T17:23:07.124" v="4116" actId="790"/>
          <ac:spMkLst>
            <pc:docMk/>
            <pc:sldMk cId="2310581659" sldId="1072"/>
            <ac:spMk id="250" creationId="{EE406D84-C952-319C-76F0-346ED939EB69}"/>
          </ac:spMkLst>
        </pc:spChg>
        <pc:spChg chg="mod">
          <ac:chgData name="Alexandre Quach" userId="03a3b9a4-365b-425e-bba9-a77346403bac" providerId="ADAL" clId="{C7842B6C-DC50-404F-BE3B-8FEFB329DA3E}" dt="2022-11-24T17:23:07.124" v="4116" actId="790"/>
          <ac:spMkLst>
            <pc:docMk/>
            <pc:sldMk cId="2310581659" sldId="1072"/>
            <ac:spMk id="252" creationId="{A6CD9DD3-4FC8-F2B2-B746-A5EE285E6AA6}"/>
          </ac:spMkLst>
        </pc:spChg>
        <pc:spChg chg="mod">
          <ac:chgData name="Alexandre Quach" userId="03a3b9a4-365b-425e-bba9-a77346403bac" providerId="ADAL" clId="{C7842B6C-DC50-404F-BE3B-8FEFB329DA3E}" dt="2022-11-24T17:23:07.124" v="4116" actId="790"/>
          <ac:spMkLst>
            <pc:docMk/>
            <pc:sldMk cId="2310581659" sldId="1072"/>
            <ac:spMk id="254" creationId="{C683EB77-3F17-7DF1-A0C4-0F85732532F8}"/>
          </ac:spMkLst>
        </pc:spChg>
        <pc:spChg chg="mod">
          <ac:chgData name="Alexandre Quach" userId="03a3b9a4-365b-425e-bba9-a77346403bac" providerId="ADAL" clId="{C7842B6C-DC50-404F-BE3B-8FEFB329DA3E}" dt="2022-11-24T17:23:07.124" v="4116" actId="790"/>
          <ac:spMkLst>
            <pc:docMk/>
            <pc:sldMk cId="2310581659" sldId="1072"/>
            <ac:spMk id="256" creationId="{8AC596E5-141F-1136-BCA2-A76FD78B2184}"/>
          </ac:spMkLst>
        </pc:spChg>
        <pc:spChg chg="mod">
          <ac:chgData name="Alexandre Quach" userId="03a3b9a4-365b-425e-bba9-a77346403bac" providerId="ADAL" clId="{C7842B6C-DC50-404F-BE3B-8FEFB329DA3E}" dt="2022-11-24T17:23:07.124" v="4116" actId="790"/>
          <ac:spMkLst>
            <pc:docMk/>
            <pc:sldMk cId="2310581659" sldId="1072"/>
            <ac:spMk id="258" creationId="{03CEAAF6-8A42-AC71-1D08-6444094CDC1B}"/>
          </ac:spMkLst>
        </pc:spChg>
        <pc:spChg chg="mod">
          <ac:chgData name="Alexandre Quach" userId="03a3b9a4-365b-425e-bba9-a77346403bac" providerId="ADAL" clId="{C7842B6C-DC50-404F-BE3B-8FEFB329DA3E}" dt="2022-11-24T17:23:07.124" v="4116" actId="790"/>
          <ac:spMkLst>
            <pc:docMk/>
            <pc:sldMk cId="2310581659" sldId="1072"/>
            <ac:spMk id="260" creationId="{F36A61F1-4A40-5CBB-AA6A-F0BAA484CB3E}"/>
          </ac:spMkLst>
        </pc:spChg>
        <pc:spChg chg="mod">
          <ac:chgData name="Alexandre Quach" userId="03a3b9a4-365b-425e-bba9-a77346403bac" providerId="ADAL" clId="{C7842B6C-DC50-404F-BE3B-8FEFB329DA3E}" dt="2022-11-24T17:23:07.124" v="4116" actId="790"/>
          <ac:spMkLst>
            <pc:docMk/>
            <pc:sldMk cId="2310581659" sldId="1072"/>
            <ac:spMk id="262" creationId="{1C17970D-2DA5-AB72-F412-43FC8152E751}"/>
          </ac:spMkLst>
        </pc:spChg>
        <pc:spChg chg="mod">
          <ac:chgData name="Alexandre Quach" userId="03a3b9a4-365b-425e-bba9-a77346403bac" providerId="ADAL" clId="{C7842B6C-DC50-404F-BE3B-8FEFB329DA3E}" dt="2022-11-24T17:23:07.124" v="4116" actId="790"/>
          <ac:spMkLst>
            <pc:docMk/>
            <pc:sldMk cId="2310581659" sldId="1072"/>
            <ac:spMk id="264" creationId="{337C43AD-EF68-17A2-1C2C-DF9C91AAF579}"/>
          </ac:spMkLst>
        </pc:spChg>
        <pc:spChg chg="mod">
          <ac:chgData name="Alexandre Quach" userId="03a3b9a4-365b-425e-bba9-a77346403bac" providerId="ADAL" clId="{C7842B6C-DC50-404F-BE3B-8FEFB329DA3E}" dt="2022-11-24T17:23:07.124" v="4116" actId="790"/>
          <ac:spMkLst>
            <pc:docMk/>
            <pc:sldMk cId="2310581659" sldId="1072"/>
            <ac:spMk id="266" creationId="{850C218D-4459-CB1B-CCDD-1AD5D4568116}"/>
          </ac:spMkLst>
        </pc:spChg>
        <pc:spChg chg="mod">
          <ac:chgData name="Alexandre Quach" userId="03a3b9a4-365b-425e-bba9-a77346403bac" providerId="ADAL" clId="{C7842B6C-DC50-404F-BE3B-8FEFB329DA3E}" dt="2022-11-24T17:23:07.124" v="4116" actId="790"/>
          <ac:spMkLst>
            <pc:docMk/>
            <pc:sldMk cId="2310581659" sldId="1072"/>
            <ac:spMk id="268" creationId="{C9317186-8162-A8D9-3CBA-472368CDEC60}"/>
          </ac:spMkLst>
        </pc:spChg>
        <pc:spChg chg="mod">
          <ac:chgData name="Alexandre Quach" userId="03a3b9a4-365b-425e-bba9-a77346403bac" providerId="ADAL" clId="{C7842B6C-DC50-404F-BE3B-8FEFB329DA3E}" dt="2022-11-24T17:23:07.124" v="4116" actId="790"/>
          <ac:spMkLst>
            <pc:docMk/>
            <pc:sldMk cId="2310581659" sldId="1072"/>
            <ac:spMk id="317" creationId="{5C53D44A-F22A-7F20-79B8-63694D772C0E}"/>
          </ac:spMkLst>
        </pc:spChg>
        <pc:spChg chg="mod">
          <ac:chgData name="Alexandre Quach" userId="03a3b9a4-365b-425e-bba9-a77346403bac" providerId="ADAL" clId="{C7842B6C-DC50-404F-BE3B-8FEFB329DA3E}" dt="2022-11-24T17:23:07.124" v="4116" actId="790"/>
          <ac:spMkLst>
            <pc:docMk/>
            <pc:sldMk cId="2310581659" sldId="1072"/>
            <ac:spMk id="324" creationId="{3C674105-0914-9BE3-2BCB-7A528C9934FF}"/>
          </ac:spMkLst>
        </pc:spChg>
        <pc:spChg chg="mod">
          <ac:chgData name="Alexandre Quach" userId="03a3b9a4-365b-425e-bba9-a77346403bac" providerId="ADAL" clId="{C7842B6C-DC50-404F-BE3B-8FEFB329DA3E}" dt="2022-11-24T17:23:07.124" v="4116" actId="790"/>
          <ac:spMkLst>
            <pc:docMk/>
            <pc:sldMk cId="2310581659" sldId="1072"/>
            <ac:spMk id="326" creationId="{C9885DE0-491B-B604-2939-D3B7DF450EC1}"/>
          </ac:spMkLst>
        </pc:spChg>
        <pc:spChg chg="mod">
          <ac:chgData name="Alexandre Quach" userId="03a3b9a4-365b-425e-bba9-a77346403bac" providerId="ADAL" clId="{C7842B6C-DC50-404F-BE3B-8FEFB329DA3E}" dt="2022-11-24T17:23:07.124" v="4116" actId="790"/>
          <ac:spMkLst>
            <pc:docMk/>
            <pc:sldMk cId="2310581659" sldId="1072"/>
            <ac:spMk id="328" creationId="{8187A43B-FD41-48C1-AFB0-7F6A8BC8421D}"/>
          </ac:spMkLst>
        </pc:spChg>
        <pc:spChg chg="mod">
          <ac:chgData name="Alexandre Quach" userId="03a3b9a4-365b-425e-bba9-a77346403bac" providerId="ADAL" clId="{C7842B6C-DC50-404F-BE3B-8FEFB329DA3E}" dt="2022-11-24T17:23:07.124" v="4116" actId="790"/>
          <ac:spMkLst>
            <pc:docMk/>
            <pc:sldMk cId="2310581659" sldId="1072"/>
            <ac:spMk id="330" creationId="{6277118C-B6B9-80C3-A0C3-19AED272BD77}"/>
          </ac:spMkLst>
        </pc:spChg>
      </pc:sldChg>
      <pc:sldChg chg="addSp delSp modSp mod">
        <pc:chgData name="Alexandre Quach" userId="03a3b9a4-365b-425e-bba9-a77346403bac" providerId="ADAL" clId="{C7842B6C-DC50-404F-BE3B-8FEFB329DA3E}" dt="2022-11-23T09:53:09.468" v="752" actId="20577"/>
        <pc:sldMkLst>
          <pc:docMk/>
          <pc:sldMk cId="75413106" sldId="1127"/>
        </pc:sldMkLst>
        <pc:spChg chg="mod">
          <ac:chgData name="Alexandre Quach" userId="03a3b9a4-365b-425e-bba9-a77346403bac" providerId="ADAL" clId="{C7842B6C-DC50-404F-BE3B-8FEFB329DA3E}" dt="2022-11-23T09:50:00.990" v="497" actId="790"/>
          <ac:spMkLst>
            <pc:docMk/>
            <pc:sldMk cId="75413106" sldId="1127"/>
            <ac:spMk id="2" creationId="{BEBCFDE5-44FD-2028-EDBA-A163E458EF67}"/>
          </ac:spMkLst>
        </pc:spChg>
        <pc:spChg chg="del">
          <ac:chgData name="Alexandre Quach" userId="03a3b9a4-365b-425e-bba9-a77346403bac" providerId="ADAL" clId="{C7842B6C-DC50-404F-BE3B-8FEFB329DA3E}" dt="2022-11-23T09:49:46.105" v="494" actId="478"/>
          <ac:spMkLst>
            <pc:docMk/>
            <pc:sldMk cId="75413106" sldId="1127"/>
            <ac:spMk id="3" creationId="{3E679227-7477-B961-FA5B-F98AFBA933F1}"/>
          </ac:spMkLst>
        </pc:spChg>
        <pc:spChg chg="mod">
          <ac:chgData name="Alexandre Quach" userId="03a3b9a4-365b-425e-bba9-a77346403bac" providerId="ADAL" clId="{C7842B6C-DC50-404F-BE3B-8FEFB329DA3E}" dt="2022-11-23T09:51:15.152" v="579" actId="20577"/>
          <ac:spMkLst>
            <pc:docMk/>
            <pc:sldMk cId="75413106" sldId="1127"/>
            <ac:spMk id="4" creationId="{0562102C-4F98-ACE1-A075-AE6F14ADAB4F}"/>
          </ac:spMkLst>
        </pc:spChg>
        <pc:spChg chg="mod">
          <ac:chgData name="Alexandre Quach" userId="03a3b9a4-365b-425e-bba9-a77346403bac" providerId="ADAL" clId="{C7842B6C-DC50-404F-BE3B-8FEFB329DA3E}" dt="2022-11-23T09:52:04.701" v="663" actId="20577"/>
          <ac:spMkLst>
            <pc:docMk/>
            <pc:sldMk cId="75413106" sldId="1127"/>
            <ac:spMk id="5" creationId="{7EE56620-5B83-F13F-6F98-20A2528F173D}"/>
          </ac:spMkLst>
        </pc:spChg>
        <pc:spChg chg="mod">
          <ac:chgData name="Alexandre Quach" userId="03a3b9a4-365b-425e-bba9-a77346403bac" providerId="ADAL" clId="{C7842B6C-DC50-404F-BE3B-8FEFB329DA3E}" dt="2022-11-23T09:50:44.908" v="554" actId="313"/>
          <ac:spMkLst>
            <pc:docMk/>
            <pc:sldMk cId="75413106" sldId="1127"/>
            <ac:spMk id="6" creationId="{BA3EAFF4-54DF-2AE8-E8A4-1FBCB3016CB8}"/>
          </ac:spMkLst>
        </pc:spChg>
        <pc:spChg chg="mod">
          <ac:chgData name="Alexandre Quach" userId="03a3b9a4-365b-425e-bba9-a77346403bac" providerId="ADAL" clId="{C7842B6C-DC50-404F-BE3B-8FEFB329DA3E}" dt="2022-11-23T09:50:00.990" v="497" actId="790"/>
          <ac:spMkLst>
            <pc:docMk/>
            <pc:sldMk cId="75413106" sldId="1127"/>
            <ac:spMk id="7" creationId="{016A1683-613E-CAE5-D522-0CCDD9CC9E97}"/>
          </ac:spMkLst>
        </pc:spChg>
        <pc:spChg chg="mod">
          <ac:chgData name="Alexandre Quach" userId="03a3b9a4-365b-425e-bba9-a77346403bac" providerId="ADAL" clId="{C7842B6C-DC50-404F-BE3B-8FEFB329DA3E}" dt="2022-11-23T09:51:00.026" v="567" actId="20577"/>
          <ac:spMkLst>
            <pc:docMk/>
            <pc:sldMk cId="75413106" sldId="1127"/>
            <ac:spMk id="8" creationId="{2194D2F2-48B7-85DB-CCE0-73E68AB7890F}"/>
          </ac:spMkLst>
        </pc:spChg>
        <pc:spChg chg="mod">
          <ac:chgData name="Alexandre Quach" userId="03a3b9a4-365b-425e-bba9-a77346403bac" providerId="ADAL" clId="{C7842B6C-DC50-404F-BE3B-8FEFB329DA3E}" dt="2022-11-23T09:50:00.990" v="497" actId="790"/>
          <ac:spMkLst>
            <pc:docMk/>
            <pc:sldMk cId="75413106" sldId="1127"/>
            <ac:spMk id="9" creationId="{A5DC84E0-86DC-8800-55BB-1DDDC6686F7E}"/>
          </ac:spMkLst>
        </pc:spChg>
        <pc:spChg chg="mod">
          <ac:chgData name="Alexandre Quach" userId="03a3b9a4-365b-425e-bba9-a77346403bac" providerId="ADAL" clId="{C7842B6C-DC50-404F-BE3B-8FEFB329DA3E}" dt="2022-11-23T09:52:08.836" v="670" actId="20577"/>
          <ac:spMkLst>
            <pc:docMk/>
            <pc:sldMk cId="75413106" sldId="1127"/>
            <ac:spMk id="10" creationId="{42025413-7728-EB5F-258F-48C914A5D39B}"/>
          </ac:spMkLst>
        </pc:spChg>
        <pc:spChg chg="mod">
          <ac:chgData name="Alexandre Quach" userId="03a3b9a4-365b-425e-bba9-a77346403bac" providerId="ADAL" clId="{C7842B6C-DC50-404F-BE3B-8FEFB329DA3E}" dt="2022-11-23T09:52:15.329" v="672" actId="313"/>
          <ac:spMkLst>
            <pc:docMk/>
            <pc:sldMk cId="75413106" sldId="1127"/>
            <ac:spMk id="11" creationId="{ECDDF813-0307-74CF-4E92-08177371F23F}"/>
          </ac:spMkLst>
        </pc:spChg>
        <pc:spChg chg="mod">
          <ac:chgData name="Alexandre Quach" userId="03a3b9a4-365b-425e-bba9-a77346403bac" providerId="ADAL" clId="{C7842B6C-DC50-404F-BE3B-8FEFB329DA3E}" dt="2022-11-23T09:52:33.682" v="717" actId="20577"/>
          <ac:spMkLst>
            <pc:docMk/>
            <pc:sldMk cId="75413106" sldId="1127"/>
            <ac:spMk id="12" creationId="{7FF6F735-1159-1FB6-00D9-8D5A68202190}"/>
          </ac:spMkLst>
        </pc:spChg>
        <pc:spChg chg="mod">
          <ac:chgData name="Alexandre Quach" userId="03a3b9a4-365b-425e-bba9-a77346403bac" providerId="ADAL" clId="{C7842B6C-DC50-404F-BE3B-8FEFB329DA3E}" dt="2022-11-23T09:52:30.153" v="713" actId="20577"/>
          <ac:spMkLst>
            <pc:docMk/>
            <pc:sldMk cId="75413106" sldId="1127"/>
            <ac:spMk id="13" creationId="{E6FE15F5-8F75-CC44-BA3D-6EED39B6721B}"/>
          </ac:spMkLst>
        </pc:spChg>
        <pc:spChg chg="mod">
          <ac:chgData name="Alexandre Quach" userId="03a3b9a4-365b-425e-bba9-a77346403bac" providerId="ADAL" clId="{C7842B6C-DC50-404F-BE3B-8FEFB329DA3E}" dt="2022-11-23T09:52:42.823" v="727" actId="20577"/>
          <ac:spMkLst>
            <pc:docMk/>
            <pc:sldMk cId="75413106" sldId="1127"/>
            <ac:spMk id="14" creationId="{7077850E-C722-2412-1641-38DC5872D750}"/>
          </ac:spMkLst>
        </pc:spChg>
        <pc:spChg chg="mod">
          <ac:chgData name="Alexandre Quach" userId="03a3b9a4-365b-425e-bba9-a77346403bac" providerId="ADAL" clId="{C7842B6C-DC50-404F-BE3B-8FEFB329DA3E}" dt="2022-11-23T09:50:39.086" v="552" actId="6549"/>
          <ac:spMkLst>
            <pc:docMk/>
            <pc:sldMk cId="75413106" sldId="1127"/>
            <ac:spMk id="15" creationId="{98944E0A-1D7B-A48B-310E-D70AB464A21B}"/>
          </ac:spMkLst>
        </pc:spChg>
        <pc:spChg chg="mod">
          <ac:chgData name="Alexandre Quach" userId="03a3b9a4-365b-425e-bba9-a77346403bac" providerId="ADAL" clId="{C7842B6C-DC50-404F-BE3B-8FEFB329DA3E}" dt="2022-11-23T09:50:00.990" v="497" actId="790"/>
          <ac:spMkLst>
            <pc:docMk/>
            <pc:sldMk cId="75413106" sldId="1127"/>
            <ac:spMk id="16" creationId="{1945C62C-450C-EB0C-27A8-89C56E466845}"/>
          </ac:spMkLst>
        </pc:spChg>
        <pc:spChg chg="mod">
          <ac:chgData name="Alexandre Quach" userId="03a3b9a4-365b-425e-bba9-a77346403bac" providerId="ADAL" clId="{C7842B6C-DC50-404F-BE3B-8FEFB329DA3E}" dt="2022-11-23T09:52:58.071" v="742" actId="20577"/>
          <ac:spMkLst>
            <pc:docMk/>
            <pc:sldMk cId="75413106" sldId="1127"/>
            <ac:spMk id="17" creationId="{92F7D8F0-C492-828A-966A-5AF3E203BBA4}"/>
          </ac:spMkLst>
        </pc:spChg>
        <pc:spChg chg="mod">
          <ac:chgData name="Alexandre Quach" userId="03a3b9a4-365b-425e-bba9-a77346403bac" providerId="ADAL" clId="{C7842B6C-DC50-404F-BE3B-8FEFB329DA3E}" dt="2022-11-23T09:51:37.383" v="607" actId="20577"/>
          <ac:spMkLst>
            <pc:docMk/>
            <pc:sldMk cId="75413106" sldId="1127"/>
            <ac:spMk id="18" creationId="{0E3DDF02-8B50-804C-7E5C-EE793F835009}"/>
          </ac:spMkLst>
        </pc:spChg>
        <pc:spChg chg="mod">
          <ac:chgData name="Alexandre Quach" userId="03a3b9a4-365b-425e-bba9-a77346403bac" providerId="ADAL" clId="{C7842B6C-DC50-404F-BE3B-8FEFB329DA3E}" dt="2022-11-23T09:50:00.990" v="497" actId="790"/>
          <ac:spMkLst>
            <pc:docMk/>
            <pc:sldMk cId="75413106" sldId="1127"/>
            <ac:spMk id="19" creationId="{10D6B778-AF30-92FF-6E67-659E627D1E1A}"/>
          </ac:spMkLst>
        </pc:spChg>
        <pc:spChg chg="add mod">
          <ac:chgData name="Alexandre Quach" userId="03a3b9a4-365b-425e-bba9-a77346403bac" providerId="ADAL" clId="{C7842B6C-DC50-404F-BE3B-8FEFB329DA3E}" dt="2022-11-23T09:50:00.990" v="497" actId="790"/>
          <ac:spMkLst>
            <pc:docMk/>
            <pc:sldMk cId="75413106" sldId="1127"/>
            <ac:spMk id="20" creationId="{1D9291F1-E3D3-E178-29FD-FD7B5D6AEA0B}"/>
          </ac:spMkLst>
        </pc:spChg>
        <pc:spChg chg="mod">
          <ac:chgData name="Alexandre Quach" userId="03a3b9a4-365b-425e-bba9-a77346403bac" providerId="ADAL" clId="{C7842B6C-DC50-404F-BE3B-8FEFB329DA3E}" dt="2022-11-23T09:50:00.990" v="497" actId="790"/>
          <ac:spMkLst>
            <pc:docMk/>
            <pc:sldMk cId="75413106" sldId="1127"/>
            <ac:spMk id="22" creationId="{CF1A8C74-2A6F-ADC6-0528-FB071A22B20F}"/>
          </ac:spMkLst>
        </pc:spChg>
        <pc:spChg chg="mod">
          <ac:chgData name="Alexandre Quach" userId="03a3b9a4-365b-425e-bba9-a77346403bac" providerId="ADAL" clId="{C7842B6C-DC50-404F-BE3B-8FEFB329DA3E}" dt="2022-11-23T09:53:09.468" v="752" actId="20577"/>
          <ac:spMkLst>
            <pc:docMk/>
            <pc:sldMk cId="75413106" sldId="1127"/>
            <ac:spMk id="23" creationId="{AA2516A5-344F-A2AD-17D8-6402879AD614}"/>
          </ac:spMkLst>
        </pc:spChg>
      </pc:sldChg>
      <pc:sldChg chg="modSp mod">
        <pc:chgData name="Alexandre Quach" userId="03a3b9a4-365b-425e-bba9-a77346403bac" providerId="ADAL" clId="{C7842B6C-DC50-404F-BE3B-8FEFB329DA3E}" dt="2022-11-23T09:43:57.229" v="199" actId="20577"/>
        <pc:sldMkLst>
          <pc:docMk/>
          <pc:sldMk cId="2322500256" sldId="1128"/>
        </pc:sldMkLst>
        <pc:spChg chg="mod">
          <ac:chgData name="Alexandre Quach" userId="03a3b9a4-365b-425e-bba9-a77346403bac" providerId="ADAL" clId="{C7842B6C-DC50-404F-BE3B-8FEFB329DA3E}" dt="2022-11-23T09:39:49.462" v="142" actId="790"/>
          <ac:spMkLst>
            <pc:docMk/>
            <pc:sldMk cId="2322500256" sldId="1128"/>
            <ac:spMk id="2" creationId="{BEBCFDE5-44FD-2028-EDBA-A163E458EF67}"/>
          </ac:spMkLst>
        </pc:spChg>
        <pc:spChg chg="mod">
          <ac:chgData name="Alexandre Quach" userId="03a3b9a4-365b-425e-bba9-a77346403bac" providerId="ADAL" clId="{C7842B6C-DC50-404F-BE3B-8FEFB329DA3E}" dt="2022-11-23T09:39:49.462" v="142" actId="790"/>
          <ac:spMkLst>
            <pc:docMk/>
            <pc:sldMk cId="2322500256" sldId="1128"/>
            <ac:spMk id="4" creationId="{DD6821DC-E2FD-6E6E-2BD0-8BF40EF7DEB6}"/>
          </ac:spMkLst>
        </pc:spChg>
        <pc:spChg chg="mod">
          <ac:chgData name="Alexandre Quach" userId="03a3b9a4-365b-425e-bba9-a77346403bac" providerId="ADAL" clId="{C7842B6C-DC50-404F-BE3B-8FEFB329DA3E}" dt="2022-11-23T09:43:57.229" v="199" actId="20577"/>
          <ac:spMkLst>
            <pc:docMk/>
            <pc:sldMk cId="2322500256" sldId="1128"/>
            <ac:spMk id="5" creationId="{CB8A9652-91C1-C744-6552-C29B22CA249C}"/>
          </ac:spMkLst>
        </pc:spChg>
        <pc:spChg chg="mod">
          <ac:chgData name="Alexandre Quach" userId="03a3b9a4-365b-425e-bba9-a77346403bac" providerId="ADAL" clId="{C7842B6C-DC50-404F-BE3B-8FEFB329DA3E}" dt="2022-11-23T09:42:30.249" v="162" actId="20577"/>
          <ac:spMkLst>
            <pc:docMk/>
            <pc:sldMk cId="2322500256" sldId="1128"/>
            <ac:spMk id="6" creationId="{38DA4E6F-91A0-8731-9119-675B6253B1F9}"/>
          </ac:spMkLst>
        </pc:spChg>
        <pc:spChg chg="mod">
          <ac:chgData name="Alexandre Quach" userId="03a3b9a4-365b-425e-bba9-a77346403bac" providerId="ADAL" clId="{C7842B6C-DC50-404F-BE3B-8FEFB329DA3E}" dt="2022-11-23T09:42:48.789" v="163" actId="404"/>
          <ac:spMkLst>
            <pc:docMk/>
            <pc:sldMk cId="2322500256" sldId="1128"/>
            <ac:spMk id="7" creationId="{936B2D54-01EB-E713-D2FB-BC81FB7A7761}"/>
          </ac:spMkLst>
        </pc:spChg>
        <pc:spChg chg="mod">
          <ac:chgData name="Alexandre Quach" userId="03a3b9a4-365b-425e-bba9-a77346403bac" providerId="ADAL" clId="{C7842B6C-DC50-404F-BE3B-8FEFB329DA3E}" dt="2022-11-23T09:42:48.789" v="163" actId="404"/>
          <ac:spMkLst>
            <pc:docMk/>
            <pc:sldMk cId="2322500256" sldId="1128"/>
            <ac:spMk id="8" creationId="{B5EBD2A6-2429-A911-3217-3004ACE8BADA}"/>
          </ac:spMkLst>
        </pc:spChg>
        <pc:spChg chg="mod">
          <ac:chgData name="Alexandre Quach" userId="03a3b9a4-365b-425e-bba9-a77346403bac" providerId="ADAL" clId="{C7842B6C-DC50-404F-BE3B-8FEFB329DA3E}" dt="2022-11-23T09:42:48.789" v="163" actId="404"/>
          <ac:spMkLst>
            <pc:docMk/>
            <pc:sldMk cId="2322500256" sldId="1128"/>
            <ac:spMk id="9" creationId="{CB1F89FE-86EC-969F-A8E9-9589E84A9457}"/>
          </ac:spMkLst>
        </pc:spChg>
        <pc:spChg chg="mod">
          <ac:chgData name="Alexandre Quach" userId="03a3b9a4-365b-425e-bba9-a77346403bac" providerId="ADAL" clId="{C7842B6C-DC50-404F-BE3B-8FEFB329DA3E}" dt="2022-11-23T09:42:48.789" v="163" actId="404"/>
          <ac:spMkLst>
            <pc:docMk/>
            <pc:sldMk cId="2322500256" sldId="1128"/>
            <ac:spMk id="23" creationId="{D15BDA7D-963C-23DF-D12F-7E2204567DA3}"/>
          </ac:spMkLst>
        </pc:spChg>
        <pc:spChg chg="mod">
          <ac:chgData name="Alexandre Quach" userId="03a3b9a4-365b-425e-bba9-a77346403bac" providerId="ADAL" clId="{C7842B6C-DC50-404F-BE3B-8FEFB329DA3E}" dt="2022-11-23T09:42:48.789" v="163" actId="404"/>
          <ac:spMkLst>
            <pc:docMk/>
            <pc:sldMk cId="2322500256" sldId="1128"/>
            <ac:spMk id="24" creationId="{542EDB81-C168-13DF-1341-97929ACE70DD}"/>
          </ac:spMkLst>
        </pc:spChg>
        <pc:spChg chg="mod">
          <ac:chgData name="Alexandre Quach" userId="03a3b9a4-365b-425e-bba9-a77346403bac" providerId="ADAL" clId="{C7842B6C-DC50-404F-BE3B-8FEFB329DA3E}" dt="2022-11-23T09:42:48.789" v="163" actId="404"/>
          <ac:spMkLst>
            <pc:docMk/>
            <pc:sldMk cId="2322500256" sldId="1128"/>
            <ac:spMk id="25" creationId="{A0F4137A-DE26-7B0A-C924-EB4DC35103C7}"/>
          </ac:spMkLst>
        </pc:spChg>
      </pc:sldChg>
      <pc:sldChg chg="addSp delSp modSp mod">
        <pc:chgData name="Alexandre Quach" userId="03a3b9a4-365b-425e-bba9-a77346403bac" providerId="ADAL" clId="{C7842B6C-DC50-404F-BE3B-8FEFB329DA3E}" dt="2022-11-23T09:49:41.425" v="493" actId="20577"/>
        <pc:sldMkLst>
          <pc:docMk/>
          <pc:sldMk cId="2893220899" sldId="1129"/>
        </pc:sldMkLst>
        <pc:spChg chg="mod">
          <ac:chgData name="Alexandre Quach" userId="03a3b9a4-365b-425e-bba9-a77346403bac" providerId="ADAL" clId="{C7842B6C-DC50-404F-BE3B-8FEFB329DA3E}" dt="2022-11-23T09:47:08.306" v="339" actId="790"/>
          <ac:spMkLst>
            <pc:docMk/>
            <pc:sldMk cId="2893220899" sldId="1129"/>
            <ac:spMk id="2" creationId="{BEBCFDE5-44FD-2028-EDBA-A163E458EF67}"/>
          </ac:spMkLst>
        </pc:spChg>
        <pc:spChg chg="mod">
          <ac:chgData name="Alexandre Quach" userId="03a3b9a4-365b-425e-bba9-a77346403bac" providerId="ADAL" clId="{C7842B6C-DC50-404F-BE3B-8FEFB329DA3E}" dt="2022-11-23T09:47:08.306" v="339" actId="790"/>
          <ac:spMkLst>
            <pc:docMk/>
            <pc:sldMk cId="2893220899" sldId="1129"/>
            <ac:spMk id="3" creationId="{6928E2E5-FCF7-ECC4-2A0C-3423ABCB4EE0}"/>
          </ac:spMkLst>
        </pc:spChg>
        <pc:spChg chg="mod">
          <ac:chgData name="Alexandre Quach" userId="03a3b9a4-365b-425e-bba9-a77346403bac" providerId="ADAL" clId="{C7842B6C-DC50-404F-BE3B-8FEFB329DA3E}" dt="2022-11-23T09:47:08.306" v="339" actId="790"/>
          <ac:spMkLst>
            <pc:docMk/>
            <pc:sldMk cId="2893220899" sldId="1129"/>
            <ac:spMk id="4" creationId="{1983D60B-2F3F-56EE-1CDD-D15D6C150F0D}"/>
          </ac:spMkLst>
        </pc:spChg>
        <pc:spChg chg="mod">
          <ac:chgData name="Alexandre Quach" userId="03a3b9a4-365b-425e-bba9-a77346403bac" providerId="ADAL" clId="{C7842B6C-DC50-404F-BE3B-8FEFB329DA3E}" dt="2022-11-23T09:49:41.425" v="493" actId="20577"/>
          <ac:spMkLst>
            <pc:docMk/>
            <pc:sldMk cId="2893220899" sldId="1129"/>
            <ac:spMk id="5" creationId="{C7732859-6447-2936-4A65-18968B782752}"/>
          </ac:spMkLst>
        </pc:spChg>
        <pc:spChg chg="mod">
          <ac:chgData name="Alexandre Quach" userId="03a3b9a4-365b-425e-bba9-a77346403bac" providerId="ADAL" clId="{C7842B6C-DC50-404F-BE3B-8FEFB329DA3E}" dt="2022-11-23T09:47:08.306" v="339" actId="790"/>
          <ac:spMkLst>
            <pc:docMk/>
            <pc:sldMk cId="2893220899" sldId="1129"/>
            <ac:spMk id="6" creationId="{8EFFCDE2-5B95-A855-B60A-1475B0350190}"/>
          </ac:spMkLst>
        </pc:spChg>
        <pc:spChg chg="add mod">
          <ac:chgData name="Alexandre Quach" userId="03a3b9a4-365b-425e-bba9-a77346403bac" providerId="ADAL" clId="{C7842B6C-DC50-404F-BE3B-8FEFB329DA3E}" dt="2022-11-23T09:47:08.306" v="339" actId="790"/>
          <ac:spMkLst>
            <pc:docMk/>
            <pc:sldMk cId="2893220899" sldId="1129"/>
            <ac:spMk id="7" creationId="{BBCD1C3A-0971-4489-18C4-A2810C2A9436}"/>
          </ac:spMkLst>
        </pc:spChg>
        <pc:spChg chg="mod">
          <ac:chgData name="Alexandre Quach" userId="03a3b9a4-365b-425e-bba9-a77346403bac" providerId="ADAL" clId="{C7842B6C-DC50-404F-BE3B-8FEFB329DA3E}" dt="2022-11-23T09:48:31.742" v="427" actId="20577"/>
          <ac:spMkLst>
            <pc:docMk/>
            <pc:sldMk cId="2893220899" sldId="1129"/>
            <ac:spMk id="13" creationId="{BF4C2AA0-135C-B29D-E7FC-D5EA62D8D6DD}"/>
          </ac:spMkLst>
        </pc:spChg>
        <pc:spChg chg="mod">
          <ac:chgData name="Alexandre Quach" userId="03a3b9a4-365b-425e-bba9-a77346403bac" providerId="ADAL" clId="{C7842B6C-DC50-404F-BE3B-8FEFB329DA3E}" dt="2022-11-23T09:47:08.306" v="339" actId="790"/>
          <ac:spMkLst>
            <pc:docMk/>
            <pc:sldMk cId="2893220899" sldId="1129"/>
            <ac:spMk id="14" creationId="{E07A7605-03F0-FA68-F378-3BAC4CC5500A}"/>
          </ac:spMkLst>
        </pc:spChg>
        <pc:spChg chg="mod">
          <ac:chgData name="Alexandre Quach" userId="03a3b9a4-365b-425e-bba9-a77346403bac" providerId="ADAL" clId="{C7842B6C-DC50-404F-BE3B-8FEFB329DA3E}" dt="2022-11-23T09:47:55.882" v="390" actId="20577"/>
          <ac:spMkLst>
            <pc:docMk/>
            <pc:sldMk cId="2893220899" sldId="1129"/>
            <ac:spMk id="15" creationId="{DB592010-ED48-828E-96FF-3C1ED510BDDF}"/>
          </ac:spMkLst>
        </pc:spChg>
        <pc:spChg chg="mod">
          <ac:chgData name="Alexandre Quach" userId="03a3b9a4-365b-425e-bba9-a77346403bac" providerId="ADAL" clId="{C7842B6C-DC50-404F-BE3B-8FEFB329DA3E}" dt="2022-11-23T09:47:41.710" v="381" actId="6549"/>
          <ac:spMkLst>
            <pc:docMk/>
            <pc:sldMk cId="2893220899" sldId="1129"/>
            <ac:spMk id="16" creationId="{0EABDA3B-02D9-A6A6-F5C7-BC0531F2AE27}"/>
          </ac:spMkLst>
        </pc:spChg>
        <pc:spChg chg="mod">
          <ac:chgData name="Alexandre Quach" userId="03a3b9a4-365b-425e-bba9-a77346403bac" providerId="ADAL" clId="{C7842B6C-DC50-404F-BE3B-8FEFB329DA3E}" dt="2022-11-23T09:47:18.897" v="357" actId="20577"/>
          <ac:spMkLst>
            <pc:docMk/>
            <pc:sldMk cId="2893220899" sldId="1129"/>
            <ac:spMk id="17" creationId="{25208408-9D02-4FE4-A2AB-1F0F161A6B73}"/>
          </ac:spMkLst>
        </pc:spChg>
        <pc:spChg chg="mod">
          <ac:chgData name="Alexandre Quach" userId="03a3b9a4-365b-425e-bba9-a77346403bac" providerId="ADAL" clId="{C7842B6C-DC50-404F-BE3B-8FEFB329DA3E}" dt="2022-11-23T09:47:08.306" v="339" actId="790"/>
          <ac:spMkLst>
            <pc:docMk/>
            <pc:sldMk cId="2893220899" sldId="1129"/>
            <ac:spMk id="18" creationId="{A38D82F5-C3B2-DD72-0C7A-1714055AFC97}"/>
          </ac:spMkLst>
        </pc:spChg>
        <pc:spChg chg="mod">
          <ac:chgData name="Alexandre Quach" userId="03a3b9a4-365b-425e-bba9-a77346403bac" providerId="ADAL" clId="{C7842B6C-DC50-404F-BE3B-8FEFB329DA3E}" dt="2022-11-23T09:47:08.306" v="339" actId="790"/>
          <ac:spMkLst>
            <pc:docMk/>
            <pc:sldMk cId="2893220899" sldId="1129"/>
            <ac:spMk id="19" creationId="{A86C9820-6089-62CD-3EF5-32543D93E6E7}"/>
          </ac:spMkLst>
        </pc:spChg>
        <pc:spChg chg="mod">
          <ac:chgData name="Alexandre Quach" userId="03a3b9a4-365b-425e-bba9-a77346403bac" providerId="ADAL" clId="{C7842B6C-DC50-404F-BE3B-8FEFB329DA3E}" dt="2022-11-23T09:49:10.071" v="456" actId="20577"/>
          <ac:spMkLst>
            <pc:docMk/>
            <pc:sldMk cId="2893220899" sldId="1129"/>
            <ac:spMk id="20" creationId="{55CEF45F-476C-E3C0-8879-5409F0C39CA2}"/>
          </ac:spMkLst>
        </pc:spChg>
        <pc:spChg chg="mod">
          <ac:chgData name="Alexandre Quach" userId="03a3b9a4-365b-425e-bba9-a77346403bac" providerId="ADAL" clId="{C7842B6C-DC50-404F-BE3B-8FEFB329DA3E}" dt="2022-11-23T09:48:56.412" v="441" actId="20577"/>
          <ac:spMkLst>
            <pc:docMk/>
            <pc:sldMk cId="2893220899" sldId="1129"/>
            <ac:spMk id="21" creationId="{229BA47B-F26F-ABD9-918C-CFD96C385F96}"/>
          </ac:spMkLst>
        </pc:spChg>
        <pc:spChg chg="mod">
          <ac:chgData name="Alexandre Quach" userId="03a3b9a4-365b-425e-bba9-a77346403bac" providerId="ADAL" clId="{C7842B6C-DC50-404F-BE3B-8FEFB329DA3E}" dt="2022-11-23T09:47:08.306" v="339" actId="790"/>
          <ac:spMkLst>
            <pc:docMk/>
            <pc:sldMk cId="2893220899" sldId="1129"/>
            <ac:spMk id="22" creationId="{C4833EC7-5228-2157-C573-CD219C396360}"/>
          </ac:spMkLst>
        </pc:spChg>
        <pc:spChg chg="mod">
          <ac:chgData name="Alexandre Quach" userId="03a3b9a4-365b-425e-bba9-a77346403bac" providerId="ADAL" clId="{C7842B6C-DC50-404F-BE3B-8FEFB329DA3E}" dt="2022-11-23T09:48:22.717" v="424" actId="404"/>
          <ac:spMkLst>
            <pc:docMk/>
            <pc:sldMk cId="2893220899" sldId="1129"/>
            <ac:spMk id="26" creationId="{F298A068-E8C4-28A0-43C7-EEBFE73D5AD0}"/>
          </ac:spMkLst>
        </pc:spChg>
        <pc:spChg chg="del">
          <ac:chgData name="Alexandre Quach" userId="03a3b9a4-365b-425e-bba9-a77346403bac" providerId="ADAL" clId="{C7842B6C-DC50-404F-BE3B-8FEFB329DA3E}" dt="2022-11-23T09:46:18.600" v="302" actId="478"/>
          <ac:spMkLst>
            <pc:docMk/>
            <pc:sldMk cId="2893220899" sldId="1129"/>
            <ac:spMk id="29" creationId="{58F5C0C0-CBAD-83EA-8B72-652961B7CEA2}"/>
          </ac:spMkLst>
        </pc:spChg>
        <pc:spChg chg="mod">
          <ac:chgData name="Alexandre Quach" userId="03a3b9a4-365b-425e-bba9-a77346403bac" providerId="ADAL" clId="{C7842B6C-DC50-404F-BE3B-8FEFB329DA3E}" dt="2022-11-23T09:49:21.987" v="474" actId="6549"/>
          <ac:spMkLst>
            <pc:docMk/>
            <pc:sldMk cId="2893220899" sldId="1129"/>
            <ac:spMk id="31" creationId="{91F21015-9AB8-A231-DCE5-AAA97BCF2361}"/>
          </ac:spMkLst>
        </pc:spChg>
      </pc:sldChg>
      <pc:sldChg chg="addSp delSp modSp mod">
        <pc:chgData name="Alexandre Quach" userId="03a3b9a4-365b-425e-bba9-a77346403bac" providerId="ADAL" clId="{C7842B6C-DC50-404F-BE3B-8FEFB329DA3E}" dt="2022-11-23T09:46:01.142" v="301" actId="790"/>
        <pc:sldMkLst>
          <pc:docMk/>
          <pc:sldMk cId="351939243" sldId="1130"/>
        </pc:sldMkLst>
        <pc:spChg chg="mod">
          <ac:chgData name="Alexandre Quach" userId="03a3b9a4-365b-425e-bba9-a77346403bac" providerId="ADAL" clId="{C7842B6C-DC50-404F-BE3B-8FEFB329DA3E}" dt="2022-11-23T09:46:01.142" v="301" actId="790"/>
          <ac:spMkLst>
            <pc:docMk/>
            <pc:sldMk cId="351939243" sldId="1130"/>
            <ac:spMk id="2" creationId="{BEBCFDE5-44FD-2028-EDBA-A163E458EF67}"/>
          </ac:spMkLst>
        </pc:spChg>
        <pc:spChg chg="del">
          <ac:chgData name="Alexandre Quach" userId="03a3b9a4-365b-425e-bba9-a77346403bac" providerId="ADAL" clId="{C7842B6C-DC50-404F-BE3B-8FEFB329DA3E}" dt="2022-11-23T09:45:41.124" v="282" actId="478"/>
          <ac:spMkLst>
            <pc:docMk/>
            <pc:sldMk cId="351939243" sldId="1130"/>
            <ac:spMk id="3" creationId="{813DDDE9-314A-F000-27FB-0AC4528EE189}"/>
          </ac:spMkLst>
        </pc:spChg>
        <pc:spChg chg="mod">
          <ac:chgData name="Alexandre Quach" userId="03a3b9a4-365b-425e-bba9-a77346403bac" providerId="ADAL" clId="{C7842B6C-DC50-404F-BE3B-8FEFB329DA3E}" dt="2022-11-23T09:46:01.142" v="301" actId="790"/>
          <ac:spMkLst>
            <pc:docMk/>
            <pc:sldMk cId="351939243" sldId="1130"/>
            <ac:spMk id="5" creationId="{D3072777-5441-F931-C13E-9A1AFF135A19}"/>
          </ac:spMkLst>
        </pc:spChg>
        <pc:spChg chg="mod">
          <ac:chgData name="Alexandre Quach" userId="03a3b9a4-365b-425e-bba9-a77346403bac" providerId="ADAL" clId="{C7842B6C-DC50-404F-BE3B-8FEFB329DA3E}" dt="2022-11-23T09:46:01.142" v="301" actId="790"/>
          <ac:spMkLst>
            <pc:docMk/>
            <pc:sldMk cId="351939243" sldId="1130"/>
            <ac:spMk id="6" creationId="{0287AEEC-A45E-69B8-D0E2-32B3145EBB7B}"/>
          </ac:spMkLst>
        </pc:spChg>
        <pc:spChg chg="mod">
          <ac:chgData name="Alexandre Quach" userId="03a3b9a4-365b-425e-bba9-a77346403bac" providerId="ADAL" clId="{C7842B6C-DC50-404F-BE3B-8FEFB329DA3E}" dt="2022-11-23T09:46:01.142" v="301" actId="790"/>
          <ac:spMkLst>
            <pc:docMk/>
            <pc:sldMk cId="351939243" sldId="1130"/>
            <ac:spMk id="7" creationId="{C75E0C3A-587E-8460-957E-4BC94DDD36C8}"/>
          </ac:spMkLst>
        </pc:spChg>
        <pc:spChg chg="add mod">
          <ac:chgData name="Alexandre Quach" userId="03a3b9a4-365b-425e-bba9-a77346403bac" providerId="ADAL" clId="{C7842B6C-DC50-404F-BE3B-8FEFB329DA3E}" dt="2022-11-23T09:46:01.142" v="301" actId="790"/>
          <ac:spMkLst>
            <pc:docMk/>
            <pc:sldMk cId="351939243" sldId="1130"/>
            <ac:spMk id="8" creationId="{EC656F2C-69F9-2C55-4090-4BB392CD45B7}"/>
          </ac:spMkLst>
        </pc:spChg>
        <pc:spChg chg="mod">
          <ac:chgData name="Alexandre Quach" userId="03a3b9a4-365b-425e-bba9-a77346403bac" providerId="ADAL" clId="{C7842B6C-DC50-404F-BE3B-8FEFB329DA3E}" dt="2022-11-23T09:46:01.142" v="301" actId="790"/>
          <ac:spMkLst>
            <pc:docMk/>
            <pc:sldMk cId="351939243" sldId="1130"/>
            <ac:spMk id="17" creationId="{D314E0AE-6D8C-07E6-BD07-2D62B9818320}"/>
          </ac:spMkLst>
        </pc:spChg>
      </pc:sldChg>
      <pc:sldChg chg="modSp mod">
        <pc:chgData name="Alexandre Quach" userId="03a3b9a4-365b-425e-bba9-a77346403bac" providerId="ADAL" clId="{C7842B6C-DC50-404F-BE3B-8FEFB329DA3E}" dt="2022-11-23T10:13:16.857" v="922" actId="6549"/>
        <pc:sldMkLst>
          <pc:docMk/>
          <pc:sldMk cId="1013626741" sldId="1132"/>
        </pc:sldMkLst>
        <pc:spChg chg="mod">
          <ac:chgData name="Alexandre Quach" userId="03a3b9a4-365b-425e-bba9-a77346403bac" providerId="ADAL" clId="{C7842B6C-DC50-404F-BE3B-8FEFB329DA3E}" dt="2022-11-23T10:12:58.437" v="908" actId="790"/>
          <ac:spMkLst>
            <pc:docMk/>
            <pc:sldMk cId="1013626741" sldId="1132"/>
            <ac:spMk id="2" creationId="{BEBCFDE5-44FD-2028-EDBA-A163E458EF67}"/>
          </ac:spMkLst>
        </pc:spChg>
        <pc:spChg chg="mod">
          <ac:chgData name="Alexandre Quach" userId="03a3b9a4-365b-425e-bba9-a77346403bac" providerId="ADAL" clId="{C7842B6C-DC50-404F-BE3B-8FEFB329DA3E}" dt="2022-11-23T10:12:58.437" v="908" actId="790"/>
          <ac:spMkLst>
            <pc:docMk/>
            <pc:sldMk cId="1013626741" sldId="1132"/>
            <ac:spMk id="3" creationId="{09DD8EC1-2B46-47AC-8E8F-5D6601241E8F}"/>
          </ac:spMkLst>
        </pc:spChg>
        <pc:spChg chg="mod">
          <ac:chgData name="Alexandre Quach" userId="03a3b9a4-365b-425e-bba9-a77346403bac" providerId="ADAL" clId="{C7842B6C-DC50-404F-BE3B-8FEFB329DA3E}" dt="2022-11-23T10:12:58.437" v="908" actId="790"/>
          <ac:spMkLst>
            <pc:docMk/>
            <pc:sldMk cId="1013626741" sldId="1132"/>
            <ac:spMk id="4" creationId="{200088DA-460F-4927-78CE-6B805A1A6888}"/>
          </ac:spMkLst>
        </pc:spChg>
        <pc:spChg chg="mod">
          <ac:chgData name="Alexandre Quach" userId="03a3b9a4-365b-425e-bba9-a77346403bac" providerId="ADAL" clId="{C7842B6C-DC50-404F-BE3B-8FEFB329DA3E}" dt="2022-11-23T10:12:58.437" v="908" actId="790"/>
          <ac:spMkLst>
            <pc:docMk/>
            <pc:sldMk cId="1013626741" sldId="1132"/>
            <ac:spMk id="5" creationId="{19A72235-852C-3BDA-EE65-498F4DD1DB71}"/>
          </ac:spMkLst>
        </pc:spChg>
        <pc:spChg chg="mod">
          <ac:chgData name="Alexandre Quach" userId="03a3b9a4-365b-425e-bba9-a77346403bac" providerId="ADAL" clId="{C7842B6C-DC50-404F-BE3B-8FEFB329DA3E}" dt="2022-11-23T10:12:58.437" v="908" actId="790"/>
          <ac:spMkLst>
            <pc:docMk/>
            <pc:sldMk cId="1013626741" sldId="1132"/>
            <ac:spMk id="6" creationId="{D75AF707-121E-B6FF-B4D1-C71C00CF7F46}"/>
          </ac:spMkLst>
        </pc:spChg>
        <pc:spChg chg="mod">
          <ac:chgData name="Alexandre Quach" userId="03a3b9a4-365b-425e-bba9-a77346403bac" providerId="ADAL" clId="{C7842B6C-DC50-404F-BE3B-8FEFB329DA3E}" dt="2022-11-23T10:12:58.437" v="908" actId="790"/>
          <ac:spMkLst>
            <pc:docMk/>
            <pc:sldMk cId="1013626741" sldId="1132"/>
            <ac:spMk id="7" creationId="{B526DCA6-FF17-61A1-CB8D-12792B4D9178}"/>
          </ac:spMkLst>
        </pc:spChg>
        <pc:spChg chg="mod">
          <ac:chgData name="Alexandre Quach" userId="03a3b9a4-365b-425e-bba9-a77346403bac" providerId="ADAL" clId="{C7842B6C-DC50-404F-BE3B-8FEFB329DA3E}" dt="2022-11-23T10:12:58.437" v="908" actId="790"/>
          <ac:spMkLst>
            <pc:docMk/>
            <pc:sldMk cId="1013626741" sldId="1132"/>
            <ac:spMk id="8" creationId="{721260C9-9E65-86FB-84CD-44C4EE0FEDAF}"/>
          </ac:spMkLst>
        </pc:spChg>
        <pc:spChg chg="mod">
          <ac:chgData name="Alexandre Quach" userId="03a3b9a4-365b-425e-bba9-a77346403bac" providerId="ADAL" clId="{C7842B6C-DC50-404F-BE3B-8FEFB329DA3E}" dt="2022-11-23T10:12:58.437" v="908" actId="790"/>
          <ac:spMkLst>
            <pc:docMk/>
            <pc:sldMk cId="1013626741" sldId="1132"/>
            <ac:spMk id="9" creationId="{A0E54775-C262-1394-4486-5C8F9FA5A705}"/>
          </ac:spMkLst>
        </pc:spChg>
        <pc:spChg chg="mod">
          <ac:chgData name="Alexandre Quach" userId="03a3b9a4-365b-425e-bba9-a77346403bac" providerId="ADAL" clId="{C7842B6C-DC50-404F-BE3B-8FEFB329DA3E}" dt="2022-11-23T10:12:58.437" v="908" actId="790"/>
          <ac:spMkLst>
            <pc:docMk/>
            <pc:sldMk cId="1013626741" sldId="1132"/>
            <ac:spMk id="10" creationId="{2F59A458-FBB9-E396-BA90-025D1EEA4824}"/>
          </ac:spMkLst>
        </pc:spChg>
        <pc:spChg chg="mod">
          <ac:chgData name="Alexandre Quach" userId="03a3b9a4-365b-425e-bba9-a77346403bac" providerId="ADAL" clId="{C7842B6C-DC50-404F-BE3B-8FEFB329DA3E}" dt="2022-11-23T10:12:58.437" v="908" actId="790"/>
          <ac:spMkLst>
            <pc:docMk/>
            <pc:sldMk cId="1013626741" sldId="1132"/>
            <ac:spMk id="17" creationId="{9C67ED26-A7FC-3608-296C-C43003A704C1}"/>
          </ac:spMkLst>
        </pc:spChg>
        <pc:spChg chg="mod">
          <ac:chgData name="Alexandre Quach" userId="03a3b9a4-365b-425e-bba9-a77346403bac" providerId="ADAL" clId="{C7842B6C-DC50-404F-BE3B-8FEFB329DA3E}" dt="2022-11-23T10:12:58.437" v="908" actId="790"/>
          <ac:spMkLst>
            <pc:docMk/>
            <pc:sldMk cId="1013626741" sldId="1132"/>
            <ac:spMk id="19" creationId="{37846063-7235-3D18-53C6-663D2C2594F6}"/>
          </ac:spMkLst>
        </pc:spChg>
        <pc:spChg chg="mod">
          <ac:chgData name="Alexandre Quach" userId="03a3b9a4-365b-425e-bba9-a77346403bac" providerId="ADAL" clId="{C7842B6C-DC50-404F-BE3B-8FEFB329DA3E}" dt="2022-11-23T10:13:16.857" v="922" actId="6549"/>
          <ac:spMkLst>
            <pc:docMk/>
            <pc:sldMk cId="1013626741" sldId="1132"/>
            <ac:spMk id="20" creationId="{1471A2D7-2333-75D8-1814-6CF961E03085}"/>
          </ac:spMkLst>
        </pc:spChg>
        <pc:spChg chg="mod">
          <ac:chgData name="Alexandre Quach" userId="03a3b9a4-365b-425e-bba9-a77346403bac" providerId="ADAL" clId="{C7842B6C-DC50-404F-BE3B-8FEFB329DA3E}" dt="2022-11-23T10:12:58.437" v="908" actId="790"/>
          <ac:spMkLst>
            <pc:docMk/>
            <pc:sldMk cId="1013626741" sldId="1132"/>
            <ac:spMk id="22" creationId="{D3B92696-694F-0F03-AC14-54AD7F188A3B}"/>
          </ac:spMkLst>
        </pc:spChg>
        <pc:spChg chg="mod">
          <ac:chgData name="Alexandre Quach" userId="03a3b9a4-365b-425e-bba9-a77346403bac" providerId="ADAL" clId="{C7842B6C-DC50-404F-BE3B-8FEFB329DA3E}" dt="2022-11-23T10:12:58.437" v="908" actId="790"/>
          <ac:spMkLst>
            <pc:docMk/>
            <pc:sldMk cId="1013626741" sldId="1132"/>
            <ac:spMk id="23" creationId="{ADBADD4A-63FC-C92E-A1D2-3F8599247F0F}"/>
          </ac:spMkLst>
        </pc:spChg>
      </pc:sldChg>
      <pc:sldChg chg="modSp mod">
        <pc:chgData name="Alexandre Quach" userId="03a3b9a4-365b-425e-bba9-a77346403bac" providerId="ADAL" clId="{C7842B6C-DC50-404F-BE3B-8FEFB329DA3E}" dt="2022-11-23T10:15:12.846" v="998" actId="20577"/>
        <pc:sldMkLst>
          <pc:docMk/>
          <pc:sldMk cId="1600046460" sldId="1133"/>
        </pc:sldMkLst>
        <pc:spChg chg="mod">
          <ac:chgData name="Alexandre Quach" userId="03a3b9a4-365b-425e-bba9-a77346403bac" providerId="ADAL" clId="{C7842B6C-DC50-404F-BE3B-8FEFB329DA3E}" dt="2022-11-23T10:14:43.732" v="981" actId="790"/>
          <ac:spMkLst>
            <pc:docMk/>
            <pc:sldMk cId="1600046460" sldId="1133"/>
            <ac:spMk id="2" creationId="{BEBCFDE5-44FD-2028-EDBA-A163E458EF67}"/>
          </ac:spMkLst>
        </pc:spChg>
        <pc:spChg chg="mod">
          <ac:chgData name="Alexandre Quach" userId="03a3b9a4-365b-425e-bba9-a77346403bac" providerId="ADAL" clId="{C7842B6C-DC50-404F-BE3B-8FEFB329DA3E}" dt="2022-11-23T10:14:43.732" v="981" actId="790"/>
          <ac:spMkLst>
            <pc:docMk/>
            <pc:sldMk cId="1600046460" sldId="1133"/>
            <ac:spMk id="3" creationId="{09DD8EC1-2B46-47AC-8E8F-5D6601241E8F}"/>
          </ac:spMkLst>
        </pc:spChg>
        <pc:spChg chg="mod">
          <ac:chgData name="Alexandre Quach" userId="03a3b9a4-365b-425e-bba9-a77346403bac" providerId="ADAL" clId="{C7842B6C-DC50-404F-BE3B-8FEFB329DA3E}" dt="2022-11-23T10:14:43.732" v="981" actId="790"/>
          <ac:spMkLst>
            <pc:docMk/>
            <pc:sldMk cId="1600046460" sldId="1133"/>
            <ac:spMk id="4" creationId="{200088DA-460F-4927-78CE-6B805A1A6888}"/>
          </ac:spMkLst>
        </pc:spChg>
        <pc:spChg chg="mod">
          <ac:chgData name="Alexandre Quach" userId="03a3b9a4-365b-425e-bba9-a77346403bac" providerId="ADAL" clId="{C7842B6C-DC50-404F-BE3B-8FEFB329DA3E}" dt="2022-11-23T10:14:43.732" v="981" actId="790"/>
          <ac:spMkLst>
            <pc:docMk/>
            <pc:sldMk cId="1600046460" sldId="1133"/>
            <ac:spMk id="5" creationId="{19A72235-852C-3BDA-EE65-498F4DD1DB71}"/>
          </ac:spMkLst>
        </pc:spChg>
        <pc:spChg chg="mod">
          <ac:chgData name="Alexandre Quach" userId="03a3b9a4-365b-425e-bba9-a77346403bac" providerId="ADAL" clId="{C7842B6C-DC50-404F-BE3B-8FEFB329DA3E}" dt="2022-11-23T10:14:43.732" v="981" actId="790"/>
          <ac:spMkLst>
            <pc:docMk/>
            <pc:sldMk cId="1600046460" sldId="1133"/>
            <ac:spMk id="6" creationId="{D75AF707-121E-B6FF-B4D1-C71C00CF7F46}"/>
          </ac:spMkLst>
        </pc:spChg>
        <pc:spChg chg="mod">
          <ac:chgData name="Alexandre Quach" userId="03a3b9a4-365b-425e-bba9-a77346403bac" providerId="ADAL" clId="{C7842B6C-DC50-404F-BE3B-8FEFB329DA3E}" dt="2022-11-23T10:14:43.732" v="981" actId="790"/>
          <ac:spMkLst>
            <pc:docMk/>
            <pc:sldMk cId="1600046460" sldId="1133"/>
            <ac:spMk id="7" creationId="{B526DCA6-FF17-61A1-CB8D-12792B4D9178}"/>
          </ac:spMkLst>
        </pc:spChg>
        <pc:spChg chg="mod">
          <ac:chgData name="Alexandre Quach" userId="03a3b9a4-365b-425e-bba9-a77346403bac" providerId="ADAL" clId="{C7842B6C-DC50-404F-BE3B-8FEFB329DA3E}" dt="2022-11-23T10:14:43.732" v="981" actId="790"/>
          <ac:spMkLst>
            <pc:docMk/>
            <pc:sldMk cId="1600046460" sldId="1133"/>
            <ac:spMk id="8" creationId="{721260C9-9E65-86FB-84CD-44C4EE0FEDAF}"/>
          </ac:spMkLst>
        </pc:spChg>
        <pc:spChg chg="mod">
          <ac:chgData name="Alexandre Quach" userId="03a3b9a4-365b-425e-bba9-a77346403bac" providerId="ADAL" clId="{C7842B6C-DC50-404F-BE3B-8FEFB329DA3E}" dt="2022-11-23T10:14:43.732" v="981" actId="790"/>
          <ac:spMkLst>
            <pc:docMk/>
            <pc:sldMk cId="1600046460" sldId="1133"/>
            <ac:spMk id="9" creationId="{A0E54775-C262-1394-4486-5C8F9FA5A705}"/>
          </ac:spMkLst>
        </pc:spChg>
        <pc:spChg chg="mod">
          <ac:chgData name="Alexandre Quach" userId="03a3b9a4-365b-425e-bba9-a77346403bac" providerId="ADAL" clId="{C7842B6C-DC50-404F-BE3B-8FEFB329DA3E}" dt="2022-11-23T10:14:43.732" v="981" actId="790"/>
          <ac:spMkLst>
            <pc:docMk/>
            <pc:sldMk cId="1600046460" sldId="1133"/>
            <ac:spMk id="10" creationId="{2F59A458-FBB9-E396-BA90-025D1EEA4824}"/>
          </ac:spMkLst>
        </pc:spChg>
        <pc:spChg chg="mod">
          <ac:chgData name="Alexandre Quach" userId="03a3b9a4-365b-425e-bba9-a77346403bac" providerId="ADAL" clId="{C7842B6C-DC50-404F-BE3B-8FEFB329DA3E}" dt="2022-11-23T10:14:43.732" v="981" actId="790"/>
          <ac:spMkLst>
            <pc:docMk/>
            <pc:sldMk cId="1600046460" sldId="1133"/>
            <ac:spMk id="14" creationId="{515C0D44-D18D-DE83-49CC-C4E30452080E}"/>
          </ac:spMkLst>
        </pc:spChg>
        <pc:spChg chg="mod">
          <ac:chgData name="Alexandre Quach" userId="03a3b9a4-365b-425e-bba9-a77346403bac" providerId="ADAL" clId="{C7842B6C-DC50-404F-BE3B-8FEFB329DA3E}" dt="2022-11-23T10:14:43.732" v="981" actId="790"/>
          <ac:spMkLst>
            <pc:docMk/>
            <pc:sldMk cId="1600046460" sldId="1133"/>
            <ac:spMk id="15" creationId="{BBAA0F65-3133-213E-8905-124A0C83A54B}"/>
          </ac:spMkLst>
        </pc:spChg>
        <pc:spChg chg="mod">
          <ac:chgData name="Alexandre Quach" userId="03a3b9a4-365b-425e-bba9-a77346403bac" providerId="ADAL" clId="{C7842B6C-DC50-404F-BE3B-8FEFB329DA3E}" dt="2022-11-23T10:14:53.914" v="992" actId="20577"/>
          <ac:spMkLst>
            <pc:docMk/>
            <pc:sldMk cId="1600046460" sldId="1133"/>
            <ac:spMk id="16" creationId="{DE68BE82-DEAF-451A-0D1C-791920DBA618}"/>
          </ac:spMkLst>
        </pc:spChg>
        <pc:spChg chg="mod">
          <ac:chgData name="Alexandre Quach" userId="03a3b9a4-365b-425e-bba9-a77346403bac" providerId="ADAL" clId="{C7842B6C-DC50-404F-BE3B-8FEFB329DA3E}" dt="2022-11-23T10:14:43.732" v="981" actId="790"/>
          <ac:spMkLst>
            <pc:docMk/>
            <pc:sldMk cId="1600046460" sldId="1133"/>
            <ac:spMk id="17" creationId="{9C67ED26-A7FC-3608-296C-C43003A704C1}"/>
          </ac:spMkLst>
        </pc:spChg>
        <pc:spChg chg="mod">
          <ac:chgData name="Alexandre Quach" userId="03a3b9a4-365b-425e-bba9-a77346403bac" providerId="ADAL" clId="{C7842B6C-DC50-404F-BE3B-8FEFB329DA3E}" dt="2022-11-23T10:15:12.846" v="998" actId="20577"/>
          <ac:spMkLst>
            <pc:docMk/>
            <pc:sldMk cId="1600046460" sldId="1133"/>
            <ac:spMk id="18" creationId="{3EFF7489-EF98-F8D4-CB97-4B018E415EF9}"/>
          </ac:spMkLst>
        </pc:spChg>
        <pc:spChg chg="mod">
          <ac:chgData name="Alexandre Quach" userId="03a3b9a4-365b-425e-bba9-a77346403bac" providerId="ADAL" clId="{C7842B6C-DC50-404F-BE3B-8FEFB329DA3E}" dt="2022-11-23T10:14:43.732" v="981" actId="790"/>
          <ac:spMkLst>
            <pc:docMk/>
            <pc:sldMk cId="1600046460" sldId="1133"/>
            <ac:spMk id="19" creationId="{37846063-7235-3D18-53C6-663D2C2594F6}"/>
          </ac:spMkLst>
        </pc:spChg>
        <pc:spChg chg="mod">
          <ac:chgData name="Alexandre Quach" userId="03a3b9a4-365b-425e-bba9-a77346403bac" providerId="ADAL" clId="{C7842B6C-DC50-404F-BE3B-8FEFB329DA3E}" dt="2022-11-23T10:14:43.732" v="981" actId="790"/>
          <ac:spMkLst>
            <pc:docMk/>
            <pc:sldMk cId="1600046460" sldId="1133"/>
            <ac:spMk id="22" creationId="{D3B92696-694F-0F03-AC14-54AD7F188A3B}"/>
          </ac:spMkLst>
        </pc:spChg>
        <pc:spChg chg="mod">
          <ac:chgData name="Alexandre Quach" userId="03a3b9a4-365b-425e-bba9-a77346403bac" providerId="ADAL" clId="{C7842B6C-DC50-404F-BE3B-8FEFB329DA3E}" dt="2022-11-23T10:14:43.732" v="981" actId="790"/>
          <ac:spMkLst>
            <pc:docMk/>
            <pc:sldMk cId="1600046460" sldId="1133"/>
            <ac:spMk id="23" creationId="{ADBADD4A-63FC-C92E-A1D2-3F8599247F0F}"/>
          </ac:spMkLst>
        </pc:spChg>
      </pc:sldChg>
      <pc:sldChg chg="addSp delSp modSp mod">
        <pc:chgData name="Alexandre Quach" userId="03a3b9a4-365b-425e-bba9-a77346403bac" providerId="ADAL" clId="{C7842B6C-DC50-404F-BE3B-8FEFB329DA3E}" dt="2022-11-23T09:54:43.580" v="822" actId="20577"/>
        <pc:sldMkLst>
          <pc:docMk/>
          <pc:sldMk cId="1423552199" sldId="1134"/>
        </pc:sldMkLst>
        <pc:spChg chg="mod">
          <ac:chgData name="Alexandre Quach" userId="03a3b9a4-365b-425e-bba9-a77346403bac" providerId="ADAL" clId="{C7842B6C-DC50-404F-BE3B-8FEFB329DA3E}" dt="2022-11-23T09:54:00.520" v="768" actId="790"/>
          <ac:spMkLst>
            <pc:docMk/>
            <pc:sldMk cId="1423552199" sldId="1134"/>
            <ac:spMk id="2" creationId="{BEBCFDE5-44FD-2028-EDBA-A163E458EF67}"/>
          </ac:spMkLst>
        </pc:spChg>
        <pc:spChg chg="del">
          <ac:chgData name="Alexandre Quach" userId="03a3b9a4-365b-425e-bba9-a77346403bac" providerId="ADAL" clId="{C7842B6C-DC50-404F-BE3B-8FEFB329DA3E}" dt="2022-11-23T09:53:22.985" v="753" actId="478"/>
          <ac:spMkLst>
            <pc:docMk/>
            <pc:sldMk cId="1423552199" sldId="1134"/>
            <ac:spMk id="3" creationId="{3E679227-7477-B961-FA5B-F98AFBA933F1}"/>
          </ac:spMkLst>
        </pc:spChg>
        <pc:spChg chg="mod">
          <ac:chgData name="Alexandre Quach" userId="03a3b9a4-365b-425e-bba9-a77346403bac" providerId="ADAL" clId="{C7842B6C-DC50-404F-BE3B-8FEFB329DA3E}" dt="2022-11-23T09:54:43.580" v="822" actId="20577"/>
          <ac:spMkLst>
            <pc:docMk/>
            <pc:sldMk cId="1423552199" sldId="1134"/>
            <ac:spMk id="4" creationId="{5019A63F-9508-3CDB-EAAA-95EBC1A67B41}"/>
          </ac:spMkLst>
        </pc:spChg>
        <pc:spChg chg="mod">
          <ac:chgData name="Alexandre Quach" userId="03a3b9a4-365b-425e-bba9-a77346403bac" providerId="ADAL" clId="{C7842B6C-DC50-404F-BE3B-8FEFB329DA3E}" dt="2022-11-23T09:54:00.520" v="768" actId="790"/>
          <ac:spMkLst>
            <pc:docMk/>
            <pc:sldMk cId="1423552199" sldId="1134"/>
            <ac:spMk id="5" creationId="{7EE56620-5B83-F13F-6F98-20A2528F173D}"/>
          </ac:spMkLst>
        </pc:spChg>
        <pc:spChg chg="add del">
          <ac:chgData name="Alexandre Quach" userId="03a3b9a4-365b-425e-bba9-a77346403bac" providerId="ADAL" clId="{C7842B6C-DC50-404F-BE3B-8FEFB329DA3E}" dt="2022-11-23T09:53:24.804" v="755" actId="478"/>
          <ac:spMkLst>
            <pc:docMk/>
            <pc:sldMk cId="1423552199" sldId="1134"/>
            <ac:spMk id="7" creationId="{0B0164E3-998C-D8BA-E17F-897F41E01AD2}"/>
          </ac:spMkLst>
        </pc:spChg>
        <pc:spChg chg="add mod">
          <ac:chgData name="Alexandre Quach" userId="03a3b9a4-365b-425e-bba9-a77346403bac" providerId="ADAL" clId="{C7842B6C-DC50-404F-BE3B-8FEFB329DA3E}" dt="2022-11-23T09:54:00.520" v="768" actId="790"/>
          <ac:spMkLst>
            <pc:docMk/>
            <pc:sldMk cId="1423552199" sldId="1134"/>
            <ac:spMk id="8" creationId="{BFEFED12-3087-0016-690E-788273FD1A04}"/>
          </ac:spMkLst>
        </pc:spChg>
        <pc:spChg chg="mod">
          <ac:chgData name="Alexandre Quach" userId="03a3b9a4-365b-425e-bba9-a77346403bac" providerId="ADAL" clId="{C7842B6C-DC50-404F-BE3B-8FEFB329DA3E}" dt="2022-11-23T09:54:28.690" v="817" actId="20577"/>
          <ac:spMkLst>
            <pc:docMk/>
            <pc:sldMk cId="1423552199" sldId="1134"/>
            <ac:spMk id="17" creationId="{FBAF39E1-C56D-7585-E647-BB33EC78421B}"/>
          </ac:spMkLst>
        </pc:spChg>
        <pc:spChg chg="mod">
          <ac:chgData name="Alexandre Quach" userId="03a3b9a4-365b-425e-bba9-a77346403bac" providerId="ADAL" clId="{C7842B6C-DC50-404F-BE3B-8FEFB329DA3E}" dt="2022-11-23T09:54:00.520" v="768" actId="790"/>
          <ac:spMkLst>
            <pc:docMk/>
            <pc:sldMk cId="1423552199" sldId="1134"/>
            <ac:spMk id="18" creationId="{D396E7B7-EF90-FADC-1B7E-4CADFEE6E464}"/>
          </ac:spMkLst>
        </pc:spChg>
      </pc:sldChg>
      <pc:sldChg chg="modSp mod">
        <pc:chgData name="Alexandre Quach" userId="03a3b9a4-365b-425e-bba9-a77346403bac" providerId="ADAL" clId="{C7842B6C-DC50-404F-BE3B-8FEFB329DA3E}" dt="2022-11-23T10:16:41.312" v="1054" actId="20577"/>
        <pc:sldMkLst>
          <pc:docMk/>
          <pc:sldMk cId="352269076" sldId="1135"/>
        </pc:sldMkLst>
        <pc:spChg chg="mod">
          <ac:chgData name="Alexandre Quach" userId="03a3b9a4-365b-425e-bba9-a77346403bac" providerId="ADAL" clId="{C7842B6C-DC50-404F-BE3B-8FEFB329DA3E}" dt="2022-11-23T10:15:50.008" v="1032" actId="790"/>
          <ac:spMkLst>
            <pc:docMk/>
            <pc:sldMk cId="352269076" sldId="1135"/>
            <ac:spMk id="2" creationId="{BEBCFDE5-44FD-2028-EDBA-A163E458EF67}"/>
          </ac:spMkLst>
        </pc:spChg>
        <pc:spChg chg="mod">
          <ac:chgData name="Alexandre Quach" userId="03a3b9a4-365b-425e-bba9-a77346403bac" providerId="ADAL" clId="{C7842B6C-DC50-404F-BE3B-8FEFB329DA3E}" dt="2022-11-23T10:15:50.008" v="1032" actId="790"/>
          <ac:spMkLst>
            <pc:docMk/>
            <pc:sldMk cId="352269076" sldId="1135"/>
            <ac:spMk id="39" creationId="{955B11C0-7F64-0C36-D500-8B2990A603E8}"/>
          </ac:spMkLst>
        </pc:spChg>
        <pc:spChg chg="mod">
          <ac:chgData name="Alexandre Quach" userId="03a3b9a4-365b-425e-bba9-a77346403bac" providerId="ADAL" clId="{C7842B6C-DC50-404F-BE3B-8FEFB329DA3E}" dt="2022-11-23T10:15:50.008" v="1032" actId="790"/>
          <ac:spMkLst>
            <pc:docMk/>
            <pc:sldMk cId="352269076" sldId="1135"/>
            <ac:spMk id="45" creationId="{429C0625-5A70-A19D-D896-3FBE5C60CD63}"/>
          </ac:spMkLst>
        </pc:spChg>
        <pc:spChg chg="mod">
          <ac:chgData name="Alexandre Quach" userId="03a3b9a4-365b-425e-bba9-a77346403bac" providerId="ADAL" clId="{C7842B6C-DC50-404F-BE3B-8FEFB329DA3E}" dt="2022-11-23T10:15:50.008" v="1032" actId="790"/>
          <ac:spMkLst>
            <pc:docMk/>
            <pc:sldMk cId="352269076" sldId="1135"/>
            <ac:spMk id="46" creationId="{48BE0435-FC61-6943-ADFB-B94F831E40D9}"/>
          </ac:spMkLst>
        </pc:spChg>
        <pc:spChg chg="mod">
          <ac:chgData name="Alexandre Quach" userId="03a3b9a4-365b-425e-bba9-a77346403bac" providerId="ADAL" clId="{C7842B6C-DC50-404F-BE3B-8FEFB329DA3E}" dt="2022-11-23T10:16:25.989" v="1041" actId="20577"/>
          <ac:spMkLst>
            <pc:docMk/>
            <pc:sldMk cId="352269076" sldId="1135"/>
            <ac:spMk id="47" creationId="{49B0286A-8128-845F-B5A3-6D41D383D5FE}"/>
          </ac:spMkLst>
        </pc:spChg>
        <pc:spChg chg="mod">
          <ac:chgData name="Alexandre Quach" userId="03a3b9a4-365b-425e-bba9-a77346403bac" providerId="ADAL" clId="{C7842B6C-DC50-404F-BE3B-8FEFB329DA3E}" dt="2022-11-23T10:15:50.008" v="1032" actId="790"/>
          <ac:spMkLst>
            <pc:docMk/>
            <pc:sldMk cId="352269076" sldId="1135"/>
            <ac:spMk id="48" creationId="{97D979A9-EAF3-AC72-432E-B86D9827097A}"/>
          </ac:spMkLst>
        </pc:spChg>
        <pc:spChg chg="mod">
          <ac:chgData name="Alexandre Quach" userId="03a3b9a4-365b-425e-bba9-a77346403bac" providerId="ADAL" clId="{C7842B6C-DC50-404F-BE3B-8FEFB329DA3E}" dt="2022-11-23T10:15:50.008" v="1032" actId="790"/>
          <ac:spMkLst>
            <pc:docMk/>
            <pc:sldMk cId="352269076" sldId="1135"/>
            <ac:spMk id="49" creationId="{8A7A3486-BB05-71F7-9AC2-58F714EA3D2E}"/>
          </ac:spMkLst>
        </pc:spChg>
        <pc:spChg chg="mod">
          <ac:chgData name="Alexandre Quach" userId="03a3b9a4-365b-425e-bba9-a77346403bac" providerId="ADAL" clId="{C7842B6C-DC50-404F-BE3B-8FEFB329DA3E}" dt="2022-11-23T10:15:50.008" v="1032" actId="790"/>
          <ac:spMkLst>
            <pc:docMk/>
            <pc:sldMk cId="352269076" sldId="1135"/>
            <ac:spMk id="50" creationId="{309761E4-ABC3-5CE7-BD66-C6B5C22CDE5A}"/>
          </ac:spMkLst>
        </pc:spChg>
        <pc:spChg chg="mod">
          <ac:chgData name="Alexandre Quach" userId="03a3b9a4-365b-425e-bba9-a77346403bac" providerId="ADAL" clId="{C7842B6C-DC50-404F-BE3B-8FEFB329DA3E}" dt="2022-11-23T10:15:50.008" v="1032" actId="790"/>
          <ac:spMkLst>
            <pc:docMk/>
            <pc:sldMk cId="352269076" sldId="1135"/>
            <ac:spMk id="51" creationId="{C0273A33-68AE-501F-6823-A02B5978C81E}"/>
          </ac:spMkLst>
        </pc:spChg>
        <pc:spChg chg="mod">
          <ac:chgData name="Alexandre Quach" userId="03a3b9a4-365b-425e-bba9-a77346403bac" providerId="ADAL" clId="{C7842B6C-DC50-404F-BE3B-8FEFB329DA3E}" dt="2022-11-23T10:15:50.008" v="1032" actId="790"/>
          <ac:spMkLst>
            <pc:docMk/>
            <pc:sldMk cId="352269076" sldId="1135"/>
            <ac:spMk id="52" creationId="{3508EFF4-8E67-88A4-E9EC-76B481520489}"/>
          </ac:spMkLst>
        </pc:spChg>
        <pc:spChg chg="mod">
          <ac:chgData name="Alexandre Quach" userId="03a3b9a4-365b-425e-bba9-a77346403bac" providerId="ADAL" clId="{C7842B6C-DC50-404F-BE3B-8FEFB329DA3E}" dt="2022-11-23T10:15:50.008" v="1032" actId="790"/>
          <ac:spMkLst>
            <pc:docMk/>
            <pc:sldMk cId="352269076" sldId="1135"/>
            <ac:spMk id="53" creationId="{1AE497C5-4B37-DD93-8F91-CF187B5AF51D}"/>
          </ac:spMkLst>
        </pc:spChg>
        <pc:spChg chg="mod">
          <ac:chgData name="Alexandre Quach" userId="03a3b9a4-365b-425e-bba9-a77346403bac" providerId="ADAL" clId="{C7842B6C-DC50-404F-BE3B-8FEFB329DA3E}" dt="2022-11-23T10:15:50.008" v="1032" actId="790"/>
          <ac:spMkLst>
            <pc:docMk/>
            <pc:sldMk cId="352269076" sldId="1135"/>
            <ac:spMk id="54" creationId="{B3D912EA-E901-F0D6-8972-A68E794AD113}"/>
          </ac:spMkLst>
        </pc:spChg>
        <pc:spChg chg="mod">
          <ac:chgData name="Alexandre Quach" userId="03a3b9a4-365b-425e-bba9-a77346403bac" providerId="ADAL" clId="{C7842B6C-DC50-404F-BE3B-8FEFB329DA3E}" dt="2022-11-23T10:15:50.008" v="1032" actId="790"/>
          <ac:spMkLst>
            <pc:docMk/>
            <pc:sldMk cId="352269076" sldId="1135"/>
            <ac:spMk id="55" creationId="{23289301-CA42-7C0E-758C-5B889BCFE6A5}"/>
          </ac:spMkLst>
        </pc:spChg>
        <pc:spChg chg="mod">
          <ac:chgData name="Alexandre Quach" userId="03a3b9a4-365b-425e-bba9-a77346403bac" providerId="ADAL" clId="{C7842B6C-DC50-404F-BE3B-8FEFB329DA3E}" dt="2022-11-23T10:15:50.008" v="1032" actId="790"/>
          <ac:spMkLst>
            <pc:docMk/>
            <pc:sldMk cId="352269076" sldId="1135"/>
            <ac:spMk id="56" creationId="{CA3162F4-C447-EEDD-A6F1-4E55E1453B87}"/>
          </ac:spMkLst>
        </pc:spChg>
        <pc:spChg chg="mod">
          <ac:chgData name="Alexandre Quach" userId="03a3b9a4-365b-425e-bba9-a77346403bac" providerId="ADAL" clId="{C7842B6C-DC50-404F-BE3B-8FEFB329DA3E}" dt="2022-11-23T10:15:50.008" v="1032" actId="790"/>
          <ac:spMkLst>
            <pc:docMk/>
            <pc:sldMk cId="352269076" sldId="1135"/>
            <ac:spMk id="57" creationId="{F820C13D-9CC6-E351-B65C-125FFF897154}"/>
          </ac:spMkLst>
        </pc:spChg>
        <pc:spChg chg="mod">
          <ac:chgData name="Alexandre Quach" userId="03a3b9a4-365b-425e-bba9-a77346403bac" providerId="ADAL" clId="{C7842B6C-DC50-404F-BE3B-8FEFB329DA3E}" dt="2022-11-23T10:16:41.312" v="1054" actId="20577"/>
          <ac:spMkLst>
            <pc:docMk/>
            <pc:sldMk cId="352269076" sldId="1135"/>
            <ac:spMk id="58" creationId="{0066EE7D-767A-4015-5EC1-3BBD9B8B31E3}"/>
          </ac:spMkLst>
        </pc:spChg>
      </pc:sldChg>
      <pc:sldChg chg="addSp delSp modSp mod">
        <pc:chgData name="Alexandre Quach" userId="03a3b9a4-365b-425e-bba9-a77346403bac" providerId="ADAL" clId="{C7842B6C-DC50-404F-BE3B-8FEFB329DA3E}" dt="2022-11-23T09:44:43.296" v="228" actId="790"/>
        <pc:sldMkLst>
          <pc:docMk/>
          <pc:sldMk cId="1739574430" sldId="1138"/>
        </pc:sldMkLst>
        <pc:spChg chg="mod">
          <ac:chgData name="Alexandre Quach" userId="03a3b9a4-365b-425e-bba9-a77346403bac" providerId="ADAL" clId="{C7842B6C-DC50-404F-BE3B-8FEFB329DA3E}" dt="2022-11-23T09:44:43.296" v="228" actId="790"/>
          <ac:spMkLst>
            <pc:docMk/>
            <pc:sldMk cId="1739574430" sldId="1138"/>
            <ac:spMk id="2" creationId="{BEBCFDE5-44FD-2028-EDBA-A163E458EF67}"/>
          </ac:spMkLst>
        </pc:spChg>
        <pc:spChg chg="del">
          <ac:chgData name="Alexandre Quach" userId="03a3b9a4-365b-425e-bba9-a77346403bac" providerId="ADAL" clId="{C7842B6C-DC50-404F-BE3B-8FEFB329DA3E}" dt="2022-11-23T09:44:11.837" v="200" actId="478"/>
          <ac:spMkLst>
            <pc:docMk/>
            <pc:sldMk cId="1739574430" sldId="1138"/>
            <ac:spMk id="3" creationId="{813DDDE9-314A-F000-27FB-0AC4528EE189}"/>
          </ac:spMkLst>
        </pc:spChg>
        <pc:spChg chg="mod">
          <ac:chgData name="Alexandre Quach" userId="03a3b9a4-365b-425e-bba9-a77346403bac" providerId="ADAL" clId="{C7842B6C-DC50-404F-BE3B-8FEFB329DA3E}" dt="2022-11-23T09:44:43.296" v="228" actId="790"/>
          <ac:spMkLst>
            <pc:docMk/>
            <pc:sldMk cId="1739574430" sldId="1138"/>
            <ac:spMk id="4" creationId="{F61A52CF-5DDF-1EE8-75E5-1AAA61431144}"/>
          </ac:spMkLst>
        </pc:spChg>
        <pc:spChg chg="mod">
          <ac:chgData name="Alexandre Quach" userId="03a3b9a4-365b-425e-bba9-a77346403bac" providerId="ADAL" clId="{C7842B6C-DC50-404F-BE3B-8FEFB329DA3E}" dt="2022-11-23T09:44:43.296" v="228" actId="790"/>
          <ac:spMkLst>
            <pc:docMk/>
            <pc:sldMk cId="1739574430" sldId="1138"/>
            <ac:spMk id="5" creationId="{3E195090-F958-1487-A571-8882B965D4AC}"/>
          </ac:spMkLst>
        </pc:spChg>
        <pc:spChg chg="add mod">
          <ac:chgData name="Alexandre Quach" userId="03a3b9a4-365b-425e-bba9-a77346403bac" providerId="ADAL" clId="{C7842B6C-DC50-404F-BE3B-8FEFB329DA3E}" dt="2022-11-23T09:44:43.296" v="228" actId="790"/>
          <ac:spMkLst>
            <pc:docMk/>
            <pc:sldMk cId="1739574430" sldId="1138"/>
            <ac:spMk id="6" creationId="{6414874E-9002-DDD3-7AE0-F8641161A6EA}"/>
          </ac:spMkLst>
        </pc:spChg>
        <pc:spChg chg="mod">
          <ac:chgData name="Alexandre Quach" userId="03a3b9a4-365b-425e-bba9-a77346403bac" providerId="ADAL" clId="{C7842B6C-DC50-404F-BE3B-8FEFB329DA3E}" dt="2022-11-23T09:44:43.296" v="228" actId="790"/>
          <ac:spMkLst>
            <pc:docMk/>
            <pc:sldMk cId="1739574430" sldId="1138"/>
            <ac:spMk id="9" creationId="{D053A504-BB83-E5E1-0035-13B962D825C5}"/>
          </ac:spMkLst>
        </pc:spChg>
        <pc:spChg chg="mod">
          <ac:chgData name="Alexandre Quach" userId="03a3b9a4-365b-425e-bba9-a77346403bac" providerId="ADAL" clId="{C7842B6C-DC50-404F-BE3B-8FEFB329DA3E}" dt="2022-11-23T09:44:43.296" v="228" actId="790"/>
          <ac:spMkLst>
            <pc:docMk/>
            <pc:sldMk cId="1739574430" sldId="1138"/>
            <ac:spMk id="17" creationId="{D314E0AE-6D8C-07E6-BD07-2D62B9818320}"/>
          </ac:spMkLst>
        </pc:spChg>
      </pc:sldChg>
      <pc:sldChg chg="modSp mod">
        <pc:chgData name="Alexandre Quach" userId="03a3b9a4-365b-425e-bba9-a77346403bac" providerId="ADAL" clId="{C7842B6C-DC50-404F-BE3B-8FEFB329DA3E}" dt="2022-11-23T09:38:38.667" v="32" actId="790"/>
        <pc:sldMkLst>
          <pc:docMk/>
          <pc:sldMk cId="871575538" sldId="1139"/>
        </pc:sldMkLst>
        <pc:spChg chg="mod">
          <ac:chgData name="Alexandre Quach" userId="03a3b9a4-365b-425e-bba9-a77346403bac" providerId="ADAL" clId="{C7842B6C-DC50-404F-BE3B-8FEFB329DA3E}" dt="2022-11-23T09:38:38.667" v="32" actId="790"/>
          <ac:spMkLst>
            <pc:docMk/>
            <pc:sldMk cId="871575538" sldId="1139"/>
            <ac:spMk id="2" creationId="{77B8D7EF-0667-EA82-68D8-203C3B875FF8}"/>
          </ac:spMkLst>
        </pc:spChg>
        <pc:spChg chg="mod">
          <ac:chgData name="Alexandre Quach" userId="03a3b9a4-365b-425e-bba9-a77346403bac" providerId="ADAL" clId="{C7842B6C-DC50-404F-BE3B-8FEFB329DA3E}" dt="2022-11-23T09:38:38.667" v="32" actId="790"/>
          <ac:spMkLst>
            <pc:docMk/>
            <pc:sldMk cId="871575538" sldId="1139"/>
            <ac:spMk id="12" creationId="{B6233E0C-9E93-56F6-08CF-52BC032DECC7}"/>
          </ac:spMkLst>
        </pc:spChg>
        <pc:spChg chg="mod">
          <ac:chgData name="Alexandre Quach" userId="03a3b9a4-365b-425e-bba9-a77346403bac" providerId="ADAL" clId="{C7842B6C-DC50-404F-BE3B-8FEFB329DA3E}" dt="2022-11-23T09:38:38.667" v="32" actId="790"/>
          <ac:spMkLst>
            <pc:docMk/>
            <pc:sldMk cId="871575538" sldId="1139"/>
            <ac:spMk id="18" creationId="{93A57427-7231-F44B-4F72-761CC322EA51}"/>
          </ac:spMkLst>
        </pc:spChg>
        <pc:spChg chg="mod">
          <ac:chgData name="Alexandre Quach" userId="03a3b9a4-365b-425e-bba9-a77346403bac" providerId="ADAL" clId="{C7842B6C-DC50-404F-BE3B-8FEFB329DA3E}" dt="2022-11-23T09:38:38.667" v="32" actId="790"/>
          <ac:spMkLst>
            <pc:docMk/>
            <pc:sldMk cId="871575538" sldId="1139"/>
            <ac:spMk id="19" creationId="{80C19397-CAE1-FAD2-ADAB-68A23CB56BA5}"/>
          </ac:spMkLst>
        </pc:spChg>
      </pc:sldChg>
      <pc:sldChg chg="modSp mod">
        <pc:chgData name="Alexandre Quach" userId="03a3b9a4-365b-425e-bba9-a77346403bac" providerId="ADAL" clId="{C7842B6C-DC50-404F-BE3B-8FEFB329DA3E}" dt="2022-11-23T09:44:12.365" v="226" actId="27636"/>
        <pc:sldMkLst>
          <pc:docMk/>
          <pc:sldMk cId="48659037" sldId="1142"/>
        </pc:sldMkLst>
        <pc:spChg chg="mod">
          <ac:chgData name="Alexandre Quach" userId="03a3b9a4-365b-425e-bba9-a77346403bac" providerId="ADAL" clId="{C7842B6C-DC50-404F-BE3B-8FEFB329DA3E}" dt="2022-11-23T09:44:12.365" v="226" actId="27636"/>
          <ac:spMkLst>
            <pc:docMk/>
            <pc:sldMk cId="48659037" sldId="1142"/>
            <ac:spMk id="8" creationId="{3A85B0C8-C661-34A9-8DC1-E5722289553D}"/>
          </ac:spMkLst>
        </pc:spChg>
      </pc:sldChg>
      <pc:sldChg chg="modSp mod">
        <pc:chgData name="Alexandre Quach" userId="03a3b9a4-365b-425e-bba9-a77346403bac" providerId="ADAL" clId="{C7842B6C-DC50-404F-BE3B-8FEFB329DA3E}" dt="2022-11-23T09:38:06.609" v="28" actId="20577"/>
        <pc:sldMkLst>
          <pc:docMk/>
          <pc:sldMk cId="3058919310" sldId="1143"/>
        </pc:sldMkLst>
        <pc:spChg chg="mod">
          <ac:chgData name="Alexandre Quach" userId="03a3b9a4-365b-425e-bba9-a77346403bac" providerId="ADAL" clId="{C7842B6C-DC50-404F-BE3B-8FEFB329DA3E}" dt="2022-11-23T09:37:51.282" v="24" actId="790"/>
          <ac:spMkLst>
            <pc:docMk/>
            <pc:sldMk cId="3058919310" sldId="1143"/>
            <ac:spMk id="2" creationId="{77B8D7EF-0667-EA82-68D8-203C3B875FF8}"/>
          </ac:spMkLst>
        </pc:spChg>
        <pc:spChg chg="mod">
          <ac:chgData name="Alexandre Quach" userId="03a3b9a4-365b-425e-bba9-a77346403bac" providerId="ADAL" clId="{C7842B6C-DC50-404F-BE3B-8FEFB329DA3E}" dt="2022-11-23T09:38:06.609" v="28" actId="20577"/>
          <ac:spMkLst>
            <pc:docMk/>
            <pc:sldMk cId="3058919310" sldId="1143"/>
            <ac:spMk id="8" creationId="{3A85B0C8-C661-34A9-8DC1-E5722289553D}"/>
          </ac:spMkLst>
        </pc:spChg>
        <pc:spChg chg="mod">
          <ac:chgData name="Alexandre Quach" userId="03a3b9a4-365b-425e-bba9-a77346403bac" providerId="ADAL" clId="{C7842B6C-DC50-404F-BE3B-8FEFB329DA3E}" dt="2022-11-23T09:37:51.282" v="24" actId="790"/>
          <ac:spMkLst>
            <pc:docMk/>
            <pc:sldMk cId="3058919310" sldId="1143"/>
            <ac:spMk id="14" creationId="{DD3A461E-8789-50BB-7BE0-35F4274E473B}"/>
          </ac:spMkLst>
        </pc:spChg>
        <pc:spChg chg="mod">
          <ac:chgData name="Alexandre Quach" userId="03a3b9a4-365b-425e-bba9-a77346403bac" providerId="ADAL" clId="{C7842B6C-DC50-404F-BE3B-8FEFB329DA3E}" dt="2022-11-23T09:37:51.282" v="24" actId="790"/>
          <ac:spMkLst>
            <pc:docMk/>
            <pc:sldMk cId="3058919310" sldId="1143"/>
            <ac:spMk id="15" creationId="{001B0B54-4C80-921B-FD5C-EA85EE13ECEE}"/>
          </ac:spMkLst>
        </pc:spChg>
      </pc:sldChg>
      <pc:sldChg chg="modSp mod">
        <pc:chgData name="Alexandre Quach" userId="03a3b9a4-365b-425e-bba9-a77346403bac" providerId="ADAL" clId="{C7842B6C-DC50-404F-BE3B-8FEFB329DA3E}" dt="2022-11-24T17:22:12.683" v="4073" actId="20577"/>
        <pc:sldMkLst>
          <pc:docMk/>
          <pc:sldMk cId="1080955080" sldId="1144"/>
        </pc:sldMkLst>
        <pc:spChg chg="mod">
          <ac:chgData name="Alexandre Quach" userId="03a3b9a4-365b-425e-bba9-a77346403bac" providerId="ADAL" clId="{C7842B6C-DC50-404F-BE3B-8FEFB329DA3E}" dt="2022-11-24T17:21:15.066" v="3986" actId="790"/>
          <ac:spMkLst>
            <pc:docMk/>
            <pc:sldMk cId="1080955080" sldId="1144"/>
            <ac:spMk id="2" creationId="{96469727-EF31-D359-3C26-E6B912607C27}"/>
          </ac:spMkLst>
        </pc:spChg>
        <pc:spChg chg="mod">
          <ac:chgData name="Alexandre Quach" userId="03a3b9a4-365b-425e-bba9-a77346403bac" providerId="ADAL" clId="{C7842B6C-DC50-404F-BE3B-8FEFB329DA3E}" dt="2022-11-24T17:22:12.683" v="4073" actId="20577"/>
          <ac:spMkLst>
            <pc:docMk/>
            <pc:sldMk cId="1080955080" sldId="1144"/>
            <ac:spMk id="3" creationId="{4878EEEF-4183-A5A3-06FF-661C10A6F4BE}"/>
          </ac:spMkLst>
        </pc:spChg>
      </pc:sldChg>
      <pc:sldChg chg="modSp mod">
        <pc:chgData name="Alexandre Quach" userId="03a3b9a4-365b-425e-bba9-a77346403bac" providerId="ADAL" clId="{C7842B6C-DC50-404F-BE3B-8FEFB329DA3E}" dt="2022-11-23T10:18:47.116" v="1139" actId="20577"/>
        <pc:sldMkLst>
          <pc:docMk/>
          <pc:sldMk cId="3343136011" sldId="1145"/>
        </pc:sldMkLst>
        <pc:spChg chg="mod">
          <ac:chgData name="Alexandre Quach" userId="03a3b9a4-365b-425e-bba9-a77346403bac" providerId="ADAL" clId="{C7842B6C-DC50-404F-BE3B-8FEFB329DA3E}" dt="2022-11-23T10:18:03.528" v="1064" actId="20577"/>
          <ac:spMkLst>
            <pc:docMk/>
            <pc:sldMk cId="3343136011" sldId="1145"/>
            <ac:spMk id="2" creationId="{30F1205B-CCF1-CE7F-C901-6CEF2A742138}"/>
          </ac:spMkLst>
        </pc:spChg>
        <pc:spChg chg="mod">
          <ac:chgData name="Alexandre Quach" userId="03a3b9a4-365b-425e-bba9-a77346403bac" providerId="ADAL" clId="{C7842B6C-DC50-404F-BE3B-8FEFB329DA3E}" dt="2022-11-23T10:17:57.158" v="1055" actId="790"/>
          <ac:spMkLst>
            <pc:docMk/>
            <pc:sldMk cId="3343136011" sldId="1145"/>
            <ac:spMk id="6" creationId="{28D4488A-5B3D-8244-C22D-36176A1E78F3}"/>
          </ac:spMkLst>
        </pc:spChg>
        <pc:spChg chg="mod">
          <ac:chgData name="Alexandre Quach" userId="03a3b9a4-365b-425e-bba9-a77346403bac" providerId="ADAL" clId="{C7842B6C-DC50-404F-BE3B-8FEFB329DA3E}" dt="2022-11-23T10:17:57.158" v="1055" actId="790"/>
          <ac:spMkLst>
            <pc:docMk/>
            <pc:sldMk cId="3343136011" sldId="1145"/>
            <ac:spMk id="7" creationId="{B98359B4-5E66-F45D-E33B-184CCC8D8764}"/>
          </ac:spMkLst>
        </pc:spChg>
        <pc:spChg chg="mod">
          <ac:chgData name="Alexandre Quach" userId="03a3b9a4-365b-425e-bba9-a77346403bac" providerId="ADAL" clId="{C7842B6C-DC50-404F-BE3B-8FEFB329DA3E}" dt="2022-11-23T10:17:57.158" v="1055" actId="790"/>
          <ac:spMkLst>
            <pc:docMk/>
            <pc:sldMk cId="3343136011" sldId="1145"/>
            <ac:spMk id="8" creationId="{C08C9F4F-9470-04BE-2884-5BCC69822827}"/>
          </ac:spMkLst>
        </pc:spChg>
        <pc:spChg chg="mod">
          <ac:chgData name="Alexandre Quach" userId="03a3b9a4-365b-425e-bba9-a77346403bac" providerId="ADAL" clId="{C7842B6C-DC50-404F-BE3B-8FEFB329DA3E}" dt="2022-11-23T10:17:57.158" v="1055" actId="790"/>
          <ac:spMkLst>
            <pc:docMk/>
            <pc:sldMk cId="3343136011" sldId="1145"/>
            <ac:spMk id="9" creationId="{2CA87D51-B0A6-BACB-D19A-C2E9E61B1BD2}"/>
          </ac:spMkLst>
        </pc:spChg>
        <pc:spChg chg="mod">
          <ac:chgData name="Alexandre Quach" userId="03a3b9a4-365b-425e-bba9-a77346403bac" providerId="ADAL" clId="{C7842B6C-DC50-404F-BE3B-8FEFB329DA3E}" dt="2022-11-23T10:17:57.158" v="1055" actId="790"/>
          <ac:spMkLst>
            <pc:docMk/>
            <pc:sldMk cId="3343136011" sldId="1145"/>
            <ac:spMk id="10" creationId="{5D75CEF7-9988-15EA-9F7C-122B7ED4D45D}"/>
          </ac:spMkLst>
        </pc:spChg>
        <pc:spChg chg="mod">
          <ac:chgData name="Alexandre Quach" userId="03a3b9a4-365b-425e-bba9-a77346403bac" providerId="ADAL" clId="{C7842B6C-DC50-404F-BE3B-8FEFB329DA3E}" dt="2022-11-23T10:17:57.158" v="1055" actId="790"/>
          <ac:spMkLst>
            <pc:docMk/>
            <pc:sldMk cId="3343136011" sldId="1145"/>
            <ac:spMk id="11" creationId="{DBA85B43-663A-CF46-28EF-3990A48DDE76}"/>
          </ac:spMkLst>
        </pc:spChg>
        <pc:spChg chg="mod">
          <ac:chgData name="Alexandre Quach" userId="03a3b9a4-365b-425e-bba9-a77346403bac" providerId="ADAL" clId="{C7842B6C-DC50-404F-BE3B-8FEFB329DA3E}" dt="2022-11-23T10:17:57.158" v="1055" actId="790"/>
          <ac:spMkLst>
            <pc:docMk/>
            <pc:sldMk cId="3343136011" sldId="1145"/>
            <ac:spMk id="12" creationId="{2647EE0E-5D1D-719E-8024-AEE508279A33}"/>
          </ac:spMkLst>
        </pc:spChg>
        <pc:spChg chg="mod">
          <ac:chgData name="Alexandre Quach" userId="03a3b9a4-365b-425e-bba9-a77346403bac" providerId="ADAL" clId="{C7842B6C-DC50-404F-BE3B-8FEFB329DA3E}" dt="2022-11-23T10:17:57.158" v="1055" actId="790"/>
          <ac:spMkLst>
            <pc:docMk/>
            <pc:sldMk cId="3343136011" sldId="1145"/>
            <ac:spMk id="13" creationId="{7676522E-8782-3DD3-8DE0-21C61FEEA679}"/>
          </ac:spMkLst>
        </pc:spChg>
        <pc:spChg chg="mod">
          <ac:chgData name="Alexandre Quach" userId="03a3b9a4-365b-425e-bba9-a77346403bac" providerId="ADAL" clId="{C7842B6C-DC50-404F-BE3B-8FEFB329DA3E}" dt="2022-11-23T10:17:57.158" v="1055" actId="790"/>
          <ac:spMkLst>
            <pc:docMk/>
            <pc:sldMk cId="3343136011" sldId="1145"/>
            <ac:spMk id="14" creationId="{D8048D04-D16E-408E-1022-EA283B765164}"/>
          </ac:spMkLst>
        </pc:spChg>
        <pc:spChg chg="mod">
          <ac:chgData name="Alexandre Quach" userId="03a3b9a4-365b-425e-bba9-a77346403bac" providerId="ADAL" clId="{C7842B6C-DC50-404F-BE3B-8FEFB329DA3E}" dt="2022-11-23T10:17:57.158" v="1055" actId="790"/>
          <ac:spMkLst>
            <pc:docMk/>
            <pc:sldMk cId="3343136011" sldId="1145"/>
            <ac:spMk id="15" creationId="{F613D041-4AEF-8A9C-0C18-58B4D72846BF}"/>
          </ac:spMkLst>
        </pc:spChg>
        <pc:spChg chg="mod">
          <ac:chgData name="Alexandre Quach" userId="03a3b9a4-365b-425e-bba9-a77346403bac" providerId="ADAL" clId="{C7842B6C-DC50-404F-BE3B-8FEFB329DA3E}" dt="2022-11-23T10:17:57.158" v="1055" actId="790"/>
          <ac:spMkLst>
            <pc:docMk/>
            <pc:sldMk cId="3343136011" sldId="1145"/>
            <ac:spMk id="16" creationId="{FEDB9602-CB9B-199F-B63E-07DF463D4C5A}"/>
          </ac:spMkLst>
        </pc:spChg>
        <pc:spChg chg="mod">
          <ac:chgData name="Alexandre Quach" userId="03a3b9a4-365b-425e-bba9-a77346403bac" providerId="ADAL" clId="{C7842B6C-DC50-404F-BE3B-8FEFB329DA3E}" dt="2022-11-23T10:17:57.158" v="1055" actId="790"/>
          <ac:spMkLst>
            <pc:docMk/>
            <pc:sldMk cId="3343136011" sldId="1145"/>
            <ac:spMk id="17" creationId="{6CEB2795-1996-C2D3-156F-3B0F5467F3BB}"/>
          </ac:spMkLst>
        </pc:spChg>
        <pc:spChg chg="mod">
          <ac:chgData name="Alexandre Quach" userId="03a3b9a4-365b-425e-bba9-a77346403bac" providerId="ADAL" clId="{C7842B6C-DC50-404F-BE3B-8FEFB329DA3E}" dt="2022-11-23T10:18:31.543" v="1114" actId="20577"/>
          <ac:spMkLst>
            <pc:docMk/>
            <pc:sldMk cId="3343136011" sldId="1145"/>
            <ac:spMk id="18" creationId="{7A0454FB-1561-4C99-C00C-66260E5DFEFB}"/>
          </ac:spMkLst>
        </pc:spChg>
        <pc:spChg chg="mod">
          <ac:chgData name="Alexandre Quach" userId="03a3b9a4-365b-425e-bba9-a77346403bac" providerId="ADAL" clId="{C7842B6C-DC50-404F-BE3B-8FEFB329DA3E}" dt="2022-11-23T10:17:57.158" v="1055" actId="790"/>
          <ac:spMkLst>
            <pc:docMk/>
            <pc:sldMk cId="3343136011" sldId="1145"/>
            <ac:spMk id="34" creationId="{04F5F7FF-AE23-6384-6AC3-2E569C48D3C1}"/>
          </ac:spMkLst>
        </pc:spChg>
        <pc:spChg chg="mod">
          <ac:chgData name="Alexandre Quach" userId="03a3b9a4-365b-425e-bba9-a77346403bac" providerId="ADAL" clId="{C7842B6C-DC50-404F-BE3B-8FEFB329DA3E}" dt="2022-11-23T10:18:39.361" v="1120" actId="20577"/>
          <ac:spMkLst>
            <pc:docMk/>
            <pc:sldMk cId="3343136011" sldId="1145"/>
            <ac:spMk id="35" creationId="{0DA266AF-752C-C56A-745C-3ED4EA2A0E7D}"/>
          </ac:spMkLst>
        </pc:spChg>
        <pc:spChg chg="mod">
          <ac:chgData name="Alexandre Quach" userId="03a3b9a4-365b-425e-bba9-a77346403bac" providerId="ADAL" clId="{C7842B6C-DC50-404F-BE3B-8FEFB329DA3E}" dt="2022-11-23T10:18:43.201" v="1130" actId="20577"/>
          <ac:spMkLst>
            <pc:docMk/>
            <pc:sldMk cId="3343136011" sldId="1145"/>
            <ac:spMk id="36" creationId="{050A9F87-1540-1106-8244-CA2F45BD8470}"/>
          </ac:spMkLst>
        </pc:spChg>
        <pc:spChg chg="mod">
          <ac:chgData name="Alexandre Quach" userId="03a3b9a4-365b-425e-bba9-a77346403bac" providerId="ADAL" clId="{C7842B6C-DC50-404F-BE3B-8FEFB329DA3E}" dt="2022-11-23T10:18:47.116" v="1139" actId="20577"/>
          <ac:spMkLst>
            <pc:docMk/>
            <pc:sldMk cId="3343136011" sldId="1145"/>
            <ac:spMk id="37" creationId="{E6399FA1-1465-A495-BC89-986B2360DAC2}"/>
          </ac:spMkLst>
        </pc:spChg>
      </pc:sldChg>
      <pc:sldChg chg="ord">
        <pc:chgData name="Alexandre Quach" userId="03a3b9a4-365b-425e-bba9-a77346403bac" providerId="ADAL" clId="{C7842B6C-DC50-404F-BE3B-8FEFB329DA3E}" dt="2022-11-24T17:20:48.694" v="3944"/>
        <pc:sldMkLst>
          <pc:docMk/>
          <pc:sldMk cId="3680805128" sldId="1146"/>
        </pc:sldMkLst>
      </pc:sldChg>
      <pc:sldChg chg="modSp mod">
        <pc:chgData name="Alexandre Quach" userId="03a3b9a4-365b-425e-bba9-a77346403bac" providerId="ADAL" clId="{C7842B6C-DC50-404F-BE3B-8FEFB329DA3E}" dt="2022-11-23T09:36:34.969" v="19" actId="20577"/>
        <pc:sldMkLst>
          <pc:docMk/>
          <pc:sldMk cId="1403906293" sldId="1147"/>
        </pc:sldMkLst>
        <pc:spChg chg="mod">
          <ac:chgData name="Alexandre Quach" userId="03a3b9a4-365b-425e-bba9-a77346403bac" providerId="ADAL" clId="{C7842B6C-DC50-404F-BE3B-8FEFB329DA3E}" dt="2022-11-23T09:36:34.969" v="19" actId="20577"/>
          <ac:spMkLst>
            <pc:docMk/>
            <pc:sldMk cId="1403906293" sldId="1147"/>
            <ac:spMk id="3" creationId="{67134858-B1CC-3826-1C60-AFC05692E5CC}"/>
          </ac:spMkLst>
        </pc:spChg>
      </pc:sldChg>
      <pc:sldChg chg="modSp mod">
        <pc:chgData name="Alexandre Quach" userId="03a3b9a4-365b-425e-bba9-a77346403bac" providerId="ADAL" clId="{C7842B6C-DC50-404F-BE3B-8FEFB329DA3E}" dt="2022-11-24T09:53:53.255" v="2557" actId="20577"/>
        <pc:sldMkLst>
          <pc:docMk/>
          <pc:sldMk cId="3063254438" sldId="1149"/>
        </pc:sldMkLst>
        <pc:spChg chg="mod">
          <ac:chgData name="Alexandre Quach" userId="03a3b9a4-365b-425e-bba9-a77346403bac" providerId="ADAL" clId="{C7842B6C-DC50-404F-BE3B-8FEFB329DA3E}" dt="2022-11-24T09:53:42.184" v="2548" actId="20577"/>
          <ac:spMkLst>
            <pc:docMk/>
            <pc:sldMk cId="3063254438" sldId="1149"/>
            <ac:spMk id="2" creationId="{1D7A2258-F426-543E-9416-6F5748114549}"/>
          </ac:spMkLst>
        </pc:spChg>
        <pc:spChg chg="mod">
          <ac:chgData name="Alexandre Quach" userId="03a3b9a4-365b-425e-bba9-a77346403bac" providerId="ADAL" clId="{C7842B6C-DC50-404F-BE3B-8FEFB329DA3E}" dt="2022-11-24T09:48:34.477" v="2484" actId="790"/>
          <ac:spMkLst>
            <pc:docMk/>
            <pc:sldMk cId="3063254438" sldId="1149"/>
            <ac:spMk id="3" creationId="{A6F06131-83B3-F603-CB44-8092D6B0A111}"/>
          </ac:spMkLst>
        </pc:spChg>
        <pc:graphicFrameChg chg="modGraphic">
          <ac:chgData name="Alexandre Quach" userId="03a3b9a4-365b-425e-bba9-a77346403bac" providerId="ADAL" clId="{C7842B6C-DC50-404F-BE3B-8FEFB329DA3E}" dt="2022-11-24T09:53:53.255" v="2557" actId="20577"/>
          <ac:graphicFrameMkLst>
            <pc:docMk/>
            <pc:sldMk cId="3063254438" sldId="1149"/>
            <ac:graphicFrameMk id="4" creationId="{C560FAB5-6044-2ABA-8109-064477C0A8E4}"/>
          </ac:graphicFrameMkLst>
        </pc:graphicFrameChg>
      </pc:sldChg>
      <pc:sldChg chg="modSp mod">
        <pc:chgData name="Alexandre Quach" userId="03a3b9a4-365b-425e-bba9-a77346403bac" providerId="ADAL" clId="{C7842B6C-DC50-404F-BE3B-8FEFB329DA3E}" dt="2022-11-24T16:57:29.226" v="3169" actId="20577"/>
        <pc:sldMkLst>
          <pc:docMk/>
          <pc:sldMk cId="802680397" sldId="1150"/>
        </pc:sldMkLst>
        <pc:spChg chg="mod">
          <ac:chgData name="Alexandre Quach" userId="03a3b9a4-365b-425e-bba9-a77346403bac" providerId="ADAL" clId="{C7842B6C-DC50-404F-BE3B-8FEFB329DA3E}" dt="2022-11-24T16:57:29.226" v="3169" actId="20577"/>
          <ac:spMkLst>
            <pc:docMk/>
            <pc:sldMk cId="802680397" sldId="1150"/>
            <ac:spMk id="3" creationId="{287B8EA0-9ECD-DC81-9990-FBEEA53DDDD3}"/>
          </ac:spMkLst>
        </pc:spChg>
        <pc:graphicFrameChg chg="mod modGraphic">
          <ac:chgData name="Alexandre Quach" userId="03a3b9a4-365b-425e-bba9-a77346403bac" providerId="ADAL" clId="{C7842B6C-DC50-404F-BE3B-8FEFB329DA3E}" dt="2022-11-24T16:51:54.694" v="3055" actId="6549"/>
          <ac:graphicFrameMkLst>
            <pc:docMk/>
            <pc:sldMk cId="802680397" sldId="1150"/>
            <ac:graphicFrameMk id="4" creationId="{E24E296B-BBF6-5781-9467-7D1388A7A031}"/>
          </ac:graphicFrameMkLst>
        </pc:graphicFrameChg>
      </pc:sldChg>
      <pc:sldChg chg="delSp modSp mod">
        <pc:chgData name="Alexandre Quach" userId="03a3b9a4-365b-425e-bba9-a77346403bac" providerId="ADAL" clId="{C7842B6C-DC50-404F-BE3B-8FEFB329DA3E}" dt="2022-11-24T17:22:34.738" v="4079" actId="478"/>
        <pc:sldMkLst>
          <pc:docMk/>
          <pc:sldMk cId="442446433" sldId="1151"/>
        </pc:sldMkLst>
        <pc:spChg chg="mod">
          <ac:chgData name="Alexandre Quach" userId="03a3b9a4-365b-425e-bba9-a77346403bac" providerId="ADAL" clId="{C7842B6C-DC50-404F-BE3B-8FEFB329DA3E}" dt="2022-11-24T17:22:18.395" v="4074" actId="1076"/>
          <ac:spMkLst>
            <pc:docMk/>
            <pc:sldMk cId="442446433" sldId="1151"/>
            <ac:spMk id="3" creationId="{393442AE-3F5D-139A-CD16-E17C9F16677B}"/>
          </ac:spMkLst>
        </pc:spChg>
        <pc:spChg chg="del">
          <ac:chgData name="Alexandre Quach" userId="03a3b9a4-365b-425e-bba9-a77346403bac" providerId="ADAL" clId="{C7842B6C-DC50-404F-BE3B-8FEFB329DA3E}" dt="2022-11-24T17:22:27.663" v="4075" actId="478"/>
          <ac:spMkLst>
            <pc:docMk/>
            <pc:sldMk cId="442446433" sldId="1151"/>
            <ac:spMk id="192" creationId="{9D80ABF3-D628-E17F-7A55-A5C574E74E97}"/>
          </ac:spMkLst>
        </pc:spChg>
        <pc:spChg chg="del">
          <ac:chgData name="Alexandre Quach" userId="03a3b9a4-365b-425e-bba9-a77346403bac" providerId="ADAL" clId="{C7842B6C-DC50-404F-BE3B-8FEFB329DA3E}" dt="2022-11-24T17:22:29.824" v="4077" actId="478"/>
          <ac:spMkLst>
            <pc:docMk/>
            <pc:sldMk cId="442446433" sldId="1151"/>
            <ac:spMk id="194" creationId="{43E9C611-D6B7-3D48-B913-D5E7F49FF18A}"/>
          </ac:spMkLst>
        </pc:spChg>
        <pc:spChg chg="del">
          <ac:chgData name="Alexandre Quach" userId="03a3b9a4-365b-425e-bba9-a77346403bac" providerId="ADAL" clId="{C7842B6C-DC50-404F-BE3B-8FEFB329DA3E}" dt="2022-11-24T17:22:30.783" v="4078" actId="478"/>
          <ac:spMkLst>
            <pc:docMk/>
            <pc:sldMk cId="442446433" sldId="1151"/>
            <ac:spMk id="196" creationId="{35FF46AE-B435-231E-D642-9073FD02D83E}"/>
          </ac:spMkLst>
        </pc:spChg>
        <pc:spChg chg="del">
          <ac:chgData name="Alexandre Quach" userId="03a3b9a4-365b-425e-bba9-a77346403bac" providerId="ADAL" clId="{C7842B6C-DC50-404F-BE3B-8FEFB329DA3E}" dt="2022-11-24T17:22:34.738" v="4079" actId="478"/>
          <ac:spMkLst>
            <pc:docMk/>
            <pc:sldMk cId="442446433" sldId="1151"/>
            <ac:spMk id="197" creationId="{6CC0CC81-03A3-CA91-FE1F-D793BA565640}"/>
          </ac:spMkLst>
        </pc:spChg>
        <pc:spChg chg="del">
          <ac:chgData name="Alexandre Quach" userId="03a3b9a4-365b-425e-bba9-a77346403bac" providerId="ADAL" clId="{C7842B6C-DC50-404F-BE3B-8FEFB329DA3E}" dt="2022-11-24T17:22:28.629" v="4076" actId="478"/>
          <ac:spMkLst>
            <pc:docMk/>
            <pc:sldMk cId="442446433" sldId="1151"/>
            <ac:spMk id="198" creationId="{726E4164-D1B3-7B01-17C8-B9C1DE70C036}"/>
          </ac:spMkLst>
        </pc:spChg>
      </pc:sldChg>
      <pc:sldChg chg="modSp mod">
        <pc:chgData name="Alexandre Quach" userId="03a3b9a4-365b-425e-bba9-a77346403bac" providerId="ADAL" clId="{C7842B6C-DC50-404F-BE3B-8FEFB329DA3E}" dt="2022-11-24T09:45:44.938" v="2397" actId="20577"/>
        <pc:sldMkLst>
          <pc:docMk/>
          <pc:sldMk cId="3415243210" sldId="1153"/>
        </pc:sldMkLst>
        <pc:spChg chg="mod">
          <ac:chgData name="Alexandre Quach" userId="03a3b9a4-365b-425e-bba9-a77346403bac" providerId="ADAL" clId="{C7842B6C-DC50-404F-BE3B-8FEFB329DA3E}" dt="2022-11-24T09:45:44.938" v="2397" actId="20577"/>
          <ac:spMkLst>
            <pc:docMk/>
            <pc:sldMk cId="3415243210" sldId="1153"/>
            <ac:spMk id="10" creationId="{D2AF21F8-04D3-805D-F34E-F6B2B3E945C8}"/>
          </ac:spMkLst>
        </pc:spChg>
      </pc:sldChg>
      <pc:sldChg chg="modSp mod">
        <pc:chgData name="Alexandre Quach" userId="03a3b9a4-365b-425e-bba9-a77346403bac" providerId="ADAL" clId="{C7842B6C-DC50-404F-BE3B-8FEFB329DA3E}" dt="2022-11-24T17:00:54.860" v="3234" actId="27636"/>
        <pc:sldMkLst>
          <pc:docMk/>
          <pc:sldMk cId="3165057441" sldId="1156"/>
        </pc:sldMkLst>
        <pc:spChg chg="mod">
          <ac:chgData name="Alexandre Quach" userId="03a3b9a4-365b-425e-bba9-a77346403bac" providerId="ADAL" clId="{C7842B6C-DC50-404F-BE3B-8FEFB329DA3E}" dt="2022-11-24T16:59:13.551" v="3202" actId="20577"/>
          <ac:spMkLst>
            <pc:docMk/>
            <pc:sldMk cId="3165057441" sldId="1156"/>
            <ac:spMk id="3" creationId="{57B83047-0CD7-652D-1429-069DE5FCEFD3}"/>
          </ac:spMkLst>
        </pc:spChg>
        <pc:spChg chg="mod">
          <ac:chgData name="Alexandre Quach" userId="03a3b9a4-365b-425e-bba9-a77346403bac" providerId="ADAL" clId="{C7842B6C-DC50-404F-BE3B-8FEFB329DA3E}" dt="2022-11-23T09:44:12.273" v="209" actId="27636"/>
          <ac:spMkLst>
            <pc:docMk/>
            <pc:sldMk cId="3165057441" sldId="1156"/>
            <ac:spMk id="43" creationId="{F3473DAA-26B9-E5C4-0314-2E75CBF6107E}"/>
          </ac:spMkLst>
        </pc:spChg>
        <pc:spChg chg="mod">
          <ac:chgData name="Alexandre Quach" userId="03a3b9a4-365b-425e-bba9-a77346403bac" providerId="ADAL" clId="{C7842B6C-DC50-404F-BE3B-8FEFB329DA3E}" dt="2022-11-24T17:00:11.626" v="3227" actId="6549"/>
          <ac:spMkLst>
            <pc:docMk/>
            <pc:sldMk cId="3165057441" sldId="1156"/>
            <ac:spMk id="44" creationId="{D04B59B9-D3B1-CBBD-B7CD-3451106E162F}"/>
          </ac:spMkLst>
        </pc:spChg>
        <pc:spChg chg="mod">
          <ac:chgData name="Alexandre Quach" userId="03a3b9a4-365b-425e-bba9-a77346403bac" providerId="ADAL" clId="{C7842B6C-DC50-404F-BE3B-8FEFB329DA3E}" dt="2022-11-24T17:00:16.185" v="3232" actId="20577"/>
          <ac:spMkLst>
            <pc:docMk/>
            <pc:sldMk cId="3165057441" sldId="1156"/>
            <ac:spMk id="47" creationId="{78B8F7F1-F80B-9499-7AF2-6EB47FBD24B0}"/>
          </ac:spMkLst>
        </pc:spChg>
        <pc:spChg chg="mod">
          <ac:chgData name="Alexandre Quach" userId="03a3b9a4-365b-425e-bba9-a77346403bac" providerId="ADAL" clId="{C7842B6C-DC50-404F-BE3B-8FEFB329DA3E}" dt="2022-11-23T09:44:12.266" v="206" actId="27636"/>
          <ac:spMkLst>
            <pc:docMk/>
            <pc:sldMk cId="3165057441" sldId="1156"/>
            <ac:spMk id="50" creationId="{AB6F21FA-E113-8A69-FB07-9467647A266D}"/>
          </ac:spMkLst>
        </pc:spChg>
        <pc:spChg chg="mod">
          <ac:chgData name="Alexandre Quach" userId="03a3b9a4-365b-425e-bba9-a77346403bac" providerId="ADAL" clId="{C7842B6C-DC50-404F-BE3B-8FEFB329DA3E}" dt="2022-11-23T09:44:12.267" v="207" actId="27636"/>
          <ac:spMkLst>
            <pc:docMk/>
            <pc:sldMk cId="3165057441" sldId="1156"/>
            <ac:spMk id="51" creationId="{1EC1F64C-7780-85E7-462B-7BCBAE4F3FF9}"/>
          </ac:spMkLst>
        </pc:spChg>
        <pc:spChg chg="mod">
          <ac:chgData name="Alexandre Quach" userId="03a3b9a4-365b-425e-bba9-a77346403bac" providerId="ADAL" clId="{C7842B6C-DC50-404F-BE3B-8FEFB329DA3E}" dt="2022-11-23T09:44:12.260" v="204" actId="27636"/>
          <ac:spMkLst>
            <pc:docMk/>
            <pc:sldMk cId="3165057441" sldId="1156"/>
            <ac:spMk id="52" creationId="{0509851A-7A96-404C-FFE6-88ABB4538CF4}"/>
          </ac:spMkLst>
        </pc:spChg>
        <pc:spChg chg="mod">
          <ac:chgData name="Alexandre Quach" userId="03a3b9a4-365b-425e-bba9-a77346403bac" providerId="ADAL" clId="{C7842B6C-DC50-404F-BE3B-8FEFB329DA3E}" dt="2022-11-24T17:00:54.860" v="3234" actId="27636"/>
          <ac:spMkLst>
            <pc:docMk/>
            <pc:sldMk cId="3165057441" sldId="1156"/>
            <ac:spMk id="53" creationId="{A6028F86-BE41-9E6A-19DF-FF425313A5CD}"/>
          </ac:spMkLst>
        </pc:spChg>
      </pc:sldChg>
      <pc:sldChg chg="modSp mod">
        <pc:chgData name="Alexandre Quach" userId="03a3b9a4-365b-425e-bba9-a77346403bac" providerId="ADAL" clId="{C7842B6C-DC50-404F-BE3B-8FEFB329DA3E}" dt="2022-11-24T17:03:08.703" v="3424" actId="20577"/>
        <pc:sldMkLst>
          <pc:docMk/>
          <pc:sldMk cId="1394597168" sldId="1157"/>
        </pc:sldMkLst>
        <pc:spChg chg="mod">
          <ac:chgData name="Alexandre Quach" userId="03a3b9a4-365b-425e-bba9-a77346403bac" providerId="ADAL" clId="{C7842B6C-DC50-404F-BE3B-8FEFB329DA3E}" dt="2022-11-24T17:02:40.858" v="3403" actId="20577"/>
          <ac:spMkLst>
            <pc:docMk/>
            <pc:sldMk cId="1394597168" sldId="1157"/>
            <ac:spMk id="3" creationId="{57B83047-0CD7-652D-1429-069DE5FCEFD3}"/>
          </ac:spMkLst>
        </pc:spChg>
        <pc:spChg chg="mod">
          <ac:chgData name="Alexandre Quach" userId="03a3b9a4-365b-425e-bba9-a77346403bac" providerId="ADAL" clId="{C7842B6C-DC50-404F-BE3B-8FEFB329DA3E}" dt="2022-11-23T09:44:12.279" v="212" actId="27636"/>
          <ac:spMkLst>
            <pc:docMk/>
            <pc:sldMk cId="1394597168" sldId="1157"/>
            <ac:spMk id="43" creationId="{F3473DAA-26B9-E5C4-0314-2E75CBF6107E}"/>
          </ac:spMkLst>
        </pc:spChg>
        <pc:spChg chg="mod">
          <ac:chgData name="Alexandre Quach" userId="03a3b9a4-365b-425e-bba9-a77346403bac" providerId="ADAL" clId="{C7842B6C-DC50-404F-BE3B-8FEFB329DA3E}" dt="2022-11-23T09:44:12.276" v="210" actId="27636"/>
          <ac:spMkLst>
            <pc:docMk/>
            <pc:sldMk cId="1394597168" sldId="1157"/>
            <ac:spMk id="44" creationId="{D04B59B9-D3B1-CBBD-B7CD-3451106E162F}"/>
          </ac:spMkLst>
        </pc:spChg>
        <pc:spChg chg="mod">
          <ac:chgData name="Alexandre Quach" userId="03a3b9a4-365b-425e-bba9-a77346403bac" providerId="ADAL" clId="{C7842B6C-DC50-404F-BE3B-8FEFB329DA3E}" dt="2022-11-23T09:44:12.280" v="213" actId="27636"/>
          <ac:spMkLst>
            <pc:docMk/>
            <pc:sldMk cId="1394597168" sldId="1157"/>
            <ac:spMk id="50" creationId="{AB6F21FA-E113-8A69-FB07-9467647A266D}"/>
          </ac:spMkLst>
        </pc:spChg>
        <pc:spChg chg="mod">
          <ac:chgData name="Alexandre Quach" userId="03a3b9a4-365b-425e-bba9-a77346403bac" providerId="ADAL" clId="{C7842B6C-DC50-404F-BE3B-8FEFB329DA3E}" dt="2022-11-24T17:03:08.703" v="3424" actId="20577"/>
          <ac:spMkLst>
            <pc:docMk/>
            <pc:sldMk cId="1394597168" sldId="1157"/>
            <ac:spMk id="51" creationId="{1EC1F64C-7780-85E7-462B-7BCBAE4F3FF9}"/>
          </ac:spMkLst>
        </pc:spChg>
        <pc:spChg chg="mod">
          <ac:chgData name="Alexandre Quach" userId="03a3b9a4-365b-425e-bba9-a77346403bac" providerId="ADAL" clId="{C7842B6C-DC50-404F-BE3B-8FEFB329DA3E}" dt="2022-11-23T09:44:12.282" v="214" actId="27636"/>
          <ac:spMkLst>
            <pc:docMk/>
            <pc:sldMk cId="1394597168" sldId="1157"/>
            <ac:spMk id="53" creationId="{A6028F86-BE41-9E6A-19DF-FF425313A5CD}"/>
          </ac:spMkLst>
        </pc:spChg>
      </pc:sldChg>
      <pc:sldChg chg="modSp mod">
        <pc:chgData name="Alexandre Quach" userId="03a3b9a4-365b-425e-bba9-a77346403bac" providerId="ADAL" clId="{C7842B6C-DC50-404F-BE3B-8FEFB329DA3E}" dt="2022-11-24T17:04:51.597" v="3762" actId="20577"/>
        <pc:sldMkLst>
          <pc:docMk/>
          <pc:sldMk cId="1847007114" sldId="1158"/>
        </pc:sldMkLst>
        <pc:spChg chg="mod">
          <ac:chgData name="Alexandre Quach" userId="03a3b9a4-365b-425e-bba9-a77346403bac" providerId="ADAL" clId="{C7842B6C-DC50-404F-BE3B-8FEFB329DA3E}" dt="2022-11-24T17:04:51.597" v="3762" actId="20577"/>
          <ac:spMkLst>
            <pc:docMk/>
            <pc:sldMk cId="1847007114" sldId="1158"/>
            <ac:spMk id="3" creationId="{57B83047-0CD7-652D-1429-069DE5FCEFD3}"/>
          </ac:spMkLst>
        </pc:spChg>
        <pc:spChg chg="mod">
          <ac:chgData name="Alexandre Quach" userId="03a3b9a4-365b-425e-bba9-a77346403bac" providerId="ADAL" clId="{C7842B6C-DC50-404F-BE3B-8FEFB329DA3E}" dt="2022-11-23T09:44:12.289" v="215" actId="27636"/>
          <ac:spMkLst>
            <pc:docMk/>
            <pc:sldMk cId="1847007114" sldId="1158"/>
            <ac:spMk id="44" creationId="{D04B59B9-D3B1-CBBD-B7CD-3451106E162F}"/>
          </ac:spMkLst>
        </pc:spChg>
        <pc:spChg chg="mod">
          <ac:chgData name="Alexandre Quach" userId="03a3b9a4-365b-425e-bba9-a77346403bac" providerId="ADAL" clId="{C7842B6C-DC50-404F-BE3B-8FEFB329DA3E}" dt="2022-11-23T09:44:12.300" v="218" actId="27636"/>
          <ac:spMkLst>
            <pc:docMk/>
            <pc:sldMk cId="1847007114" sldId="1158"/>
            <ac:spMk id="50" creationId="{AB6F21FA-E113-8A69-FB07-9467647A266D}"/>
          </ac:spMkLst>
        </pc:spChg>
        <pc:spChg chg="mod">
          <ac:chgData name="Alexandre Quach" userId="03a3b9a4-365b-425e-bba9-a77346403bac" providerId="ADAL" clId="{C7842B6C-DC50-404F-BE3B-8FEFB329DA3E}" dt="2022-11-23T09:44:12.302" v="219" actId="27636"/>
          <ac:spMkLst>
            <pc:docMk/>
            <pc:sldMk cId="1847007114" sldId="1158"/>
            <ac:spMk id="52" creationId="{0509851A-7A96-404C-FFE6-88ABB4538CF4}"/>
          </ac:spMkLst>
        </pc:spChg>
        <pc:spChg chg="mod">
          <ac:chgData name="Alexandre Quach" userId="03a3b9a4-365b-425e-bba9-a77346403bac" providerId="ADAL" clId="{C7842B6C-DC50-404F-BE3B-8FEFB329DA3E}" dt="2022-11-23T09:44:12.290" v="216" actId="27636"/>
          <ac:spMkLst>
            <pc:docMk/>
            <pc:sldMk cId="1847007114" sldId="1158"/>
            <ac:spMk id="53" creationId="{A6028F86-BE41-9E6A-19DF-FF425313A5CD}"/>
          </ac:spMkLst>
        </pc:spChg>
      </pc:sldChg>
      <pc:sldChg chg="modSp mod">
        <pc:chgData name="Alexandre Quach" userId="03a3b9a4-365b-425e-bba9-a77346403bac" providerId="ADAL" clId="{C7842B6C-DC50-404F-BE3B-8FEFB329DA3E}" dt="2022-11-24T17:14:39.016" v="3937" actId="20577"/>
        <pc:sldMkLst>
          <pc:docMk/>
          <pc:sldMk cId="1777620836" sldId="1159"/>
        </pc:sldMkLst>
        <pc:spChg chg="mod">
          <ac:chgData name="Alexandre Quach" userId="03a3b9a4-365b-425e-bba9-a77346403bac" providerId="ADAL" clId="{C7842B6C-DC50-404F-BE3B-8FEFB329DA3E}" dt="2022-11-24T17:13:06.405" v="3851" actId="790"/>
          <ac:spMkLst>
            <pc:docMk/>
            <pc:sldMk cId="1777620836" sldId="1159"/>
            <ac:spMk id="2" creationId="{D0AFC349-0315-4D81-4274-8622D739768A}"/>
          </ac:spMkLst>
        </pc:spChg>
        <pc:spChg chg="mod">
          <ac:chgData name="Alexandre Quach" userId="03a3b9a4-365b-425e-bba9-a77346403bac" providerId="ADAL" clId="{C7842B6C-DC50-404F-BE3B-8FEFB329DA3E}" dt="2022-11-24T17:13:38.999" v="3899" actId="20577"/>
          <ac:spMkLst>
            <pc:docMk/>
            <pc:sldMk cId="1777620836" sldId="1159"/>
            <ac:spMk id="3" creationId="{14B1F1D7-71C7-0EA4-0120-B9BE3DA6E167}"/>
          </ac:spMkLst>
        </pc:spChg>
        <pc:spChg chg="mod">
          <ac:chgData name="Alexandre Quach" userId="03a3b9a4-365b-425e-bba9-a77346403bac" providerId="ADAL" clId="{C7842B6C-DC50-404F-BE3B-8FEFB329DA3E}" dt="2022-11-24T17:14:20.422" v="3913" actId="20577"/>
          <ac:spMkLst>
            <pc:docMk/>
            <pc:sldMk cId="1777620836" sldId="1159"/>
            <ac:spMk id="4" creationId="{DC75A474-E889-4754-01E8-E5FED1D866A6}"/>
          </ac:spMkLst>
        </pc:spChg>
        <pc:spChg chg="mod">
          <ac:chgData name="Alexandre Quach" userId="03a3b9a4-365b-425e-bba9-a77346403bac" providerId="ADAL" clId="{C7842B6C-DC50-404F-BE3B-8FEFB329DA3E}" dt="2022-11-24T17:14:39.016" v="3937" actId="20577"/>
          <ac:spMkLst>
            <pc:docMk/>
            <pc:sldMk cId="1777620836" sldId="1159"/>
            <ac:spMk id="5" creationId="{F3E49DEA-AEEB-EA28-0115-8A7272BC5688}"/>
          </ac:spMkLst>
        </pc:spChg>
      </pc:sldChg>
      <pc:sldChg chg="modSp mod">
        <pc:chgData name="Alexandre Quach" userId="03a3b9a4-365b-425e-bba9-a77346403bac" providerId="ADAL" clId="{C7842B6C-DC50-404F-BE3B-8FEFB329DA3E}" dt="2022-11-24T17:06:33.391" v="3845" actId="20577"/>
        <pc:sldMkLst>
          <pc:docMk/>
          <pc:sldMk cId="3924999425" sldId="1160"/>
        </pc:sldMkLst>
        <pc:spChg chg="mod">
          <ac:chgData name="Alexandre Quach" userId="03a3b9a4-365b-425e-bba9-a77346403bac" providerId="ADAL" clId="{C7842B6C-DC50-404F-BE3B-8FEFB329DA3E}" dt="2022-11-24T17:06:09.054" v="3839" actId="20577"/>
          <ac:spMkLst>
            <pc:docMk/>
            <pc:sldMk cId="3924999425" sldId="1160"/>
            <ac:spMk id="3" creationId="{57B83047-0CD7-652D-1429-069DE5FCEFD3}"/>
          </ac:spMkLst>
        </pc:spChg>
        <pc:spChg chg="mod">
          <ac:chgData name="Alexandre Quach" userId="03a3b9a4-365b-425e-bba9-a77346403bac" providerId="ADAL" clId="{C7842B6C-DC50-404F-BE3B-8FEFB329DA3E}" dt="2022-11-24T17:06:33.391" v="3845" actId="20577"/>
          <ac:spMkLst>
            <pc:docMk/>
            <pc:sldMk cId="3924999425" sldId="1160"/>
            <ac:spMk id="35" creationId="{54DC50DC-E93C-2BDA-3FB2-D6301C3C41A1}"/>
          </ac:spMkLst>
        </pc:spChg>
        <pc:spChg chg="mod">
          <ac:chgData name="Alexandre Quach" userId="03a3b9a4-365b-425e-bba9-a77346403bac" providerId="ADAL" clId="{C7842B6C-DC50-404F-BE3B-8FEFB329DA3E}" dt="2022-11-23T09:44:12.306" v="220" actId="27636"/>
          <ac:spMkLst>
            <pc:docMk/>
            <pc:sldMk cId="3924999425" sldId="1160"/>
            <ac:spMk id="44" creationId="{D04B59B9-D3B1-CBBD-B7CD-3451106E162F}"/>
          </ac:spMkLst>
        </pc:spChg>
        <pc:spChg chg="mod">
          <ac:chgData name="Alexandre Quach" userId="03a3b9a4-365b-425e-bba9-a77346403bac" providerId="ADAL" clId="{C7842B6C-DC50-404F-BE3B-8FEFB329DA3E}" dt="2022-11-23T09:44:12.308" v="221" actId="27636"/>
          <ac:spMkLst>
            <pc:docMk/>
            <pc:sldMk cId="3924999425" sldId="1160"/>
            <ac:spMk id="51" creationId="{1EC1F64C-7780-85E7-462B-7BCBAE4F3FF9}"/>
          </ac:spMkLst>
        </pc:spChg>
      </pc:sldChg>
      <pc:sldChg chg="modSp mod">
        <pc:chgData name="Alexandre Quach" userId="03a3b9a4-365b-425e-bba9-a77346403bac" providerId="ADAL" clId="{C7842B6C-DC50-404F-BE3B-8FEFB329DA3E}" dt="2022-11-24T17:15:00.038" v="3939" actId="20577"/>
        <pc:sldMkLst>
          <pc:docMk/>
          <pc:sldMk cId="177322316" sldId="1161"/>
        </pc:sldMkLst>
        <pc:spChg chg="mod">
          <ac:chgData name="Alexandre Quach" userId="03a3b9a4-365b-425e-bba9-a77346403bac" providerId="ADAL" clId="{C7842B6C-DC50-404F-BE3B-8FEFB329DA3E}" dt="2022-11-24T17:15:00.038" v="3939" actId="20577"/>
          <ac:spMkLst>
            <pc:docMk/>
            <pc:sldMk cId="177322316" sldId="1161"/>
            <ac:spMk id="3" creationId="{37F2B63D-E36D-5EFA-635B-2128FCEECF6D}"/>
          </ac:spMkLst>
        </pc:spChg>
      </pc:sldChg>
      <pc:sldChg chg="modSp mod">
        <pc:chgData name="Alexandre Quach" userId="03a3b9a4-365b-425e-bba9-a77346403bac" providerId="ADAL" clId="{C7842B6C-DC50-404F-BE3B-8FEFB329DA3E}" dt="2022-11-23T10:09:03.715" v="839" actId="790"/>
        <pc:sldMkLst>
          <pc:docMk/>
          <pc:sldMk cId="4165356757" sldId="1163"/>
        </pc:sldMkLst>
        <pc:spChg chg="mod">
          <ac:chgData name="Alexandre Quach" userId="03a3b9a4-365b-425e-bba9-a77346403bac" providerId="ADAL" clId="{C7842B6C-DC50-404F-BE3B-8FEFB329DA3E}" dt="2022-11-23T10:09:03.715" v="839" actId="790"/>
          <ac:spMkLst>
            <pc:docMk/>
            <pc:sldMk cId="4165356757" sldId="1163"/>
            <ac:spMk id="4" creationId="{21F5EB8E-CE9C-4DAF-A384-0464C9739465}"/>
          </ac:spMkLst>
        </pc:spChg>
        <pc:spChg chg="mod">
          <ac:chgData name="Alexandre Quach" userId="03a3b9a4-365b-425e-bba9-a77346403bac" providerId="ADAL" clId="{C7842B6C-DC50-404F-BE3B-8FEFB329DA3E}" dt="2022-11-23T10:09:03.715" v="839" actId="790"/>
          <ac:spMkLst>
            <pc:docMk/>
            <pc:sldMk cId="4165356757" sldId="1163"/>
            <ac:spMk id="5" creationId="{B3487BBD-271A-4066-96BB-92F64339BB4A}"/>
          </ac:spMkLst>
        </pc:spChg>
      </pc:sldChg>
      <pc:sldChg chg="modSp mod">
        <pc:chgData name="Alexandre Quach" userId="03a3b9a4-365b-425e-bba9-a77346403bac" providerId="ADAL" clId="{C7842B6C-DC50-404F-BE3B-8FEFB329DA3E}" dt="2022-11-23T10:19:23.305" v="1157" actId="790"/>
        <pc:sldMkLst>
          <pc:docMk/>
          <pc:sldMk cId="306486538" sldId="1164"/>
        </pc:sldMkLst>
        <pc:spChg chg="mod">
          <ac:chgData name="Alexandre Quach" userId="03a3b9a4-365b-425e-bba9-a77346403bac" providerId="ADAL" clId="{C7842B6C-DC50-404F-BE3B-8FEFB329DA3E}" dt="2022-11-23T10:19:23.305" v="1157" actId="790"/>
          <ac:spMkLst>
            <pc:docMk/>
            <pc:sldMk cId="306486538" sldId="1164"/>
            <ac:spMk id="4" creationId="{21F5EB8E-CE9C-4DAF-A384-0464C9739465}"/>
          </ac:spMkLst>
        </pc:spChg>
        <pc:spChg chg="mod">
          <ac:chgData name="Alexandre Quach" userId="03a3b9a4-365b-425e-bba9-a77346403bac" providerId="ADAL" clId="{C7842B6C-DC50-404F-BE3B-8FEFB329DA3E}" dt="2022-11-23T10:19:23.305" v="1157" actId="790"/>
          <ac:spMkLst>
            <pc:docMk/>
            <pc:sldMk cId="306486538" sldId="1164"/>
            <ac:spMk id="5" creationId="{B3487BBD-271A-4066-96BB-92F64339BB4A}"/>
          </ac:spMkLst>
        </pc:spChg>
      </pc:sldChg>
      <pc:sldChg chg="modSp mod">
        <pc:chgData name="Alexandre Quach" userId="03a3b9a4-365b-425e-bba9-a77346403bac" providerId="ADAL" clId="{C7842B6C-DC50-404F-BE3B-8FEFB329DA3E}" dt="2022-11-24T17:20:37.788" v="3942" actId="20577"/>
        <pc:sldMkLst>
          <pc:docMk/>
          <pc:sldMk cId="173084034" sldId="1166"/>
        </pc:sldMkLst>
        <pc:spChg chg="mod">
          <ac:chgData name="Alexandre Quach" userId="03a3b9a4-365b-425e-bba9-a77346403bac" providerId="ADAL" clId="{C7842B6C-DC50-404F-BE3B-8FEFB329DA3E}" dt="2022-11-24T17:20:37.788" v="3942" actId="20577"/>
          <ac:spMkLst>
            <pc:docMk/>
            <pc:sldMk cId="173084034" sldId="1166"/>
            <ac:spMk id="4" creationId="{21F5EB8E-CE9C-4DAF-A384-0464C9739465}"/>
          </ac:spMkLst>
        </pc:spChg>
      </pc:sldChg>
      <pc:sldChg chg="addSp delSp modSp mod">
        <pc:chgData name="Alexandre Quach" userId="03a3b9a4-365b-425e-bba9-a77346403bac" providerId="ADAL" clId="{C7842B6C-DC50-404F-BE3B-8FEFB329DA3E}" dt="2022-11-23T09:45:35.974" v="281" actId="790"/>
        <pc:sldMkLst>
          <pc:docMk/>
          <pc:sldMk cId="3157360071" sldId="1167"/>
        </pc:sldMkLst>
        <pc:spChg chg="mod">
          <ac:chgData name="Alexandre Quach" userId="03a3b9a4-365b-425e-bba9-a77346403bac" providerId="ADAL" clId="{C7842B6C-DC50-404F-BE3B-8FEFB329DA3E}" dt="2022-11-23T09:45:35.974" v="281" actId="790"/>
          <ac:spMkLst>
            <pc:docMk/>
            <pc:sldMk cId="3157360071" sldId="1167"/>
            <ac:spMk id="2" creationId="{BEBCFDE5-44FD-2028-EDBA-A163E458EF67}"/>
          </ac:spMkLst>
        </pc:spChg>
        <pc:spChg chg="del">
          <ac:chgData name="Alexandre Quach" userId="03a3b9a4-365b-425e-bba9-a77346403bac" providerId="ADAL" clId="{C7842B6C-DC50-404F-BE3B-8FEFB329DA3E}" dt="2022-11-23T09:44:55.787" v="229" actId="478"/>
          <ac:spMkLst>
            <pc:docMk/>
            <pc:sldMk cId="3157360071" sldId="1167"/>
            <ac:spMk id="3" creationId="{813DDDE9-314A-F000-27FB-0AC4528EE189}"/>
          </ac:spMkLst>
        </pc:spChg>
        <pc:spChg chg="add mod">
          <ac:chgData name="Alexandre Quach" userId="03a3b9a4-365b-425e-bba9-a77346403bac" providerId="ADAL" clId="{C7842B6C-DC50-404F-BE3B-8FEFB329DA3E}" dt="2022-11-23T09:45:35.974" v="281" actId="790"/>
          <ac:spMkLst>
            <pc:docMk/>
            <pc:sldMk cId="3157360071" sldId="1167"/>
            <ac:spMk id="4" creationId="{D531D920-A152-C116-46AA-D02415836326}"/>
          </ac:spMkLst>
        </pc:spChg>
        <pc:spChg chg="mod">
          <ac:chgData name="Alexandre Quach" userId="03a3b9a4-365b-425e-bba9-a77346403bac" providerId="ADAL" clId="{C7842B6C-DC50-404F-BE3B-8FEFB329DA3E}" dt="2022-11-23T09:45:35.974" v="281" actId="790"/>
          <ac:spMkLst>
            <pc:docMk/>
            <pc:sldMk cId="3157360071" sldId="1167"/>
            <ac:spMk id="7" creationId="{F2460A2A-D79A-9161-859D-7FB7F7A8CEE8}"/>
          </ac:spMkLst>
        </pc:spChg>
        <pc:spChg chg="mod">
          <ac:chgData name="Alexandre Quach" userId="03a3b9a4-365b-425e-bba9-a77346403bac" providerId="ADAL" clId="{C7842B6C-DC50-404F-BE3B-8FEFB329DA3E}" dt="2022-11-23T09:45:35.974" v="281" actId="790"/>
          <ac:spMkLst>
            <pc:docMk/>
            <pc:sldMk cId="3157360071" sldId="1167"/>
            <ac:spMk id="12" creationId="{C553C673-3249-7B68-C83A-48653F64A6C9}"/>
          </ac:spMkLst>
        </pc:spChg>
        <pc:spChg chg="mod">
          <ac:chgData name="Alexandre Quach" userId="03a3b9a4-365b-425e-bba9-a77346403bac" providerId="ADAL" clId="{C7842B6C-DC50-404F-BE3B-8FEFB329DA3E}" dt="2022-11-23T09:45:35.974" v="281" actId="790"/>
          <ac:spMkLst>
            <pc:docMk/>
            <pc:sldMk cId="3157360071" sldId="1167"/>
            <ac:spMk id="13" creationId="{E74EF3F7-6364-6D10-DE66-8BB185D0C8A8}"/>
          </ac:spMkLst>
        </pc:spChg>
        <pc:spChg chg="mod">
          <ac:chgData name="Alexandre Quach" userId="03a3b9a4-365b-425e-bba9-a77346403bac" providerId="ADAL" clId="{C7842B6C-DC50-404F-BE3B-8FEFB329DA3E}" dt="2022-11-23T09:45:35.974" v="281" actId="790"/>
          <ac:spMkLst>
            <pc:docMk/>
            <pc:sldMk cId="3157360071" sldId="1167"/>
            <ac:spMk id="21" creationId="{D2C0B318-3A84-24B0-07FE-942D9EA5AAF0}"/>
          </ac:spMkLst>
        </pc:spChg>
      </pc:sldChg>
    </pc:docChg>
  </pc:docChgLst>
  <pc:docChgLst>
    <pc:chgData name="Alexandre Quach" userId="S::alexandre.quach@komyu.fr::03a3b9a4-365b-425e-bba9-a77346403bac" providerId="AD" clId="Web-{A6F64C1F-79AF-48A1-9640-17F53A6F52E3}"/>
    <pc:docChg chg="modSld">
      <pc:chgData name="Alexandre Quach" userId="S::alexandre.quach@komyu.fr::03a3b9a4-365b-425e-bba9-a77346403bac" providerId="AD" clId="Web-{A6F64C1F-79AF-48A1-9640-17F53A6F52E3}" dt="2022-11-24T17:26:38.925" v="8" actId="20577"/>
      <pc:docMkLst>
        <pc:docMk/>
      </pc:docMkLst>
      <pc:sldChg chg="modSp">
        <pc:chgData name="Alexandre Quach" userId="S::alexandre.quach@komyu.fr::03a3b9a4-365b-425e-bba9-a77346403bac" providerId="AD" clId="Web-{A6F64C1F-79AF-48A1-9640-17F53A6F52E3}" dt="2022-11-24T17:26:38.925" v="8" actId="20577"/>
        <pc:sldMkLst>
          <pc:docMk/>
          <pc:sldMk cId="2152990317" sldId="382"/>
        </pc:sldMkLst>
        <pc:spChg chg="mod">
          <ac:chgData name="Alexandre Quach" userId="S::alexandre.quach@komyu.fr::03a3b9a4-365b-425e-bba9-a77346403bac" providerId="AD" clId="Web-{A6F64C1F-79AF-48A1-9640-17F53A6F52E3}" dt="2022-11-24T17:26:38.925" v="8" actId="20577"/>
          <ac:spMkLst>
            <pc:docMk/>
            <pc:sldMk cId="2152990317" sldId="382"/>
            <ac:spMk id="3" creationId="{760F2153-A99C-7884-B357-72D68732BCD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038B65-2D3A-49FA-3E62-0C7FCC0F7E5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0128F205-38E1-C69A-28CD-25A525B78A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2F8388F-ADB7-77C4-A97E-D6E668108025}"/>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07A0009D-BB49-EA54-CB15-DF46503FAD35}"/>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0E850C0B-3595-73AF-069A-5D71B245C397}"/>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177447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DD97E2-23B7-A9BF-2AB5-3C528CAC9A4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321AA86-396B-0548-9E5F-002549E8532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128588C-AB4B-2FFC-68F3-9F516A1F33CC}"/>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9A55920F-68DF-D8AF-95C7-D45241BB5BB7}"/>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EBD86E4E-354A-A92D-B987-FD5CE232F0F0}"/>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3378861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19871F-54E2-0360-79A4-03BAB781CDF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0C53531-BA1D-6779-F7BD-AEE614EB79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2F87C2B-21BB-5953-19ED-7DFE7309878B}"/>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C2B192AF-FE32-9B6E-F246-990A92F3E839}"/>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0C692C6E-F680-F7F5-3859-E89A38F0E319}"/>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3658630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DEC614-8265-26D7-7578-DECA7873C2F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D2BF98A-D215-ED8B-0201-3FE29885096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7612E34A-AA54-7B28-DCCD-C41B5058C0C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F64787A-1B04-80C9-CA24-D9AB28D45E8F}"/>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6" name="Espace réservé du pied de page 5">
            <a:extLst>
              <a:ext uri="{FF2B5EF4-FFF2-40B4-BE49-F238E27FC236}">
                <a16:creationId xmlns:a16="http://schemas.microsoft.com/office/drawing/2014/main" id="{65065B29-7E68-B932-5B81-EF31AEB06300}"/>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3D9E31D8-AF8A-838F-D4AA-296C721FA353}"/>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2589145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B78237-3A75-4DB1-435C-02B76A916CA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E6C6208-11B4-2E9C-61E1-EFB180D2C1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16FA604-C482-53E1-91C8-22C99F84FF5C}"/>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90CE558E-BE17-1BA3-E272-36BBE50AB7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567D208-C490-A00A-3553-9322179EDF0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C737C2F-B5A2-E396-A26C-B85A1122074C}"/>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8" name="Espace réservé du pied de page 7">
            <a:extLst>
              <a:ext uri="{FF2B5EF4-FFF2-40B4-BE49-F238E27FC236}">
                <a16:creationId xmlns:a16="http://schemas.microsoft.com/office/drawing/2014/main" id="{CE9CB14F-6AF0-B490-5ACB-DE8ACBD19A55}"/>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9" name="Espace réservé du numéro de diapositive 8">
            <a:extLst>
              <a:ext uri="{FF2B5EF4-FFF2-40B4-BE49-F238E27FC236}">
                <a16:creationId xmlns:a16="http://schemas.microsoft.com/office/drawing/2014/main" id="{499EB3D2-2AA4-7E4D-FADD-E871034B2AC7}"/>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164126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6E2010-5E88-2F5A-DC40-A9EEE79BF92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AB9C6C3F-3201-DEDE-4981-80A32019B39B}"/>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4" name="Espace réservé du pied de page 3">
            <a:extLst>
              <a:ext uri="{FF2B5EF4-FFF2-40B4-BE49-F238E27FC236}">
                <a16:creationId xmlns:a16="http://schemas.microsoft.com/office/drawing/2014/main" id="{F92BFD0A-1444-B35A-EF9B-3390A7E84030}"/>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5" name="Espace réservé du numéro de diapositive 4">
            <a:extLst>
              <a:ext uri="{FF2B5EF4-FFF2-40B4-BE49-F238E27FC236}">
                <a16:creationId xmlns:a16="http://schemas.microsoft.com/office/drawing/2014/main" id="{47A55A03-F622-54B5-08BD-1350C3B9D40D}"/>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3843189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7A06553-E3A3-6D6E-B5D1-D145BDE4D8A8}"/>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3" name="Espace réservé du pied de page 2">
            <a:extLst>
              <a:ext uri="{FF2B5EF4-FFF2-40B4-BE49-F238E27FC236}">
                <a16:creationId xmlns:a16="http://schemas.microsoft.com/office/drawing/2014/main" id="{ACFDC3F7-30E0-8737-6F68-1EABB897F6EB}"/>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4" name="Espace réservé du numéro de diapositive 3">
            <a:extLst>
              <a:ext uri="{FF2B5EF4-FFF2-40B4-BE49-F238E27FC236}">
                <a16:creationId xmlns:a16="http://schemas.microsoft.com/office/drawing/2014/main" id="{82C8FACD-8539-553E-19F2-BAFED2DB89A9}"/>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3143123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395722-2862-B6EC-B8D5-D5092F3605A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D6025A02-5756-13A4-E9C5-45C1287B66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AC97819-8323-F5AA-A37E-AC1485C971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C533C5B-FB1D-0866-A1FD-F422138B84EA}"/>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6" name="Espace réservé du pied de page 5">
            <a:extLst>
              <a:ext uri="{FF2B5EF4-FFF2-40B4-BE49-F238E27FC236}">
                <a16:creationId xmlns:a16="http://schemas.microsoft.com/office/drawing/2014/main" id="{DACAC285-52B0-CF42-8326-7EAF5A60F21C}"/>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9BE2314E-C76D-CD53-EA29-B2E57B7002A0}"/>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4203804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2ADFD1-F0EC-423D-A94C-E330AA803D2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50D4A2D-8C21-F150-D7AB-2A5B26A92D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C3354B1-798B-FFB5-7714-DBEB6FF832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789048E-2CF6-6FB7-2105-1EE68F3FD595}"/>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6" name="Espace réservé du pied de page 5">
            <a:extLst>
              <a:ext uri="{FF2B5EF4-FFF2-40B4-BE49-F238E27FC236}">
                <a16:creationId xmlns:a16="http://schemas.microsoft.com/office/drawing/2014/main" id="{B0D674D0-690B-6BE6-2140-CF333B463B8C}"/>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27847439-726E-352A-8F22-FD065CA6C98C}"/>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2864218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B4A00E-EAEB-6221-CF10-6CD78E84E03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8E75DA0B-8CFE-FBF6-4996-FDFDA4F26707}"/>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4625449-F3CC-01B8-6BA7-CB105D4E9514}"/>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9B0BFC62-0EC8-D66E-1EA9-ECE17F786705}"/>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12B04CAA-AD03-5FF6-A3D4-4C7E95819187}"/>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4141285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B8B150E-1054-5301-BA29-4B19BA8BB6D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4A20CB11-40A9-D054-E0BB-BD6896D3830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F1F9F97-687F-C7EA-9CC6-3292DAB7661C}"/>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6B305BB2-D05B-7CBB-3C4C-888DABC92F7E}"/>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FAEF804D-79E6-33CE-4B46-F9799FC5466D}"/>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1482215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normAutofit/>
          </a:bodyPr>
          <a:lstStyle>
            <a:lvl1pPr marL="0" indent="0" algn="ctr">
              <a:buNone/>
              <a:defRPr sz="1050"/>
            </a:lvl1p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normAutofit/>
          </a:bodyPr>
          <a:lstStyle>
            <a:lvl1pPr marL="0" indent="0" algn="ctr">
              <a:buNone/>
              <a:defRPr sz="1050"/>
            </a:lvl1p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normAutofit/>
          </a:bodyPr>
          <a:lstStyle>
            <a:lvl1pPr marL="0" indent="0" algn="ctr">
              <a:buNone/>
              <a:defRPr sz="1050"/>
            </a:lvl1p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1142969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a:t>Debriefing</a:t>
            </a:r>
          </a:p>
        </p:txBody>
      </p:sp>
    </p:spTree>
    <p:extLst>
      <p:ext uri="{BB962C8B-B14F-4D97-AF65-F5344CB8AC3E}">
        <p14:creationId xmlns:p14="http://schemas.microsoft.com/office/powerpoint/2010/main" val="447671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hyperlink" Target="https://www.komyu.io/"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9896111-9CC3-DE99-95E4-70BA02B71C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Change the style of the title</a:t>
            </a:r>
          </a:p>
        </p:txBody>
      </p:sp>
      <p:sp>
        <p:nvSpPr>
          <p:cNvPr id="3" name="Espace réservé du texte 2">
            <a:extLst>
              <a:ext uri="{FF2B5EF4-FFF2-40B4-BE49-F238E27FC236}">
                <a16:creationId xmlns:a16="http://schemas.microsoft.com/office/drawing/2014/main" id="{2FF23FA6-DB2D-1F29-ED84-4134AC297E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Click to change the mask text styles</a:t>
            </a:r>
          </a:p>
          <a:p>
            <a:pPr lvl="1"/>
            <a:r>
              <a:rPr lang="fr-FR"/>
              <a:t>Second level</a:t>
            </a:r>
          </a:p>
          <a:p>
            <a:pPr lvl="2"/>
            <a:r>
              <a:rPr lang="fr-FR"/>
              <a:t>Third level</a:t>
            </a:r>
          </a:p>
          <a:p>
            <a:pPr lvl="3"/>
            <a:r>
              <a:rPr lang="fr-FR"/>
              <a:t>Fourth level</a:t>
            </a:r>
          </a:p>
          <a:p>
            <a:pPr lvl="4"/>
            <a:r>
              <a:rPr lang="fr-FR"/>
              <a:t>Fifth level</a:t>
            </a:r>
          </a:p>
        </p:txBody>
      </p:sp>
      <p:pic>
        <p:nvPicPr>
          <p:cNvPr id="7" name="Image 6" descr="Une image contenant texte, clipart&#10;&#10;Description générée automatiquement">
            <a:extLst>
              <a:ext uri="{FF2B5EF4-FFF2-40B4-BE49-F238E27FC236}">
                <a16:creationId xmlns:a16="http://schemas.microsoft.com/office/drawing/2014/main" id="{4CAE4059-075F-AF36-8DB4-A8660D70433A}"/>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1357" y="6574892"/>
            <a:ext cx="614777" cy="222893"/>
          </a:xfrm>
          <a:prstGeom prst="rect">
            <a:avLst/>
          </a:prstGeom>
        </p:spPr>
      </p:pic>
      <p:pic>
        <p:nvPicPr>
          <p:cNvPr id="8" name="Image 7" descr="Une image contenant texte, clipart&#10;&#10;Description générée automatiquement">
            <a:hlinkClick r:id="rId16"/>
            <a:extLst>
              <a:ext uri="{FF2B5EF4-FFF2-40B4-BE49-F238E27FC236}">
                <a16:creationId xmlns:a16="http://schemas.microsoft.com/office/drawing/2014/main" id="{0B814333-1AF5-377B-2835-7CF224978BF3}"/>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1290852" y="6480798"/>
            <a:ext cx="901148" cy="372889"/>
          </a:xfrm>
          <a:prstGeom prst="rect">
            <a:avLst/>
          </a:prstGeom>
        </p:spPr>
      </p:pic>
      <p:pic>
        <p:nvPicPr>
          <p:cNvPr id="9" name="Image 8">
            <a:extLst>
              <a:ext uri="{FF2B5EF4-FFF2-40B4-BE49-F238E27FC236}">
                <a16:creationId xmlns:a16="http://schemas.microsoft.com/office/drawing/2014/main" id="{67EB3EE0-B766-722F-BC52-C36903C090C6}"/>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4081" y="6500709"/>
            <a:ext cx="736056" cy="333065"/>
          </a:xfrm>
          <a:prstGeom prst="rect">
            <a:avLst/>
          </a:prstGeom>
        </p:spPr>
      </p:pic>
    </p:spTree>
    <p:extLst>
      <p:ext uri="{BB962C8B-B14F-4D97-AF65-F5344CB8AC3E}">
        <p14:creationId xmlns:p14="http://schemas.microsoft.com/office/powerpoint/2010/main" val="544583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2.xml.rels><?xml version="1.0" encoding="UTF-8" standalone="yes"?>
<Relationships xmlns="http://schemas.openxmlformats.org/package/2006/relationships"><Relationship Id="rId8" Type="http://schemas.openxmlformats.org/officeDocument/2006/relationships/slide" Target="slide43.xml"/><Relationship Id="rId13" Type="http://schemas.openxmlformats.org/officeDocument/2006/relationships/image" Target="../media/image9.png"/><Relationship Id="rId18" Type="http://schemas.openxmlformats.org/officeDocument/2006/relationships/image" Target="../media/image14.svg"/><Relationship Id="rId3" Type="http://schemas.openxmlformats.org/officeDocument/2006/relationships/slide" Target="slide17.xml"/><Relationship Id="rId7" Type="http://schemas.openxmlformats.org/officeDocument/2006/relationships/slide" Target="slide33.xml"/><Relationship Id="rId12" Type="http://schemas.openxmlformats.org/officeDocument/2006/relationships/image" Target="../media/image8.svg"/><Relationship Id="rId17" Type="http://schemas.openxmlformats.org/officeDocument/2006/relationships/image" Target="../media/image13.png"/><Relationship Id="rId2" Type="http://schemas.openxmlformats.org/officeDocument/2006/relationships/slide" Target="slide3.xml"/><Relationship Id="rId16" Type="http://schemas.openxmlformats.org/officeDocument/2006/relationships/image" Target="../media/image12.svg"/><Relationship Id="rId1" Type="http://schemas.openxmlformats.org/officeDocument/2006/relationships/slideLayout" Target="../slideLayouts/slideLayout2.xml"/><Relationship Id="rId6" Type="http://schemas.openxmlformats.org/officeDocument/2006/relationships/slide" Target="slide31.xml"/><Relationship Id="rId11" Type="http://schemas.openxmlformats.org/officeDocument/2006/relationships/image" Target="../media/image7.png"/><Relationship Id="rId5" Type="http://schemas.openxmlformats.org/officeDocument/2006/relationships/slide" Target="slide30.xml"/><Relationship Id="rId15" Type="http://schemas.openxmlformats.org/officeDocument/2006/relationships/image" Target="../media/image11.png"/><Relationship Id="rId10" Type="http://schemas.openxmlformats.org/officeDocument/2006/relationships/image" Target="../media/image6.svg"/><Relationship Id="rId4" Type="http://schemas.openxmlformats.org/officeDocument/2006/relationships/slide" Target="slide23.xml"/><Relationship Id="rId9" Type="http://schemas.openxmlformats.org/officeDocument/2006/relationships/image" Target="../media/image5.png"/><Relationship Id="rId14" Type="http://schemas.openxmlformats.org/officeDocument/2006/relationships/image" Target="../media/image10.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pxhere.com/fr/photo/1448227" TargetMode="External"/><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hyperlink" Target="https://www.pexels.com/fr-fr/photo/activites-affaires-bureau-business-2182969/" TargetMode="External"/><Relationship Id="rId4" Type="http://schemas.openxmlformats.org/officeDocument/2006/relationships/image" Target="../media/image16.jpeg"/></Relationships>
</file>

<file path=ppt/slides/_rels/slide5.xml.rels><?xml version="1.0" encoding="UTF-8" standalone="yes"?>
<Relationships xmlns="http://schemas.openxmlformats.org/package/2006/relationships"><Relationship Id="rId3" Type="http://schemas.openxmlformats.org/officeDocument/2006/relationships/hyperlink" Target="https://www.pexels.com/fr-fr/photo/activites-affaires-bureau-business-2182969/" TargetMode="External"/><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hyperlink" Target="http://blog.keliweb.it/2015/11/e-mail-marketing-limportanza-della-newsletter-per-curare-il-rapporto-con-i-tuoi-clienti/" TargetMode="External"/><Relationship Id="rId4" Type="http://schemas.openxmlformats.org/officeDocument/2006/relationships/image" Target="../media/image17.jpeg"/></Relationships>
</file>

<file path=ppt/slides/_rels/slide6.xml.rels><?xml version="1.0" encoding="UTF-8" standalone="yes"?>
<Relationships xmlns="http://schemas.openxmlformats.org/package/2006/relationships"><Relationship Id="rId3" Type="http://schemas.openxmlformats.org/officeDocument/2006/relationships/hyperlink" Target="https://www.escr-net.org/news/2015/international-meeting-uruguay-advance-womens-escr-related-land-and-resources" TargetMode="External"/><Relationship Id="rId2" Type="http://schemas.openxmlformats.org/officeDocument/2006/relationships/image" Target="../media/image18.jpeg"/><Relationship Id="rId1" Type="http://schemas.openxmlformats.org/officeDocument/2006/relationships/slideLayout" Target="../slideLayouts/slideLayout2.xml"/><Relationship Id="rId5" Type="http://schemas.openxmlformats.org/officeDocument/2006/relationships/hyperlink" Target="https://www.pexels.com/fr-fr/photo/activites-affaires-bureau-business-2182969/" TargetMode="External"/><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image" Target="../media/image22.sv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sv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20.svg"/><Relationship Id="rId3" Type="http://schemas.openxmlformats.org/officeDocument/2006/relationships/image" Target="../media/image22.svg"/><Relationship Id="rId7" Type="http://schemas.openxmlformats.org/officeDocument/2006/relationships/image" Target="../media/image24.svg"/><Relationship Id="rId12" Type="http://schemas.openxmlformats.org/officeDocument/2006/relationships/image" Target="../media/image19.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image" Target="../media/image6.svg"/><Relationship Id="rId10" Type="http://schemas.openxmlformats.org/officeDocument/2006/relationships/image" Target="../media/image27.png"/><Relationship Id="rId4" Type="http://schemas.openxmlformats.org/officeDocument/2006/relationships/image" Target="../media/image5.png"/><Relationship Id="rId9" Type="http://schemas.openxmlformats.org/officeDocument/2006/relationships/image" Target="../media/image26.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1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2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2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2.svg"/><Relationship Id="rId7" Type="http://schemas.openxmlformats.org/officeDocument/2006/relationships/image" Target="../media/image24.sv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image" Target="../media/image6.svg"/><Relationship Id="rId10" Type="http://schemas.openxmlformats.org/officeDocument/2006/relationships/image" Target="../media/image27.png"/><Relationship Id="rId4" Type="http://schemas.openxmlformats.org/officeDocument/2006/relationships/image" Target="../media/image5.png"/><Relationship Id="rId9" Type="http://schemas.openxmlformats.org/officeDocument/2006/relationships/image" Target="../media/image26.svg"/></Relationships>
</file>

<file path=ppt/slides/_rels/slide2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36.svg"/><Relationship Id="rId3" Type="http://schemas.openxmlformats.org/officeDocument/2006/relationships/image" Target="../media/image8.svg"/><Relationship Id="rId7" Type="http://schemas.openxmlformats.org/officeDocument/2006/relationships/image" Target="../media/image10.svg"/><Relationship Id="rId12" Type="http://schemas.openxmlformats.org/officeDocument/2006/relationships/image" Target="../media/image35.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slides/_rels/slide25.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26.svg"/><Relationship Id="rId3" Type="http://schemas.openxmlformats.org/officeDocument/2006/relationships/hyperlink" Target="https://technofaq.org/posts/2018/02/how-to-use-technology-effectively-in-a-classroom/" TargetMode="External"/><Relationship Id="rId7" Type="http://schemas.openxmlformats.org/officeDocument/2006/relationships/image" Target="../media/image22.svg"/><Relationship Id="rId12" Type="http://schemas.openxmlformats.org/officeDocument/2006/relationships/image" Target="../media/image25.png"/><Relationship Id="rId17" Type="http://schemas.openxmlformats.org/officeDocument/2006/relationships/hyperlink" Target="https://www.diggita.it/story.php?title=Come_scrivere_post-it_sul_desktop_di_Windows_10" TargetMode="External"/><Relationship Id="rId2" Type="http://schemas.openxmlformats.org/officeDocument/2006/relationships/image" Target="../media/image43.png"/><Relationship Id="rId16" Type="http://schemas.openxmlformats.org/officeDocument/2006/relationships/image" Target="../media/image46.jpeg"/><Relationship Id="rId1" Type="http://schemas.openxmlformats.org/officeDocument/2006/relationships/slideLayout" Target="../slideLayouts/slideLayout12.xml"/><Relationship Id="rId6" Type="http://schemas.openxmlformats.org/officeDocument/2006/relationships/image" Target="../media/image21.png"/><Relationship Id="rId11" Type="http://schemas.openxmlformats.org/officeDocument/2006/relationships/image" Target="../media/image24.svg"/><Relationship Id="rId5" Type="http://schemas.openxmlformats.org/officeDocument/2006/relationships/image" Target="../media/image45.svg"/><Relationship Id="rId15" Type="http://schemas.openxmlformats.org/officeDocument/2006/relationships/image" Target="../media/image28.svg"/><Relationship Id="rId10" Type="http://schemas.openxmlformats.org/officeDocument/2006/relationships/image" Target="../media/image23.png"/><Relationship Id="rId4" Type="http://schemas.openxmlformats.org/officeDocument/2006/relationships/image" Target="../media/image44.png"/><Relationship Id="rId9" Type="http://schemas.openxmlformats.org/officeDocument/2006/relationships/image" Target="../media/image6.svg"/><Relationship Id="rId1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13.xml"/><Relationship Id="rId6" Type="http://schemas.openxmlformats.org/officeDocument/2006/relationships/image" Target="../media/image51.png"/><Relationship Id="rId5" Type="http://schemas.openxmlformats.org/officeDocument/2006/relationships/image" Target="../media/image50.svg"/><Relationship Id="rId4" Type="http://schemas.openxmlformats.org/officeDocument/2006/relationships/image" Target="../media/image49.png"/></Relationships>
</file>

<file path=ppt/slides/_rels/slide27.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53.svg"/><Relationship Id="rId7" Type="http://schemas.openxmlformats.org/officeDocument/2006/relationships/image" Target="../media/image57.svg"/><Relationship Id="rId12" Type="http://schemas.openxmlformats.org/officeDocument/2006/relationships/image" Target="../media/image61.svg"/><Relationship Id="rId2" Type="http://schemas.openxmlformats.org/officeDocument/2006/relationships/image" Target="../media/image52.png"/><Relationship Id="rId1" Type="http://schemas.openxmlformats.org/officeDocument/2006/relationships/slideLayout" Target="../slideLayouts/slideLayout13.xml"/><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55.svg"/><Relationship Id="rId10" Type="http://schemas.openxmlformats.org/officeDocument/2006/relationships/image" Target="../media/image59.svg"/><Relationship Id="rId4" Type="http://schemas.openxmlformats.org/officeDocument/2006/relationships/image" Target="../media/image54.png"/><Relationship Id="rId9" Type="http://schemas.openxmlformats.org/officeDocument/2006/relationships/image" Target="../media/image58.png"/></Relationships>
</file>

<file path=ppt/slides/_rels/slide28.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63.svg"/><Relationship Id="rId7" Type="http://schemas.openxmlformats.org/officeDocument/2006/relationships/image" Target="../media/image65.png"/><Relationship Id="rId2" Type="http://schemas.openxmlformats.org/officeDocument/2006/relationships/image" Target="../media/image62.png"/><Relationship Id="rId1" Type="http://schemas.openxmlformats.org/officeDocument/2006/relationships/slideLayout" Target="../slideLayouts/slideLayout13.xml"/><Relationship Id="rId6" Type="http://schemas.openxmlformats.org/officeDocument/2006/relationships/image" Target="../media/image51.png"/><Relationship Id="rId5" Type="http://schemas.openxmlformats.org/officeDocument/2006/relationships/image" Target="../media/image64.svg"/><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image" Target="../media/image68.svg"/><Relationship Id="rId2" Type="http://schemas.openxmlformats.org/officeDocument/2006/relationships/image" Target="../media/image67.png"/><Relationship Id="rId1" Type="http://schemas.openxmlformats.org/officeDocument/2006/relationships/slideLayout" Target="../slideLayouts/slideLayout13.xml"/><Relationship Id="rId6" Type="http://schemas.openxmlformats.org/officeDocument/2006/relationships/image" Target="../media/image51.png"/><Relationship Id="rId5" Type="http://schemas.openxmlformats.org/officeDocument/2006/relationships/image" Target="../media/image70.svg"/><Relationship Id="rId4" Type="http://schemas.openxmlformats.org/officeDocument/2006/relationships/image" Target="../media/image69.png"/></Relationships>
</file>

<file path=ppt/slides/_rels/slide30.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36.svg"/><Relationship Id="rId3" Type="http://schemas.openxmlformats.org/officeDocument/2006/relationships/image" Target="../media/image8.svg"/><Relationship Id="rId7" Type="http://schemas.openxmlformats.org/officeDocument/2006/relationships/image" Target="../media/image10.svg"/><Relationship Id="rId12" Type="http://schemas.openxmlformats.org/officeDocument/2006/relationships/image" Target="../media/image35.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31.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22.svg"/><Relationship Id="rId3" Type="http://schemas.openxmlformats.org/officeDocument/2006/relationships/image" Target="../media/image8.svg"/><Relationship Id="rId7" Type="http://schemas.openxmlformats.org/officeDocument/2006/relationships/image" Target="../media/image10.svg"/><Relationship Id="rId12" Type="http://schemas.openxmlformats.org/officeDocument/2006/relationships/image" Target="../media/image2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svg"/><Relationship Id="rId7" Type="http://schemas.openxmlformats.org/officeDocument/2006/relationships/image" Target="../media/image76.sv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svg"/><Relationship Id="rId4" Type="http://schemas.openxmlformats.org/officeDocument/2006/relationships/image" Target="../media/image73.png"/><Relationship Id="rId9" Type="http://schemas.openxmlformats.org/officeDocument/2006/relationships/image" Target="../media/image78.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image" Target="../media/image90.svg"/><Relationship Id="rId18" Type="http://schemas.openxmlformats.org/officeDocument/2006/relationships/image" Target="../media/image93.png"/><Relationship Id="rId26" Type="http://schemas.openxmlformats.org/officeDocument/2006/relationships/image" Target="../media/image101.png"/><Relationship Id="rId3" Type="http://schemas.openxmlformats.org/officeDocument/2006/relationships/image" Target="../media/image80.svg"/><Relationship Id="rId21" Type="http://schemas.openxmlformats.org/officeDocument/2006/relationships/image" Target="../media/image96.svg"/><Relationship Id="rId7" Type="http://schemas.openxmlformats.org/officeDocument/2006/relationships/image" Target="../media/image84.svg"/><Relationship Id="rId12" Type="http://schemas.openxmlformats.org/officeDocument/2006/relationships/image" Target="../media/image89.png"/><Relationship Id="rId17" Type="http://schemas.openxmlformats.org/officeDocument/2006/relationships/image" Target="../media/image92.svg"/><Relationship Id="rId25" Type="http://schemas.openxmlformats.org/officeDocument/2006/relationships/image" Target="../media/image100.svg"/><Relationship Id="rId2" Type="http://schemas.openxmlformats.org/officeDocument/2006/relationships/image" Target="../media/image79.png"/><Relationship Id="rId16" Type="http://schemas.openxmlformats.org/officeDocument/2006/relationships/image" Target="../media/image91.png"/><Relationship Id="rId20" Type="http://schemas.openxmlformats.org/officeDocument/2006/relationships/image" Target="../media/image95.png"/><Relationship Id="rId29" Type="http://schemas.openxmlformats.org/officeDocument/2006/relationships/image" Target="../media/image104.svg"/><Relationship Id="rId1" Type="http://schemas.openxmlformats.org/officeDocument/2006/relationships/slideLayout" Target="../slideLayouts/slideLayout2.xml"/><Relationship Id="rId6" Type="http://schemas.openxmlformats.org/officeDocument/2006/relationships/image" Target="../media/image83.png"/><Relationship Id="rId11" Type="http://schemas.openxmlformats.org/officeDocument/2006/relationships/image" Target="../media/image88.svg"/><Relationship Id="rId24" Type="http://schemas.openxmlformats.org/officeDocument/2006/relationships/image" Target="../media/image99.png"/><Relationship Id="rId5" Type="http://schemas.openxmlformats.org/officeDocument/2006/relationships/image" Target="../media/image82.svg"/><Relationship Id="rId15" Type="http://schemas.openxmlformats.org/officeDocument/2006/relationships/image" Target="../media/image78.svg"/><Relationship Id="rId23" Type="http://schemas.openxmlformats.org/officeDocument/2006/relationships/image" Target="../media/image98.svg"/><Relationship Id="rId28" Type="http://schemas.openxmlformats.org/officeDocument/2006/relationships/image" Target="../media/image103.png"/><Relationship Id="rId10" Type="http://schemas.openxmlformats.org/officeDocument/2006/relationships/image" Target="../media/image87.png"/><Relationship Id="rId19" Type="http://schemas.openxmlformats.org/officeDocument/2006/relationships/image" Target="../media/image94.svg"/><Relationship Id="rId31" Type="http://schemas.openxmlformats.org/officeDocument/2006/relationships/image" Target="../media/image106.svg"/><Relationship Id="rId4" Type="http://schemas.openxmlformats.org/officeDocument/2006/relationships/image" Target="../media/image81.png"/><Relationship Id="rId9" Type="http://schemas.openxmlformats.org/officeDocument/2006/relationships/image" Target="../media/image86.svg"/><Relationship Id="rId14" Type="http://schemas.openxmlformats.org/officeDocument/2006/relationships/image" Target="../media/image77.png"/><Relationship Id="rId22" Type="http://schemas.openxmlformats.org/officeDocument/2006/relationships/image" Target="../media/image97.png"/><Relationship Id="rId27" Type="http://schemas.openxmlformats.org/officeDocument/2006/relationships/image" Target="../media/image102.svg"/><Relationship Id="rId30" Type="http://schemas.openxmlformats.org/officeDocument/2006/relationships/image" Target="../media/image105.png"/></Relationships>
</file>

<file path=ppt/slides/_rels/slide3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3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3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4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needpix.com/photo/download/1611770/hexagon-group-block-chain-knowledge-concentration-gear-together-community-intelligence" TargetMode="External"/><Relationship Id="rId2" Type="http://schemas.openxmlformats.org/officeDocument/2006/relationships/image" Target="../media/image107.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09.sv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113.svg"/><Relationship Id="rId18" Type="http://schemas.openxmlformats.org/officeDocument/2006/relationships/image" Target="../media/image118.png"/><Relationship Id="rId3" Type="http://schemas.openxmlformats.org/officeDocument/2006/relationships/image" Target="../media/image6.svg"/><Relationship Id="rId7" Type="http://schemas.openxmlformats.org/officeDocument/2006/relationships/image" Target="../media/image24.svg"/><Relationship Id="rId12" Type="http://schemas.openxmlformats.org/officeDocument/2006/relationships/image" Target="../media/image112.png"/><Relationship Id="rId17" Type="http://schemas.openxmlformats.org/officeDocument/2006/relationships/image" Target="../media/image117.svg"/><Relationship Id="rId2" Type="http://schemas.openxmlformats.org/officeDocument/2006/relationships/image" Target="../media/image5.png"/><Relationship Id="rId16"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image" Target="../media/image22.svg"/><Relationship Id="rId15" Type="http://schemas.openxmlformats.org/officeDocument/2006/relationships/image" Target="../media/image115.svg"/><Relationship Id="rId10" Type="http://schemas.openxmlformats.org/officeDocument/2006/relationships/image" Target="../media/image27.png"/><Relationship Id="rId19" Type="http://schemas.openxmlformats.org/officeDocument/2006/relationships/image" Target="../media/image119.svg"/><Relationship Id="rId4" Type="http://schemas.openxmlformats.org/officeDocument/2006/relationships/image" Target="../media/image21.png"/><Relationship Id="rId9" Type="http://schemas.openxmlformats.org/officeDocument/2006/relationships/image" Target="../media/image26.svg"/><Relationship Id="rId14" Type="http://schemas.openxmlformats.org/officeDocument/2006/relationships/image" Target="../media/image114.png"/></Relationships>
</file>

<file path=ppt/slides/_rels/slide47.xml.rels><?xml version="1.0" encoding="UTF-8" standalone="yes"?>
<Relationships xmlns="http://schemas.openxmlformats.org/package/2006/relationships"><Relationship Id="rId3" Type="http://schemas.openxmlformats.org/officeDocument/2006/relationships/image" Target="../media/image113.svg"/><Relationship Id="rId7" Type="http://schemas.openxmlformats.org/officeDocument/2006/relationships/image" Target="../media/image117.svg"/><Relationship Id="rId2"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image" Target="../media/image116.png"/><Relationship Id="rId5" Type="http://schemas.openxmlformats.org/officeDocument/2006/relationships/image" Target="../media/image115.svg"/><Relationship Id="rId4" Type="http://schemas.openxmlformats.org/officeDocument/2006/relationships/image" Target="../media/image1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4276A8A0-91A7-41C6-8337-580E459AC8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6302" y="5387295"/>
            <a:ext cx="890885" cy="859442"/>
          </a:xfrm>
          <a:prstGeom prst="rect">
            <a:avLst/>
          </a:prstGeom>
        </p:spPr>
      </p:pic>
      <p:sp>
        <p:nvSpPr>
          <p:cNvPr id="3" name="ZoneTexte 2">
            <a:extLst>
              <a:ext uri="{FF2B5EF4-FFF2-40B4-BE49-F238E27FC236}">
                <a16:creationId xmlns:a16="http://schemas.microsoft.com/office/drawing/2014/main" id="{760F2153-A99C-7884-B357-72D68732BCD2}"/>
              </a:ext>
            </a:extLst>
          </p:cNvPr>
          <p:cNvSpPr txBox="1"/>
          <p:nvPr/>
        </p:nvSpPr>
        <p:spPr>
          <a:xfrm>
            <a:off x="600504" y="1916286"/>
            <a:ext cx="5557023" cy="3077766"/>
          </a:xfrm>
          <a:prstGeom prst="rect">
            <a:avLst/>
          </a:prstGeom>
          <a:noFill/>
        </p:spPr>
        <p:txBody>
          <a:bodyPr wrap="square" lIns="91440" tIns="45720" rIns="91440" bIns="45720" rtlCol="0" anchor="t">
            <a:spAutoFit/>
          </a:bodyPr>
          <a:lstStyle/>
          <a:p>
            <a:r>
              <a:rPr lang="en-US" sz="8000" i="1">
                <a:solidFill>
                  <a:srgbClr val="ED7D31"/>
                </a:solidFill>
              </a:rPr>
              <a:t>IVCD Map </a:t>
            </a:r>
          </a:p>
          <a:p>
            <a:endParaRPr lang="en-US"/>
          </a:p>
          <a:p>
            <a:r>
              <a:rPr lang="en-US" sz="3200" b="1" i="1">
                <a:solidFill>
                  <a:srgbClr val="0683AA"/>
                </a:solidFill>
              </a:rPr>
              <a:t>Clarify together what deserves consensus and what should be decided autonomously</a:t>
            </a:r>
            <a:endParaRPr lang="en-US" sz="3200" b="1" i="1">
              <a:solidFill>
                <a:srgbClr val="0683AA"/>
              </a:solidFill>
              <a:cs typeface="Calibri"/>
            </a:endParaRPr>
          </a:p>
        </p:txBody>
      </p:sp>
      <p:grpSp>
        <p:nvGrpSpPr>
          <p:cNvPr id="2" name="Groupe 1">
            <a:extLst>
              <a:ext uri="{FF2B5EF4-FFF2-40B4-BE49-F238E27FC236}">
                <a16:creationId xmlns:a16="http://schemas.microsoft.com/office/drawing/2014/main" id="{5F37BD5B-D7E0-1E96-926F-F93AB9DED53E}"/>
              </a:ext>
            </a:extLst>
          </p:cNvPr>
          <p:cNvGrpSpPr/>
          <p:nvPr/>
        </p:nvGrpSpPr>
        <p:grpSpPr>
          <a:xfrm>
            <a:off x="7501282" y="1878541"/>
            <a:ext cx="3454206" cy="2458287"/>
            <a:chOff x="3333750" y="1690688"/>
            <a:chExt cx="6959600" cy="4953000"/>
          </a:xfrm>
        </p:grpSpPr>
        <p:grpSp>
          <p:nvGrpSpPr>
            <p:cNvPr id="6" name="Groupe 5">
              <a:extLst>
                <a:ext uri="{FF2B5EF4-FFF2-40B4-BE49-F238E27FC236}">
                  <a16:creationId xmlns:a16="http://schemas.microsoft.com/office/drawing/2014/main" id="{47FE0508-1599-FACB-E73A-57125477CB76}"/>
                </a:ext>
              </a:extLst>
            </p:cNvPr>
            <p:cNvGrpSpPr/>
            <p:nvPr/>
          </p:nvGrpSpPr>
          <p:grpSpPr>
            <a:xfrm>
              <a:off x="3333750" y="1690688"/>
              <a:ext cx="6959600" cy="4953000"/>
              <a:chOff x="2425700" y="1690688"/>
              <a:chExt cx="6959600" cy="4953000"/>
            </a:xfrm>
          </p:grpSpPr>
          <p:sp>
            <p:nvSpPr>
              <p:cNvPr id="17" name="Ellipse 16">
                <a:extLst>
                  <a:ext uri="{FF2B5EF4-FFF2-40B4-BE49-F238E27FC236}">
                    <a16:creationId xmlns:a16="http://schemas.microsoft.com/office/drawing/2014/main" id="{4C8233DF-C674-9C0F-AF79-29606B456299}"/>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18" name="Ellipse 17">
                <a:extLst>
                  <a:ext uri="{FF2B5EF4-FFF2-40B4-BE49-F238E27FC236}">
                    <a16:creationId xmlns:a16="http://schemas.microsoft.com/office/drawing/2014/main" id="{92D53EE9-70BC-6577-9B7F-BDA55ED74B30}"/>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grpSp>
        <p:sp>
          <p:nvSpPr>
            <p:cNvPr id="10" name="ZoneTexte 9">
              <a:extLst>
                <a:ext uri="{FF2B5EF4-FFF2-40B4-BE49-F238E27FC236}">
                  <a16:creationId xmlns:a16="http://schemas.microsoft.com/office/drawing/2014/main" id="{0177A830-B322-8CF3-6BF5-3D49B7B2E868}"/>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en-US" sz="500"/>
            </a:p>
          </p:txBody>
        </p:sp>
        <p:sp>
          <p:nvSpPr>
            <p:cNvPr id="11" name="ZoneTexte 10">
              <a:extLst>
                <a:ext uri="{FF2B5EF4-FFF2-40B4-BE49-F238E27FC236}">
                  <a16:creationId xmlns:a16="http://schemas.microsoft.com/office/drawing/2014/main" id="{060C7594-A753-4B36-C1B4-310F9221DFC5}"/>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en-US" sz="500"/>
            </a:p>
          </p:txBody>
        </p:sp>
        <p:sp>
          <p:nvSpPr>
            <p:cNvPr id="12" name="ZoneTexte 11">
              <a:extLst>
                <a:ext uri="{FF2B5EF4-FFF2-40B4-BE49-F238E27FC236}">
                  <a16:creationId xmlns:a16="http://schemas.microsoft.com/office/drawing/2014/main" id="{3AEECAC2-2625-2312-0968-DB95E7706F2B}"/>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en-US" sz="500"/>
            </a:p>
          </p:txBody>
        </p:sp>
        <p:sp>
          <p:nvSpPr>
            <p:cNvPr id="13" name="ZoneTexte 12">
              <a:extLst>
                <a:ext uri="{FF2B5EF4-FFF2-40B4-BE49-F238E27FC236}">
                  <a16:creationId xmlns:a16="http://schemas.microsoft.com/office/drawing/2014/main" id="{F5D0C438-6047-C567-09F6-C1E31BEF25FB}"/>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en-US" sz="500"/>
            </a:p>
          </p:txBody>
        </p:sp>
        <p:sp>
          <p:nvSpPr>
            <p:cNvPr id="14" name="ZoneTexte 13">
              <a:extLst>
                <a:ext uri="{FF2B5EF4-FFF2-40B4-BE49-F238E27FC236}">
                  <a16:creationId xmlns:a16="http://schemas.microsoft.com/office/drawing/2014/main" id="{0315FAD2-D840-3FAF-8BB0-D15E24F34D57}"/>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en-US" sz="500"/>
            </a:p>
          </p:txBody>
        </p:sp>
        <p:sp>
          <p:nvSpPr>
            <p:cNvPr id="15" name="ZoneTexte 14">
              <a:extLst>
                <a:ext uri="{FF2B5EF4-FFF2-40B4-BE49-F238E27FC236}">
                  <a16:creationId xmlns:a16="http://schemas.microsoft.com/office/drawing/2014/main" id="{60D677C1-F53D-A3C6-0864-E26237FD90E5}"/>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en-US" sz="500"/>
            </a:p>
          </p:txBody>
        </p:sp>
        <p:sp>
          <p:nvSpPr>
            <p:cNvPr id="16" name="ZoneTexte 15">
              <a:extLst>
                <a:ext uri="{FF2B5EF4-FFF2-40B4-BE49-F238E27FC236}">
                  <a16:creationId xmlns:a16="http://schemas.microsoft.com/office/drawing/2014/main" id="{D80F04CE-9A78-A1C1-C94A-CC5AB9BF7465}"/>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en-US" sz="500"/>
            </a:p>
          </p:txBody>
        </p:sp>
      </p:grpSp>
      <p:pic>
        <p:nvPicPr>
          <p:cNvPr id="21" name="Graphique 20" descr="Homme portant un sweat à capuche">
            <a:extLst>
              <a:ext uri="{FF2B5EF4-FFF2-40B4-BE49-F238E27FC236}">
                <a16:creationId xmlns:a16="http://schemas.microsoft.com/office/drawing/2014/main" id="{3D1E25EC-DD99-581C-7FC5-7BB8F3DF3E8F}"/>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124215" y="1410303"/>
            <a:ext cx="426167" cy="586079"/>
          </a:xfrm>
          <a:prstGeom prst="rect">
            <a:avLst/>
          </a:prstGeom>
        </p:spPr>
      </p:pic>
      <p:grpSp>
        <p:nvGrpSpPr>
          <p:cNvPr id="26" name="Groupe 25">
            <a:extLst>
              <a:ext uri="{FF2B5EF4-FFF2-40B4-BE49-F238E27FC236}">
                <a16:creationId xmlns:a16="http://schemas.microsoft.com/office/drawing/2014/main" id="{69D5A67B-430A-0704-3AC1-1870E901EBD2}"/>
              </a:ext>
            </a:extLst>
          </p:cNvPr>
          <p:cNvGrpSpPr/>
          <p:nvPr/>
        </p:nvGrpSpPr>
        <p:grpSpPr>
          <a:xfrm>
            <a:off x="9964678" y="1347998"/>
            <a:ext cx="1981620" cy="595719"/>
            <a:chOff x="13356703" y="1495443"/>
            <a:chExt cx="1981620" cy="595719"/>
          </a:xfrm>
        </p:grpSpPr>
        <p:pic>
          <p:nvPicPr>
            <p:cNvPr id="20" name="Graphique 19" descr="Homme portant un sweat à capuche">
              <a:extLst>
                <a:ext uri="{FF2B5EF4-FFF2-40B4-BE49-F238E27FC236}">
                  <a16:creationId xmlns:a16="http://schemas.microsoft.com/office/drawing/2014/main" id="{397FCB51-AB57-8DB5-BB52-8D857D7B5B37}"/>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3833291" y="1505083"/>
              <a:ext cx="426167" cy="586079"/>
            </a:xfrm>
            <a:prstGeom prst="rect">
              <a:avLst/>
            </a:prstGeom>
          </p:spPr>
        </p:pic>
        <p:pic>
          <p:nvPicPr>
            <p:cNvPr id="22" name="Graphique 21" descr="Femme avec bras prothétique">
              <a:extLst>
                <a:ext uri="{FF2B5EF4-FFF2-40B4-BE49-F238E27FC236}">
                  <a16:creationId xmlns:a16="http://schemas.microsoft.com/office/drawing/2014/main" id="{BD4FAECE-82B5-66F1-DFF1-82D92CB950C7}"/>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4271513" y="1495443"/>
              <a:ext cx="530566" cy="568288"/>
            </a:xfrm>
            <a:prstGeom prst="rect">
              <a:avLst/>
            </a:prstGeom>
          </p:spPr>
        </p:pic>
        <p:pic>
          <p:nvPicPr>
            <p:cNvPr id="23" name="Graphique 22" descr="Homme barbu en peignoir">
              <a:extLst>
                <a:ext uri="{FF2B5EF4-FFF2-40B4-BE49-F238E27FC236}">
                  <a16:creationId xmlns:a16="http://schemas.microsoft.com/office/drawing/2014/main" id="{90EDF2F9-183E-349F-4EBD-FE672C5F32B7}"/>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3356703" y="1495443"/>
              <a:ext cx="464533" cy="595718"/>
            </a:xfrm>
            <a:prstGeom prst="rect">
              <a:avLst/>
            </a:prstGeom>
          </p:spPr>
        </p:pic>
        <p:pic>
          <p:nvPicPr>
            <p:cNvPr id="24" name="Graphique 23" descr="Femme tenant un ordinateur portable">
              <a:extLst>
                <a:ext uri="{FF2B5EF4-FFF2-40B4-BE49-F238E27FC236}">
                  <a16:creationId xmlns:a16="http://schemas.microsoft.com/office/drawing/2014/main" id="{98592A44-3C59-FE4E-8DBB-A12CB6524BD8}"/>
                </a:ext>
              </a:extLst>
            </p:cNvPr>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4790024" y="1522873"/>
              <a:ext cx="548299" cy="568288"/>
            </a:xfrm>
            <a:prstGeom prst="rect">
              <a:avLst/>
            </a:prstGeom>
          </p:spPr>
        </p:pic>
      </p:grpSp>
    </p:spTree>
    <p:extLst>
      <p:ext uri="{BB962C8B-B14F-4D97-AF65-F5344CB8AC3E}">
        <p14:creationId xmlns:p14="http://schemas.microsoft.com/office/powerpoint/2010/main" val="2152990317"/>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472B64-6004-41BD-5197-4B9B05FAC173}"/>
              </a:ext>
            </a:extLst>
          </p:cNvPr>
          <p:cNvSpPr>
            <a:spLocks noGrp="1"/>
          </p:cNvSpPr>
          <p:nvPr>
            <p:ph type="title"/>
          </p:nvPr>
        </p:nvSpPr>
        <p:spPr/>
        <p:txBody>
          <a:bodyPr/>
          <a:lstStyle/>
          <a:p>
            <a:r>
              <a:rPr lang="en-US"/>
              <a:t>Summary of the IVCD Map</a:t>
            </a:r>
          </a:p>
        </p:txBody>
      </p:sp>
      <p:sp>
        <p:nvSpPr>
          <p:cNvPr id="3" name="Espace réservé du contenu 2">
            <a:extLst>
              <a:ext uri="{FF2B5EF4-FFF2-40B4-BE49-F238E27FC236}">
                <a16:creationId xmlns:a16="http://schemas.microsoft.com/office/drawing/2014/main" id="{67134858-B1CC-3826-1C60-AFC05692E5CC}"/>
              </a:ext>
            </a:extLst>
          </p:cNvPr>
          <p:cNvSpPr>
            <a:spLocks noGrp="1"/>
          </p:cNvSpPr>
          <p:nvPr>
            <p:ph idx="1"/>
          </p:nvPr>
        </p:nvSpPr>
        <p:spPr/>
        <p:txBody>
          <a:bodyPr>
            <a:normAutofit/>
          </a:bodyPr>
          <a:lstStyle/>
          <a:p>
            <a:pPr marL="514350" indent="-514350">
              <a:buFont typeface="+mj-lt"/>
              <a:buAutoNum type="arabicPeriod"/>
            </a:pPr>
            <a:r>
              <a:rPr lang="en-US" sz="1800">
                <a:hlinkClick r:id="rId2" action="ppaction://hlinksldjump"/>
              </a:rPr>
              <a:t>Presentation of the "Individual or Consensus" concept</a:t>
            </a:r>
            <a:endParaRPr lang="en-US" sz="1800"/>
          </a:p>
          <a:p>
            <a:pPr marL="514350" indent="-514350">
              <a:buFont typeface="+mj-lt"/>
              <a:buAutoNum type="arabicPeriod"/>
            </a:pPr>
            <a:r>
              <a:rPr lang="en-US" sz="1800">
                <a:hlinkClick r:id="rId3" action="ppaction://hlinksldjump"/>
              </a:rPr>
              <a:t>The IVCD Map tool</a:t>
            </a:r>
            <a:endParaRPr lang="en-US" sz="1800"/>
          </a:p>
          <a:p>
            <a:pPr marL="514350" indent="-514350">
              <a:buFont typeface="+mj-lt"/>
              <a:buAutoNum type="arabicPeriod"/>
            </a:pPr>
            <a:r>
              <a:rPr lang="en-US" sz="1800">
                <a:hlinkClick r:id="rId4" action="ppaction://hlinksldjump"/>
              </a:rPr>
              <a:t>Using IVCD map as a team workshop</a:t>
            </a:r>
            <a:endParaRPr lang="en-US" sz="1800"/>
          </a:p>
          <a:p>
            <a:pPr marL="514350" indent="-514350">
              <a:buFont typeface="+mj-lt"/>
              <a:buAutoNum type="arabicPeriod"/>
            </a:pPr>
            <a:r>
              <a:rPr lang="en-US" sz="1800">
                <a:hlinkClick r:id="rId5" action="ppaction://hlinksldjump"/>
              </a:rPr>
              <a:t>Using IVCD map in an Onboarding process</a:t>
            </a:r>
            <a:endParaRPr lang="en-US" sz="1800"/>
          </a:p>
          <a:p>
            <a:pPr marL="514350" indent="-514350">
              <a:buFont typeface="+mj-lt"/>
              <a:buAutoNum type="arabicPeriod"/>
            </a:pPr>
            <a:r>
              <a:rPr lang="en-US" sz="1800">
                <a:hlinkClick r:id="rId6" action="ppaction://hlinksldjump"/>
              </a:rPr>
              <a:t>Using IVCD map between 2 teams </a:t>
            </a:r>
            <a:endParaRPr lang="en-US" sz="1800"/>
          </a:p>
          <a:p>
            <a:pPr marL="514350" indent="-514350">
              <a:buFont typeface="+mj-lt"/>
              <a:buAutoNum type="arabicPeriod"/>
            </a:pPr>
            <a:r>
              <a:rPr lang="en-US" sz="1800">
                <a:hlinkClick r:id="rId7" action="ppaction://hlinksldjump"/>
              </a:rPr>
              <a:t>🎓Training on IVCD map</a:t>
            </a:r>
            <a:endParaRPr lang="en-US" sz="1800"/>
          </a:p>
          <a:p>
            <a:pPr marL="514350" indent="-514350">
              <a:buFont typeface="+mj-lt"/>
              <a:buAutoNum type="arabicPeriod"/>
            </a:pPr>
            <a:r>
              <a:rPr lang="en-US" sz="1800">
                <a:hlinkClick r:id="rId8" action="ppaction://hlinksldjump"/>
              </a:rPr>
              <a:t>Limitations and extensions of the IVCD Map</a:t>
            </a:r>
            <a:endParaRPr lang="en-US" sz="1800"/>
          </a:p>
        </p:txBody>
      </p:sp>
      <p:grpSp>
        <p:nvGrpSpPr>
          <p:cNvPr id="4" name="Groupe 3">
            <a:extLst>
              <a:ext uri="{FF2B5EF4-FFF2-40B4-BE49-F238E27FC236}">
                <a16:creationId xmlns:a16="http://schemas.microsoft.com/office/drawing/2014/main" id="{CCBAF7BE-1A8A-E102-50AB-E7B0CD6E5539}"/>
              </a:ext>
            </a:extLst>
          </p:cNvPr>
          <p:cNvGrpSpPr/>
          <p:nvPr/>
        </p:nvGrpSpPr>
        <p:grpSpPr>
          <a:xfrm>
            <a:off x="7746984" y="2356168"/>
            <a:ext cx="3454206" cy="2458287"/>
            <a:chOff x="3333750" y="1690688"/>
            <a:chExt cx="6959600" cy="4953000"/>
          </a:xfrm>
        </p:grpSpPr>
        <p:grpSp>
          <p:nvGrpSpPr>
            <p:cNvPr id="5" name="Groupe 4">
              <a:extLst>
                <a:ext uri="{FF2B5EF4-FFF2-40B4-BE49-F238E27FC236}">
                  <a16:creationId xmlns:a16="http://schemas.microsoft.com/office/drawing/2014/main" id="{917903CE-FBAB-8F0E-A66E-43EE09C516EE}"/>
                </a:ext>
              </a:extLst>
            </p:cNvPr>
            <p:cNvGrpSpPr/>
            <p:nvPr/>
          </p:nvGrpSpPr>
          <p:grpSpPr>
            <a:xfrm>
              <a:off x="3333750" y="1690688"/>
              <a:ext cx="6959600" cy="4953000"/>
              <a:chOff x="2425700" y="1690688"/>
              <a:chExt cx="6959600" cy="4953000"/>
            </a:xfrm>
          </p:grpSpPr>
          <p:sp>
            <p:nvSpPr>
              <p:cNvPr id="13" name="Ellipse 12">
                <a:extLst>
                  <a:ext uri="{FF2B5EF4-FFF2-40B4-BE49-F238E27FC236}">
                    <a16:creationId xmlns:a16="http://schemas.microsoft.com/office/drawing/2014/main" id="{5EBB43E2-599C-8543-E4E0-717DEF7BB080}"/>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14" name="Ellipse 13">
                <a:extLst>
                  <a:ext uri="{FF2B5EF4-FFF2-40B4-BE49-F238E27FC236}">
                    <a16:creationId xmlns:a16="http://schemas.microsoft.com/office/drawing/2014/main" id="{22DEA610-5F26-D65E-0338-9789FE599957}"/>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grpSp>
        <p:sp>
          <p:nvSpPr>
            <p:cNvPr id="6" name="ZoneTexte 5">
              <a:extLst>
                <a:ext uri="{FF2B5EF4-FFF2-40B4-BE49-F238E27FC236}">
                  <a16:creationId xmlns:a16="http://schemas.microsoft.com/office/drawing/2014/main" id="{AF601C4B-3B0F-0A4A-EDD2-65EA36CB1DBA}"/>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en-US" sz="500"/>
            </a:p>
          </p:txBody>
        </p:sp>
        <p:sp>
          <p:nvSpPr>
            <p:cNvPr id="7" name="ZoneTexte 6">
              <a:extLst>
                <a:ext uri="{FF2B5EF4-FFF2-40B4-BE49-F238E27FC236}">
                  <a16:creationId xmlns:a16="http://schemas.microsoft.com/office/drawing/2014/main" id="{55F3DFD2-ED22-13A4-3B56-92EBE079946F}"/>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en-US" sz="500"/>
            </a:p>
          </p:txBody>
        </p:sp>
        <p:sp>
          <p:nvSpPr>
            <p:cNvPr id="8" name="ZoneTexte 7">
              <a:extLst>
                <a:ext uri="{FF2B5EF4-FFF2-40B4-BE49-F238E27FC236}">
                  <a16:creationId xmlns:a16="http://schemas.microsoft.com/office/drawing/2014/main" id="{2DDD2D23-98D0-446D-05C0-530F84B22040}"/>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en-US" sz="500"/>
            </a:p>
          </p:txBody>
        </p:sp>
        <p:sp>
          <p:nvSpPr>
            <p:cNvPr id="9" name="ZoneTexte 8">
              <a:extLst>
                <a:ext uri="{FF2B5EF4-FFF2-40B4-BE49-F238E27FC236}">
                  <a16:creationId xmlns:a16="http://schemas.microsoft.com/office/drawing/2014/main" id="{E09E5B77-5509-78A4-3DCF-F8763EE94922}"/>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en-US" sz="500"/>
            </a:p>
          </p:txBody>
        </p:sp>
        <p:sp>
          <p:nvSpPr>
            <p:cNvPr id="10" name="ZoneTexte 9">
              <a:extLst>
                <a:ext uri="{FF2B5EF4-FFF2-40B4-BE49-F238E27FC236}">
                  <a16:creationId xmlns:a16="http://schemas.microsoft.com/office/drawing/2014/main" id="{563AF448-1219-58FD-321E-07D648217FF5}"/>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en-US" sz="500"/>
            </a:p>
          </p:txBody>
        </p:sp>
        <p:sp>
          <p:nvSpPr>
            <p:cNvPr id="11" name="ZoneTexte 10">
              <a:extLst>
                <a:ext uri="{FF2B5EF4-FFF2-40B4-BE49-F238E27FC236}">
                  <a16:creationId xmlns:a16="http://schemas.microsoft.com/office/drawing/2014/main" id="{F88B7385-B235-97D4-26FD-BCA8FB28673A}"/>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en-US" sz="500"/>
            </a:p>
          </p:txBody>
        </p:sp>
        <p:sp>
          <p:nvSpPr>
            <p:cNvPr id="12" name="ZoneTexte 11">
              <a:extLst>
                <a:ext uri="{FF2B5EF4-FFF2-40B4-BE49-F238E27FC236}">
                  <a16:creationId xmlns:a16="http://schemas.microsoft.com/office/drawing/2014/main" id="{554374BC-56E3-65FB-5AB4-B7AFFA49472C}"/>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en-US" sz="500"/>
            </a:p>
          </p:txBody>
        </p:sp>
      </p:grpSp>
      <p:pic>
        <p:nvPicPr>
          <p:cNvPr id="15" name="Graphique 14" descr="Homme portant un sweat à capuche">
            <a:extLst>
              <a:ext uri="{FF2B5EF4-FFF2-40B4-BE49-F238E27FC236}">
                <a16:creationId xmlns:a16="http://schemas.microsoft.com/office/drawing/2014/main" id="{C5D190C1-8213-7CCB-FB7A-F2FBE49BBCF9}"/>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7369917" y="1887930"/>
            <a:ext cx="426167" cy="586079"/>
          </a:xfrm>
          <a:prstGeom prst="rect">
            <a:avLst/>
          </a:prstGeom>
        </p:spPr>
      </p:pic>
      <p:grpSp>
        <p:nvGrpSpPr>
          <p:cNvPr id="16" name="Groupe 15">
            <a:extLst>
              <a:ext uri="{FF2B5EF4-FFF2-40B4-BE49-F238E27FC236}">
                <a16:creationId xmlns:a16="http://schemas.microsoft.com/office/drawing/2014/main" id="{742BBEA7-B46B-318B-4B88-725CB46DF2B3}"/>
              </a:ext>
            </a:extLst>
          </p:cNvPr>
          <p:cNvGrpSpPr/>
          <p:nvPr/>
        </p:nvGrpSpPr>
        <p:grpSpPr>
          <a:xfrm>
            <a:off x="10210380" y="1825625"/>
            <a:ext cx="1981620" cy="595719"/>
            <a:chOff x="13356703" y="1495443"/>
            <a:chExt cx="1981620" cy="595719"/>
          </a:xfrm>
        </p:grpSpPr>
        <p:pic>
          <p:nvPicPr>
            <p:cNvPr id="17" name="Graphique 16" descr="Homme portant un sweat à capuche">
              <a:extLst>
                <a:ext uri="{FF2B5EF4-FFF2-40B4-BE49-F238E27FC236}">
                  <a16:creationId xmlns:a16="http://schemas.microsoft.com/office/drawing/2014/main" id="{EC195A18-86D6-52FA-22E2-DAB349D4BD54}"/>
                </a:ext>
              </a:extLst>
            </p:cNvPr>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3833291" y="1505083"/>
              <a:ext cx="426167" cy="586079"/>
            </a:xfrm>
            <a:prstGeom prst="rect">
              <a:avLst/>
            </a:prstGeom>
          </p:spPr>
        </p:pic>
        <p:pic>
          <p:nvPicPr>
            <p:cNvPr id="18" name="Graphique 17" descr="Femme avec bras prothétique">
              <a:extLst>
                <a:ext uri="{FF2B5EF4-FFF2-40B4-BE49-F238E27FC236}">
                  <a16:creationId xmlns:a16="http://schemas.microsoft.com/office/drawing/2014/main" id="{E5B0CDD3-1957-5BBF-0F5E-81486142BE44}"/>
                </a:ext>
              </a:extLst>
            </p:cNvPr>
            <p:cNvPicPr>
              <a:picLocks noChangeAspect="1"/>
            </p:cNvPicPr>
            <p:nvPr/>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14271513" y="1495443"/>
              <a:ext cx="530566" cy="568288"/>
            </a:xfrm>
            <a:prstGeom prst="rect">
              <a:avLst/>
            </a:prstGeom>
          </p:spPr>
        </p:pic>
        <p:pic>
          <p:nvPicPr>
            <p:cNvPr id="19" name="Graphique 18" descr="Homme barbu en peignoir">
              <a:extLst>
                <a:ext uri="{FF2B5EF4-FFF2-40B4-BE49-F238E27FC236}">
                  <a16:creationId xmlns:a16="http://schemas.microsoft.com/office/drawing/2014/main" id="{39687FB9-96F4-E4D8-412D-63D763AA8EFB}"/>
                </a:ext>
              </a:extLst>
            </p:cNvPr>
            <p:cNvPicPr>
              <a:picLocks noChangeAspect="1"/>
            </p:cNvPicPr>
            <p:nvPr/>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3356703" y="1495443"/>
              <a:ext cx="464533" cy="595718"/>
            </a:xfrm>
            <a:prstGeom prst="rect">
              <a:avLst/>
            </a:prstGeom>
          </p:spPr>
        </p:pic>
        <p:pic>
          <p:nvPicPr>
            <p:cNvPr id="20" name="Graphique 19" descr="Femme tenant un ordinateur portable">
              <a:extLst>
                <a:ext uri="{FF2B5EF4-FFF2-40B4-BE49-F238E27FC236}">
                  <a16:creationId xmlns:a16="http://schemas.microsoft.com/office/drawing/2014/main" id="{DDB759E9-B260-FAD5-F9F0-375720678145}"/>
                </a:ext>
              </a:extLst>
            </p:cNvPr>
            <p:cNvPicPr>
              <a:picLocks noChangeAspect="1"/>
            </p:cNvPicPr>
            <p:nvPr/>
          </p:nvPicPr>
          <p:blipFill>
            <a:blip r:embed="rId17"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4790024" y="1522873"/>
              <a:ext cx="548299" cy="568288"/>
            </a:xfrm>
            <a:prstGeom prst="rect">
              <a:avLst/>
            </a:prstGeom>
          </p:spPr>
        </p:pic>
      </p:grpSp>
    </p:spTree>
    <p:extLst>
      <p:ext uri="{BB962C8B-B14F-4D97-AF65-F5344CB8AC3E}">
        <p14:creationId xmlns:p14="http://schemas.microsoft.com/office/powerpoint/2010/main" val="1403906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fr-FR"/>
              <a:t>Concept </a:t>
            </a:r>
            <a:br>
              <a:rPr lang="fr-FR"/>
            </a:br>
            <a:r>
              <a:rPr lang="fr-FR" sz="4800"/>
              <a:t>Decision by the individual vs Consensus</a:t>
            </a:r>
            <a:endParaRPr lang="fr-F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4006873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a:xfrm>
            <a:off x="838200" y="365126"/>
            <a:ext cx="10515600" cy="423440"/>
          </a:xfrm>
        </p:spPr>
        <p:txBody>
          <a:bodyPr>
            <a:normAutofit fontScale="90000"/>
          </a:bodyPr>
          <a:lstStyle/>
          <a:p>
            <a:r>
              <a:rPr lang="fr-FR"/>
              <a:t>Some common situations</a:t>
            </a:r>
          </a:p>
        </p:txBody>
      </p:sp>
      <p:sp>
        <p:nvSpPr>
          <p:cNvPr id="3" name="Espace réservé du contenu 2">
            <a:extLst>
              <a:ext uri="{FF2B5EF4-FFF2-40B4-BE49-F238E27FC236}">
                <a16:creationId xmlns:a16="http://schemas.microsoft.com/office/drawing/2014/main" id="{B06AB591-91BB-F7C0-8980-2D87A74D9B9A}"/>
              </a:ext>
            </a:extLst>
          </p:cNvPr>
          <p:cNvSpPr>
            <a:spLocks noGrp="1"/>
          </p:cNvSpPr>
          <p:nvPr>
            <p:ph idx="1"/>
          </p:nvPr>
        </p:nvSpPr>
        <p:spPr>
          <a:xfrm>
            <a:off x="4706224" y="1690688"/>
            <a:ext cx="2726422" cy="3191705"/>
          </a:xfrm>
          <a:solidFill>
            <a:schemeClr val="accent2">
              <a:lumMod val="20000"/>
              <a:lumOff val="80000"/>
            </a:schemeClr>
          </a:solidFill>
        </p:spPr>
        <p:txBody>
          <a:bodyPr>
            <a:normAutofit/>
          </a:bodyPr>
          <a:lstStyle/>
          <a:p>
            <a:pPr marL="0" indent="0" algn="ctr">
              <a:buNone/>
            </a:pPr>
            <a:r>
              <a:rPr lang="fr-FR" sz="1600"/>
              <a:t>You find yourself alone in front of a subject that is new to you and to the team.</a:t>
            </a:r>
          </a:p>
          <a:p>
            <a:pPr marL="0" indent="0" algn="ctr">
              <a:buNone/>
            </a:pPr>
            <a:r>
              <a:rPr lang="fr-FR" sz="1600"/>
              <a:t>A decision must be made to move forward on this issue. This decision may impact several other people, but these people also have other priorities.</a:t>
            </a:r>
          </a:p>
          <a:p>
            <a:pPr marL="0" indent="0" algn="ctr">
              <a:buNone/>
            </a:pPr>
            <a:endParaRPr lang="fr-FR" sz="1600"/>
          </a:p>
          <a:p>
            <a:pPr marL="0" indent="0" algn="ctr">
              <a:buNone/>
            </a:pPr>
            <a:r>
              <a:rPr lang="fr-FR" sz="1600" b="1"/>
              <a:t>Are you calling your team or are you going to start alone</a:t>
            </a:r>
            <a:r>
              <a:rPr lang="fr-FR" sz="1600"/>
              <a:t>?</a:t>
            </a:r>
          </a:p>
        </p:txBody>
      </p:sp>
      <p:pic>
        <p:nvPicPr>
          <p:cNvPr id="4" name="Image 3" descr="Une image contenant personne, table, intérieur, gens&#10;&#10;Description générée automatiquement">
            <a:extLst>
              <a:ext uri="{FF2B5EF4-FFF2-40B4-BE49-F238E27FC236}">
                <a16:creationId xmlns:a16="http://schemas.microsoft.com/office/drawing/2014/main" id="{83FEED9C-41C1-7BDA-918E-6419F570457B}"/>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7653346" y="2746739"/>
            <a:ext cx="3701381" cy="2466971"/>
          </a:xfrm>
          <a:prstGeom prst="rect">
            <a:avLst/>
          </a:prstGeom>
        </p:spPr>
      </p:pic>
      <p:pic>
        <p:nvPicPr>
          <p:cNvPr id="6" name="Image 5" descr="Une image contenant texte, personne, portable, homme&#10;&#10;Description générée automatiquement">
            <a:extLst>
              <a:ext uri="{FF2B5EF4-FFF2-40B4-BE49-F238E27FC236}">
                <a16:creationId xmlns:a16="http://schemas.microsoft.com/office/drawing/2014/main" id="{1B41AC13-F492-0568-7248-5AFB6CC55299}"/>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838200" y="2746739"/>
            <a:ext cx="3700456" cy="2466971"/>
          </a:xfrm>
          <a:prstGeom prst="rect">
            <a:avLst/>
          </a:prstGeom>
        </p:spPr>
      </p:pic>
      <p:sp>
        <p:nvSpPr>
          <p:cNvPr id="7" name="Flèche : droite 6">
            <a:extLst>
              <a:ext uri="{FF2B5EF4-FFF2-40B4-BE49-F238E27FC236}">
                <a16:creationId xmlns:a16="http://schemas.microsoft.com/office/drawing/2014/main" id="{AD32F072-0E63-C575-D038-DF575AA07919}"/>
              </a:ext>
            </a:extLst>
          </p:cNvPr>
          <p:cNvSpPr/>
          <p:nvPr/>
        </p:nvSpPr>
        <p:spPr>
          <a:xfrm>
            <a:off x="7432646" y="4236339"/>
            <a:ext cx="520117" cy="687897"/>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lèche : gauche 7">
            <a:extLst>
              <a:ext uri="{FF2B5EF4-FFF2-40B4-BE49-F238E27FC236}">
                <a16:creationId xmlns:a16="http://schemas.microsoft.com/office/drawing/2014/main" id="{EB6D7B3E-28B8-6ED1-C7B3-6755B6692B4E}"/>
              </a:ext>
            </a:extLst>
          </p:cNvPr>
          <p:cNvSpPr/>
          <p:nvPr/>
        </p:nvSpPr>
        <p:spPr>
          <a:xfrm>
            <a:off x="4186107" y="4278182"/>
            <a:ext cx="520117" cy="687897"/>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077241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a:xfrm>
            <a:off x="838200" y="365125"/>
            <a:ext cx="10515600" cy="498941"/>
          </a:xfrm>
        </p:spPr>
        <p:txBody>
          <a:bodyPr>
            <a:normAutofit fontScale="90000"/>
          </a:bodyPr>
          <a:lstStyle/>
          <a:p>
            <a:r>
              <a:rPr lang="fr-FR"/>
              <a:t>Some common situations</a:t>
            </a:r>
          </a:p>
        </p:txBody>
      </p:sp>
      <p:sp>
        <p:nvSpPr>
          <p:cNvPr id="8" name="Espace réservé du contenu 2">
            <a:extLst>
              <a:ext uri="{FF2B5EF4-FFF2-40B4-BE49-F238E27FC236}">
                <a16:creationId xmlns:a16="http://schemas.microsoft.com/office/drawing/2014/main" id="{3A85B0C8-C661-34A9-8DC1-E5722289553D}"/>
              </a:ext>
            </a:extLst>
          </p:cNvPr>
          <p:cNvSpPr>
            <a:spLocks noGrp="1"/>
          </p:cNvSpPr>
          <p:nvPr>
            <p:ph idx="1"/>
          </p:nvPr>
        </p:nvSpPr>
        <p:spPr>
          <a:xfrm>
            <a:off x="4706224" y="1690688"/>
            <a:ext cx="2726422" cy="3191705"/>
          </a:xfrm>
          <a:solidFill>
            <a:schemeClr val="accent2">
              <a:lumMod val="20000"/>
              <a:lumOff val="80000"/>
            </a:schemeClr>
          </a:solidFill>
        </p:spPr>
        <p:txBody>
          <a:bodyPr>
            <a:normAutofit fontScale="92500" lnSpcReduction="20000"/>
          </a:bodyPr>
          <a:lstStyle/>
          <a:p>
            <a:pPr marL="0" indent="0" algn="ctr">
              <a:buFont typeface="Arial" panose="020B0604020202020204" pitchFamily="34" charset="0"/>
              <a:buNone/>
            </a:pPr>
            <a:r>
              <a:rPr lang="fr-FR" sz="1600"/>
              <a:t>You are looking to make a decision on a particular topic, but that topic </a:t>
            </a:r>
            <a:r>
              <a:rPr lang="fr-FR" sz="1600" i="1"/>
              <a:t>may </a:t>
            </a:r>
            <a:r>
              <a:rPr lang="fr-FR" sz="1600"/>
              <a:t>affect other people. </a:t>
            </a:r>
          </a:p>
          <a:p>
            <a:pPr marL="0" indent="0" algn="ctr">
              <a:buFont typeface="Arial" panose="020B0604020202020204" pitchFamily="34" charset="0"/>
              <a:buNone/>
            </a:pPr>
            <a:r>
              <a:rPr lang="fr-FR" sz="1600"/>
              <a:t>Recently, there have also been many complaints about the increase in the number of emails, solicitations and meetings.</a:t>
            </a:r>
          </a:p>
          <a:p>
            <a:pPr marL="0" indent="0" algn="ctr">
              <a:buFont typeface="Arial" panose="020B0604020202020204" pitchFamily="34" charset="0"/>
              <a:buNone/>
            </a:pPr>
            <a:endParaRPr lang="fr-FR" sz="1600"/>
          </a:p>
          <a:p>
            <a:pPr marL="0" indent="0" algn="ctr">
              <a:buFont typeface="Arial" panose="020B0604020202020204" pitchFamily="34" charset="0"/>
              <a:buNone/>
            </a:pPr>
            <a:endParaRPr lang="fr-FR" sz="1600"/>
          </a:p>
          <a:p>
            <a:pPr marL="0" indent="0" algn="ctr">
              <a:buFont typeface="Arial" panose="020B0604020202020204" pitchFamily="34" charset="0"/>
              <a:buNone/>
            </a:pPr>
            <a:r>
              <a:rPr lang="fr-FR" sz="1600" b="1"/>
              <a:t>How do you choose between contacting massively and starting on your own until you know more?</a:t>
            </a:r>
          </a:p>
        </p:txBody>
      </p:sp>
      <p:pic>
        <p:nvPicPr>
          <p:cNvPr id="12" name="Image 11" descr="Une image contenant texte, personne, portable, homme&#10;&#10;Description générée automatiquement">
            <a:extLst>
              <a:ext uri="{FF2B5EF4-FFF2-40B4-BE49-F238E27FC236}">
                <a16:creationId xmlns:a16="http://schemas.microsoft.com/office/drawing/2014/main" id="{0B6BED2F-B27E-F50A-06C1-CF68B4434F25}"/>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838200" y="2746739"/>
            <a:ext cx="3700456" cy="2466971"/>
          </a:xfrm>
          <a:prstGeom prst="rect">
            <a:avLst/>
          </a:prstGeom>
        </p:spPr>
      </p:pic>
      <p:pic>
        <p:nvPicPr>
          <p:cNvPr id="13" name="Image 12">
            <a:extLst>
              <a:ext uri="{FF2B5EF4-FFF2-40B4-BE49-F238E27FC236}">
                <a16:creationId xmlns:a16="http://schemas.microsoft.com/office/drawing/2014/main" id="{676BB71C-1921-2294-AA38-ECDA4628ADE3}"/>
              </a:ext>
            </a:extLst>
          </p:cNvPr>
          <p:cNvPicPr>
            <a:picLocks noChangeAspect="1"/>
          </p:cNvPicPr>
          <p:nvPr/>
        </p:nvPicPr>
        <p:blipFill rotWithShape="1">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rcRect/>
          <a:stretch/>
        </p:blipFill>
        <p:spPr>
          <a:xfrm>
            <a:off x="7653346" y="2746739"/>
            <a:ext cx="3700456" cy="2466971"/>
          </a:xfrm>
          <a:prstGeom prst="rect">
            <a:avLst/>
          </a:prstGeom>
        </p:spPr>
      </p:pic>
      <p:sp>
        <p:nvSpPr>
          <p:cNvPr id="14" name="Flèche : droite 13">
            <a:extLst>
              <a:ext uri="{FF2B5EF4-FFF2-40B4-BE49-F238E27FC236}">
                <a16:creationId xmlns:a16="http://schemas.microsoft.com/office/drawing/2014/main" id="{DD3A461E-8789-50BB-7BE0-35F4274E473B}"/>
              </a:ext>
            </a:extLst>
          </p:cNvPr>
          <p:cNvSpPr/>
          <p:nvPr/>
        </p:nvSpPr>
        <p:spPr>
          <a:xfrm>
            <a:off x="7432646" y="4236339"/>
            <a:ext cx="520117" cy="687897"/>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lèche : gauche 14">
            <a:extLst>
              <a:ext uri="{FF2B5EF4-FFF2-40B4-BE49-F238E27FC236}">
                <a16:creationId xmlns:a16="http://schemas.microsoft.com/office/drawing/2014/main" id="{001B0B54-4C80-921B-FD5C-EA85EE13ECEE}"/>
              </a:ext>
            </a:extLst>
          </p:cNvPr>
          <p:cNvSpPr/>
          <p:nvPr/>
        </p:nvSpPr>
        <p:spPr>
          <a:xfrm>
            <a:off x="4186107" y="4278182"/>
            <a:ext cx="520117" cy="687897"/>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8659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Une image contenant intérieur, personne, gens, groupe&#10;&#10;Description générée automatiquement">
            <a:extLst>
              <a:ext uri="{FF2B5EF4-FFF2-40B4-BE49-F238E27FC236}">
                <a16:creationId xmlns:a16="http://schemas.microsoft.com/office/drawing/2014/main" id="{A9D0BDDA-EBF2-6F4D-000E-283F3A55F10A}"/>
              </a:ext>
            </a:extLst>
          </p:cNvPr>
          <p:cNvPicPr>
            <a:picLocks noChangeAspect="1"/>
          </p:cNvPicPr>
          <p:nvPr/>
        </p:nvPicPr>
        <p:blipFill rotWithShape="1">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rcRect/>
          <a:stretch/>
        </p:blipFill>
        <p:spPr>
          <a:xfrm>
            <a:off x="7600214" y="2746739"/>
            <a:ext cx="3700456" cy="2466971"/>
          </a:xfrm>
          <a:prstGeom prst="rect">
            <a:avLst/>
          </a:prstGeom>
        </p:spPr>
      </p:pic>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a:xfrm>
            <a:off x="838200" y="365125"/>
            <a:ext cx="10515600" cy="431829"/>
          </a:xfrm>
        </p:spPr>
        <p:txBody>
          <a:bodyPr>
            <a:normAutofit fontScale="90000"/>
          </a:bodyPr>
          <a:lstStyle/>
          <a:p>
            <a:r>
              <a:rPr lang="en-US"/>
              <a:t>Some common situations</a:t>
            </a:r>
          </a:p>
        </p:txBody>
      </p:sp>
      <p:sp>
        <p:nvSpPr>
          <p:cNvPr id="8" name="Espace réservé du contenu 2">
            <a:extLst>
              <a:ext uri="{FF2B5EF4-FFF2-40B4-BE49-F238E27FC236}">
                <a16:creationId xmlns:a16="http://schemas.microsoft.com/office/drawing/2014/main" id="{3A85B0C8-C661-34A9-8DC1-E5722289553D}"/>
              </a:ext>
            </a:extLst>
          </p:cNvPr>
          <p:cNvSpPr>
            <a:spLocks noGrp="1"/>
          </p:cNvSpPr>
          <p:nvPr>
            <p:ph idx="1"/>
          </p:nvPr>
        </p:nvSpPr>
        <p:spPr>
          <a:xfrm>
            <a:off x="4706224" y="1690688"/>
            <a:ext cx="2726422" cy="3191705"/>
          </a:xfrm>
          <a:solidFill>
            <a:schemeClr val="accent2">
              <a:lumMod val="20000"/>
              <a:lumOff val="80000"/>
            </a:schemeClr>
          </a:solidFill>
        </p:spPr>
        <p:txBody>
          <a:bodyPr>
            <a:normAutofit lnSpcReduction="10000"/>
          </a:bodyPr>
          <a:lstStyle/>
          <a:p>
            <a:pPr marL="0" indent="0" algn="ctr">
              <a:buFont typeface="Arial" panose="020B0604020202020204" pitchFamily="34" charset="0"/>
              <a:buNone/>
            </a:pPr>
            <a:r>
              <a:rPr lang="en-US" sz="1600"/>
              <a:t>You have recently experienced several frustrations in the department about "not being  in the loop". </a:t>
            </a:r>
          </a:p>
          <a:p>
            <a:pPr marL="0" indent="0" algn="ctr">
              <a:buFont typeface="Arial" panose="020B0604020202020204" pitchFamily="34" charset="0"/>
              <a:buNone/>
            </a:pPr>
            <a:r>
              <a:rPr lang="en-US" sz="1600"/>
              <a:t>However, you are facing an operational emergency, a difficulty to find a common availability before a certain time.</a:t>
            </a:r>
          </a:p>
          <a:p>
            <a:pPr marL="0" indent="0" algn="ctr">
              <a:buFont typeface="Arial" panose="020B0604020202020204" pitchFamily="34" charset="0"/>
              <a:buNone/>
            </a:pPr>
            <a:r>
              <a:rPr lang="en-US" sz="1600" b="1"/>
              <a:t>How do you know if this is the right time/topic to convene people, or if you should go for it alone?</a:t>
            </a:r>
          </a:p>
        </p:txBody>
      </p:sp>
      <p:pic>
        <p:nvPicPr>
          <p:cNvPr id="12" name="Image 11" descr="Une image contenant texte, personne, portable, homme&#10;&#10;Description générée automatiquement">
            <a:extLst>
              <a:ext uri="{FF2B5EF4-FFF2-40B4-BE49-F238E27FC236}">
                <a16:creationId xmlns:a16="http://schemas.microsoft.com/office/drawing/2014/main" id="{0B6BED2F-B27E-F50A-06C1-CF68B4434F25}"/>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838200" y="2746739"/>
            <a:ext cx="3700456" cy="2466971"/>
          </a:xfrm>
          <a:prstGeom prst="rect">
            <a:avLst/>
          </a:prstGeom>
        </p:spPr>
      </p:pic>
      <p:sp>
        <p:nvSpPr>
          <p:cNvPr id="14" name="Flèche : droite 13">
            <a:extLst>
              <a:ext uri="{FF2B5EF4-FFF2-40B4-BE49-F238E27FC236}">
                <a16:creationId xmlns:a16="http://schemas.microsoft.com/office/drawing/2014/main" id="{DD3A461E-8789-50BB-7BE0-35F4274E473B}"/>
              </a:ext>
            </a:extLst>
          </p:cNvPr>
          <p:cNvSpPr/>
          <p:nvPr/>
        </p:nvSpPr>
        <p:spPr>
          <a:xfrm>
            <a:off x="7432646" y="4236339"/>
            <a:ext cx="520117" cy="687897"/>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èche : gauche 14">
            <a:extLst>
              <a:ext uri="{FF2B5EF4-FFF2-40B4-BE49-F238E27FC236}">
                <a16:creationId xmlns:a16="http://schemas.microsoft.com/office/drawing/2014/main" id="{001B0B54-4C80-921B-FD5C-EA85EE13ECEE}"/>
              </a:ext>
            </a:extLst>
          </p:cNvPr>
          <p:cNvSpPr/>
          <p:nvPr/>
        </p:nvSpPr>
        <p:spPr>
          <a:xfrm>
            <a:off x="4186107" y="4278182"/>
            <a:ext cx="520117" cy="687897"/>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8919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p:txBody>
          <a:bodyPr/>
          <a:lstStyle/>
          <a:p>
            <a:r>
              <a:rPr lang="en-US"/>
              <a:t>The question behind these situations </a:t>
            </a:r>
          </a:p>
        </p:txBody>
      </p:sp>
      <p:pic>
        <p:nvPicPr>
          <p:cNvPr id="11" name="Graphique 10" descr="Homme portant un sweat à capuche">
            <a:extLst>
              <a:ext uri="{FF2B5EF4-FFF2-40B4-BE49-F238E27FC236}">
                <a16:creationId xmlns:a16="http://schemas.microsoft.com/office/drawing/2014/main" id="{AE316081-9CB5-B0A1-2A53-C216F72D4E2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852015" y="3853491"/>
            <a:ext cx="1233424" cy="1662837"/>
          </a:xfrm>
          <a:prstGeom prst="rect">
            <a:avLst/>
          </a:prstGeom>
        </p:spPr>
      </p:pic>
      <p:sp>
        <p:nvSpPr>
          <p:cNvPr id="12" name="Rectangle 11">
            <a:extLst>
              <a:ext uri="{FF2B5EF4-FFF2-40B4-BE49-F238E27FC236}">
                <a16:creationId xmlns:a16="http://schemas.microsoft.com/office/drawing/2014/main" id="{B6233E0C-9E93-56F6-08CF-52BC032DECC7}"/>
              </a:ext>
            </a:extLst>
          </p:cNvPr>
          <p:cNvSpPr/>
          <p:nvPr/>
        </p:nvSpPr>
        <p:spPr>
          <a:xfrm>
            <a:off x="3042579" y="5052772"/>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AGENT</a:t>
            </a:r>
          </a:p>
        </p:txBody>
      </p:sp>
      <p:grpSp>
        <p:nvGrpSpPr>
          <p:cNvPr id="17" name="Groupe 16">
            <a:extLst>
              <a:ext uri="{FF2B5EF4-FFF2-40B4-BE49-F238E27FC236}">
                <a16:creationId xmlns:a16="http://schemas.microsoft.com/office/drawing/2014/main" id="{5DEF7EE9-942F-AF30-A449-8B4B33F86BDD}"/>
              </a:ext>
            </a:extLst>
          </p:cNvPr>
          <p:cNvGrpSpPr/>
          <p:nvPr/>
        </p:nvGrpSpPr>
        <p:grpSpPr>
          <a:xfrm>
            <a:off x="6253699" y="3853491"/>
            <a:ext cx="3861400" cy="1137958"/>
            <a:chOff x="7608492" y="3090093"/>
            <a:chExt cx="1801932" cy="531031"/>
          </a:xfrm>
        </p:grpSpPr>
        <p:pic>
          <p:nvPicPr>
            <p:cNvPr id="13" name="Graphique 12" descr="Homme portant un sweat à capuche">
              <a:extLst>
                <a:ext uri="{FF2B5EF4-FFF2-40B4-BE49-F238E27FC236}">
                  <a16:creationId xmlns:a16="http://schemas.microsoft.com/office/drawing/2014/main" id="{91DA5048-0FE0-7499-8B9D-BD1A8D22447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8041864" y="3098686"/>
              <a:ext cx="387523" cy="522438"/>
            </a:xfrm>
            <a:prstGeom prst="rect">
              <a:avLst/>
            </a:prstGeom>
          </p:spPr>
        </p:pic>
        <p:pic>
          <p:nvPicPr>
            <p:cNvPr id="14" name="Graphique 13" descr="Femme avec bras prothétique">
              <a:extLst>
                <a:ext uri="{FF2B5EF4-FFF2-40B4-BE49-F238E27FC236}">
                  <a16:creationId xmlns:a16="http://schemas.microsoft.com/office/drawing/2014/main" id="{20D362A7-9E61-3B3D-D5A8-DC9B4E82865C}"/>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440349" y="3090093"/>
              <a:ext cx="482456" cy="506579"/>
            </a:xfrm>
            <a:prstGeom prst="rect">
              <a:avLst/>
            </a:prstGeom>
          </p:spPr>
        </p:pic>
        <p:pic>
          <p:nvPicPr>
            <p:cNvPr id="15" name="Graphique 14" descr="Homme barbu en peignoir">
              <a:extLst>
                <a:ext uri="{FF2B5EF4-FFF2-40B4-BE49-F238E27FC236}">
                  <a16:creationId xmlns:a16="http://schemas.microsoft.com/office/drawing/2014/main" id="{C5E09B40-C0B0-79AF-4397-25215012BBF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608492" y="3090093"/>
              <a:ext cx="422410" cy="531030"/>
            </a:xfrm>
            <a:prstGeom prst="rect">
              <a:avLst/>
            </a:prstGeom>
          </p:spPr>
        </p:pic>
        <p:pic>
          <p:nvPicPr>
            <p:cNvPr id="16" name="Graphique 15" descr="Femme tenant un ordinateur portable">
              <a:extLst>
                <a:ext uri="{FF2B5EF4-FFF2-40B4-BE49-F238E27FC236}">
                  <a16:creationId xmlns:a16="http://schemas.microsoft.com/office/drawing/2014/main" id="{84A508FE-71F4-810F-44C0-028775DB0FD5}"/>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911843" y="3114544"/>
              <a:ext cx="498581" cy="506579"/>
            </a:xfrm>
            <a:prstGeom prst="rect">
              <a:avLst/>
            </a:prstGeom>
          </p:spPr>
        </p:pic>
      </p:grpSp>
      <p:sp>
        <p:nvSpPr>
          <p:cNvPr id="18" name="Rectangle 17">
            <a:extLst>
              <a:ext uri="{FF2B5EF4-FFF2-40B4-BE49-F238E27FC236}">
                <a16:creationId xmlns:a16="http://schemas.microsoft.com/office/drawing/2014/main" id="{93A57427-7231-F44B-4F72-761CC322EA51}"/>
              </a:ext>
            </a:extLst>
          </p:cNvPr>
          <p:cNvSpPr/>
          <p:nvPr/>
        </p:nvSpPr>
        <p:spPr>
          <a:xfrm>
            <a:off x="7191691" y="5052772"/>
            <a:ext cx="1689226" cy="299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NON-AGENTS</a:t>
            </a:r>
          </a:p>
        </p:txBody>
      </p:sp>
      <p:sp>
        <p:nvSpPr>
          <p:cNvPr id="19" name="Espace réservé du contenu 2">
            <a:extLst>
              <a:ext uri="{FF2B5EF4-FFF2-40B4-BE49-F238E27FC236}">
                <a16:creationId xmlns:a16="http://schemas.microsoft.com/office/drawing/2014/main" id="{80C19397-CAE1-FAD2-ADAB-68A23CB56BA5}"/>
              </a:ext>
            </a:extLst>
          </p:cNvPr>
          <p:cNvSpPr>
            <a:spLocks noGrp="1"/>
          </p:cNvSpPr>
          <p:nvPr>
            <p:ph idx="1"/>
          </p:nvPr>
        </p:nvSpPr>
        <p:spPr>
          <a:xfrm>
            <a:off x="2852015" y="2504930"/>
            <a:ext cx="6515923" cy="971920"/>
          </a:xfrm>
        </p:spPr>
        <p:txBody>
          <a:bodyPr>
            <a:normAutofit/>
          </a:bodyPr>
          <a:lstStyle/>
          <a:p>
            <a:pPr marL="0" indent="0">
              <a:buNone/>
            </a:pPr>
            <a:r>
              <a:rPr lang="en-US" sz="1800"/>
              <a:t>All these situations involve an </a:t>
            </a:r>
            <a:r>
              <a:rPr lang="en-US" sz="1800" b="1">
                <a:solidFill>
                  <a:schemeClr val="accent2"/>
                </a:solidFill>
              </a:rPr>
              <a:t>AGENT </a:t>
            </a:r>
            <a:r>
              <a:rPr lang="en-US" sz="1800"/>
              <a:t>who may or may not decide to act, and (known or unknown) </a:t>
            </a:r>
            <a:r>
              <a:rPr lang="en-US" sz="1800" b="1">
                <a:solidFill>
                  <a:schemeClr val="accent1"/>
                </a:solidFill>
              </a:rPr>
              <a:t>NON-AGENTS </a:t>
            </a:r>
            <a:r>
              <a:rPr lang="en-US" sz="1800"/>
              <a:t>who could contribute to deciding on the action (or non-action)</a:t>
            </a:r>
            <a:endParaRPr lang="en-US" sz="1800" i="1">
              <a:solidFill>
                <a:srgbClr val="3494BA"/>
              </a:solidFill>
            </a:endParaRPr>
          </a:p>
        </p:txBody>
      </p:sp>
    </p:spTree>
    <p:extLst>
      <p:ext uri="{BB962C8B-B14F-4D97-AF65-F5344CB8AC3E}">
        <p14:creationId xmlns:p14="http://schemas.microsoft.com/office/powerpoint/2010/main" val="871575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hylactère : pensées 3">
            <a:extLst>
              <a:ext uri="{FF2B5EF4-FFF2-40B4-BE49-F238E27FC236}">
                <a16:creationId xmlns:a16="http://schemas.microsoft.com/office/drawing/2014/main" id="{C358EAD8-7EEB-380E-D376-51D1F12760E6}"/>
              </a:ext>
            </a:extLst>
          </p:cNvPr>
          <p:cNvSpPr/>
          <p:nvPr/>
        </p:nvSpPr>
        <p:spPr>
          <a:xfrm>
            <a:off x="1820410" y="1690688"/>
            <a:ext cx="9748008" cy="2785282"/>
          </a:xfrm>
          <a:prstGeom prst="cloudCallou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a:solidFill>
                  <a:schemeClr val="tx1"/>
                </a:solidFill>
              </a:rPr>
              <a:t>Should I </a:t>
            </a:r>
          </a:p>
          <a:p>
            <a:pPr algn="ctr"/>
            <a:endParaRPr lang="fr-FR" sz="2000">
              <a:solidFill>
                <a:schemeClr val="tx1"/>
              </a:solidFill>
            </a:endParaRPr>
          </a:p>
          <a:p>
            <a:pPr algn="ctr"/>
            <a:endParaRPr lang="fr-FR" sz="2000">
              <a:solidFill>
                <a:schemeClr val="tx1"/>
              </a:solidFill>
            </a:endParaRPr>
          </a:p>
          <a:p>
            <a:pPr algn="ctr"/>
            <a:endParaRPr lang="fr-FR" sz="2000">
              <a:solidFill>
                <a:schemeClr val="tx1"/>
              </a:solidFill>
            </a:endParaRPr>
          </a:p>
          <a:p>
            <a:pPr algn="ctr"/>
            <a:r>
              <a:rPr lang="fr-FR" sz="2000">
                <a:solidFill>
                  <a:schemeClr val="tx1"/>
                </a:solidFill>
              </a:rPr>
              <a:t>ACT ALONE or AGREE BEFORE?</a:t>
            </a:r>
          </a:p>
        </p:txBody>
      </p:sp>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p:txBody>
          <a:bodyPr/>
          <a:lstStyle/>
          <a:p>
            <a:r>
              <a:rPr lang="fr-FR"/>
              <a:t>The question behind these situations </a:t>
            </a:r>
          </a:p>
        </p:txBody>
      </p:sp>
      <p:sp>
        <p:nvSpPr>
          <p:cNvPr id="5" name="Flèche : double flèche horizontale 4">
            <a:extLst>
              <a:ext uri="{FF2B5EF4-FFF2-40B4-BE49-F238E27FC236}">
                <a16:creationId xmlns:a16="http://schemas.microsoft.com/office/drawing/2014/main" id="{20BFE694-84C6-6FA9-894D-5D754B0E76AC}"/>
              </a:ext>
            </a:extLst>
          </p:cNvPr>
          <p:cNvSpPr/>
          <p:nvPr/>
        </p:nvSpPr>
        <p:spPr>
          <a:xfrm>
            <a:off x="3609589" y="3195242"/>
            <a:ext cx="4828190" cy="2777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a:p>
        </p:txBody>
      </p:sp>
      <p:pic>
        <p:nvPicPr>
          <p:cNvPr id="6" name="Graphique 5" descr="Homme portant un sweat à capuche">
            <a:extLst>
              <a:ext uri="{FF2B5EF4-FFF2-40B4-BE49-F238E27FC236}">
                <a16:creationId xmlns:a16="http://schemas.microsoft.com/office/drawing/2014/main" id="{5CD5EC60-CE17-5CD2-E11D-43B7DA6CAE1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567800" y="2672804"/>
            <a:ext cx="387523" cy="522438"/>
          </a:xfrm>
          <a:prstGeom prst="rect">
            <a:avLst/>
          </a:prstGeom>
        </p:spPr>
      </p:pic>
      <p:pic>
        <p:nvPicPr>
          <p:cNvPr id="7" name="Graphique 6" descr="Homme portant un sweat à capuche">
            <a:extLst>
              <a:ext uri="{FF2B5EF4-FFF2-40B4-BE49-F238E27FC236}">
                <a16:creationId xmlns:a16="http://schemas.microsoft.com/office/drawing/2014/main" id="{A5AB35F6-C4DC-CB09-FAAD-C7835F6E8B12}"/>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521626" y="2691671"/>
            <a:ext cx="387523" cy="522438"/>
          </a:xfrm>
          <a:prstGeom prst="rect">
            <a:avLst/>
          </a:prstGeom>
        </p:spPr>
      </p:pic>
      <p:pic>
        <p:nvPicPr>
          <p:cNvPr id="8" name="Graphique 7" descr="Femme avec bras prothétique">
            <a:extLst>
              <a:ext uri="{FF2B5EF4-FFF2-40B4-BE49-F238E27FC236}">
                <a16:creationId xmlns:a16="http://schemas.microsoft.com/office/drawing/2014/main" id="{2569BD9B-948E-BABD-671E-F42308EC3FD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966285" y="2664211"/>
            <a:ext cx="482456" cy="506579"/>
          </a:xfrm>
          <a:prstGeom prst="rect">
            <a:avLst/>
          </a:prstGeom>
        </p:spPr>
      </p:pic>
      <p:pic>
        <p:nvPicPr>
          <p:cNvPr id="9" name="Graphique 8" descr="Homme barbu en peignoir">
            <a:extLst>
              <a:ext uri="{FF2B5EF4-FFF2-40B4-BE49-F238E27FC236}">
                <a16:creationId xmlns:a16="http://schemas.microsoft.com/office/drawing/2014/main" id="{2C886C98-7963-FF6C-030E-91FD5ACCA46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134428" y="2664211"/>
            <a:ext cx="422410" cy="531030"/>
          </a:xfrm>
          <a:prstGeom prst="rect">
            <a:avLst/>
          </a:prstGeom>
        </p:spPr>
      </p:pic>
      <p:pic>
        <p:nvPicPr>
          <p:cNvPr id="10" name="Graphique 9" descr="Femme tenant un ordinateur portable">
            <a:extLst>
              <a:ext uri="{FF2B5EF4-FFF2-40B4-BE49-F238E27FC236}">
                <a16:creationId xmlns:a16="http://schemas.microsoft.com/office/drawing/2014/main" id="{16B49B2A-950F-FAE9-38B8-23745B2582EB}"/>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437779" y="2688662"/>
            <a:ext cx="498581" cy="506579"/>
          </a:xfrm>
          <a:prstGeom prst="rect">
            <a:avLst/>
          </a:prstGeom>
        </p:spPr>
      </p:pic>
      <p:pic>
        <p:nvPicPr>
          <p:cNvPr id="11" name="Graphique 10" descr="Homme portant un sweat à capuche">
            <a:extLst>
              <a:ext uri="{FF2B5EF4-FFF2-40B4-BE49-F238E27FC236}">
                <a16:creationId xmlns:a16="http://schemas.microsoft.com/office/drawing/2014/main" id="{AE316081-9CB5-B0A1-2A53-C216F72D4E2E}"/>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3414078" y="4893726"/>
            <a:ext cx="1233424" cy="1662837"/>
          </a:xfrm>
          <a:prstGeom prst="rect">
            <a:avLst/>
          </a:prstGeom>
        </p:spPr>
      </p:pic>
    </p:spTree>
    <p:extLst>
      <p:ext uri="{BB962C8B-B14F-4D97-AF65-F5344CB8AC3E}">
        <p14:creationId xmlns:p14="http://schemas.microsoft.com/office/powerpoint/2010/main" val="4097161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rmAutofit/>
          </a:bodyPr>
          <a:lstStyle/>
          <a:p>
            <a:r>
              <a:rPr lang="en-US"/>
              <a:t>Acting quickly on your own or agreeing beforehand </a:t>
            </a:r>
          </a:p>
        </p:txBody>
      </p:sp>
      <p:sp>
        <p:nvSpPr>
          <p:cNvPr id="4" name="Flèche : double flèche horizontale 3">
            <a:extLst>
              <a:ext uri="{FF2B5EF4-FFF2-40B4-BE49-F238E27FC236}">
                <a16:creationId xmlns:a16="http://schemas.microsoft.com/office/drawing/2014/main" id="{DD6821DC-E2FD-6E6E-2BD0-8BF40EF7DEB6}"/>
              </a:ext>
            </a:extLst>
          </p:cNvPr>
          <p:cNvSpPr/>
          <p:nvPr/>
        </p:nvSpPr>
        <p:spPr>
          <a:xfrm>
            <a:off x="838200" y="1690688"/>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t>ACT QUICKLY ON YOUR OWN                                                                                                   AGREE BEFOREHAND</a:t>
            </a:r>
          </a:p>
        </p:txBody>
      </p:sp>
      <p:sp>
        <p:nvSpPr>
          <p:cNvPr id="5" name="Espace réservé du contenu 2">
            <a:extLst>
              <a:ext uri="{FF2B5EF4-FFF2-40B4-BE49-F238E27FC236}">
                <a16:creationId xmlns:a16="http://schemas.microsoft.com/office/drawing/2014/main" id="{CB8A9652-91C1-C744-6552-C29B22CA249C}"/>
              </a:ext>
            </a:extLst>
          </p:cNvPr>
          <p:cNvSpPr>
            <a:spLocks noGrp="1"/>
          </p:cNvSpPr>
          <p:nvPr>
            <p:ph idx="1"/>
          </p:nvPr>
        </p:nvSpPr>
        <p:spPr>
          <a:xfrm>
            <a:off x="838198" y="2673455"/>
            <a:ext cx="4003704" cy="2242401"/>
          </a:xfrm>
        </p:spPr>
        <p:txBody>
          <a:bodyPr>
            <a:normAutofit/>
          </a:bodyPr>
          <a:lstStyle/>
          <a:p>
            <a:pPr marL="0" indent="0">
              <a:buNone/>
            </a:pPr>
            <a:r>
              <a:rPr lang="en-US" sz="1800"/>
              <a:t>Prioritize rapid action and decision </a:t>
            </a:r>
          </a:p>
          <a:p>
            <a:r>
              <a:rPr lang="en-US" sz="1800"/>
              <a:t>Decision by the first possible person (who has the authority or opportunity)</a:t>
            </a:r>
          </a:p>
          <a:p>
            <a:r>
              <a:rPr lang="en-US" sz="1800"/>
              <a:t>Assumption of consensus by default </a:t>
            </a:r>
            <a:r>
              <a:rPr lang="en-US" sz="1800" i="1">
                <a:solidFill>
                  <a:srgbClr val="3494BA"/>
                </a:solidFill>
              </a:rPr>
              <a:t>("When in doubt, I assume they agree with me")</a:t>
            </a:r>
          </a:p>
        </p:txBody>
      </p:sp>
      <p:sp>
        <p:nvSpPr>
          <p:cNvPr id="6" name="Espace réservé du contenu 2">
            <a:extLst>
              <a:ext uri="{FF2B5EF4-FFF2-40B4-BE49-F238E27FC236}">
                <a16:creationId xmlns:a16="http://schemas.microsoft.com/office/drawing/2014/main" id="{38DA4E6F-91A0-8731-9119-675B6253B1F9}"/>
              </a:ext>
            </a:extLst>
          </p:cNvPr>
          <p:cNvSpPr txBox="1">
            <a:spLocks/>
          </p:cNvSpPr>
          <p:nvPr/>
        </p:nvSpPr>
        <p:spPr>
          <a:xfrm>
            <a:off x="7272471" y="2673455"/>
            <a:ext cx="4081329" cy="20957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a:t>Prioritize ownership of the decision</a:t>
            </a:r>
          </a:p>
          <a:p>
            <a:r>
              <a:rPr lang="en-US" sz="1800"/>
              <a:t>Decision by the group </a:t>
            </a:r>
          </a:p>
          <a:p>
            <a:r>
              <a:rPr lang="en-US" sz="1800"/>
              <a:t>Assumption of usefulness of consensus </a:t>
            </a:r>
            <a:r>
              <a:rPr lang="en-US" sz="1800" i="1">
                <a:solidFill>
                  <a:srgbClr val="3494BA"/>
                </a:solidFill>
              </a:rPr>
              <a:t>("Taking time to agree is better than acting quickly in this situation")</a:t>
            </a:r>
          </a:p>
          <a:p>
            <a:endParaRPr lang="en-US" sz="1800"/>
          </a:p>
        </p:txBody>
      </p:sp>
      <p:sp>
        <p:nvSpPr>
          <p:cNvPr id="7" name="ZoneTexte 6">
            <a:extLst>
              <a:ext uri="{FF2B5EF4-FFF2-40B4-BE49-F238E27FC236}">
                <a16:creationId xmlns:a16="http://schemas.microsoft.com/office/drawing/2014/main" id="{936B2D54-01EB-E713-D2FB-BC81FB7A7761}"/>
              </a:ext>
            </a:extLst>
          </p:cNvPr>
          <p:cNvSpPr txBox="1"/>
          <p:nvPr/>
        </p:nvSpPr>
        <p:spPr>
          <a:xfrm>
            <a:off x="3965284" y="5353071"/>
            <a:ext cx="1703417" cy="1115368"/>
          </a:xfrm>
          <a:prstGeom prst="rect">
            <a:avLst/>
          </a:prstGeom>
          <a:solidFill>
            <a:schemeClr val="bg1">
              <a:lumMod val="85000"/>
            </a:schemeClr>
          </a:solidFill>
        </p:spPr>
        <p:txBody>
          <a:bodyPr wrap="square" anchor="ctr">
            <a:noAutofit/>
          </a:bodyPr>
          <a:lstStyle/>
          <a:p>
            <a:pPr algn="ctr"/>
            <a:r>
              <a:rPr lang="en-US" sz="1200"/>
              <a:t>(Possible) </a:t>
            </a:r>
          </a:p>
          <a:p>
            <a:pPr algn="ctr"/>
            <a:r>
              <a:rPr lang="en-US" sz="1200"/>
              <a:t>Post-decision review </a:t>
            </a:r>
            <a:endParaRPr lang="en-US" sz="1200" i="1">
              <a:solidFill>
                <a:srgbClr val="3494BA"/>
              </a:solidFill>
            </a:endParaRPr>
          </a:p>
          <a:p>
            <a:pPr algn="ctr"/>
            <a:r>
              <a:rPr lang="en-US" sz="1200" i="1">
                <a:solidFill>
                  <a:srgbClr val="3494BA"/>
                </a:solidFill>
              </a:rPr>
              <a:t>"At worst, we'll discuss it again"</a:t>
            </a:r>
          </a:p>
        </p:txBody>
      </p:sp>
      <p:sp>
        <p:nvSpPr>
          <p:cNvPr id="8" name="ZoneTexte 7">
            <a:extLst>
              <a:ext uri="{FF2B5EF4-FFF2-40B4-BE49-F238E27FC236}">
                <a16:creationId xmlns:a16="http://schemas.microsoft.com/office/drawing/2014/main" id="{B5EBD2A6-2429-A911-3217-3004ACE8BADA}"/>
              </a:ext>
            </a:extLst>
          </p:cNvPr>
          <p:cNvSpPr txBox="1"/>
          <p:nvPr/>
        </p:nvSpPr>
        <p:spPr>
          <a:xfrm>
            <a:off x="129480" y="5353071"/>
            <a:ext cx="1703417" cy="1115369"/>
          </a:xfrm>
          <a:prstGeom prst="rect">
            <a:avLst/>
          </a:prstGeom>
          <a:solidFill>
            <a:schemeClr val="bg1">
              <a:lumMod val="85000"/>
            </a:schemeClr>
          </a:solidFill>
        </p:spPr>
        <p:txBody>
          <a:bodyPr wrap="square" anchor="ctr">
            <a:noAutofit/>
          </a:bodyPr>
          <a:lstStyle/>
          <a:p>
            <a:pPr algn="ctr"/>
            <a:r>
              <a:rPr lang="en-US" sz="1200"/>
              <a:t>Act </a:t>
            </a:r>
          </a:p>
          <a:p>
            <a:pPr algn="ctr"/>
            <a:r>
              <a:rPr lang="en-US" sz="1200" i="1">
                <a:solidFill>
                  <a:srgbClr val="3494BA"/>
                </a:solidFill>
              </a:rPr>
              <a:t>"It has to be done and it has to be done now"</a:t>
            </a:r>
          </a:p>
        </p:txBody>
      </p:sp>
      <p:sp>
        <p:nvSpPr>
          <p:cNvPr id="9" name="ZoneTexte 8">
            <a:extLst>
              <a:ext uri="{FF2B5EF4-FFF2-40B4-BE49-F238E27FC236}">
                <a16:creationId xmlns:a16="http://schemas.microsoft.com/office/drawing/2014/main" id="{CB1F89FE-86EC-969F-A8E9-9589E84A9457}"/>
              </a:ext>
            </a:extLst>
          </p:cNvPr>
          <p:cNvSpPr txBox="1"/>
          <p:nvPr/>
        </p:nvSpPr>
        <p:spPr>
          <a:xfrm>
            <a:off x="2047382" y="5353071"/>
            <a:ext cx="1703417" cy="1115369"/>
          </a:xfrm>
          <a:prstGeom prst="rect">
            <a:avLst/>
          </a:prstGeom>
          <a:solidFill>
            <a:schemeClr val="bg1">
              <a:lumMod val="85000"/>
            </a:schemeClr>
          </a:solidFill>
        </p:spPr>
        <p:txBody>
          <a:bodyPr wrap="square" anchor="ctr">
            <a:noAutofit/>
          </a:bodyPr>
          <a:lstStyle/>
          <a:p>
            <a:pPr algn="ctr"/>
            <a:r>
              <a:rPr lang="en-US" sz="1200"/>
              <a:t>(Optional)</a:t>
            </a:r>
          </a:p>
          <a:p>
            <a:pPr algn="ctr"/>
            <a:r>
              <a:rPr lang="en-US" sz="1200"/>
              <a:t>Inform about the action at the beginning or at the end </a:t>
            </a:r>
            <a:r>
              <a:rPr lang="en-US" sz="1200" i="1">
                <a:solidFill>
                  <a:srgbClr val="3494BA"/>
                </a:solidFill>
              </a:rPr>
              <a:t>"Here is the action I have started".</a:t>
            </a:r>
          </a:p>
        </p:txBody>
      </p:sp>
      <p:cxnSp>
        <p:nvCxnSpPr>
          <p:cNvPr id="11" name="Connecteur droit avec flèche 10">
            <a:extLst>
              <a:ext uri="{FF2B5EF4-FFF2-40B4-BE49-F238E27FC236}">
                <a16:creationId xmlns:a16="http://schemas.microsoft.com/office/drawing/2014/main" id="{39B203A4-8A69-CC09-5894-02619BF8D20A}"/>
              </a:ext>
            </a:extLst>
          </p:cNvPr>
          <p:cNvCxnSpPr>
            <a:cxnSpLocks/>
            <a:stCxn id="8" idx="3"/>
            <a:endCxn id="9" idx="1"/>
          </p:cNvCxnSpPr>
          <p:nvPr/>
        </p:nvCxnSpPr>
        <p:spPr>
          <a:xfrm>
            <a:off x="1832897" y="5910756"/>
            <a:ext cx="2144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2D62F100-A626-7A08-181F-250E890B8CDF}"/>
              </a:ext>
            </a:extLst>
          </p:cNvPr>
          <p:cNvCxnSpPr>
            <a:cxnSpLocks/>
            <a:stCxn id="9" idx="3"/>
            <a:endCxn id="7" idx="1"/>
          </p:cNvCxnSpPr>
          <p:nvPr/>
        </p:nvCxnSpPr>
        <p:spPr>
          <a:xfrm flipV="1">
            <a:off x="3750799" y="5910755"/>
            <a:ext cx="21448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D15BDA7D-963C-23DF-D12F-7E2204567DA3}"/>
              </a:ext>
            </a:extLst>
          </p:cNvPr>
          <p:cNvSpPr txBox="1"/>
          <p:nvPr/>
        </p:nvSpPr>
        <p:spPr>
          <a:xfrm>
            <a:off x="6366438" y="5353071"/>
            <a:ext cx="1703417" cy="1115369"/>
          </a:xfrm>
          <a:prstGeom prst="rect">
            <a:avLst/>
          </a:prstGeom>
          <a:solidFill>
            <a:schemeClr val="bg1">
              <a:lumMod val="85000"/>
            </a:schemeClr>
          </a:solidFill>
        </p:spPr>
        <p:txBody>
          <a:bodyPr wrap="square" anchor="ctr">
            <a:noAutofit/>
          </a:bodyPr>
          <a:lstStyle/>
          <a:p>
            <a:pPr algn="ctr"/>
            <a:r>
              <a:rPr lang="en-US" sz="1200"/>
              <a:t>Take the time to set the terms of the decision </a:t>
            </a:r>
          </a:p>
          <a:p>
            <a:pPr algn="ctr"/>
            <a:r>
              <a:rPr lang="en-US" sz="1200" i="1">
                <a:solidFill>
                  <a:srgbClr val="3494BA"/>
                </a:solidFill>
              </a:rPr>
              <a:t>"Let's get the options straight</a:t>
            </a:r>
          </a:p>
        </p:txBody>
      </p:sp>
      <p:sp>
        <p:nvSpPr>
          <p:cNvPr id="24" name="ZoneTexte 23">
            <a:extLst>
              <a:ext uri="{FF2B5EF4-FFF2-40B4-BE49-F238E27FC236}">
                <a16:creationId xmlns:a16="http://schemas.microsoft.com/office/drawing/2014/main" id="{542EDB81-C168-13DF-1341-97929ACE70DD}"/>
              </a:ext>
            </a:extLst>
          </p:cNvPr>
          <p:cNvSpPr txBox="1"/>
          <p:nvPr/>
        </p:nvSpPr>
        <p:spPr>
          <a:xfrm>
            <a:off x="8255528" y="5353071"/>
            <a:ext cx="1703417" cy="1115369"/>
          </a:xfrm>
          <a:prstGeom prst="rect">
            <a:avLst/>
          </a:prstGeom>
          <a:solidFill>
            <a:schemeClr val="bg1">
              <a:lumMod val="85000"/>
            </a:schemeClr>
          </a:solidFill>
        </p:spPr>
        <p:txBody>
          <a:bodyPr wrap="square" anchor="ctr">
            <a:noAutofit/>
          </a:bodyPr>
          <a:lstStyle/>
          <a:p>
            <a:pPr algn="ctr"/>
            <a:r>
              <a:rPr lang="en-US" sz="1200"/>
              <a:t>Agreeing on a consensus</a:t>
            </a:r>
          </a:p>
          <a:p>
            <a:pPr algn="ctr"/>
            <a:r>
              <a:rPr lang="en-US" sz="1200" i="1">
                <a:solidFill>
                  <a:srgbClr val="3494BA"/>
                </a:solidFill>
              </a:rPr>
              <a:t>"Let's agree"</a:t>
            </a:r>
          </a:p>
        </p:txBody>
      </p:sp>
      <p:sp>
        <p:nvSpPr>
          <p:cNvPr id="25" name="ZoneTexte 24">
            <a:extLst>
              <a:ext uri="{FF2B5EF4-FFF2-40B4-BE49-F238E27FC236}">
                <a16:creationId xmlns:a16="http://schemas.microsoft.com/office/drawing/2014/main" id="{A0F4137A-DE26-7B0A-C924-EB4DC35103C7}"/>
              </a:ext>
            </a:extLst>
          </p:cNvPr>
          <p:cNvSpPr txBox="1"/>
          <p:nvPr/>
        </p:nvSpPr>
        <p:spPr>
          <a:xfrm>
            <a:off x="10144618" y="5353071"/>
            <a:ext cx="1703417" cy="1115369"/>
          </a:xfrm>
          <a:prstGeom prst="rect">
            <a:avLst/>
          </a:prstGeom>
          <a:solidFill>
            <a:schemeClr val="bg1">
              <a:lumMod val="85000"/>
            </a:schemeClr>
          </a:solidFill>
        </p:spPr>
        <p:txBody>
          <a:bodyPr wrap="square" anchor="ctr">
            <a:noAutofit/>
          </a:bodyPr>
          <a:lstStyle/>
          <a:p>
            <a:pPr algn="ctr"/>
            <a:r>
              <a:rPr lang="en-US" sz="1200"/>
              <a:t>Act and make the decision collectively responsible </a:t>
            </a:r>
          </a:p>
          <a:p>
            <a:pPr algn="ctr"/>
            <a:r>
              <a:rPr lang="en-US" sz="1200" i="1">
                <a:solidFill>
                  <a:srgbClr val="3494BA"/>
                </a:solidFill>
              </a:rPr>
              <a:t>"It is the will of the group</a:t>
            </a:r>
          </a:p>
        </p:txBody>
      </p:sp>
      <p:cxnSp>
        <p:nvCxnSpPr>
          <p:cNvPr id="27" name="Connecteur droit avec flèche 26">
            <a:extLst>
              <a:ext uri="{FF2B5EF4-FFF2-40B4-BE49-F238E27FC236}">
                <a16:creationId xmlns:a16="http://schemas.microsoft.com/office/drawing/2014/main" id="{7E75B66D-55EB-04E4-6E49-42BB0304B109}"/>
              </a:ext>
            </a:extLst>
          </p:cNvPr>
          <p:cNvCxnSpPr>
            <a:cxnSpLocks/>
            <a:stCxn id="23" idx="3"/>
            <a:endCxn id="24" idx="1"/>
          </p:cNvCxnSpPr>
          <p:nvPr/>
        </p:nvCxnSpPr>
        <p:spPr>
          <a:xfrm>
            <a:off x="8069855" y="5910756"/>
            <a:ext cx="1856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A9C3C992-D315-C4FE-878B-669E177EC428}"/>
              </a:ext>
            </a:extLst>
          </p:cNvPr>
          <p:cNvCxnSpPr>
            <a:cxnSpLocks/>
            <a:stCxn id="24" idx="3"/>
            <a:endCxn id="25" idx="1"/>
          </p:cNvCxnSpPr>
          <p:nvPr/>
        </p:nvCxnSpPr>
        <p:spPr>
          <a:xfrm>
            <a:off x="9958945" y="5910756"/>
            <a:ext cx="1856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0EC4E9B8-7798-1E0C-9460-E1B6ACB5FAA0}"/>
              </a:ext>
            </a:extLst>
          </p:cNvPr>
          <p:cNvCxnSpPr>
            <a:cxnSpLocks/>
          </p:cNvCxnSpPr>
          <p:nvPr/>
        </p:nvCxnSpPr>
        <p:spPr>
          <a:xfrm>
            <a:off x="5965371" y="2408535"/>
            <a:ext cx="0" cy="428914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2500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en-US" sz="3600"/>
              <a:t>The benefits of each modality</a:t>
            </a:r>
          </a:p>
        </p:txBody>
      </p:sp>
      <p:pic>
        <p:nvPicPr>
          <p:cNvPr id="10" name="Graphique 9" descr="Homme portant un sweat à capuche">
            <a:extLst>
              <a:ext uri="{FF2B5EF4-FFF2-40B4-BE49-F238E27FC236}">
                <a16:creationId xmlns:a16="http://schemas.microsoft.com/office/drawing/2014/main" id="{C087C2B5-DBB1-40D9-A8E6-89282A89DD88}"/>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30691" y="4812316"/>
            <a:ext cx="1285875" cy="1733550"/>
          </a:xfrm>
          <a:prstGeom prst="rect">
            <a:avLst/>
          </a:prstGeom>
        </p:spPr>
      </p:pic>
      <p:sp>
        <p:nvSpPr>
          <p:cNvPr id="17" name="Bulle narrative : ronde 16">
            <a:extLst>
              <a:ext uri="{FF2B5EF4-FFF2-40B4-BE49-F238E27FC236}">
                <a16:creationId xmlns:a16="http://schemas.microsoft.com/office/drawing/2014/main" id="{D314E0AE-6D8C-07E6-BD07-2D62B9818320}"/>
              </a:ext>
            </a:extLst>
          </p:cNvPr>
          <p:cNvSpPr/>
          <p:nvPr/>
        </p:nvSpPr>
        <p:spPr>
          <a:xfrm>
            <a:off x="320634" y="2728926"/>
            <a:ext cx="2291938" cy="1911927"/>
          </a:xfrm>
          <a:prstGeom prst="wedgeEllipseCallout">
            <a:avLst>
              <a:gd name="adj1" fmla="val 8701"/>
              <a:gd name="adj2" fmla="val 5877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00B050"/>
                </a:solidFill>
              </a:rPr>
              <a:t>I like the freedom I have and the fact that I don't have to ask for too much rights</a:t>
            </a:r>
          </a:p>
        </p:txBody>
      </p:sp>
      <p:pic>
        <p:nvPicPr>
          <p:cNvPr id="8" name="Graphique 7" descr="Homme portant un sweat à capuche">
            <a:extLst>
              <a:ext uri="{FF2B5EF4-FFF2-40B4-BE49-F238E27FC236}">
                <a16:creationId xmlns:a16="http://schemas.microsoft.com/office/drawing/2014/main" id="{C2DACD54-87D9-AD44-5DA7-C0B23F58A76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82408" y="4851796"/>
            <a:ext cx="1285875" cy="1733550"/>
          </a:xfrm>
          <a:prstGeom prst="rect">
            <a:avLst/>
          </a:prstGeom>
        </p:spPr>
      </p:pic>
      <p:sp>
        <p:nvSpPr>
          <p:cNvPr id="9" name="Bulle narrative : ronde 8">
            <a:extLst>
              <a:ext uri="{FF2B5EF4-FFF2-40B4-BE49-F238E27FC236}">
                <a16:creationId xmlns:a16="http://schemas.microsoft.com/office/drawing/2014/main" id="{D053A504-BB83-E5E1-0035-13B962D825C5}"/>
              </a:ext>
            </a:extLst>
          </p:cNvPr>
          <p:cNvSpPr/>
          <p:nvPr/>
        </p:nvSpPr>
        <p:spPr>
          <a:xfrm>
            <a:off x="8912983" y="2728926"/>
            <a:ext cx="2755300" cy="1911927"/>
          </a:xfrm>
          <a:prstGeom prst="wedgeEllipseCallout">
            <a:avLst>
              <a:gd name="adj1" fmla="val 21146"/>
              <a:gd name="adj2" fmla="val 5678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00B050"/>
                </a:solidFill>
              </a:rPr>
              <a:t>It is more reassuring (and we will all assume better) if we agree beforehand</a:t>
            </a:r>
          </a:p>
        </p:txBody>
      </p:sp>
      <p:sp>
        <p:nvSpPr>
          <p:cNvPr id="4" name="Rectangle 3">
            <a:extLst>
              <a:ext uri="{FF2B5EF4-FFF2-40B4-BE49-F238E27FC236}">
                <a16:creationId xmlns:a16="http://schemas.microsoft.com/office/drawing/2014/main" id="{F61A52CF-5DDF-1EE8-75E5-1AAA61431144}"/>
              </a:ext>
            </a:extLst>
          </p:cNvPr>
          <p:cNvSpPr/>
          <p:nvPr/>
        </p:nvSpPr>
        <p:spPr>
          <a:xfrm>
            <a:off x="1147480" y="6017639"/>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AGENT</a:t>
            </a:r>
          </a:p>
        </p:txBody>
      </p:sp>
      <p:sp>
        <p:nvSpPr>
          <p:cNvPr id="5" name="Rectangle 4">
            <a:extLst>
              <a:ext uri="{FF2B5EF4-FFF2-40B4-BE49-F238E27FC236}">
                <a16:creationId xmlns:a16="http://schemas.microsoft.com/office/drawing/2014/main" id="{3E195090-F958-1487-A571-8882B965D4AC}"/>
              </a:ext>
            </a:extLst>
          </p:cNvPr>
          <p:cNvSpPr/>
          <p:nvPr/>
        </p:nvSpPr>
        <p:spPr>
          <a:xfrm>
            <a:off x="10599198" y="6100397"/>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AGENT</a:t>
            </a:r>
          </a:p>
        </p:txBody>
      </p:sp>
      <p:sp>
        <p:nvSpPr>
          <p:cNvPr id="6" name="Flèche : double flèche horizontale 5">
            <a:extLst>
              <a:ext uri="{FF2B5EF4-FFF2-40B4-BE49-F238E27FC236}">
                <a16:creationId xmlns:a16="http://schemas.microsoft.com/office/drawing/2014/main" id="{6414874E-9002-DDD3-7AE0-F8641161A6EA}"/>
              </a:ext>
            </a:extLst>
          </p:cNvPr>
          <p:cNvSpPr/>
          <p:nvPr/>
        </p:nvSpPr>
        <p:spPr>
          <a:xfrm>
            <a:off x="838200" y="1690688"/>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t>ACT QUICKLY ON YOUR OWN                                                                                                   AGREE BEFOREHAND</a:t>
            </a:r>
          </a:p>
        </p:txBody>
      </p:sp>
    </p:spTree>
    <p:extLst>
      <p:ext uri="{BB962C8B-B14F-4D97-AF65-F5344CB8AC3E}">
        <p14:creationId xmlns:p14="http://schemas.microsoft.com/office/powerpoint/2010/main" val="1739574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en-US" sz="3600"/>
              <a:t>The benefits of each modality</a:t>
            </a:r>
          </a:p>
        </p:txBody>
      </p:sp>
      <p:pic>
        <p:nvPicPr>
          <p:cNvPr id="16" name="Graphique 15" descr="Femme avec bras prothétique">
            <a:extLst>
              <a:ext uri="{FF2B5EF4-FFF2-40B4-BE49-F238E27FC236}">
                <a16:creationId xmlns:a16="http://schemas.microsoft.com/office/drawing/2014/main" id="{9E72775E-536A-37EC-AE58-A5E13BC13906}"/>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665747" y="4988352"/>
            <a:ext cx="1714500" cy="1800225"/>
          </a:xfrm>
          <a:prstGeom prst="rect">
            <a:avLst/>
          </a:prstGeom>
        </p:spPr>
      </p:pic>
      <p:sp>
        <p:nvSpPr>
          <p:cNvPr id="21" name="Bulle narrative : ronde 20">
            <a:extLst>
              <a:ext uri="{FF2B5EF4-FFF2-40B4-BE49-F238E27FC236}">
                <a16:creationId xmlns:a16="http://schemas.microsoft.com/office/drawing/2014/main" id="{D2C0B318-3A84-24B0-07FE-942D9EA5AAF0}"/>
              </a:ext>
            </a:extLst>
          </p:cNvPr>
          <p:cNvSpPr/>
          <p:nvPr/>
        </p:nvSpPr>
        <p:spPr>
          <a:xfrm>
            <a:off x="9665747" y="2715992"/>
            <a:ext cx="2291938" cy="1911927"/>
          </a:xfrm>
          <a:prstGeom prst="wedgeEllipseCallout">
            <a:avLst>
              <a:gd name="adj1" fmla="val -17723"/>
              <a:gd name="adj2" fmla="val 6001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rgbClr val="00B050"/>
                </a:solidFill>
              </a:rPr>
              <a:t>We feel involved in all decisions and therefore more significant</a:t>
            </a:r>
          </a:p>
        </p:txBody>
      </p:sp>
      <p:pic>
        <p:nvPicPr>
          <p:cNvPr id="6" name="Graphique 5" descr="Femme avec bras prothétique">
            <a:extLst>
              <a:ext uri="{FF2B5EF4-FFF2-40B4-BE49-F238E27FC236}">
                <a16:creationId xmlns:a16="http://schemas.microsoft.com/office/drawing/2014/main" id="{6FE6257B-B3BB-3129-FB91-666918305ED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80230" y="4907676"/>
            <a:ext cx="1714500" cy="1800225"/>
          </a:xfrm>
          <a:prstGeom prst="rect">
            <a:avLst/>
          </a:prstGeom>
        </p:spPr>
      </p:pic>
      <p:sp>
        <p:nvSpPr>
          <p:cNvPr id="7" name="Bulle narrative : ronde 6">
            <a:extLst>
              <a:ext uri="{FF2B5EF4-FFF2-40B4-BE49-F238E27FC236}">
                <a16:creationId xmlns:a16="http://schemas.microsoft.com/office/drawing/2014/main" id="{F2460A2A-D79A-9161-859D-7FB7F7A8CEE8}"/>
              </a:ext>
            </a:extLst>
          </p:cNvPr>
          <p:cNvSpPr/>
          <p:nvPr/>
        </p:nvSpPr>
        <p:spPr>
          <a:xfrm>
            <a:off x="689572" y="2747562"/>
            <a:ext cx="2291938" cy="1911927"/>
          </a:xfrm>
          <a:prstGeom prst="wedgeEllipseCallout">
            <a:avLst>
              <a:gd name="adj1" fmla="val -23941"/>
              <a:gd name="adj2" fmla="val 6001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rgbClr val="00B050"/>
                </a:solidFill>
              </a:rPr>
              <a:t>I like it when people work on their own without asking me for too much validation</a:t>
            </a:r>
          </a:p>
        </p:txBody>
      </p:sp>
      <p:sp>
        <p:nvSpPr>
          <p:cNvPr id="12" name="Rectangle 11">
            <a:extLst>
              <a:ext uri="{FF2B5EF4-FFF2-40B4-BE49-F238E27FC236}">
                <a16:creationId xmlns:a16="http://schemas.microsoft.com/office/drawing/2014/main" id="{C553C673-3249-7B68-C83A-48653F64A6C9}"/>
              </a:ext>
            </a:extLst>
          </p:cNvPr>
          <p:cNvSpPr/>
          <p:nvPr/>
        </p:nvSpPr>
        <p:spPr>
          <a:xfrm>
            <a:off x="780230" y="6179674"/>
            <a:ext cx="141879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NON-AGENT</a:t>
            </a:r>
          </a:p>
        </p:txBody>
      </p:sp>
      <p:sp>
        <p:nvSpPr>
          <p:cNvPr id="13" name="Rectangle 12">
            <a:extLst>
              <a:ext uri="{FF2B5EF4-FFF2-40B4-BE49-F238E27FC236}">
                <a16:creationId xmlns:a16="http://schemas.microsoft.com/office/drawing/2014/main" id="{E74EF3F7-6364-6D10-DE66-8BB185D0C8A8}"/>
              </a:ext>
            </a:extLst>
          </p:cNvPr>
          <p:cNvSpPr/>
          <p:nvPr/>
        </p:nvSpPr>
        <p:spPr>
          <a:xfrm>
            <a:off x="9768406" y="6210249"/>
            <a:ext cx="141879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NON-AGENT</a:t>
            </a:r>
          </a:p>
        </p:txBody>
      </p:sp>
      <p:sp>
        <p:nvSpPr>
          <p:cNvPr id="4" name="Flèche : double flèche horizontale 3">
            <a:extLst>
              <a:ext uri="{FF2B5EF4-FFF2-40B4-BE49-F238E27FC236}">
                <a16:creationId xmlns:a16="http://schemas.microsoft.com/office/drawing/2014/main" id="{D531D920-A152-C116-46AA-D02415836326}"/>
              </a:ext>
            </a:extLst>
          </p:cNvPr>
          <p:cNvSpPr/>
          <p:nvPr/>
        </p:nvSpPr>
        <p:spPr>
          <a:xfrm>
            <a:off x="838200" y="1690688"/>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t>ACT QUICKLY ON YOUR OWN                                                                                                   AGREE BEFOREHAND</a:t>
            </a:r>
          </a:p>
        </p:txBody>
      </p:sp>
    </p:spTree>
    <p:extLst>
      <p:ext uri="{BB962C8B-B14F-4D97-AF65-F5344CB8AC3E}">
        <p14:creationId xmlns:p14="http://schemas.microsoft.com/office/powerpoint/2010/main" val="3157360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en-US" sz="3600"/>
              <a:t>As a </a:t>
            </a:r>
            <a:r>
              <a:rPr lang="en-US" sz="3600" b="1"/>
              <a:t>Non-Agent</a:t>
            </a:r>
            <a:r>
              <a:rPr lang="en-US" sz="3600"/>
              <a:t>, possible reactions</a:t>
            </a:r>
          </a:p>
        </p:txBody>
      </p:sp>
      <p:pic>
        <p:nvPicPr>
          <p:cNvPr id="12" name="Graphique 11" descr="Homme barbu en peignoir">
            <a:extLst>
              <a:ext uri="{FF2B5EF4-FFF2-40B4-BE49-F238E27FC236}">
                <a16:creationId xmlns:a16="http://schemas.microsoft.com/office/drawing/2014/main" id="{572FC039-8117-0CFF-2D08-980B1B353746}"/>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04795" y="4840891"/>
            <a:ext cx="1333500" cy="1676400"/>
          </a:xfrm>
          <a:prstGeom prst="rect">
            <a:avLst/>
          </a:prstGeom>
        </p:spPr>
      </p:pic>
      <p:sp>
        <p:nvSpPr>
          <p:cNvPr id="17" name="Bulle narrative : ronde 16">
            <a:extLst>
              <a:ext uri="{FF2B5EF4-FFF2-40B4-BE49-F238E27FC236}">
                <a16:creationId xmlns:a16="http://schemas.microsoft.com/office/drawing/2014/main" id="{D314E0AE-6D8C-07E6-BD07-2D62B9818320}"/>
              </a:ext>
            </a:extLst>
          </p:cNvPr>
          <p:cNvSpPr/>
          <p:nvPr/>
        </p:nvSpPr>
        <p:spPr>
          <a:xfrm>
            <a:off x="320634" y="2728926"/>
            <a:ext cx="2291938" cy="1911927"/>
          </a:xfrm>
          <a:prstGeom prst="wedgeEllipseCallout">
            <a:avLst>
              <a:gd name="adj1" fmla="val 8701"/>
              <a:gd name="adj2" fmla="val 5877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FF0000"/>
                </a:solidFill>
              </a:rPr>
              <a:t>Why wasn't I in the loop? </a:t>
            </a:r>
          </a:p>
        </p:txBody>
      </p:sp>
      <p:pic>
        <p:nvPicPr>
          <p:cNvPr id="4" name="Graphique 3" descr="Homme barbu en peignoir">
            <a:extLst>
              <a:ext uri="{FF2B5EF4-FFF2-40B4-BE49-F238E27FC236}">
                <a16:creationId xmlns:a16="http://schemas.microsoft.com/office/drawing/2014/main" id="{31B60113-522A-7C78-6D14-D56E6A869DA4}"/>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14846" y="4987003"/>
            <a:ext cx="1333500" cy="1676400"/>
          </a:xfrm>
          <a:prstGeom prst="rect">
            <a:avLst/>
          </a:prstGeom>
        </p:spPr>
      </p:pic>
      <p:sp>
        <p:nvSpPr>
          <p:cNvPr id="5" name="Bulle narrative : ronde 4">
            <a:extLst>
              <a:ext uri="{FF2B5EF4-FFF2-40B4-BE49-F238E27FC236}">
                <a16:creationId xmlns:a16="http://schemas.microsoft.com/office/drawing/2014/main" id="{D3072777-5441-F931-C13E-9A1AFF135A19}"/>
              </a:ext>
            </a:extLst>
          </p:cNvPr>
          <p:cNvSpPr/>
          <p:nvPr/>
        </p:nvSpPr>
        <p:spPr>
          <a:xfrm>
            <a:off x="8989509" y="2589463"/>
            <a:ext cx="2291938" cy="1911927"/>
          </a:xfrm>
          <a:prstGeom prst="wedgeEllipseCallout">
            <a:avLst>
              <a:gd name="adj1" fmla="val 8701"/>
              <a:gd name="adj2" fmla="val 5877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0000"/>
                </a:solidFill>
              </a:rPr>
              <a:t>We are still being called for little matters, can't they manage it on their own?</a:t>
            </a:r>
          </a:p>
        </p:txBody>
      </p:sp>
      <p:sp>
        <p:nvSpPr>
          <p:cNvPr id="6" name="Rectangle 5">
            <a:extLst>
              <a:ext uri="{FF2B5EF4-FFF2-40B4-BE49-F238E27FC236}">
                <a16:creationId xmlns:a16="http://schemas.microsoft.com/office/drawing/2014/main" id="{0287AEEC-A45E-69B8-D0E2-32B3145EBB7B}"/>
              </a:ext>
            </a:extLst>
          </p:cNvPr>
          <p:cNvSpPr/>
          <p:nvPr/>
        </p:nvSpPr>
        <p:spPr>
          <a:xfrm>
            <a:off x="1004795" y="6210249"/>
            <a:ext cx="141879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NON-AGENT</a:t>
            </a:r>
          </a:p>
        </p:txBody>
      </p:sp>
      <p:sp>
        <p:nvSpPr>
          <p:cNvPr id="7" name="Rectangle 6">
            <a:extLst>
              <a:ext uri="{FF2B5EF4-FFF2-40B4-BE49-F238E27FC236}">
                <a16:creationId xmlns:a16="http://schemas.microsoft.com/office/drawing/2014/main" id="{C75E0C3A-587E-8460-957E-4BC94DDD36C8}"/>
              </a:ext>
            </a:extLst>
          </p:cNvPr>
          <p:cNvSpPr/>
          <p:nvPr/>
        </p:nvSpPr>
        <p:spPr>
          <a:xfrm>
            <a:off x="9768406" y="6210249"/>
            <a:ext cx="141879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NON-AGENT</a:t>
            </a:r>
          </a:p>
        </p:txBody>
      </p:sp>
      <p:sp>
        <p:nvSpPr>
          <p:cNvPr id="8" name="Flèche : double flèche horizontale 7">
            <a:extLst>
              <a:ext uri="{FF2B5EF4-FFF2-40B4-BE49-F238E27FC236}">
                <a16:creationId xmlns:a16="http://schemas.microsoft.com/office/drawing/2014/main" id="{EC656F2C-69F9-2C55-4090-4BB392CD45B7}"/>
              </a:ext>
            </a:extLst>
          </p:cNvPr>
          <p:cNvSpPr/>
          <p:nvPr/>
        </p:nvSpPr>
        <p:spPr>
          <a:xfrm>
            <a:off x="838200" y="1690688"/>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t>ACT QUICKLY ON YOUR OWN                                                                                                   AGREE BEFOREHAND</a:t>
            </a:r>
          </a:p>
        </p:txBody>
      </p:sp>
    </p:spTree>
    <p:extLst>
      <p:ext uri="{BB962C8B-B14F-4D97-AF65-F5344CB8AC3E}">
        <p14:creationId xmlns:p14="http://schemas.microsoft.com/office/powerpoint/2010/main" val="351939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fr-FR" sz="3600"/>
              <a:t>As an </a:t>
            </a:r>
            <a:r>
              <a:rPr lang="fr-FR" sz="3600" b="1"/>
              <a:t>Agent, </a:t>
            </a:r>
            <a:r>
              <a:rPr lang="fr-FR" sz="3600"/>
              <a:t>the difficulties of being "forced" to choose a modality</a:t>
            </a:r>
          </a:p>
        </p:txBody>
      </p:sp>
      <p:sp>
        <p:nvSpPr>
          <p:cNvPr id="3" name="Flèche : double flèche horizontale 2">
            <a:extLst>
              <a:ext uri="{FF2B5EF4-FFF2-40B4-BE49-F238E27FC236}">
                <a16:creationId xmlns:a16="http://schemas.microsoft.com/office/drawing/2014/main" id="{813DDDE9-314A-F000-27FB-0AC4528EE189}"/>
              </a:ext>
            </a:extLst>
          </p:cNvPr>
          <p:cNvSpPr/>
          <p:nvPr/>
        </p:nvSpPr>
        <p:spPr>
          <a:xfrm>
            <a:off x="838200" y="1762892"/>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t>ACT QUICKLY ON YOUR OWN AGREE BEFOREHAND</a:t>
            </a:r>
          </a:p>
        </p:txBody>
      </p:sp>
      <p:pic>
        <p:nvPicPr>
          <p:cNvPr id="14" name="Graphique 13" descr="Femme tenant un ordinateur portable">
            <a:extLst>
              <a:ext uri="{FF2B5EF4-FFF2-40B4-BE49-F238E27FC236}">
                <a16:creationId xmlns:a16="http://schemas.microsoft.com/office/drawing/2014/main" id="{669EC203-21D4-D4C4-8778-C8537ADF17D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697036" y="4844957"/>
            <a:ext cx="1781175" cy="1809750"/>
          </a:xfrm>
          <a:prstGeom prst="rect">
            <a:avLst/>
          </a:prstGeom>
        </p:spPr>
      </p:pic>
      <p:sp>
        <p:nvSpPr>
          <p:cNvPr id="21" name="Bulle narrative : ronde 20">
            <a:extLst>
              <a:ext uri="{FF2B5EF4-FFF2-40B4-BE49-F238E27FC236}">
                <a16:creationId xmlns:a16="http://schemas.microsoft.com/office/drawing/2014/main" id="{D2C0B318-3A84-24B0-07FE-942D9EA5AAF0}"/>
              </a:ext>
            </a:extLst>
          </p:cNvPr>
          <p:cNvSpPr/>
          <p:nvPr/>
        </p:nvSpPr>
        <p:spPr>
          <a:xfrm>
            <a:off x="9202385" y="2715992"/>
            <a:ext cx="2755300" cy="1911927"/>
          </a:xfrm>
          <a:prstGeom prst="wedgeEllipseCallout">
            <a:avLst>
              <a:gd name="adj1" fmla="val -17723"/>
              <a:gd name="adj2" fmla="val 6001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solidFill>
                  <a:srgbClr val="FF0000"/>
                </a:solidFill>
              </a:rPr>
              <a:t>Why do we still need a big consensus for such a small decision?</a:t>
            </a:r>
          </a:p>
        </p:txBody>
      </p:sp>
      <p:pic>
        <p:nvPicPr>
          <p:cNvPr id="6" name="Graphique 5" descr="Femme tenant un ordinateur portable">
            <a:extLst>
              <a:ext uri="{FF2B5EF4-FFF2-40B4-BE49-F238E27FC236}">
                <a16:creationId xmlns:a16="http://schemas.microsoft.com/office/drawing/2014/main" id="{1A4EE48C-2712-9728-83C2-0850B4FA741B}"/>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13789" y="4728782"/>
            <a:ext cx="1781175" cy="1809750"/>
          </a:xfrm>
          <a:prstGeom prst="rect">
            <a:avLst/>
          </a:prstGeom>
        </p:spPr>
      </p:pic>
      <p:sp>
        <p:nvSpPr>
          <p:cNvPr id="7" name="Bulle narrative : ronde 6">
            <a:extLst>
              <a:ext uri="{FF2B5EF4-FFF2-40B4-BE49-F238E27FC236}">
                <a16:creationId xmlns:a16="http://schemas.microsoft.com/office/drawing/2014/main" id="{4B2303B7-3AF0-387E-C8E7-BBDE5FA9CDC8}"/>
              </a:ext>
            </a:extLst>
          </p:cNvPr>
          <p:cNvSpPr/>
          <p:nvPr/>
        </p:nvSpPr>
        <p:spPr>
          <a:xfrm>
            <a:off x="893236" y="2648797"/>
            <a:ext cx="2291938" cy="1911927"/>
          </a:xfrm>
          <a:prstGeom prst="wedgeEllipseCallout">
            <a:avLst>
              <a:gd name="adj1" fmla="val -23941"/>
              <a:gd name="adj2" fmla="val 6001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a:solidFill>
                  <a:srgbClr val="FF0000"/>
                </a:solidFill>
              </a:rPr>
              <a:t>Why do I have to make this decision alone?</a:t>
            </a:r>
          </a:p>
        </p:txBody>
      </p:sp>
      <p:sp>
        <p:nvSpPr>
          <p:cNvPr id="4" name="Rectangle 3">
            <a:extLst>
              <a:ext uri="{FF2B5EF4-FFF2-40B4-BE49-F238E27FC236}">
                <a16:creationId xmlns:a16="http://schemas.microsoft.com/office/drawing/2014/main" id="{DBB132B3-3A3E-7063-E44F-B8C6F831AC5A}"/>
              </a:ext>
            </a:extLst>
          </p:cNvPr>
          <p:cNvSpPr/>
          <p:nvPr/>
        </p:nvSpPr>
        <p:spPr>
          <a:xfrm>
            <a:off x="893236" y="5911049"/>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AGENT</a:t>
            </a:r>
          </a:p>
        </p:txBody>
      </p:sp>
      <p:sp>
        <p:nvSpPr>
          <p:cNvPr id="5" name="Rectangle 4">
            <a:extLst>
              <a:ext uri="{FF2B5EF4-FFF2-40B4-BE49-F238E27FC236}">
                <a16:creationId xmlns:a16="http://schemas.microsoft.com/office/drawing/2014/main" id="{546DBBA1-DE70-B008-2932-D4D642872572}"/>
              </a:ext>
            </a:extLst>
          </p:cNvPr>
          <p:cNvSpPr/>
          <p:nvPr/>
        </p:nvSpPr>
        <p:spPr>
          <a:xfrm>
            <a:off x="9896955" y="5911049"/>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AGENT</a:t>
            </a:r>
          </a:p>
        </p:txBody>
      </p:sp>
    </p:spTree>
    <p:extLst>
      <p:ext uri="{BB962C8B-B14F-4D97-AF65-F5344CB8AC3E}">
        <p14:creationId xmlns:p14="http://schemas.microsoft.com/office/powerpoint/2010/main" val="1365931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rmAutofit fontScale="90000"/>
          </a:bodyPr>
          <a:lstStyle/>
          <a:p>
            <a:r>
              <a:rPr lang="en-US" sz="3600"/>
              <a:t>Act quickly on your own or come to an agreement beforehand</a:t>
            </a:r>
            <a:br>
              <a:rPr lang="en-US" sz="3600"/>
            </a:br>
            <a:r>
              <a:rPr lang="en-US" sz="3600"/>
              <a:t>Advantages and disadvantages </a:t>
            </a:r>
          </a:p>
        </p:txBody>
      </p:sp>
      <p:sp>
        <p:nvSpPr>
          <p:cNvPr id="13" name="ZoneTexte 12">
            <a:extLst>
              <a:ext uri="{FF2B5EF4-FFF2-40B4-BE49-F238E27FC236}">
                <a16:creationId xmlns:a16="http://schemas.microsoft.com/office/drawing/2014/main" id="{BF4C2AA0-135C-B29D-E7FC-D5EA62D8D6DD}"/>
              </a:ext>
            </a:extLst>
          </p:cNvPr>
          <p:cNvSpPr txBox="1"/>
          <p:nvPr/>
        </p:nvSpPr>
        <p:spPr>
          <a:xfrm>
            <a:off x="838199" y="2655702"/>
            <a:ext cx="1703417" cy="839412"/>
          </a:xfrm>
          <a:prstGeom prst="rect">
            <a:avLst/>
          </a:prstGeom>
          <a:solidFill>
            <a:srgbClr val="54FFB3"/>
          </a:solidFill>
        </p:spPr>
        <p:txBody>
          <a:bodyPr wrap="square" anchor="ctr">
            <a:noAutofit/>
          </a:bodyPr>
          <a:lstStyle/>
          <a:p>
            <a:pPr algn="ctr"/>
            <a:r>
              <a:rPr lang="en-US" sz="1400"/>
              <a:t>Quickness to act</a:t>
            </a:r>
          </a:p>
        </p:txBody>
      </p:sp>
      <p:sp>
        <p:nvSpPr>
          <p:cNvPr id="14" name="ZoneTexte 13">
            <a:extLst>
              <a:ext uri="{FF2B5EF4-FFF2-40B4-BE49-F238E27FC236}">
                <a16:creationId xmlns:a16="http://schemas.microsoft.com/office/drawing/2014/main" id="{E07A7605-03F0-FA68-F378-3BAC4CC5500A}"/>
              </a:ext>
            </a:extLst>
          </p:cNvPr>
          <p:cNvSpPr txBox="1"/>
          <p:nvPr/>
        </p:nvSpPr>
        <p:spPr>
          <a:xfrm>
            <a:off x="838199" y="3581977"/>
            <a:ext cx="1703417" cy="839412"/>
          </a:xfrm>
          <a:prstGeom prst="rect">
            <a:avLst/>
          </a:prstGeom>
          <a:solidFill>
            <a:srgbClr val="54FFB3"/>
          </a:solidFill>
        </p:spPr>
        <p:txBody>
          <a:bodyPr wrap="square" anchor="ctr">
            <a:noAutofit/>
          </a:bodyPr>
          <a:lstStyle/>
          <a:p>
            <a:pPr algn="ctr"/>
            <a:r>
              <a:rPr lang="en-US" sz="1400"/>
              <a:t>No dependence on the heaviness of the consensus</a:t>
            </a:r>
          </a:p>
        </p:txBody>
      </p:sp>
      <p:sp>
        <p:nvSpPr>
          <p:cNvPr id="15" name="ZoneTexte 14">
            <a:extLst>
              <a:ext uri="{FF2B5EF4-FFF2-40B4-BE49-F238E27FC236}">
                <a16:creationId xmlns:a16="http://schemas.microsoft.com/office/drawing/2014/main" id="{DB592010-ED48-828E-96FF-3C1ED510BDDF}"/>
              </a:ext>
            </a:extLst>
          </p:cNvPr>
          <p:cNvSpPr txBox="1"/>
          <p:nvPr/>
        </p:nvSpPr>
        <p:spPr>
          <a:xfrm>
            <a:off x="838199" y="4508252"/>
            <a:ext cx="1703417" cy="839412"/>
          </a:xfrm>
          <a:prstGeom prst="rect">
            <a:avLst/>
          </a:prstGeom>
          <a:solidFill>
            <a:srgbClr val="54FFB3"/>
          </a:solidFill>
        </p:spPr>
        <p:txBody>
          <a:bodyPr wrap="square" anchor="ctr">
            <a:noAutofit/>
          </a:bodyPr>
          <a:lstStyle/>
          <a:p>
            <a:pPr algn="ctr"/>
            <a:r>
              <a:rPr lang="en-US" sz="1400"/>
              <a:t>Greater freedom to test and feeling of freedom</a:t>
            </a:r>
          </a:p>
        </p:txBody>
      </p:sp>
      <p:sp>
        <p:nvSpPr>
          <p:cNvPr id="16" name="ZoneTexte 15">
            <a:extLst>
              <a:ext uri="{FF2B5EF4-FFF2-40B4-BE49-F238E27FC236}">
                <a16:creationId xmlns:a16="http://schemas.microsoft.com/office/drawing/2014/main" id="{0EABDA3B-02D9-A6A6-F5C7-BC0531F2AE27}"/>
              </a:ext>
            </a:extLst>
          </p:cNvPr>
          <p:cNvSpPr txBox="1"/>
          <p:nvPr/>
        </p:nvSpPr>
        <p:spPr>
          <a:xfrm>
            <a:off x="2631373" y="3581977"/>
            <a:ext cx="1703417" cy="839412"/>
          </a:xfrm>
          <a:prstGeom prst="rect">
            <a:avLst/>
          </a:prstGeom>
          <a:solidFill>
            <a:srgbClr val="FF6699"/>
          </a:solidFill>
        </p:spPr>
        <p:txBody>
          <a:bodyPr wrap="square" anchor="ctr">
            <a:noAutofit/>
          </a:bodyPr>
          <a:lstStyle/>
          <a:p>
            <a:pPr algn="ctr"/>
            <a:r>
              <a:rPr lang="en-US" sz="1400"/>
              <a:t>Risk that non agents feel that they have been left out</a:t>
            </a:r>
          </a:p>
        </p:txBody>
      </p:sp>
      <p:sp>
        <p:nvSpPr>
          <p:cNvPr id="17" name="ZoneTexte 16">
            <a:extLst>
              <a:ext uri="{FF2B5EF4-FFF2-40B4-BE49-F238E27FC236}">
                <a16:creationId xmlns:a16="http://schemas.microsoft.com/office/drawing/2014/main" id="{25208408-9D02-4FE4-A2AB-1F0F161A6B73}"/>
              </a:ext>
            </a:extLst>
          </p:cNvPr>
          <p:cNvSpPr txBox="1"/>
          <p:nvPr/>
        </p:nvSpPr>
        <p:spPr>
          <a:xfrm>
            <a:off x="2631373" y="2655702"/>
            <a:ext cx="1703417" cy="839412"/>
          </a:xfrm>
          <a:prstGeom prst="rect">
            <a:avLst/>
          </a:prstGeom>
          <a:solidFill>
            <a:srgbClr val="FF6699"/>
          </a:solidFill>
        </p:spPr>
        <p:txBody>
          <a:bodyPr wrap="square" anchor="ctr">
            <a:noAutofit/>
          </a:bodyPr>
          <a:lstStyle/>
          <a:p>
            <a:pPr algn="ctr"/>
            <a:r>
              <a:rPr lang="en-US" sz="1400"/>
              <a:t>Risk of haste and errors</a:t>
            </a:r>
          </a:p>
        </p:txBody>
      </p:sp>
      <p:sp>
        <p:nvSpPr>
          <p:cNvPr id="18" name="ZoneTexte 17">
            <a:extLst>
              <a:ext uri="{FF2B5EF4-FFF2-40B4-BE49-F238E27FC236}">
                <a16:creationId xmlns:a16="http://schemas.microsoft.com/office/drawing/2014/main" id="{A38D82F5-C3B2-DD72-0C7A-1714055AFC97}"/>
              </a:ext>
            </a:extLst>
          </p:cNvPr>
          <p:cNvSpPr txBox="1"/>
          <p:nvPr/>
        </p:nvSpPr>
        <p:spPr>
          <a:xfrm>
            <a:off x="7857210" y="2655702"/>
            <a:ext cx="1703417" cy="839412"/>
          </a:xfrm>
          <a:prstGeom prst="rect">
            <a:avLst/>
          </a:prstGeom>
          <a:solidFill>
            <a:srgbClr val="54FFB3"/>
          </a:solidFill>
        </p:spPr>
        <p:txBody>
          <a:bodyPr wrap="square" anchor="ctr">
            <a:noAutofit/>
          </a:bodyPr>
          <a:lstStyle/>
          <a:p>
            <a:pPr algn="ctr"/>
            <a:r>
              <a:rPr lang="en-US" sz="1400"/>
              <a:t>Time is taken for the agreement</a:t>
            </a:r>
          </a:p>
        </p:txBody>
      </p:sp>
      <p:sp>
        <p:nvSpPr>
          <p:cNvPr id="19" name="ZoneTexte 18">
            <a:extLst>
              <a:ext uri="{FF2B5EF4-FFF2-40B4-BE49-F238E27FC236}">
                <a16:creationId xmlns:a16="http://schemas.microsoft.com/office/drawing/2014/main" id="{A86C9820-6089-62CD-3EF5-32543D93E6E7}"/>
              </a:ext>
            </a:extLst>
          </p:cNvPr>
          <p:cNvSpPr txBox="1"/>
          <p:nvPr/>
        </p:nvSpPr>
        <p:spPr>
          <a:xfrm>
            <a:off x="7857210" y="3581977"/>
            <a:ext cx="1703417" cy="839412"/>
          </a:xfrm>
          <a:prstGeom prst="rect">
            <a:avLst/>
          </a:prstGeom>
          <a:solidFill>
            <a:srgbClr val="54FFB3"/>
          </a:solidFill>
        </p:spPr>
        <p:txBody>
          <a:bodyPr wrap="square" anchor="ctr">
            <a:noAutofit/>
          </a:bodyPr>
          <a:lstStyle/>
          <a:p>
            <a:pPr algn="ctr"/>
            <a:r>
              <a:rPr lang="en-US" sz="1400"/>
              <a:t>Everyone feels involved</a:t>
            </a:r>
          </a:p>
        </p:txBody>
      </p:sp>
      <p:sp>
        <p:nvSpPr>
          <p:cNvPr id="20" name="ZoneTexte 19">
            <a:extLst>
              <a:ext uri="{FF2B5EF4-FFF2-40B4-BE49-F238E27FC236}">
                <a16:creationId xmlns:a16="http://schemas.microsoft.com/office/drawing/2014/main" id="{55CEF45F-476C-E3C0-8879-5409F0C39CA2}"/>
              </a:ext>
            </a:extLst>
          </p:cNvPr>
          <p:cNvSpPr txBox="1"/>
          <p:nvPr/>
        </p:nvSpPr>
        <p:spPr>
          <a:xfrm>
            <a:off x="7857210" y="4508252"/>
            <a:ext cx="1703417" cy="839412"/>
          </a:xfrm>
          <a:prstGeom prst="rect">
            <a:avLst/>
          </a:prstGeom>
          <a:solidFill>
            <a:srgbClr val="54FFB3"/>
          </a:solidFill>
        </p:spPr>
        <p:txBody>
          <a:bodyPr wrap="square" anchor="ctr">
            <a:noAutofit/>
          </a:bodyPr>
          <a:lstStyle/>
          <a:p>
            <a:pPr algn="ctr"/>
            <a:r>
              <a:rPr lang="en-US" sz="1400"/>
              <a:t>Less risk of disagreement</a:t>
            </a:r>
          </a:p>
        </p:txBody>
      </p:sp>
      <p:sp>
        <p:nvSpPr>
          <p:cNvPr id="21" name="ZoneTexte 20">
            <a:extLst>
              <a:ext uri="{FF2B5EF4-FFF2-40B4-BE49-F238E27FC236}">
                <a16:creationId xmlns:a16="http://schemas.microsoft.com/office/drawing/2014/main" id="{229BA47B-F26F-ABD9-918C-CFD96C385F96}"/>
              </a:ext>
            </a:extLst>
          </p:cNvPr>
          <p:cNvSpPr txBox="1"/>
          <p:nvPr/>
        </p:nvSpPr>
        <p:spPr>
          <a:xfrm>
            <a:off x="9650384" y="3581977"/>
            <a:ext cx="1703417" cy="839412"/>
          </a:xfrm>
          <a:prstGeom prst="rect">
            <a:avLst/>
          </a:prstGeom>
          <a:solidFill>
            <a:srgbClr val="FF6699"/>
          </a:solidFill>
        </p:spPr>
        <p:txBody>
          <a:bodyPr wrap="square" anchor="ctr">
            <a:noAutofit/>
          </a:bodyPr>
          <a:lstStyle/>
          <a:p>
            <a:pPr algn="ctr"/>
            <a:r>
              <a:rPr lang="en-US" sz="1200"/>
              <a:t>Involving some people can be cumbersome, impossible or blocking</a:t>
            </a:r>
          </a:p>
        </p:txBody>
      </p:sp>
      <p:sp>
        <p:nvSpPr>
          <p:cNvPr id="22" name="ZoneTexte 21">
            <a:extLst>
              <a:ext uri="{FF2B5EF4-FFF2-40B4-BE49-F238E27FC236}">
                <a16:creationId xmlns:a16="http://schemas.microsoft.com/office/drawing/2014/main" id="{C4833EC7-5228-2157-C573-CD219C396360}"/>
              </a:ext>
            </a:extLst>
          </p:cNvPr>
          <p:cNvSpPr txBox="1"/>
          <p:nvPr/>
        </p:nvSpPr>
        <p:spPr>
          <a:xfrm>
            <a:off x="9650384" y="2655702"/>
            <a:ext cx="1703417" cy="839412"/>
          </a:xfrm>
          <a:prstGeom prst="rect">
            <a:avLst/>
          </a:prstGeom>
          <a:solidFill>
            <a:srgbClr val="FF6699"/>
          </a:solidFill>
        </p:spPr>
        <p:txBody>
          <a:bodyPr wrap="square" anchor="ctr">
            <a:noAutofit/>
          </a:bodyPr>
          <a:lstStyle/>
          <a:p>
            <a:pPr algn="ctr"/>
            <a:r>
              <a:rPr lang="en-US" sz="1400"/>
              <a:t>Slowness to act</a:t>
            </a:r>
          </a:p>
        </p:txBody>
      </p:sp>
      <p:sp>
        <p:nvSpPr>
          <p:cNvPr id="26" name="ZoneTexte 25">
            <a:extLst>
              <a:ext uri="{FF2B5EF4-FFF2-40B4-BE49-F238E27FC236}">
                <a16:creationId xmlns:a16="http://schemas.microsoft.com/office/drawing/2014/main" id="{F298A068-E8C4-28A0-43C7-EEBFE73D5AD0}"/>
              </a:ext>
            </a:extLst>
          </p:cNvPr>
          <p:cNvSpPr txBox="1"/>
          <p:nvPr/>
        </p:nvSpPr>
        <p:spPr>
          <a:xfrm>
            <a:off x="2631371" y="4521297"/>
            <a:ext cx="1703417" cy="839412"/>
          </a:xfrm>
          <a:prstGeom prst="rect">
            <a:avLst/>
          </a:prstGeom>
          <a:solidFill>
            <a:srgbClr val="FF6699"/>
          </a:solidFill>
        </p:spPr>
        <p:txBody>
          <a:bodyPr wrap="square" anchor="ctr">
            <a:noAutofit/>
          </a:bodyPr>
          <a:lstStyle/>
          <a:p>
            <a:pPr algn="ctr"/>
            <a:r>
              <a:rPr lang="en-US" sz="1200"/>
              <a:t>Risk of disagreement after actions happen, can be damaging to relationships</a:t>
            </a:r>
          </a:p>
        </p:txBody>
      </p:sp>
      <p:cxnSp>
        <p:nvCxnSpPr>
          <p:cNvPr id="30" name="Connecteur droit 29">
            <a:extLst>
              <a:ext uri="{FF2B5EF4-FFF2-40B4-BE49-F238E27FC236}">
                <a16:creationId xmlns:a16="http://schemas.microsoft.com/office/drawing/2014/main" id="{7691227C-ABC6-6A04-ACAB-25D4951938CA}"/>
              </a:ext>
            </a:extLst>
          </p:cNvPr>
          <p:cNvCxnSpPr>
            <a:cxnSpLocks/>
          </p:cNvCxnSpPr>
          <p:nvPr/>
        </p:nvCxnSpPr>
        <p:spPr>
          <a:xfrm>
            <a:off x="5965371" y="2408535"/>
            <a:ext cx="0" cy="428914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ZoneTexte 30">
            <a:extLst>
              <a:ext uri="{FF2B5EF4-FFF2-40B4-BE49-F238E27FC236}">
                <a16:creationId xmlns:a16="http://schemas.microsoft.com/office/drawing/2014/main" id="{91F21015-9AB8-A231-DCE5-AAA97BCF2361}"/>
              </a:ext>
            </a:extLst>
          </p:cNvPr>
          <p:cNvSpPr txBox="1"/>
          <p:nvPr/>
        </p:nvSpPr>
        <p:spPr>
          <a:xfrm>
            <a:off x="9650384" y="4508252"/>
            <a:ext cx="1703417" cy="839412"/>
          </a:xfrm>
          <a:prstGeom prst="rect">
            <a:avLst/>
          </a:prstGeom>
          <a:solidFill>
            <a:srgbClr val="FF6699"/>
          </a:solidFill>
        </p:spPr>
        <p:txBody>
          <a:bodyPr wrap="square" anchor="ctr">
            <a:noAutofit/>
          </a:bodyPr>
          <a:lstStyle/>
          <a:p>
            <a:pPr algn="ctr"/>
            <a:r>
              <a:rPr lang="en-US" sz="1400"/>
              <a:t>Systematic involvement can remove the feeling of freedom</a:t>
            </a:r>
          </a:p>
        </p:txBody>
      </p:sp>
      <p:sp>
        <p:nvSpPr>
          <p:cNvPr id="3" name="ZoneTexte 2">
            <a:extLst>
              <a:ext uri="{FF2B5EF4-FFF2-40B4-BE49-F238E27FC236}">
                <a16:creationId xmlns:a16="http://schemas.microsoft.com/office/drawing/2014/main" id="{6928E2E5-FCF7-ECC4-2A0C-3423ABCB4EE0}"/>
              </a:ext>
            </a:extLst>
          </p:cNvPr>
          <p:cNvSpPr txBox="1"/>
          <p:nvPr/>
        </p:nvSpPr>
        <p:spPr>
          <a:xfrm>
            <a:off x="838198" y="5434527"/>
            <a:ext cx="1703417" cy="839412"/>
          </a:xfrm>
          <a:prstGeom prst="rect">
            <a:avLst/>
          </a:prstGeom>
          <a:solidFill>
            <a:srgbClr val="54FFB3"/>
          </a:solidFill>
        </p:spPr>
        <p:txBody>
          <a:bodyPr wrap="square" anchor="ctr">
            <a:noAutofit/>
          </a:bodyPr>
          <a:lstStyle/>
          <a:p>
            <a:pPr algn="ctr"/>
            <a:r>
              <a:rPr lang="en-US" sz="1400"/>
              <a:t>Openness to serendipity</a:t>
            </a:r>
          </a:p>
        </p:txBody>
      </p:sp>
      <p:sp>
        <p:nvSpPr>
          <p:cNvPr id="4" name="ZoneTexte 3">
            <a:extLst>
              <a:ext uri="{FF2B5EF4-FFF2-40B4-BE49-F238E27FC236}">
                <a16:creationId xmlns:a16="http://schemas.microsoft.com/office/drawing/2014/main" id="{1983D60B-2F3F-56EE-1CDD-D15D6C150F0D}"/>
              </a:ext>
            </a:extLst>
          </p:cNvPr>
          <p:cNvSpPr txBox="1"/>
          <p:nvPr/>
        </p:nvSpPr>
        <p:spPr>
          <a:xfrm>
            <a:off x="7857210" y="5434527"/>
            <a:ext cx="1703417" cy="839412"/>
          </a:xfrm>
          <a:prstGeom prst="rect">
            <a:avLst/>
          </a:prstGeom>
          <a:solidFill>
            <a:srgbClr val="54FFB3"/>
          </a:solidFill>
        </p:spPr>
        <p:txBody>
          <a:bodyPr wrap="square" anchor="ctr">
            <a:noAutofit/>
          </a:bodyPr>
          <a:lstStyle>
            <a:defPPr>
              <a:defRPr lang="fr-FR"/>
            </a:defPPr>
            <a:lvl1pPr algn="ctr">
              <a:defRPr sz="1400"/>
            </a:lvl1pPr>
          </a:lstStyle>
          <a:p>
            <a:r>
              <a:rPr lang="en-US"/>
              <a:t>Global vision</a:t>
            </a:r>
          </a:p>
        </p:txBody>
      </p:sp>
      <p:sp>
        <p:nvSpPr>
          <p:cNvPr id="5" name="ZoneTexte 4">
            <a:extLst>
              <a:ext uri="{FF2B5EF4-FFF2-40B4-BE49-F238E27FC236}">
                <a16:creationId xmlns:a16="http://schemas.microsoft.com/office/drawing/2014/main" id="{C7732859-6447-2936-4A65-18968B782752}"/>
              </a:ext>
            </a:extLst>
          </p:cNvPr>
          <p:cNvSpPr txBox="1"/>
          <p:nvPr/>
        </p:nvSpPr>
        <p:spPr>
          <a:xfrm>
            <a:off x="9650382" y="5434527"/>
            <a:ext cx="1703417" cy="839412"/>
          </a:xfrm>
          <a:prstGeom prst="rect">
            <a:avLst/>
          </a:prstGeom>
          <a:solidFill>
            <a:srgbClr val="FF6699"/>
          </a:solidFill>
        </p:spPr>
        <p:txBody>
          <a:bodyPr wrap="square" anchor="ctr">
            <a:noAutofit/>
          </a:bodyPr>
          <a:lstStyle>
            <a:defPPr>
              <a:defRPr lang="fr-FR"/>
            </a:defPPr>
            <a:lvl1pPr algn="ctr">
              <a:defRPr sz="1400"/>
            </a:lvl1pPr>
          </a:lstStyle>
          <a:p>
            <a:r>
              <a:rPr lang="en-US" dirty="0"/>
              <a:t>Less serendipity</a:t>
            </a:r>
          </a:p>
        </p:txBody>
      </p:sp>
      <p:sp>
        <p:nvSpPr>
          <p:cNvPr id="6" name="ZoneTexte 5">
            <a:extLst>
              <a:ext uri="{FF2B5EF4-FFF2-40B4-BE49-F238E27FC236}">
                <a16:creationId xmlns:a16="http://schemas.microsoft.com/office/drawing/2014/main" id="{8EFFCDE2-5B95-A855-B60A-1475B0350190}"/>
              </a:ext>
            </a:extLst>
          </p:cNvPr>
          <p:cNvSpPr txBox="1"/>
          <p:nvPr/>
        </p:nvSpPr>
        <p:spPr>
          <a:xfrm>
            <a:off x="2631370" y="5434527"/>
            <a:ext cx="1703417" cy="839412"/>
          </a:xfrm>
          <a:prstGeom prst="rect">
            <a:avLst/>
          </a:prstGeom>
          <a:solidFill>
            <a:srgbClr val="FF6699"/>
          </a:solidFill>
        </p:spPr>
        <p:txBody>
          <a:bodyPr wrap="square" anchor="ctr">
            <a:noAutofit/>
          </a:bodyPr>
          <a:lstStyle>
            <a:defPPr>
              <a:defRPr lang="fr-FR"/>
            </a:defPPr>
            <a:lvl1pPr algn="ctr">
              <a:defRPr sz="1400"/>
            </a:lvl1pPr>
          </a:lstStyle>
          <a:p>
            <a:r>
              <a:rPr lang="en-US"/>
              <a:t>Lack of global vision</a:t>
            </a:r>
          </a:p>
        </p:txBody>
      </p:sp>
      <p:sp>
        <p:nvSpPr>
          <p:cNvPr id="7" name="Flèche : double flèche horizontale 6">
            <a:extLst>
              <a:ext uri="{FF2B5EF4-FFF2-40B4-BE49-F238E27FC236}">
                <a16:creationId xmlns:a16="http://schemas.microsoft.com/office/drawing/2014/main" id="{BBCD1C3A-0971-4489-18C4-A2810C2A9436}"/>
              </a:ext>
            </a:extLst>
          </p:cNvPr>
          <p:cNvSpPr/>
          <p:nvPr/>
        </p:nvSpPr>
        <p:spPr>
          <a:xfrm>
            <a:off x="838200" y="1690688"/>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t>ACT QUICKLY ON YOUR OWN                                                                                                   AGREE BEFOREHAND</a:t>
            </a:r>
          </a:p>
        </p:txBody>
      </p:sp>
    </p:spTree>
    <p:extLst>
      <p:ext uri="{BB962C8B-B14F-4D97-AF65-F5344CB8AC3E}">
        <p14:creationId xmlns:p14="http://schemas.microsoft.com/office/powerpoint/2010/main" val="2893220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en-US" sz="3200"/>
              <a:t>Act quickly on your own or come to an agreement beforehand</a:t>
            </a:r>
            <a:br>
              <a:rPr lang="en-US" sz="3200"/>
            </a:br>
            <a:r>
              <a:rPr lang="en-US" sz="3200" b="1">
                <a:solidFill>
                  <a:srgbClr val="ED7D31"/>
                </a:solidFill>
              </a:rPr>
              <a:t>Favourable conditions </a:t>
            </a:r>
            <a:r>
              <a:rPr lang="en-US" sz="3200"/>
              <a:t>that invite one modality or another</a:t>
            </a:r>
          </a:p>
        </p:txBody>
      </p:sp>
      <p:sp>
        <p:nvSpPr>
          <p:cNvPr id="5" name="ZoneTexte 4">
            <a:extLst>
              <a:ext uri="{FF2B5EF4-FFF2-40B4-BE49-F238E27FC236}">
                <a16:creationId xmlns:a16="http://schemas.microsoft.com/office/drawing/2014/main" id="{7EE56620-5B83-F13F-6F98-20A2528F173D}"/>
              </a:ext>
            </a:extLst>
          </p:cNvPr>
          <p:cNvSpPr txBox="1"/>
          <p:nvPr/>
        </p:nvSpPr>
        <p:spPr>
          <a:xfrm>
            <a:off x="838201" y="2672659"/>
            <a:ext cx="1937945" cy="738478"/>
          </a:xfrm>
          <a:prstGeom prst="rect">
            <a:avLst/>
          </a:prstGeom>
          <a:solidFill>
            <a:srgbClr val="ED7D31"/>
          </a:solidFill>
        </p:spPr>
        <p:txBody>
          <a:bodyPr wrap="square" anchor="ctr">
            <a:noAutofit/>
          </a:bodyPr>
          <a:lstStyle/>
          <a:p>
            <a:pPr algn="ctr"/>
            <a:r>
              <a:rPr lang="en-US" sz="1200" b="1"/>
              <a:t>High trust </a:t>
            </a:r>
            <a:r>
              <a:rPr lang="en-US" sz="1200"/>
              <a:t>in decision makers (agent)</a:t>
            </a:r>
          </a:p>
        </p:txBody>
      </p:sp>
      <p:sp>
        <p:nvSpPr>
          <p:cNvPr id="6" name="ZoneTexte 5">
            <a:extLst>
              <a:ext uri="{FF2B5EF4-FFF2-40B4-BE49-F238E27FC236}">
                <a16:creationId xmlns:a16="http://schemas.microsoft.com/office/drawing/2014/main" id="{BA3EAFF4-54DF-2AE8-E8A4-1FBCB3016CB8}"/>
              </a:ext>
            </a:extLst>
          </p:cNvPr>
          <p:cNvSpPr txBox="1"/>
          <p:nvPr/>
        </p:nvSpPr>
        <p:spPr>
          <a:xfrm>
            <a:off x="838201" y="3471419"/>
            <a:ext cx="1937945" cy="738478"/>
          </a:xfrm>
          <a:prstGeom prst="rect">
            <a:avLst/>
          </a:prstGeom>
          <a:solidFill>
            <a:srgbClr val="ED7D31"/>
          </a:solidFill>
        </p:spPr>
        <p:txBody>
          <a:bodyPr wrap="square" anchor="ctr">
            <a:noAutofit/>
          </a:bodyPr>
          <a:lstStyle/>
          <a:p>
            <a:pPr algn="ctr"/>
            <a:r>
              <a:rPr lang="en-US" sz="1200"/>
              <a:t>Taste for rapid action, for </a:t>
            </a:r>
            <a:r>
              <a:rPr lang="en-US" sz="1200" i="1"/>
              <a:t>"</a:t>
            </a:r>
            <a:r>
              <a:rPr lang="en-US" sz="1200" b="1" i="1"/>
              <a:t>test and learn”</a:t>
            </a:r>
          </a:p>
        </p:txBody>
      </p:sp>
      <p:sp>
        <p:nvSpPr>
          <p:cNvPr id="7" name="ZoneTexte 6">
            <a:extLst>
              <a:ext uri="{FF2B5EF4-FFF2-40B4-BE49-F238E27FC236}">
                <a16:creationId xmlns:a16="http://schemas.microsoft.com/office/drawing/2014/main" id="{016A1683-613E-CAE5-D522-0CCDD9CC9E97}"/>
              </a:ext>
            </a:extLst>
          </p:cNvPr>
          <p:cNvSpPr txBox="1"/>
          <p:nvPr/>
        </p:nvSpPr>
        <p:spPr>
          <a:xfrm>
            <a:off x="838203" y="4270180"/>
            <a:ext cx="1937945" cy="738478"/>
          </a:xfrm>
          <a:prstGeom prst="rect">
            <a:avLst/>
          </a:prstGeom>
          <a:solidFill>
            <a:srgbClr val="ED7D31"/>
          </a:solidFill>
        </p:spPr>
        <p:txBody>
          <a:bodyPr wrap="square" anchor="ctr">
            <a:noAutofit/>
          </a:bodyPr>
          <a:lstStyle/>
          <a:p>
            <a:pPr algn="ctr"/>
            <a:r>
              <a:rPr lang="en-US" sz="1200"/>
              <a:t>Decision-makers / </a:t>
            </a:r>
            <a:r>
              <a:rPr lang="en-US" sz="1200" b="1"/>
              <a:t>Agents very isolated </a:t>
            </a:r>
            <a:r>
              <a:rPr lang="en-US" sz="1200"/>
              <a:t>from each other</a:t>
            </a:r>
          </a:p>
        </p:txBody>
      </p:sp>
      <p:sp>
        <p:nvSpPr>
          <p:cNvPr id="8" name="ZoneTexte 7">
            <a:extLst>
              <a:ext uri="{FF2B5EF4-FFF2-40B4-BE49-F238E27FC236}">
                <a16:creationId xmlns:a16="http://schemas.microsoft.com/office/drawing/2014/main" id="{2194D2F2-48B7-85DB-CCE0-73E68AB7890F}"/>
              </a:ext>
            </a:extLst>
          </p:cNvPr>
          <p:cNvSpPr txBox="1"/>
          <p:nvPr/>
        </p:nvSpPr>
        <p:spPr>
          <a:xfrm>
            <a:off x="2878261" y="3471419"/>
            <a:ext cx="1937945" cy="738478"/>
          </a:xfrm>
          <a:prstGeom prst="rect">
            <a:avLst/>
          </a:prstGeom>
          <a:solidFill>
            <a:srgbClr val="ED7D31"/>
          </a:solidFill>
        </p:spPr>
        <p:txBody>
          <a:bodyPr wrap="square" anchor="ctr">
            <a:noAutofit/>
          </a:bodyPr>
          <a:lstStyle/>
          <a:p>
            <a:pPr algn="ctr"/>
            <a:r>
              <a:rPr lang="en-US" sz="1200" b="1"/>
              <a:t>Inaction is uncomfortable </a:t>
            </a:r>
            <a:r>
              <a:rPr lang="en-US" sz="1200"/>
              <a:t>for the decision-maker but harmless for others</a:t>
            </a:r>
          </a:p>
        </p:txBody>
      </p:sp>
      <p:sp>
        <p:nvSpPr>
          <p:cNvPr id="9" name="ZoneTexte 8">
            <a:extLst>
              <a:ext uri="{FF2B5EF4-FFF2-40B4-BE49-F238E27FC236}">
                <a16:creationId xmlns:a16="http://schemas.microsoft.com/office/drawing/2014/main" id="{A5DC84E0-86DC-8800-55BB-1DDDC6686F7E}"/>
              </a:ext>
            </a:extLst>
          </p:cNvPr>
          <p:cNvSpPr txBox="1"/>
          <p:nvPr/>
        </p:nvSpPr>
        <p:spPr>
          <a:xfrm>
            <a:off x="2878257" y="4270180"/>
            <a:ext cx="1937945" cy="738478"/>
          </a:xfrm>
          <a:prstGeom prst="rect">
            <a:avLst/>
          </a:prstGeom>
          <a:solidFill>
            <a:srgbClr val="ED7D31"/>
          </a:solidFill>
        </p:spPr>
        <p:txBody>
          <a:bodyPr wrap="square" anchor="ctr">
            <a:noAutofit/>
          </a:bodyPr>
          <a:lstStyle/>
          <a:p>
            <a:pPr algn="ctr"/>
            <a:r>
              <a:rPr lang="en-US" sz="1200" b="1"/>
              <a:t>Limited time and resources </a:t>
            </a:r>
            <a:r>
              <a:rPr lang="en-US" sz="1200"/>
              <a:t>for the consensus process</a:t>
            </a:r>
          </a:p>
        </p:txBody>
      </p:sp>
      <p:sp>
        <p:nvSpPr>
          <p:cNvPr id="10" name="ZoneTexte 9">
            <a:extLst>
              <a:ext uri="{FF2B5EF4-FFF2-40B4-BE49-F238E27FC236}">
                <a16:creationId xmlns:a16="http://schemas.microsoft.com/office/drawing/2014/main" id="{42025413-7728-EB5F-258F-48C914A5D39B}"/>
              </a:ext>
            </a:extLst>
          </p:cNvPr>
          <p:cNvSpPr txBox="1"/>
          <p:nvPr/>
        </p:nvSpPr>
        <p:spPr>
          <a:xfrm>
            <a:off x="7375796" y="2672808"/>
            <a:ext cx="1937945" cy="738478"/>
          </a:xfrm>
          <a:prstGeom prst="rect">
            <a:avLst/>
          </a:prstGeom>
          <a:solidFill>
            <a:srgbClr val="ED7D31"/>
          </a:solidFill>
        </p:spPr>
        <p:txBody>
          <a:bodyPr wrap="square" anchor="ctr">
            <a:noAutofit/>
          </a:bodyPr>
          <a:lstStyle/>
          <a:p>
            <a:pPr algn="ctr"/>
            <a:r>
              <a:rPr lang="en-US" sz="1200"/>
              <a:t>High trust in the usefulness of consensus</a:t>
            </a:r>
          </a:p>
        </p:txBody>
      </p:sp>
      <p:sp>
        <p:nvSpPr>
          <p:cNvPr id="11" name="ZoneTexte 10">
            <a:extLst>
              <a:ext uri="{FF2B5EF4-FFF2-40B4-BE49-F238E27FC236}">
                <a16:creationId xmlns:a16="http://schemas.microsoft.com/office/drawing/2014/main" id="{ECDDF813-0307-74CF-4E92-08177371F23F}"/>
              </a:ext>
            </a:extLst>
          </p:cNvPr>
          <p:cNvSpPr txBox="1"/>
          <p:nvPr/>
        </p:nvSpPr>
        <p:spPr>
          <a:xfrm>
            <a:off x="7375796" y="3471569"/>
            <a:ext cx="1937945" cy="738478"/>
          </a:xfrm>
          <a:prstGeom prst="rect">
            <a:avLst/>
          </a:prstGeom>
          <a:solidFill>
            <a:srgbClr val="ED7D31"/>
          </a:solidFill>
        </p:spPr>
        <p:txBody>
          <a:bodyPr wrap="square" anchor="ctr">
            <a:noAutofit/>
          </a:bodyPr>
          <a:lstStyle/>
          <a:p>
            <a:pPr algn="ctr"/>
            <a:r>
              <a:rPr lang="en-US" sz="1200"/>
              <a:t>Taste for collective thinking, </a:t>
            </a:r>
            <a:r>
              <a:rPr lang="en-US" sz="1200" i="1"/>
              <a:t>"</a:t>
            </a:r>
            <a:r>
              <a:rPr lang="en-US" sz="1200" b="1" i="1"/>
              <a:t>learn together then test”</a:t>
            </a:r>
          </a:p>
        </p:txBody>
      </p:sp>
      <p:sp>
        <p:nvSpPr>
          <p:cNvPr id="12" name="ZoneTexte 11">
            <a:extLst>
              <a:ext uri="{FF2B5EF4-FFF2-40B4-BE49-F238E27FC236}">
                <a16:creationId xmlns:a16="http://schemas.microsoft.com/office/drawing/2014/main" id="{7FF6F735-1159-1FB6-00D9-8D5A68202190}"/>
              </a:ext>
            </a:extLst>
          </p:cNvPr>
          <p:cNvSpPr txBox="1"/>
          <p:nvPr/>
        </p:nvSpPr>
        <p:spPr>
          <a:xfrm>
            <a:off x="7375798" y="4270329"/>
            <a:ext cx="1937945" cy="738478"/>
          </a:xfrm>
          <a:prstGeom prst="rect">
            <a:avLst/>
          </a:prstGeom>
          <a:solidFill>
            <a:srgbClr val="ED7D31"/>
          </a:solidFill>
        </p:spPr>
        <p:txBody>
          <a:bodyPr wrap="square" anchor="ctr">
            <a:noAutofit/>
          </a:bodyPr>
          <a:lstStyle/>
          <a:p>
            <a:pPr algn="ctr"/>
            <a:r>
              <a:rPr lang="en-US" sz="1200"/>
              <a:t>Decision-makers are very close to each other</a:t>
            </a:r>
          </a:p>
        </p:txBody>
      </p:sp>
      <p:sp>
        <p:nvSpPr>
          <p:cNvPr id="13" name="ZoneTexte 12">
            <a:extLst>
              <a:ext uri="{FF2B5EF4-FFF2-40B4-BE49-F238E27FC236}">
                <a16:creationId xmlns:a16="http://schemas.microsoft.com/office/drawing/2014/main" id="{E6FE15F5-8F75-CC44-BA3D-6EED39B6721B}"/>
              </a:ext>
            </a:extLst>
          </p:cNvPr>
          <p:cNvSpPr txBox="1"/>
          <p:nvPr/>
        </p:nvSpPr>
        <p:spPr>
          <a:xfrm>
            <a:off x="9415856" y="3471569"/>
            <a:ext cx="1937945" cy="738478"/>
          </a:xfrm>
          <a:prstGeom prst="rect">
            <a:avLst/>
          </a:prstGeom>
          <a:solidFill>
            <a:srgbClr val="ED7D31"/>
          </a:solidFill>
        </p:spPr>
        <p:txBody>
          <a:bodyPr wrap="square" anchor="ctr">
            <a:noAutofit/>
          </a:bodyPr>
          <a:lstStyle/>
          <a:p>
            <a:pPr algn="ctr"/>
            <a:r>
              <a:rPr lang="en-US" sz="1200"/>
              <a:t>Inaction is uncomfortable enough for all decision makers (agent and non-agents)</a:t>
            </a:r>
          </a:p>
        </p:txBody>
      </p:sp>
      <p:sp>
        <p:nvSpPr>
          <p:cNvPr id="14" name="ZoneTexte 13">
            <a:extLst>
              <a:ext uri="{FF2B5EF4-FFF2-40B4-BE49-F238E27FC236}">
                <a16:creationId xmlns:a16="http://schemas.microsoft.com/office/drawing/2014/main" id="{7077850E-C722-2412-1641-38DC5872D750}"/>
              </a:ext>
            </a:extLst>
          </p:cNvPr>
          <p:cNvSpPr txBox="1"/>
          <p:nvPr/>
        </p:nvSpPr>
        <p:spPr>
          <a:xfrm>
            <a:off x="9415852" y="4277234"/>
            <a:ext cx="1937945" cy="738478"/>
          </a:xfrm>
          <a:prstGeom prst="rect">
            <a:avLst/>
          </a:prstGeom>
          <a:solidFill>
            <a:srgbClr val="ED7D31"/>
          </a:solidFill>
        </p:spPr>
        <p:txBody>
          <a:bodyPr wrap="square" anchor="ctr">
            <a:noAutofit/>
          </a:bodyPr>
          <a:lstStyle/>
          <a:p>
            <a:pPr algn="ctr"/>
            <a:r>
              <a:rPr lang="en-US" sz="1200" b="1"/>
              <a:t>Time and resources are available </a:t>
            </a:r>
            <a:r>
              <a:rPr lang="en-US" sz="1200"/>
              <a:t>for consensus</a:t>
            </a:r>
          </a:p>
        </p:txBody>
      </p:sp>
      <p:sp>
        <p:nvSpPr>
          <p:cNvPr id="15" name="ZoneTexte 14">
            <a:extLst>
              <a:ext uri="{FF2B5EF4-FFF2-40B4-BE49-F238E27FC236}">
                <a16:creationId xmlns:a16="http://schemas.microsoft.com/office/drawing/2014/main" id="{98944E0A-1D7B-A48B-310E-D70AB464A21B}"/>
              </a:ext>
            </a:extLst>
          </p:cNvPr>
          <p:cNvSpPr txBox="1"/>
          <p:nvPr/>
        </p:nvSpPr>
        <p:spPr>
          <a:xfrm>
            <a:off x="2878260" y="2670175"/>
            <a:ext cx="1937945" cy="738478"/>
          </a:xfrm>
          <a:prstGeom prst="rect">
            <a:avLst/>
          </a:prstGeom>
          <a:solidFill>
            <a:srgbClr val="ED7D31"/>
          </a:solidFill>
        </p:spPr>
        <p:txBody>
          <a:bodyPr wrap="square" anchor="ctr">
            <a:noAutofit/>
          </a:bodyPr>
          <a:lstStyle/>
          <a:p>
            <a:pPr algn="ctr"/>
            <a:r>
              <a:rPr lang="en-US" sz="1200"/>
              <a:t>Distrust in the benefits of group decision</a:t>
            </a:r>
          </a:p>
        </p:txBody>
      </p:sp>
      <p:sp>
        <p:nvSpPr>
          <p:cNvPr id="16" name="ZoneTexte 15">
            <a:extLst>
              <a:ext uri="{FF2B5EF4-FFF2-40B4-BE49-F238E27FC236}">
                <a16:creationId xmlns:a16="http://schemas.microsoft.com/office/drawing/2014/main" id="{1945C62C-450C-EB0C-27A8-89C56E466845}"/>
              </a:ext>
            </a:extLst>
          </p:cNvPr>
          <p:cNvSpPr txBox="1"/>
          <p:nvPr/>
        </p:nvSpPr>
        <p:spPr>
          <a:xfrm>
            <a:off x="9434715" y="2665904"/>
            <a:ext cx="1937945" cy="738478"/>
          </a:xfrm>
          <a:prstGeom prst="rect">
            <a:avLst/>
          </a:prstGeom>
          <a:solidFill>
            <a:srgbClr val="ED7D31"/>
          </a:solidFill>
        </p:spPr>
        <p:txBody>
          <a:bodyPr wrap="square" anchor="ctr">
            <a:noAutofit/>
          </a:bodyPr>
          <a:lstStyle/>
          <a:p>
            <a:pPr algn="ctr"/>
            <a:r>
              <a:rPr lang="en-US" sz="1200"/>
              <a:t>Distrust in individual decision making</a:t>
            </a:r>
          </a:p>
        </p:txBody>
      </p:sp>
      <p:sp>
        <p:nvSpPr>
          <p:cNvPr id="4" name="ZoneTexte 3">
            <a:extLst>
              <a:ext uri="{FF2B5EF4-FFF2-40B4-BE49-F238E27FC236}">
                <a16:creationId xmlns:a16="http://schemas.microsoft.com/office/drawing/2014/main" id="{0562102C-4F98-ACE1-A075-AE6F14ADAB4F}"/>
              </a:ext>
            </a:extLst>
          </p:cNvPr>
          <p:cNvSpPr txBox="1"/>
          <p:nvPr/>
        </p:nvSpPr>
        <p:spPr>
          <a:xfrm>
            <a:off x="838200" y="5073909"/>
            <a:ext cx="1937945" cy="738478"/>
          </a:xfrm>
          <a:prstGeom prst="rect">
            <a:avLst/>
          </a:prstGeom>
          <a:solidFill>
            <a:srgbClr val="ED7D31"/>
          </a:solidFill>
        </p:spPr>
        <p:txBody>
          <a:bodyPr wrap="square" anchor="ctr">
            <a:noAutofit/>
          </a:bodyPr>
          <a:lstStyle/>
          <a:p>
            <a:pPr algn="ctr"/>
            <a:r>
              <a:rPr lang="en-US" sz="1200"/>
              <a:t>In case of error, the cost of reworking is low</a:t>
            </a:r>
          </a:p>
        </p:txBody>
      </p:sp>
      <p:sp>
        <p:nvSpPr>
          <p:cNvPr id="17" name="ZoneTexte 16">
            <a:extLst>
              <a:ext uri="{FF2B5EF4-FFF2-40B4-BE49-F238E27FC236}">
                <a16:creationId xmlns:a16="http://schemas.microsoft.com/office/drawing/2014/main" id="{92F7D8F0-C492-828A-966A-5AF3E203BBA4}"/>
              </a:ext>
            </a:extLst>
          </p:cNvPr>
          <p:cNvSpPr txBox="1"/>
          <p:nvPr/>
        </p:nvSpPr>
        <p:spPr>
          <a:xfrm>
            <a:off x="7375795" y="5082900"/>
            <a:ext cx="1937945" cy="738478"/>
          </a:xfrm>
          <a:prstGeom prst="rect">
            <a:avLst/>
          </a:prstGeom>
          <a:solidFill>
            <a:srgbClr val="ED7D31"/>
          </a:solidFill>
        </p:spPr>
        <p:txBody>
          <a:bodyPr wrap="square" anchor="ctr">
            <a:noAutofit/>
          </a:bodyPr>
          <a:lstStyle/>
          <a:p>
            <a:pPr algn="ctr"/>
            <a:r>
              <a:rPr lang="en-US" sz="1200"/>
              <a:t>In case of error, the cost of reworking is high</a:t>
            </a:r>
          </a:p>
        </p:txBody>
      </p:sp>
      <p:sp>
        <p:nvSpPr>
          <p:cNvPr id="18" name="ZoneTexte 17">
            <a:extLst>
              <a:ext uri="{FF2B5EF4-FFF2-40B4-BE49-F238E27FC236}">
                <a16:creationId xmlns:a16="http://schemas.microsoft.com/office/drawing/2014/main" id="{0E3DDF02-8B50-804C-7E5C-EE793F835009}"/>
              </a:ext>
            </a:extLst>
          </p:cNvPr>
          <p:cNvSpPr txBox="1"/>
          <p:nvPr/>
        </p:nvSpPr>
        <p:spPr>
          <a:xfrm>
            <a:off x="2878261" y="5073908"/>
            <a:ext cx="1937945" cy="738478"/>
          </a:xfrm>
          <a:prstGeom prst="rect">
            <a:avLst/>
          </a:prstGeom>
          <a:solidFill>
            <a:srgbClr val="ED7D31"/>
          </a:solidFill>
        </p:spPr>
        <p:txBody>
          <a:bodyPr wrap="square" anchor="ctr">
            <a:noAutofit/>
          </a:bodyPr>
          <a:lstStyle/>
          <a:p>
            <a:pPr algn="ctr"/>
            <a:r>
              <a:rPr lang="en-US" sz="1200"/>
              <a:t>Decision-makers/agents have </a:t>
            </a:r>
            <a:r>
              <a:rPr lang="en-US" sz="1200" b="1"/>
              <a:t>sufficient information </a:t>
            </a:r>
            <a:r>
              <a:rPr lang="en-US" sz="1200"/>
              <a:t>and competence to decide and act on their own</a:t>
            </a:r>
          </a:p>
        </p:txBody>
      </p:sp>
      <p:sp>
        <p:nvSpPr>
          <p:cNvPr id="19" name="ZoneTexte 18">
            <a:extLst>
              <a:ext uri="{FF2B5EF4-FFF2-40B4-BE49-F238E27FC236}">
                <a16:creationId xmlns:a16="http://schemas.microsoft.com/office/drawing/2014/main" id="{10D6B778-AF30-92FF-6E67-659E627D1E1A}"/>
              </a:ext>
            </a:extLst>
          </p:cNvPr>
          <p:cNvSpPr txBox="1"/>
          <p:nvPr/>
        </p:nvSpPr>
        <p:spPr>
          <a:xfrm>
            <a:off x="9415856" y="5082900"/>
            <a:ext cx="1937945" cy="738478"/>
          </a:xfrm>
          <a:prstGeom prst="rect">
            <a:avLst/>
          </a:prstGeom>
          <a:solidFill>
            <a:srgbClr val="ED7D31"/>
          </a:solidFill>
        </p:spPr>
        <p:txBody>
          <a:bodyPr wrap="square" anchor="ctr">
            <a:noAutofit/>
          </a:bodyPr>
          <a:lstStyle/>
          <a:p>
            <a:pPr algn="ctr"/>
            <a:r>
              <a:rPr lang="en-US" sz="1200"/>
              <a:t>Decision-makers / agents do not have enough information and competence to act alone</a:t>
            </a:r>
          </a:p>
        </p:txBody>
      </p:sp>
      <p:sp>
        <p:nvSpPr>
          <p:cNvPr id="22" name="ZoneTexte 21">
            <a:extLst>
              <a:ext uri="{FF2B5EF4-FFF2-40B4-BE49-F238E27FC236}">
                <a16:creationId xmlns:a16="http://schemas.microsoft.com/office/drawing/2014/main" id="{CF1A8C74-2A6F-ADC6-0528-FB071A22B20F}"/>
              </a:ext>
            </a:extLst>
          </p:cNvPr>
          <p:cNvSpPr txBox="1"/>
          <p:nvPr/>
        </p:nvSpPr>
        <p:spPr>
          <a:xfrm>
            <a:off x="2878256" y="5877636"/>
            <a:ext cx="1937945" cy="738478"/>
          </a:xfrm>
          <a:prstGeom prst="rect">
            <a:avLst/>
          </a:prstGeom>
          <a:solidFill>
            <a:srgbClr val="ED7D31"/>
          </a:solidFill>
        </p:spPr>
        <p:txBody>
          <a:bodyPr wrap="square" anchor="ctr">
            <a:noAutofit/>
          </a:bodyPr>
          <a:lstStyle/>
          <a:p>
            <a:pPr algn="ctr"/>
            <a:r>
              <a:rPr lang="en-US" sz="1200" dirty="0"/>
              <a:t>Other members are not considered to have the information/competence to decide</a:t>
            </a:r>
          </a:p>
        </p:txBody>
      </p:sp>
      <p:sp>
        <p:nvSpPr>
          <p:cNvPr id="23" name="ZoneTexte 22">
            <a:extLst>
              <a:ext uri="{FF2B5EF4-FFF2-40B4-BE49-F238E27FC236}">
                <a16:creationId xmlns:a16="http://schemas.microsoft.com/office/drawing/2014/main" id="{AA2516A5-344F-A2AD-17D8-6402879AD614}"/>
              </a:ext>
            </a:extLst>
          </p:cNvPr>
          <p:cNvSpPr txBox="1"/>
          <p:nvPr/>
        </p:nvSpPr>
        <p:spPr>
          <a:xfrm>
            <a:off x="9397503" y="5886752"/>
            <a:ext cx="1937945" cy="738478"/>
          </a:xfrm>
          <a:prstGeom prst="rect">
            <a:avLst/>
          </a:prstGeom>
          <a:solidFill>
            <a:srgbClr val="ED7D31"/>
          </a:solidFill>
        </p:spPr>
        <p:txBody>
          <a:bodyPr wrap="square" anchor="ctr">
            <a:noAutofit/>
          </a:bodyPr>
          <a:lstStyle/>
          <a:p>
            <a:pPr algn="ctr"/>
            <a:r>
              <a:rPr lang="en-US" sz="1200" dirty="0"/>
              <a:t>Non-agents are considered to have the information/competence to decide</a:t>
            </a:r>
          </a:p>
        </p:txBody>
      </p:sp>
      <p:sp>
        <p:nvSpPr>
          <p:cNvPr id="20" name="Flèche : double flèche horizontale 19">
            <a:extLst>
              <a:ext uri="{FF2B5EF4-FFF2-40B4-BE49-F238E27FC236}">
                <a16:creationId xmlns:a16="http://schemas.microsoft.com/office/drawing/2014/main" id="{1D9291F1-E3D3-E178-29FD-FD7B5D6AEA0B}"/>
              </a:ext>
            </a:extLst>
          </p:cNvPr>
          <p:cNvSpPr/>
          <p:nvPr/>
        </p:nvSpPr>
        <p:spPr>
          <a:xfrm>
            <a:off x="838200" y="1690688"/>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t>ACT QUICKLY ON YOUR OWN                                                                                                   AGREE BEFOREHAND</a:t>
            </a:r>
          </a:p>
        </p:txBody>
      </p:sp>
    </p:spTree>
    <p:extLst>
      <p:ext uri="{BB962C8B-B14F-4D97-AF65-F5344CB8AC3E}">
        <p14:creationId xmlns:p14="http://schemas.microsoft.com/office/powerpoint/2010/main" val="75413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en-US" sz="3600"/>
              <a:t>Acting quickly on your own or coming to an agreement beforehand</a:t>
            </a:r>
            <a:br>
              <a:rPr lang="en-US" sz="3600"/>
            </a:br>
            <a:r>
              <a:rPr lang="en-US" sz="3600" b="1">
                <a:solidFill>
                  <a:srgbClr val="ED7D31"/>
                </a:solidFill>
              </a:rPr>
              <a:t>Examples of situations</a:t>
            </a:r>
            <a:endParaRPr lang="en-US" sz="3600"/>
          </a:p>
        </p:txBody>
      </p:sp>
      <p:sp>
        <p:nvSpPr>
          <p:cNvPr id="5" name="ZoneTexte 4">
            <a:extLst>
              <a:ext uri="{FF2B5EF4-FFF2-40B4-BE49-F238E27FC236}">
                <a16:creationId xmlns:a16="http://schemas.microsoft.com/office/drawing/2014/main" id="{7EE56620-5B83-F13F-6F98-20A2528F173D}"/>
              </a:ext>
            </a:extLst>
          </p:cNvPr>
          <p:cNvSpPr txBox="1"/>
          <p:nvPr/>
        </p:nvSpPr>
        <p:spPr>
          <a:xfrm>
            <a:off x="838200" y="2951238"/>
            <a:ext cx="2979057" cy="1040191"/>
          </a:xfrm>
          <a:prstGeom prst="rect">
            <a:avLst/>
          </a:prstGeom>
          <a:solidFill>
            <a:schemeClr val="bg1"/>
          </a:solidFill>
          <a:ln>
            <a:solidFill>
              <a:schemeClr val="tx1"/>
            </a:solidFill>
          </a:ln>
        </p:spPr>
        <p:txBody>
          <a:bodyPr wrap="square" anchor="ctr">
            <a:noAutofit/>
          </a:bodyPr>
          <a:lstStyle/>
          <a:p>
            <a:pPr algn="ctr"/>
            <a:r>
              <a:rPr lang="en-US" sz="1400"/>
              <a:t>An agent is faced with an operational emergency, the other members are not available, he/she quickly acts alone</a:t>
            </a:r>
          </a:p>
        </p:txBody>
      </p:sp>
      <p:sp>
        <p:nvSpPr>
          <p:cNvPr id="4" name="ZoneTexte 3">
            <a:extLst>
              <a:ext uri="{FF2B5EF4-FFF2-40B4-BE49-F238E27FC236}">
                <a16:creationId xmlns:a16="http://schemas.microsoft.com/office/drawing/2014/main" id="{5019A63F-9508-3CDB-EAAA-95EBC1A67B41}"/>
              </a:ext>
            </a:extLst>
          </p:cNvPr>
          <p:cNvSpPr txBox="1"/>
          <p:nvPr/>
        </p:nvSpPr>
        <p:spPr>
          <a:xfrm>
            <a:off x="8374743" y="2965693"/>
            <a:ext cx="2979057" cy="1040191"/>
          </a:xfrm>
          <a:prstGeom prst="rect">
            <a:avLst/>
          </a:prstGeom>
          <a:solidFill>
            <a:schemeClr val="bg1"/>
          </a:solidFill>
          <a:ln>
            <a:solidFill>
              <a:schemeClr val="tx1"/>
            </a:solidFill>
          </a:ln>
        </p:spPr>
        <p:txBody>
          <a:bodyPr wrap="square" anchor="ctr">
            <a:noAutofit/>
          </a:bodyPr>
          <a:lstStyle/>
          <a:p>
            <a:pPr algn="ctr"/>
            <a:r>
              <a:rPr lang="en-US" sz="1400"/>
              <a:t>One agent has to make a decision that may significantly impact all the others, he/she asks for consensus</a:t>
            </a:r>
          </a:p>
        </p:txBody>
      </p:sp>
      <p:sp>
        <p:nvSpPr>
          <p:cNvPr id="17" name="ZoneTexte 16">
            <a:extLst>
              <a:ext uri="{FF2B5EF4-FFF2-40B4-BE49-F238E27FC236}">
                <a16:creationId xmlns:a16="http://schemas.microsoft.com/office/drawing/2014/main" id="{FBAF39E1-C56D-7585-E647-BB33EC78421B}"/>
              </a:ext>
            </a:extLst>
          </p:cNvPr>
          <p:cNvSpPr txBox="1"/>
          <p:nvPr/>
        </p:nvSpPr>
        <p:spPr>
          <a:xfrm>
            <a:off x="838200" y="4270008"/>
            <a:ext cx="2979057" cy="1040191"/>
          </a:xfrm>
          <a:prstGeom prst="rect">
            <a:avLst/>
          </a:prstGeom>
          <a:solidFill>
            <a:schemeClr val="bg1"/>
          </a:solidFill>
          <a:ln>
            <a:solidFill>
              <a:schemeClr val="tx1"/>
            </a:solidFill>
          </a:ln>
        </p:spPr>
        <p:txBody>
          <a:bodyPr wrap="square" anchor="ctr">
            <a:noAutofit/>
          </a:bodyPr>
          <a:lstStyle/>
          <a:p>
            <a:pPr algn="ctr"/>
            <a:r>
              <a:rPr lang="en-US" sz="1400"/>
              <a:t>An agent must make a choice whose consequences have almost no impact on non-agents, he/she quickly acts alone</a:t>
            </a:r>
          </a:p>
        </p:txBody>
      </p:sp>
      <p:sp>
        <p:nvSpPr>
          <p:cNvPr id="18" name="ZoneTexte 17">
            <a:extLst>
              <a:ext uri="{FF2B5EF4-FFF2-40B4-BE49-F238E27FC236}">
                <a16:creationId xmlns:a16="http://schemas.microsoft.com/office/drawing/2014/main" id="{D396E7B7-EF90-FADC-1B7E-4CADFEE6E464}"/>
              </a:ext>
            </a:extLst>
          </p:cNvPr>
          <p:cNvSpPr txBox="1"/>
          <p:nvPr/>
        </p:nvSpPr>
        <p:spPr>
          <a:xfrm>
            <a:off x="8374742" y="4258242"/>
            <a:ext cx="2979057" cy="1040191"/>
          </a:xfrm>
          <a:prstGeom prst="rect">
            <a:avLst/>
          </a:prstGeom>
          <a:solidFill>
            <a:schemeClr val="bg1"/>
          </a:solidFill>
          <a:ln>
            <a:solidFill>
              <a:schemeClr val="tx1"/>
            </a:solidFill>
          </a:ln>
        </p:spPr>
        <p:txBody>
          <a:bodyPr wrap="square" anchor="ctr">
            <a:noAutofit/>
          </a:bodyPr>
          <a:lstStyle/>
          <a:p>
            <a:pPr algn="ctr"/>
            <a:r>
              <a:rPr lang="en-US" sz="1400"/>
              <a:t>It is necessary to decide on a standard (e.g. standard material) of the collective, which will be applied for existing and new members. A consensus is sought</a:t>
            </a:r>
          </a:p>
        </p:txBody>
      </p:sp>
      <p:sp>
        <p:nvSpPr>
          <p:cNvPr id="8" name="Flèche : double flèche horizontale 7">
            <a:extLst>
              <a:ext uri="{FF2B5EF4-FFF2-40B4-BE49-F238E27FC236}">
                <a16:creationId xmlns:a16="http://schemas.microsoft.com/office/drawing/2014/main" id="{BFEFED12-3087-0016-690E-788273FD1A04}"/>
              </a:ext>
            </a:extLst>
          </p:cNvPr>
          <p:cNvSpPr/>
          <p:nvPr/>
        </p:nvSpPr>
        <p:spPr>
          <a:xfrm>
            <a:off x="838200" y="1995488"/>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t>ACT QUICKLY ON YOUR OWN                                                                                                   AGREE BEFOREHAND</a:t>
            </a:r>
          </a:p>
        </p:txBody>
      </p:sp>
    </p:spTree>
    <p:extLst>
      <p:ext uri="{BB962C8B-B14F-4D97-AF65-F5344CB8AC3E}">
        <p14:creationId xmlns:p14="http://schemas.microsoft.com/office/powerpoint/2010/main" val="1423552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en-US"/>
              <a:t>IVCD Map Tool</a:t>
            </a: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r>
              <a:rPr lang="en-US"/>
              <a:t>How do we write down decisions about "what should be autonomous" and "what should be collectively agreed"?</a:t>
            </a:r>
          </a:p>
        </p:txBody>
      </p:sp>
    </p:spTree>
    <p:extLst>
      <p:ext uri="{BB962C8B-B14F-4D97-AF65-F5344CB8AC3E}">
        <p14:creationId xmlns:p14="http://schemas.microsoft.com/office/powerpoint/2010/main" val="4165356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lèche : double flèche horizontale 32">
            <a:extLst>
              <a:ext uri="{FF2B5EF4-FFF2-40B4-BE49-F238E27FC236}">
                <a16:creationId xmlns:a16="http://schemas.microsoft.com/office/drawing/2014/main" id="{D2656E19-FEFD-560C-4959-A05B132594E0}"/>
              </a:ext>
            </a:extLst>
          </p:cNvPr>
          <p:cNvSpPr/>
          <p:nvPr/>
        </p:nvSpPr>
        <p:spPr>
          <a:xfrm>
            <a:off x="1885122" y="1209360"/>
            <a:ext cx="10230491" cy="312735"/>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a:p>
        </p:txBody>
      </p:sp>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a:xfrm>
            <a:off x="838200" y="365126"/>
            <a:ext cx="10515600" cy="674700"/>
          </a:xfrm>
        </p:spPr>
        <p:txBody>
          <a:bodyPr>
            <a:noAutofit/>
          </a:bodyPr>
          <a:lstStyle/>
          <a:p>
            <a:r>
              <a:rPr lang="fr-FR" sz="3200"/>
              <a:t>Acting quickly on your own or agreeing beforehand</a:t>
            </a:r>
            <a:br>
              <a:rPr lang="fr-FR" sz="3200"/>
            </a:br>
            <a:r>
              <a:rPr lang="fr-FR" sz="3200" b="1"/>
              <a:t>Practical workshop: </a:t>
            </a:r>
            <a:r>
              <a:rPr lang="fr-FR" sz="3200" b="1" err="1"/>
              <a:t>Individual </a:t>
            </a:r>
            <a:r>
              <a:rPr lang="fr-FR" sz="3200" b="1"/>
              <a:t>vs Consensus </a:t>
            </a:r>
            <a:r>
              <a:rPr lang="fr-FR" sz="3200" b="1" err="1"/>
              <a:t>decision </a:t>
            </a:r>
            <a:r>
              <a:rPr lang="fr-FR" sz="3200" b="1"/>
              <a:t>(IVCD) </a:t>
            </a:r>
            <a:r>
              <a:rPr lang="fr-FR" sz="3200" b="1" err="1"/>
              <a:t>map</a:t>
            </a:r>
            <a:endParaRPr lang="fr-FR" sz="3200"/>
          </a:p>
        </p:txBody>
      </p:sp>
      <p:grpSp>
        <p:nvGrpSpPr>
          <p:cNvPr id="21" name="Groupe 20">
            <a:extLst>
              <a:ext uri="{FF2B5EF4-FFF2-40B4-BE49-F238E27FC236}">
                <a16:creationId xmlns:a16="http://schemas.microsoft.com/office/drawing/2014/main" id="{1A7327DA-A8E3-05F2-7C42-DA3924FA8927}"/>
              </a:ext>
            </a:extLst>
          </p:cNvPr>
          <p:cNvGrpSpPr/>
          <p:nvPr/>
        </p:nvGrpSpPr>
        <p:grpSpPr>
          <a:xfrm>
            <a:off x="3333750" y="1690688"/>
            <a:ext cx="6959600" cy="4953000"/>
            <a:chOff x="2425700" y="1690688"/>
            <a:chExt cx="6959600" cy="4953000"/>
          </a:xfrm>
        </p:grpSpPr>
        <p:sp>
          <p:nvSpPr>
            <p:cNvPr id="4" name="Ellipse 3">
              <a:extLst>
                <a:ext uri="{FF2B5EF4-FFF2-40B4-BE49-F238E27FC236}">
                  <a16:creationId xmlns:a16="http://schemas.microsoft.com/office/drawing/2014/main" id="{200088DA-460F-4927-78CE-6B805A1A6888}"/>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9C67ED26-A7FC-3608-296C-C43003A704C1}"/>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 name="ZoneTexte 18">
            <a:extLst>
              <a:ext uri="{FF2B5EF4-FFF2-40B4-BE49-F238E27FC236}">
                <a16:creationId xmlns:a16="http://schemas.microsoft.com/office/drawing/2014/main" id="{37846063-7235-3D18-53C6-663D2C2594F6}"/>
              </a:ext>
            </a:extLst>
          </p:cNvPr>
          <p:cNvSpPr txBox="1"/>
          <p:nvPr/>
        </p:nvSpPr>
        <p:spPr>
          <a:xfrm>
            <a:off x="2071688" y="1690688"/>
            <a:ext cx="1673225" cy="1200329"/>
          </a:xfrm>
          <a:prstGeom prst="rect">
            <a:avLst/>
          </a:prstGeom>
          <a:noFill/>
        </p:spPr>
        <p:txBody>
          <a:bodyPr wrap="square">
            <a:spAutoFit/>
          </a:bodyPr>
          <a:lstStyle/>
          <a:p>
            <a:pPr algn="ctr"/>
            <a:r>
              <a:rPr lang="fr-FR" b="1">
                <a:solidFill>
                  <a:srgbClr val="ED7D31"/>
                </a:solidFill>
              </a:rPr>
              <a:t>Decisions that are best made alone</a:t>
            </a:r>
            <a:endParaRPr lang="fr-FR">
              <a:solidFill>
                <a:srgbClr val="ED7D31"/>
              </a:solidFill>
            </a:endParaRPr>
          </a:p>
        </p:txBody>
      </p:sp>
      <p:sp>
        <p:nvSpPr>
          <p:cNvPr id="20" name="ZoneTexte 19">
            <a:extLst>
              <a:ext uri="{FF2B5EF4-FFF2-40B4-BE49-F238E27FC236}">
                <a16:creationId xmlns:a16="http://schemas.microsoft.com/office/drawing/2014/main" id="{1471A2D7-2333-75D8-1814-6CF961E03085}"/>
              </a:ext>
            </a:extLst>
          </p:cNvPr>
          <p:cNvSpPr txBox="1"/>
          <p:nvPr/>
        </p:nvSpPr>
        <p:spPr>
          <a:xfrm>
            <a:off x="241300" y="2200613"/>
            <a:ext cx="1574800" cy="3754874"/>
          </a:xfrm>
          <a:prstGeom prst="rect">
            <a:avLst/>
          </a:prstGeom>
          <a:solidFill>
            <a:schemeClr val="bg1">
              <a:lumMod val="95000"/>
            </a:schemeClr>
          </a:solidFill>
        </p:spPr>
        <p:txBody>
          <a:bodyPr wrap="square">
            <a:spAutoFit/>
          </a:bodyPr>
          <a:lstStyle/>
          <a:p>
            <a:r>
              <a:rPr lang="fr-FR" sz="1400" b="1"/>
              <a:t>The IVCD </a:t>
            </a:r>
            <a:r>
              <a:rPr lang="fr-FR" sz="1400" b="1" err="1"/>
              <a:t>Map </a:t>
            </a:r>
            <a:r>
              <a:rPr lang="fr-FR" sz="1400"/>
              <a:t>allows a collective to pose and agree on the types of decisions for which it is best to "decide alone", and the types of decisions on which to seek consensus, as well as the "case-by-case" gray area</a:t>
            </a:r>
          </a:p>
        </p:txBody>
      </p:sp>
      <p:sp>
        <p:nvSpPr>
          <p:cNvPr id="22" name="ZoneTexte 21">
            <a:extLst>
              <a:ext uri="{FF2B5EF4-FFF2-40B4-BE49-F238E27FC236}">
                <a16:creationId xmlns:a16="http://schemas.microsoft.com/office/drawing/2014/main" id="{D3B92696-694F-0F03-AC14-54AD7F188A3B}"/>
              </a:ext>
            </a:extLst>
          </p:cNvPr>
          <p:cNvSpPr txBox="1"/>
          <p:nvPr/>
        </p:nvSpPr>
        <p:spPr>
          <a:xfrm>
            <a:off x="10080828" y="1690688"/>
            <a:ext cx="1673225" cy="1477328"/>
          </a:xfrm>
          <a:prstGeom prst="rect">
            <a:avLst/>
          </a:prstGeom>
          <a:noFill/>
        </p:spPr>
        <p:txBody>
          <a:bodyPr wrap="square">
            <a:spAutoFit/>
          </a:bodyPr>
          <a:lstStyle/>
          <a:p>
            <a:pPr algn="ctr"/>
            <a:r>
              <a:rPr lang="fr-FR" b="1">
                <a:solidFill>
                  <a:srgbClr val="3494BA"/>
                </a:solidFill>
              </a:rPr>
              <a:t>Decisions that are best and agreed upon as a group</a:t>
            </a:r>
            <a:endParaRPr lang="fr-FR">
              <a:solidFill>
                <a:srgbClr val="3494BA"/>
              </a:solidFill>
            </a:endParaRPr>
          </a:p>
        </p:txBody>
      </p:sp>
      <p:sp>
        <p:nvSpPr>
          <p:cNvPr id="23" name="ZoneTexte 22">
            <a:extLst>
              <a:ext uri="{FF2B5EF4-FFF2-40B4-BE49-F238E27FC236}">
                <a16:creationId xmlns:a16="http://schemas.microsoft.com/office/drawing/2014/main" id="{ADBADD4A-63FC-C92E-A1D2-3F8599247F0F}"/>
              </a:ext>
            </a:extLst>
          </p:cNvPr>
          <p:cNvSpPr txBox="1"/>
          <p:nvPr/>
        </p:nvSpPr>
        <p:spPr>
          <a:xfrm>
            <a:off x="6096000" y="2106186"/>
            <a:ext cx="1401763" cy="646331"/>
          </a:xfrm>
          <a:prstGeom prst="rect">
            <a:avLst/>
          </a:prstGeom>
          <a:noFill/>
        </p:spPr>
        <p:txBody>
          <a:bodyPr wrap="square">
            <a:spAutoFit/>
          </a:bodyPr>
          <a:lstStyle/>
          <a:p>
            <a:pPr algn="ctr"/>
            <a:r>
              <a:rPr lang="fr-FR" b="1">
                <a:solidFill>
                  <a:schemeClr val="bg1">
                    <a:lumMod val="50000"/>
                  </a:schemeClr>
                </a:solidFill>
              </a:rPr>
              <a:t>Grey area (case by case)</a:t>
            </a:r>
            <a:endParaRPr lang="fr-FR">
              <a:solidFill>
                <a:schemeClr val="bg1">
                  <a:lumMod val="50000"/>
                </a:schemeClr>
              </a:solidFill>
            </a:endParaRPr>
          </a:p>
        </p:txBody>
      </p:sp>
      <p:sp>
        <p:nvSpPr>
          <p:cNvPr id="25" name="ZoneTexte 24">
            <a:extLst>
              <a:ext uri="{FF2B5EF4-FFF2-40B4-BE49-F238E27FC236}">
                <a16:creationId xmlns:a16="http://schemas.microsoft.com/office/drawing/2014/main" id="{0A9CFD64-6428-1E11-D6C1-954C872A3A10}"/>
              </a:ext>
            </a:extLst>
          </p:cNvPr>
          <p:cNvSpPr txBox="1"/>
          <p:nvPr/>
        </p:nvSpPr>
        <p:spPr>
          <a:xfrm>
            <a:off x="10467975" y="4095512"/>
            <a:ext cx="1673225" cy="2031325"/>
          </a:xfrm>
          <a:prstGeom prst="rect">
            <a:avLst/>
          </a:prstGeom>
          <a:solidFill>
            <a:schemeClr val="bg1">
              <a:lumMod val="95000"/>
            </a:schemeClr>
          </a:solidFill>
        </p:spPr>
        <p:txBody>
          <a:bodyPr wrap="square">
            <a:spAutoFit/>
          </a:bodyPr>
          <a:lstStyle/>
          <a:p>
            <a:r>
              <a:rPr lang="fr-FR" sz="1400" b="1"/>
              <a:t>The IVCD </a:t>
            </a:r>
            <a:r>
              <a:rPr lang="fr-FR" sz="1400" b="1" err="1"/>
              <a:t>Map </a:t>
            </a:r>
            <a:r>
              <a:rPr lang="fr-FR" sz="1400"/>
              <a:t>sets out the framework of individual liberties, that of collective responsibility, and identifies the "more difficult" cases to remain vigilant on. </a:t>
            </a:r>
          </a:p>
        </p:txBody>
      </p:sp>
      <p:pic>
        <p:nvPicPr>
          <p:cNvPr id="3" name="Graphique 2" descr="Homme portant un sweat à capuche">
            <a:extLst>
              <a:ext uri="{FF2B5EF4-FFF2-40B4-BE49-F238E27FC236}">
                <a16:creationId xmlns:a16="http://schemas.microsoft.com/office/drawing/2014/main" id="{29992573-D4D3-22AC-BD89-FDAF589FB01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5" name="Graphique 4" descr="Homme portant un sweat à capuche">
            <a:extLst>
              <a:ext uri="{FF2B5EF4-FFF2-40B4-BE49-F238E27FC236}">
                <a16:creationId xmlns:a16="http://schemas.microsoft.com/office/drawing/2014/main" id="{55A548BD-6D02-B3CC-1A0B-512D519949F6}"/>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25638" y="2891017"/>
            <a:ext cx="387523" cy="522438"/>
          </a:xfrm>
          <a:prstGeom prst="rect">
            <a:avLst/>
          </a:prstGeom>
        </p:spPr>
      </p:pic>
      <p:pic>
        <p:nvPicPr>
          <p:cNvPr id="6" name="Graphique 5" descr="Femme avec bras prothétique">
            <a:extLst>
              <a:ext uri="{FF2B5EF4-FFF2-40B4-BE49-F238E27FC236}">
                <a16:creationId xmlns:a16="http://schemas.microsoft.com/office/drawing/2014/main" id="{9AA71A99-9597-1125-BE17-423283327828}"/>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7" name="Graphique 6" descr="Homme barbu en peignoir">
            <a:extLst>
              <a:ext uri="{FF2B5EF4-FFF2-40B4-BE49-F238E27FC236}">
                <a16:creationId xmlns:a16="http://schemas.microsoft.com/office/drawing/2014/main" id="{4AA78B2F-C60A-2A5E-C8DC-20082ED7D4CE}"/>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8" name="Graphique 7" descr="Femme tenant un ordinateur portable">
            <a:extLst>
              <a:ext uri="{FF2B5EF4-FFF2-40B4-BE49-F238E27FC236}">
                <a16:creationId xmlns:a16="http://schemas.microsoft.com/office/drawing/2014/main" id="{8535F764-A4A9-6DC0-F0E7-A9E0B0560970}"/>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sp>
        <p:nvSpPr>
          <p:cNvPr id="13" name="ZoneTexte 12">
            <a:extLst>
              <a:ext uri="{FF2B5EF4-FFF2-40B4-BE49-F238E27FC236}">
                <a16:creationId xmlns:a16="http://schemas.microsoft.com/office/drawing/2014/main" id="{EB95BD0F-26FD-F9DC-D9A7-44FD469DA49C}"/>
              </a:ext>
            </a:extLst>
          </p:cNvPr>
          <p:cNvSpPr txBox="1"/>
          <p:nvPr/>
        </p:nvSpPr>
        <p:spPr>
          <a:xfrm>
            <a:off x="4657372" y="3016251"/>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16" name="ZoneTexte 15">
            <a:extLst>
              <a:ext uri="{FF2B5EF4-FFF2-40B4-BE49-F238E27FC236}">
                <a16:creationId xmlns:a16="http://schemas.microsoft.com/office/drawing/2014/main" id="{5A517462-E81E-D3E7-64FE-C55FEB2A88E5}"/>
              </a:ext>
            </a:extLst>
          </p:cNvPr>
          <p:cNvSpPr txBox="1"/>
          <p:nvPr/>
        </p:nvSpPr>
        <p:spPr>
          <a:xfrm>
            <a:off x="4005966" y="3921492"/>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18" name="ZoneTexte 17">
            <a:extLst>
              <a:ext uri="{FF2B5EF4-FFF2-40B4-BE49-F238E27FC236}">
                <a16:creationId xmlns:a16="http://schemas.microsoft.com/office/drawing/2014/main" id="{728CE30C-2902-B868-14FE-C7CDC8A39BBA}"/>
              </a:ext>
            </a:extLst>
          </p:cNvPr>
          <p:cNvSpPr txBox="1"/>
          <p:nvPr/>
        </p:nvSpPr>
        <p:spPr>
          <a:xfrm>
            <a:off x="4453818" y="4913664"/>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4" name="ZoneTexte 23">
            <a:extLst>
              <a:ext uri="{FF2B5EF4-FFF2-40B4-BE49-F238E27FC236}">
                <a16:creationId xmlns:a16="http://schemas.microsoft.com/office/drawing/2014/main" id="{D3AF8B3A-C4F1-F5DD-82D0-E587DBF034C1}"/>
              </a:ext>
            </a:extLst>
          </p:cNvPr>
          <p:cNvSpPr txBox="1"/>
          <p:nvPr/>
        </p:nvSpPr>
        <p:spPr>
          <a:xfrm>
            <a:off x="4840672" y="5569328"/>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6" name="ZoneTexte 25">
            <a:extLst>
              <a:ext uri="{FF2B5EF4-FFF2-40B4-BE49-F238E27FC236}">
                <a16:creationId xmlns:a16="http://schemas.microsoft.com/office/drawing/2014/main" id="{5791E1E6-B173-FDD0-88DC-3470E3CA22AF}"/>
              </a:ext>
            </a:extLst>
          </p:cNvPr>
          <p:cNvSpPr txBox="1"/>
          <p:nvPr/>
        </p:nvSpPr>
        <p:spPr>
          <a:xfrm>
            <a:off x="6786274" y="3382358"/>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7" name="ZoneTexte 26">
            <a:extLst>
              <a:ext uri="{FF2B5EF4-FFF2-40B4-BE49-F238E27FC236}">
                <a16:creationId xmlns:a16="http://schemas.microsoft.com/office/drawing/2014/main" id="{7B78EF60-43A3-4285-BD70-C05FA2181C1C}"/>
              </a:ext>
            </a:extLst>
          </p:cNvPr>
          <p:cNvSpPr txBox="1"/>
          <p:nvPr/>
        </p:nvSpPr>
        <p:spPr>
          <a:xfrm>
            <a:off x="6104930" y="4273809"/>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8" name="ZoneTexte 27">
            <a:extLst>
              <a:ext uri="{FF2B5EF4-FFF2-40B4-BE49-F238E27FC236}">
                <a16:creationId xmlns:a16="http://schemas.microsoft.com/office/drawing/2014/main" id="{DFAEC3B3-58E9-6252-6682-A43923045F7F}"/>
              </a:ext>
            </a:extLst>
          </p:cNvPr>
          <p:cNvSpPr txBox="1"/>
          <p:nvPr/>
        </p:nvSpPr>
        <p:spPr>
          <a:xfrm>
            <a:off x="7149147" y="4524005"/>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9" name="ZoneTexte 28">
            <a:extLst>
              <a:ext uri="{FF2B5EF4-FFF2-40B4-BE49-F238E27FC236}">
                <a16:creationId xmlns:a16="http://schemas.microsoft.com/office/drawing/2014/main" id="{49E7592C-7F9C-0BB4-406E-99899E1F5805}"/>
              </a:ext>
            </a:extLst>
          </p:cNvPr>
          <p:cNvSpPr txBox="1"/>
          <p:nvPr/>
        </p:nvSpPr>
        <p:spPr>
          <a:xfrm>
            <a:off x="6563711" y="5165260"/>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30" name="ZoneTexte 29">
            <a:extLst>
              <a:ext uri="{FF2B5EF4-FFF2-40B4-BE49-F238E27FC236}">
                <a16:creationId xmlns:a16="http://schemas.microsoft.com/office/drawing/2014/main" id="{2DB1D277-4812-5BBE-2AF7-1532C323182D}"/>
              </a:ext>
            </a:extLst>
          </p:cNvPr>
          <p:cNvSpPr txBox="1"/>
          <p:nvPr/>
        </p:nvSpPr>
        <p:spPr>
          <a:xfrm>
            <a:off x="9307120" y="3282418"/>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31" name="ZoneTexte 30">
            <a:extLst>
              <a:ext uri="{FF2B5EF4-FFF2-40B4-BE49-F238E27FC236}">
                <a16:creationId xmlns:a16="http://schemas.microsoft.com/office/drawing/2014/main" id="{1708FB86-5B0F-458D-670B-B37EF94BCBDA}"/>
              </a:ext>
            </a:extLst>
          </p:cNvPr>
          <p:cNvSpPr txBox="1"/>
          <p:nvPr/>
        </p:nvSpPr>
        <p:spPr>
          <a:xfrm>
            <a:off x="9495333" y="4231969"/>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32" name="ZoneTexte 31">
            <a:extLst>
              <a:ext uri="{FF2B5EF4-FFF2-40B4-BE49-F238E27FC236}">
                <a16:creationId xmlns:a16="http://schemas.microsoft.com/office/drawing/2014/main" id="{8114E5BD-3512-294D-8F94-22F7332BD336}"/>
              </a:ext>
            </a:extLst>
          </p:cNvPr>
          <p:cNvSpPr txBox="1"/>
          <p:nvPr/>
        </p:nvSpPr>
        <p:spPr>
          <a:xfrm>
            <a:off x="8920266" y="4916003"/>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Tree>
    <p:extLst>
      <p:ext uri="{BB962C8B-B14F-4D97-AF65-F5344CB8AC3E}">
        <p14:creationId xmlns:p14="http://schemas.microsoft.com/office/powerpoint/2010/main" val="966071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en-US" sz="3200"/>
              <a:t>Act quickly on your own or come to an agreement beforehand</a:t>
            </a:r>
            <a:br>
              <a:rPr lang="en-US" sz="3200"/>
            </a:br>
            <a:r>
              <a:rPr lang="en-US" sz="3200" b="1"/>
              <a:t>IVCD map - Example of results</a:t>
            </a:r>
            <a:endParaRPr lang="en-US" sz="3200"/>
          </a:p>
        </p:txBody>
      </p:sp>
      <p:grpSp>
        <p:nvGrpSpPr>
          <p:cNvPr id="21" name="Groupe 20">
            <a:extLst>
              <a:ext uri="{FF2B5EF4-FFF2-40B4-BE49-F238E27FC236}">
                <a16:creationId xmlns:a16="http://schemas.microsoft.com/office/drawing/2014/main" id="{1A7327DA-A8E3-05F2-7C42-DA3924FA8927}"/>
              </a:ext>
            </a:extLst>
          </p:cNvPr>
          <p:cNvGrpSpPr/>
          <p:nvPr/>
        </p:nvGrpSpPr>
        <p:grpSpPr>
          <a:xfrm>
            <a:off x="3333750" y="1690688"/>
            <a:ext cx="6959600" cy="4953000"/>
            <a:chOff x="2425700" y="1690688"/>
            <a:chExt cx="6959600" cy="4953000"/>
          </a:xfrm>
        </p:grpSpPr>
        <p:sp>
          <p:nvSpPr>
            <p:cNvPr id="4" name="Ellipse 3">
              <a:extLst>
                <a:ext uri="{FF2B5EF4-FFF2-40B4-BE49-F238E27FC236}">
                  <a16:creationId xmlns:a16="http://schemas.microsoft.com/office/drawing/2014/main" id="{200088DA-460F-4927-78CE-6B805A1A6888}"/>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Ellipse 16">
              <a:extLst>
                <a:ext uri="{FF2B5EF4-FFF2-40B4-BE49-F238E27FC236}">
                  <a16:creationId xmlns:a16="http://schemas.microsoft.com/office/drawing/2014/main" id="{9C67ED26-A7FC-3608-296C-C43003A704C1}"/>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ZoneTexte 18">
            <a:extLst>
              <a:ext uri="{FF2B5EF4-FFF2-40B4-BE49-F238E27FC236}">
                <a16:creationId xmlns:a16="http://schemas.microsoft.com/office/drawing/2014/main" id="{37846063-7235-3D18-53C6-663D2C2594F6}"/>
              </a:ext>
            </a:extLst>
          </p:cNvPr>
          <p:cNvSpPr txBox="1"/>
          <p:nvPr/>
        </p:nvSpPr>
        <p:spPr>
          <a:xfrm>
            <a:off x="2071688" y="1690688"/>
            <a:ext cx="1673225" cy="923330"/>
          </a:xfrm>
          <a:prstGeom prst="rect">
            <a:avLst/>
          </a:prstGeom>
          <a:noFill/>
        </p:spPr>
        <p:txBody>
          <a:bodyPr wrap="square">
            <a:spAutoFit/>
          </a:bodyPr>
          <a:lstStyle/>
          <a:p>
            <a:pPr algn="ctr"/>
            <a:r>
              <a:rPr lang="en-US" b="1">
                <a:solidFill>
                  <a:srgbClr val="ED7D31"/>
                </a:solidFill>
              </a:rPr>
              <a:t>Decisions that are best made alone</a:t>
            </a:r>
            <a:endParaRPr lang="en-US">
              <a:solidFill>
                <a:srgbClr val="ED7D31"/>
              </a:solidFill>
            </a:endParaRPr>
          </a:p>
        </p:txBody>
      </p:sp>
      <p:sp>
        <p:nvSpPr>
          <p:cNvPr id="20" name="ZoneTexte 19">
            <a:extLst>
              <a:ext uri="{FF2B5EF4-FFF2-40B4-BE49-F238E27FC236}">
                <a16:creationId xmlns:a16="http://schemas.microsoft.com/office/drawing/2014/main" id="{1471A2D7-2333-75D8-1814-6CF961E03085}"/>
              </a:ext>
            </a:extLst>
          </p:cNvPr>
          <p:cNvSpPr txBox="1"/>
          <p:nvPr/>
        </p:nvSpPr>
        <p:spPr>
          <a:xfrm>
            <a:off x="157560" y="3429000"/>
            <a:ext cx="2339180" cy="2893100"/>
          </a:xfrm>
          <a:prstGeom prst="rect">
            <a:avLst/>
          </a:prstGeom>
          <a:solidFill>
            <a:schemeClr val="bg1"/>
          </a:solidFill>
          <a:ln>
            <a:solidFill>
              <a:schemeClr val="tx1"/>
            </a:solidFill>
          </a:ln>
        </p:spPr>
        <p:txBody>
          <a:bodyPr wrap="square">
            <a:spAutoFit/>
          </a:bodyPr>
          <a:lstStyle/>
          <a:p>
            <a:pPr algn="ctr"/>
            <a:r>
              <a:rPr lang="en-US" sz="1400" b="1"/>
              <a:t>Example use case</a:t>
            </a:r>
          </a:p>
          <a:p>
            <a:pPr algn="ctr"/>
            <a:endParaRPr lang="en-US" sz="1400"/>
          </a:p>
          <a:p>
            <a:pPr algn="ctr"/>
            <a:r>
              <a:rPr lang="en-US" sz="1400"/>
              <a:t>A Community of Practice (around management topics) wishes to develop autonomy of its members. </a:t>
            </a:r>
          </a:p>
          <a:p>
            <a:pPr algn="ctr"/>
            <a:endParaRPr lang="en-US" sz="1400"/>
          </a:p>
          <a:p>
            <a:pPr algn="ctr"/>
            <a:r>
              <a:rPr lang="en-US" sz="1400"/>
              <a:t>They use the IVCD map to make different </a:t>
            </a:r>
            <a:r>
              <a:rPr lang="en-US" sz="1400">
                <a:highlight>
                  <a:srgbClr val="FFFF00"/>
                </a:highlight>
              </a:rPr>
              <a:t>types of decisions </a:t>
            </a:r>
            <a:r>
              <a:rPr lang="en-US" sz="1400"/>
              <a:t>that they consider more individual, consensual or "case by case" for their culture</a:t>
            </a:r>
          </a:p>
        </p:txBody>
      </p:sp>
      <p:sp>
        <p:nvSpPr>
          <p:cNvPr id="22" name="ZoneTexte 21">
            <a:extLst>
              <a:ext uri="{FF2B5EF4-FFF2-40B4-BE49-F238E27FC236}">
                <a16:creationId xmlns:a16="http://schemas.microsoft.com/office/drawing/2014/main" id="{D3B92696-694F-0F03-AC14-54AD7F188A3B}"/>
              </a:ext>
            </a:extLst>
          </p:cNvPr>
          <p:cNvSpPr txBox="1"/>
          <p:nvPr/>
        </p:nvSpPr>
        <p:spPr>
          <a:xfrm>
            <a:off x="10293350" y="1690688"/>
            <a:ext cx="1673225" cy="1200329"/>
          </a:xfrm>
          <a:prstGeom prst="rect">
            <a:avLst/>
          </a:prstGeom>
          <a:noFill/>
        </p:spPr>
        <p:txBody>
          <a:bodyPr wrap="square">
            <a:spAutoFit/>
          </a:bodyPr>
          <a:lstStyle/>
          <a:p>
            <a:pPr algn="ctr"/>
            <a:r>
              <a:rPr lang="en-US" b="1">
                <a:solidFill>
                  <a:srgbClr val="3494BA"/>
                </a:solidFill>
              </a:rPr>
              <a:t>Decisions that are best and agreed upon as a group</a:t>
            </a:r>
            <a:endParaRPr lang="en-US">
              <a:solidFill>
                <a:srgbClr val="3494BA"/>
              </a:solidFill>
            </a:endParaRPr>
          </a:p>
        </p:txBody>
      </p:sp>
      <p:sp>
        <p:nvSpPr>
          <p:cNvPr id="23" name="ZoneTexte 22">
            <a:extLst>
              <a:ext uri="{FF2B5EF4-FFF2-40B4-BE49-F238E27FC236}">
                <a16:creationId xmlns:a16="http://schemas.microsoft.com/office/drawing/2014/main" id="{ADBADD4A-63FC-C92E-A1D2-3F8599247F0F}"/>
              </a:ext>
            </a:extLst>
          </p:cNvPr>
          <p:cNvSpPr txBox="1"/>
          <p:nvPr/>
        </p:nvSpPr>
        <p:spPr>
          <a:xfrm>
            <a:off x="6096000" y="2106186"/>
            <a:ext cx="1401763" cy="923330"/>
          </a:xfrm>
          <a:prstGeom prst="rect">
            <a:avLst/>
          </a:prstGeom>
          <a:noFill/>
        </p:spPr>
        <p:txBody>
          <a:bodyPr wrap="square">
            <a:spAutoFit/>
          </a:bodyPr>
          <a:lstStyle/>
          <a:p>
            <a:pPr algn="ctr"/>
            <a:r>
              <a:rPr lang="en-US" b="1">
                <a:solidFill>
                  <a:schemeClr val="bg1">
                    <a:lumMod val="50000"/>
                  </a:schemeClr>
                </a:solidFill>
              </a:rPr>
              <a:t>Grey area (case by case)</a:t>
            </a:r>
            <a:endParaRPr lang="en-US">
              <a:solidFill>
                <a:schemeClr val="bg1">
                  <a:lumMod val="50000"/>
                </a:schemeClr>
              </a:solidFill>
            </a:endParaRPr>
          </a:p>
        </p:txBody>
      </p:sp>
      <p:sp>
        <p:nvSpPr>
          <p:cNvPr id="3" name="ZoneTexte 2">
            <a:extLst>
              <a:ext uri="{FF2B5EF4-FFF2-40B4-BE49-F238E27FC236}">
                <a16:creationId xmlns:a16="http://schemas.microsoft.com/office/drawing/2014/main" id="{09DD8EC1-2B46-47AC-8E8F-5D6601241E8F}"/>
              </a:ext>
            </a:extLst>
          </p:cNvPr>
          <p:cNvSpPr txBox="1"/>
          <p:nvPr/>
        </p:nvSpPr>
        <p:spPr>
          <a:xfrm>
            <a:off x="5950348" y="3123973"/>
            <a:ext cx="1547415" cy="738664"/>
          </a:xfrm>
          <a:prstGeom prst="rect">
            <a:avLst/>
          </a:prstGeom>
          <a:solidFill>
            <a:srgbClr val="FFFF00"/>
          </a:solidFill>
          <a:ln>
            <a:solidFill>
              <a:schemeClr val="tx1"/>
            </a:solidFill>
          </a:ln>
        </p:spPr>
        <p:txBody>
          <a:bodyPr wrap="square">
            <a:spAutoFit/>
          </a:bodyPr>
          <a:lstStyle/>
          <a:p>
            <a:pPr algn="ctr"/>
            <a:r>
              <a:rPr lang="en-US" sz="1400"/>
              <a:t>Bringing a new member into the Community</a:t>
            </a:r>
          </a:p>
        </p:txBody>
      </p:sp>
      <p:sp>
        <p:nvSpPr>
          <p:cNvPr id="5" name="ZoneTexte 4">
            <a:extLst>
              <a:ext uri="{FF2B5EF4-FFF2-40B4-BE49-F238E27FC236}">
                <a16:creationId xmlns:a16="http://schemas.microsoft.com/office/drawing/2014/main" id="{19A72235-852C-3BDA-EE65-498F4DD1DB71}"/>
              </a:ext>
            </a:extLst>
          </p:cNvPr>
          <p:cNvSpPr txBox="1"/>
          <p:nvPr/>
        </p:nvSpPr>
        <p:spPr>
          <a:xfrm>
            <a:off x="8319492" y="2646919"/>
            <a:ext cx="1547415" cy="523220"/>
          </a:xfrm>
          <a:prstGeom prst="rect">
            <a:avLst/>
          </a:prstGeom>
          <a:solidFill>
            <a:srgbClr val="FFFF00"/>
          </a:solidFill>
          <a:ln>
            <a:solidFill>
              <a:schemeClr val="tx1"/>
            </a:solidFill>
          </a:ln>
        </p:spPr>
        <p:txBody>
          <a:bodyPr wrap="square">
            <a:spAutoFit/>
          </a:bodyPr>
          <a:lstStyle/>
          <a:p>
            <a:pPr algn="ctr"/>
            <a:r>
              <a:rPr lang="en-US" sz="1400"/>
              <a:t>Ban a member of the Community</a:t>
            </a:r>
          </a:p>
        </p:txBody>
      </p:sp>
      <p:sp>
        <p:nvSpPr>
          <p:cNvPr id="6" name="ZoneTexte 5">
            <a:extLst>
              <a:ext uri="{FF2B5EF4-FFF2-40B4-BE49-F238E27FC236}">
                <a16:creationId xmlns:a16="http://schemas.microsoft.com/office/drawing/2014/main" id="{D75AF707-121E-B6FF-B4D1-C71C00CF7F46}"/>
              </a:ext>
            </a:extLst>
          </p:cNvPr>
          <p:cNvSpPr txBox="1"/>
          <p:nvPr/>
        </p:nvSpPr>
        <p:spPr>
          <a:xfrm>
            <a:off x="3773091" y="2754641"/>
            <a:ext cx="1547415" cy="523220"/>
          </a:xfrm>
          <a:prstGeom prst="rect">
            <a:avLst/>
          </a:prstGeom>
          <a:solidFill>
            <a:srgbClr val="FFFF00"/>
          </a:solidFill>
          <a:ln>
            <a:solidFill>
              <a:schemeClr val="tx1"/>
            </a:solidFill>
          </a:ln>
        </p:spPr>
        <p:txBody>
          <a:bodyPr wrap="square">
            <a:spAutoFit/>
          </a:bodyPr>
          <a:lstStyle/>
          <a:p>
            <a:pPr algn="ctr"/>
            <a:r>
              <a:rPr lang="en-US" sz="1400"/>
              <a:t>Choose your computer brand</a:t>
            </a:r>
          </a:p>
        </p:txBody>
      </p:sp>
      <p:sp>
        <p:nvSpPr>
          <p:cNvPr id="7" name="ZoneTexte 6">
            <a:extLst>
              <a:ext uri="{FF2B5EF4-FFF2-40B4-BE49-F238E27FC236}">
                <a16:creationId xmlns:a16="http://schemas.microsoft.com/office/drawing/2014/main" id="{B526DCA6-FF17-61A1-CB8D-12792B4D9178}"/>
              </a:ext>
            </a:extLst>
          </p:cNvPr>
          <p:cNvSpPr txBox="1"/>
          <p:nvPr/>
        </p:nvSpPr>
        <p:spPr>
          <a:xfrm>
            <a:off x="8583017" y="3797856"/>
            <a:ext cx="1547415" cy="954107"/>
          </a:xfrm>
          <a:prstGeom prst="rect">
            <a:avLst/>
          </a:prstGeom>
          <a:solidFill>
            <a:srgbClr val="FFFF00"/>
          </a:solidFill>
          <a:ln>
            <a:solidFill>
              <a:schemeClr val="tx1"/>
            </a:solidFill>
          </a:ln>
        </p:spPr>
        <p:txBody>
          <a:bodyPr wrap="square">
            <a:spAutoFit/>
          </a:bodyPr>
          <a:lstStyle/>
          <a:p>
            <a:pPr algn="ctr"/>
            <a:r>
              <a:rPr lang="en-US" sz="1400"/>
              <a:t>Define the schedules of the Community's appointments</a:t>
            </a:r>
          </a:p>
        </p:txBody>
      </p:sp>
      <p:sp>
        <p:nvSpPr>
          <p:cNvPr id="8" name="ZoneTexte 7">
            <a:extLst>
              <a:ext uri="{FF2B5EF4-FFF2-40B4-BE49-F238E27FC236}">
                <a16:creationId xmlns:a16="http://schemas.microsoft.com/office/drawing/2014/main" id="{721260C9-9E65-86FB-84CD-44C4EE0FEDAF}"/>
              </a:ext>
            </a:extLst>
          </p:cNvPr>
          <p:cNvSpPr txBox="1"/>
          <p:nvPr/>
        </p:nvSpPr>
        <p:spPr>
          <a:xfrm>
            <a:off x="3506192" y="3433873"/>
            <a:ext cx="1547415" cy="738664"/>
          </a:xfrm>
          <a:prstGeom prst="rect">
            <a:avLst/>
          </a:prstGeom>
          <a:solidFill>
            <a:srgbClr val="FFFF00"/>
          </a:solidFill>
          <a:ln>
            <a:solidFill>
              <a:schemeClr val="tx1"/>
            </a:solidFill>
          </a:ln>
        </p:spPr>
        <p:txBody>
          <a:bodyPr wrap="square">
            <a:spAutoFit/>
          </a:bodyPr>
          <a:lstStyle/>
          <a:p>
            <a:pPr algn="ctr"/>
            <a:r>
              <a:rPr lang="en-US" sz="1400"/>
              <a:t> Promote the community to an outsider</a:t>
            </a:r>
          </a:p>
        </p:txBody>
      </p:sp>
      <p:sp>
        <p:nvSpPr>
          <p:cNvPr id="9" name="ZoneTexte 8">
            <a:extLst>
              <a:ext uri="{FF2B5EF4-FFF2-40B4-BE49-F238E27FC236}">
                <a16:creationId xmlns:a16="http://schemas.microsoft.com/office/drawing/2014/main" id="{A0E54775-C262-1394-4486-5C8F9FA5A705}"/>
              </a:ext>
            </a:extLst>
          </p:cNvPr>
          <p:cNvSpPr txBox="1"/>
          <p:nvPr/>
        </p:nvSpPr>
        <p:spPr>
          <a:xfrm>
            <a:off x="3773091" y="4776948"/>
            <a:ext cx="1547415" cy="738664"/>
          </a:xfrm>
          <a:prstGeom prst="rect">
            <a:avLst/>
          </a:prstGeom>
          <a:solidFill>
            <a:srgbClr val="FFFF00"/>
          </a:solidFill>
          <a:ln>
            <a:solidFill>
              <a:schemeClr val="tx1"/>
            </a:solidFill>
          </a:ln>
        </p:spPr>
        <p:txBody>
          <a:bodyPr wrap="square">
            <a:spAutoFit/>
          </a:bodyPr>
          <a:lstStyle/>
          <a:p>
            <a:pPr algn="ctr"/>
            <a:r>
              <a:rPr lang="en-US" sz="1400"/>
              <a:t>Initiate contact with another member</a:t>
            </a:r>
          </a:p>
        </p:txBody>
      </p:sp>
      <p:sp>
        <p:nvSpPr>
          <p:cNvPr id="10" name="ZoneTexte 9">
            <a:extLst>
              <a:ext uri="{FF2B5EF4-FFF2-40B4-BE49-F238E27FC236}">
                <a16:creationId xmlns:a16="http://schemas.microsoft.com/office/drawing/2014/main" id="{2F59A458-FBB9-E396-BA90-025D1EEA4824}"/>
              </a:ext>
            </a:extLst>
          </p:cNvPr>
          <p:cNvSpPr txBox="1"/>
          <p:nvPr/>
        </p:nvSpPr>
        <p:spPr>
          <a:xfrm>
            <a:off x="6356943" y="4407616"/>
            <a:ext cx="1547415" cy="523220"/>
          </a:xfrm>
          <a:prstGeom prst="rect">
            <a:avLst/>
          </a:prstGeom>
          <a:solidFill>
            <a:srgbClr val="FFFF00"/>
          </a:solidFill>
          <a:ln>
            <a:solidFill>
              <a:schemeClr val="tx1"/>
            </a:solidFill>
          </a:ln>
        </p:spPr>
        <p:txBody>
          <a:bodyPr wrap="square">
            <a:spAutoFit/>
          </a:bodyPr>
          <a:lstStyle/>
          <a:p>
            <a:pPr algn="ctr"/>
            <a:r>
              <a:rPr lang="en-US" sz="1400"/>
              <a:t>Publish content in the community</a:t>
            </a:r>
          </a:p>
        </p:txBody>
      </p:sp>
      <p:grpSp>
        <p:nvGrpSpPr>
          <p:cNvPr id="16" name="Groupe 15">
            <a:extLst>
              <a:ext uri="{FF2B5EF4-FFF2-40B4-BE49-F238E27FC236}">
                <a16:creationId xmlns:a16="http://schemas.microsoft.com/office/drawing/2014/main" id="{901B00A6-F03B-B090-91D2-628E372377F9}"/>
              </a:ext>
            </a:extLst>
          </p:cNvPr>
          <p:cNvGrpSpPr/>
          <p:nvPr/>
        </p:nvGrpSpPr>
        <p:grpSpPr>
          <a:xfrm>
            <a:off x="2625638" y="2891017"/>
            <a:ext cx="9515562" cy="728521"/>
            <a:chOff x="2625638" y="2891017"/>
            <a:chExt cx="9515562" cy="728521"/>
          </a:xfrm>
        </p:grpSpPr>
        <p:pic>
          <p:nvPicPr>
            <p:cNvPr id="11" name="Graphique 10" descr="Homme portant un sweat à capuche">
              <a:extLst>
                <a:ext uri="{FF2B5EF4-FFF2-40B4-BE49-F238E27FC236}">
                  <a16:creationId xmlns:a16="http://schemas.microsoft.com/office/drawing/2014/main" id="{EFD19E20-0AAD-9421-0C07-092E6373CE7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12" name="Graphique 11" descr="Homme portant un sweat à capuche">
              <a:extLst>
                <a:ext uri="{FF2B5EF4-FFF2-40B4-BE49-F238E27FC236}">
                  <a16:creationId xmlns:a16="http://schemas.microsoft.com/office/drawing/2014/main" id="{5B871737-D529-BBA9-7D29-CB6575834E1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25638" y="2891017"/>
              <a:ext cx="387523" cy="522438"/>
            </a:xfrm>
            <a:prstGeom prst="rect">
              <a:avLst/>
            </a:prstGeom>
          </p:spPr>
        </p:pic>
        <p:pic>
          <p:nvPicPr>
            <p:cNvPr id="13" name="Graphique 12" descr="Femme avec bras prothétique">
              <a:extLst>
                <a:ext uri="{FF2B5EF4-FFF2-40B4-BE49-F238E27FC236}">
                  <a16:creationId xmlns:a16="http://schemas.microsoft.com/office/drawing/2014/main" id="{8B2E7D81-FF64-5327-F0BD-57F843FC69E8}"/>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14" name="Graphique 13" descr="Homme barbu en peignoir">
              <a:extLst>
                <a:ext uri="{FF2B5EF4-FFF2-40B4-BE49-F238E27FC236}">
                  <a16:creationId xmlns:a16="http://schemas.microsoft.com/office/drawing/2014/main" id="{7DE2CF21-5DD6-8652-7C32-0464ABAF4C7A}"/>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15" name="Graphique 14" descr="Femme tenant un ordinateur portable">
              <a:extLst>
                <a:ext uri="{FF2B5EF4-FFF2-40B4-BE49-F238E27FC236}">
                  <a16:creationId xmlns:a16="http://schemas.microsoft.com/office/drawing/2014/main" id="{B5211F7B-9FEC-7856-28CD-6116F66D2650}"/>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grpSp>
    </p:spTree>
    <p:extLst>
      <p:ext uri="{BB962C8B-B14F-4D97-AF65-F5344CB8AC3E}">
        <p14:creationId xmlns:p14="http://schemas.microsoft.com/office/powerpoint/2010/main" val="1013626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en-US" sz="3200"/>
              <a:t>Acting quickly alone or agreeing beforehand</a:t>
            </a:r>
            <a:br>
              <a:rPr lang="en-US" sz="3200"/>
            </a:br>
            <a:r>
              <a:rPr lang="en-US" sz="3200" b="1"/>
              <a:t>When to use the IVCD map in a collective ?</a:t>
            </a:r>
            <a:endParaRPr lang="en-US" sz="3200"/>
          </a:p>
        </p:txBody>
      </p:sp>
      <p:grpSp>
        <p:nvGrpSpPr>
          <p:cNvPr id="11" name="Groupe 10">
            <a:extLst>
              <a:ext uri="{FF2B5EF4-FFF2-40B4-BE49-F238E27FC236}">
                <a16:creationId xmlns:a16="http://schemas.microsoft.com/office/drawing/2014/main" id="{71FAE3E8-D327-7203-5359-CA2B578D9609}"/>
              </a:ext>
            </a:extLst>
          </p:cNvPr>
          <p:cNvGrpSpPr/>
          <p:nvPr/>
        </p:nvGrpSpPr>
        <p:grpSpPr>
          <a:xfrm>
            <a:off x="4482987" y="2373771"/>
            <a:ext cx="3226026" cy="1614825"/>
            <a:chOff x="2071688" y="1690688"/>
            <a:chExt cx="9894887" cy="4953000"/>
          </a:xfrm>
        </p:grpSpPr>
        <p:grpSp>
          <p:nvGrpSpPr>
            <p:cNvPr id="21" name="Groupe 20">
              <a:extLst>
                <a:ext uri="{FF2B5EF4-FFF2-40B4-BE49-F238E27FC236}">
                  <a16:creationId xmlns:a16="http://schemas.microsoft.com/office/drawing/2014/main" id="{1A7327DA-A8E3-05F2-7C42-DA3924FA8927}"/>
                </a:ext>
              </a:extLst>
            </p:cNvPr>
            <p:cNvGrpSpPr/>
            <p:nvPr/>
          </p:nvGrpSpPr>
          <p:grpSpPr>
            <a:xfrm>
              <a:off x="3333750" y="1690688"/>
              <a:ext cx="6959600" cy="4953000"/>
              <a:chOff x="2425700" y="1690688"/>
              <a:chExt cx="6959600" cy="4953000"/>
            </a:xfrm>
          </p:grpSpPr>
          <p:sp>
            <p:nvSpPr>
              <p:cNvPr id="4" name="Ellipse 3">
                <a:extLst>
                  <a:ext uri="{FF2B5EF4-FFF2-40B4-BE49-F238E27FC236}">
                    <a16:creationId xmlns:a16="http://schemas.microsoft.com/office/drawing/2014/main" id="{200088DA-460F-4927-78CE-6B805A1A6888}"/>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
              </a:p>
            </p:txBody>
          </p:sp>
          <p:sp>
            <p:nvSpPr>
              <p:cNvPr id="17" name="Ellipse 16">
                <a:extLst>
                  <a:ext uri="{FF2B5EF4-FFF2-40B4-BE49-F238E27FC236}">
                    <a16:creationId xmlns:a16="http://schemas.microsoft.com/office/drawing/2014/main" id="{9C67ED26-A7FC-3608-296C-C43003A704C1}"/>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
              </a:p>
            </p:txBody>
          </p:sp>
        </p:grpSp>
        <p:sp>
          <p:nvSpPr>
            <p:cNvPr id="19" name="ZoneTexte 18">
              <a:extLst>
                <a:ext uri="{FF2B5EF4-FFF2-40B4-BE49-F238E27FC236}">
                  <a16:creationId xmlns:a16="http://schemas.microsoft.com/office/drawing/2014/main" id="{37846063-7235-3D18-53C6-663D2C2594F6}"/>
                </a:ext>
              </a:extLst>
            </p:cNvPr>
            <p:cNvSpPr txBox="1"/>
            <p:nvPr/>
          </p:nvSpPr>
          <p:spPr>
            <a:xfrm>
              <a:off x="2071688" y="1690688"/>
              <a:ext cx="1673225" cy="849613"/>
            </a:xfrm>
            <a:prstGeom prst="rect">
              <a:avLst/>
            </a:prstGeom>
            <a:noFill/>
          </p:spPr>
          <p:txBody>
            <a:bodyPr wrap="square">
              <a:spAutoFit/>
            </a:bodyPr>
            <a:lstStyle/>
            <a:p>
              <a:pPr algn="ctr"/>
              <a:r>
                <a:rPr lang="en-US" sz="400" b="1">
                  <a:solidFill>
                    <a:srgbClr val="ED7D31"/>
                  </a:solidFill>
                </a:rPr>
                <a:t>Decisions that are best made alone</a:t>
              </a:r>
              <a:endParaRPr lang="en-US" sz="400">
                <a:solidFill>
                  <a:srgbClr val="ED7D31"/>
                </a:solidFill>
              </a:endParaRPr>
            </a:p>
          </p:txBody>
        </p:sp>
        <p:sp>
          <p:nvSpPr>
            <p:cNvPr id="22" name="ZoneTexte 21">
              <a:extLst>
                <a:ext uri="{FF2B5EF4-FFF2-40B4-BE49-F238E27FC236}">
                  <a16:creationId xmlns:a16="http://schemas.microsoft.com/office/drawing/2014/main" id="{D3B92696-694F-0F03-AC14-54AD7F188A3B}"/>
                </a:ext>
              </a:extLst>
            </p:cNvPr>
            <p:cNvSpPr txBox="1"/>
            <p:nvPr/>
          </p:nvSpPr>
          <p:spPr>
            <a:xfrm>
              <a:off x="10293350" y="1690688"/>
              <a:ext cx="1673225" cy="1038415"/>
            </a:xfrm>
            <a:prstGeom prst="rect">
              <a:avLst/>
            </a:prstGeom>
            <a:noFill/>
          </p:spPr>
          <p:txBody>
            <a:bodyPr wrap="square">
              <a:spAutoFit/>
            </a:bodyPr>
            <a:lstStyle/>
            <a:p>
              <a:pPr algn="ctr"/>
              <a:r>
                <a:rPr lang="en-US" sz="400" b="1">
                  <a:solidFill>
                    <a:srgbClr val="3494BA"/>
                  </a:solidFill>
                </a:rPr>
                <a:t>Decisions that are best and agreed upon as a group</a:t>
              </a:r>
              <a:endParaRPr lang="en-US" sz="400">
                <a:solidFill>
                  <a:srgbClr val="3494BA"/>
                </a:solidFill>
              </a:endParaRPr>
            </a:p>
          </p:txBody>
        </p:sp>
        <p:sp>
          <p:nvSpPr>
            <p:cNvPr id="23" name="ZoneTexte 22">
              <a:extLst>
                <a:ext uri="{FF2B5EF4-FFF2-40B4-BE49-F238E27FC236}">
                  <a16:creationId xmlns:a16="http://schemas.microsoft.com/office/drawing/2014/main" id="{ADBADD4A-63FC-C92E-A1D2-3F8599247F0F}"/>
                </a:ext>
              </a:extLst>
            </p:cNvPr>
            <p:cNvSpPr txBox="1"/>
            <p:nvPr/>
          </p:nvSpPr>
          <p:spPr>
            <a:xfrm>
              <a:off x="6096001" y="2106187"/>
              <a:ext cx="1401765" cy="849613"/>
            </a:xfrm>
            <a:prstGeom prst="rect">
              <a:avLst/>
            </a:prstGeom>
            <a:noFill/>
          </p:spPr>
          <p:txBody>
            <a:bodyPr wrap="square">
              <a:spAutoFit/>
            </a:bodyPr>
            <a:lstStyle/>
            <a:p>
              <a:pPr algn="ctr"/>
              <a:r>
                <a:rPr lang="en-US" sz="400" b="1">
                  <a:solidFill>
                    <a:schemeClr val="bg1">
                      <a:lumMod val="50000"/>
                    </a:schemeClr>
                  </a:solidFill>
                </a:rPr>
                <a:t>Grey area (case by case)</a:t>
              </a:r>
              <a:endParaRPr lang="en-US" sz="400">
                <a:solidFill>
                  <a:schemeClr val="bg1">
                    <a:lumMod val="50000"/>
                  </a:schemeClr>
                </a:solidFill>
              </a:endParaRPr>
            </a:p>
          </p:txBody>
        </p:sp>
        <p:sp>
          <p:nvSpPr>
            <p:cNvPr id="3" name="ZoneTexte 2">
              <a:extLst>
                <a:ext uri="{FF2B5EF4-FFF2-40B4-BE49-F238E27FC236}">
                  <a16:creationId xmlns:a16="http://schemas.microsoft.com/office/drawing/2014/main" id="{09DD8EC1-2B46-47AC-8E8F-5D6601241E8F}"/>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en-US" sz="200"/>
            </a:p>
          </p:txBody>
        </p:sp>
        <p:sp>
          <p:nvSpPr>
            <p:cNvPr id="5" name="ZoneTexte 4">
              <a:extLst>
                <a:ext uri="{FF2B5EF4-FFF2-40B4-BE49-F238E27FC236}">
                  <a16:creationId xmlns:a16="http://schemas.microsoft.com/office/drawing/2014/main" id="{19A72235-852C-3BDA-EE65-498F4DD1DB71}"/>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en-US" sz="200"/>
            </a:p>
          </p:txBody>
        </p:sp>
        <p:sp>
          <p:nvSpPr>
            <p:cNvPr id="6" name="ZoneTexte 5">
              <a:extLst>
                <a:ext uri="{FF2B5EF4-FFF2-40B4-BE49-F238E27FC236}">
                  <a16:creationId xmlns:a16="http://schemas.microsoft.com/office/drawing/2014/main" id="{D75AF707-121E-B6FF-B4D1-C71C00CF7F46}"/>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en-US" sz="200"/>
            </a:p>
          </p:txBody>
        </p:sp>
        <p:sp>
          <p:nvSpPr>
            <p:cNvPr id="7" name="ZoneTexte 6">
              <a:extLst>
                <a:ext uri="{FF2B5EF4-FFF2-40B4-BE49-F238E27FC236}">
                  <a16:creationId xmlns:a16="http://schemas.microsoft.com/office/drawing/2014/main" id="{B526DCA6-FF17-61A1-CB8D-12792B4D9178}"/>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en-US" sz="200"/>
            </a:p>
          </p:txBody>
        </p:sp>
        <p:sp>
          <p:nvSpPr>
            <p:cNvPr id="8" name="ZoneTexte 7">
              <a:extLst>
                <a:ext uri="{FF2B5EF4-FFF2-40B4-BE49-F238E27FC236}">
                  <a16:creationId xmlns:a16="http://schemas.microsoft.com/office/drawing/2014/main" id="{721260C9-9E65-86FB-84CD-44C4EE0FEDAF}"/>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en-US" sz="200"/>
            </a:p>
          </p:txBody>
        </p:sp>
        <p:sp>
          <p:nvSpPr>
            <p:cNvPr id="9" name="ZoneTexte 8">
              <a:extLst>
                <a:ext uri="{FF2B5EF4-FFF2-40B4-BE49-F238E27FC236}">
                  <a16:creationId xmlns:a16="http://schemas.microsoft.com/office/drawing/2014/main" id="{A0E54775-C262-1394-4486-5C8F9FA5A705}"/>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en-US" sz="200"/>
            </a:p>
          </p:txBody>
        </p:sp>
        <p:sp>
          <p:nvSpPr>
            <p:cNvPr id="10" name="ZoneTexte 9">
              <a:extLst>
                <a:ext uri="{FF2B5EF4-FFF2-40B4-BE49-F238E27FC236}">
                  <a16:creationId xmlns:a16="http://schemas.microsoft.com/office/drawing/2014/main" id="{2F59A458-FBB9-E396-BA90-025D1EEA4824}"/>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en-US" sz="200"/>
            </a:p>
          </p:txBody>
        </p:sp>
      </p:grpSp>
      <p:cxnSp>
        <p:nvCxnSpPr>
          <p:cNvPr id="13" name="Connecteur droit avec flèche 12">
            <a:extLst>
              <a:ext uri="{FF2B5EF4-FFF2-40B4-BE49-F238E27FC236}">
                <a16:creationId xmlns:a16="http://schemas.microsoft.com/office/drawing/2014/main" id="{1BB784D9-C16B-2573-C2BD-9B3942B2A2D4}"/>
              </a:ext>
            </a:extLst>
          </p:cNvPr>
          <p:cNvCxnSpPr>
            <a:cxnSpLocks/>
          </p:cNvCxnSpPr>
          <p:nvPr/>
        </p:nvCxnSpPr>
        <p:spPr>
          <a:xfrm>
            <a:off x="727603" y="4335476"/>
            <a:ext cx="1104888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515C0D44-D18D-DE83-49CC-C4E30452080E}"/>
              </a:ext>
            </a:extLst>
          </p:cNvPr>
          <p:cNvSpPr txBox="1"/>
          <p:nvPr/>
        </p:nvSpPr>
        <p:spPr>
          <a:xfrm>
            <a:off x="88637" y="4528560"/>
            <a:ext cx="2253569" cy="1200329"/>
          </a:xfrm>
          <a:prstGeom prst="rect">
            <a:avLst/>
          </a:prstGeom>
          <a:noFill/>
        </p:spPr>
        <p:txBody>
          <a:bodyPr wrap="square">
            <a:spAutoFit/>
          </a:bodyPr>
          <a:lstStyle/>
          <a:p>
            <a:pPr algn="ctr"/>
            <a:r>
              <a:rPr lang="en-US" b="1"/>
              <a:t>ONBOARDING: </a:t>
            </a:r>
          </a:p>
          <a:p>
            <a:pPr algn="ctr"/>
            <a:r>
              <a:rPr lang="en-US"/>
              <a:t>To help new members better understand their freedoms. </a:t>
            </a:r>
          </a:p>
        </p:txBody>
      </p:sp>
      <p:sp>
        <p:nvSpPr>
          <p:cNvPr id="15" name="ZoneTexte 14">
            <a:extLst>
              <a:ext uri="{FF2B5EF4-FFF2-40B4-BE49-F238E27FC236}">
                <a16:creationId xmlns:a16="http://schemas.microsoft.com/office/drawing/2014/main" id="{BBAA0F65-3133-213E-8905-124A0C83A54B}"/>
              </a:ext>
            </a:extLst>
          </p:cNvPr>
          <p:cNvSpPr txBox="1"/>
          <p:nvPr/>
        </p:nvSpPr>
        <p:spPr>
          <a:xfrm>
            <a:off x="2853351" y="4514387"/>
            <a:ext cx="3182998" cy="1754326"/>
          </a:xfrm>
          <a:prstGeom prst="rect">
            <a:avLst/>
          </a:prstGeom>
          <a:noFill/>
        </p:spPr>
        <p:txBody>
          <a:bodyPr wrap="square">
            <a:spAutoFit/>
          </a:bodyPr>
          <a:lstStyle/>
          <a:p>
            <a:pPr algn="ctr"/>
            <a:r>
              <a:rPr lang="en-US" b="1"/>
              <a:t>WHEN THE COLLECTIVE GROWS/DECREASES IN NUMBERS: </a:t>
            </a:r>
          </a:p>
          <a:p>
            <a:pPr algn="ctr"/>
            <a:r>
              <a:rPr lang="en-US"/>
              <a:t>To adjust the level of freedom to the number, or to different constraints.</a:t>
            </a:r>
          </a:p>
        </p:txBody>
      </p:sp>
      <p:sp>
        <p:nvSpPr>
          <p:cNvPr id="16" name="ZoneTexte 15">
            <a:extLst>
              <a:ext uri="{FF2B5EF4-FFF2-40B4-BE49-F238E27FC236}">
                <a16:creationId xmlns:a16="http://schemas.microsoft.com/office/drawing/2014/main" id="{DE68BE82-DEAF-451A-0D1C-791920DBA618}"/>
              </a:ext>
            </a:extLst>
          </p:cNvPr>
          <p:cNvSpPr txBox="1"/>
          <p:nvPr/>
        </p:nvSpPr>
        <p:spPr>
          <a:xfrm>
            <a:off x="6317943" y="4487952"/>
            <a:ext cx="2744377" cy="1754326"/>
          </a:xfrm>
          <a:prstGeom prst="rect">
            <a:avLst/>
          </a:prstGeom>
          <a:noFill/>
        </p:spPr>
        <p:txBody>
          <a:bodyPr wrap="square">
            <a:spAutoFit/>
          </a:bodyPr>
          <a:lstStyle/>
          <a:p>
            <a:pPr algn="ctr"/>
            <a:r>
              <a:rPr lang="en-US" b="1"/>
              <a:t>IN CONTINUOUS IMPROVEMENT SESSION: </a:t>
            </a:r>
          </a:p>
          <a:p>
            <a:pPr algn="ctr"/>
            <a:r>
              <a:rPr lang="en-US"/>
              <a:t>To adjust the level of freedom to the actual experience and inputs of the group</a:t>
            </a:r>
          </a:p>
        </p:txBody>
      </p:sp>
      <p:sp>
        <p:nvSpPr>
          <p:cNvPr id="18" name="ZoneTexte 17">
            <a:extLst>
              <a:ext uri="{FF2B5EF4-FFF2-40B4-BE49-F238E27FC236}">
                <a16:creationId xmlns:a16="http://schemas.microsoft.com/office/drawing/2014/main" id="{3EFF7489-EF98-F8D4-CB97-4B018E415EF9}"/>
              </a:ext>
            </a:extLst>
          </p:cNvPr>
          <p:cNvSpPr txBox="1"/>
          <p:nvPr/>
        </p:nvSpPr>
        <p:spPr>
          <a:xfrm>
            <a:off x="9262375" y="4514387"/>
            <a:ext cx="2744377" cy="1754326"/>
          </a:xfrm>
          <a:prstGeom prst="rect">
            <a:avLst/>
          </a:prstGeom>
          <a:noFill/>
        </p:spPr>
        <p:txBody>
          <a:bodyPr wrap="square">
            <a:spAutoFit/>
          </a:bodyPr>
          <a:lstStyle/>
          <a:p>
            <a:pPr algn="ctr"/>
            <a:r>
              <a:rPr lang="en-US" b="1"/>
              <a:t>AFTER SIGNIFICANT CHANGES IN GOVERNANCE: </a:t>
            </a:r>
          </a:p>
          <a:p>
            <a:pPr algn="ctr"/>
            <a:r>
              <a:rPr lang="en-US"/>
              <a:t>To clarify how autonomy and consensus are adjusted</a:t>
            </a:r>
          </a:p>
        </p:txBody>
      </p:sp>
      <p:grpSp>
        <p:nvGrpSpPr>
          <p:cNvPr id="12" name="Groupe 11">
            <a:extLst>
              <a:ext uri="{FF2B5EF4-FFF2-40B4-BE49-F238E27FC236}">
                <a16:creationId xmlns:a16="http://schemas.microsoft.com/office/drawing/2014/main" id="{B25EEE57-827E-DC36-4994-AB3879BD139D}"/>
              </a:ext>
            </a:extLst>
          </p:cNvPr>
          <p:cNvGrpSpPr/>
          <p:nvPr/>
        </p:nvGrpSpPr>
        <p:grpSpPr>
          <a:xfrm>
            <a:off x="4698573" y="2684336"/>
            <a:ext cx="3083510" cy="240820"/>
            <a:chOff x="2625638" y="2891017"/>
            <a:chExt cx="9515562" cy="728521"/>
          </a:xfrm>
        </p:grpSpPr>
        <p:pic>
          <p:nvPicPr>
            <p:cNvPr id="20" name="Graphique 19" descr="Homme portant un sweat à capuche">
              <a:extLst>
                <a:ext uri="{FF2B5EF4-FFF2-40B4-BE49-F238E27FC236}">
                  <a16:creationId xmlns:a16="http://schemas.microsoft.com/office/drawing/2014/main" id="{8F0D7F91-E12A-2F30-2BE9-08F82474C15A}"/>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24" name="Graphique 23" descr="Homme portant un sweat à capuche">
              <a:extLst>
                <a:ext uri="{FF2B5EF4-FFF2-40B4-BE49-F238E27FC236}">
                  <a16:creationId xmlns:a16="http://schemas.microsoft.com/office/drawing/2014/main" id="{EA4E8823-9D7A-726A-DD63-8A8AAFFBD37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25638" y="2891017"/>
              <a:ext cx="387523" cy="522438"/>
            </a:xfrm>
            <a:prstGeom prst="rect">
              <a:avLst/>
            </a:prstGeom>
          </p:spPr>
        </p:pic>
        <p:pic>
          <p:nvPicPr>
            <p:cNvPr id="25" name="Graphique 24" descr="Femme avec bras prothétique">
              <a:extLst>
                <a:ext uri="{FF2B5EF4-FFF2-40B4-BE49-F238E27FC236}">
                  <a16:creationId xmlns:a16="http://schemas.microsoft.com/office/drawing/2014/main" id="{21EACB09-33D1-433F-8381-2D2A9FBF3AA3}"/>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26" name="Graphique 25" descr="Homme barbu en peignoir">
              <a:extLst>
                <a:ext uri="{FF2B5EF4-FFF2-40B4-BE49-F238E27FC236}">
                  <a16:creationId xmlns:a16="http://schemas.microsoft.com/office/drawing/2014/main" id="{AEB5B9DD-E5E6-AC8B-5B03-08B4B5CA617F}"/>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27" name="Graphique 26" descr="Femme tenant un ordinateur portable">
              <a:extLst>
                <a:ext uri="{FF2B5EF4-FFF2-40B4-BE49-F238E27FC236}">
                  <a16:creationId xmlns:a16="http://schemas.microsoft.com/office/drawing/2014/main" id="{A778C2A2-3C56-508E-1EBE-D26FB4FCCE3C}"/>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grpSp>
    </p:spTree>
    <p:extLst>
      <p:ext uri="{BB962C8B-B14F-4D97-AF65-F5344CB8AC3E}">
        <p14:creationId xmlns:p14="http://schemas.microsoft.com/office/powerpoint/2010/main" val="1600046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a:xfrm>
            <a:off x="838200" y="365125"/>
            <a:ext cx="10515600" cy="531031"/>
          </a:xfrm>
        </p:spPr>
        <p:txBody>
          <a:bodyPr>
            <a:noAutofit/>
          </a:bodyPr>
          <a:lstStyle/>
          <a:p>
            <a:r>
              <a:rPr lang="en-US" sz="2800"/>
              <a:t>The benefits of the proper use of the IVCD Map</a:t>
            </a:r>
          </a:p>
        </p:txBody>
      </p:sp>
      <p:sp>
        <p:nvSpPr>
          <p:cNvPr id="45" name="Bulle narrative : ronde 44">
            <a:extLst>
              <a:ext uri="{FF2B5EF4-FFF2-40B4-BE49-F238E27FC236}">
                <a16:creationId xmlns:a16="http://schemas.microsoft.com/office/drawing/2014/main" id="{429C0625-5A70-A19D-D896-3FBE5C60CD63}"/>
              </a:ext>
            </a:extLst>
          </p:cNvPr>
          <p:cNvSpPr/>
          <p:nvPr/>
        </p:nvSpPr>
        <p:spPr>
          <a:xfrm>
            <a:off x="7739827" y="1840126"/>
            <a:ext cx="2291938" cy="869221"/>
          </a:xfrm>
          <a:prstGeom prst="wedgeEllipseCallout">
            <a:avLst>
              <a:gd name="adj1" fmla="val -57985"/>
              <a:gd name="adj2" fmla="val 9348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rgbClr val="00B050"/>
                </a:solidFill>
              </a:rPr>
              <a:t>We are less likely to be taken by surprise </a:t>
            </a:r>
          </a:p>
        </p:txBody>
      </p:sp>
      <p:sp>
        <p:nvSpPr>
          <p:cNvPr id="46" name="Bulle narrative : ronde 45">
            <a:extLst>
              <a:ext uri="{FF2B5EF4-FFF2-40B4-BE49-F238E27FC236}">
                <a16:creationId xmlns:a16="http://schemas.microsoft.com/office/drawing/2014/main" id="{48BE0435-FC61-6943-ADFB-B94F831E40D9}"/>
              </a:ext>
            </a:extLst>
          </p:cNvPr>
          <p:cNvSpPr/>
          <p:nvPr/>
        </p:nvSpPr>
        <p:spPr>
          <a:xfrm>
            <a:off x="2388413" y="1812988"/>
            <a:ext cx="2291938" cy="624333"/>
          </a:xfrm>
          <a:prstGeom prst="wedgeEllipseCallout">
            <a:avLst>
              <a:gd name="adj1" fmla="val 52554"/>
              <a:gd name="adj2" fmla="val 14763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rgbClr val="00B050"/>
                </a:solidFill>
              </a:rPr>
              <a:t>I have a better understanding of my freedoms</a:t>
            </a:r>
          </a:p>
        </p:txBody>
      </p:sp>
      <p:pic>
        <p:nvPicPr>
          <p:cNvPr id="13" name="Graphique 12" descr="Homme portant un sweat à capuche">
            <a:extLst>
              <a:ext uri="{FF2B5EF4-FFF2-40B4-BE49-F238E27FC236}">
                <a16:creationId xmlns:a16="http://schemas.microsoft.com/office/drawing/2014/main" id="{E8743B59-D16B-C7A9-70C7-9FB2FB629063}"/>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858886" y="3122617"/>
            <a:ext cx="387523" cy="522438"/>
          </a:xfrm>
          <a:prstGeom prst="rect">
            <a:avLst/>
          </a:prstGeom>
        </p:spPr>
      </p:pic>
      <p:pic>
        <p:nvPicPr>
          <p:cNvPr id="14" name="Graphique 13" descr="Homme portant un sweat à capuche">
            <a:extLst>
              <a:ext uri="{FF2B5EF4-FFF2-40B4-BE49-F238E27FC236}">
                <a16:creationId xmlns:a16="http://schemas.microsoft.com/office/drawing/2014/main" id="{FE91774D-5EBF-E051-71AE-4A3F62D59B0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647033" y="3118320"/>
            <a:ext cx="387523" cy="522438"/>
          </a:xfrm>
          <a:prstGeom prst="rect">
            <a:avLst/>
          </a:prstGeom>
        </p:spPr>
      </p:pic>
      <p:pic>
        <p:nvPicPr>
          <p:cNvPr id="15" name="Graphique 14" descr="Femme avec bras prothétique">
            <a:extLst>
              <a:ext uri="{FF2B5EF4-FFF2-40B4-BE49-F238E27FC236}">
                <a16:creationId xmlns:a16="http://schemas.microsoft.com/office/drawing/2014/main" id="{B8A256FF-387B-2841-216F-80F2DA7F5EA2}"/>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257371" y="3114024"/>
            <a:ext cx="482456" cy="506579"/>
          </a:xfrm>
          <a:prstGeom prst="rect">
            <a:avLst/>
          </a:prstGeom>
        </p:spPr>
      </p:pic>
      <p:pic>
        <p:nvPicPr>
          <p:cNvPr id="16" name="Graphique 15" descr="Homme barbu en peignoir">
            <a:extLst>
              <a:ext uri="{FF2B5EF4-FFF2-40B4-BE49-F238E27FC236}">
                <a16:creationId xmlns:a16="http://schemas.microsoft.com/office/drawing/2014/main" id="{928CCE13-AB57-4211-EDD2-55E70F05F4A9}"/>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425514" y="3114024"/>
            <a:ext cx="422410" cy="531030"/>
          </a:xfrm>
          <a:prstGeom prst="rect">
            <a:avLst/>
          </a:prstGeom>
        </p:spPr>
      </p:pic>
      <p:pic>
        <p:nvPicPr>
          <p:cNvPr id="18" name="Graphique 17" descr="Femme tenant un ordinateur portable">
            <a:extLst>
              <a:ext uri="{FF2B5EF4-FFF2-40B4-BE49-F238E27FC236}">
                <a16:creationId xmlns:a16="http://schemas.microsoft.com/office/drawing/2014/main" id="{1E94A96C-D539-545B-DEB9-6AADE3589D47}"/>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728865" y="3138475"/>
            <a:ext cx="498581" cy="506579"/>
          </a:xfrm>
          <a:prstGeom prst="rect">
            <a:avLst/>
          </a:prstGeom>
        </p:spPr>
      </p:pic>
      <p:sp>
        <p:nvSpPr>
          <p:cNvPr id="39" name="Bulle narrative : ronde 38">
            <a:extLst>
              <a:ext uri="{FF2B5EF4-FFF2-40B4-BE49-F238E27FC236}">
                <a16:creationId xmlns:a16="http://schemas.microsoft.com/office/drawing/2014/main" id="{955B11C0-7F64-0C36-D500-8B2990A603E8}"/>
              </a:ext>
            </a:extLst>
          </p:cNvPr>
          <p:cNvSpPr/>
          <p:nvPr/>
        </p:nvSpPr>
        <p:spPr>
          <a:xfrm>
            <a:off x="7816828" y="3783928"/>
            <a:ext cx="2291938" cy="869221"/>
          </a:xfrm>
          <a:prstGeom prst="wedgeEllipseCallout">
            <a:avLst>
              <a:gd name="adj1" fmla="val -91293"/>
              <a:gd name="adj2" fmla="val -8120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rgbClr val="00B050"/>
                </a:solidFill>
              </a:rPr>
              <a:t>There is less risk of redundant work in our collective.</a:t>
            </a:r>
          </a:p>
        </p:txBody>
      </p:sp>
      <p:sp>
        <p:nvSpPr>
          <p:cNvPr id="47" name="Bulle narrative : ronde 46">
            <a:extLst>
              <a:ext uri="{FF2B5EF4-FFF2-40B4-BE49-F238E27FC236}">
                <a16:creationId xmlns:a16="http://schemas.microsoft.com/office/drawing/2014/main" id="{49B0286A-8128-845F-B5A3-6D41D383D5FE}"/>
              </a:ext>
            </a:extLst>
          </p:cNvPr>
          <p:cNvSpPr/>
          <p:nvPr/>
        </p:nvSpPr>
        <p:spPr>
          <a:xfrm>
            <a:off x="8200359" y="2698621"/>
            <a:ext cx="2134877" cy="1018821"/>
          </a:xfrm>
          <a:prstGeom prst="wedgeEllipseCallout">
            <a:avLst>
              <a:gd name="adj1" fmla="val -59083"/>
              <a:gd name="adj2" fmla="val -881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rgbClr val="00B050"/>
                </a:solidFill>
              </a:rPr>
              <a:t>When we are in a meeting, it is more often for a subject that actually deserves a meeting</a:t>
            </a:r>
          </a:p>
        </p:txBody>
      </p:sp>
      <p:sp>
        <p:nvSpPr>
          <p:cNvPr id="48" name="Bulle narrative : ronde 47">
            <a:extLst>
              <a:ext uri="{FF2B5EF4-FFF2-40B4-BE49-F238E27FC236}">
                <a16:creationId xmlns:a16="http://schemas.microsoft.com/office/drawing/2014/main" id="{97D979A9-EAF3-AC72-432E-B86D9827097A}"/>
              </a:ext>
            </a:extLst>
          </p:cNvPr>
          <p:cNvSpPr/>
          <p:nvPr/>
        </p:nvSpPr>
        <p:spPr>
          <a:xfrm>
            <a:off x="2088325" y="2519624"/>
            <a:ext cx="2291938" cy="956395"/>
          </a:xfrm>
          <a:prstGeom prst="wedgeEllipseCallout">
            <a:avLst>
              <a:gd name="adj1" fmla="val 59142"/>
              <a:gd name="adj2" fmla="val 14968"/>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rgbClr val="00B050"/>
                </a:solidFill>
              </a:rPr>
              <a:t>I have less fear of upsetting others because I would not have asked them</a:t>
            </a:r>
          </a:p>
        </p:txBody>
      </p:sp>
      <p:sp>
        <p:nvSpPr>
          <p:cNvPr id="49" name="Bulle narrative : ronde 48">
            <a:extLst>
              <a:ext uri="{FF2B5EF4-FFF2-40B4-BE49-F238E27FC236}">
                <a16:creationId xmlns:a16="http://schemas.microsoft.com/office/drawing/2014/main" id="{8A7A3486-BB05-71F7-9AC2-58F714EA3D2E}"/>
              </a:ext>
            </a:extLst>
          </p:cNvPr>
          <p:cNvSpPr/>
          <p:nvPr/>
        </p:nvSpPr>
        <p:spPr>
          <a:xfrm>
            <a:off x="2088325" y="3544406"/>
            <a:ext cx="2291938" cy="706715"/>
          </a:xfrm>
          <a:prstGeom prst="wedgeEllipseCallout">
            <a:avLst>
              <a:gd name="adj1" fmla="val 56580"/>
              <a:gd name="adj2" fmla="val -6572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rgbClr val="00B050"/>
                </a:solidFill>
              </a:rPr>
              <a:t>I feel more comfortable asking for help when I need it</a:t>
            </a:r>
          </a:p>
        </p:txBody>
      </p:sp>
      <p:sp>
        <p:nvSpPr>
          <p:cNvPr id="50" name="Bulle narrative : ronde 49">
            <a:extLst>
              <a:ext uri="{FF2B5EF4-FFF2-40B4-BE49-F238E27FC236}">
                <a16:creationId xmlns:a16="http://schemas.microsoft.com/office/drawing/2014/main" id="{309761E4-ABC3-5CE7-BD66-C6B5C22CDE5A}"/>
              </a:ext>
            </a:extLst>
          </p:cNvPr>
          <p:cNvSpPr/>
          <p:nvPr/>
        </p:nvSpPr>
        <p:spPr>
          <a:xfrm>
            <a:off x="2548856" y="4319508"/>
            <a:ext cx="2291938" cy="900477"/>
          </a:xfrm>
          <a:prstGeom prst="wedgeEllipseCallout">
            <a:avLst>
              <a:gd name="adj1" fmla="val 52554"/>
              <a:gd name="adj2" fmla="val -13220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rgbClr val="00B050"/>
                </a:solidFill>
              </a:rPr>
              <a:t>There is less chance of a last-minute slowdown due to requirement of consensus </a:t>
            </a:r>
          </a:p>
        </p:txBody>
      </p:sp>
      <p:sp>
        <p:nvSpPr>
          <p:cNvPr id="51" name="Rectangle 50">
            <a:extLst>
              <a:ext uri="{FF2B5EF4-FFF2-40B4-BE49-F238E27FC236}">
                <a16:creationId xmlns:a16="http://schemas.microsoft.com/office/drawing/2014/main" id="{C0273A33-68AE-501F-6823-A02B5978C81E}"/>
              </a:ext>
            </a:extLst>
          </p:cNvPr>
          <p:cNvSpPr/>
          <p:nvPr/>
        </p:nvSpPr>
        <p:spPr>
          <a:xfrm>
            <a:off x="5903182" y="2698621"/>
            <a:ext cx="162095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NON-AGENTS</a:t>
            </a:r>
          </a:p>
        </p:txBody>
      </p:sp>
      <p:sp>
        <p:nvSpPr>
          <p:cNvPr id="52" name="Rectangle 51">
            <a:extLst>
              <a:ext uri="{FF2B5EF4-FFF2-40B4-BE49-F238E27FC236}">
                <a16:creationId xmlns:a16="http://schemas.microsoft.com/office/drawing/2014/main" id="{3508EFF4-8E67-88A4-E9EC-76B481520489}"/>
              </a:ext>
            </a:extLst>
          </p:cNvPr>
          <p:cNvSpPr/>
          <p:nvPr/>
        </p:nvSpPr>
        <p:spPr>
          <a:xfrm>
            <a:off x="4846756" y="2698621"/>
            <a:ext cx="978059"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AGENTS</a:t>
            </a:r>
          </a:p>
        </p:txBody>
      </p:sp>
      <p:sp>
        <p:nvSpPr>
          <p:cNvPr id="53" name="ZoneTexte 52">
            <a:extLst>
              <a:ext uri="{FF2B5EF4-FFF2-40B4-BE49-F238E27FC236}">
                <a16:creationId xmlns:a16="http://schemas.microsoft.com/office/drawing/2014/main" id="{1AE497C5-4B37-DD93-8F91-CF187B5AF51D}"/>
              </a:ext>
            </a:extLst>
          </p:cNvPr>
          <p:cNvSpPr txBox="1"/>
          <p:nvPr/>
        </p:nvSpPr>
        <p:spPr>
          <a:xfrm>
            <a:off x="297101" y="1716695"/>
            <a:ext cx="1703417" cy="839412"/>
          </a:xfrm>
          <a:prstGeom prst="rect">
            <a:avLst/>
          </a:prstGeom>
          <a:solidFill>
            <a:srgbClr val="54FFB3"/>
          </a:solidFill>
        </p:spPr>
        <p:txBody>
          <a:bodyPr wrap="square" anchor="ctr">
            <a:noAutofit/>
          </a:bodyPr>
          <a:lstStyle/>
          <a:p>
            <a:pPr algn="ctr"/>
            <a:r>
              <a:rPr lang="en-US" sz="1400"/>
              <a:t>Clearer autonomy</a:t>
            </a:r>
          </a:p>
        </p:txBody>
      </p:sp>
      <p:sp>
        <p:nvSpPr>
          <p:cNvPr id="54" name="ZoneTexte 53">
            <a:extLst>
              <a:ext uri="{FF2B5EF4-FFF2-40B4-BE49-F238E27FC236}">
                <a16:creationId xmlns:a16="http://schemas.microsoft.com/office/drawing/2014/main" id="{B3D912EA-E901-F0D6-8972-A68E794AD113}"/>
              </a:ext>
            </a:extLst>
          </p:cNvPr>
          <p:cNvSpPr txBox="1"/>
          <p:nvPr/>
        </p:nvSpPr>
        <p:spPr>
          <a:xfrm>
            <a:off x="297101" y="2636607"/>
            <a:ext cx="1703417" cy="839412"/>
          </a:xfrm>
          <a:prstGeom prst="rect">
            <a:avLst/>
          </a:prstGeom>
          <a:solidFill>
            <a:srgbClr val="54FFB3"/>
          </a:solidFill>
        </p:spPr>
        <p:txBody>
          <a:bodyPr wrap="square" anchor="ctr">
            <a:noAutofit/>
          </a:bodyPr>
          <a:lstStyle/>
          <a:p>
            <a:pPr algn="ctr"/>
            <a:r>
              <a:rPr lang="en-US" sz="1400"/>
              <a:t>Psychological safety</a:t>
            </a:r>
          </a:p>
        </p:txBody>
      </p:sp>
      <p:sp>
        <p:nvSpPr>
          <p:cNvPr id="55" name="ZoneTexte 54">
            <a:extLst>
              <a:ext uri="{FF2B5EF4-FFF2-40B4-BE49-F238E27FC236}">
                <a16:creationId xmlns:a16="http://schemas.microsoft.com/office/drawing/2014/main" id="{23289301-CA42-7C0E-758C-5B889BCFE6A5}"/>
              </a:ext>
            </a:extLst>
          </p:cNvPr>
          <p:cNvSpPr txBox="1"/>
          <p:nvPr/>
        </p:nvSpPr>
        <p:spPr>
          <a:xfrm>
            <a:off x="291771" y="3544406"/>
            <a:ext cx="1703417" cy="839412"/>
          </a:xfrm>
          <a:prstGeom prst="rect">
            <a:avLst/>
          </a:prstGeom>
          <a:solidFill>
            <a:srgbClr val="54FFB3"/>
          </a:solidFill>
        </p:spPr>
        <p:txBody>
          <a:bodyPr wrap="square" anchor="ctr">
            <a:noAutofit/>
          </a:bodyPr>
          <a:lstStyle/>
          <a:p>
            <a:pPr algn="ctr"/>
            <a:r>
              <a:rPr lang="en-US" sz="1400"/>
              <a:t>Speed of action</a:t>
            </a:r>
          </a:p>
        </p:txBody>
      </p:sp>
      <p:sp>
        <p:nvSpPr>
          <p:cNvPr id="56" name="ZoneTexte 55">
            <a:extLst>
              <a:ext uri="{FF2B5EF4-FFF2-40B4-BE49-F238E27FC236}">
                <a16:creationId xmlns:a16="http://schemas.microsoft.com/office/drawing/2014/main" id="{CA3162F4-C447-EEDD-A6F1-4E55E1453B87}"/>
              </a:ext>
            </a:extLst>
          </p:cNvPr>
          <p:cNvSpPr txBox="1"/>
          <p:nvPr/>
        </p:nvSpPr>
        <p:spPr>
          <a:xfrm>
            <a:off x="10415644" y="1869935"/>
            <a:ext cx="1703417" cy="839412"/>
          </a:xfrm>
          <a:prstGeom prst="rect">
            <a:avLst/>
          </a:prstGeom>
          <a:solidFill>
            <a:srgbClr val="54FFB3"/>
          </a:solidFill>
        </p:spPr>
        <p:txBody>
          <a:bodyPr wrap="square" anchor="ctr">
            <a:noAutofit/>
          </a:bodyPr>
          <a:lstStyle/>
          <a:p>
            <a:pPr algn="ctr"/>
            <a:r>
              <a:rPr lang="en-US" sz="1400"/>
              <a:t>Better relationships and coordination</a:t>
            </a:r>
          </a:p>
        </p:txBody>
      </p:sp>
      <p:sp>
        <p:nvSpPr>
          <p:cNvPr id="57" name="ZoneTexte 56">
            <a:extLst>
              <a:ext uri="{FF2B5EF4-FFF2-40B4-BE49-F238E27FC236}">
                <a16:creationId xmlns:a16="http://schemas.microsoft.com/office/drawing/2014/main" id="{F820C13D-9CC6-E351-B65C-125FFF897154}"/>
              </a:ext>
            </a:extLst>
          </p:cNvPr>
          <p:cNvSpPr txBox="1"/>
          <p:nvPr/>
        </p:nvSpPr>
        <p:spPr>
          <a:xfrm>
            <a:off x="10415644" y="2789847"/>
            <a:ext cx="1703417" cy="839412"/>
          </a:xfrm>
          <a:prstGeom prst="rect">
            <a:avLst/>
          </a:prstGeom>
          <a:solidFill>
            <a:srgbClr val="54FFB3"/>
          </a:solidFill>
        </p:spPr>
        <p:txBody>
          <a:bodyPr wrap="square" anchor="ctr">
            <a:noAutofit/>
          </a:bodyPr>
          <a:lstStyle/>
          <a:p>
            <a:pPr algn="ctr"/>
            <a:r>
              <a:rPr lang="en-US" sz="1400"/>
              <a:t>Better use of collective time</a:t>
            </a:r>
          </a:p>
        </p:txBody>
      </p:sp>
      <p:sp>
        <p:nvSpPr>
          <p:cNvPr id="58" name="ZoneTexte 57">
            <a:extLst>
              <a:ext uri="{FF2B5EF4-FFF2-40B4-BE49-F238E27FC236}">
                <a16:creationId xmlns:a16="http://schemas.microsoft.com/office/drawing/2014/main" id="{0066EE7D-767A-4015-5EC1-3BBD9B8B31E3}"/>
              </a:ext>
            </a:extLst>
          </p:cNvPr>
          <p:cNvSpPr txBox="1"/>
          <p:nvPr/>
        </p:nvSpPr>
        <p:spPr>
          <a:xfrm>
            <a:off x="10410314" y="3697646"/>
            <a:ext cx="1703417" cy="839412"/>
          </a:xfrm>
          <a:prstGeom prst="rect">
            <a:avLst/>
          </a:prstGeom>
          <a:solidFill>
            <a:srgbClr val="54FFB3"/>
          </a:solidFill>
        </p:spPr>
        <p:txBody>
          <a:bodyPr wrap="square" anchor="ctr">
            <a:noAutofit/>
          </a:bodyPr>
          <a:lstStyle/>
          <a:p>
            <a:pPr algn="ctr"/>
            <a:r>
              <a:rPr lang="en-US" sz="1400"/>
              <a:t>Greater opportunities for mutualization</a:t>
            </a:r>
          </a:p>
        </p:txBody>
      </p:sp>
    </p:spTree>
    <p:extLst>
      <p:ext uri="{BB962C8B-B14F-4D97-AF65-F5344CB8AC3E}">
        <p14:creationId xmlns:p14="http://schemas.microsoft.com/office/powerpoint/2010/main" val="352269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F1205B-CCF1-CE7F-C901-6CEF2A742138}"/>
              </a:ext>
            </a:extLst>
          </p:cNvPr>
          <p:cNvSpPr>
            <a:spLocks noGrp="1"/>
          </p:cNvSpPr>
          <p:nvPr>
            <p:ph type="title"/>
          </p:nvPr>
        </p:nvSpPr>
        <p:spPr/>
        <p:txBody>
          <a:bodyPr/>
          <a:lstStyle/>
          <a:p>
            <a:r>
              <a:rPr lang="en-US"/>
              <a:t>Display the IVCD Map differently</a:t>
            </a:r>
          </a:p>
        </p:txBody>
      </p:sp>
      <p:grpSp>
        <p:nvGrpSpPr>
          <p:cNvPr id="4" name="Groupe 3">
            <a:extLst>
              <a:ext uri="{FF2B5EF4-FFF2-40B4-BE49-F238E27FC236}">
                <a16:creationId xmlns:a16="http://schemas.microsoft.com/office/drawing/2014/main" id="{41E97FE5-593F-F93A-1807-1C961BBF1DBE}"/>
              </a:ext>
            </a:extLst>
          </p:cNvPr>
          <p:cNvGrpSpPr/>
          <p:nvPr/>
        </p:nvGrpSpPr>
        <p:grpSpPr>
          <a:xfrm>
            <a:off x="537022" y="3825464"/>
            <a:ext cx="3226026" cy="1614825"/>
            <a:chOff x="2071688" y="1690688"/>
            <a:chExt cx="9894887" cy="4953000"/>
          </a:xfrm>
        </p:grpSpPr>
        <p:grpSp>
          <p:nvGrpSpPr>
            <p:cNvPr id="5" name="Groupe 4">
              <a:extLst>
                <a:ext uri="{FF2B5EF4-FFF2-40B4-BE49-F238E27FC236}">
                  <a16:creationId xmlns:a16="http://schemas.microsoft.com/office/drawing/2014/main" id="{EB1687DC-1F0C-1FA4-11E2-BFADEDC29741}"/>
                </a:ext>
              </a:extLst>
            </p:cNvPr>
            <p:cNvGrpSpPr/>
            <p:nvPr/>
          </p:nvGrpSpPr>
          <p:grpSpPr>
            <a:xfrm>
              <a:off x="3333750" y="1690688"/>
              <a:ext cx="6959600" cy="4953000"/>
              <a:chOff x="2425700" y="1690688"/>
              <a:chExt cx="6959600" cy="4953000"/>
            </a:xfrm>
          </p:grpSpPr>
          <p:sp>
            <p:nvSpPr>
              <p:cNvPr id="16" name="Ellipse 15">
                <a:extLst>
                  <a:ext uri="{FF2B5EF4-FFF2-40B4-BE49-F238E27FC236}">
                    <a16:creationId xmlns:a16="http://schemas.microsoft.com/office/drawing/2014/main" id="{FEDB9602-CB9B-199F-B63E-07DF463D4C5A}"/>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
              </a:p>
            </p:txBody>
          </p:sp>
          <p:sp>
            <p:nvSpPr>
              <p:cNvPr id="17" name="Ellipse 16">
                <a:extLst>
                  <a:ext uri="{FF2B5EF4-FFF2-40B4-BE49-F238E27FC236}">
                    <a16:creationId xmlns:a16="http://schemas.microsoft.com/office/drawing/2014/main" id="{6CEB2795-1996-C2D3-156F-3B0F5467F3BB}"/>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
              </a:p>
            </p:txBody>
          </p:sp>
        </p:grpSp>
        <p:sp>
          <p:nvSpPr>
            <p:cNvPr id="6" name="ZoneTexte 5">
              <a:extLst>
                <a:ext uri="{FF2B5EF4-FFF2-40B4-BE49-F238E27FC236}">
                  <a16:creationId xmlns:a16="http://schemas.microsoft.com/office/drawing/2014/main" id="{28D4488A-5B3D-8244-C22D-36176A1E78F3}"/>
                </a:ext>
              </a:extLst>
            </p:cNvPr>
            <p:cNvSpPr txBox="1"/>
            <p:nvPr/>
          </p:nvSpPr>
          <p:spPr>
            <a:xfrm>
              <a:off x="2071688" y="1690688"/>
              <a:ext cx="1673225" cy="849613"/>
            </a:xfrm>
            <a:prstGeom prst="rect">
              <a:avLst/>
            </a:prstGeom>
            <a:noFill/>
          </p:spPr>
          <p:txBody>
            <a:bodyPr wrap="square">
              <a:spAutoFit/>
            </a:bodyPr>
            <a:lstStyle/>
            <a:p>
              <a:pPr algn="ctr"/>
              <a:r>
                <a:rPr lang="en-US" sz="400" b="1">
                  <a:solidFill>
                    <a:srgbClr val="ED7D31"/>
                  </a:solidFill>
                </a:rPr>
                <a:t>Decisions that are best made alone</a:t>
              </a:r>
              <a:endParaRPr lang="en-US" sz="400">
                <a:solidFill>
                  <a:srgbClr val="ED7D31"/>
                </a:solidFill>
              </a:endParaRPr>
            </a:p>
          </p:txBody>
        </p:sp>
        <p:sp>
          <p:nvSpPr>
            <p:cNvPr id="7" name="ZoneTexte 6">
              <a:extLst>
                <a:ext uri="{FF2B5EF4-FFF2-40B4-BE49-F238E27FC236}">
                  <a16:creationId xmlns:a16="http://schemas.microsoft.com/office/drawing/2014/main" id="{B98359B4-5E66-F45D-E33B-184CCC8D8764}"/>
                </a:ext>
              </a:extLst>
            </p:cNvPr>
            <p:cNvSpPr txBox="1"/>
            <p:nvPr/>
          </p:nvSpPr>
          <p:spPr>
            <a:xfrm>
              <a:off x="10293350" y="1690688"/>
              <a:ext cx="1673225" cy="1038415"/>
            </a:xfrm>
            <a:prstGeom prst="rect">
              <a:avLst/>
            </a:prstGeom>
            <a:noFill/>
          </p:spPr>
          <p:txBody>
            <a:bodyPr wrap="square">
              <a:spAutoFit/>
            </a:bodyPr>
            <a:lstStyle/>
            <a:p>
              <a:pPr algn="ctr"/>
              <a:r>
                <a:rPr lang="en-US" sz="400" b="1">
                  <a:solidFill>
                    <a:srgbClr val="3494BA"/>
                  </a:solidFill>
                </a:rPr>
                <a:t>Decisions that are best and agreed upon as a group</a:t>
              </a:r>
              <a:endParaRPr lang="en-US" sz="400">
                <a:solidFill>
                  <a:srgbClr val="3494BA"/>
                </a:solidFill>
              </a:endParaRPr>
            </a:p>
          </p:txBody>
        </p:sp>
        <p:sp>
          <p:nvSpPr>
            <p:cNvPr id="8" name="ZoneTexte 7">
              <a:extLst>
                <a:ext uri="{FF2B5EF4-FFF2-40B4-BE49-F238E27FC236}">
                  <a16:creationId xmlns:a16="http://schemas.microsoft.com/office/drawing/2014/main" id="{C08C9F4F-9470-04BE-2884-5BCC69822827}"/>
                </a:ext>
              </a:extLst>
            </p:cNvPr>
            <p:cNvSpPr txBox="1"/>
            <p:nvPr/>
          </p:nvSpPr>
          <p:spPr>
            <a:xfrm>
              <a:off x="6096001" y="2106187"/>
              <a:ext cx="1401765" cy="849613"/>
            </a:xfrm>
            <a:prstGeom prst="rect">
              <a:avLst/>
            </a:prstGeom>
            <a:noFill/>
          </p:spPr>
          <p:txBody>
            <a:bodyPr wrap="square">
              <a:spAutoFit/>
            </a:bodyPr>
            <a:lstStyle/>
            <a:p>
              <a:pPr algn="ctr"/>
              <a:r>
                <a:rPr lang="en-US" sz="400" b="1">
                  <a:solidFill>
                    <a:schemeClr val="bg1">
                      <a:lumMod val="50000"/>
                    </a:schemeClr>
                  </a:solidFill>
                </a:rPr>
                <a:t>Grey area (case by case)</a:t>
              </a:r>
              <a:endParaRPr lang="en-US" sz="400">
                <a:solidFill>
                  <a:schemeClr val="bg1">
                    <a:lumMod val="50000"/>
                  </a:schemeClr>
                </a:solidFill>
              </a:endParaRPr>
            </a:p>
          </p:txBody>
        </p:sp>
        <p:sp>
          <p:nvSpPr>
            <p:cNvPr id="9" name="ZoneTexte 8">
              <a:extLst>
                <a:ext uri="{FF2B5EF4-FFF2-40B4-BE49-F238E27FC236}">
                  <a16:creationId xmlns:a16="http://schemas.microsoft.com/office/drawing/2014/main" id="{2CA87D51-B0A6-BACB-D19A-C2E9E61B1BD2}"/>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en-US" sz="200"/>
            </a:p>
          </p:txBody>
        </p:sp>
        <p:sp>
          <p:nvSpPr>
            <p:cNvPr id="10" name="ZoneTexte 9">
              <a:extLst>
                <a:ext uri="{FF2B5EF4-FFF2-40B4-BE49-F238E27FC236}">
                  <a16:creationId xmlns:a16="http://schemas.microsoft.com/office/drawing/2014/main" id="{5D75CEF7-9988-15EA-9F7C-122B7ED4D45D}"/>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en-US" sz="200"/>
            </a:p>
          </p:txBody>
        </p:sp>
        <p:sp>
          <p:nvSpPr>
            <p:cNvPr id="11" name="ZoneTexte 10">
              <a:extLst>
                <a:ext uri="{FF2B5EF4-FFF2-40B4-BE49-F238E27FC236}">
                  <a16:creationId xmlns:a16="http://schemas.microsoft.com/office/drawing/2014/main" id="{DBA85B43-663A-CF46-28EF-3990A48DDE76}"/>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en-US" sz="200"/>
            </a:p>
          </p:txBody>
        </p:sp>
        <p:sp>
          <p:nvSpPr>
            <p:cNvPr id="12" name="ZoneTexte 11">
              <a:extLst>
                <a:ext uri="{FF2B5EF4-FFF2-40B4-BE49-F238E27FC236}">
                  <a16:creationId xmlns:a16="http://schemas.microsoft.com/office/drawing/2014/main" id="{2647EE0E-5D1D-719E-8024-AEE508279A33}"/>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en-US" sz="200"/>
            </a:p>
          </p:txBody>
        </p:sp>
        <p:sp>
          <p:nvSpPr>
            <p:cNvPr id="13" name="ZoneTexte 12">
              <a:extLst>
                <a:ext uri="{FF2B5EF4-FFF2-40B4-BE49-F238E27FC236}">
                  <a16:creationId xmlns:a16="http://schemas.microsoft.com/office/drawing/2014/main" id="{7676522E-8782-3DD3-8DE0-21C61FEEA679}"/>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en-US" sz="200"/>
            </a:p>
          </p:txBody>
        </p:sp>
        <p:sp>
          <p:nvSpPr>
            <p:cNvPr id="14" name="ZoneTexte 13">
              <a:extLst>
                <a:ext uri="{FF2B5EF4-FFF2-40B4-BE49-F238E27FC236}">
                  <a16:creationId xmlns:a16="http://schemas.microsoft.com/office/drawing/2014/main" id="{D8048D04-D16E-408E-1022-EA283B765164}"/>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en-US" sz="200"/>
            </a:p>
          </p:txBody>
        </p:sp>
        <p:sp>
          <p:nvSpPr>
            <p:cNvPr id="15" name="ZoneTexte 14">
              <a:extLst>
                <a:ext uri="{FF2B5EF4-FFF2-40B4-BE49-F238E27FC236}">
                  <a16:creationId xmlns:a16="http://schemas.microsoft.com/office/drawing/2014/main" id="{F613D041-4AEF-8A9C-0C18-58B4D72846BF}"/>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en-US" sz="200"/>
            </a:p>
          </p:txBody>
        </p:sp>
      </p:grpSp>
      <p:sp>
        <p:nvSpPr>
          <p:cNvPr id="18" name="Espace réservé du contenu 2">
            <a:extLst>
              <a:ext uri="{FF2B5EF4-FFF2-40B4-BE49-F238E27FC236}">
                <a16:creationId xmlns:a16="http://schemas.microsoft.com/office/drawing/2014/main" id="{7A0454FB-1561-4C99-C00C-66260E5DFEFB}"/>
              </a:ext>
            </a:extLst>
          </p:cNvPr>
          <p:cNvSpPr>
            <a:spLocks noGrp="1"/>
          </p:cNvSpPr>
          <p:nvPr>
            <p:ph idx="1"/>
          </p:nvPr>
        </p:nvSpPr>
        <p:spPr>
          <a:xfrm>
            <a:off x="964009" y="1751599"/>
            <a:ext cx="8156510" cy="1033655"/>
          </a:xfrm>
        </p:spPr>
        <p:txBody>
          <a:bodyPr>
            <a:normAutofit fontScale="85000" lnSpcReduction="20000"/>
          </a:bodyPr>
          <a:lstStyle/>
          <a:p>
            <a:pPr marL="0" indent="0">
              <a:buNone/>
            </a:pPr>
            <a:r>
              <a:rPr lang="en-US" sz="1800"/>
              <a:t>The IVCD Map has a particular visual presentation (two intersecting circles) that facilitates its use in visual workshops. The content can be presented differently according to individual preferences and situations.</a:t>
            </a:r>
          </a:p>
          <a:p>
            <a:pPr marL="0" indent="0">
              <a:buNone/>
            </a:pPr>
            <a:r>
              <a:rPr lang="en-US" sz="1800"/>
              <a:t>There is no need to force one format or the other, despite the name "MAP". The important thing is to find an effective display format for presenting the information</a:t>
            </a:r>
          </a:p>
        </p:txBody>
      </p:sp>
      <p:grpSp>
        <p:nvGrpSpPr>
          <p:cNvPr id="19" name="Groupe 18">
            <a:extLst>
              <a:ext uri="{FF2B5EF4-FFF2-40B4-BE49-F238E27FC236}">
                <a16:creationId xmlns:a16="http://schemas.microsoft.com/office/drawing/2014/main" id="{7996A599-8869-BED1-5A16-98DAE6DF498D}"/>
              </a:ext>
            </a:extLst>
          </p:cNvPr>
          <p:cNvGrpSpPr/>
          <p:nvPr/>
        </p:nvGrpSpPr>
        <p:grpSpPr>
          <a:xfrm>
            <a:off x="764328" y="4142109"/>
            <a:ext cx="3083510" cy="240820"/>
            <a:chOff x="2625638" y="2891017"/>
            <a:chExt cx="9515562" cy="728521"/>
          </a:xfrm>
        </p:grpSpPr>
        <p:pic>
          <p:nvPicPr>
            <p:cNvPr id="20" name="Graphique 19" descr="Homme portant un sweat à capuche">
              <a:extLst>
                <a:ext uri="{FF2B5EF4-FFF2-40B4-BE49-F238E27FC236}">
                  <a16:creationId xmlns:a16="http://schemas.microsoft.com/office/drawing/2014/main" id="{08CD1166-7C92-C938-02CB-FE57FA764CB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21" name="Graphique 20" descr="Homme portant un sweat à capuche">
              <a:extLst>
                <a:ext uri="{FF2B5EF4-FFF2-40B4-BE49-F238E27FC236}">
                  <a16:creationId xmlns:a16="http://schemas.microsoft.com/office/drawing/2014/main" id="{552ED170-A330-28AC-85D2-1B8C014D0BB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25638" y="2891017"/>
              <a:ext cx="387523" cy="522438"/>
            </a:xfrm>
            <a:prstGeom prst="rect">
              <a:avLst/>
            </a:prstGeom>
          </p:spPr>
        </p:pic>
        <p:pic>
          <p:nvPicPr>
            <p:cNvPr id="22" name="Graphique 21" descr="Femme avec bras prothétique">
              <a:extLst>
                <a:ext uri="{FF2B5EF4-FFF2-40B4-BE49-F238E27FC236}">
                  <a16:creationId xmlns:a16="http://schemas.microsoft.com/office/drawing/2014/main" id="{938D127A-C10A-1BB0-38C2-CC97D49F682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23" name="Graphique 22" descr="Homme barbu en peignoir">
              <a:extLst>
                <a:ext uri="{FF2B5EF4-FFF2-40B4-BE49-F238E27FC236}">
                  <a16:creationId xmlns:a16="http://schemas.microsoft.com/office/drawing/2014/main" id="{C01A241C-F2DB-A65F-F165-334230277A5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24" name="Graphique 23" descr="Femme tenant un ordinateur portable">
              <a:extLst>
                <a:ext uri="{FF2B5EF4-FFF2-40B4-BE49-F238E27FC236}">
                  <a16:creationId xmlns:a16="http://schemas.microsoft.com/office/drawing/2014/main" id="{B8A4D54B-2169-0981-EEA1-1E080D0DB392}"/>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grpSp>
      <p:graphicFrame>
        <p:nvGraphicFramePr>
          <p:cNvPr id="25" name="Tableau 25">
            <a:extLst>
              <a:ext uri="{FF2B5EF4-FFF2-40B4-BE49-F238E27FC236}">
                <a16:creationId xmlns:a16="http://schemas.microsoft.com/office/drawing/2014/main" id="{CD85EA0D-FDBB-F3A7-EFD9-85549F70A6AD}"/>
              </a:ext>
            </a:extLst>
          </p:cNvPr>
          <p:cNvGraphicFramePr>
            <a:graphicFrameLocks noGrp="1"/>
          </p:cNvGraphicFramePr>
          <p:nvPr>
            <p:extLst>
              <p:ext uri="{D42A27DB-BD31-4B8C-83A1-F6EECF244321}">
                <p14:modId xmlns:p14="http://schemas.microsoft.com/office/powerpoint/2010/main" val="3475419798"/>
              </p:ext>
            </p:extLst>
          </p:nvPr>
        </p:nvGraphicFramePr>
        <p:xfrm>
          <a:off x="4942980" y="3973832"/>
          <a:ext cx="2898552" cy="999280"/>
        </p:xfrm>
        <a:graphic>
          <a:graphicData uri="http://schemas.openxmlformats.org/drawingml/2006/table">
            <a:tbl>
              <a:tblPr firstRow="1" bandRow="1">
                <a:tableStyleId>{5C22544A-7EE6-4342-B048-85BDC9FD1C3A}</a:tableStyleId>
              </a:tblPr>
              <a:tblGrid>
                <a:gridCol w="966184">
                  <a:extLst>
                    <a:ext uri="{9D8B030D-6E8A-4147-A177-3AD203B41FA5}">
                      <a16:colId xmlns:a16="http://schemas.microsoft.com/office/drawing/2014/main" val="202539309"/>
                    </a:ext>
                  </a:extLst>
                </a:gridCol>
                <a:gridCol w="966184">
                  <a:extLst>
                    <a:ext uri="{9D8B030D-6E8A-4147-A177-3AD203B41FA5}">
                      <a16:colId xmlns:a16="http://schemas.microsoft.com/office/drawing/2014/main" val="3873720868"/>
                    </a:ext>
                  </a:extLst>
                </a:gridCol>
                <a:gridCol w="966184">
                  <a:extLst>
                    <a:ext uri="{9D8B030D-6E8A-4147-A177-3AD203B41FA5}">
                      <a16:colId xmlns:a16="http://schemas.microsoft.com/office/drawing/2014/main" val="184706590"/>
                    </a:ext>
                  </a:extLst>
                </a:gridCol>
              </a:tblGrid>
              <a:tr h="338109">
                <a:tc>
                  <a:txBody>
                    <a:bodyPr/>
                    <a:lstStyle/>
                    <a:p>
                      <a:r>
                        <a:rPr lang="fr-FR" sz="1100"/>
                        <a:t>In full autonomy</a:t>
                      </a:r>
                    </a:p>
                  </a:txBody>
                  <a:tcPr>
                    <a:solidFill>
                      <a:schemeClr val="accent2"/>
                    </a:solidFill>
                  </a:tcPr>
                </a:tc>
                <a:tc>
                  <a:txBody>
                    <a:bodyPr/>
                    <a:lstStyle/>
                    <a:p>
                      <a:r>
                        <a:rPr lang="fr-FR" sz="1100"/>
                        <a:t>Case by case</a:t>
                      </a:r>
                    </a:p>
                  </a:txBody>
                  <a:tcPr>
                    <a:solidFill>
                      <a:schemeClr val="bg1">
                        <a:lumMod val="50000"/>
                      </a:schemeClr>
                    </a:solidFill>
                  </a:tcPr>
                </a:tc>
                <a:tc>
                  <a:txBody>
                    <a:bodyPr/>
                    <a:lstStyle/>
                    <a:p>
                      <a:r>
                        <a:rPr lang="fr-FR" sz="1100"/>
                        <a:t>Collective decision</a:t>
                      </a:r>
                    </a:p>
                  </a:txBody>
                  <a:tcPr/>
                </a:tc>
                <a:extLst>
                  <a:ext uri="{0D108BD9-81ED-4DB2-BD59-A6C34878D82A}">
                    <a16:rowId xmlns:a16="http://schemas.microsoft.com/office/drawing/2014/main" val="311288095"/>
                  </a:ext>
                </a:extLst>
              </a:tr>
              <a:tr h="572560">
                <a:tc>
                  <a:txBody>
                    <a:bodyPr/>
                    <a:lstStyle/>
                    <a:p>
                      <a:pPr marL="171450" indent="-171450">
                        <a:buFont typeface="Arial" panose="020B0604020202020204" pitchFamily="34" charset="0"/>
                        <a:buChar char="•"/>
                      </a:pPr>
                      <a:r>
                        <a:rPr lang="fr-FR" sz="1100"/>
                        <a:t>Lorem</a:t>
                      </a:r>
                    </a:p>
                    <a:p>
                      <a:pPr marL="171450" indent="-171450">
                        <a:buFont typeface="Arial" panose="020B0604020202020204" pitchFamily="34" charset="0"/>
                        <a:buChar char="•"/>
                      </a:pPr>
                      <a:r>
                        <a:rPr lang="fr-FR" sz="1100"/>
                        <a:t>Ipsum</a:t>
                      </a:r>
                    </a:p>
                  </a:txBody>
                  <a:tcPr>
                    <a:solidFill>
                      <a:schemeClr val="accent2">
                        <a:lumMod val="20000"/>
                        <a:lumOff val="80000"/>
                      </a:schemeClr>
                    </a:solidFill>
                  </a:tcPr>
                </a:tc>
                <a:tc>
                  <a:txBody>
                    <a:bodyPr/>
                    <a:lstStyle/>
                    <a:p>
                      <a:pPr marL="171450" indent="-171450">
                        <a:buFont typeface="Arial" panose="020B0604020202020204" pitchFamily="34" charset="0"/>
                        <a:buChar char="•"/>
                      </a:pPr>
                      <a:r>
                        <a:rPr lang="fr-FR" sz="1100"/>
                        <a:t>Lorem</a:t>
                      </a:r>
                    </a:p>
                    <a:p>
                      <a:pPr marL="171450" indent="-171450">
                        <a:buFont typeface="Arial" panose="020B0604020202020204" pitchFamily="34" charset="0"/>
                        <a:buChar char="•"/>
                      </a:pPr>
                      <a:r>
                        <a:rPr lang="fr-FR" sz="1100"/>
                        <a:t>Ipsum</a:t>
                      </a:r>
                    </a:p>
                  </a:txBody>
                  <a:tcPr>
                    <a:solidFill>
                      <a:schemeClr val="bg1">
                        <a:lumMod val="85000"/>
                      </a:schemeClr>
                    </a:solidFill>
                  </a:tcPr>
                </a:tc>
                <a:tc>
                  <a:txBody>
                    <a:bodyPr/>
                    <a:lstStyle/>
                    <a:p>
                      <a:pPr marL="171450" indent="-171450">
                        <a:buFont typeface="Arial" panose="020B0604020202020204" pitchFamily="34" charset="0"/>
                        <a:buChar char="•"/>
                      </a:pPr>
                      <a:r>
                        <a:rPr lang="fr-FR" sz="1100"/>
                        <a:t>Lorem</a:t>
                      </a:r>
                    </a:p>
                    <a:p>
                      <a:pPr marL="171450" indent="-171450">
                        <a:buFont typeface="Arial" panose="020B0604020202020204" pitchFamily="34" charset="0"/>
                        <a:buChar char="•"/>
                      </a:pPr>
                      <a:r>
                        <a:rPr lang="fr-FR" sz="1100"/>
                        <a:t>Ipsum</a:t>
                      </a:r>
                    </a:p>
                  </a:txBody>
                  <a:tcPr/>
                </a:tc>
                <a:extLst>
                  <a:ext uri="{0D108BD9-81ED-4DB2-BD59-A6C34878D82A}">
                    <a16:rowId xmlns:a16="http://schemas.microsoft.com/office/drawing/2014/main" val="2549662727"/>
                  </a:ext>
                </a:extLst>
              </a:tr>
            </a:tbl>
          </a:graphicData>
        </a:graphic>
      </p:graphicFrame>
      <p:pic>
        <p:nvPicPr>
          <p:cNvPr id="27" name="Graphique 26" descr="Homme portant un sweat à capuche">
            <a:extLst>
              <a:ext uri="{FF2B5EF4-FFF2-40B4-BE49-F238E27FC236}">
                <a16:creationId xmlns:a16="http://schemas.microsoft.com/office/drawing/2014/main" id="{B8FA1924-369F-9A9B-34BC-41A5E376737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167734" y="3705345"/>
            <a:ext cx="125577" cy="172697"/>
          </a:xfrm>
          <a:prstGeom prst="rect">
            <a:avLst/>
          </a:prstGeom>
        </p:spPr>
      </p:pic>
      <p:pic>
        <p:nvPicPr>
          <p:cNvPr id="28" name="Graphique 27" descr="Homme portant un sweat à capuche">
            <a:extLst>
              <a:ext uri="{FF2B5EF4-FFF2-40B4-BE49-F238E27FC236}">
                <a16:creationId xmlns:a16="http://schemas.microsoft.com/office/drawing/2014/main" id="{F8036509-6D81-F81F-5D7E-2405EAFDEB5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291103" y="3710522"/>
            <a:ext cx="125577" cy="172697"/>
          </a:xfrm>
          <a:prstGeom prst="rect">
            <a:avLst/>
          </a:prstGeom>
        </p:spPr>
      </p:pic>
      <p:pic>
        <p:nvPicPr>
          <p:cNvPr id="29" name="Graphique 28" descr="Femme avec bras prothétique">
            <a:extLst>
              <a:ext uri="{FF2B5EF4-FFF2-40B4-BE49-F238E27FC236}">
                <a16:creationId xmlns:a16="http://schemas.microsoft.com/office/drawing/2014/main" id="{B1642C41-2880-B939-1D3F-85DF672D20CC}"/>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296863" y="3702504"/>
            <a:ext cx="156339" cy="167455"/>
          </a:xfrm>
          <a:prstGeom prst="rect">
            <a:avLst/>
          </a:prstGeom>
        </p:spPr>
      </p:pic>
      <p:pic>
        <p:nvPicPr>
          <p:cNvPr id="30" name="Graphique 29" descr="Homme barbu en peignoir">
            <a:extLst>
              <a:ext uri="{FF2B5EF4-FFF2-40B4-BE49-F238E27FC236}">
                <a16:creationId xmlns:a16="http://schemas.microsoft.com/office/drawing/2014/main" id="{4D290C4C-BCC0-B25C-1FDA-306D2B773DE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027300" y="3702504"/>
            <a:ext cx="136882" cy="175537"/>
          </a:xfrm>
          <a:prstGeom prst="rect">
            <a:avLst/>
          </a:prstGeom>
        </p:spPr>
      </p:pic>
      <p:pic>
        <p:nvPicPr>
          <p:cNvPr id="31" name="Graphique 30" descr="Femme tenant un ordinateur portable">
            <a:extLst>
              <a:ext uri="{FF2B5EF4-FFF2-40B4-BE49-F238E27FC236}">
                <a16:creationId xmlns:a16="http://schemas.microsoft.com/office/drawing/2014/main" id="{6837C080-EE82-F75A-6174-9D3DEBEA8A48}"/>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449650" y="3710587"/>
            <a:ext cx="161565" cy="167455"/>
          </a:xfrm>
          <a:prstGeom prst="rect">
            <a:avLst/>
          </a:prstGeom>
        </p:spPr>
      </p:pic>
      <p:pic>
        <p:nvPicPr>
          <p:cNvPr id="33" name="Graphique 32" descr="Point d’interrogation avec un remplissage uni">
            <a:extLst>
              <a:ext uri="{FF2B5EF4-FFF2-40B4-BE49-F238E27FC236}">
                <a16:creationId xmlns:a16="http://schemas.microsoft.com/office/drawing/2014/main" id="{A723A30F-3B8C-7108-3A2A-A256872C40F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153488" y="3465007"/>
            <a:ext cx="404952" cy="404952"/>
          </a:xfrm>
          <a:prstGeom prst="rect">
            <a:avLst/>
          </a:prstGeom>
        </p:spPr>
      </p:pic>
      <p:sp>
        <p:nvSpPr>
          <p:cNvPr id="34" name="Espace réservé du contenu 2">
            <a:extLst>
              <a:ext uri="{FF2B5EF4-FFF2-40B4-BE49-F238E27FC236}">
                <a16:creationId xmlns:a16="http://schemas.microsoft.com/office/drawing/2014/main" id="{04F5F7FF-AE23-6384-6AC3-2E569C48D3C1}"/>
              </a:ext>
            </a:extLst>
          </p:cNvPr>
          <p:cNvSpPr txBox="1">
            <a:spLocks/>
          </p:cNvSpPr>
          <p:nvPr/>
        </p:nvSpPr>
        <p:spPr>
          <a:xfrm>
            <a:off x="9529605" y="3196245"/>
            <a:ext cx="2130222" cy="220591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800"/>
              <a:t>In full autonomy</a:t>
            </a:r>
          </a:p>
          <a:p>
            <a:r>
              <a:rPr lang="en-US" sz="800"/>
              <a:t>Lorem Ipsum</a:t>
            </a:r>
          </a:p>
          <a:p>
            <a:r>
              <a:rPr lang="en-US" sz="800"/>
              <a:t>Lorem Ipsum</a:t>
            </a:r>
          </a:p>
          <a:p>
            <a:endParaRPr lang="en-US" sz="800"/>
          </a:p>
          <a:p>
            <a:pPr marL="0" indent="0">
              <a:buNone/>
            </a:pPr>
            <a:r>
              <a:rPr lang="en-US" sz="800"/>
              <a:t>Case by case  </a:t>
            </a:r>
          </a:p>
          <a:p>
            <a:r>
              <a:rPr lang="en-US" sz="800"/>
              <a:t>Lorem Ipsum</a:t>
            </a:r>
          </a:p>
          <a:p>
            <a:r>
              <a:rPr lang="en-US" sz="800"/>
              <a:t>Lorem Ipsum</a:t>
            </a:r>
          </a:p>
          <a:p>
            <a:pPr marL="0" indent="0">
              <a:buNone/>
            </a:pPr>
            <a:endParaRPr lang="en-US" sz="800"/>
          </a:p>
          <a:p>
            <a:pPr marL="0" indent="0">
              <a:buNone/>
            </a:pPr>
            <a:r>
              <a:rPr lang="en-US" sz="800"/>
              <a:t>Collective decisions  </a:t>
            </a:r>
          </a:p>
          <a:p>
            <a:r>
              <a:rPr lang="en-US" sz="800"/>
              <a:t>Lorem Ipsum</a:t>
            </a:r>
          </a:p>
          <a:p>
            <a:r>
              <a:rPr lang="en-US" sz="800"/>
              <a:t>Lorem Ipsum</a:t>
            </a:r>
          </a:p>
          <a:p>
            <a:pPr marL="0" indent="0">
              <a:buFont typeface="Arial" panose="020B0604020202020204" pitchFamily="34" charset="0"/>
              <a:buNone/>
            </a:pPr>
            <a:endParaRPr lang="en-US" sz="800"/>
          </a:p>
          <a:p>
            <a:pPr marL="0" indent="0">
              <a:buFont typeface="Arial" panose="020B0604020202020204" pitchFamily="34" charset="0"/>
              <a:buNone/>
            </a:pPr>
            <a:endParaRPr lang="en-US" sz="800"/>
          </a:p>
        </p:txBody>
      </p:sp>
      <p:sp>
        <p:nvSpPr>
          <p:cNvPr id="35" name="ZoneTexte 34">
            <a:extLst>
              <a:ext uri="{FF2B5EF4-FFF2-40B4-BE49-F238E27FC236}">
                <a16:creationId xmlns:a16="http://schemas.microsoft.com/office/drawing/2014/main" id="{0DA266AF-752C-C56A-745C-3ED4EA2A0E7D}"/>
              </a:ext>
            </a:extLst>
          </p:cNvPr>
          <p:cNvSpPr txBox="1"/>
          <p:nvPr/>
        </p:nvSpPr>
        <p:spPr>
          <a:xfrm>
            <a:off x="1112521" y="5752049"/>
            <a:ext cx="1770003" cy="369332"/>
          </a:xfrm>
          <a:prstGeom prst="rect">
            <a:avLst/>
          </a:prstGeom>
          <a:noFill/>
        </p:spPr>
        <p:txBody>
          <a:bodyPr wrap="square">
            <a:spAutoFit/>
          </a:bodyPr>
          <a:lstStyle/>
          <a:p>
            <a:pPr algn="ctr"/>
            <a:r>
              <a:rPr lang="en-US" b="1"/>
              <a:t>2 CIRCLES VIEW</a:t>
            </a:r>
            <a:endParaRPr lang="en-US"/>
          </a:p>
        </p:txBody>
      </p:sp>
      <p:sp>
        <p:nvSpPr>
          <p:cNvPr id="36" name="ZoneTexte 35">
            <a:extLst>
              <a:ext uri="{FF2B5EF4-FFF2-40B4-BE49-F238E27FC236}">
                <a16:creationId xmlns:a16="http://schemas.microsoft.com/office/drawing/2014/main" id="{050A9F87-1540-1106-8244-CA2F45BD8470}"/>
              </a:ext>
            </a:extLst>
          </p:cNvPr>
          <p:cNvSpPr txBox="1"/>
          <p:nvPr/>
        </p:nvSpPr>
        <p:spPr>
          <a:xfrm>
            <a:off x="5450834" y="5752048"/>
            <a:ext cx="1770003" cy="369332"/>
          </a:xfrm>
          <a:prstGeom prst="rect">
            <a:avLst/>
          </a:prstGeom>
          <a:noFill/>
        </p:spPr>
        <p:txBody>
          <a:bodyPr wrap="square">
            <a:spAutoFit/>
          </a:bodyPr>
          <a:lstStyle/>
          <a:p>
            <a:pPr algn="ctr"/>
            <a:r>
              <a:rPr lang="en-US" b="1"/>
              <a:t>TABLE VIEW</a:t>
            </a:r>
            <a:endParaRPr lang="en-US"/>
          </a:p>
        </p:txBody>
      </p:sp>
      <p:sp>
        <p:nvSpPr>
          <p:cNvPr id="37" name="ZoneTexte 36">
            <a:extLst>
              <a:ext uri="{FF2B5EF4-FFF2-40B4-BE49-F238E27FC236}">
                <a16:creationId xmlns:a16="http://schemas.microsoft.com/office/drawing/2014/main" id="{E6399FA1-1465-A495-BC89-986B2360DAC2}"/>
              </a:ext>
            </a:extLst>
          </p:cNvPr>
          <p:cNvSpPr txBox="1"/>
          <p:nvPr/>
        </p:nvSpPr>
        <p:spPr>
          <a:xfrm>
            <a:off x="9120519" y="5752048"/>
            <a:ext cx="1770003" cy="369332"/>
          </a:xfrm>
          <a:prstGeom prst="rect">
            <a:avLst/>
          </a:prstGeom>
          <a:noFill/>
        </p:spPr>
        <p:txBody>
          <a:bodyPr wrap="square">
            <a:spAutoFit/>
          </a:bodyPr>
          <a:lstStyle/>
          <a:p>
            <a:pPr algn="ctr"/>
            <a:r>
              <a:rPr lang="en-US" b="1"/>
              <a:t>TEXT VIEW</a:t>
            </a:r>
            <a:endParaRPr lang="en-US"/>
          </a:p>
        </p:txBody>
      </p:sp>
    </p:spTree>
    <p:extLst>
      <p:ext uri="{BB962C8B-B14F-4D97-AF65-F5344CB8AC3E}">
        <p14:creationId xmlns:p14="http://schemas.microsoft.com/office/powerpoint/2010/main" val="3343136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en-US"/>
              <a:t>Using the IVCD Map as a team workshop</a:t>
            </a: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6486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C45EC8-0CA8-4F50-B79E-7B5F658CF734}"/>
              </a:ext>
            </a:extLst>
          </p:cNvPr>
          <p:cNvSpPr>
            <a:spLocks noGrp="1"/>
          </p:cNvSpPr>
          <p:nvPr>
            <p:ph type="title"/>
          </p:nvPr>
        </p:nvSpPr>
        <p:spPr/>
        <p:txBody>
          <a:bodyPr>
            <a:normAutofit/>
          </a:bodyPr>
          <a:lstStyle/>
          <a:p>
            <a:r>
              <a:rPr lang="en-US" sz="3200"/>
              <a:t>This workshop follows </a:t>
            </a:r>
            <a:r>
              <a:rPr lang="en-US" sz="3200" b="1"/>
              <a:t>#OpenSeriousGame</a:t>
            </a:r>
            <a:r>
              <a:rPr lang="en-US" sz="3200"/>
              <a:t> recommendations</a:t>
            </a:r>
          </a:p>
        </p:txBody>
      </p:sp>
      <p:sp>
        <p:nvSpPr>
          <p:cNvPr id="3" name="Espace réservé du contenu 2">
            <a:extLst>
              <a:ext uri="{FF2B5EF4-FFF2-40B4-BE49-F238E27FC236}">
                <a16:creationId xmlns:a16="http://schemas.microsoft.com/office/drawing/2014/main" id="{9121A52E-EB2B-4E34-8070-8BCF5D5ECAFC}"/>
              </a:ext>
            </a:extLst>
          </p:cNvPr>
          <p:cNvSpPr>
            <a:spLocks noGrp="1"/>
          </p:cNvSpPr>
          <p:nvPr>
            <p:ph idx="1"/>
          </p:nvPr>
        </p:nvSpPr>
        <p:spPr>
          <a:xfrm>
            <a:off x="1841874" y="2141537"/>
            <a:ext cx="5438313" cy="4351338"/>
          </a:xfrm>
        </p:spPr>
        <p:txBody>
          <a:bodyPr>
            <a:normAutofit lnSpcReduction="10000"/>
          </a:bodyPr>
          <a:lstStyle/>
          <a:p>
            <a:pPr marL="0" indent="0">
              <a:buNone/>
            </a:pPr>
            <a:r>
              <a:rPr lang="en-US" i="1"/>
              <a:t>It is made so that you can transmit it after playing it</a:t>
            </a:r>
          </a:p>
          <a:p>
            <a:pPr marL="0" indent="0">
              <a:buNone/>
            </a:pPr>
            <a:endParaRPr lang="en-US" i="1"/>
          </a:p>
          <a:p>
            <a:pPr marL="0" indent="0">
              <a:buNone/>
            </a:pPr>
            <a:r>
              <a:rPr lang="en-US" i="1"/>
              <a:t>All the material to promote it, to animate it, to adapt it, to create variants is at your disposal.</a:t>
            </a:r>
          </a:p>
          <a:p>
            <a:pPr marL="0" indent="0">
              <a:buNone/>
            </a:pPr>
            <a:endParaRPr lang="en-US" i="1"/>
          </a:p>
          <a:p>
            <a:pPr marL="0" indent="0">
              <a:buNone/>
            </a:pPr>
            <a:r>
              <a:rPr lang="en-US" i="1"/>
              <a:t>It's up to you to play, and one day : It will be to you to train other people!</a:t>
            </a:r>
          </a:p>
        </p:txBody>
      </p:sp>
      <p:pic>
        <p:nvPicPr>
          <p:cNvPr id="4" name="Image 3">
            <a:extLst>
              <a:ext uri="{FF2B5EF4-FFF2-40B4-BE49-F238E27FC236}">
                <a16:creationId xmlns:a16="http://schemas.microsoft.com/office/drawing/2014/main" id="{04501FF5-50FB-4835-AC38-DE7060AC85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0400" y="2141537"/>
            <a:ext cx="4029321" cy="3887109"/>
          </a:xfrm>
          <a:prstGeom prst="rect">
            <a:avLst/>
          </a:prstGeom>
        </p:spPr>
      </p:pic>
      <p:pic>
        <p:nvPicPr>
          <p:cNvPr id="5" name="Graphique 4" descr="Femme portant un tailleur">
            <a:extLst>
              <a:ext uri="{FF2B5EF4-FFF2-40B4-BE49-F238E27FC236}">
                <a16:creationId xmlns:a16="http://schemas.microsoft.com/office/drawing/2014/main" id="{DA552F60-FAB3-4211-A258-9976D20A0AB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54187"/>
          <a:stretch/>
        </p:blipFill>
        <p:spPr>
          <a:xfrm flipH="1">
            <a:off x="221942" y="1755495"/>
            <a:ext cx="1388293" cy="1217493"/>
          </a:xfrm>
          <a:prstGeom prst="rect">
            <a:avLst/>
          </a:prstGeom>
        </p:spPr>
      </p:pic>
      <p:pic>
        <p:nvPicPr>
          <p:cNvPr id="7" name="Graphique 6" descr="Globe terrestre : Europe et Afrique avec un remplissage uni">
            <a:extLst>
              <a:ext uri="{FF2B5EF4-FFF2-40B4-BE49-F238E27FC236}">
                <a16:creationId xmlns:a16="http://schemas.microsoft.com/office/drawing/2014/main" id="{BF9A0F6D-29FD-4474-81EC-A8C8D83DF80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1942" y="4960398"/>
            <a:ext cx="1608546" cy="1608546"/>
          </a:xfrm>
          <a:prstGeom prst="rect">
            <a:avLst/>
          </a:prstGeom>
        </p:spPr>
      </p:pic>
      <p:pic>
        <p:nvPicPr>
          <p:cNvPr id="9" name="Graphique 8" descr="Plan avec un remplissage uni">
            <a:extLst>
              <a:ext uri="{FF2B5EF4-FFF2-40B4-BE49-F238E27FC236}">
                <a16:creationId xmlns:a16="http://schemas.microsoft.com/office/drawing/2014/main" id="{03573D61-78B1-42D7-9CFC-A0D32179E4B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7351" y="3429000"/>
            <a:ext cx="1379826" cy="1379826"/>
          </a:xfrm>
          <a:prstGeom prst="rect">
            <a:avLst/>
          </a:prstGeom>
        </p:spPr>
      </p:pic>
    </p:spTree>
    <p:extLst>
      <p:ext uri="{BB962C8B-B14F-4D97-AF65-F5344CB8AC3E}">
        <p14:creationId xmlns:p14="http://schemas.microsoft.com/office/powerpoint/2010/main" val="3357181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65125"/>
            <a:ext cx="7696200" cy="1325563"/>
          </a:xfrm>
        </p:spPr>
        <p:txBody>
          <a:bodyPr/>
          <a:lstStyle/>
          <a:p>
            <a:r>
              <a:rPr lang="en-US"/>
              <a:t>The IVCD Map in a nutshell</a:t>
            </a:r>
          </a:p>
        </p:txBody>
      </p:sp>
      <p:pic>
        <p:nvPicPr>
          <p:cNvPr id="12" name="Espace réservé pour une image  11" descr="Une image contenant personne, intérieur, groupe, gens&#10;&#10;Description générée automatiquement">
            <a:extLst>
              <a:ext uri="{FF2B5EF4-FFF2-40B4-BE49-F238E27FC236}">
                <a16:creationId xmlns:a16="http://schemas.microsoft.com/office/drawing/2014/main" id="{7EFF40A8-2B25-B428-2F47-D9D6B3900E7F}"/>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1460" r="21460"/>
          <a:stretch>
            <a:fillRect/>
          </a:stretch>
        </p:blipFill>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66285" y="5461000"/>
            <a:ext cx="3402012" cy="813965"/>
          </a:xfrm>
        </p:spPr>
        <p:txBody>
          <a:bodyPr/>
          <a:lstStyle/>
          <a:p>
            <a:r>
              <a:rPr lang="en-US" sz="1100"/>
              <a:t>Participants are introduced to the concept of arbitrating between acting quickly on their own and agreeing beforehand (can also be sent in advance of a workshop).</a:t>
            </a:r>
          </a:p>
          <a:p>
            <a:r>
              <a:rPr lang="en-US" sz="1100"/>
              <a:t>An example of use of the IVCD Map is shown</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415459" y="5461000"/>
            <a:ext cx="3402012" cy="813965"/>
          </a:xfrm>
        </p:spPr>
        <p:txBody>
          <a:bodyPr/>
          <a:lstStyle/>
          <a:p>
            <a:r>
              <a:rPr lang="en-US" sz="1100"/>
              <a:t>Each participant writes down the topics they consider important for the discussion  (those for which autonomy or systematic consensus is unsatisfactory for example)</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a:xfrm>
            <a:off x="7956032" y="5461000"/>
            <a:ext cx="3402012" cy="813965"/>
          </a:xfrm>
        </p:spPr>
        <p:txBody>
          <a:bodyPr/>
          <a:lstStyle/>
          <a:p>
            <a:r>
              <a:rPr lang="en-US" sz="1100"/>
              <a:t>In turn, each participant proposes ONE topic and discusses it with others until the area is fixed. </a:t>
            </a:r>
          </a:p>
          <a:p>
            <a:r>
              <a:rPr lang="en-US" sz="1100"/>
              <a:t>The next participant is then given the floor.</a:t>
            </a:r>
          </a:p>
        </p:txBody>
      </p:sp>
      <p:pic>
        <p:nvPicPr>
          <p:cNvPr id="4" name="Graphique 3" descr="Homme avec un remplissage uni">
            <a:extLst>
              <a:ext uri="{FF2B5EF4-FFF2-40B4-BE49-F238E27FC236}">
                <a16:creationId xmlns:a16="http://schemas.microsoft.com/office/drawing/2014/main" id="{64A36C4C-D4B7-4279-953B-9930E54F0B1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759" b="1"/>
          <a:stretch/>
        </p:blipFill>
        <p:spPr>
          <a:xfrm>
            <a:off x="10929622" y="694941"/>
            <a:ext cx="848356" cy="841919"/>
          </a:xfrm>
          <a:prstGeom prst="rect">
            <a:avLst/>
          </a:prstGeom>
        </p:spPr>
      </p:pic>
      <p:sp>
        <p:nvSpPr>
          <p:cNvPr id="5" name="Bulle narrative : ronde 4">
            <a:extLst>
              <a:ext uri="{FF2B5EF4-FFF2-40B4-BE49-F238E27FC236}">
                <a16:creationId xmlns:a16="http://schemas.microsoft.com/office/drawing/2014/main" id="{9B8DB8F1-89C6-441B-99AE-E4A1D33D057D}"/>
              </a:ext>
            </a:extLst>
          </p:cNvPr>
          <p:cNvSpPr/>
          <p:nvPr/>
        </p:nvSpPr>
        <p:spPr>
          <a:xfrm>
            <a:off x="9234684" y="365125"/>
            <a:ext cx="1422360" cy="932108"/>
          </a:xfrm>
          <a:prstGeom prst="wedgeEllipseCallout">
            <a:avLst>
              <a:gd name="adj1" fmla="val 85896"/>
              <a:gd name="adj2" fmla="val 53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To get an idea of how this workshop works</a:t>
            </a:r>
          </a:p>
        </p:txBody>
      </p:sp>
      <p:sp>
        <p:nvSpPr>
          <p:cNvPr id="21" name="Rectangle 20">
            <a:extLst>
              <a:ext uri="{FF2B5EF4-FFF2-40B4-BE49-F238E27FC236}">
                <a16:creationId xmlns:a16="http://schemas.microsoft.com/office/drawing/2014/main" id="{BCD4E38A-A424-67B0-18E8-059EEB04E1D1}"/>
              </a:ext>
            </a:extLst>
          </p:cNvPr>
          <p:cNvSpPr/>
          <p:nvPr/>
        </p:nvSpPr>
        <p:spPr>
          <a:xfrm>
            <a:off x="838200" y="1996580"/>
            <a:ext cx="2299283" cy="906011"/>
          </a:xfrm>
          <a:prstGeom prst="rect">
            <a:avLst/>
          </a:prstGeom>
          <a:solidFill>
            <a:srgbClr val="DDE8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e 21">
            <a:extLst>
              <a:ext uri="{FF2B5EF4-FFF2-40B4-BE49-F238E27FC236}">
                <a16:creationId xmlns:a16="http://schemas.microsoft.com/office/drawing/2014/main" id="{4226AF23-3044-6492-3023-CA2626A9FA70}"/>
              </a:ext>
            </a:extLst>
          </p:cNvPr>
          <p:cNvGrpSpPr/>
          <p:nvPr/>
        </p:nvGrpSpPr>
        <p:grpSpPr>
          <a:xfrm>
            <a:off x="1002044" y="2265895"/>
            <a:ext cx="1992826" cy="297661"/>
            <a:chOff x="3521626" y="2664211"/>
            <a:chExt cx="5414734" cy="808778"/>
          </a:xfrm>
        </p:grpSpPr>
        <p:sp>
          <p:nvSpPr>
            <p:cNvPr id="23" name="Flèche : double flèche horizontale 22">
              <a:extLst>
                <a:ext uri="{FF2B5EF4-FFF2-40B4-BE49-F238E27FC236}">
                  <a16:creationId xmlns:a16="http://schemas.microsoft.com/office/drawing/2014/main" id="{DB48B2BB-E4FC-D3B2-7E32-DA923DC0B102}"/>
                </a:ext>
              </a:extLst>
            </p:cNvPr>
            <p:cNvSpPr/>
            <p:nvPr/>
          </p:nvSpPr>
          <p:spPr>
            <a:xfrm>
              <a:off x="3609589" y="3195242"/>
              <a:ext cx="4828190" cy="2777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pic>
          <p:nvPicPr>
            <p:cNvPr id="24" name="Graphique 23" descr="Homme portant un sweat à capuche">
              <a:extLst>
                <a:ext uri="{FF2B5EF4-FFF2-40B4-BE49-F238E27FC236}">
                  <a16:creationId xmlns:a16="http://schemas.microsoft.com/office/drawing/2014/main" id="{861493B2-ABC5-DF80-CF15-32A0E8657513}"/>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567800" y="2672804"/>
              <a:ext cx="387523" cy="522438"/>
            </a:xfrm>
            <a:prstGeom prst="rect">
              <a:avLst/>
            </a:prstGeom>
          </p:spPr>
        </p:pic>
        <p:pic>
          <p:nvPicPr>
            <p:cNvPr id="25" name="Graphique 24" descr="Homme portant un sweat à capuche">
              <a:extLst>
                <a:ext uri="{FF2B5EF4-FFF2-40B4-BE49-F238E27FC236}">
                  <a16:creationId xmlns:a16="http://schemas.microsoft.com/office/drawing/2014/main" id="{2DD65C55-B3C3-9086-B985-99688C14E6DC}"/>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521626" y="2691671"/>
              <a:ext cx="387523" cy="522438"/>
            </a:xfrm>
            <a:prstGeom prst="rect">
              <a:avLst/>
            </a:prstGeom>
          </p:spPr>
        </p:pic>
        <p:pic>
          <p:nvPicPr>
            <p:cNvPr id="26" name="Graphique 25" descr="Femme avec bras prothétique">
              <a:extLst>
                <a:ext uri="{FF2B5EF4-FFF2-40B4-BE49-F238E27FC236}">
                  <a16:creationId xmlns:a16="http://schemas.microsoft.com/office/drawing/2014/main" id="{94FF7743-17A4-7901-AC77-7AEACEC7AD39}"/>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966285" y="2664211"/>
              <a:ext cx="482456" cy="506579"/>
            </a:xfrm>
            <a:prstGeom prst="rect">
              <a:avLst/>
            </a:prstGeom>
          </p:spPr>
        </p:pic>
        <p:pic>
          <p:nvPicPr>
            <p:cNvPr id="27" name="Graphique 26" descr="Homme barbu en peignoir">
              <a:extLst>
                <a:ext uri="{FF2B5EF4-FFF2-40B4-BE49-F238E27FC236}">
                  <a16:creationId xmlns:a16="http://schemas.microsoft.com/office/drawing/2014/main" id="{2BA8EC8B-7919-785F-8BB6-586617A34D05}"/>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134428" y="2664211"/>
              <a:ext cx="422410" cy="531030"/>
            </a:xfrm>
            <a:prstGeom prst="rect">
              <a:avLst/>
            </a:prstGeom>
          </p:spPr>
        </p:pic>
        <p:pic>
          <p:nvPicPr>
            <p:cNvPr id="28" name="Graphique 27" descr="Femme tenant un ordinateur portable">
              <a:extLst>
                <a:ext uri="{FF2B5EF4-FFF2-40B4-BE49-F238E27FC236}">
                  <a16:creationId xmlns:a16="http://schemas.microsoft.com/office/drawing/2014/main" id="{6AA01607-7FFE-1CEF-891E-BF666989D3D9}"/>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8437779" y="2688662"/>
              <a:ext cx="498581" cy="506579"/>
            </a:xfrm>
            <a:prstGeom prst="rect">
              <a:avLst/>
            </a:prstGeom>
          </p:spPr>
        </p:pic>
      </p:grpSp>
      <p:pic>
        <p:nvPicPr>
          <p:cNvPr id="35" name="Espace réservé pour une image  34" descr="Une image contenant texte, document&#10;&#10;Description générée automatiquement">
            <a:extLst>
              <a:ext uri="{FF2B5EF4-FFF2-40B4-BE49-F238E27FC236}">
                <a16:creationId xmlns:a16="http://schemas.microsoft.com/office/drawing/2014/main" id="{CC00A408-CE40-3D9A-E3F6-1A315F625853}"/>
              </a:ext>
            </a:extLst>
          </p:cNvPr>
          <p:cNvPicPr>
            <a:picLocks noGrp="1" noChangeAspect="1"/>
          </p:cNvPicPr>
          <p:nvPr>
            <p:ph type="pic" sz="quarter" idx="14"/>
          </p:nvPr>
        </p:nvPicPr>
        <p:blipFill>
          <a:blip r:embed="rId16">
            <a:extLst>
              <a:ext uri="{28A0092B-C50C-407E-A947-70E740481C1C}">
                <a14:useLocalDpi xmlns:a14="http://schemas.microsoft.com/office/drawing/2010/main" val="0"/>
              </a:ext>
              <a:ext uri="{837473B0-CC2E-450A-ABE3-18F120FF3D39}">
                <a1611:picAttrSrcUrl xmlns:a1611="http://schemas.microsoft.com/office/drawing/2016/11/main" r:id="rId17"/>
              </a:ext>
            </a:extLst>
          </a:blip>
          <a:srcRect t="630" b="630"/>
          <a:stretch>
            <a:fillRect/>
          </a:stretch>
        </p:blipFill>
        <p:spPr/>
      </p:pic>
      <p:grpSp>
        <p:nvGrpSpPr>
          <p:cNvPr id="37" name="Groupe 36">
            <a:extLst>
              <a:ext uri="{FF2B5EF4-FFF2-40B4-BE49-F238E27FC236}">
                <a16:creationId xmlns:a16="http://schemas.microsoft.com/office/drawing/2014/main" id="{F0C013E2-7078-A0C3-C4C2-4C6B003A9455}"/>
              </a:ext>
            </a:extLst>
          </p:cNvPr>
          <p:cNvGrpSpPr/>
          <p:nvPr/>
        </p:nvGrpSpPr>
        <p:grpSpPr>
          <a:xfrm>
            <a:off x="8111871" y="2691517"/>
            <a:ext cx="3226026" cy="1614825"/>
            <a:chOff x="2071688" y="1690688"/>
            <a:chExt cx="9894887" cy="4953000"/>
          </a:xfrm>
        </p:grpSpPr>
        <p:grpSp>
          <p:nvGrpSpPr>
            <p:cNvPr id="38" name="Groupe 37">
              <a:extLst>
                <a:ext uri="{FF2B5EF4-FFF2-40B4-BE49-F238E27FC236}">
                  <a16:creationId xmlns:a16="http://schemas.microsoft.com/office/drawing/2014/main" id="{AE4B7354-7003-57A1-AEB3-79C1C80560C4}"/>
                </a:ext>
              </a:extLst>
            </p:cNvPr>
            <p:cNvGrpSpPr/>
            <p:nvPr/>
          </p:nvGrpSpPr>
          <p:grpSpPr>
            <a:xfrm>
              <a:off x="3333750" y="1690688"/>
              <a:ext cx="6959600" cy="4953000"/>
              <a:chOff x="2425700" y="1690688"/>
              <a:chExt cx="6959600" cy="4953000"/>
            </a:xfrm>
          </p:grpSpPr>
          <p:sp>
            <p:nvSpPr>
              <p:cNvPr id="49" name="Ellipse 48">
                <a:extLst>
                  <a:ext uri="{FF2B5EF4-FFF2-40B4-BE49-F238E27FC236}">
                    <a16:creationId xmlns:a16="http://schemas.microsoft.com/office/drawing/2014/main" id="{8DF90AD2-01ED-2232-5CAC-9206332A25BA}"/>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
              </a:p>
            </p:txBody>
          </p:sp>
          <p:sp>
            <p:nvSpPr>
              <p:cNvPr id="50" name="Ellipse 49">
                <a:extLst>
                  <a:ext uri="{FF2B5EF4-FFF2-40B4-BE49-F238E27FC236}">
                    <a16:creationId xmlns:a16="http://schemas.microsoft.com/office/drawing/2014/main" id="{BB4DAF45-5DD1-63E0-C1BB-BD667F49E2BA}"/>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
              </a:p>
            </p:txBody>
          </p:sp>
        </p:grpSp>
        <p:sp>
          <p:nvSpPr>
            <p:cNvPr id="39" name="ZoneTexte 38">
              <a:extLst>
                <a:ext uri="{FF2B5EF4-FFF2-40B4-BE49-F238E27FC236}">
                  <a16:creationId xmlns:a16="http://schemas.microsoft.com/office/drawing/2014/main" id="{A39FBA57-7AB1-63FC-5094-773AC8038B77}"/>
                </a:ext>
              </a:extLst>
            </p:cNvPr>
            <p:cNvSpPr txBox="1"/>
            <p:nvPr/>
          </p:nvSpPr>
          <p:spPr>
            <a:xfrm>
              <a:off x="2071688" y="1690688"/>
              <a:ext cx="1673225" cy="849613"/>
            </a:xfrm>
            <a:prstGeom prst="rect">
              <a:avLst/>
            </a:prstGeom>
            <a:noFill/>
          </p:spPr>
          <p:txBody>
            <a:bodyPr wrap="square">
              <a:spAutoFit/>
            </a:bodyPr>
            <a:lstStyle/>
            <a:p>
              <a:pPr algn="ctr"/>
              <a:r>
                <a:rPr lang="en-US" sz="400" b="1">
                  <a:solidFill>
                    <a:srgbClr val="ED7D31"/>
                  </a:solidFill>
                </a:rPr>
                <a:t>Decisions that are best made alone</a:t>
              </a:r>
              <a:endParaRPr lang="en-US" sz="400">
                <a:solidFill>
                  <a:srgbClr val="ED7D31"/>
                </a:solidFill>
              </a:endParaRPr>
            </a:p>
          </p:txBody>
        </p:sp>
        <p:sp>
          <p:nvSpPr>
            <p:cNvPr id="40" name="ZoneTexte 39">
              <a:extLst>
                <a:ext uri="{FF2B5EF4-FFF2-40B4-BE49-F238E27FC236}">
                  <a16:creationId xmlns:a16="http://schemas.microsoft.com/office/drawing/2014/main" id="{93A257D6-8052-82A5-27DA-3EDB3A1593F3}"/>
                </a:ext>
              </a:extLst>
            </p:cNvPr>
            <p:cNvSpPr txBox="1"/>
            <p:nvPr/>
          </p:nvSpPr>
          <p:spPr>
            <a:xfrm>
              <a:off x="10293350" y="1690688"/>
              <a:ext cx="1673225" cy="1038415"/>
            </a:xfrm>
            <a:prstGeom prst="rect">
              <a:avLst/>
            </a:prstGeom>
            <a:noFill/>
          </p:spPr>
          <p:txBody>
            <a:bodyPr wrap="square">
              <a:spAutoFit/>
            </a:bodyPr>
            <a:lstStyle/>
            <a:p>
              <a:pPr algn="ctr"/>
              <a:r>
                <a:rPr lang="en-US" sz="400" b="1">
                  <a:solidFill>
                    <a:srgbClr val="3494BA"/>
                  </a:solidFill>
                </a:rPr>
                <a:t>Decisions that are best and agreed upon as a group</a:t>
              </a:r>
              <a:endParaRPr lang="en-US" sz="400">
                <a:solidFill>
                  <a:srgbClr val="3494BA"/>
                </a:solidFill>
              </a:endParaRPr>
            </a:p>
          </p:txBody>
        </p:sp>
        <p:sp>
          <p:nvSpPr>
            <p:cNvPr id="41" name="ZoneTexte 40">
              <a:extLst>
                <a:ext uri="{FF2B5EF4-FFF2-40B4-BE49-F238E27FC236}">
                  <a16:creationId xmlns:a16="http://schemas.microsoft.com/office/drawing/2014/main" id="{B1AD6AE0-E9B1-5154-F77A-55A639104835}"/>
                </a:ext>
              </a:extLst>
            </p:cNvPr>
            <p:cNvSpPr txBox="1"/>
            <p:nvPr/>
          </p:nvSpPr>
          <p:spPr>
            <a:xfrm>
              <a:off x="6096001" y="2106187"/>
              <a:ext cx="1401765" cy="849613"/>
            </a:xfrm>
            <a:prstGeom prst="rect">
              <a:avLst/>
            </a:prstGeom>
            <a:noFill/>
          </p:spPr>
          <p:txBody>
            <a:bodyPr wrap="square">
              <a:spAutoFit/>
            </a:bodyPr>
            <a:lstStyle/>
            <a:p>
              <a:pPr algn="ctr"/>
              <a:r>
                <a:rPr lang="en-US" sz="400" b="1">
                  <a:solidFill>
                    <a:schemeClr val="bg1">
                      <a:lumMod val="50000"/>
                    </a:schemeClr>
                  </a:solidFill>
                </a:rPr>
                <a:t>Grey area (case by case)</a:t>
              </a:r>
              <a:endParaRPr lang="en-US" sz="400">
                <a:solidFill>
                  <a:schemeClr val="bg1">
                    <a:lumMod val="50000"/>
                  </a:schemeClr>
                </a:solidFill>
              </a:endParaRPr>
            </a:p>
          </p:txBody>
        </p:sp>
        <p:sp>
          <p:nvSpPr>
            <p:cNvPr id="42" name="ZoneTexte 41">
              <a:extLst>
                <a:ext uri="{FF2B5EF4-FFF2-40B4-BE49-F238E27FC236}">
                  <a16:creationId xmlns:a16="http://schemas.microsoft.com/office/drawing/2014/main" id="{CAD9F256-9035-188E-AF26-42137E73E4ED}"/>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en-US" sz="200"/>
            </a:p>
          </p:txBody>
        </p:sp>
        <p:sp>
          <p:nvSpPr>
            <p:cNvPr id="43" name="ZoneTexte 42">
              <a:extLst>
                <a:ext uri="{FF2B5EF4-FFF2-40B4-BE49-F238E27FC236}">
                  <a16:creationId xmlns:a16="http://schemas.microsoft.com/office/drawing/2014/main" id="{847EC266-5733-52A8-4628-4D98EF29F248}"/>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en-US" sz="200"/>
            </a:p>
          </p:txBody>
        </p:sp>
        <p:sp>
          <p:nvSpPr>
            <p:cNvPr id="44" name="ZoneTexte 43">
              <a:extLst>
                <a:ext uri="{FF2B5EF4-FFF2-40B4-BE49-F238E27FC236}">
                  <a16:creationId xmlns:a16="http://schemas.microsoft.com/office/drawing/2014/main" id="{CE0C5AC9-A723-966C-40CF-159AE2AA9415}"/>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en-US" sz="200"/>
            </a:p>
          </p:txBody>
        </p:sp>
        <p:sp>
          <p:nvSpPr>
            <p:cNvPr id="45" name="ZoneTexte 44">
              <a:extLst>
                <a:ext uri="{FF2B5EF4-FFF2-40B4-BE49-F238E27FC236}">
                  <a16:creationId xmlns:a16="http://schemas.microsoft.com/office/drawing/2014/main" id="{5B862888-49C6-4AAB-767A-AEC3AA95C75B}"/>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en-US" sz="200"/>
            </a:p>
          </p:txBody>
        </p:sp>
        <p:sp>
          <p:nvSpPr>
            <p:cNvPr id="46" name="ZoneTexte 45">
              <a:extLst>
                <a:ext uri="{FF2B5EF4-FFF2-40B4-BE49-F238E27FC236}">
                  <a16:creationId xmlns:a16="http://schemas.microsoft.com/office/drawing/2014/main" id="{C5B86061-16E8-BF7F-1D37-0695266FF064}"/>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en-US" sz="200"/>
            </a:p>
          </p:txBody>
        </p:sp>
        <p:sp>
          <p:nvSpPr>
            <p:cNvPr id="47" name="ZoneTexte 46">
              <a:extLst>
                <a:ext uri="{FF2B5EF4-FFF2-40B4-BE49-F238E27FC236}">
                  <a16:creationId xmlns:a16="http://schemas.microsoft.com/office/drawing/2014/main" id="{E9C17B92-D015-A43C-322B-E3F24F7606E9}"/>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en-US" sz="200"/>
            </a:p>
          </p:txBody>
        </p:sp>
        <p:sp>
          <p:nvSpPr>
            <p:cNvPr id="48" name="ZoneTexte 47">
              <a:extLst>
                <a:ext uri="{FF2B5EF4-FFF2-40B4-BE49-F238E27FC236}">
                  <a16:creationId xmlns:a16="http://schemas.microsoft.com/office/drawing/2014/main" id="{6FEAF6AA-56B1-8CC8-CFDF-E0B65EE79AAD}"/>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en-US" sz="200"/>
            </a:p>
          </p:txBody>
        </p:sp>
      </p:grpSp>
      <p:pic>
        <p:nvPicPr>
          <p:cNvPr id="52" name="Graphique 51" descr="Homme portant un sweat à capuche">
            <a:extLst>
              <a:ext uri="{FF2B5EF4-FFF2-40B4-BE49-F238E27FC236}">
                <a16:creationId xmlns:a16="http://schemas.microsoft.com/office/drawing/2014/main" id="{7EDA47AA-7812-C239-0B55-4B03A955E39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985856" y="2969253"/>
            <a:ext cx="387523" cy="522438"/>
          </a:xfrm>
          <a:prstGeom prst="rect">
            <a:avLst/>
          </a:prstGeom>
        </p:spPr>
      </p:pic>
      <p:grpSp>
        <p:nvGrpSpPr>
          <p:cNvPr id="56" name="Groupe 55">
            <a:extLst>
              <a:ext uri="{FF2B5EF4-FFF2-40B4-BE49-F238E27FC236}">
                <a16:creationId xmlns:a16="http://schemas.microsoft.com/office/drawing/2014/main" id="{79DF7357-76C2-CC92-52CE-41365FE2F37D}"/>
              </a:ext>
            </a:extLst>
          </p:cNvPr>
          <p:cNvGrpSpPr/>
          <p:nvPr/>
        </p:nvGrpSpPr>
        <p:grpSpPr>
          <a:xfrm>
            <a:off x="10924392" y="3181851"/>
            <a:ext cx="977350" cy="288026"/>
            <a:chOff x="10408277" y="3548984"/>
            <a:chExt cx="1801932" cy="531031"/>
          </a:xfrm>
        </p:grpSpPr>
        <p:pic>
          <p:nvPicPr>
            <p:cNvPr id="51" name="Graphique 50" descr="Homme portant un sweat à capuche">
              <a:extLst>
                <a:ext uri="{FF2B5EF4-FFF2-40B4-BE49-F238E27FC236}">
                  <a16:creationId xmlns:a16="http://schemas.microsoft.com/office/drawing/2014/main" id="{713AA842-4A8D-5711-5611-ECC8A8C68A2E}"/>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841649" y="3557577"/>
              <a:ext cx="387523" cy="522438"/>
            </a:xfrm>
            <a:prstGeom prst="rect">
              <a:avLst/>
            </a:prstGeom>
          </p:spPr>
        </p:pic>
        <p:pic>
          <p:nvPicPr>
            <p:cNvPr id="53" name="Graphique 52" descr="Femme avec bras prothétique">
              <a:extLst>
                <a:ext uri="{FF2B5EF4-FFF2-40B4-BE49-F238E27FC236}">
                  <a16:creationId xmlns:a16="http://schemas.microsoft.com/office/drawing/2014/main" id="{199F3909-2607-9ED5-9F63-2843CDA864A9}"/>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240134" y="3548984"/>
              <a:ext cx="482456" cy="506579"/>
            </a:xfrm>
            <a:prstGeom prst="rect">
              <a:avLst/>
            </a:prstGeom>
          </p:spPr>
        </p:pic>
        <p:pic>
          <p:nvPicPr>
            <p:cNvPr id="54" name="Graphique 53" descr="Homme barbu en peignoir">
              <a:extLst>
                <a:ext uri="{FF2B5EF4-FFF2-40B4-BE49-F238E27FC236}">
                  <a16:creationId xmlns:a16="http://schemas.microsoft.com/office/drawing/2014/main" id="{2C7287F0-AB69-FE52-056D-CAF3D2B506DD}"/>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0408277" y="3548984"/>
              <a:ext cx="422410" cy="531030"/>
            </a:xfrm>
            <a:prstGeom prst="rect">
              <a:avLst/>
            </a:prstGeom>
          </p:spPr>
        </p:pic>
        <p:pic>
          <p:nvPicPr>
            <p:cNvPr id="55" name="Graphique 54" descr="Femme tenant un ordinateur portable">
              <a:extLst>
                <a:ext uri="{FF2B5EF4-FFF2-40B4-BE49-F238E27FC236}">
                  <a16:creationId xmlns:a16="http://schemas.microsoft.com/office/drawing/2014/main" id="{63C66578-BEB1-0B28-C88E-30CDF3342E75}"/>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11711628" y="3573435"/>
              <a:ext cx="498581" cy="506579"/>
            </a:xfrm>
            <a:prstGeom prst="rect">
              <a:avLst/>
            </a:prstGeom>
          </p:spPr>
        </p:pic>
      </p:grpSp>
    </p:spTree>
    <p:extLst>
      <p:ext uri="{BB962C8B-B14F-4D97-AF65-F5344CB8AC3E}">
        <p14:creationId xmlns:p14="http://schemas.microsoft.com/office/powerpoint/2010/main" val="20677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65125"/>
            <a:ext cx="8008142" cy="1325563"/>
          </a:xfrm>
        </p:spPr>
        <p:txBody>
          <a:bodyPr>
            <a:normAutofit/>
          </a:bodyPr>
          <a:lstStyle/>
          <a:p>
            <a:r>
              <a:rPr lang="fr-FR" sz="3600"/>
              <a:t>Level 2: IVCD </a:t>
            </a:r>
            <a:r>
              <a:rPr lang="fr-FR" sz="3600" err="1"/>
              <a:t>Map </a:t>
            </a:r>
            <a:r>
              <a:rPr lang="fr-FR" sz="3600"/>
              <a:t>Workshop Details</a:t>
            </a:r>
          </a:p>
        </p:txBody>
      </p:sp>
      <p:grpSp>
        <p:nvGrpSpPr>
          <p:cNvPr id="12" name="Groupe 11">
            <a:extLst>
              <a:ext uri="{FF2B5EF4-FFF2-40B4-BE49-F238E27FC236}">
                <a16:creationId xmlns:a16="http://schemas.microsoft.com/office/drawing/2014/main" id="{1B94675C-2E62-44A0-A392-808EA0131B26}"/>
              </a:ext>
            </a:extLst>
          </p:cNvPr>
          <p:cNvGrpSpPr/>
          <p:nvPr/>
        </p:nvGrpSpPr>
        <p:grpSpPr>
          <a:xfrm>
            <a:off x="11042409" y="694872"/>
            <a:ext cx="1149591" cy="1016630"/>
            <a:chOff x="3239584" y="4265153"/>
            <a:chExt cx="944022" cy="834837"/>
          </a:xfrm>
        </p:grpSpPr>
        <p:grpSp>
          <p:nvGrpSpPr>
            <p:cNvPr id="13" name="Groupe 12">
              <a:extLst>
                <a:ext uri="{FF2B5EF4-FFF2-40B4-BE49-F238E27FC236}">
                  <a16:creationId xmlns:a16="http://schemas.microsoft.com/office/drawing/2014/main" id="{D80BC6E9-2973-4102-A899-2756BA194BF9}"/>
                </a:ext>
              </a:extLst>
            </p:cNvPr>
            <p:cNvGrpSpPr/>
            <p:nvPr/>
          </p:nvGrpSpPr>
          <p:grpSpPr>
            <a:xfrm>
              <a:off x="3239584" y="4265153"/>
              <a:ext cx="944022" cy="834837"/>
              <a:chOff x="3239584" y="4265153"/>
              <a:chExt cx="944022" cy="834837"/>
            </a:xfrm>
          </p:grpSpPr>
          <p:pic>
            <p:nvPicPr>
              <p:cNvPr id="15" name="Graphique 14" descr="Personne confuse avec un remplissage uni">
                <a:extLst>
                  <a:ext uri="{FF2B5EF4-FFF2-40B4-BE49-F238E27FC236}">
                    <a16:creationId xmlns:a16="http://schemas.microsoft.com/office/drawing/2014/main" id="{8E3F554B-ADB6-447C-A55F-7DA71CA07E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9584" y="4281195"/>
                <a:ext cx="818795" cy="818795"/>
              </a:xfrm>
              <a:prstGeom prst="rect">
                <a:avLst/>
              </a:prstGeom>
            </p:spPr>
          </p:pic>
          <p:pic>
            <p:nvPicPr>
              <p:cNvPr id="16" name="Graphique 15" descr="Calendrier journalier avec un remplissage uni">
                <a:extLst>
                  <a:ext uri="{FF2B5EF4-FFF2-40B4-BE49-F238E27FC236}">
                    <a16:creationId xmlns:a16="http://schemas.microsoft.com/office/drawing/2014/main" id="{3EDD1170-503C-422A-9B26-46027D9834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6152" y="4265153"/>
                <a:ext cx="357454" cy="357454"/>
              </a:xfrm>
              <a:prstGeom prst="rect">
                <a:avLst/>
              </a:prstGeom>
            </p:spPr>
          </p:pic>
        </p:grpSp>
        <p:pic>
          <p:nvPicPr>
            <p:cNvPr id="14" name="Image 13">
              <a:extLst>
                <a:ext uri="{FF2B5EF4-FFF2-40B4-BE49-F238E27FC236}">
                  <a16:creationId xmlns:a16="http://schemas.microsoft.com/office/drawing/2014/main" id="{82BC3947-053B-49DF-B15E-678F561FA0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sp>
        <p:nvSpPr>
          <p:cNvPr id="23" name="Flèche : droite 22">
            <a:extLst>
              <a:ext uri="{FF2B5EF4-FFF2-40B4-BE49-F238E27FC236}">
                <a16:creationId xmlns:a16="http://schemas.microsoft.com/office/drawing/2014/main" id="{011DBE07-86F4-4C26-89A1-335718E27CF9}"/>
              </a:ext>
            </a:extLst>
          </p:cNvPr>
          <p:cNvSpPr/>
          <p:nvPr/>
        </p:nvSpPr>
        <p:spPr>
          <a:xfrm>
            <a:off x="217648" y="1061788"/>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3347323085"/>
              </p:ext>
            </p:extLst>
          </p:nvPr>
        </p:nvGraphicFramePr>
        <p:xfrm>
          <a:off x="212549" y="1197221"/>
          <a:ext cx="10421855" cy="5684520"/>
        </p:xfrm>
        <a:graphic>
          <a:graphicData uri="http://schemas.openxmlformats.org/drawingml/2006/table">
            <a:tbl>
              <a:tblPr firstRow="1" bandRow="1">
                <a:tableStyleId>{5C22544A-7EE6-4342-B048-85BDC9FD1C3A}</a:tableStyleId>
              </a:tblPr>
              <a:tblGrid>
                <a:gridCol w="1796089">
                  <a:extLst>
                    <a:ext uri="{9D8B030D-6E8A-4147-A177-3AD203B41FA5}">
                      <a16:colId xmlns:a16="http://schemas.microsoft.com/office/drawing/2014/main" val="1302591909"/>
                    </a:ext>
                  </a:extLst>
                </a:gridCol>
                <a:gridCol w="6873411">
                  <a:extLst>
                    <a:ext uri="{9D8B030D-6E8A-4147-A177-3AD203B41FA5}">
                      <a16:colId xmlns:a16="http://schemas.microsoft.com/office/drawing/2014/main" val="1572267126"/>
                    </a:ext>
                  </a:extLst>
                </a:gridCol>
                <a:gridCol w="1752355">
                  <a:extLst>
                    <a:ext uri="{9D8B030D-6E8A-4147-A177-3AD203B41FA5}">
                      <a16:colId xmlns:a16="http://schemas.microsoft.com/office/drawing/2014/main" val="4222483745"/>
                    </a:ext>
                  </a:extLst>
                </a:gridCol>
              </a:tblGrid>
              <a:tr h="681478">
                <a:tc>
                  <a:txBody>
                    <a:bodyPr/>
                    <a:lstStyle/>
                    <a:p>
                      <a:r>
                        <a:rPr lang="fr-FR" sz="1400"/>
                        <a:t>Opening: </a:t>
                      </a:r>
                    </a:p>
                    <a:p>
                      <a:r>
                        <a:rPr lang="fr-FR" sz="1400"/>
                        <a:t>Home, Intro, Icebreaker, ...</a:t>
                      </a:r>
                    </a:p>
                  </a:txBody>
                  <a:tcPr/>
                </a:tc>
                <a:tc>
                  <a:txBody>
                    <a:bodyPr/>
                    <a:lstStyle/>
                    <a:p>
                      <a:pPr algn="ctr"/>
                      <a:r>
                        <a:rPr lang="fr-FR" sz="1400"/>
                        <a:t>Course of action</a:t>
                      </a:r>
                    </a:p>
                    <a:p>
                      <a:pPr algn="ctr"/>
                      <a:r>
                        <a:rPr lang="fr-FR" sz="1400"/>
                        <a:t>Game </a:t>
                      </a:r>
                      <a:r>
                        <a:rPr lang="fr-FR" sz="1400" err="1"/>
                        <a:t>rules</a:t>
                      </a:r>
                      <a:r>
                        <a:rPr lang="fr-FR" sz="1400"/>
                        <a:t>, Narrative</a:t>
                      </a:r>
                    </a:p>
                  </a:txBody>
                  <a:tcPr/>
                </a:tc>
                <a:tc>
                  <a:txBody>
                    <a:bodyPr/>
                    <a:lstStyle/>
                    <a:p>
                      <a:r>
                        <a:rPr lang="fr-FR" sz="1400"/>
                        <a:t>Closing:</a:t>
                      </a:r>
                    </a:p>
                    <a:p>
                      <a:r>
                        <a:rPr lang="fr-FR" sz="1400"/>
                        <a:t>Debriefing, Thanks, ...</a:t>
                      </a:r>
                    </a:p>
                  </a:txBody>
                  <a:tcPr/>
                </a:tc>
                <a:extLst>
                  <a:ext uri="{0D108BD9-81ED-4DB2-BD59-A6C34878D82A}">
                    <a16:rowId xmlns:a16="http://schemas.microsoft.com/office/drawing/2014/main" val="1724558119"/>
                  </a:ext>
                </a:extLst>
              </a:tr>
              <a:tr h="4614176">
                <a:tc>
                  <a:txBody>
                    <a:bodyPr/>
                    <a:lstStyle/>
                    <a:p>
                      <a:r>
                        <a:rPr lang="en-US" sz="1100" b="1" noProof="0"/>
                        <a:t>10 min.</a:t>
                      </a:r>
                    </a:p>
                    <a:p>
                      <a:endParaRPr lang="en-US" sz="1100" noProof="0"/>
                    </a:p>
                    <a:p>
                      <a:r>
                        <a:rPr lang="en-US" sz="1100" noProof="0"/>
                        <a:t>Participants are introduced to the concept of arbitrating between acting quickly on their own and agreeing beforehand (can also be sent in advance of a workshop).</a:t>
                      </a:r>
                    </a:p>
                    <a:p>
                      <a:endParaRPr lang="en-US" sz="1100" noProof="0"/>
                    </a:p>
                    <a:p>
                      <a:r>
                        <a:rPr lang="en-US" sz="1100" noProof="0"/>
                        <a:t>An example of use of the IVCD Map is shown</a:t>
                      </a:r>
                    </a:p>
                  </a:txBody>
                  <a:tcPr/>
                </a:tc>
                <a:tc>
                  <a:txBody>
                    <a:bodyPr/>
                    <a:lstStyle/>
                    <a:p>
                      <a:r>
                        <a:rPr lang="en-US" sz="1100" b="1" noProof="0" dirty="0"/>
                        <a:t>5 min </a:t>
                      </a:r>
                      <a:r>
                        <a:rPr lang="en-US" sz="1100" noProof="0" dirty="0"/>
                        <a:t>Preparation </a:t>
                      </a:r>
                    </a:p>
                    <a:p>
                      <a:r>
                        <a:rPr lang="en-US" sz="1100" noProof="0" dirty="0"/>
                        <a:t>Each participant create notes from the subjects they consider important for discussion in IVCD map (one note per topic)</a:t>
                      </a:r>
                    </a:p>
                    <a:p>
                      <a:endParaRPr lang="en-US" sz="1100" noProof="0" dirty="0"/>
                    </a:p>
                    <a:p>
                      <a:r>
                        <a:rPr lang="en-US" sz="1100" noProof="0" dirty="0"/>
                        <a:t>The noted subjects are those for which participants consider that it is better to act quickly or that it is better to agree beforehand. These are typically </a:t>
                      </a:r>
                    </a:p>
                    <a:p>
                      <a:r>
                        <a:rPr lang="en-US" sz="1100" b="1" noProof="0" dirty="0"/>
                        <a:t> the subjects on which one would like to have fewer meetings</a:t>
                      </a:r>
                      <a:r>
                        <a:rPr lang="en-US" sz="1100" noProof="0" dirty="0"/>
                        <a:t>, more freedom, </a:t>
                      </a:r>
                    </a:p>
                    <a:p>
                      <a:r>
                        <a:rPr lang="en-US" sz="1100" b="1" noProof="0" dirty="0"/>
                        <a:t>or on the contrary "to be in the loop"</a:t>
                      </a:r>
                      <a:r>
                        <a:rPr lang="en-US" sz="1100" noProof="0" dirty="0"/>
                        <a:t>, or "to be consulted".</a:t>
                      </a:r>
                    </a:p>
                    <a:p>
                      <a:endParaRPr lang="en-US" sz="110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t>1 to 3 subjects max per person or 10 subjects max for all a 1h workshop.</a:t>
                      </a:r>
                    </a:p>
                    <a:p>
                      <a:endParaRPr lang="en-US" sz="1100" noProof="0" dirty="0"/>
                    </a:p>
                    <a:p>
                      <a:r>
                        <a:rPr lang="en-US" sz="1100" noProof="0" dirty="0"/>
                        <a:t>The wording of the topics must be well-written enough to be discussed </a:t>
                      </a:r>
                    </a:p>
                    <a:p>
                      <a:pPr marL="171450" indent="-171450">
                        <a:buFont typeface="Arial" panose="020B0604020202020204" pitchFamily="34" charset="0"/>
                        <a:buChar char="•"/>
                      </a:pPr>
                      <a:r>
                        <a:rPr lang="en-US" sz="1100" noProof="0" dirty="0"/>
                        <a:t>Ideal formulation of a subject: Action verb - Complement: "Update the instruction sheets". This formulation facilitates the decision because it is clear to imagine it</a:t>
                      </a:r>
                    </a:p>
                    <a:p>
                      <a:pPr marL="171450" indent="-171450">
                        <a:buFont typeface="Arial" panose="020B0604020202020204" pitchFamily="34" charset="0"/>
                        <a:buChar char="•"/>
                      </a:pPr>
                      <a:r>
                        <a:rPr lang="en-US" sz="1100" noProof="0" dirty="0"/>
                        <a:t>Bad formulation of a subject: A single word or theme "SEO", this formulation makes it difficult to decide because it covers too many types of actions</a:t>
                      </a:r>
                    </a:p>
                    <a:p>
                      <a:pPr marL="0" indent="0">
                        <a:buFont typeface="Arial" panose="020B0604020202020204" pitchFamily="34" charset="0"/>
                        <a:buNone/>
                      </a:pPr>
                      <a:endParaRPr lang="en-US" sz="1100" noProof="0" dirty="0"/>
                    </a:p>
                    <a:p>
                      <a:r>
                        <a:rPr lang="en-US" sz="1100" b="1" noProof="0" dirty="0"/>
                        <a:t>30 minutes Presentation of topics and discussion</a:t>
                      </a:r>
                    </a:p>
                    <a:p>
                      <a:r>
                        <a:rPr lang="en-US" sz="1100" noProof="0" dirty="0"/>
                        <a:t>In turn, each participant shares about one of his/her chosen subjects (one of the tickets he or she has written). </a:t>
                      </a:r>
                    </a:p>
                    <a:p>
                      <a:endParaRPr lang="en-US" sz="1100" noProof="0" dirty="0"/>
                    </a:p>
                    <a:p>
                      <a:r>
                        <a:rPr lang="en-US" sz="1100" noProof="0" dirty="0"/>
                        <a:t>Together, the participants then decide whether it is a subject that </a:t>
                      </a:r>
                    </a:p>
                    <a:p>
                      <a:pPr marL="171450" indent="-171450">
                        <a:buFontTx/>
                        <a:buChar char="-"/>
                      </a:pPr>
                      <a:r>
                        <a:rPr lang="en-US" sz="1100" noProof="0" dirty="0"/>
                        <a:t>can be decided on alone, </a:t>
                      </a:r>
                    </a:p>
                    <a:p>
                      <a:pPr marL="171450" indent="-171450">
                        <a:buFontTx/>
                        <a:buChar char="-"/>
                      </a:pPr>
                      <a:r>
                        <a:rPr lang="en-US" sz="1100" noProof="0" dirty="0"/>
                        <a:t>is better to seek consensus (at least 2 people), </a:t>
                      </a:r>
                    </a:p>
                    <a:p>
                      <a:pPr marL="171450" indent="-171450">
                        <a:buFontTx/>
                        <a:buChar char="-"/>
                      </a:pPr>
                      <a:r>
                        <a:rPr lang="en-US" sz="1100" noProof="0" dirty="0"/>
                        <a:t>will be on a case-by-case basis.</a:t>
                      </a:r>
                    </a:p>
                    <a:p>
                      <a:r>
                        <a:rPr lang="en-US" sz="1100" noProof="0" dirty="0"/>
                        <a:t>There can be a lot of discussion or very little on each subject, the important thing is that participants ask themselves what they prefer as a collective: to boost autonomy, collective alignment, or case by case. Note that a lot of "case by case" can be heavy in the long run.</a:t>
                      </a:r>
                    </a:p>
                    <a:p>
                      <a:endParaRPr lang="en-US" sz="1100" noProof="0" dirty="0"/>
                    </a:p>
                    <a:p>
                      <a:r>
                        <a:rPr lang="en-US" sz="1100" noProof="0" dirty="0"/>
                        <a:t>Participants cover as many tickets as possible in 30 minutes, and can extend the workshop if needed.</a:t>
                      </a:r>
                    </a:p>
                  </a:txBody>
                  <a:tcPr/>
                </a:tc>
                <a:tc>
                  <a:txBody>
                    <a:bodyPr/>
                    <a:lstStyle/>
                    <a:p>
                      <a:r>
                        <a:rPr lang="en-US" sz="1100" b="1" noProof="0" dirty="0"/>
                        <a:t>15 minutes</a:t>
                      </a:r>
                    </a:p>
                    <a:p>
                      <a:r>
                        <a:rPr lang="en-US" sz="1100" noProof="0" dirty="0"/>
                        <a:t>Discussion on:</a:t>
                      </a:r>
                    </a:p>
                    <a:p>
                      <a:pPr marL="285750" indent="-285750">
                        <a:buFont typeface="Arial" panose="020B0604020202020204" pitchFamily="34" charset="0"/>
                        <a:buChar char="•"/>
                      </a:pPr>
                      <a:r>
                        <a:rPr lang="en-US" sz="1100" noProof="0" dirty="0"/>
                        <a:t>Where to record the results (onboarding booklet, team wiki, etc.)</a:t>
                      </a:r>
                    </a:p>
                    <a:p>
                      <a:pPr marL="285750" indent="-285750">
                        <a:buFont typeface="Arial" panose="020B0604020202020204" pitchFamily="34" charset="0"/>
                        <a:buChar char="•"/>
                      </a:pPr>
                      <a:r>
                        <a:rPr lang="en-US" sz="1100" noProof="0" dirty="0"/>
                        <a:t>When to re-discuss these decisions</a:t>
                      </a:r>
                    </a:p>
                    <a:p>
                      <a:pPr marL="285750" indent="-285750">
                        <a:buFont typeface="Arial" panose="020B0604020202020204" pitchFamily="34" charset="0"/>
                        <a:buChar char="•"/>
                      </a:pPr>
                      <a:r>
                        <a:rPr lang="en-US" sz="1100" noProof="0" dirty="0"/>
                        <a:t>Who to share the results with</a:t>
                      </a:r>
                    </a:p>
                    <a:p>
                      <a:pPr marL="285750" indent="-285750">
                        <a:buFont typeface="Arial" panose="020B0604020202020204" pitchFamily="34" charset="0"/>
                        <a:buChar char="•"/>
                      </a:pPr>
                      <a:r>
                        <a:rPr lang="en-US" sz="1100" noProof="0" dirty="0"/>
                        <a:t>Other topics we would like to discuss next time</a:t>
                      </a:r>
                    </a:p>
                    <a:p>
                      <a:pPr marL="285750" indent="-285750">
                        <a:buFont typeface="Arial" panose="020B0604020202020204" pitchFamily="34" charset="0"/>
                        <a:buChar char="•"/>
                      </a:pPr>
                      <a:endParaRPr lang="en-US" sz="1100" noProof="0" dirty="0"/>
                    </a:p>
                  </a:txBody>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829133" y="3440301"/>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a:solidFill>
                  <a:srgbClr val="000000"/>
                </a:solidFill>
                <a:cs typeface="Calibri"/>
              </a:rPr>
              <a:t>Total :</a:t>
            </a:r>
          </a:p>
          <a:p>
            <a:pPr marL="0" indent="0" algn="ctr">
              <a:buFont typeface="Arial" panose="020B0604020202020204" pitchFamily="34" charset="0"/>
              <a:buNone/>
            </a:pPr>
            <a:r>
              <a:rPr lang="fr-FR" sz="2000" b="1">
                <a:solidFill>
                  <a:srgbClr val="000000"/>
                </a:solidFill>
                <a:cs typeface="Calibri"/>
              </a:rPr>
              <a:t>1h </a:t>
            </a:r>
          </a:p>
        </p:txBody>
      </p:sp>
    </p:spTree>
    <p:extLst>
      <p:ext uri="{BB962C8B-B14F-4D97-AF65-F5344CB8AC3E}">
        <p14:creationId xmlns:p14="http://schemas.microsoft.com/office/powerpoint/2010/main" val="12359977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581900" cy="1325563"/>
          </a:xfrm>
        </p:spPr>
        <p:txBody>
          <a:bodyPr/>
          <a:lstStyle/>
          <a:p>
            <a:r>
              <a:rPr lang="en-US"/>
              <a:t>Level 3: IVCD Map Organization</a:t>
            </a:r>
          </a:p>
        </p:txBody>
      </p:sp>
      <p:grpSp>
        <p:nvGrpSpPr>
          <p:cNvPr id="9" name="Groupe 8">
            <a:extLst>
              <a:ext uri="{FF2B5EF4-FFF2-40B4-BE49-F238E27FC236}">
                <a16:creationId xmlns:a16="http://schemas.microsoft.com/office/drawing/2014/main" id="{22C618E6-D7BF-4A78-804F-BAFBB571C516}"/>
              </a:ext>
            </a:extLst>
          </p:cNvPr>
          <p:cNvGrpSpPr/>
          <p:nvPr/>
        </p:nvGrpSpPr>
        <p:grpSpPr>
          <a:xfrm>
            <a:off x="10879216" y="626812"/>
            <a:ext cx="1191184" cy="1126443"/>
            <a:chOff x="4763560" y="3762738"/>
            <a:chExt cx="978178" cy="925014"/>
          </a:xfrm>
        </p:grpSpPr>
        <p:grpSp>
          <p:nvGrpSpPr>
            <p:cNvPr id="10" name="Groupe 9">
              <a:extLst>
                <a:ext uri="{FF2B5EF4-FFF2-40B4-BE49-F238E27FC236}">
                  <a16:creationId xmlns:a16="http://schemas.microsoft.com/office/drawing/2014/main" id="{9F036C2B-2CA1-4C86-8925-EBC0C35220D4}"/>
                </a:ext>
              </a:extLst>
            </p:cNvPr>
            <p:cNvGrpSpPr/>
            <p:nvPr/>
          </p:nvGrpSpPr>
          <p:grpSpPr>
            <a:xfrm flipH="1">
              <a:off x="4766064" y="3762738"/>
              <a:ext cx="975674" cy="925014"/>
              <a:chOff x="4716415" y="3792004"/>
              <a:chExt cx="1009529" cy="925014"/>
            </a:xfrm>
          </p:grpSpPr>
          <p:pic>
            <p:nvPicPr>
              <p:cNvPr id="13" name="Graphique 12" descr="Mégaphone1 avec un remplissage uni">
                <a:extLst>
                  <a:ext uri="{FF2B5EF4-FFF2-40B4-BE49-F238E27FC236}">
                    <a16:creationId xmlns:a16="http://schemas.microsoft.com/office/drawing/2014/main" id="{F150C06D-EF41-440E-924D-5BC8247FBE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14" name="Groupe 13">
                <a:extLst>
                  <a:ext uri="{FF2B5EF4-FFF2-40B4-BE49-F238E27FC236}">
                    <a16:creationId xmlns:a16="http://schemas.microsoft.com/office/drawing/2014/main" id="{3B9260DA-7324-41BA-ADFF-8E7FF8DADB80}"/>
                  </a:ext>
                </a:extLst>
              </p:cNvPr>
              <p:cNvGrpSpPr/>
              <p:nvPr/>
            </p:nvGrpSpPr>
            <p:grpSpPr>
              <a:xfrm>
                <a:off x="5048496" y="3886444"/>
                <a:ext cx="633086" cy="830574"/>
                <a:chOff x="5018285" y="3873291"/>
                <a:chExt cx="696980" cy="914400"/>
              </a:xfrm>
            </p:grpSpPr>
            <p:pic>
              <p:nvPicPr>
                <p:cNvPr id="17" name="Graphique 16" descr="Personne confuse avec un remplissage uni">
                  <a:extLst>
                    <a:ext uri="{FF2B5EF4-FFF2-40B4-BE49-F238E27FC236}">
                      <a16:creationId xmlns:a16="http://schemas.microsoft.com/office/drawing/2014/main" id="{7B3632AA-9A4F-44F7-9EDA-EE7F88DB6F9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F319ED8F-15E4-4D6B-B48F-07814F592F4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pic>
            <p:nvPicPr>
              <p:cNvPr id="15" name="Graphique 14" descr="Balance de la justice avec un remplissage uni">
                <a:extLst>
                  <a:ext uri="{FF2B5EF4-FFF2-40B4-BE49-F238E27FC236}">
                    <a16:creationId xmlns:a16="http://schemas.microsoft.com/office/drawing/2014/main" id="{A745B04D-2947-4574-9BB4-DAAF578BB9C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6" name="Image 15">
                <a:extLst>
                  <a:ext uri="{FF2B5EF4-FFF2-40B4-BE49-F238E27FC236}">
                    <a16:creationId xmlns:a16="http://schemas.microsoft.com/office/drawing/2014/main" id="{E2684A05-74F8-4201-9875-78D99DE0E7C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 name="Graphique 10" descr="Balance de la justice avec un remplissage uni">
              <a:extLst>
                <a:ext uri="{FF2B5EF4-FFF2-40B4-BE49-F238E27FC236}">
                  <a16:creationId xmlns:a16="http://schemas.microsoft.com/office/drawing/2014/main" id="{031C855C-EFCF-4084-AC48-4D3C6B333BF8}"/>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12" name="Graphique 11" descr="Balance de la justice avec un remplissage uni">
              <a:extLst>
                <a:ext uri="{FF2B5EF4-FFF2-40B4-BE49-F238E27FC236}">
                  <a16:creationId xmlns:a16="http://schemas.microsoft.com/office/drawing/2014/main" id="{AEC582A8-CF49-45B1-A384-33891477BDCE}"/>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880553"/>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bg1"/>
                </a:solidFill>
              </a:rPr>
              <a:t>🎓Instructional Objectives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2459759"/>
            <a:ext cx="2832018" cy="1690823"/>
          </a:xfrm>
          <a:prstGeom prst="rect">
            <a:avLst/>
          </a:prstGeom>
          <a:solidFill>
            <a:schemeClr val="accent5">
              <a:lumMod val="20000"/>
              <a:lumOff val="80000"/>
            </a:schemeClr>
          </a:solidFill>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a:t>At the end of the training, the participants must : </a:t>
            </a:r>
          </a:p>
          <a:p>
            <a:pPr>
              <a:buFont typeface="+mj-lt"/>
              <a:buAutoNum type="arabicPeriod"/>
            </a:pPr>
            <a:r>
              <a:rPr lang="en-US" sz="1200"/>
              <a:t>Have understood the advantages and disadvantages of acting quickly on your own or seeking consensus</a:t>
            </a:r>
          </a:p>
          <a:p>
            <a:pPr>
              <a:buFont typeface="+mj-lt"/>
              <a:buAutoNum type="arabicPeriod"/>
            </a:pPr>
            <a:r>
              <a:rPr lang="en-US" sz="1200"/>
              <a:t>Have identified key situations where the current level of autonomy or consensus is problematic (and can be improved) </a:t>
            </a:r>
          </a:p>
          <a:p>
            <a:pPr>
              <a:buFont typeface="+mj-lt"/>
              <a:buAutoNum type="arabicPeriod"/>
            </a:pPr>
            <a:r>
              <a:rPr lang="en-US" sz="1200"/>
              <a:t>Have practiced IVCD map as a tool</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880553"/>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a:t>🎯Objectives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2459759"/>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a:t>At the end of the workshop, the participants must : </a:t>
            </a:r>
          </a:p>
          <a:p>
            <a:pPr>
              <a:buFont typeface="+mj-lt"/>
              <a:buAutoNum type="arabicPeriod"/>
            </a:pPr>
            <a:r>
              <a:rPr lang="en-US" sz="1200"/>
              <a:t>Have clarified the individual freedoms of the members, Have clarified the issues that require consensus</a:t>
            </a:r>
          </a:p>
          <a:p>
            <a:pPr>
              <a:buFont typeface="+mj-lt"/>
              <a:buAutoNum type="arabicPeriod"/>
            </a:pPr>
            <a:r>
              <a:rPr lang="en-US" sz="1200"/>
              <a:t>Have produced a common document that summarizes this information </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880553"/>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t>🧑🤝🧑Ideal audience.</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2459759"/>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a:t>The IVCD Map can be played out in groups (teams, departments, transversal groups) with people who must work together, independently or in consultation.  </a:t>
            </a:r>
          </a:p>
          <a:p>
            <a:pPr marL="0" indent="0">
              <a:buNone/>
            </a:pPr>
            <a:r>
              <a:rPr lang="en-US" sz="1200" b="1"/>
              <a:t>Ideally, participants have an idea of what continuous improvement is, and are willing to share with each other with that intention.</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880553"/>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t>🛠️Examples of uses and problems addressed</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2459759"/>
            <a:ext cx="2832018" cy="1690823"/>
          </a:xfrm>
          <a:prstGeom prst="rect">
            <a:avLst/>
          </a:prstGeom>
          <a:solidFill>
            <a:schemeClr val="bg1"/>
          </a:solidFill>
          <a:ln>
            <a:solidFill>
              <a:schemeClr val="tx1"/>
            </a:solidFill>
          </a:ln>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a:t>Growing team that needs more autonomy to avoid too many slowdowns</a:t>
            </a:r>
          </a:p>
          <a:p>
            <a:pPr marL="0" indent="0">
              <a:buNone/>
            </a:pPr>
            <a:r>
              <a:rPr lang="en-US" sz="1200"/>
              <a:t>Business community that wishes to develop autonomy among its members</a:t>
            </a:r>
          </a:p>
          <a:p>
            <a:pPr marL="0" indent="0">
              <a:buNone/>
            </a:pPr>
            <a:r>
              <a:rPr lang="en-US" sz="1200"/>
              <a:t>Collective of specialists who must cooperate and who are unfamiliar with each other's perimeters and expertise</a:t>
            </a:r>
          </a:p>
          <a:p>
            <a:pPr marL="0" indent="0">
              <a:buNone/>
            </a:pPr>
            <a:r>
              <a:rPr lang="en-US" sz="1200"/>
              <a:t>Service that has just renewed its management team (even partially) and that needs to review its processess</a:t>
            </a:r>
          </a:p>
          <a:p>
            <a:pPr marL="0" indent="0">
              <a:buNone/>
            </a:pPr>
            <a:r>
              <a:rPr lang="en-US" sz="1200"/>
              <a:t> </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4222846"/>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bg1"/>
                </a:solidFill>
              </a:rPr>
              <a:t>Topics not covered in this workshop</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802052"/>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a:t>Detailed roles and responsibilities</a:t>
            </a:r>
          </a:p>
          <a:p>
            <a:pPr marL="0" indent="0">
              <a:buFont typeface="Arial" panose="020B0604020202020204" pitchFamily="34" charset="0"/>
              <a:buNone/>
            </a:pPr>
            <a:r>
              <a:rPr lang="en-US" sz="1200"/>
              <a:t>Decision-making process for anything that requires consensus</a:t>
            </a:r>
          </a:p>
          <a:p>
            <a:pPr marL="0" indent="0">
              <a:buFont typeface="Arial" panose="020B0604020202020204" pitchFamily="34" charset="0"/>
              <a:buNone/>
            </a:pPr>
            <a:endParaRPr lang="en-US" sz="1200"/>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4222846"/>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a:t>📅Logistics</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802052"/>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a:t>1H (with possible extension to 1H30 if desired, longer not recommended), </a:t>
            </a:r>
          </a:p>
          <a:p>
            <a:pPr marL="0" indent="0">
              <a:buFont typeface="Arial" panose="020B0604020202020204" pitchFamily="34" charset="0"/>
              <a:buNone/>
            </a:pPr>
            <a:r>
              <a:rPr lang="en-US" sz="1200"/>
              <a:t>Need a virtual wall used by participants, or a physical wall with writing materials and post-it notes</a:t>
            </a:r>
          </a:p>
          <a:p>
            <a:pPr marL="0" indent="0">
              <a:buFont typeface="Arial" panose="020B0604020202020204" pitchFamily="34" charset="0"/>
              <a:buNone/>
            </a:pPr>
            <a:endParaRPr lang="en-US" sz="1200"/>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4222846"/>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t>💡Ideas for complements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802052"/>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a:t>Delegation Poker</a:t>
            </a:r>
          </a:p>
          <a:p>
            <a:pPr marL="0" indent="0">
              <a:buNone/>
            </a:pPr>
            <a:r>
              <a:rPr lang="en-US" sz="1200"/>
              <a:t>RACI</a:t>
            </a:r>
          </a:p>
          <a:p>
            <a:pPr marL="0" indent="0">
              <a:buNone/>
            </a:pPr>
            <a:r>
              <a:rPr lang="en-US" sz="1200"/>
              <a:t>Scale of collective decisions</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4222846"/>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t>🎤Short pitch (copy and paste into descriptions)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802052"/>
            <a:ext cx="2832018" cy="1690823"/>
          </a:xfrm>
          <a:prstGeom prst="rect">
            <a:avLst/>
          </a:prstGeom>
          <a:solidFill>
            <a:schemeClr val="bg1"/>
          </a:solidFill>
          <a:ln>
            <a:solidFill>
              <a:schemeClr val="tx1"/>
            </a:solidFill>
          </a:ln>
        </p:spPr>
        <p:txBody>
          <a:bodyPr vert="horz" lIns="91440" tIns="45720" rIns="91440" bIns="45720" rtlCol="0" anchor="t">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a:t>"I wasn't in the loop", "We have 1000 times too many meetings"... In a collective, we sometimes like to be consulted, but we sometimes don't like the consultation and its consequences.</a:t>
            </a:r>
          </a:p>
          <a:p>
            <a:pPr marL="0" indent="0">
              <a:buNone/>
            </a:pPr>
            <a:r>
              <a:rPr lang="en-US" sz="1200"/>
              <a:t>How can we reconcile these two common situations ? By giving everyone clear, usable, flexible and simple guidelines.</a:t>
            </a:r>
          </a:p>
          <a:p>
            <a:pPr marL="0" indent="0">
              <a:buNone/>
            </a:pPr>
            <a:r>
              <a:rPr lang="en-US" sz="1200"/>
              <a:t>The IVCD Map is a simple, quick workshop that help participants share and decide about these guidelines together, in order to improve autonomy and co-construction at the same time.</a:t>
            </a:r>
          </a:p>
        </p:txBody>
      </p:sp>
    </p:spTree>
    <p:extLst>
      <p:ext uri="{BB962C8B-B14F-4D97-AF65-F5344CB8AC3E}">
        <p14:creationId xmlns:p14="http://schemas.microsoft.com/office/powerpoint/2010/main" val="4713993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6984182" cy="1325563"/>
          </a:xfrm>
        </p:spPr>
        <p:txBody>
          <a:bodyPr/>
          <a:lstStyle/>
          <a:p>
            <a:r>
              <a:rPr lang="en-US"/>
              <a:t>Level 5: IVCD map animation</a:t>
            </a:r>
          </a:p>
        </p:txBody>
      </p:sp>
      <p:grpSp>
        <p:nvGrpSpPr>
          <p:cNvPr id="22" name="Groupe 21">
            <a:extLst>
              <a:ext uri="{FF2B5EF4-FFF2-40B4-BE49-F238E27FC236}">
                <a16:creationId xmlns:a16="http://schemas.microsoft.com/office/drawing/2014/main" id="{B3BFD430-8DFD-4E9B-96C5-84F803FBBF82}"/>
              </a:ext>
            </a:extLst>
          </p:cNvPr>
          <p:cNvGrpSpPr/>
          <p:nvPr/>
        </p:nvGrpSpPr>
        <p:grpSpPr>
          <a:xfrm>
            <a:off x="10755855" y="301638"/>
            <a:ext cx="1195890" cy="1294984"/>
            <a:chOff x="7560150" y="2879049"/>
            <a:chExt cx="982042" cy="1063416"/>
          </a:xfrm>
          <a:solidFill>
            <a:srgbClr val="ED7D31"/>
          </a:solidFill>
        </p:grpSpPr>
        <p:grpSp>
          <p:nvGrpSpPr>
            <p:cNvPr id="23" name="Groupe 22">
              <a:extLst>
                <a:ext uri="{FF2B5EF4-FFF2-40B4-BE49-F238E27FC236}">
                  <a16:creationId xmlns:a16="http://schemas.microsoft.com/office/drawing/2014/main" id="{0C3D3636-955B-44FC-BFDE-25237AEADF99}"/>
                </a:ext>
              </a:extLst>
            </p:cNvPr>
            <p:cNvGrpSpPr/>
            <p:nvPr/>
          </p:nvGrpSpPr>
          <p:grpSpPr>
            <a:xfrm>
              <a:off x="7798849" y="2879049"/>
              <a:ext cx="743343" cy="1063416"/>
              <a:chOff x="6391015" y="3260296"/>
              <a:chExt cx="743343" cy="1063416"/>
            </a:xfrm>
            <a:grpFill/>
          </p:grpSpPr>
          <p:grpSp>
            <p:nvGrpSpPr>
              <p:cNvPr id="25" name="Groupe 24">
                <a:extLst>
                  <a:ext uri="{FF2B5EF4-FFF2-40B4-BE49-F238E27FC236}">
                    <a16:creationId xmlns:a16="http://schemas.microsoft.com/office/drawing/2014/main" id="{D9A794E3-BCAC-4969-BC48-AF353E7C6F2E}"/>
                  </a:ext>
                </a:extLst>
              </p:cNvPr>
              <p:cNvGrpSpPr/>
              <p:nvPr/>
            </p:nvGrpSpPr>
            <p:grpSpPr>
              <a:xfrm>
                <a:off x="6391015" y="3260296"/>
                <a:ext cx="743343" cy="1063416"/>
                <a:chOff x="6298348" y="3168316"/>
                <a:chExt cx="867130" cy="1240504"/>
              </a:xfrm>
              <a:grpFill/>
            </p:grpSpPr>
            <p:pic>
              <p:nvPicPr>
                <p:cNvPr id="27" name="Graphique 26" descr="Enseignant avec un remplissage uni">
                  <a:extLst>
                    <a:ext uri="{FF2B5EF4-FFF2-40B4-BE49-F238E27FC236}">
                      <a16:creationId xmlns:a16="http://schemas.microsoft.com/office/drawing/2014/main" id="{E38174B2-4283-41C3-B4D3-42979351FF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8" name="Graphique 27" descr="Personne confuse avec un remplissage uni">
                  <a:extLst>
                    <a:ext uri="{FF2B5EF4-FFF2-40B4-BE49-F238E27FC236}">
                      <a16:creationId xmlns:a16="http://schemas.microsoft.com/office/drawing/2014/main" id="{53235026-D934-434C-A739-0325E372EEE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29" name="Rectangle : coins arrondis 28">
                  <a:extLst>
                    <a:ext uri="{FF2B5EF4-FFF2-40B4-BE49-F238E27FC236}">
                      <a16:creationId xmlns:a16="http://schemas.microsoft.com/office/drawing/2014/main" id="{ABA7E79E-070A-4AAE-A9B6-4479E77D60A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pic>
            <p:nvPicPr>
              <p:cNvPr id="26" name="Image 25">
                <a:extLst>
                  <a:ext uri="{FF2B5EF4-FFF2-40B4-BE49-F238E27FC236}">
                    <a16:creationId xmlns:a16="http://schemas.microsoft.com/office/drawing/2014/main" id="{064D1641-7713-4380-BBC6-F0E65853D8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4" name="Graphique 23" descr="Presse-papiers mixte avec un remplissage uni">
              <a:extLst>
                <a:ext uri="{FF2B5EF4-FFF2-40B4-BE49-F238E27FC236}">
                  <a16:creationId xmlns:a16="http://schemas.microsoft.com/office/drawing/2014/main" id="{CF017196-6ADF-4107-8ABE-CAFC3BEAF3F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sp>
        <p:nvSpPr>
          <p:cNvPr id="30" name="Bulle narrative : ronde 29">
            <a:extLst>
              <a:ext uri="{FF2B5EF4-FFF2-40B4-BE49-F238E27FC236}">
                <a16:creationId xmlns:a16="http://schemas.microsoft.com/office/drawing/2014/main" id="{7F3E4517-DFFC-4C19-9B68-F9A20307F818}"/>
              </a:ext>
            </a:extLst>
          </p:cNvPr>
          <p:cNvSpPr/>
          <p:nvPr/>
        </p:nvSpPr>
        <p:spPr>
          <a:xfrm>
            <a:off x="8481080" y="62387"/>
            <a:ext cx="2389436" cy="1456415"/>
          </a:xfrm>
          <a:prstGeom prst="wedgeEllipseCallout">
            <a:avLst>
              <a:gd name="adj1" fmla="val 53183"/>
              <a:gd name="adj2" fmla="val 37851"/>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To find out how to facilitate the workshop easily</a:t>
            </a:r>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2514918"/>
            <a:ext cx="2404138" cy="3520758"/>
          </a:xfrm>
        </p:spPr>
        <p:txBody>
          <a:bodyPr/>
          <a:lstStyle/>
          <a:p>
            <a:r>
              <a:rPr lang="en-US" sz="1400"/>
              <a:t>It is important to remain neutral in the presentation of acting alone vs. agreeing beforehand. This neutrality is important to understand the advantages and disadvantages of each modality.</a:t>
            </a:r>
          </a:p>
          <a:p>
            <a:r>
              <a:rPr lang="en-US" sz="1400"/>
              <a:t>The IVCD Map is a tool for continuous improvement and not for complaints, it is important to continue to maintain this </a:t>
            </a:r>
            <a:r>
              <a:rPr lang="en-US" sz="1400" b="1"/>
              <a:t>improvement-oriented posture rather than blaming-oriented posture</a:t>
            </a:r>
            <a:r>
              <a:rPr lang="en-US" sz="1400"/>
              <a:t>.</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2011680"/>
            <a:ext cx="2412076" cy="503237"/>
          </a:xfrm>
        </p:spPr>
        <p:txBody>
          <a:bodyPr>
            <a:normAutofit/>
          </a:bodyPr>
          <a:lstStyle/>
          <a:p>
            <a:r>
              <a:rPr lang="en-US" sz="1400"/>
              <a:t>⚖️Posture and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2514600"/>
            <a:ext cx="5247090" cy="3520758"/>
          </a:xfrm>
        </p:spPr>
        <p:txBody>
          <a:bodyPr/>
          <a:lstStyle/>
          <a:p>
            <a:r>
              <a:rPr lang="en-US" sz="1400"/>
              <a:t>It may be useful to present real-life cases where:</a:t>
            </a:r>
          </a:p>
          <a:p>
            <a:pPr marL="285750" indent="-285750">
              <a:buFontTx/>
              <a:buChar char="-"/>
            </a:pPr>
            <a:r>
              <a:rPr lang="en-US" sz="1400"/>
              <a:t>The collective is happy to be able to act autonomously on certain subjects</a:t>
            </a:r>
          </a:p>
          <a:p>
            <a:pPr marL="285750" indent="-285750">
              <a:buFontTx/>
              <a:buChar char="-"/>
            </a:pPr>
            <a:r>
              <a:rPr lang="en-US" sz="1400"/>
              <a:t>The collective is happy to be in prior consensus on certain subjects</a:t>
            </a:r>
          </a:p>
          <a:p>
            <a:r>
              <a:rPr lang="en-US" sz="1400"/>
              <a:t>Then, add these tickets as example tickets in each category</a:t>
            </a:r>
          </a:p>
          <a:p>
            <a:r>
              <a:rPr lang="en-US" sz="1400"/>
              <a:t>This addition requires knowledge of the context of the collective (e.g. its decision meetings) and its practices. </a:t>
            </a:r>
          </a:p>
          <a:p>
            <a:r>
              <a:rPr lang="en-US" sz="1400"/>
              <a:t>You can adapt the examples to the context (this workshop was created generically to be used in many contexts) to be more meaningful. </a:t>
            </a:r>
          </a:p>
          <a:p>
            <a:r>
              <a:rPr lang="en-US" sz="1400"/>
              <a:t>It can be interesting to prepare these examples in advance </a:t>
            </a: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2011362"/>
            <a:ext cx="5255029" cy="503237"/>
          </a:xfrm>
        </p:spPr>
        <p:txBody>
          <a:bodyPr>
            <a:normAutofit/>
          </a:bodyPr>
          <a:lstStyle/>
          <a:p>
            <a:r>
              <a:rPr lang="en-US" sz="1400"/>
              <a:t>👨🏫Facilitation tips and tricks</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2514600"/>
            <a:ext cx="2404138" cy="3520758"/>
          </a:xfrm>
        </p:spPr>
        <p:txBody>
          <a:bodyPr/>
          <a:lstStyle/>
          <a:p>
            <a:r>
              <a:rPr lang="en-US" sz="1000" b="1"/>
              <a:t>Operational debriefing</a:t>
            </a:r>
          </a:p>
          <a:p>
            <a:pPr marL="285750" indent="-285750">
              <a:buFont typeface="Arial" panose="020B0604020202020204" pitchFamily="34" charset="0"/>
              <a:buChar char="•"/>
            </a:pPr>
            <a:r>
              <a:rPr lang="en-US" sz="1000"/>
              <a:t>Where will we record the results of today's workshop? With whom will we share this information?</a:t>
            </a:r>
          </a:p>
          <a:p>
            <a:pPr marL="285750" indent="-285750">
              <a:buFont typeface="Arial" panose="020B0604020202020204" pitchFamily="34" charset="0"/>
              <a:buChar char="•"/>
            </a:pPr>
            <a:r>
              <a:rPr lang="en-US" sz="1000"/>
              <a:t>When should we discuss these decisions again? What remains to be discussed ?</a:t>
            </a:r>
          </a:p>
          <a:p>
            <a:pPr marL="285750" indent="-285750">
              <a:buFont typeface="Arial" panose="020B0604020202020204" pitchFamily="34" charset="0"/>
              <a:buChar char="•"/>
            </a:pPr>
            <a:r>
              <a:rPr lang="en-US" sz="1000"/>
              <a:t>With whom would it be interesting to repeat this workshop?</a:t>
            </a:r>
          </a:p>
          <a:p>
            <a:endParaRPr lang="en-US" sz="1000"/>
          </a:p>
          <a:p>
            <a:r>
              <a:rPr lang="en-US" sz="1000" b="1"/>
              <a:t>Instructional Debriefing</a:t>
            </a:r>
          </a:p>
          <a:p>
            <a:pPr marL="171450" indent="-171450">
              <a:buFont typeface="Arial" panose="020B0604020202020204" pitchFamily="34" charset="0"/>
              <a:buChar char="•"/>
            </a:pPr>
            <a:r>
              <a:rPr lang="en-US" sz="1000"/>
              <a:t>What did you learn with the IVCD map?</a:t>
            </a:r>
          </a:p>
          <a:p>
            <a:pPr marL="171450" indent="-171450">
              <a:buFont typeface="Arial" panose="020B0604020202020204" pitchFamily="34" charset="0"/>
              <a:buChar char="•"/>
            </a:pPr>
            <a:r>
              <a:rPr lang="en-US" sz="1000"/>
              <a:t>In what situations might you find this tool useful? What will you apply</a:t>
            </a:r>
          </a:p>
          <a:p>
            <a:pPr marL="171450" indent="-171450">
              <a:buFont typeface="Arial" panose="020B0604020202020204" pitchFamily="34" charset="0"/>
              <a:buChar char="•"/>
            </a:pPr>
            <a:r>
              <a:rPr lang="en-US" sz="1000"/>
              <a:t>What are the limits?</a:t>
            </a:r>
          </a:p>
          <a:p>
            <a:pPr marL="171450" indent="-171450">
              <a:buFont typeface="Arial" panose="020B0604020202020204" pitchFamily="34" charset="0"/>
              <a:buChar char="•"/>
            </a:pPr>
            <a:r>
              <a:rPr lang="en-US" sz="1000"/>
              <a:t>What would you complement this tool with?</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2011362"/>
            <a:ext cx="2412076" cy="503237"/>
          </a:xfrm>
        </p:spPr>
        <p:txBody>
          <a:bodyPr>
            <a:normAutofit/>
          </a:bodyPr>
          <a:lstStyle/>
          <a:p>
            <a:r>
              <a:rPr lang="en-US" sz="1400"/>
              <a:t>🙋Debriefing</a:t>
            </a:r>
          </a:p>
        </p:txBody>
      </p:sp>
    </p:spTree>
    <p:extLst>
      <p:ext uri="{BB962C8B-B14F-4D97-AF65-F5344CB8AC3E}">
        <p14:creationId xmlns:p14="http://schemas.microsoft.com/office/powerpoint/2010/main" val="427037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181405" cy="1325563"/>
          </a:xfrm>
        </p:spPr>
        <p:txBody>
          <a:bodyPr/>
          <a:lstStyle/>
          <a:p>
            <a:r>
              <a:rPr lang="fr-FR"/>
              <a:t>Level 6: Adaptation of IVCD </a:t>
            </a:r>
            <a:r>
              <a:rPr lang="fr-FR" err="1"/>
              <a:t>Map</a:t>
            </a:r>
            <a:endParaRPr lang="fr-FR"/>
          </a:p>
        </p:txBody>
      </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7"/>
            <a:ext cx="2811969" cy="1456415"/>
          </a:xfrm>
          <a:prstGeom prst="wedgeEllipseCallout">
            <a:avLst>
              <a:gd name="adj1" fmla="val 38693"/>
              <a:gd name="adj2" fmla="val 668"/>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To easily adapt the workshop and create variations</a:t>
            </a:r>
          </a:p>
        </p:txBody>
      </p:sp>
      <p:grpSp>
        <p:nvGrpSpPr>
          <p:cNvPr id="31" name="Groupe 30">
            <a:extLst>
              <a:ext uri="{FF2B5EF4-FFF2-40B4-BE49-F238E27FC236}">
                <a16:creationId xmlns:a16="http://schemas.microsoft.com/office/drawing/2014/main" id="{566822D7-BE59-42A3-8647-937CD139D65E}"/>
              </a:ext>
            </a:extLst>
          </p:cNvPr>
          <p:cNvGrpSpPr/>
          <p:nvPr/>
        </p:nvGrpSpPr>
        <p:grpSpPr>
          <a:xfrm>
            <a:off x="11294576" y="639192"/>
            <a:ext cx="897423" cy="865662"/>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1214568110"/>
              </p:ext>
            </p:extLst>
          </p:nvPr>
        </p:nvGraphicFramePr>
        <p:xfrm>
          <a:off x="6961023" y="1821540"/>
          <a:ext cx="4740676" cy="4265850"/>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Ideas for variants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Title of the variant or 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endParaRPr lang="fr-FR" sz="1100"/>
                    </a:p>
                  </a:txBody>
                  <a:tcPr/>
                </a:tc>
                <a:tc>
                  <a:txBody>
                    <a:bodyPr/>
                    <a:lstStyle/>
                    <a:p>
                      <a:endParaRPr lang="fr-FR" sz="1100"/>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3209148259"/>
              </p:ext>
            </p:extLst>
          </p:nvPr>
        </p:nvGraphicFramePr>
        <p:xfrm>
          <a:off x="362762" y="1821540"/>
          <a:ext cx="6366795" cy="231140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373632">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Version history</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Contributors</a:t>
                      </a:r>
                    </a:p>
                  </a:txBody>
                  <a:tcPr>
                    <a:solidFill>
                      <a:srgbClr val="ED7D31"/>
                    </a:solidFill>
                  </a:tcPr>
                </a:tc>
                <a:tc>
                  <a:txBody>
                    <a:bodyPr/>
                    <a:lstStyle/>
                    <a:p>
                      <a:r>
                        <a:rPr lang="fr-FR" sz="1200" b="1" kern="1200">
                          <a:solidFill>
                            <a:schemeClr val="lt1"/>
                          </a:solidFill>
                          <a:latin typeface="+mn-lt"/>
                          <a:ea typeface="+mn-ea"/>
                          <a:cs typeface="+mn-cs"/>
                        </a:rPr>
                        <a:t>License</a:t>
                      </a:r>
                    </a:p>
                  </a:txBody>
                  <a:tcPr>
                    <a:solidFill>
                      <a:srgbClr val="ED7D31"/>
                    </a:solidFill>
                  </a:tcPr>
                </a:tc>
                <a:tc>
                  <a:txBody>
                    <a:bodyPr/>
                    <a:lstStyle/>
                    <a:p>
                      <a:r>
                        <a:rPr lang="fr-FR" sz="1200" b="1" kern="1200">
                          <a:solidFill>
                            <a:schemeClr val="lt1"/>
                          </a:solidFill>
                          <a:latin typeface="+mn-lt"/>
                          <a:ea typeface="+mn-ea"/>
                          <a:cs typeface="+mn-cs"/>
                        </a:rPr>
                        <a:t>Comments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dirty="0"/>
                        <a:t>Alexandre QUACH</a:t>
                      </a:r>
                    </a:p>
                    <a:p>
                      <a:r>
                        <a:rPr lang="fr-FR" sz="1200" dirty="0"/>
                        <a:t>Thomas FROMENT</a:t>
                      </a:r>
                    </a:p>
                  </a:txBody>
                  <a:tcPr/>
                </a:tc>
                <a:tc>
                  <a:txBody>
                    <a:bodyPr/>
                    <a:lstStyle/>
                    <a:p>
                      <a:r>
                        <a:rPr lang="fr-FR" sz="1200" dirty="0"/>
                        <a:t>CC-BY-3.0</a:t>
                      </a:r>
                    </a:p>
                  </a:txBody>
                  <a:tcPr/>
                </a:tc>
                <a:tc>
                  <a:txBody>
                    <a:bodyPr/>
                    <a:lstStyle/>
                    <a:p>
                      <a:r>
                        <a:rPr lang="fr-FR" sz="1200"/>
                        <a:t>First version</a:t>
                      </a:r>
                    </a:p>
                  </a:txBody>
                  <a:tcPr/>
                </a:tc>
                <a:extLst>
                  <a:ext uri="{0D108BD9-81ED-4DB2-BD59-A6C34878D82A}">
                    <a16:rowId xmlns:a16="http://schemas.microsoft.com/office/drawing/2014/main" val="2337500579"/>
                  </a:ext>
                </a:extLst>
              </a:tr>
              <a:tr h="370840">
                <a:tc>
                  <a:txBody>
                    <a:bodyPr/>
                    <a:lstStyle/>
                    <a:p>
                      <a:r>
                        <a:rPr lang="fr-FR" sz="1200" dirty="0"/>
                        <a:t>1.1</a:t>
                      </a:r>
                    </a:p>
                  </a:txBody>
                  <a:tcPr/>
                </a:tc>
                <a:tc>
                  <a:txBody>
                    <a:bodyPr/>
                    <a:lstStyle/>
                    <a:p>
                      <a:r>
                        <a:rPr lang="fr-FR" sz="1200" dirty="0"/>
                        <a:t>Thomas FROMENT</a:t>
                      </a:r>
                    </a:p>
                  </a:txBody>
                  <a:tcPr/>
                </a:tc>
                <a:tc>
                  <a:txBody>
                    <a:bodyPr/>
                    <a:lstStyle/>
                    <a:p>
                      <a:r>
                        <a:rPr lang="fr-FR" sz="1200" dirty="0"/>
                        <a:t>CC-BY-3.0</a:t>
                      </a:r>
                    </a:p>
                  </a:txBody>
                  <a:tcPr/>
                </a:tc>
                <a:tc>
                  <a:txBody>
                    <a:bodyPr/>
                    <a:lstStyle/>
                    <a:p>
                      <a:r>
                        <a:rPr lang="fr-FR" sz="1200" dirty="0" err="1"/>
                        <a:t>Add</a:t>
                      </a:r>
                      <a:r>
                        <a:rPr lang="fr-FR" sz="1200" dirty="0"/>
                        <a:t> </a:t>
                      </a:r>
                      <a:r>
                        <a:rPr lang="fr-FR" sz="1200" dirty="0" err="1"/>
                        <a:t>mask</a:t>
                      </a:r>
                      <a:r>
                        <a:rPr lang="fr-FR" sz="1200" dirty="0"/>
                        <a:t> (</a:t>
                      </a:r>
                      <a:r>
                        <a:rPr lang="fr-FR" sz="1200" dirty="0" err="1"/>
                        <a:t>license</a:t>
                      </a:r>
                      <a:r>
                        <a:rPr lang="fr-FR" sz="1200" dirty="0"/>
                        <a:t>, #osc and Komyu)</a:t>
                      </a:r>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dirty="0"/>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ECF6A5A4-C9A1-FE18-40F1-8BED15E2BCDD}"/>
              </a:ext>
            </a:extLst>
          </p:cNvPr>
          <p:cNvSpPr>
            <a:spLocks noGrp="1"/>
          </p:cNvSpPr>
          <p:nvPr>
            <p:ph type="title"/>
          </p:nvPr>
        </p:nvSpPr>
        <p:spPr/>
        <p:txBody>
          <a:bodyPr/>
          <a:lstStyle/>
          <a:p>
            <a:r>
              <a:rPr lang="fr-FR" err="1"/>
              <a:t>Onboarding </a:t>
            </a:r>
            <a:r>
              <a:rPr lang="fr-FR"/>
              <a:t>use</a:t>
            </a:r>
          </a:p>
        </p:txBody>
      </p:sp>
      <p:sp>
        <p:nvSpPr>
          <p:cNvPr id="10" name="Espace réservé du contenu 9">
            <a:extLst>
              <a:ext uri="{FF2B5EF4-FFF2-40B4-BE49-F238E27FC236}">
                <a16:creationId xmlns:a16="http://schemas.microsoft.com/office/drawing/2014/main" id="{D2AF21F8-04D3-805D-F34E-F6B2B3E945C8}"/>
              </a:ext>
            </a:extLst>
          </p:cNvPr>
          <p:cNvSpPr>
            <a:spLocks noGrp="1"/>
          </p:cNvSpPr>
          <p:nvPr>
            <p:ph idx="1"/>
          </p:nvPr>
        </p:nvSpPr>
        <p:spPr>
          <a:xfrm>
            <a:off x="838200" y="1834220"/>
            <a:ext cx="10515600" cy="1219579"/>
          </a:xfrm>
        </p:spPr>
        <p:txBody>
          <a:bodyPr>
            <a:normAutofit/>
          </a:bodyPr>
          <a:lstStyle/>
          <a:p>
            <a:r>
              <a:rPr lang="fr-FR" sz="1800"/>
              <a:t>The IVCD </a:t>
            </a:r>
            <a:r>
              <a:rPr lang="fr-FR" sz="1800" err="1"/>
              <a:t>Map</a:t>
            </a:r>
            <a:r>
              <a:rPr lang="fr-FR" sz="1800"/>
              <a:t> can be </a:t>
            </a:r>
            <a:r>
              <a:rPr lang="fr-FR" sz="1800" err="1"/>
              <a:t>presented</a:t>
            </a:r>
            <a:r>
              <a:rPr lang="fr-FR" sz="1800"/>
              <a:t> for the </a:t>
            </a:r>
            <a:r>
              <a:rPr lang="fr-FR" sz="1800" err="1"/>
              <a:t>onboarding</a:t>
            </a:r>
            <a:r>
              <a:rPr lang="fr-FR" sz="1800"/>
              <a:t> of a new member of a collective (team, community, etc.) so that the new member can better understand his or her interaction needs.</a:t>
            </a:r>
          </a:p>
          <a:p>
            <a:r>
              <a:rPr lang="fr-FR" sz="1800"/>
              <a:t>Here is a presentation format</a:t>
            </a:r>
          </a:p>
        </p:txBody>
      </p:sp>
      <p:graphicFrame>
        <p:nvGraphicFramePr>
          <p:cNvPr id="11" name="Tableau 25">
            <a:extLst>
              <a:ext uri="{FF2B5EF4-FFF2-40B4-BE49-F238E27FC236}">
                <a16:creationId xmlns:a16="http://schemas.microsoft.com/office/drawing/2014/main" id="{7555C7BF-4CB5-78A8-99E8-2787816F13C8}"/>
              </a:ext>
            </a:extLst>
          </p:cNvPr>
          <p:cNvGraphicFramePr>
            <a:graphicFrameLocks noGrp="1"/>
          </p:cNvGraphicFramePr>
          <p:nvPr>
            <p:extLst>
              <p:ext uri="{D42A27DB-BD31-4B8C-83A1-F6EECF244321}">
                <p14:modId xmlns:p14="http://schemas.microsoft.com/office/powerpoint/2010/main" val="2845457358"/>
              </p:ext>
            </p:extLst>
          </p:nvPr>
        </p:nvGraphicFramePr>
        <p:xfrm>
          <a:off x="4972004" y="3339595"/>
          <a:ext cx="6910665" cy="2939920"/>
        </p:xfrm>
        <a:graphic>
          <a:graphicData uri="http://schemas.openxmlformats.org/drawingml/2006/table">
            <a:tbl>
              <a:tblPr firstRow="1" bandRow="1">
                <a:tableStyleId>{5C22544A-7EE6-4342-B048-85BDC9FD1C3A}</a:tableStyleId>
              </a:tblPr>
              <a:tblGrid>
                <a:gridCol w="2303555">
                  <a:extLst>
                    <a:ext uri="{9D8B030D-6E8A-4147-A177-3AD203B41FA5}">
                      <a16:colId xmlns:a16="http://schemas.microsoft.com/office/drawing/2014/main" val="202539309"/>
                    </a:ext>
                  </a:extLst>
                </a:gridCol>
                <a:gridCol w="2303555">
                  <a:extLst>
                    <a:ext uri="{9D8B030D-6E8A-4147-A177-3AD203B41FA5}">
                      <a16:colId xmlns:a16="http://schemas.microsoft.com/office/drawing/2014/main" val="3873720868"/>
                    </a:ext>
                  </a:extLst>
                </a:gridCol>
                <a:gridCol w="2303555">
                  <a:extLst>
                    <a:ext uri="{9D8B030D-6E8A-4147-A177-3AD203B41FA5}">
                      <a16:colId xmlns:a16="http://schemas.microsoft.com/office/drawing/2014/main" val="184706590"/>
                    </a:ext>
                  </a:extLst>
                </a:gridCol>
              </a:tblGrid>
              <a:tr h="373979">
                <a:tc>
                  <a:txBody>
                    <a:bodyPr/>
                    <a:lstStyle/>
                    <a:p>
                      <a:r>
                        <a:rPr lang="fr-FR" sz="1400"/>
                        <a:t>What you can feel comfortable doing independently</a:t>
                      </a:r>
                    </a:p>
                  </a:txBody>
                  <a:tcPr marL="189800" marR="189800" marT="94900" marB="94900">
                    <a:solidFill>
                      <a:schemeClr val="accent2"/>
                    </a:solidFill>
                  </a:tcPr>
                </a:tc>
                <a:tc>
                  <a:txBody>
                    <a:bodyPr/>
                    <a:lstStyle/>
                    <a:p>
                      <a:r>
                        <a:rPr lang="fr-FR" sz="1400"/>
                        <a:t>Case by case </a:t>
                      </a:r>
                    </a:p>
                  </a:txBody>
                  <a:tcPr marL="189800" marR="189800" marT="94900" marB="94900">
                    <a:solidFill>
                      <a:schemeClr val="bg1">
                        <a:lumMod val="50000"/>
                      </a:schemeClr>
                    </a:solidFill>
                  </a:tcPr>
                </a:tc>
                <a:tc>
                  <a:txBody>
                    <a:bodyPr/>
                    <a:lstStyle/>
                    <a:p>
                      <a:r>
                        <a:rPr lang="fr-FR" sz="1400"/>
                        <a:t>This will require a collective decision (ask someone else on the team for details!)</a:t>
                      </a:r>
                    </a:p>
                  </a:txBody>
                  <a:tcPr marL="189800" marR="189800" marT="94900" marB="94900"/>
                </a:tc>
                <a:extLst>
                  <a:ext uri="{0D108BD9-81ED-4DB2-BD59-A6C34878D82A}">
                    <a16:rowId xmlns:a16="http://schemas.microsoft.com/office/drawing/2014/main" val="311288095"/>
                  </a:ext>
                </a:extLst>
              </a:tr>
              <a:tr h="1188447">
                <a:tc>
                  <a:txBody>
                    <a:bodyPr/>
                    <a:lstStyle/>
                    <a:p>
                      <a:pPr marL="171450" indent="-171450">
                        <a:buFont typeface="Arial" panose="020B0604020202020204" pitchFamily="34" charset="0"/>
                        <a:buChar char="•"/>
                      </a:pPr>
                      <a:r>
                        <a:rPr lang="fr-FR" sz="1400"/>
                        <a:t>Configure your workstation</a:t>
                      </a:r>
                    </a:p>
                    <a:p>
                      <a:pPr marL="171450" indent="-171450">
                        <a:buFont typeface="Arial" panose="020B0604020202020204" pitchFamily="34" charset="0"/>
                        <a:buChar char="•"/>
                      </a:pPr>
                      <a:r>
                        <a:rPr lang="fr-FR" sz="1400"/>
                        <a:t>Decide on your schedule</a:t>
                      </a:r>
                    </a:p>
                    <a:p>
                      <a:pPr marL="171450" indent="-171450">
                        <a:buFont typeface="Arial" panose="020B0604020202020204" pitchFamily="34" charset="0"/>
                        <a:buChar char="•"/>
                      </a:pPr>
                      <a:r>
                        <a:rPr lang="fr-FR" sz="1400"/>
                        <a:t>Choose the writing tools you prefer</a:t>
                      </a:r>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r>
                        <a:rPr lang="fr-FR" sz="1400"/>
                        <a:t>Lorem Ipsum</a:t>
                      </a:r>
                    </a:p>
                  </a:txBody>
                  <a:tcPr marL="189800" marR="189800" marT="94900" marB="94900">
                    <a:solidFill>
                      <a:schemeClr val="accent2">
                        <a:lumMod val="20000"/>
                        <a:lumOff val="80000"/>
                      </a:schemeClr>
                    </a:solidFill>
                  </a:tcPr>
                </a:tc>
                <a:tc>
                  <a:txBody>
                    <a:bodyPr/>
                    <a:lstStyle/>
                    <a:p>
                      <a:pPr marL="171450" indent="-171450">
                        <a:buFont typeface="Arial" panose="020B0604020202020204" pitchFamily="34" charset="0"/>
                        <a:buChar char="•"/>
                      </a:pPr>
                      <a:r>
                        <a:rPr lang="fr-FR" sz="1400"/>
                        <a:t>Communicate outside the team</a:t>
                      </a:r>
                    </a:p>
                    <a:p>
                      <a:pPr marL="171450" indent="-171450">
                        <a:buFont typeface="Arial" panose="020B0604020202020204" pitchFamily="34" charset="0"/>
                        <a:buChar char="•"/>
                      </a:pPr>
                      <a:r>
                        <a:rPr lang="fr-FR" sz="1400"/>
                        <a:t>Launching projects in the team</a:t>
                      </a:r>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r>
                        <a:rPr lang="fr-FR" sz="1400"/>
                        <a:t>Lorem Ipsum</a:t>
                      </a:r>
                    </a:p>
                  </a:txBody>
                  <a:tcPr marL="189800" marR="189800" marT="94900" marB="94900">
                    <a:solidFill>
                      <a:schemeClr val="bg1">
                        <a:lumMod val="85000"/>
                      </a:schemeClr>
                    </a:solidFill>
                  </a:tcPr>
                </a:tc>
                <a:tc>
                  <a:txBody>
                    <a:bodyPr/>
                    <a:lstStyle/>
                    <a:p>
                      <a:pPr marL="171450" indent="-171450">
                        <a:buFont typeface="Arial" panose="020B0604020202020204" pitchFamily="34" charset="0"/>
                        <a:buChar char="•"/>
                      </a:pPr>
                      <a:r>
                        <a:rPr lang="fr-FR" sz="1400"/>
                        <a:t>Send communications to the hierarchy</a:t>
                      </a:r>
                    </a:p>
                    <a:p>
                      <a:pPr marL="171450" indent="-171450">
                        <a:buFont typeface="Arial" panose="020B0604020202020204" pitchFamily="34" charset="0"/>
                        <a:buChar char="•"/>
                      </a:pPr>
                      <a:r>
                        <a:rPr lang="fr-FR" sz="1400"/>
                        <a:t>Make purchases on behalf of the team</a:t>
                      </a:r>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r>
                        <a:rPr lang="fr-FR" sz="1400"/>
                        <a:t>Lorem Ipsum</a:t>
                      </a:r>
                    </a:p>
                  </a:txBody>
                  <a:tcPr marL="189800" marR="189800" marT="94900" marB="94900"/>
                </a:tc>
                <a:extLst>
                  <a:ext uri="{0D108BD9-81ED-4DB2-BD59-A6C34878D82A}">
                    <a16:rowId xmlns:a16="http://schemas.microsoft.com/office/drawing/2014/main" val="2549662727"/>
                  </a:ext>
                </a:extLst>
              </a:tr>
            </a:tbl>
          </a:graphicData>
        </a:graphic>
      </p:graphicFrame>
      <p:grpSp>
        <p:nvGrpSpPr>
          <p:cNvPr id="18" name="Groupe 17">
            <a:extLst>
              <a:ext uri="{FF2B5EF4-FFF2-40B4-BE49-F238E27FC236}">
                <a16:creationId xmlns:a16="http://schemas.microsoft.com/office/drawing/2014/main" id="{3B106A13-84A9-A3E4-5D8E-9BEBBF14CF55}"/>
              </a:ext>
            </a:extLst>
          </p:cNvPr>
          <p:cNvGrpSpPr/>
          <p:nvPr/>
        </p:nvGrpSpPr>
        <p:grpSpPr>
          <a:xfrm>
            <a:off x="5775777" y="2701319"/>
            <a:ext cx="5303118" cy="537589"/>
            <a:chOff x="4712262" y="3103192"/>
            <a:chExt cx="2320112" cy="235195"/>
          </a:xfrm>
        </p:grpSpPr>
        <p:pic>
          <p:nvPicPr>
            <p:cNvPr id="12" name="Graphique 11" descr="Homme portant un sweat à capuche">
              <a:extLst>
                <a:ext uri="{FF2B5EF4-FFF2-40B4-BE49-F238E27FC236}">
                  <a16:creationId xmlns:a16="http://schemas.microsoft.com/office/drawing/2014/main" id="{F6E2D81F-C1B5-BEB2-3831-06C646D75FA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88893" y="3160513"/>
              <a:ext cx="125577" cy="172697"/>
            </a:xfrm>
            <a:prstGeom prst="rect">
              <a:avLst/>
            </a:prstGeom>
          </p:spPr>
        </p:pic>
        <p:pic>
          <p:nvPicPr>
            <p:cNvPr id="13" name="Graphique 12" descr="Homme portant un sweat à capuche">
              <a:extLst>
                <a:ext uri="{FF2B5EF4-FFF2-40B4-BE49-F238E27FC236}">
                  <a16:creationId xmlns:a16="http://schemas.microsoft.com/office/drawing/2014/main" id="{D086A6D3-3215-C451-88A5-AA6B1DA94BA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712262" y="3165690"/>
              <a:ext cx="125577" cy="172697"/>
            </a:xfrm>
            <a:prstGeom prst="rect">
              <a:avLst/>
            </a:prstGeom>
          </p:spPr>
        </p:pic>
        <p:pic>
          <p:nvPicPr>
            <p:cNvPr id="14" name="Graphique 13" descr="Femme avec bras prothétique">
              <a:extLst>
                <a:ext uri="{FF2B5EF4-FFF2-40B4-BE49-F238E27FC236}">
                  <a16:creationId xmlns:a16="http://schemas.microsoft.com/office/drawing/2014/main" id="{D49CEB6A-3508-9A12-CF15-62FC2C8BC8C9}"/>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718022" y="3157672"/>
              <a:ext cx="156339" cy="167455"/>
            </a:xfrm>
            <a:prstGeom prst="rect">
              <a:avLst/>
            </a:prstGeom>
          </p:spPr>
        </p:pic>
        <p:pic>
          <p:nvPicPr>
            <p:cNvPr id="15" name="Graphique 14" descr="Homme barbu en peignoir">
              <a:extLst>
                <a:ext uri="{FF2B5EF4-FFF2-40B4-BE49-F238E27FC236}">
                  <a16:creationId xmlns:a16="http://schemas.microsoft.com/office/drawing/2014/main" id="{5F7691A8-CD9E-F0B0-6797-11BD2AA5E044}"/>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448459" y="3157672"/>
              <a:ext cx="136882" cy="175537"/>
            </a:xfrm>
            <a:prstGeom prst="rect">
              <a:avLst/>
            </a:prstGeom>
          </p:spPr>
        </p:pic>
        <p:pic>
          <p:nvPicPr>
            <p:cNvPr id="16" name="Graphique 15" descr="Femme tenant un ordinateur portable">
              <a:extLst>
                <a:ext uri="{FF2B5EF4-FFF2-40B4-BE49-F238E27FC236}">
                  <a16:creationId xmlns:a16="http://schemas.microsoft.com/office/drawing/2014/main" id="{8CF408A3-0FD2-0564-414A-B42A6BD49A04}"/>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870809" y="3165755"/>
              <a:ext cx="161565" cy="167455"/>
            </a:xfrm>
            <a:prstGeom prst="rect">
              <a:avLst/>
            </a:prstGeom>
          </p:spPr>
        </p:pic>
        <p:pic>
          <p:nvPicPr>
            <p:cNvPr id="17" name="Graphique 16" descr="Point d’interrogation avec un remplissage uni">
              <a:extLst>
                <a:ext uri="{FF2B5EF4-FFF2-40B4-BE49-F238E27FC236}">
                  <a16:creationId xmlns:a16="http://schemas.microsoft.com/office/drawing/2014/main" id="{4C3CCB5D-A8A9-A870-AA51-8D34E6CA76F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757664" y="3103192"/>
              <a:ext cx="221935" cy="221935"/>
            </a:xfrm>
            <a:prstGeom prst="rect">
              <a:avLst/>
            </a:prstGeom>
          </p:spPr>
        </p:pic>
      </p:grpSp>
      <p:sp>
        <p:nvSpPr>
          <p:cNvPr id="20" name="ZoneTexte 19">
            <a:extLst>
              <a:ext uri="{FF2B5EF4-FFF2-40B4-BE49-F238E27FC236}">
                <a16:creationId xmlns:a16="http://schemas.microsoft.com/office/drawing/2014/main" id="{6A338252-18A9-1D78-91B1-39C5C8C095A3}"/>
              </a:ext>
            </a:extLst>
          </p:cNvPr>
          <p:cNvSpPr txBox="1"/>
          <p:nvPr/>
        </p:nvSpPr>
        <p:spPr>
          <a:xfrm>
            <a:off x="2354873" y="4428742"/>
            <a:ext cx="2472655" cy="1477328"/>
          </a:xfrm>
          <a:prstGeom prst="rect">
            <a:avLst/>
          </a:prstGeom>
          <a:noFill/>
        </p:spPr>
        <p:txBody>
          <a:bodyPr wrap="square">
            <a:spAutoFit/>
          </a:bodyPr>
          <a:lstStyle/>
          <a:p>
            <a:r>
              <a:rPr lang="fr-FR" sz="1800" i="1"/>
              <a:t>Welcome among us, here is a sheet to help you be more autonomous and work better with us </a:t>
            </a:r>
          </a:p>
        </p:txBody>
      </p:sp>
    </p:spTree>
    <p:extLst>
      <p:ext uri="{BB962C8B-B14F-4D97-AF65-F5344CB8AC3E}">
        <p14:creationId xmlns:p14="http://schemas.microsoft.com/office/powerpoint/2010/main" val="34152432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899D11-43C5-0A5C-49E7-5F9F62128B96}"/>
              </a:ext>
            </a:extLst>
          </p:cNvPr>
          <p:cNvSpPr>
            <a:spLocks noGrp="1"/>
          </p:cNvSpPr>
          <p:nvPr>
            <p:ph type="title"/>
          </p:nvPr>
        </p:nvSpPr>
        <p:spPr/>
        <p:txBody>
          <a:bodyPr/>
          <a:lstStyle/>
          <a:p>
            <a:r>
              <a:rPr lang="fr-FR"/>
              <a:t>Use between 2 teams</a:t>
            </a:r>
          </a:p>
        </p:txBody>
      </p:sp>
      <p:sp>
        <p:nvSpPr>
          <p:cNvPr id="3" name="Espace réservé du contenu 2">
            <a:extLst>
              <a:ext uri="{FF2B5EF4-FFF2-40B4-BE49-F238E27FC236}">
                <a16:creationId xmlns:a16="http://schemas.microsoft.com/office/drawing/2014/main" id="{0A24477A-34EF-58CD-F101-E34CDDB1639E}"/>
              </a:ext>
            </a:extLst>
          </p:cNvPr>
          <p:cNvSpPr>
            <a:spLocks noGrp="1"/>
          </p:cNvSpPr>
          <p:nvPr>
            <p:ph idx="1"/>
          </p:nvPr>
        </p:nvSpPr>
        <p:spPr>
          <a:xfrm>
            <a:off x="838200" y="1825625"/>
            <a:ext cx="10515600" cy="1325563"/>
          </a:xfrm>
        </p:spPr>
        <p:txBody>
          <a:bodyPr>
            <a:normAutofit/>
          </a:bodyPr>
          <a:lstStyle/>
          <a:p>
            <a:r>
              <a:rPr lang="fr-FR" sz="1600"/>
              <a:t>When 2 teams have to cooperate, the same pitfalls can occur as within one team (feeling short-circuited, or depending on the other team all the time, etc.). </a:t>
            </a:r>
          </a:p>
          <a:p>
            <a:r>
              <a:rPr lang="fr-FR" sz="1600"/>
              <a:t>A workshop such as the IVCD </a:t>
            </a:r>
            <a:r>
              <a:rPr lang="fr-FR" sz="1600" err="1"/>
              <a:t>Map </a:t>
            </a:r>
            <a:r>
              <a:rPr lang="fr-FR" sz="1600"/>
              <a:t>provides a concrete framework for identifying issues of conflict, which can then be arbitrated by the appropriate parties.</a:t>
            </a:r>
          </a:p>
        </p:txBody>
      </p:sp>
      <p:grpSp>
        <p:nvGrpSpPr>
          <p:cNvPr id="23" name="Groupe 22">
            <a:extLst>
              <a:ext uri="{FF2B5EF4-FFF2-40B4-BE49-F238E27FC236}">
                <a16:creationId xmlns:a16="http://schemas.microsoft.com/office/drawing/2014/main" id="{B2D82E42-BEB0-93F0-3CA7-09AB3EDE376C}"/>
              </a:ext>
            </a:extLst>
          </p:cNvPr>
          <p:cNvGrpSpPr/>
          <p:nvPr/>
        </p:nvGrpSpPr>
        <p:grpSpPr>
          <a:xfrm>
            <a:off x="4655890" y="3155028"/>
            <a:ext cx="7426586" cy="3492500"/>
            <a:chOff x="1608950" y="1690688"/>
            <a:chExt cx="10532250" cy="4953000"/>
          </a:xfrm>
        </p:grpSpPr>
        <p:grpSp>
          <p:nvGrpSpPr>
            <p:cNvPr id="4" name="Groupe 3">
              <a:extLst>
                <a:ext uri="{FF2B5EF4-FFF2-40B4-BE49-F238E27FC236}">
                  <a16:creationId xmlns:a16="http://schemas.microsoft.com/office/drawing/2014/main" id="{0AD5AE03-6344-C5D2-2F7E-8F66E47BB170}"/>
                </a:ext>
              </a:extLst>
            </p:cNvPr>
            <p:cNvGrpSpPr/>
            <p:nvPr/>
          </p:nvGrpSpPr>
          <p:grpSpPr>
            <a:xfrm>
              <a:off x="3333750" y="1690688"/>
              <a:ext cx="6959600" cy="4953000"/>
              <a:chOff x="2425700" y="1690688"/>
              <a:chExt cx="6959600" cy="4953000"/>
            </a:xfrm>
          </p:grpSpPr>
          <p:sp>
            <p:nvSpPr>
              <p:cNvPr id="5" name="Ellipse 4">
                <a:extLst>
                  <a:ext uri="{FF2B5EF4-FFF2-40B4-BE49-F238E27FC236}">
                    <a16:creationId xmlns:a16="http://schemas.microsoft.com/office/drawing/2014/main" id="{A7503F04-3188-C667-BC0A-A086F3A0C0E9}"/>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6" name="Ellipse 5">
                <a:extLst>
                  <a:ext uri="{FF2B5EF4-FFF2-40B4-BE49-F238E27FC236}">
                    <a16:creationId xmlns:a16="http://schemas.microsoft.com/office/drawing/2014/main" id="{2810D6F5-EAA4-079B-F5BE-E982AD1176B9}"/>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grpSp>
        <p:sp>
          <p:nvSpPr>
            <p:cNvPr id="7" name="ZoneTexte 6">
              <a:extLst>
                <a:ext uri="{FF2B5EF4-FFF2-40B4-BE49-F238E27FC236}">
                  <a16:creationId xmlns:a16="http://schemas.microsoft.com/office/drawing/2014/main" id="{2F2AA31B-3C5C-6B0A-82B0-F0AC59FF7012}"/>
                </a:ext>
              </a:extLst>
            </p:cNvPr>
            <p:cNvSpPr txBox="1"/>
            <p:nvPr/>
          </p:nvSpPr>
          <p:spPr>
            <a:xfrm>
              <a:off x="1608950" y="1690688"/>
              <a:ext cx="2135962" cy="851142"/>
            </a:xfrm>
            <a:prstGeom prst="rect">
              <a:avLst/>
            </a:prstGeom>
            <a:noFill/>
          </p:spPr>
          <p:txBody>
            <a:bodyPr wrap="square">
              <a:spAutoFit/>
            </a:bodyPr>
            <a:lstStyle/>
            <a:p>
              <a:pPr algn="ctr"/>
              <a:r>
                <a:rPr lang="fr-FR" sz="1100" b="1">
                  <a:solidFill>
                    <a:srgbClr val="ED7D31"/>
                  </a:solidFill>
                </a:rPr>
                <a:t>Decisions that one team can make without consulting the other </a:t>
              </a:r>
              <a:endParaRPr lang="fr-FR" sz="1100">
                <a:solidFill>
                  <a:srgbClr val="ED7D31"/>
                </a:solidFill>
              </a:endParaRPr>
            </a:p>
          </p:txBody>
        </p:sp>
        <p:sp>
          <p:nvSpPr>
            <p:cNvPr id="8" name="ZoneTexte 7">
              <a:extLst>
                <a:ext uri="{FF2B5EF4-FFF2-40B4-BE49-F238E27FC236}">
                  <a16:creationId xmlns:a16="http://schemas.microsoft.com/office/drawing/2014/main" id="{C4CF1444-2881-DCA2-1E95-9F93A5296F44}"/>
                </a:ext>
              </a:extLst>
            </p:cNvPr>
            <p:cNvSpPr txBox="1"/>
            <p:nvPr/>
          </p:nvSpPr>
          <p:spPr>
            <a:xfrm>
              <a:off x="10293350" y="1690688"/>
              <a:ext cx="1673225" cy="1331274"/>
            </a:xfrm>
            <a:prstGeom prst="rect">
              <a:avLst/>
            </a:prstGeom>
            <a:noFill/>
          </p:spPr>
          <p:txBody>
            <a:bodyPr wrap="square">
              <a:spAutoFit/>
            </a:bodyPr>
            <a:lstStyle/>
            <a:p>
              <a:pPr algn="ctr"/>
              <a:r>
                <a:rPr lang="fr-FR" sz="1100" b="1">
                  <a:solidFill>
                    <a:srgbClr val="3494BA"/>
                  </a:solidFill>
                </a:rPr>
                <a:t>Decisions that are best and agreed upon as a group</a:t>
              </a:r>
              <a:endParaRPr lang="fr-FR" sz="1100">
                <a:solidFill>
                  <a:srgbClr val="3494BA"/>
                </a:solidFill>
              </a:endParaRPr>
            </a:p>
          </p:txBody>
        </p:sp>
        <p:sp>
          <p:nvSpPr>
            <p:cNvPr id="9" name="ZoneTexte 8">
              <a:extLst>
                <a:ext uri="{FF2B5EF4-FFF2-40B4-BE49-F238E27FC236}">
                  <a16:creationId xmlns:a16="http://schemas.microsoft.com/office/drawing/2014/main" id="{E7B7BB36-498B-8683-C6BB-3DE18009BB20}"/>
                </a:ext>
              </a:extLst>
            </p:cNvPr>
            <p:cNvSpPr txBox="1"/>
            <p:nvPr/>
          </p:nvSpPr>
          <p:spPr>
            <a:xfrm>
              <a:off x="6096000" y="2106185"/>
              <a:ext cx="1401764" cy="851142"/>
            </a:xfrm>
            <a:prstGeom prst="rect">
              <a:avLst/>
            </a:prstGeom>
            <a:noFill/>
          </p:spPr>
          <p:txBody>
            <a:bodyPr wrap="square">
              <a:spAutoFit/>
            </a:bodyPr>
            <a:lstStyle/>
            <a:p>
              <a:pPr algn="ctr"/>
              <a:r>
                <a:rPr lang="fr-FR" sz="1100" b="1">
                  <a:solidFill>
                    <a:schemeClr val="bg1">
                      <a:lumMod val="50000"/>
                    </a:schemeClr>
                  </a:solidFill>
                </a:rPr>
                <a:t>Grey area (case by case)</a:t>
              </a:r>
              <a:endParaRPr lang="fr-FR" sz="1100">
                <a:solidFill>
                  <a:schemeClr val="bg1">
                    <a:lumMod val="50000"/>
                  </a:schemeClr>
                </a:solidFill>
              </a:endParaRPr>
            </a:p>
          </p:txBody>
        </p:sp>
        <p:sp>
          <p:nvSpPr>
            <p:cNvPr id="10" name="ZoneTexte 9">
              <a:extLst>
                <a:ext uri="{FF2B5EF4-FFF2-40B4-BE49-F238E27FC236}">
                  <a16:creationId xmlns:a16="http://schemas.microsoft.com/office/drawing/2014/main" id="{C970DD96-43DE-E865-4A50-982D04DA3BAA}"/>
                </a:ext>
              </a:extLst>
            </p:cNvPr>
            <p:cNvSpPr txBox="1"/>
            <p:nvPr/>
          </p:nvSpPr>
          <p:spPr>
            <a:xfrm>
              <a:off x="5950350" y="3123973"/>
              <a:ext cx="1547415" cy="1003911"/>
            </a:xfrm>
            <a:prstGeom prst="rect">
              <a:avLst/>
            </a:prstGeom>
            <a:solidFill>
              <a:srgbClr val="FFFF00"/>
            </a:solidFill>
            <a:ln>
              <a:solidFill>
                <a:schemeClr val="tx1"/>
              </a:solidFill>
            </a:ln>
          </p:spPr>
          <p:txBody>
            <a:bodyPr wrap="square">
              <a:spAutoFit/>
            </a:bodyPr>
            <a:lstStyle/>
            <a:p>
              <a:pPr algn="ctr"/>
              <a:r>
                <a:rPr lang="fr-FR" sz="1000"/>
                <a:t>Reference points of contact on common topics</a:t>
              </a:r>
            </a:p>
          </p:txBody>
        </p:sp>
        <p:sp>
          <p:nvSpPr>
            <p:cNvPr id="11" name="ZoneTexte 10">
              <a:extLst>
                <a:ext uri="{FF2B5EF4-FFF2-40B4-BE49-F238E27FC236}">
                  <a16:creationId xmlns:a16="http://schemas.microsoft.com/office/drawing/2014/main" id="{A7305CC4-EA55-D590-8D8D-73E0436490BE}"/>
                </a:ext>
              </a:extLst>
            </p:cNvPr>
            <p:cNvSpPr txBox="1"/>
            <p:nvPr/>
          </p:nvSpPr>
          <p:spPr>
            <a:xfrm>
              <a:off x="8319492" y="2646918"/>
              <a:ext cx="1547415" cy="785670"/>
            </a:xfrm>
            <a:prstGeom prst="rect">
              <a:avLst/>
            </a:prstGeom>
            <a:solidFill>
              <a:srgbClr val="FFFF00"/>
            </a:solidFill>
            <a:ln>
              <a:solidFill>
                <a:schemeClr val="tx1"/>
              </a:solidFill>
            </a:ln>
          </p:spPr>
          <p:txBody>
            <a:bodyPr wrap="square">
              <a:spAutoFit/>
            </a:bodyPr>
            <a:lstStyle/>
            <a:p>
              <a:pPr algn="ctr"/>
              <a:r>
                <a:rPr lang="fr-FR" sz="1000"/>
                <a:t>Tools shared by the 2 teams</a:t>
              </a:r>
            </a:p>
          </p:txBody>
        </p:sp>
        <p:sp>
          <p:nvSpPr>
            <p:cNvPr id="12" name="ZoneTexte 11">
              <a:extLst>
                <a:ext uri="{FF2B5EF4-FFF2-40B4-BE49-F238E27FC236}">
                  <a16:creationId xmlns:a16="http://schemas.microsoft.com/office/drawing/2014/main" id="{B44C5DD9-B805-4651-7FF3-B34A00F664D1}"/>
                </a:ext>
              </a:extLst>
            </p:cNvPr>
            <p:cNvSpPr txBox="1"/>
            <p:nvPr/>
          </p:nvSpPr>
          <p:spPr>
            <a:xfrm>
              <a:off x="3883653" y="2424793"/>
              <a:ext cx="1547415" cy="785670"/>
            </a:xfrm>
            <a:prstGeom prst="rect">
              <a:avLst/>
            </a:prstGeom>
            <a:solidFill>
              <a:srgbClr val="FFFF00"/>
            </a:solidFill>
            <a:ln>
              <a:solidFill>
                <a:schemeClr val="tx1"/>
              </a:solidFill>
            </a:ln>
          </p:spPr>
          <p:txBody>
            <a:bodyPr wrap="square">
              <a:spAutoFit/>
            </a:bodyPr>
            <a:lstStyle/>
            <a:p>
              <a:pPr algn="ctr"/>
              <a:r>
                <a:rPr lang="fr-FR" sz="1000"/>
                <a:t>The internal tools of each team</a:t>
              </a:r>
            </a:p>
          </p:txBody>
        </p:sp>
        <p:sp>
          <p:nvSpPr>
            <p:cNvPr id="13" name="ZoneTexte 12">
              <a:extLst>
                <a:ext uri="{FF2B5EF4-FFF2-40B4-BE49-F238E27FC236}">
                  <a16:creationId xmlns:a16="http://schemas.microsoft.com/office/drawing/2014/main" id="{9846388C-2CE4-39B7-165F-7DF2FBC254AD}"/>
                </a:ext>
              </a:extLst>
            </p:cNvPr>
            <p:cNvSpPr txBox="1"/>
            <p:nvPr/>
          </p:nvSpPr>
          <p:spPr>
            <a:xfrm>
              <a:off x="8583017" y="3797857"/>
              <a:ext cx="1547415" cy="1003911"/>
            </a:xfrm>
            <a:prstGeom prst="rect">
              <a:avLst/>
            </a:prstGeom>
            <a:solidFill>
              <a:srgbClr val="FFFF00"/>
            </a:solidFill>
            <a:ln>
              <a:solidFill>
                <a:schemeClr val="tx1"/>
              </a:solidFill>
            </a:ln>
          </p:spPr>
          <p:txBody>
            <a:bodyPr wrap="square">
              <a:spAutoFit/>
            </a:bodyPr>
            <a:lstStyle/>
            <a:p>
              <a:pPr algn="ctr"/>
              <a:r>
                <a:rPr lang="fr-FR" sz="1000"/>
                <a:t>The organization of the quarterly synchronization meeting</a:t>
              </a:r>
            </a:p>
          </p:txBody>
        </p:sp>
        <p:sp>
          <p:nvSpPr>
            <p:cNvPr id="14" name="ZoneTexte 13">
              <a:extLst>
                <a:ext uri="{FF2B5EF4-FFF2-40B4-BE49-F238E27FC236}">
                  <a16:creationId xmlns:a16="http://schemas.microsoft.com/office/drawing/2014/main" id="{A08A1111-7CD3-2D9E-9DBA-6D35BA24A641}"/>
                </a:ext>
              </a:extLst>
            </p:cNvPr>
            <p:cNvSpPr txBox="1"/>
            <p:nvPr/>
          </p:nvSpPr>
          <p:spPr>
            <a:xfrm>
              <a:off x="3509975" y="3558307"/>
              <a:ext cx="1547415" cy="1003911"/>
            </a:xfrm>
            <a:prstGeom prst="rect">
              <a:avLst/>
            </a:prstGeom>
            <a:solidFill>
              <a:srgbClr val="FFFF00"/>
            </a:solidFill>
            <a:ln>
              <a:solidFill>
                <a:schemeClr val="tx1"/>
              </a:solidFill>
            </a:ln>
          </p:spPr>
          <p:txBody>
            <a:bodyPr wrap="square">
              <a:spAutoFit/>
            </a:bodyPr>
            <a:lstStyle/>
            <a:p>
              <a:pPr algn="ctr"/>
              <a:r>
                <a:rPr lang="fr-FR" sz="1000"/>
                <a:t>The recruitment and exit of people in each team</a:t>
              </a:r>
            </a:p>
          </p:txBody>
        </p:sp>
        <p:sp>
          <p:nvSpPr>
            <p:cNvPr id="15" name="ZoneTexte 14">
              <a:extLst>
                <a:ext uri="{FF2B5EF4-FFF2-40B4-BE49-F238E27FC236}">
                  <a16:creationId xmlns:a16="http://schemas.microsoft.com/office/drawing/2014/main" id="{274D86EF-F41E-1D52-0586-4436234F5853}"/>
                </a:ext>
              </a:extLst>
            </p:cNvPr>
            <p:cNvSpPr txBox="1"/>
            <p:nvPr/>
          </p:nvSpPr>
          <p:spPr>
            <a:xfrm>
              <a:off x="3868701" y="5011809"/>
              <a:ext cx="1547415" cy="1222152"/>
            </a:xfrm>
            <a:prstGeom prst="rect">
              <a:avLst/>
            </a:prstGeom>
            <a:solidFill>
              <a:srgbClr val="FFFF00"/>
            </a:solidFill>
            <a:ln>
              <a:solidFill>
                <a:schemeClr val="tx1"/>
              </a:solidFill>
            </a:ln>
          </p:spPr>
          <p:txBody>
            <a:bodyPr wrap="square">
              <a:spAutoFit/>
            </a:bodyPr>
            <a:lstStyle/>
            <a:p>
              <a:pPr algn="ctr"/>
              <a:r>
                <a:rPr lang="fr-FR" sz="1000"/>
                <a:t>Internal processes (meetings, etc.) of each team </a:t>
              </a:r>
            </a:p>
          </p:txBody>
        </p:sp>
        <p:sp>
          <p:nvSpPr>
            <p:cNvPr id="16" name="ZoneTexte 15">
              <a:extLst>
                <a:ext uri="{FF2B5EF4-FFF2-40B4-BE49-F238E27FC236}">
                  <a16:creationId xmlns:a16="http://schemas.microsoft.com/office/drawing/2014/main" id="{FC0BDFBE-848F-9465-0490-512AB3EB2D2B}"/>
                </a:ext>
              </a:extLst>
            </p:cNvPr>
            <p:cNvSpPr txBox="1"/>
            <p:nvPr/>
          </p:nvSpPr>
          <p:spPr>
            <a:xfrm>
              <a:off x="6331303" y="4662623"/>
              <a:ext cx="1547415" cy="785670"/>
            </a:xfrm>
            <a:prstGeom prst="rect">
              <a:avLst/>
            </a:prstGeom>
            <a:solidFill>
              <a:srgbClr val="FFFF00"/>
            </a:solidFill>
            <a:ln>
              <a:solidFill>
                <a:schemeClr val="tx1"/>
              </a:solidFill>
            </a:ln>
          </p:spPr>
          <p:txBody>
            <a:bodyPr wrap="square">
              <a:spAutoFit/>
            </a:bodyPr>
            <a:lstStyle/>
            <a:p>
              <a:pPr algn="ctr"/>
              <a:r>
                <a:rPr lang="fr-FR" sz="1000"/>
                <a:t>The direction taken by each team</a:t>
              </a:r>
            </a:p>
          </p:txBody>
        </p:sp>
        <p:grpSp>
          <p:nvGrpSpPr>
            <p:cNvPr id="17" name="Groupe 16">
              <a:extLst>
                <a:ext uri="{FF2B5EF4-FFF2-40B4-BE49-F238E27FC236}">
                  <a16:creationId xmlns:a16="http://schemas.microsoft.com/office/drawing/2014/main" id="{51E6DA51-65C7-E0D1-5C19-913AD774E666}"/>
                </a:ext>
              </a:extLst>
            </p:cNvPr>
            <p:cNvGrpSpPr/>
            <p:nvPr/>
          </p:nvGrpSpPr>
          <p:grpSpPr>
            <a:xfrm>
              <a:off x="1984482" y="3065005"/>
              <a:ext cx="10156718" cy="1324098"/>
              <a:chOff x="1984482" y="3065005"/>
              <a:chExt cx="10156718" cy="1324098"/>
            </a:xfrm>
          </p:grpSpPr>
          <p:pic>
            <p:nvPicPr>
              <p:cNvPr id="18" name="Graphique 17" descr="Homme portant un sweat à capuche">
                <a:extLst>
                  <a:ext uri="{FF2B5EF4-FFF2-40B4-BE49-F238E27FC236}">
                    <a16:creationId xmlns:a16="http://schemas.microsoft.com/office/drawing/2014/main" id="{1EECF58F-E7E9-35C4-8972-EC78D8E208D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19" name="Graphique 18" descr="Homme portant un sweat à capuche">
                <a:extLst>
                  <a:ext uri="{FF2B5EF4-FFF2-40B4-BE49-F238E27FC236}">
                    <a16:creationId xmlns:a16="http://schemas.microsoft.com/office/drawing/2014/main" id="{F2F7E8DE-EE3B-98C8-2EEB-D96264E20F1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031550" y="3088507"/>
                <a:ext cx="387522" cy="522438"/>
              </a:xfrm>
              <a:prstGeom prst="rect">
                <a:avLst/>
              </a:prstGeom>
            </p:spPr>
          </p:pic>
          <p:pic>
            <p:nvPicPr>
              <p:cNvPr id="20" name="Graphique 19" descr="Femme avec bras prothétique">
                <a:extLst>
                  <a:ext uri="{FF2B5EF4-FFF2-40B4-BE49-F238E27FC236}">
                    <a16:creationId xmlns:a16="http://schemas.microsoft.com/office/drawing/2014/main" id="{B69BF9C9-59E5-CD58-64A9-C1FBC893C8B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21" name="Graphique 20" descr="Homme barbu en peignoir">
                <a:extLst>
                  <a:ext uri="{FF2B5EF4-FFF2-40B4-BE49-F238E27FC236}">
                    <a16:creationId xmlns:a16="http://schemas.microsoft.com/office/drawing/2014/main" id="{3CBBE840-BD98-B97C-28C5-F23690B951FB}"/>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22" name="Graphique 21" descr="Femme tenant un ordinateur portable">
                <a:extLst>
                  <a:ext uri="{FF2B5EF4-FFF2-40B4-BE49-F238E27FC236}">
                    <a16:creationId xmlns:a16="http://schemas.microsoft.com/office/drawing/2014/main" id="{7F8BCDB9-F284-5FCA-7954-8B06C21F06F5}"/>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pic>
            <p:nvPicPr>
              <p:cNvPr id="24" name="Graphique 23" descr="Homme portant un sweat à capuche">
                <a:extLst>
                  <a:ext uri="{FF2B5EF4-FFF2-40B4-BE49-F238E27FC236}">
                    <a16:creationId xmlns:a16="http://schemas.microsoft.com/office/drawing/2014/main" id="{4FBAFB2D-D10C-6D9E-B756-3971C5FF44EE}"/>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341650" y="3088507"/>
                <a:ext cx="387522" cy="522438"/>
              </a:xfrm>
              <a:prstGeom prst="rect">
                <a:avLst/>
              </a:prstGeom>
            </p:spPr>
          </p:pic>
          <p:pic>
            <p:nvPicPr>
              <p:cNvPr id="25" name="Graphique 24" descr="Homme portant un sweat à capuche">
                <a:extLst>
                  <a:ext uri="{FF2B5EF4-FFF2-40B4-BE49-F238E27FC236}">
                    <a16:creationId xmlns:a16="http://schemas.microsoft.com/office/drawing/2014/main" id="{255DC58E-1C00-D190-6C14-77482B1CE4A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74401" y="3065005"/>
                <a:ext cx="387522" cy="522438"/>
              </a:xfrm>
              <a:prstGeom prst="rect">
                <a:avLst/>
              </a:prstGeom>
            </p:spPr>
          </p:pic>
          <p:pic>
            <p:nvPicPr>
              <p:cNvPr id="26" name="Graphique 25" descr="Homme portant un sweat à capuche">
                <a:extLst>
                  <a:ext uri="{FF2B5EF4-FFF2-40B4-BE49-F238E27FC236}">
                    <a16:creationId xmlns:a16="http://schemas.microsoft.com/office/drawing/2014/main" id="{45E05811-ACFB-3977-F890-D95283718EA7}"/>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984482" y="3866665"/>
                <a:ext cx="387522" cy="522438"/>
              </a:xfrm>
              <a:prstGeom prst="rect">
                <a:avLst/>
              </a:prstGeom>
            </p:spPr>
          </p:pic>
          <p:pic>
            <p:nvPicPr>
              <p:cNvPr id="27" name="Graphique 26" descr="Homme portant un sweat à capuche">
                <a:extLst>
                  <a:ext uri="{FF2B5EF4-FFF2-40B4-BE49-F238E27FC236}">
                    <a16:creationId xmlns:a16="http://schemas.microsoft.com/office/drawing/2014/main" id="{8EFFB7C4-9ABD-F199-A5D7-7A3AEC0BF500}"/>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2215053" y="3866665"/>
                <a:ext cx="387522" cy="522438"/>
              </a:xfrm>
              <a:prstGeom prst="rect">
                <a:avLst/>
              </a:prstGeom>
            </p:spPr>
          </p:pic>
          <p:pic>
            <p:nvPicPr>
              <p:cNvPr id="28" name="Graphique 27" descr="Homme portant un sweat à capuche">
                <a:extLst>
                  <a:ext uri="{FF2B5EF4-FFF2-40B4-BE49-F238E27FC236}">
                    <a16:creationId xmlns:a16="http://schemas.microsoft.com/office/drawing/2014/main" id="{76C95F45-53BD-C8A7-3BE1-40359F3CC5FF}"/>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2547368" y="3821947"/>
                <a:ext cx="387522" cy="522438"/>
              </a:xfrm>
              <a:prstGeom prst="rect">
                <a:avLst/>
              </a:prstGeom>
            </p:spPr>
          </p:pic>
          <p:pic>
            <p:nvPicPr>
              <p:cNvPr id="29" name="Graphique 28" descr="Homme portant un sweat à capuche">
                <a:extLst>
                  <a:ext uri="{FF2B5EF4-FFF2-40B4-BE49-F238E27FC236}">
                    <a16:creationId xmlns:a16="http://schemas.microsoft.com/office/drawing/2014/main" id="{552692F1-CA4F-6B25-672A-43CB8A371AD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597510" y="3255620"/>
                <a:ext cx="387522" cy="522438"/>
              </a:xfrm>
              <a:prstGeom prst="rect">
                <a:avLst/>
              </a:prstGeom>
            </p:spPr>
          </p:pic>
          <p:pic>
            <p:nvPicPr>
              <p:cNvPr id="30" name="Graphique 29" descr="Homme portant un sweat à capuche">
                <a:extLst>
                  <a:ext uri="{FF2B5EF4-FFF2-40B4-BE49-F238E27FC236}">
                    <a16:creationId xmlns:a16="http://schemas.microsoft.com/office/drawing/2014/main" id="{2F8B6E2C-085B-6C48-1E0B-512A2A6627E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999494" y="3210462"/>
                <a:ext cx="387522" cy="522438"/>
              </a:xfrm>
              <a:prstGeom prst="rect">
                <a:avLst/>
              </a:prstGeom>
            </p:spPr>
          </p:pic>
          <p:pic>
            <p:nvPicPr>
              <p:cNvPr id="31" name="Graphique 30" descr="Homme portant un sweat à capuche">
                <a:extLst>
                  <a:ext uri="{FF2B5EF4-FFF2-40B4-BE49-F238E27FC236}">
                    <a16:creationId xmlns:a16="http://schemas.microsoft.com/office/drawing/2014/main" id="{5FD74054-3868-DB61-F852-E0D8DCA85F82}"/>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437064" y="3279091"/>
                <a:ext cx="387522" cy="522438"/>
              </a:xfrm>
              <a:prstGeom prst="rect">
                <a:avLst/>
              </a:prstGeom>
            </p:spPr>
          </p:pic>
        </p:grpSp>
      </p:grpSp>
    </p:spTree>
    <p:extLst>
      <p:ext uri="{BB962C8B-B14F-4D97-AF65-F5344CB8AC3E}">
        <p14:creationId xmlns:p14="http://schemas.microsoft.com/office/powerpoint/2010/main" val="15612643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fr-FR"/>
              <a:t>Train to IVCD </a:t>
            </a:r>
            <a:r>
              <a:rPr lang="fr-FR" err="1"/>
              <a:t>Map</a:t>
            </a:r>
            <a:endParaRPr lang="fr-F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1130215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7A2258-F426-543E-9416-6F5748114549}"/>
              </a:ext>
            </a:extLst>
          </p:cNvPr>
          <p:cNvSpPr>
            <a:spLocks noGrp="1"/>
          </p:cNvSpPr>
          <p:nvPr>
            <p:ph type="title"/>
          </p:nvPr>
        </p:nvSpPr>
        <p:spPr/>
        <p:txBody>
          <a:bodyPr/>
          <a:lstStyle/>
          <a:p>
            <a:r>
              <a:rPr lang="en-US"/>
              <a:t>🎓Training for IVCD Map</a:t>
            </a:r>
          </a:p>
        </p:txBody>
      </p:sp>
      <p:sp>
        <p:nvSpPr>
          <p:cNvPr id="3" name="Espace réservé du contenu 2">
            <a:extLst>
              <a:ext uri="{FF2B5EF4-FFF2-40B4-BE49-F238E27FC236}">
                <a16:creationId xmlns:a16="http://schemas.microsoft.com/office/drawing/2014/main" id="{A6F06131-83B3-F603-CB44-8092D6B0A111}"/>
              </a:ext>
            </a:extLst>
          </p:cNvPr>
          <p:cNvSpPr>
            <a:spLocks noGrp="1"/>
          </p:cNvSpPr>
          <p:nvPr>
            <p:ph idx="1"/>
          </p:nvPr>
        </p:nvSpPr>
        <p:spPr>
          <a:xfrm>
            <a:off x="838200" y="1565567"/>
            <a:ext cx="10515600" cy="1194412"/>
          </a:xfrm>
        </p:spPr>
        <p:txBody>
          <a:bodyPr>
            <a:normAutofit/>
          </a:bodyPr>
          <a:lstStyle/>
          <a:p>
            <a:r>
              <a:rPr lang="en-US" sz="1400"/>
              <a:t>The IVCD Map is a tool that can have multiple uses, especially in professional life groups (teams, departments, corporate communities.)</a:t>
            </a:r>
          </a:p>
          <a:p>
            <a:endParaRPr lang="en-US" sz="1400"/>
          </a:p>
          <a:p>
            <a:r>
              <a:rPr lang="en-US" sz="1400"/>
              <a:t>To train on the IVCD map, here is a recommended path (from left to right): </a:t>
            </a:r>
          </a:p>
        </p:txBody>
      </p:sp>
      <p:graphicFrame>
        <p:nvGraphicFramePr>
          <p:cNvPr id="4" name="Tableau 4">
            <a:extLst>
              <a:ext uri="{FF2B5EF4-FFF2-40B4-BE49-F238E27FC236}">
                <a16:creationId xmlns:a16="http://schemas.microsoft.com/office/drawing/2014/main" id="{C560FAB5-6044-2ABA-8109-064477C0A8E4}"/>
              </a:ext>
            </a:extLst>
          </p:cNvPr>
          <p:cNvGraphicFramePr>
            <a:graphicFrameLocks noGrp="1"/>
          </p:cNvGraphicFramePr>
          <p:nvPr>
            <p:extLst>
              <p:ext uri="{D42A27DB-BD31-4B8C-83A1-F6EECF244321}">
                <p14:modId xmlns:p14="http://schemas.microsoft.com/office/powerpoint/2010/main" val="3581642965"/>
              </p:ext>
            </p:extLst>
          </p:nvPr>
        </p:nvGraphicFramePr>
        <p:xfrm>
          <a:off x="838200" y="2731740"/>
          <a:ext cx="11249630" cy="3657600"/>
        </p:xfrm>
        <a:graphic>
          <a:graphicData uri="http://schemas.openxmlformats.org/drawingml/2006/table">
            <a:tbl>
              <a:tblPr firstRow="1" bandRow="1">
                <a:tableStyleId>{5C22544A-7EE6-4342-B048-85BDC9FD1C3A}</a:tableStyleId>
              </a:tblPr>
              <a:tblGrid>
                <a:gridCol w="1607090">
                  <a:extLst>
                    <a:ext uri="{9D8B030D-6E8A-4147-A177-3AD203B41FA5}">
                      <a16:colId xmlns:a16="http://schemas.microsoft.com/office/drawing/2014/main" val="2054735247"/>
                    </a:ext>
                  </a:extLst>
                </a:gridCol>
                <a:gridCol w="1607090">
                  <a:extLst>
                    <a:ext uri="{9D8B030D-6E8A-4147-A177-3AD203B41FA5}">
                      <a16:colId xmlns:a16="http://schemas.microsoft.com/office/drawing/2014/main" val="2709973171"/>
                    </a:ext>
                  </a:extLst>
                </a:gridCol>
                <a:gridCol w="1607090">
                  <a:extLst>
                    <a:ext uri="{9D8B030D-6E8A-4147-A177-3AD203B41FA5}">
                      <a16:colId xmlns:a16="http://schemas.microsoft.com/office/drawing/2014/main" val="1251853624"/>
                    </a:ext>
                  </a:extLst>
                </a:gridCol>
                <a:gridCol w="1607090">
                  <a:extLst>
                    <a:ext uri="{9D8B030D-6E8A-4147-A177-3AD203B41FA5}">
                      <a16:colId xmlns:a16="http://schemas.microsoft.com/office/drawing/2014/main" val="3963689365"/>
                    </a:ext>
                  </a:extLst>
                </a:gridCol>
                <a:gridCol w="1607090">
                  <a:extLst>
                    <a:ext uri="{9D8B030D-6E8A-4147-A177-3AD203B41FA5}">
                      <a16:colId xmlns:a16="http://schemas.microsoft.com/office/drawing/2014/main" val="3380083620"/>
                    </a:ext>
                  </a:extLst>
                </a:gridCol>
                <a:gridCol w="1607090">
                  <a:extLst>
                    <a:ext uri="{9D8B030D-6E8A-4147-A177-3AD203B41FA5}">
                      <a16:colId xmlns:a16="http://schemas.microsoft.com/office/drawing/2014/main" val="1294326035"/>
                    </a:ext>
                  </a:extLst>
                </a:gridCol>
                <a:gridCol w="1607090">
                  <a:extLst>
                    <a:ext uri="{9D8B030D-6E8A-4147-A177-3AD203B41FA5}">
                      <a16:colId xmlns:a16="http://schemas.microsoft.com/office/drawing/2014/main" val="4085682508"/>
                    </a:ext>
                  </a:extLst>
                </a:gridCol>
              </a:tblGrid>
              <a:tr h="189155">
                <a:tc>
                  <a:txBody>
                    <a:bodyPr/>
                    <a:lstStyle/>
                    <a:p>
                      <a:r>
                        <a:rPr lang="en-US" sz="1200" b="1" noProof="0"/>
                        <a:t>1. Inspiration: Create the desire</a:t>
                      </a:r>
                      <a:endParaRPr lang="en-US" sz="1200" noProof="0"/>
                    </a:p>
                  </a:txBody>
                  <a:tcPr/>
                </a:tc>
                <a:tc>
                  <a:txBody>
                    <a:bodyPr/>
                    <a:lstStyle/>
                    <a:p>
                      <a:r>
                        <a:rPr lang="en-US" sz="1200" noProof="0"/>
                        <a:t>2. Collection: Make the trainees relate to their own work</a:t>
                      </a:r>
                    </a:p>
                  </a:txBody>
                  <a:tcPr/>
                </a:tc>
                <a:tc>
                  <a:txBody>
                    <a:bodyPr/>
                    <a:lstStyle/>
                    <a:p>
                      <a:r>
                        <a:rPr lang="en-US" sz="1200" noProof="0"/>
                        <a:t>3. Initiation: practice the IVCD map tool</a:t>
                      </a:r>
                    </a:p>
                  </a:txBody>
                  <a:tcPr/>
                </a:tc>
                <a:tc>
                  <a:txBody>
                    <a:bodyPr/>
                    <a:lstStyle/>
                    <a:p>
                      <a:r>
                        <a:rPr lang="en-US" sz="1200" b="1" noProof="0"/>
                        <a:t>4. Reality check: Helping with implementation</a:t>
                      </a:r>
                      <a:endParaRPr lang="en-US" sz="1200" noProof="0"/>
                    </a:p>
                  </a:txBody>
                  <a:tcPr/>
                </a:tc>
                <a:tc>
                  <a:txBody>
                    <a:bodyPr/>
                    <a:lstStyle/>
                    <a:p>
                      <a:r>
                        <a:rPr lang="en-US" sz="1200" noProof="0"/>
                        <a:t>5. Confirmation of successes: Capitalize</a:t>
                      </a:r>
                    </a:p>
                  </a:txBody>
                  <a:tcPr/>
                </a:tc>
                <a:tc>
                  <a:txBody>
                    <a:bodyPr/>
                    <a:lstStyle/>
                    <a:p>
                      <a:r>
                        <a:rPr lang="en-US" sz="1200" noProof="0"/>
                        <a:t>6. Exhibition: Extending a use</a:t>
                      </a:r>
                    </a:p>
                  </a:txBody>
                  <a:tcPr/>
                </a:tc>
                <a:tc>
                  <a:txBody>
                    <a:bodyPr/>
                    <a:lstStyle/>
                    <a:p>
                      <a:r>
                        <a:rPr lang="en-US" sz="1200" noProof="0"/>
                        <a:t>7. Formalization: Systematize an improvement</a:t>
                      </a:r>
                    </a:p>
                  </a:txBody>
                  <a:tcPr/>
                </a:tc>
                <a:extLst>
                  <a:ext uri="{0D108BD9-81ED-4DB2-BD59-A6C34878D82A}">
                    <a16:rowId xmlns:a16="http://schemas.microsoft.com/office/drawing/2014/main" val="1393921739"/>
                  </a:ext>
                </a:extLst>
              </a:tr>
              <a:tr h="24253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a:t>Introduce the concept of "Acting Alone vs. Agreeing First" and related issues, no mention of the IVCD Map. (Level of detail to be chosen freely)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noProof="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a:t>Present the usefulness of agreeing on the categories of the IVCD map (with the IVCD map): gains in autonomy and alignment. Present real cases if possible.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a:t>Ask the participants questions about what they have already observed, experienced, or are experiencing as similar situations to what is presented in the Inspiration phase.</a:t>
                      </a:r>
                    </a:p>
                    <a:p>
                      <a:endParaRPr lang="en-US" sz="1200" noProof="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a:t>Introduce the IVCD Map tool, and apply it to different examples</a:t>
                      </a:r>
                    </a:p>
                    <a:p>
                      <a:endParaRPr lang="en-US" sz="1200" noProof="0"/>
                    </a:p>
                  </a:txBody>
                  <a:tcPr/>
                </a:tc>
                <a:tc>
                  <a:txBody>
                    <a:bodyPr/>
                    <a:lstStyle/>
                    <a:p>
                      <a:r>
                        <a:rPr lang="en-US" sz="1200" noProof="0"/>
                        <a:t>Get learners to use the IVCD Map in their own context before returning to the group to review the learning.</a:t>
                      </a:r>
                    </a:p>
                    <a:p>
                      <a:endParaRPr lang="en-US" sz="1200" noProof="0"/>
                    </a:p>
                    <a:p>
                      <a:r>
                        <a:rPr lang="en-US" sz="1200" noProof="0"/>
                        <a:t>Discuss together the use cases, the limits of application of the IVCD map</a:t>
                      </a:r>
                    </a:p>
                    <a:p>
                      <a:endParaRPr lang="en-US" sz="1200" noProof="0"/>
                    </a:p>
                    <a:p>
                      <a:r>
                        <a:rPr lang="en-US" sz="1200" noProof="0"/>
                        <a:t>Share what is not working, what is blocking, and discuss how to get around it.</a:t>
                      </a:r>
                    </a:p>
                  </a:txBody>
                  <a:tcPr/>
                </a:tc>
                <a:tc>
                  <a:txBody>
                    <a:bodyPr/>
                    <a:lstStyle/>
                    <a:p>
                      <a:r>
                        <a:rPr lang="en-US" sz="1200" noProof="0"/>
                        <a:t>Discuss together feedback, practices and adaptations that have worked </a:t>
                      </a:r>
                    </a:p>
                    <a:p>
                      <a:endParaRPr lang="en-US" sz="1200" noProof="0"/>
                    </a:p>
                    <a:p>
                      <a:r>
                        <a:rPr lang="en-US" sz="1200" noProof="0"/>
                        <a:t>Reflect on how to capitalize on these practices</a:t>
                      </a:r>
                    </a:p>
                  </a:txBody>
                  <a:tcPr/>
                </a:tc>
                <a:tc>
                  <a:txBody>
                    <a:bodyPr/>
                    <a:lstStyle/>
                    <a:p>
                      <a:r>
                        <a:rPr lang="en-US" sz="1200" noProof="0"/>
                        <a:t>Discuss together who else (real and reachable) could benefit from the IVCD map as a process</a:t>
                      </a:r>
                    </a:p>
                  </a:txBody>
                  <a:tcPr/>
                </a:tc>
                <a:tc>
                  <a:txBody>
                    <a:bodyPr/>
                    <a:lstStyle/>
                    <a:p>
                      <a:r>
                        <a:rPr lang="en-US" sz="1200" noProof="0"/>
                        <a:t>Identify settings where a DCVI Map should be routinely performed</a:t>
                      </a:r>
                    </a:p>
                  </a:txBody>
                  <a:tcPr/>
                </a:tc>
                <a:extLst>
                  <a:ext uri="{0D108BD9-81ED-4DB2-BD59-A6C34878D82A}">
                    <a16:rowId xmlns:a16="http://schemas.microsoft.com/office/drawing/2014/main" val="4147954361"/>
                  </a:ext>
                </a:extLst>
              </a:tr>
            </a:tbl>
          </a:graphicData>
        </a:graphic>
      </p:graphicFrame>
    </p:spTree>
    <p:extLst>
      <p:ext uri="{BB962C8B-B14F-4D97-AF65-F5344CB8AC3E}">
        <p14:creationId xmlns:p14="http://schemas.microsoft.com/office/powerpoint/2010/main" val="30632544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55DD3D-00D8-736E-9561-EB8909441FB1}"/>
              </a:ext>
            </a:extLst>
          </p:cNvPr>
          <p:cNvSpPr>
            <a:spLocks noGrp="1"/>
          </p:cNvSpPr>
          <p:nvPr>
            <p:ph type="title"/>
          </p:nvPr>
        </p:nvSpPr>
        <p:spPr/>
        <p:txBody>
          <a:bodyPr/>
          <a:lstStyle/>
          <a:p>
            <a:r>
              <a:rPr lang="fr-FR"/>
              <a:t>1. Inspiration: Recommended formats</a:t>
            </a:r>
          </a:p>
        </p:txBody>
      </p:sp>
      <p:sp>
        <p:nvSpPr>
          <p:cNvPr id="4" name="Espace réservé du contenu 2">
            <a:extLst>
              <a:ext uri="{FF2B5EF4-FFF2-40B4-BE49-F238E27FC236}">
                <a16:creationId xmlns:a16="http://schemas.microsoft.com/office/drawing/2014/main" id="{66373FD8-83AD-31CE-83AE-5776E88ED600}"/>
              </a:ext>
            </a:extLst>
          </p:cNvPr>
          <p:cNvSpPr>
            <a:spLocks noGrp="1"/>
          </p:cNvSpPr>
          <p:nvPr>
            <p:ph idx="1"/>
          </p:nvPr>
        </p:nvSpPr>
        <p:spPr>
          <a:xfrm>
            <a:off x="1039536" y="1854723"/>
            <a:ext cx="2550952" cy="4147336"/>
          </a:xfrm>
        </p:spPr>
        <p:txBody>
          <a:bodyPr>
            <a:normAutofit/>
          </a:bodyPr>
          <a:lstStyle/>
          <a:p>
            <a:pPr marL="0" indent="0">
              <a:buNone/>
            </a:pPr>
            <a:r>
              <a:rPr lang="fr-FR" sz="1400"/>
              <a:t>Here are the recommended formats for the inspiration phase (you can choose to do them all or just one part)</a:t>
            </a:r>
          </a:p>
          <a:p>
            <a:pPr marL="0" indent="0">
              <a:buNone/>
            </a:pPr>
            <a:endParaRPr lang="fr-FR" sz="1400"/>
          </a:p>
          <a:p>
            <a:pPr>
              <a:buFontTx/>
              <a:buChar char="-"/>
            </a:pPr>
            <a:r>
              <a:rPr lang="fr-FR" sz="1400"/>
              <a:t>Short presentation (20 minutes) of the slides of the dedicated section in this document. Live or video (asynchronous).</a:t>
            </a:r>
          </a:p>
          <a:p>
            <a:pPr>
              <a:buFontTx/>
              <a:buChar char="-"/>
            </a:pPr>
            <a:endParaRPr lang="fr-FR" sz="1400"/>
          </a:p>
          <a:p>
            <a:pPr>
              <a:buFontTx/>
              <a:buChar char="-"/>
            </a:pPr>
            <a:r>
              <a:rPr lang="fr-FR" sz="1400"/>
              <a:t>Presentation of real cases (live or video).</a:t>
            </a:r>
          </a:p>
        </p:txBody>
      </p:sp>
      <p:pic>
        <p:nvPicPr>
          <p:cNvPr id="6" name="Graphique 5" descr="Présentation avec multimédia avec un remplissage uni">
            <a:extLst>
              <a:ext uri="{FF2B5EF4-FFF2-40B4-BE49-F238E27FC236}">
                <a16:creationId xmlns:a16="http://schemas.microsoft.com/office/drawing/2014/main" id="{A0373AB3-26F0-F3F9-C796-1939A204E23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58569" y="1730635"/>
            <a:ext cx="2062294" cy="2062294"/>
          </a:xfrm>
          <a:prstGeom prst="rect">
            <a:avLst/>
          </a:prstGeom>
        </p:spPr>
      </p:pic>
      <p:pic>
        <p:nvPicPr>
          <p:cNvPr id="8" name="Graphique 7" descr="Enseignant avec un remplissage uni">
            <a:extLst>
              <a:ext uri="{FF2B5EF4-FFF2-40B4-BE49-F238E27FC236}">
                <a16:creationId xmlns:a16="http://schemas.microsoft.com/office/drawing/2014/main" id="{56BE8BEF-AA44-57E3-D52E-7993244CA6F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78961" y="1593908"/>
            <a:ext cx="2221042" cy="2221042"/>
          </a:xfrm>
          <a:prstGeom prst="rect">
            <a:avLst/>
          </a:prstGeom>
        </p:spPr>
      </p:pic>
      <p:pic>
        <p:nvPicPr>
          <p:cNvPr id="10" name="Graphique 9" descr="Vlog avec un remplissage uni">
            <a:extLst>
              <a:ext uri="{FF2B5EF4-FFF2-40B4-BE49-F238E27FC236}">
                <a16:creationId xmlns:a16="http://schemas.microsoft.com/office/drawing/2014/main" id="{A5C090CE-2170-E44C-B0FC-A1B8D4741A1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32440" y="1843583"/>
            <a:ext cx="1455490" cy="1455490"/>
          </a:xfrm>
          <a:prstGeom prst="rect">
            <a:avLst/>
          </a:prstGeom>
        </p:spPr>
      </p:pic>
      <p:sp>
        <p:nvSpPr>
          <p:cNvPr id="11" name="ZoneTexte 10">
            <a:extLst>
              <a:ext uri="{FF2B5EF4-FFF2-40B4-BE49-F238E27FC236}">
                <a16:creationId xmlns:a16="http://schemas.microsoft.com/office/drawing/2014/main" id="{ED1A53C1-6B18-AFA0-5626-D7DE2C6810B8}"/>
              </a:ext>
            </a:extLst>
          </p:cNvPr>
          <p:cNvSpPr txBox="1"/>
          <p:nvPr/>
        </p:nvSpPr>
        <p:spPr>
          <a:xfrm>
            <a:off x="5151597" y="3605225"/>
            <a:ext cx="1577130" cy="646331"/>
          </a:xfrm>
          <a:prstGeom prst="rect">
            <a:avLst/>
          </a:prstGeom>
          <a:noFill/>
        </p:spPr>
        <p:txBody>
          <a:bodyPr wrap="square" rtlCol="0">
            <a:spAutoFit/>
          </a:bodyPr>
          <a:lstStyle/>
          <a:p>
            <a:pPr algn="ctr"/>
            <a:r>
              <a:rPr lang="fr-FR"/>
              <a:t>Live presentations</a:t>
            </a:r>
          </a:p>
        </p:txBody>
      </p:sp>
      <p:pic>
        <p:nvPicPr>
          <p:cNvPr id="13" name="Graphique 12" descr="Réunion en ligne avec un remplissage uni">
            <a:extLst>
              <a:ext uri="{FF2B5EF4-FFF2-40B4-BE49-F238E27FC236}">
                <a16:creationId xmlns:a16="http://schemas.microsoft.com/office/drawing/2014/main" id="{3E491CCB-7565-510D-5847-C9EDECD55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80322" y="4075331"/>
            <a:ext cx="1919681" cy="1919681"/>
          </a:xfrm>
          <a:prstGeom prst="rect">
            <a:avLst/>
          </a:prstGeom>
        </p:spPr>
      </p:pic>
      <p:sp>
        <p:nvSpPr>
          <p:cNvPr id="16" name="ZoneTexte 15">
            <a:extLst>
              <a:ext uri="{FF2B5EF4-FFF2-40B4-BE49-F238E27FC236}">
                <a16:creationId xmlns:a16="http://schemas.microsoft.com/office/drawing/2014/main" id="{EAE6262C-EDD2-E49C-2719-3A080AC76513}"/>
              </a:ext>
            </a:extLst>
          </p:cNvPr>
          <p:cNvSpPr txBox="1"/>
          <p:nvPr/>
        </p:nvSpPr>
        <p:spPr>
          <a:xfrm>
            <a:off x="7672547" y="3605225"/>
            <a:ext cx="1577130" cy="923330"/>
          </a:xfrm>
          <a:prstGeom prst="rect">
            <a:avLst/>
          </a:prstGeom>
          <a:noFill/>
        </p:spPr>
        <p:txBody>
          <a:bodyPr wrap="square" rtlCol="0">
            <a:spAutoFit/>
          </a:bodyPr>
          <a:lstStyle/>
          <a:p>
            <a:pPr algn="ctr"/>
            <a:r>
              <a:rPr lang="fr-FR"/>
              <a:t>Videos and live debriefing</a:t>
            </a:r>
          </a:p>
        </p:txBody>
      </p:sp>
      <p:sp>
        <p:nvSpPr>
          <p:cNvPr id="17" name="ZoneTexte 16">
            <a:extLst>
              <a:ext uri="{FF2B5EF4-FFF2-40B4-BE49-F238E27FC236}">
                <a16:creationId xmlns:a16="http://schemas.microsoft.com/office/drawing/2014/main" id="{A5F96757-59B8-AF4B-6746-E381C80D958C}"/>
              </a:ext>
            </a:extLst>
          </p:cNvPr>
          <p:cNvSpPr txBox="1"/>
          <p:nvPr/>
        </p:nvSpPr>
        <p:spPr>
          <a:xfrm>
            <a:off x="10271620" y="3558928"/>
            <a:ext cx="1577130" cy="1477328"/>
          </a:xfrm>
          <a:prstGeom prst="rect">
            <a:avLst/>
          </a:prstGeom>
          <a:noFill/>
        </p:spPr>
        <p:txBody>
          <a:bodyPr wrap="square" rtlCol="0">
            <a:spAutoFit/>
          </a:bodyPr>
          <a:lstStyle/>
          <a:p>
            <a:pPr algn="ctr"/>
            <a:r>
              <a:rPr lang="fr-FR"/>
              <a:t>Asynchronous videos (sent by message or published)</a:t>
            </a:r>
          </a:p>
        </p:txBody>
      </p:sp>
    </p:spTree>
    <p:extLst>
      <p:ext uri="{BB962C8B-B14F-4D97-AF65-F5344CB8AC3E}">
        <p14:creationId xmlns:p14="http://schemas.microsoft.com/office/powerpoint/2010/main" val="8016125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293B3D-B8E9-1397-FE0C-69D81E5D0E12}"/>
              </a:ext>
            </a:extLst>
          </p:cNvPr>
          <p:cNvSpPr>
            <a:spLocks noGrp="1"/>
          </p:cNvSpPr>
          <p:nvPr>
            <p:ph type="title"/>
          </p:nvPr>
        </p:nvSpPr>
        <p:spPr/>
        <p:txBody>
          <a:bodyPr/>
          <a:lstStyle/>
          <a:p>
            <a:r>
              <a:rPr lang="fr-FR"/>
              <a:t>2. Collection phase: recommended contents</a:t>
            </a:r>
          </a:p>
        </p:txBody>
      </p:sp>
      <p:sp>
        <p:nvSpPr>
          <p:cNvPr id="3" name="Espace réservé du contenu 2">
            <a:extLst>
              <a:ext uri="{FF2B5EF4-FFF2-40B4-BE49-F238E27FC236}">
                <a16:creationId xmlns:a16="http://schemas.microsoft.com/office/drawing/2014/main" id="{287B8EA0-9ECD-DC81-9990-FBEEA53DDDD3}"/>
              </a:ext>
            </a:extLst>
          </p:cNvPr>
          <p:cNvSpPr>
            <a:spLocks noGrp="1"/>
          </p:cNvSpPr>
          <p:nvPr>
            <p:ph idx="1"/>
          </p:nvPr>
        </p:nvSpPr>
        <p:spPr>
          <a:xfrm>
            <a:off x="506136" y="1690688"/>
            <a:ext cx="2706847" cy="4147336"/>
          </a:xfrm>
        </p:spPr>
        <p:txBody>
          <a:bodyPr>
            <a:normAutofit lnSpcReduction="10000"/>
          </a:bodyPr>
          <a:lstStyle/>
          <a:p>
            <a:pPr marL="0" indent="0">
              <a:buNone/>
            </a:pPr>
            <a:r>
              <a:rPr lang="fr-FR" sz="1000"/>
              <a:t>Depending on the </a:t>
            </a:r>
            <a:r>
              <a:rPr lang="fr-FR" sz="1000" b="1"/>
              <a:t>level of psychological safety </a:t>
            </a:r>
            <a:r>
              <a:rPr lang="fr-FR" sz="1000"/>
              <a:t>between participants, i.e., their ease of sharing with each other, they can be asked different questions during the "Gathering" phase.</a:t>
            </a:r>
          </a:p>
          <a:p>
            <a:pPr marL="0" indent="0">
              <a:buNone/>
            </a:pPr>
            <a:r>
              <a:rPr lang="fr-FR" sz="1000"/>
              <a:t>Indeed, </a:t>
            </a:r>
            <a:r>
              <a:rPr lang="fr-FR" sz="1000" b="1">
                <a:solidFill>
                  <a:srgbClr val="FF0000"/>
                </a:solidFill>
              </a:rPr>
              <a:t>it can be difficult for some people to expose certain problematic situations, difficulties, or complaints in front of </a:t>
            </a:r>
            <a:r>
              <a:rPr lang="fr-FR" sz="1000" b="1" err="1">
                <a:solidFill>
                  <a:srgbClr val="FF0000"/>
                </a:solidFill>
              </a:rPr>
              <a:t>others</a:t>
            </a:r>
            <a:r>
              <a:rPr lang="fr-FR" sz="1000" b="1">
                <a:solidFill>
                  <a:srgbClr val="FF0000"/>
                </a:solidFill>
              </a:rPr>
              <a:t> (</a:t>
            </a:r>
            <a:r>
              <a:rPr lang="fr-FR" sz="1000" b="1" err="1">
                <a:solidFill>
                  <a:srgbClr val="FF0000"/>
                </a:solidFill>
              </a:rPr>
              <a:t>whether</a:t>
            </a:r>
            <a:r>
              <a:rPr lang="fr-FR" sz="1000" b="1">
                <a:solidFill>
                  <a:srgbClr val="FF0000"/>
                </a:solidFill>
              </a:rPr>
              <a:t> </a:t>
            </a:r>
            <a:r>
              <a:rPr lang="fr-FR" sz="1000" b="1" err="1">
                <a:solidFill>
                  <a:srgbClr val="FF0000"/>
                </a:solidFill>
              </a:rPr>
              <a:t>unknown</a:t>
            </a:r>
            <a:r>
              <a:rPr lang="fr-FR" sz="1000" b="1">
                <a:solidFill>
                  <a:srgbClr val="FF0000"/>
                </a:solidFill>
              </a:rPr>
              <a:t> or known)</a:t>
            </a:r>
            <a:r>
              <a:rPr lang="fr-FR" sz="1000"/>
              <a:t>. </a:t>
            </a:r>
          </a:p>
          <a:p>
            <a:pPr marL="0" indent="0">
              <a:buNone/>
            </a:pPr>
            <a:r>
              <a:rPr lang="fr-FR" sz="1000"/>
              <a:t>However, </a:t>
            </a:r>
            <a:r>
              <a:rPr lang="fr-FR" sz="1000" err="1"/>
              <a:t>when</a:t>
            </a:r>
            <a:r>
              <a:rPr lang="fr-FR" sz="1000"/>
              <a:t> </a:t>
            </a:r>
            <a:r>
              <a:rPr lang="fr-FR" sz="1000" err="1"/>
              <a:t>learning</a:t>
            </a:r>
            <a:r>
              <a:rPr lang="fr-FR" sz="1000"/>
              <a:t> about a model, a workshop or a </a:t>
            </a:r>
            <a:r>
              <a:rPr lang="fr-FR" sz="1000" err="1"/>
              <a:t>method</a:t>
            </a:r>
            <a:r>
              <a:rPr lang="fr-FR" sz="1000"/>
              <a:t>, </a:t>
            </a:r>
            <a:r>
              <a:rPr lang="fr-FR" sz="1000" err="1"/>
              <a:t>it</a:t>
            </a:r>
            <a:r>
              <a:rPr lang="fr-FR" sz="1000"/>
              <a:t> is often the </a:t>
            </a:r>
            <a:r>
              <a:rPr lang="fr-FR" sz="1000" err="1"/>
              <a:t>ability</a:t>
            </a:r>
            <a:r>
              <a:rPr lang="fr-FR" sz="1000"/>
              <a:t> to relate with the reality of </a:t>
            </a:r>
            <a:r>
              <a:rPr lang="fr-FR" sz="1000" err="1"/>
              <a:t>work</a:t>
            </a:r>
            <a:r>
              <a:rPr lang="fr-FR" sz="1000"/>
              <a:t> </a:t>
            </a:r>
            <a:r>
              <a:rPr lang="fr-FR" sz="1000" err="1"/>
              <a:t>that</a:t>
            </a:r>
            <a:r>
              <a:rPr lang="fr-FR" sz="1000"/>
              <a:t> </a:t>
            </a:r>
            <a:r>
              <a:rPr lang="fr-FR" sz="1000" err="1"/>
              <a:t>makes</a:t>
            </a:r>
            <a:r>
              <a:rPr lang="fr-FR" sz="1000"/>
              <a:t> </a:t>
            </a:r>
            <a:r>
              <a:rPr lang="fr-FR" sz="1000" err="1"/>
              <a:t>it</a:t>
            </a:r>
            <a:r>
              <a:rPr lang="fr-FR" sz="1000"/>
              <a:t> </a:t>
            </a:r>
            <a:r>
              <a:rPr lang="fr-FR" sz="1000" err="1"/>
              <a:t>useful</a:t>
            </a:r>
            <a:r>
              <a:rPr lang="fr-FR" sz="1000"/>
              <a:t>.</a:t>
            </a:r>
          </a:p>
          <a:p>
            <a:pPr marL="0" indent="0">
              <a:buNone/>
            </a:pPr>
            <a:endParaRPr lang="fr-FR" sz="1000"/>
          </a:p>
          <a:p>
            <a:pPr marL="0" indent="0">
              <a:buNone/>
            </a:pPr>
            <a:r>
              <a:rPr lang="fr-FR" sz="1000"/>
              <a:t>This page proposes different questions to </a:t>
            </a:r>
            <a:r>
              <a:rPr lang="fr-FR" sz="1000" err="1"/>
              <a:t>ask</a:t>
            </a:r>
            <a:r>
              <a:rPr lang="fr-FR" sz="1000"/>
              <a:t> </a:t>
            </a:r>
            <a:r>
              <a:rPr lang="fr-FR" sz="1000" err="1"/>
              <a:t>depending</a:t>
            </a:r>
            <a:r>
              <a:rPr lang="fr-FR" sz="1000"/>
              <a:t> on the level of confidence </a:t>
            </a:r>
            <a:r>
              <a:rPr lang="fr-FR" sz="1000" err="1"/>
              <a:t>between</a:t>
            </a:r>
            <a:r>
              <a:rPr lang="fr-FR" sz="1000"/>
              <a:t> participants.</a:t>
            </a:r>
          </a:p>
          <a:p>
            <a:pPr marL="0" indent="0">
              <a:buNone/>
            </a:pPr>
            <a:endParaRPr lang="fr-FR" sz="1000"/>
          </a:p>
          <a:p>
            <a:pPr marL="0" indent="0">
              <a:buNone/>
            </a:pPr>
            <a:r>
              <a:rPr lang="fr-FR" sz="1000"/>
              <a:t>The higher the level of trust, the more we can work on the link with the subject</a:t>
            </a:r>
          </a:p>
          <a:p>
            <a:pPr marL="0" indent="0">
              <a:buNone/>
            </a:pPr>
            <a:endParaRPr lang="fr-FR" sz="1000"/>
          </a:p>
          <a:p>
            <a:pPr marL="0" indent="0">
              <a:buNone/>
            </a:pPr>
            <a:r>
              <a:rPr lang="fr-FR" sz="1000"/>
              <a:t>The lower it is, the more we protect the participants and their confidentiality, while the sharing process </a:t>
            </a:r>
            <a:r>
              <a:rPr lang="fr-FR" sz="1000" err="1"/>
              <a:t>slowly</a:t>
            </a:r>
            <a:r>
              <a:rPr lang="fr-FR" sz="1000"/>
              <a:t> </a:t>
            </a:r>
            <a:r>
              <a:rPr lang="fr-FR" sz="1000" err="1"/>
              <a:t>builds</a:t>
            </a:r>
            <a:r>
              <a:rPr lang="fr-FR" sz="1000"/>
              <a:t> trust.</a:t>
            </a:r>
          </a:p>
        </p:txBody>
      </p:sp>
      <p:graphicFrame>
        <p:nvGraphicFramePr>
          <p:cNvPr id="4" name="Tableau 4">
            <a:extLst>
              <a:ext uri="{FF2B5EF4-FFF2-40B4-BE49-F238E27FC236}">
                <a16:creationId xmlns:a16="http://schemas.microsoft.com/office/drawing/2014/main" id="{E24E296B-BBF6-5781-9467-7D1388A7A031}"/>
              </a:ext>
            </a:extLst>
          </p:cNvPr>
          <p:cNvGraphicFramePr>
            <a:graphicFrameLocks noGrp="1"/>
          </p:cNvGraphicFramePr>
          <p:nvPr>
            <p:extLst>
              <p:ext uri="{D42A27DB-BD31-4B8C-83A1-F6EECF244321}">
                <p14:modId xmlns:p14="http://schemas.microsoft.com/office/powerpoint/2010/main" val="3564393087"/>
              </p:ext>
            </p:extLst>
          </p:nvPr>
        </p:nvGraphicFramePr>
        <p:xfrm>
          <a:off x="3397540" y="1330473"/>
          <a:ext cx="8288324" cy="4932046"/>
        </p:xfrm>
        <a:graphic>
          <a:graphicData uri="http://schemas.openxmlformats.org/drawingml/2006/table">
            <a:tbl>
              <a:tblPr firstRow="1" firstCol="1" bandRow="1">
                <a:tableStyleId>{5C22544A-7EE6-4342-B048-85BDC9FD1C3A}</a:tableStyleId>
              </a:tblPr>
              <a:tblGrid>
                <a:gridCol w="1333851">
                  <a:extLst>
                    <a:ext uri="{9D8B030D-6E8A-4147-A177-3AD203B41FA5}">
                      <a16:colId xmlns:a16="http://schemas.microsoft.com/office/drawing/2014/main" val="1527017991"/>
                    </a:ext>
                  </a:extLst>
                </a:gridCol>
                <a:gridCol w="3389152">
                  <a:extLst>
                    <a:ext uri="{9D8B030D-6E8A-4147-A177-3AD203B41FA5}">
                      <a16:colId xmlns:a16="http://schemas.microsoft.com/office/drawing/2014/main" val="2303037504"/>
                    </a:ext>
                  </a:extLst>
                </a:gridCol>
                <a:gridCol w="3565321">
                  <a:extLst>
                    <a:ext uri="{9D8B030D-6E8A-4147-A177-3AD203B41FA5}">
                      <a16:colId xmlns:a16="http://schemas.microsoft.com/office/drawing/2014/main" val="3054417180"/>
                    </a:ext>
                  </a:extLst>
                </a:gridCol>
              </a:tblGrid>
              <a:tr h="603886">
                <a:tc>
                  <a:txBody>
                    <a:bodyPr/>
                    <a:lstStyle/>
                    <a:p>
                      <a:r>
                        <a:rPr lang="en-US" sz="1200" noProof="0"/>
                        <a:t>Confidence level</a:t>
                      </a:r>
                    </a:p>
                  </a:txBody>
                  <a:tcPr/>
                </a:tc>
                <a:tc>
                  <a:txBody>
                    <a:bodyPr/>
                    <a:lstStyle/>
                    <a:p>
                      <a:r>
                        <a:rPr lang="en-US" sz="1200" noProof="0"/>
                        <a:t>Description of the confidence level</a:t>
                      </a:r>
                    </a:p>
                  </a:txBody>
                  <a:tcPr/>
                </a:tc>
                <a:tc>
                  <a:txBody>
                    <a:bodyPr/>
                    <a:lstStyle/>
                    <a:p>
                      <a:r>
                        <a:rPr lang="en-US" sz="1200" noProof="0"/>
                        <a:t>Examples of questions to ask, or exercises to make the link between workshop and field experience </a:t>
                      </a:r>
                    </a:p>
                  </a:txBody>
                  <a:tcPr/>
                </a:tc>
                <a:extLst>
                  <a:ext uri="{0D108BD9-81ED-4DB2-BD59-A6C34878D82A}">
                    <a16:rowId xmlns:a16="http://schemas.microsoft.com/office/drawing/2014/main" val="3776620324"/>
                  </a:ext>
                </a:extLst>
              </a:tr>
              <a:tr h="931956">
                <a:tc>
                  <a:txBody>
                    <a:bodyPr/>
                    <a:lstStyle/>
                    <a:p>
                      <a:r>
                        <a:rPr lang="en-US" sz="1000" noProof="0"/>
                        <a:t>High</a:t>
                      </a:r>
                    </a:p>
                    <a:p>
                      <a:endParaRPr lang="en-US" sz="1000" noProof="0"/>
                    </a:p>
                    <a:p>
                      <a:r>
                        <a:rPr lang="en-US" sz="1000" noProof="0"/>
                        <a:t>"Confident and assumed transparency"</a:t>
                      </a:r>
                    </a:p>
                  </a:txBody>
                  <a:tcPr>
                    <a:solidFill>
                      <a:srgbClr val="00B050"/>
                    </a:solidFill>
                  </a:tcPr>
                </a:tc>
                <a:tc>
                  <a:txBody>
                    <a:bodyPr/>
                    <a:lstStyle/>
                    <a:p>
                      <a:r>
                        <a:rPr lang="en-US" sz="1000" noProof="0"/>
                        <a:t>Participants trust each other to listen, care and be competent.</a:t>
                      </a:r>
                    </a:p>
                    <a:p>
                      <a:endParaRPr lang="en-US" sz="1000" noProof="0"/>
                    </a:p>
                    <a:p>
                      <a:r>
                        <a:rPr lang="en-US" sz="1000" noProof="0"/>
                        <a:t> They also have confidence in themselves about managing the consequences of their sharing (no fear of retaliation, ability to manage misinterpretation, etc.).</a:t>
                      </a:r>
                    </a:p>
                  </a:txBody>
                  <a:tcPr>
                    <a:solidFill>
                      <a:schemeClr val="accent6">
                        <a:lumMod val="20000"/>
                        <a:lumOff val="80000"/>
                      </a:schemeClr>
                    </a:solidFill>
                  </a:tcPr>
                </a:tc>
                <a:tc>
                  <a:txBody>
                    <a:bodyPr/>
                    <a:lstStyle/>
                    <a:p>
                      <a:pPr marL="0" indent="0">
                        <a:buFont typeface="Arial" panose="020B0604020202020204" pitchFamily="34" charset="0"/>
                        <a:buNone/>
                      </a:pPr>
                      <a:r>
                        <a:rPr lang="en-US" sz="1000" b="1" noProof="0"/>
                        <a:t>Let participants talk about known, recent situations </a:t>
                      </a:r>
                    </a:p>
                    <a:p>
                      <a:pPr marL="171450" indent="-171450">
                        <a:buFont typeface="Arial" panose="020B0604020202020204" pitchFamily="34" charset="0"/>
                        <a:buChar char="•"/>
                      </a:pPr>
                      <a:r>
                        <a:rPr lang="en-US" sz="1000" noProof="0"/>
                        <a:t>"Does this remind you of any situations you have experienced? Recent ones? Tell us more."</a:t>
                      </a:r>
                    </a:p>
                    <a:p>
                      <a:pPr marL="171450" indent="-171450">
                        <a:buFont typeface="Arial" panose="020B0604020202020204" pitchFamily="34" charset="0"/>
                        <a:buChar char="•"/>
                      </a:pPr>
                      <a:r>
                        <a:rPr lang="en-US" sz="1000" noProof="0"/>
                        <a:t>"How much (frequency, intensity) do these situations affect you today in your work?"</a:t>
                      </a:r>
                    </a:p>
                    <a:p>
                      <a:pPr marL="171450" indent="-171450">
                        <a:buFont typeface="Arial" panose="020B0604020202020204" pitchFamily="34" charset="0"/>
                        <a:buChar char="•"/>
                      </a:pPr>
                      <a:r>
                        <a:rPr lang="en-US" sz="1000" noProof="0"/>
                        <a:t>"In full transparency, what are the sources you attribute to these problems?"</a:t>
                      </a:r>
                    </a:p>
                  </a:txBody>
                  <a:tcPr>
                    <a:solidFill>
                      <a:schemeClr val="accent6">
                        <a:lumMod val="20000"/>
                        <a:lumOff val="80000"/>
                      </a:schemeClr>
                    </a:solidFill>
                  </a:tcPr>
                </a:tc>
                <a:extLst>
                  <a:ext uri="{0D108BD9-81ED-4DB2-BD59-A6C34878D82A}">
                    <a16:rowId xmlns:a16="http://schemas.microsoft.com/office/drawing/2014/main" val="3297197167"/>
                  </a:ext>
                </a:extLst>
              </a:tr>
              <a:tr h="931956">
                <a:tc>
                  <a:txBody>
                    <a:bodyPr/>
                    <a:lstStyle/>
                    <a:p>
                      <a:r>
                        <a:rPr lang="en-US" sz="1000" noProof="0">
                          <a:solidFill>
                            <a:schemeClr val="tx1"/>
                          </a:solidFill>
                        </a:rPr>
                        <a:t>Good</a:t>
                      </a:r>
                    </a:p>
                    <a:p>
                      <a:endParaRPr lang="en-US" sz="1000" noProof="0">
                        <a:solidFill>
                          <a:schemeClr val="tx1"/>
                        </a:solidFill>
                      </a:endParaRPr>
                    </a:p>
                    <a:p>
                      <a:r>
                        <a:rPr lang="en-US" sz="1000" noProof="0">
                          <a:solidFill>
                            <a:schemeClr val="tx1"/>
                          </a:solidFill>
                        </a:rPr>
                        <a:t>“Good transparency between participants if confidentiality is ensured”</a:t>
                      </a:r>
                    </a:p>
                  </a:txBody>
                  <a:tcPr>
                    <a:solidFill>
                      <a:schemeClr val="accent4"/>
                    </a:solidFill>
                  </a:tcPr>
                </a:tc>
                <a:tc>
                  <a:txBody>
                    <a:bodyPr/>
                    <a:lstStyle/>
                    <a:p>
                      <a:r>
                        <a:rPr lang="en-US" sz="1000" noProof="0"/>
                        <a:t>Participants trust each other and can share with each other only if they are guaranteed complete confidentiality.</a:t>
                      </a:r>
                    </a:p>
                    <a:p>
                      <a:endParaRPr lang="en-US" sz="1000" noProof="0"/>
                    </a:p>
                    <a:p>
                      <a:r>
                        <a:rPr lang="en-US" sz="1000" noProof="0"/>
                        <a:t> They are not 100% sure how their words would be treated otherwise, even if 80% of the cases are ok.</a:t>
                      </a:r>
                    </a:p>
                  </a:txBody>
                  <a:tcPr>
                    <a:solidFill>
                      <a:schemeClr val="accent4">
                        <a:lumMod val="20000"/>
                        <a:lumOff val="80000"/>
                      </a:schemeClr>
                    </a:solidFill>
                  </a:tcPr>
                </a:tc>
                <a:tc>
                  <a:txBody>
                    <a:bodyPr/>
                    <a:lstStyle/>
                    <a:p>
                      <a:pPr marL="0" indent="0">
                        <a:buFont typeface="Arial" panose="020B0604020202020204" pitchFamily="34" charset="0"/>
                        <a:buNone/>
                      </a:pPr>
                      <a:r>
                        <a:rPr lang="en-US" sz="1000" b="1" noProof="0"/>
                        <a:t>Let participants talk about situations that are far in the past</a:t>
                      </a:r>
                    </a:p>
                    <a:p>
                      <a:pPr marL="171450" indent="-171450">
                        <a:buFont typeface="Arial" panose="020B0604020202020204" pitchFamily="34" charset="0"/>
                        <a:buChar char="•"/>
                      </a:pPr>
                      <a:r>
                        <a:rPr lang="en-US" sz="1000" noProof="0"/>
                        <a:t>"Does this remind you of situations that you experienced a long time ago or that you know of in contexts other than your own?" </a:t>
                      </a:r>
                    </a:p>
                  </a:txBody>
                  <a:tcPr>
                    <a:solidFill>
                      <a:schemeClr val="accent4">
                        <a:lumMod val="20000"/>
                        <a:lumOff val="80000"/>
                      </a:schemeClr>
                    </a:solidFill>
                  </a:tcPr>
                </a:tc>
                <a:extLst>
                  <a:ext uri="{0D108BD9-81ED-4DB2-BD59-A6C34878D82A}">
                    <a16:rowId xmlns:a16="http://schemas.microsoft.com/office/drawing/2014/main" val="3314196028"/>
                  </a:ext>
                </a:extLst>
              </a:tr>
              <a:tr h="931956">
                <a:tc>
                  <a:txBody>
                    <a:bodyPr/>
                    <a:lstStyle/>
                    <a:p>
                      <a:r>
                        <a:rPr lang="en-US" sz="1000" noProof="0">
                          <a:solidFill>
                            <a:schemeClr val="tx1"/>
                          </a:solidFill>
                        </a:rPr>
                        <a:t>Low</a:t>
                      </a:r>
                    </a:p>
                    <a:p>
                      <a:endParaRPr lang="en-US" sz="1000" noProof="0">
                        <a:solidFill>
                          <a:schemeClr val="tx1"/>
                        </a:solidFill>
                      </a:endParaRPr>
                    </a:p>
                    <a:p>
                      <a:r>
                        <a:rPr lang="en-US" sz="1000" noProof="0">
                          <a:solidFill>
                            <a:schemeClr val="tx1"/>
                          </a:solidFill>
                        </a:rPr>
                        <a:t>"Confidence in the moment, but fear of some uncontrolled leak."</a:t>
                      </a:r>
                    </a:p>
                  </a:txBody>
                  <a:tcPr>
                    <a:solidFill>
                      <a:schemeClr val="accent2"/>
                    </a:solidFill>
                  </a:tcPr>
                </a:tc>
                <a:tc>
                  <a:txBody>
                    <a:bodyPr/>
                    <a:lstStyle/>
                    <a:p>
                      <a:r>
                        <a:rPr lang="en-US" sz="1000" noProof="0">
                          <a:solidFill>
                            <a:schemeClr val="tx1"/>
                          </a:solidFill>
                        </a:rPr>
                        <a:t>The participants are not particularly suspicious of each other. </a:t>
                      </a:r>
                    </a:p>
                    <a:p>
                      <a:endParaRPr lang="en-US" sz="1000" noProof="0">
                        <a:solidFill>
                          <a:schemeClr val="tx1"/>
                        </a:solidFill>
                      </a:endParaRPr>
                    </a:p>
                    <a:p>
                      <a:r>
                        <a:rPr lang="en-US" sz="1000" noProof="0">
                          <a:solidFill>
                            <a:schemeClr val="tx1"/>
                          </a:solidFill>
                        </a:rPr>
                        <a:t>They do not feel comfortable sharing much about their cases because they fear misuse of information (e.g., that their "critique" of certain situations will be misinterpreted and spread elsewhere). They share only what is easily agreed upon and without taking any relational risks.</a:t>
                      </a:r>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noProof="0"/>
                        <a:t>Let</a:t>
                      </a:r>
                      <a:r>
                        <a:rPr lang="en-US" sz="1000" b="1" noProof="0">
                          <a:solidFill>
                            <a:schemeClr val="tx1"/>
                          </a:solidFill>
                        </a:rPr>
                        <a:t> participants talk about non-existent and possible situations</a:t>
                      </a:r>
                      <a:r>
                        <a:rPr lang="en-US" sz="1000" noProof="0">
                          <a:solidFill>
                            <a:schemeClr val="tx1"/>
                          </a:solidFill>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noProof="0">
                          <a:solidFill>
                            <a:schemeClr val="tx1"/>
                          </a:solidFill>
                        </a:rPr>
                        <a:t>"Do you think this problem can affect professionals? In what types of situations for example?"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noProof="0">
                          <a:solidFill>
                            <a:schemeClr val="tx1"/>
                          </a:solidFill>
                        </a:rPr>
                        <a:t>"What are the potential abuses if these problems are overlooked or allowed to continue?"</a:t>
                      </a:r>
                    </a:p>
                  </a:txBody>
                  <a:tcPr>
                    <a:solidFill>
                      <a:schemeClr val="accent2">
                        <a:lumMod val="20000"/>
                        <a:lumOff val="80000"/>
                      </a:schemeClr>
                    </a:solidFill>
                  </a:tcPr>
                </a:tc>
                <a:extLst>
                  <a:ext uri="{0D108BD9-81ED-4DB2-BD59-A6C34878D82A}">
                    <a16:rowId xmlns:a16="http://schemas.microsoft.com/office/drawing/2014/main" val="1791930333"/>
                  </a:ext>
                </a:extLst>
              </a:tr>
              <a:tr h="931956">
                <a:tc>
                  <a:txBody>
                    <a:bodyPr/>
                    <a:lstStyle/>
                    <a:p>
                      <a:r>
                        <a:rPr lang="en-US" sz="1000" noProof="0">
                          <a:solidFill>
                            <a:schemeClr val="tx1"/>
                          </a:solidFill>
                        </a:rPr>
                        <a:t>Bottom</a:t>
                      </a:r>
                    </a:p>
                    <a:p>
                      <a:endParaRPr lang="en-US" sz="1000" noProof="0">
                        <a:solidFill>
                          <a:schemeClr val="tx1"/>
                        </a:solidFill>
                      </a:endParaRPr>
                    </a:p>
                    <a:p>
                      <a:r>
                        <a:rPr lang="en-US" sz="1000" noProof="0">
                          <a:solidFill>
                            <a:schemeClr val="tx1"/>
                          </a:solidFill>
                        </a:rPr>
                        <a:t>"Law of silence or shy false propriety</a:t>
                      </a:r>
                    </a:p>
                  </a:txBody>
                  <a:tcPr>
                    <a:solidFill>
                      <a:srgbClr val="FF0000"/>
                    </a:solidFill>
                  </a:tcPr>
                </a:tc>
                <a:tc>
                  <a:txBody>
                    <a:bodyPr/>
                    <a:lstStyle/>
                    <a:p>
                      <a:r>
                        <a:rPr lang="en-US" sz="1000" noProof="0"/>
                        <a:t>Participants are defensive of each other. </a:t>
                      </a:r>
                    </a:p>
                    <a:p>
                      <a:endParaRPr lang="en-US" sz="1000" noProof="0"/>
                    </a:p>
                    <a:p>
                      <a:r>
                        <a:rPr lang="en-US" sz="1000" noProof="0"/>
                        <a:t>They censor themselves when it comes to talking about themselves, so as not to risk a direct reaction from others, reprisals, mockery, reproaches. The group is mostly silent and most of them wait for others to start.</a:t>
                      </a:r>
                    </a:p>
                  </a:txBody>
                  <a:tcPr>
                    <a:solidFill>
                      <a:schemeClr val="accent2">
                        <a:lumMod val="60000"/>
                        <a:lumOff val="40000"/>
                      </a:schemeClr>
                    </a:solidFill>
                  </a:tcPr>
                </a:tc>
                <a:tc>
                  <a:txBody>
                    <a:bodyPr/>
                    <a:lstStyle/>
                    <a:p>
                      <a:r>
                        <a:rPr lang="en-US" sz="1000" b="1" noProof="0"/>
                        <a:t>Let participants talk about a fictional example </a:t>
                      </a:r>
                      <a:r>
                        <a:rPr lang="en-US" sz="1000" noProof="0"/>
                        <a:t>(e.g., the examples provided) where no one has to talk about themselves</a:t>
                      </a:r>
                    </a:p>
                    <a:p>
                      <a:pPr marL="171450" indent="-171450">
                        <a:buFont typeface="Arial" panose="020B0604020202020204" pitchFamily="34" charset="0"/>
                        <a:buChar char="•"/>
                      </a:pPr>
                      <a:r>
                        <a:rPr lang="en-US" sz="1000" noProof="0"/>
                        <a:t>Here is an example of a situation with subjects to be put away. What would you recommend in this case (autonomy side or consensus side) and why?</a:t>
                      </a:r>
                    </a:p>
                  </a:txBody>
                  <a:tcPr>
                    <a:solidFill>
                      <a:schemeClr val="accent2">
                        <a:lumMod val="60000"/>
                        <a:lumOff val="40000"/>
                      </a:schemeClr>
                    </a:solidFill>
                  </a:tcPr>
                </a:tc>
                <a:extLst>
                  <a:ext uri="{0D108BD9-81ED-4DB2-BD59-A6C34878D82A}">
                    <a16:rowId xmlns:a16="http://schemas.microsoft.com/office/drawing/2014/main" val="1489326426"/>
                  </a:ext>
                </a:extLst>
              </a:tr>
            </a:tbl>
          </a:graphicData>
        </a:graphic>
      </p:graphicFrame>
    </p:spTree>
    <p:extLst>
      <p:ext uri="{BB962C8B-B14F-4D97-AF65-F5344CB8AC3E}">
        <p14:creationId xmlns:p14="http://schemas.microsoft.com/office/powerpoint/2010/main" val="8026803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293B3D-B8E9-1397-FE0C-69D81E5D0E12}"/>
              </a:ext>
            </a:extLst>
          </p:cNvPr>
          <p:cNvSpPr>
            <a:spLocks noGrp="1"/>
          </p:cNvSpPr>
          <p:nvPr>
            <p:ph type="title"/>
          </p:nvPr>
        </p:nvSpPr>
        <p:spPr/>
        <p:txBody>
          <a:bodyPr/>
          <a:lstStyle/>
          <a:p>
            <a:r>
              <a:rPr lang="fr-FR"/>
              <a:t>2. Collection Phase: Format</a:t>
            </a:r>
          </a:p>
        </p:txBody>
      </p:sp>
      <p:sp>
        <p:nvSpPr>
          <p:cNvPr id="3" name="Espace réservé du contenu 2">
            <a:extLst>
              <a:ext uri="{FF2B5EF4-FFF2-40B4-BE49-F238E27FC236}">
                <a16:creationId xmlns:a16="http://schemas.microsoft.com/office/drawing/2014/main" id="{287B8EA0-9ECD-DC81-9990-FBEEA53DDDD3}"/>
              </a:ext>
            </a:extLst>
          </p:cNvPr>
          <p:cNvSpPr>
            <a:spLocks noGrp="1"/>
          </p:cNvSpPr>
          <p:nvPr>
            <p:ph idx="1"/>
          </p:nvPr>
        </p:nvSpPr>
        <p:spPr>
          <a:xfrm>
            <a:off x="695587" y="1804389"/>
            <a:ext cx="2550952" cy="4147336"/>
          </a:xfrm>
        </p:spPr>
        <p:txBody>
          <a:bodyPr>
            <a:normAutofit/>
          </a:bodyPr>
          <a:lstStyle/>
          <a:p>
            <a:pPr marL="0" indent="0">
              <a:buNone/>
            </a:pPr>
            <a:r>
              <a:rPr lang="fr-FR" sz="1400"/>
              <a:t>You can use </a:t>
            </a:r>
            <a:r>
              <a:rPr lang="fr-FR" sz="1400" err="1"/>
              <a:t>different</a:t>
            </a:r>
            <a:r>
              <a:rPr lang="fr-FR" sz="1400"/>
              <a:t> </a:t>
            </a:r>
            <a:r>
              <a:rPr lang="fr-FR" sz="1400" err="1"/>
              <a:t>tools</a:t>
            </a:r>
            <a:r>
              <a:rPr lang="fr-FR" sz="1400"/>
              <a:t> for the collection phase</a:t>
            </a:r>
          </a:p>
          <a:p>
            <a:pPr marL="0" indent="0">
              <a:buNone/>
            </a:pPr>
            <a:endParaRPr lang="fr-FR" sz="1400"/>
          </a:p>
          <a:p>
            <a:pPr marL="0" indent="0">
              <a:buNone/>
            </a:pPr>
            <a:r>
              <a:rPr lang="fr-FR" sz="1400"/>
              <a:t>This collection phase </a:t>
            </a:r>
            <a:r>
              <a:rPr lang="fr-FR" sz="1400" err="1"/>
              <a:t>allows</a:t>
            </a:r>
            <a:r>
              <a:rPr lang="fr-FR" sz="1400"/>
              <a:t> the training participants to </a:t>
            </a:r>
            <a:r>
              <a:rPr lang="fr-FR" sz="1400" err="1"/>
              <a:t>make</a:t>
            </a:r>
            <a:r>
              <a:rPr lang="fr-FR" sz="1400"/>
              <a:t> the </a:t>
            </a:r>
            <a:r>
              <a:rPr lang="fr-FR" sz="1400" err="1"/>
              <a:t>link</a:t>
            </a:r>
            <a:r>
              <a:rPr lang="fr-FR" sz="1400"/>
              <a:t> </a:t>
            </a:r>
            <a:r>
              <a:rPr lang="fr-FR" sz="1400" err="1"/>
              <a:t>between</a:t>
            </a:r>
            <a:r>
              <a:rPr lang="fr-FR" sz="1400"/>
              <a:t> the training content and </a:t>
            </a:r>
            <a:r>
              <a:rPr lang="fr-FR" sz="1400" err="1"/>
              <a:t>their</a:t>
            </a:r>
            <a:r>
              <a:rPr lang="fr-FR" sz="1400"/>
              <a:t> </a:t>
            </a:r>
            <a:r>
              <a:rPr lang="fr-FR" sz="1400" err="1"/>
              <a:t>own</a:t>
            </a:r>
            <a:r>
              <a:rPr lang="fr-FR" sz="1400"/>
              <a:t> situation.</a:t>
            </a:r>
          </a:p>
          <a:p>
            <a:pPr marL="0" indent="0">
              <a:buNone/>
            </a:pPr>
            <a:endParaRPr lang="fr-FR" sz="1400"/>
          </a:p>
          <a:p>
            <a:pPr marL="0" indent="0">
              <a:buNone/>
            </a:pPr>
            <a:endParaRPr lang="fr-FR" sz="1400"/>
          </a:p>
        </p:txBody>
      </p:sp>
      <p:grpSp>
        <p:nvGrpSpPr>
          <p:cNvPr id="5" name="Groupe 4">
            <a:extLst>
              <a:ext uri="{FF2B5EF4-FFF2-40B4-BE49-F238E27FC236}">
                <a16:creationId xmlns:a16="http://schemas.microsoft.com/office/drawing/2014/main" id="{B1BCA1DB-FE52-DB51-C653-D1DF7EEBE2B1}"/>
              </a:ext>
            </a:extLst>
          </p:cNvPr>
          <p:cNvGrpSpPr/>
          <p:nvPr/>
        </p:nvGrpSpPr>
        <p:grpSpPr>
          <a:xfrm>
            <a:off x="4067273" y="2204096"/>
            <a:ext cx="2409028" cy="1887018"/>
            <a:chOff x="7748306" y="490159"/>
            <a:chExt cx="3442453" cy="2696512"/>
          </a:xfrm>
        </p:grpSpPr>
        <p:pic>
          <p:nvPicPr>
            <p:cNvPr id="6" name="Graphique 5" descr="Enveloppe avec un remplissage uni">
              <a:extLst>
                <a:ext uri="{FF2B5EF4-FFF2-40B4-BE49-F238E27FC236}">
                  <a16:creationId xmlns:a16="http://schemas.microsoft.com/office/drawing/2014/main" id="{8A344D88-6834-CEF8-452F-3577F39F2F8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76359" y="490159"/>
              <a:ext cx="914400" cy="914400"/>
            </a:xfrm>
            <a:prstGeom prst="rect">
              <a:avLst/>
            </a:prstGeom>
          </p:spPr>
        </p:pic>
        <p:grpSp>
          <p:nvGrpSpPr>
            <p:cNvPr id="7" name="Groupe 6">
              <a:extLst>
                <a:ext uri="{FF2B5EF4-FFF2-40B4-BE49-F238E27FC236}">
                  <a16:creationId xmlns:a16="http://schemas.microsoft.com/office/drawing/2014/main" id="{DC1BB1B8-C2EC-63B3-53F1-A7806B931BF5}"/>
                </a:ext>
              </a:extLst>
            </p:cNvPr>
            <p:cNvGrpSpPr/>
            <p:nvPr/>
          </p:nvGrpSpPr>
          <p:grpSpPr>
            <a:xfrm>
              <a:off x="7748306" y="1139265"/>
              <a:ext cx="1452457" cy="1899771"/>
              <a:chOff x="7682578" y="1021976"/>
              <a:chExt cx="1658646" cy="2169460"/>
            </a:xfrm>
          </p:grpSpPr>
          <p:pic>
            <p:nvPicPr>
              <p:cNvPr id="13" name="Graphique 12" descr="Papier contour">
                <a:extLst>
                  <a:ext uri="{FF2B5EF4-FFF2-40B4-BE49-F238E27FC236}">
                    <a16:creationId xmlns:a16="http://schemas.microsoft.com/office/drawing/2014/main" id="{5E6AD784-BE0E-5CC3-DDCF-D26C3AA2021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172" t="6805" r="16563" b="6523"/>
              <a:stretch/>
            </p:blipFill>
            <p:spPr>
              <a:xfrm>
                <a:off x="7682578" y="1021976"/>
                <a:ext cx="1658646" cy="2169460"/>
              </a:xfrm>
              <a:prstGeom prst="rect">
                <a:avLst/>
              </a:prstGeom>
            </p:spPr>
          </p:pic>
          <p:pic>
            <p:nvPicPr>
              <p:cNvPr id="14" name="Graphique 13" descr="Aide avec un remplissage uni">
                <a:extLst>
                  <a:ext uri="{FF2B5EF4-FFF2-40B4-BE49-F238E27FC236}">
                    <a16:creationId xmlns:a16="http://schemas.microsoft.com/office/drawing/2014/main" id="{DD911FED-71B0-8A8A-2F1E-269936F5521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29327" y="1628496"/>
                <a:ext cx="537883" cy="537883"/>
              </a:xfrm>
              <a:prstGeom prst="rect">
                <a:avLst/>
              </a:prstGeom>
            </p:spPr>
          </p:pic>
          <p:pic>
            <p:nvPicPr>
              <p:cNvPr id="15" name="Graphique 14" descr="Aide avec un remplissage uni">
                <a:extLst>
                  <a:ext uri="{FF2B5EF4-FFF2-40B4-BE49-F238E27FC236}">
                    <a16:creationId xmlns:a16="http://schemas.microsoft.com/office/drawing/2014/main" id="{4E8F2DDF-9296-0CBB-880E-44D824FEC18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836722" y="2103170"/>
                <a:ext cx="537883" cy="537883"/>
              </a:xfrm>
              <a:prstGeom prst="rect">
                <a:avLst/>
              </a:prstGeom>
            </p:spPr>
          </p:pic>
          <p:pic>
            <p:nvPicPr>
              <p:cNvPr id="16" name="Graphique 15" descr="Aide avec un remplissage uni">
                <a:extLst>
                  <a:ext uri="{FF2B5EF4-FFF2-40B4-BE49-F238E27FC236}">
                    <a16:creationId xmlns:a16="http://schemas.microsoft.com/office/drawing/2014/main" id="{72E29729-CF0A-1D88-FCF6-F20CAF3BA2F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829326" y="2577844"/>
                <a:ext cx="537883" cy="537883"/>
              </a:xfrm>
              <a:prstGeom prst="rect">
                <a:avLst/>
              </a:prstGeom>
            </p:spPr>
          </p:pic>
        </p:grpSp>
        <p:cxnSp>
          <p:nvCxnSpPr>
            <p:cNvPr id="8" name="Connecteur : en angle 7">
              <a:extLst>
                <a:ext uri="{FF2B5EF4-FFF2-40B4-BE49-F238E27FC236}">
                  <a16:creationId xmlns:a16="http://schemas.microsoft.com/office/drawing/2014/main" id="{738CAAD9-AB7E-D898-CBDB-E68E02049632}"/>
                </a:ext>
              </a:extLst>
            </p:cNvPr>
            <p:cNvCxnSpPr>
              <a:stCxn id="13" idx="3"/>
              <a:endCxn id="6" idx="1"/>
            </p:cNvCxnSpPr>
            <p:nvPr/>
          </p:nvCxnSpPr>
          <p:spPr>
            <a:xfrm flipV="1">
              <a:off x="9200763" y="947359"/>
              <a:ext cx="1075596" cy="1141792"/>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9" name="Connecteur : en angle 8">
              <a:extLst>
                <a:ext uri="{FF2B5EF4-FFF2-40B4-BE49-F238E27FC236}">
                  <a16:creationId xmlns:a16="http://schemas.microsoft.com/office/drawing/2014/main" id="{0DAA00FD-7930-801E-F180-32DEC4F296F7}"/>
                </a:ext>
              </a:extLst>
            </p:cNvPr>
            <p:cNvCxnSpPr>
              <a:cxnSpLocks/>
              <a:stCxn id="13" idx="3"/>
            </p:cNvCxnSpPr>
            <p:nvPr/>
          </p:nvCxnSpPr>
          <p:spPr>
            <a:xfrm flipV="1">
              <a:off x="9200763" y="1815071"/>
              <a:ext cx="1075596" cy="274080"/>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 name="Connecteur : en angle 9">
              <a:extLst>
                <a:ext uri="{FF2B5EF4-FFF2-40B4-BE49-F238E27FC236}">
                  <a16:creationId xmlns:a16="http://schemas.microsoft.com/office/drawing/2014/main" id="{DE0664F6-2B90-0920-7483-070003B001DD}"/>
                </a:ext>
              </a:extLst>
            </p:cNvPr>
            <p:cNvCxnSpPr>
              <a:cxnSpLocks/>
              <a:stCxn id="13" idx="3"/>
            </p:cNvCxnSpPr>
            <p:nvPr/>
          </p:nvCxnSpPr>
          <p:spPr>
            <a:xfrm>
              <a:off x="9200763" y="2089151"/>
              <a:ext cx="1075596" cy="593631"/>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11" name="Graphique 10" descr="Réseau en ligne avec un remplissage uni">
              <a:extLst>
                <a:ext uri="{FF2B5EF4-FFF2-40B4-BE49-F238E27FC236}">
                  <a16:creationId xmlns:a16="http://schemas.microsoft.com/office/drawing/2014/main" id="{3271F085-5DA7-88FF-9733-BB7576EEDDD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214892" y="2272271"/>
              <a:ext cx="914400" cy="914400"/>
            </a:xfrm>
            <a:prstGeom prst="rect">
              <a:avLst/>
            </a:prstGeom>
          </p:spPr>
        </p:pic>
        <p:pic>
          <p:nvPicPr>
            <p:cNvPr id="12" name="Graphique 11" descr="Réunion en ligne avec un remplissage uni">
              <a:extLst>
                <a:ext uri="{FF2B5EF4-FFF2-40B4-BE49-F238E27FC236}">
                  <a16:creationId xmlns:a16="http://schemas.microsoft.com/office/drawing/2014/main" id="{24B7DF98-39C2-FEA5-3A60-2CEFBF43849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276359" y="1348236"/>
              <a:ext cx="914400" cy="914400"/>
            </a:xfrm>
            <a:prstGeom prst="rect">
              <a:avLst/>
            </a:prstGeom>
          </p:spPr>
        </p:pic>
      </p:grpSp>
      <p:sp>
        <p:nvSpPr>
          <p:cNvPr id="17" name="ZoneTexte 16">
            <a:extLst>
              <a:ext uri="{FF2B5EF4-FFF2-40B4-BE49-F238E27FC236}">
                <a16:creationId xmlns:a16="http://schemas.microsoft.com/office/drawing/2014/main" id="{63B73818-3E26-1BE8-EF5A-7E95E9DDF3A6}"/>
              </a:ext>
            </a:extLst>
          </p:cNvPr>
          <p:cNvSpPr txBox="1"/>
          <p:nvPr/>
        </p:nvSpPr>
        <p:spPr>
          <a:xfrm>
            <a:off x="4322010" y="4309120"/>
            <a:ext cx="1577130" cy="1477328"/>
          </a:xfrm>
          <a:prstGeom prst="rect">
            <a:avLst/>
          </a:prstGeom>
          <a:noFill/>
        </p:spPr>
        <p:txBody>
          <a:bodyPr wrap="square" rtlCol="0">
            <a:spAutoFit/>
          </a:bodyPr>
          <a:lstStyle/>
          <a:p>
            <a:pPr algn="ctr"/>
            <a:r>
              <a:rPr lang="fr-FR"/>
              <a:t>In the form of a digital survey (live or by message)</a:t>
            </a:r>
          </a:p>
        </p:txBody>
      </p:sp>
      <p:grpSp>
        <p:nvGrpSpPr>
          <p:cNvPr id="18" name="Groupe 17">
            <a:extLst>
              <a:ext uri="{FF2B5EF4-FFF2-40B4-BE49-F238E27FC236}">
                <a16:creationId xmlns:a16="http://schemas.microsoft.com/office/drawing/2014/main" id="{90643B98-3E02-EA90-DA5A-C5A6D80C6681}"/>
              </a:ext>
            </a:extLst>
          </p:cNvPr>
          <p:cNvGrpSpPr/>
          <p:nvPr/>
        </p:nvGrpSpPr>
        <p:grpSpPr>
          <a:xfrm>
            <a:off x="7521233" y="2789447"/>
            <a:ext cx="1458903" cy="810761"/>
            <a:chOff x="5262966" y="3441208"/>
            <a:chExt cx="5110014" cy="2839805"/>
          </a:xfrm>
        </p:grpSpPr>
        <p:pic>
          <p:nvPicPr>
            <p:cNvPr id="19" name="Graphique 18" descr="Personne confuse avec un remplissage uni">
              <a:extLst>
                <a:ext uri="{FF2B5EF4-FFF2-40B4-BE49-F238E27FC236}">
                  <a16:creationId xmlns:a16="http://schemas.microsoft.com/office/drawing/2014/main" id="{3FE583EE-73AE-75C8-AA78-0B5AAD62969A}"/>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3721" r="14768" b="50034"/>
            <a:stretch/>
          </p:blipFill>
          <p:spPr>
            <a:xfrm>
              <a:off x="6504238" y="4125117"/>
              <a:ext cx="1565232" cy="1093672"/>
            </a:xfrm>
            <a:prstGeom prst="rect">
              <a:avLst/>
            </a:prstGeom>
          </p:spPr>
        </p:pic>
        <p:pic>
          <p:nvPicPr>
            <p:cNvPr id="20" name="Graphique 19" descr="Homme avec un remplissage uni">
              <a:extLst>
                <a:ext uri="{FF2B5EF4-FFF2-40B4-BE49-F238E27FC236}">
                  <a16:creationId xmlns:a16="http://schemas.microsoft.com/office/drawing/2014/main" id="{CF9C5019-4273-E89A-9628-38227510DD4E}"/>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22505" t="2891" b="40502"/>
            <a:stretch/>
          </p:blipFill>
          <p:spPr>
            <a:xfrm>
              <a:off x="5262966" y="4794268"/>
              <a:ext cx="1597831" cy="1167136"/>
            </a:xfrm>
            <a:prstGeom prst="rect">
              <a:avLst/>
            </a:prstGeom>
          </p:spPr>
        </p:pic>
        <p:pic>
          <p:nvPicPr>
            <p:cNvPr id="21" name="Graphique 20" descr="Homme avec un remplissage uni">
              <a:extLst>
                <a:ext uri="{FF2B5EF4-FFF2-40B4-BE49-F238E27FC236}">
                  <a16:creationId xmlns:a16="http://schemas.microsoft.com/office/drawing/2014/main" id="{E84B1637-9E65-AF4C-54C3-342586D2C9C5}"/>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t="1" b="40502"/>
            <a:stretch/>
          </p:blipFill>
          <p:spPr>
            <a:xfrm>
              <a:off x="5713008" y="4989115"/>
              <a:ext cx="2061836" cy="1226716"/>
            </a:xfrm>
            <a:prstGeom prst="rect">
              <a:avLst/>
            </a:prstGeom>
          </p:spPr>
        </p:pic>
        <p:pic>
          <p:nvPicPr>
            <p:cNvPr id="22" name="Graphique 21" descr="Homme avec un remplissage uni">
              <a:extLst>
                <a:ext uri="{FF2B5EF4-FFF2-40B4-BE49-F238E27FC236}">
                  <a16:creationId xmlns:a16="http://schemas.microsoft.com/office/drawing/2014/main" id="{DCDA4049-311E-BC92-66BB-73F6C6341E4E}"/>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1" b="40502"/>
            <a:stretch/>
          </p:blipFill>
          <p:spPr>
            <a:xfrm>
              <a:off x="7113689" y="5054297"/>
              <a:ext cx="2061836" cy="1226716"/>
            </a:xfrm>
            <a:prstGeom prst="rect">
              <a:avLst/>
            </a:prstGeom>
          </p:spPr>
        </p:pic>
        <p:pic>
          <p:nvPicPr>
            <p:cNvPr id="23" name="Graphique 22" descr="Homme avec un remplissage uni">
              <a:extLst>
                <a:ext uri="{FF2B5EF4-FFF2-40B4-BE49-F238E27FC236}">
                  <a16:creationId xmlns:a16="http://schemas.microsoft.com/office/drawing/2014/main" id="{4A482FF7-E24A-5E1A-A138-A3EA1A348DE1}"/>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1" b="40502"/>
            <a:stretch/>
          </p:blipFill>
          <p:spPr>
            <a:xfrm>
              <a:off x="8311144" y="4781138"/>
              <a:ext cx="2061836" cy="1226716"/>
            </a:xfrm>
            <a:prstGeom prst="rect">
              <a:avLst/>
            </a:prstGeom>
          </p:spPr>
        </p:pic>
        <p:grpSp>
          <p:nvGrpSpPr>
            <p:cNvPr id="40" name="Groupe 39">
              <a:extLst>
                <a:ext uri="{FF2B5EF4-FFF2-40B4-BE49-F238E27FC236}">
                  <a16:creationId xmlns:a16="http://schemas.microsoft.com/office/drawing/2014/main" id="{22327194-E43F-37E1-7C74-7C0CE0D7ED0A}"/>
                </a:ext>
              </a:extLst>
            </p:cNvPr>
            <p:cNvGrpSpPr/>
            <p:nvPr/>
          </p:nvGrpSpPr>
          <p:grpSpPr>
            <a:xfrm>
              <a:off x="5646533" y="3908600"/>
              <a:ext cx="1177655" cy="932400"/>
              <a:chOff x="1733248" y="3784720"/>
              <a:chExt cx="1501399" cy="1188720"/>
            </a:xfrm>
          </p:grpSpPr>
          <p:pic>
            <p:nvPicPr>
              <p:cNvPr id="42" name="Graphique 41" descr="Bulle de discussion contour">
                <a:extLst>
                  <a:ext uri="{FF2B5EF4-FFF2-40B4-BE49-F238E27FC236}">
                    <a16:creationId xmlns:a16="http://schemas.microsoft.com/office/drawing/2014/main" id="{7DD2C76B-DB11-29ED-7BD9-72953B057055}"/>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43" name="Rectangle 42">
                <a:extLst>
                  <a:ext uri="{FF2B5EF4-FFF2-40B4-BE49-F238E27FC236}">
                    <a16:creationId xmlns:a16="http://schemas.microsoft.com/office/drawing/2014/main" id="{38AF3A2C-55C7-A57D-1A35-B5DA357CBC30}"/>
                  </a:ext>
                </a:extLst>
              </p:cNvPr>
              <p:cNvSpPr/>
              <p:nvPr/>
            </p:nvSpPr>
            <p:spPr>
              <a:xfrm>
                <a:off x="2042949" y="4053587"/>
                <a:ext cx="872955" cy="4216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6" name="Groupe 35">
              <a:extLst>
                <a:ext uri="{FF2B5EF4-FFF2-40B4-BE49-F238E27FC236}">
                  <a16:creationId xmlns:a16="http://schemas.microsoft.com/office/drawing/2014/main" id="{F92F1553-74EE-9E15-BB24-F85B7F8BAE0E}"/>
                </a:ext>
              </a:extLst>
            </p:cNvPr>
            <p:cNvGrpSpPr/>
            <p:nvPr/>
          </p:nvGrpSpPr>
          <p:grpSpPr>
            <a:xfrm>
              <a:off x="9150985" y="3973785"/>
              <a:ext cx="1177655" cy="932400"/>
              <a:chOff x="1733248" y="3784720"/>
              <a:chExt cx="1501399" cy="1188720"/>
            </a:xfrm>
          </p:grpSpPr>
          <p:pic>
            <p:nvPicPr>
              <p:cNvPr id="38" name="Graphique 37" descr="Bulle de discussion contour">
                <a:extLst>
                  <a:ext uri="{FF2B5EF4-FFF2-40B4-BE49-F238E27FC236}">
                    <a16:creationId xmlns:a16="http://schemas.microsoft.com/office/drawing/2014/main" id="{BB90EBC6-20DE-6073-797E-6DEDCB1C3CDA}"/>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39" name="Rectangle 38">
                <a:extLst>
                  <a:ext uri="{FF2B5EF4-FFF2-40B4-BE49-F238E27FC236}">
                    <a16:creationId xmlns:a16="http://schemas.microsoft.com/office/drawing/2014/main" id="{46EBE2B1-FC8E-876F-645A-A2EC149A7225}"/>
                  </a:ext>
                </a:extLst>
              </p:cNvPr>
              <p:cNvSpPr/>
              <p:nvPr/>
            </p:nvSpPr>
            <p:spPr>
              <a:xfrm>
                <a:off x="2042949" y="4053587"/>
                <a:ext cx="872955" cy="4216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2" name="Groupe 31">
              <a:extLst>
                <a:ext uri="{FF2B5EF4-FFF2-40B4-BE49-F238E27FC236}">
                  <a16:creationId xmlns:a16="http://schemas.microsoft.com/office/drawing/2014/main" id="{8A225F66-E3BE-71B0-C6AB-EA84AFAA8FB1}"/>
                </a:ext>
              </a:extLst>
            </p:cNvPr>
            <p:cNvGrpSpPr/>
            <p:nvPr/>
          </p:nvGrpSpPr>
          <p:grpSpPr>
            <a:xfrm>
              <a:off x="7995548" y="4371002"/>
              <a:ext cx="1177655" cy="932400"/>
              <a:chOff x="1733248" y="3784720"/>
              <a:chExt cx="1501399" cy="1188720"/>
            </a:xfrm>
          </p:grpSpPr>
          <p:pic>
            <p:nvPicPr>
              <p:cNvPr id="34" name="Graphique 33" descr="Bulle de discussion contour">
                <a:extLst>
                  <a:ext uri="{FF2B5EF4-FFF2-40B4-BE49-F238E27FC236}">
                    <a16:creationId xmlns:a16="http://schemas.microsoft.com/office/drawing/2014/main" id="{F31B84D0-EA32-A0F7-18AD-14FB7A3F0273}"/>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35" name="Rectangle 34">
                <a:extLst>
                  <a:ext uri="{FF2B5EF4-FFF2-40B4-BE49-F238E27FC236}">
                    <a16:creationId xmlns:a16="http://schemas.microsoft.com/office/drawing/2014/main" id="{60CC3158-57C2-8AA5-4A9B-7DDF342BD27D}"/>
                  </a:ext>
                </a:extLst>
              </p:cNvPr>
              <p:cNvSpPr/>
              <p:nvPr/>
            </p:nvSpPr>
            <p:spPr>
              <a:xfrm>
                <a:off x="1992203" y="3912698"/>
                <a:ext cx="964659" cy="693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7" name="Groupe 26">
              <a:extLst>
                <a:ext uri="{FF2B5EF4-FFF2-40B4-BE49-F238E27FC236}">
                  <a16:creationId xmlns:a16="http://schemas.microsoft.com/office/drawing/2014/main" id="{079670C5-B73D-E810-586B-DEF2BDC15E00}"/>
                </a:ext>
              </a:extLst>
            </p:cNvPr>
            <p:cNvGrpSpPr/>
            <p:nvPr/>
          </p:nvGrpSpPr>
          <p:grpSpPr>
            <a:xfrm flipH="1">
              <a:off x="5659211" y="5047355"/>
              <a:ext cx="1111063" cy="932398"/>
              <a:chOff x="1733248" y="3784720"/>
              <a:chExt cx="1501399" cy="1188720"/>
            </a:xfrm>
          </p:grpSpPr>
          <p:pic>
            <p:nvPicPr>
              <p:cNvPr id="30" name="Graphique 29" descr="Bulle de discussion contour">
                <a:extLst>
                  <a:ext uri="{FF2B5EF4-FFF2-40B4-BE49-F238E27FC236}">
                    <a16:creationId xmlns:a16="http://schemas.microsoft.com/office/drawing/2014/main" id="{574FE693-5656-8969-4CEE-121A5EE1476B}"/>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31" name="Rectangle 30">
                <a:extLst>
                  <a:ext uri="{FF2B5EF4-FFF2-40B4-BE49-F238E27FC236}">
                    <a16:creationId xmlns:a16="http://schemas.microsoft.com/office/drawing/2014/main" id="{AD2253C1-00E6-1847-85A6-0D18D2C941DA}"/>
                  </a:ext>
                </a:extLst>
              </p:cNvPr>
              <p:cNvSpPr/>
              <p:nvPr/>
            </p:nvSpPr>
            <p:spPr>
              <a:xfrm>
                <a:off x="2011149" y="3919483"/>
                <a:ext cx="958375" cy="701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9" name="Graphique 28" descr="Bulle de discussion contour">
              <a:extLst>
                <a:ext uri="{FF2B5EF4-FFF2-40B4-BE49-F238E27FC236}">
                  <a16:creationId xmlns:a16="http://schemas.microsoft.com/office/drawing/2014/main" id="{F003FDB5-AB2A-EC4F-02A3-3A74C4ADA2AC}"/>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t="16003" b="12311"/>
            <a:stretch/>
          </p:blipFill>
          <p:spPr>
            <a:xfrm flipH="1">
              <a:off x="6853990" y="3441208"/>
              <a:ext cx="1436183" cy="777844"/>
            </a:xfrm>
            <a:prstGeom prst="rect">
              <a:avLst/>
            </a:prstGeom>
          </p:spPr>
        </p:pic>
      </p:grpSp>
      <p:sp>
        <p:nvSpPr>
          <p:cNvPr id="44" name="ZoneTexte 43">
            <a:extLst>
              <a:ext uri="{FF2B5EF4-FFF2-40B4-BE49-F238E27FC236}">
                <a16:creationId xmlns:a16="http://schemas.microsoft.com/office/drawing/2014/main" id="{1A9E75D9-AADA-FF53-173A-C63B9478750F}"/>
              </a:ext>
            </a:extLst>
          </p:cNvPr>
          <p:cNvSpPr txBox="1"/>
          <p:nvPr/>
        </p:nvSpPr>
        <p:spPr>
          <a:xfrm>
            <a:off x="7387436" y="4371532"/>
            <a:ext cx="1577130" cy="923330"/>
          </a:xfrm>
          <a:prstGeom prst="rect">
            <a:avLst/>
          </a:prstGeom>
          <a:noFill/>
        </p:spPr>
        <p:txBody>
          <a:bodyPr wrap="square" rtlCol="0">
            <a:spAutoFit/>
          </a:bodyPr>
          <a:lstStyle/>
          <a:p>
            <a:pPr algn="ctr"/>
            <a:r>
              <a:rPr lang="fr-FR"/>
              <a:t>In an open discussion</a:t>
            </a:r>
          </a:p>
        </p:txBody>
      </p:sp>
      <p:grpSp>
        <p:nvGrpSpPr>
          <p:cNvPr id="45" name="Groupe 44">
            <a:extLst>
              <a:ext uri="{FF2B5EF4-FFF2-40B4-BE49-F238E27FC236}">
                <a16:creationId xmlns:a16="http://schemas.microsoft.com/office/drawing/2014/main" id="{16965395-133C-7C9C-5E8E-6EDAE6C3AC7D}"/>
              </a:ext>
            </a:extLst>
          </p:cNvPr>
          <p:cNvGrpSpPr/>
          <p:nvPr/>
        </p:nvGrpSpPr>
        <p:grpSpPr>
          <a:xfrm>
            <a:off x="9884664" y="2753905"/>
            <a:ext cx="1348758" cy="773835"/>
            <a:chOff x="1774127" y="3261367"/>
            <a:chExt cx="4861346" cy="2789143"/>
          </a:xfrm>
        </p:grpSpPr>
        <p:sp>
          <p:nvSpPr>
            <p:cNvPr id="48" name="Rectangle 47">
              <a:extLst>
                <a:ext uri="{FF2B5EF4-FFF2-40B4-BE49-F238E27FC236}">
                  <a16:creationId xmlns:a16="http://schemas.microsoft.com/office/drawing/2014/main" id="{1513739E-1AAA-2159-4068-7F702584AEE4}"/>
                </a:ext>
              </a:extLst>
            </p:cNvPr>
            <p:cNvSpPr/>
            <p:nvPr/>
          </p:nvSpPr>
          <p:spPr>
            <a:xfrm>
              <a:off x="2626246" y="32613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48">
              <a:extLst>
                <a:ext uri="{FF2B5EF4-FFF2-40B4-BE49-F238E27FC236}">
                  <a16:creationId xmlns:a16="http://schemas.microsoft.com/office/drawing/2014/main" id="{3689CDBD-79C6-7E19-3BE3-9F97BB565E01}"/>
                </a:ext>
              </a:extLst>
            </p:cNvPr>
            <p:cNvSpPr/>
            <p:nvPr/>
          </p:nvSpPr>
          <p:spPr>
            <a:xfrm>
              <a:off x="3583068" y="32613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49">
              <a:extLst>
                <a:ext uri="{FF2B5EF4-FFF2-40B4-BE49-F238E27FC236}">
                  <a16:creationId xmlns:a16="http://schemas.microsoft.com/office/drawing/2014/main" id="{49B2E52D-7DEA-C89C-3E12-286191B62FB5}"/>
                </a:ext>
              </a:extLst>
            </p:cNvPr>
            <p:cNvSpPr/>
            <p:nvPr/>
          </p:nvSpPr>
          <p:spPr>
            <a:xfrm>
              <a:off x="4539889" y="32613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50">
              <a:extLst>
                <a:ext uri="{FF2B5EF4-FFF2-40B4-BE49-F238E27FC236}">
                  <a16:creationId xmlns:a16="http://schemas.microsoft.com/office/drawing/2014/main" id="{58B88B2B-E7AF-646F-191B-018F1F325DE3}"/>
                </a:ext>
              </a:extLst>
            </p:cNvPr>
            <p:cNvSpPr/>
            <p:nvPr/>
          </p:nvSpPr>
          <p:spPr>
            <a:xfrm>
              <a:off x="5507556" y="32613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1" name="Graphique 70" descr="Sphères de Harvey 100% avec un remplissage uni">
              <a:extLst>
                <a:ext uri="{FF2B5EF4-FFF2-40B4-BE49-F238E27FC236}">
                  <a16:creationId xmlns:a16="http://schemas.microsoft.com/office/drawing/2014/main" id="{A9E7FAB4-DBA9-EF86-D97F-B2ACF9696658}"/>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5689708" y="3294556"/>
              <a:ext cx="533474" cy="533474"/>
            </a:xfrm>
            <a:prstGeom prst="rect">
              <a:avLst/>
            </a:prstGeom>
          </p:spPr>
        </p:pic>
        <p:sp>
          <p:nvSpPr>
            <p:cNvPr id="54" name="Rectangle 53">
              <a:extLst>
                <a:ext uri="{FF2B5EF4-FFF2-40B4-BE49-F238E27FC236}">
                  <a16:creationId xmlns:a16="http://schemas.microsoft.com/office/drawing/2014/main" id="{191AA071-BD71-C9C9-E8B5-CE967A8070D9}"/>
                </a:ext>
              </a:extLst>
            </p:cNvPr>
            <p:cNvSpPr/>
            <p:nvPr/>
          </p:nvSpPr>
          <p:spPr>
            <a:xfrm>
              <a:off x="2682556" y="3875974"/>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5" name="Rectangle 54">
              <a:extLst>
                <a:ext uri="{FF2B5EF4-FFF2-40B4-BE49-F238E27FC236}">
                  <a16:creationId xmlns:a16="http://schemas.microsoft.com/office/drawing/2014/main" id="{4F491A38-DD3D-4159-3006-149A81D9BCD4}"/>
                </a:ext>
              </a:extLst>
            </p:cNvPr>
            <p:cNvSpPr/>
            <p:nvPr/>
          </p:nvSpPr>
          <p:spPr>
            <a:xfrm>
              <a:off x="2991651" y="3875974"/>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6" name="Rectangle 55">
              <a:extLst>
                <a:ext uri="{FF2B5EF4-FFF2-40B4-BE49-F238E27FC236}">
                  <a16:creationId xmlns:a16="http://schemas.microsoft.com/office/drawing/2014/main" id="{A895E8AF-C779-18D5-1907-A729C7A2D962}"/>
                </a:ext>
              </a:extLst>
            </p:cNvPr>
            <p:cNvSpPr/>
            <p:nvPr/>
          </p:nvSpPr>
          <p:spPr>
            <a:xfrm>
              <a:off x="2912610" y="4148465"/>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7" name="Rectangle 56">
              <a:extLst>
                <a:ext uri="{FF2B5EF4-FFF2-40B4-BE49-F238E27FC236}">
                  <a16:creationId xmlns:a16="http://schemas.microsoft.com/office/drawing/2014/main" id="{6F040A4F-4150-57D0-037A-5D7E4D88058B}"/>
                </a:ext>
              </a:extLst>
            </p:cNvPr>
            <p:cNvSpPr/>
            <p:nvPr/>
          </p:nvSpPr>
          <p:spPr>
            <a:xfrm>
              <a:off x="3680364" y="3871561"/>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8" name="Rectangle 57">
              <a:extLst>
                <a:ext uri="{FF2B5EF4-FFF2-40B4-BE49-F238E27FC236}">
                  <a16:creationId xmlns:a16="http://schemas.microsoft.com/office/drawing/2014/main" id="{09E73C7B-64AC-BA5F-97BF-CD70C4B686B3}"/>
                </a:ext>
              </a:extLst>
            </p:cNvPr>
            <p:cNvSpPr/>
            <p:nvPr/>
          </p:nvSpPr>
          <p:spPr>
            <a:xfrm>
              <a:off x="4016069" y="3986720"/>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9" name="Rectangle 58">
              <a:extLst>
                <a:ext uri="{FF2B5EF4-FFF2-40B4-BE49-F238E27FC236}">
                  <a16:creationId xmlns:a16="http://schemas.microsoft.com/office/drawing/2014/main" id="{E41F716A-85FB-B341-B1E4-5B64406F2F07}"/>
                </a:ext>
              </a:extLst>
            </p:cNvPr>
            <p:cNvSpPr/>
            <p:nvPr/>
          </p:nvSpPr>
          <p:spPr>
            <a:xfrm>
              <a:off x="3698403" y="4181149"/>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0" name="Rectangle 59">
              <a:extLst>
                <a:ext uri="{FF2B5EF4-FFF2-40B4-BE49-F238E27FC236}">
                  <a16:creationId xmlns:a16="http://schemas.microsoft.com/office/drawing/2014/main" id="{138EB9FF-F551-8038-A2B0-009CAFC8DFAF}"/>
                </a:ext>
              </a:extLst>
            </p:cNvPr>
            <p:cNvSpPr/>
            <p:nvPr/>
          </p:nvSpPr>
          <p:spPr>
            <a:xfrm>
              <a:off x="4604347" y="3858182"/>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1" name="Rectangle 60">
              <a:extLst>
                <a:ext uri="{FF2B5EF4-FFF2-40B4-BE49-F238E27FC236}">
                  <a16:creationId xmlns:a16="http://schemas.microsoft.com/office/drawing/2014/main" id="{2429F924-80B7-DF1E-0DFE-E22F123A715C}"/>
                </a:ext>
              </a:extLst>
            </p:cNvPr>
            <p:cNvSpPr/>
            <p:nvPr/>
          </p:nvSpPr>
          <p:spPr>
            <a:xfrm>
              <a:off x="4928163" y="3843790"/>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2" name="Rectangle 61">
              <a:extLst>
                <a:ext uri="{FF2B5EF4-FFF2-40B4-BE49-F238E27FC236}">
                  <a16:creationId xmlns:a16="http://schemas.microsoft.com/office/drawing/2014/main" id="{76756310-BACC-4E51-44E4-671D13E765F3}"/>
                </a:ext>
              </a:extLst>
            </p:cNvPr>
            <p:cNvSpPr/>
            <p:nvPr/>
          </p:nvSpPr>
          <p:spPr>
            <a:xfrm>
              <a:off x="4844841" y="4195507"/>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3" name="Rectangle 62">
              <a:extLst>
                <a:ext uri="{FF2B5EF4-FFF2-40B4-BE49-F238E27FC236}">
                  <a16:creationId xmlns:a16="http://schemas.microsoft.com/office/drawing/2014/main" id="{36B69579-C36F-694A-7461-842734FA419B}"/>
                </a:ext>
              </a:extLst>
            </p:cNvPr>
            <p:cNvSpPr/>
            <p:nvPr/>
          </p:nvSpPr>
          <p:spPr>
            <a:xfrm>
              <a:off x="5637937" y="3865434"/>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4" name="Rectangle 63">
              <a:extLst>
                <a:ext uri="{FF2B5EF4-FFF2-40B4-BE49-F238E27FC236}">
                  <a16:creationId xmlns:a16="http://schemas.microsoft.com/office/drawing/2014/main" id="{0F5EABE0-CEE2-4C77-E80A-2CEE5936B806}"/>
                </a:ext>
              </a:extLst>
            </p:cNvPr>
            <p:cNvSpPr/>
            <p:nvPr/>
          </p:nvSpPr>
          <p:spPr>
            <a:xfrm>
              <a:off x="5908449" y="4146553"/>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5" name="Rectangle 64">
              <a:extLst>
                <a:ext uri="{FF2B5EF4-FFF2-40B4-BE49-F238E27FC236}">
                  <a16:creationId xmlns:a16="http://schemas.microsoft.com/office/drawing/2014/main" id="{B62FD37C-CD30-8C8E-BD69-5A135080E88C}"/>
                </a:ext>
              </a:extLst>
            </p:cNvPr>
            <p:cNvSpPr/>
            <p:nvPr/>
          </p:nvSpPr>
          <p:spPr>
            <a:xfrm>
              <a:off x="5973166" y="3843010"/>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pic>
          <p:nvPicPr>
            <p:cNvPr id="66" name="Graphique 65" descr="Personne confuse avec un remplissage uni">
              <a:extLst>
                <a:ext uri="{FF2B5EF4-FFF2-40B4-BE49-F238E27FC236}">
                  <a16:creationId xmlns:a16="http://schemas.microsoft.com/office/drawing/2014/main" id="{96D6D123-C2C5-5208-AF80-29A747D12F7A}"/>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3721" r="14768" b="50034"/>
            <a:stretch/>
          </p:blipFill>
          <p:spPr>
            <a:xfrm>
              <a:off x="5070241" y="4696406"/>
              <a:ext cx="1565232" cy="1093672"/>
            </a:xfrm>
            <a:prstGeom prst="rect">
              <a:avLst/>
            </a:prstGeom>
          </p:spPr>
        </p:pic>
        <p:sp>
          <p:nvSpPr>
            <p:cNvPr id="67" name="Rectangle 66">
              <a:extLst>
                <a:ext uri="{FF2B5EF4-FFF2-40B4-BE49-F238E27FC236}">
                  <a16:creationId xmlns:a16="http://schemas.microsoft.com/office/drawing/2014/main" id="{C6D2B217-D8BB-00F1-B04B-5D08C877EF98}"/>
                </a:ext>
              </a:extLst>
            </p:cNvPr>
            <p:cNvSpPr/>
            <p:nvPr/>
          </p:nvSpPr>
          <p:spPr>
            <a:xfrm>
              <a:off x="5070241" y="5355918"/>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pic>
          <p:nvPicPr>
            <p:cNvPr id="68" name="Graphique 67" descr="Homme avec un remplissage uni">
              <a:extLst>
                <a:ext uri="{FF2B5EF4-FFF2-40B4-BE49-F238E27FC236}">
                  <a16:creationId xmlns:a16="http://schemas.microsoft.com/office/drawing/2014/main" id="{417B0EE3-1F28-0573-497A-1E7D96CCC08B}"/>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 b="40502"/>
            <a:stretch/>
          </p:blipFill>
          <p:spPr>
            <a:xfrm>
              <a:off x="3267315" y="4792695"/>
              <a:ext cx="2011658" cy="1226716"/>
            </a:xfrm>
            <a:prstGeom prst="rect">
              <a:avLst/>
            </a:prstGeom>
          </p:spPr>
        </p:pic>
        <p:pic>
          <p:nvPicPr>
            <p:cNvPr id="69" name="Graphique 68" descr="Homme avec un remplissage uni">
              <a:extLst>
                <a:ext uri="{FF2B5EF4-FFF2-40B4-BE49-F238E27FC236}">
                  <a16:creationId xmlns:a16="http://schemas.microsoft.com/office/drawing/2014/main" id="{13A41369-F434-9552-CCCD-F96D9AAF2129}"/>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 b="40502"/>
            <a:stretch/>
          </p:blipFill>
          <p:spPr>
            <a:xfrm>
              <a:off x="2276236" y="4718638"/>
              <a:ext cx="2061836" cy="1226716"/>
            </a:xfrm>
            <a:prstGeom prst="rect">
              <a:avLst/>
            </a:prstGeom>
          </p:spPr>
        </p:pic>
        <p:pic>
          <p:nvPicPr>
            <p:cNvPr id="70" name="Graphique 69" descr="Homme avec un remplissage uni">
              <a:extLst>
                <a:ext uri="{FF2B5EF4-FFF2-40B4-BE49-F238E27FC236}">
                  <a16:creationId xmlns:a16="http://schemas.microsoft.com/office/drawing/2014/main" id="{74FD942E-B324-ED27-16BE-FCBB32F3A12E}"/>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20753" t="1048" b="40502"/>
            <a:stretch/>
          </p:blipFill>
          <p:spPr>
            <a:xfrm>
              <a:off x="1774127" y="4845372"/>
              <a:ext cx="1633936" cy="1205138"/>
            </a:xfrm>
            <a:prstGeom prst="rect">
              <a:avLst/>
            </a:prstGeom>
          </p:spPr>
        </p:pic>
      </p:grpSp>
      <p:sp>
        <p:nvSpPr>
          <p:cNvPr id="73" name="ZoneTexte 72">
            <a:extLst>
              <a:ext uri="{FF2B5EF4-FFF2-40B4-BE49-F238E27FC236}">
                <a16:creationId xmlns:a16="http://schemas.microsoft.com/office/drawing/2014/main" id="{255A2FE1-46A2-F5A6-80B7-7666708CE11F}"/>
              </a:ext>
            </a:extLst>
          </p:cNvPr>
          <p:cNvSpPr txBox="1"/>
          <p:nvPr/>
        </p:nvSpPr>
        <p:spPr>
          <a:xfrm>
            <a:off x="9881330" y="4367627"/>
            <a:ext cx="1577130" cy="1200329"/>
          </a:xfrm>
          <a:prstGeom prst="rect">
            <a:avLst/>
          </a:prstGeom>
          <a:noFill/>
        </p:spPr>
        <p:txBody>
          <a:bodyPr wrap="square" rtlCol="0">
            <a:spAutoFit/>
          </a:bodyPr>
          <a:lstStyle/>
          <a:p>
            <a:pPr algn="ctr"/>
            <a:r>
              <a:rPr lang="fr-FR"/>
              <a:t>In a collective workshop dedicated to these issues</a:t>
            </a:r>
          </a:p>
        </p:txBody>
      </p:sp>
    </p:spTree>
    <p:extLst>
      <p:ext uri="{BB962C8B-B14F-4D97-AF65-F5344CB8AC3E}">
        <p14:creationId xmlns:p14="http://schemas.microsoft.com/office/powerpoint/2010/main" val="8312255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54080-EC9F-6625-5635-74AD52E082B4}"/>
              </a:ext>
            </a:extLst>
          </p:cNvPr>
          <p:cNvSpPr>
            <a:spLocks noGrp="1"/>
          </p:cNvSpPr>
          <p:nvPr>
            <p:ph type="title"/>
          </p:nvPr>
        </p:nvSpPr>
        <p:spPr>
          <a:xfrm>
            <a:off x="838200" y="365125"/>
            <a:ext cx="10515600" cy="1015663"/>
          </a:xfrm>
        </p:spPr>
        <p:txBody>
          <a:bodyPr>
            <a:normAutofit fontScale="90000"/>
          </a:bodyPr>
          <a:lstStyle/>
          <a:p>
            <a:r>
              <a:rPr lang="fr-FR" sz="3600"/>
              <a:t>3. Initiation phase</a:t>
            </a:r>
            <a:br>
              <a:rPr lang="fr-FR" sz="3600"/>
            </a:br>
            <a:r>
              <a:rPr lang="fr-FR" sz="3600"/>
              <a:t>Fictitious example to practice the IVCD </a:t>
            </a:r>
            <a:r>
              <a:rPr lang="fr-FR" sz="3600" err="1"/>
              <a:t>Map </a:t>
            </a:r>
            <a:r>
              <a:rPr lang="fr-FR" sz="3600"/>
              <a:t>1/4</a:t>
            </a:r>
          </a:p>
        </p:txBody>
      </p:sp>
      <p:sp>
        <p:nvSpPr>
          <p:cNvPr id="3" name="Espace réservé du contenu 2">
            <a:extLst>
              <a:ext uri="{FF2B5EF4-FFF2-40B4-BE49-F238E27FC236}">
                <a16:creationId xmlns:a16="http://schemas.microsoft.com/office/drawing/2014/main" id="{57B83047-0CD7-652D-1429-069DE5FCEFD3}"/>
              </a:ext>
            </a:extLst>
          </p:cNvPr>
          <p:cNvSpPr>
            <a:spLocks noGrp="1"/>
          </p:cNvSpPr>
          <p:nvPr>
            <p:ph idx="1"/>
          </p:nvPr>
        </p:nvSpPr>
        <p:spPr>
          <a:xfrm>
            <a:off x="838200" y="1825625"/>
            <a:ext cx="3937000" cy="4351338"/>
          </a:xfrm>
        </p:spPr>
        <p:txBody>
          <a:bodyPr>
            <a:normAutofit fontScale="92500" lnSpcReduction="10000"/>
          </a:bodyPr>
          <a:lstStyle/>
          <a:p>
            <a:r>
              <a:rPr lang="fr-FR" sz="1800"/>
              <a:t>Here is an example of a task to be completed by learners (there is no right answer, the important thing is to learn to discuss together)</a:t>
            </a:r>
          </a:p>
          <a:p>
            <a:r>
              <a:rPr lang="fr-FR" sz="1800" b="1"/>
              <a:t>Exercise</a:t>
            </a:r>
            <a:r>
              <a:rPr lang="fr-FR" sz="1800"/>
              <a:t>: move the tickets into what you consider best (</a:t>
            </a:r>
            <a:r>
              <a:rPr lang="fr-FR" sz="1800" err="1"/>
              <a:t>rather</a:t>
            </a:r>
            <a:r>
              <a:rPr lang="fr-FR" sz="1800"/>
              <a:t> in </a:t>
            </a:r>
            <a:r>
              <a:rPr lang="fr-FR" sz="1800" err="1"/>
              <a:t>autonomy</a:t>
            </a:r>
            <a:r>
              <a:rPr lang="fr-FR" sz="1800"/>
              <a:t>, or in collective consensus, or in case by case). Discuss why you put these tickets in each area</a:t>
            </a:r>
          </a:p>
          <a:p>
            <a:endParaRPr lang="fr-FR" sz="1800"/>
          </a:p>
          <a:p>
            <a:r>
              <a:rPr lang="fr-FR" sz="1800" b="1"/>
              <a:t>Scenario: </a:t>
            </a:r>
            <a:r>
              <a:rPr lang="fr-FR" sz="1800"/>
              <a:t>You work in a cross-functional community of practice (optional membership) in a large company. This internal community of practice seeks to capitalize on good practices at the scale of the large company, by having different autonomous actors collaborate around these practices.</a:t>
            </a:r>
          </a:p>
          <a:p>
            <a:endParaRPr lang="fr-FR" sz="1800"/>
          </a:p>
        </p:txBody>
      </p:sp>
      <p:grpSp>
        <p:nvGrpSpPr>
          <p:cNvPr id="32" name="Groupe 31">
            <a:extLst>
              <a:ext uri="{FF2B5EF4-FFF2-40B4-BE49-F238E27FC236}">
                <a16:creationId xmlns:a16="http://schemas.microsoft.com/office/drawing/2014/main" id="{C2AB925F-92C4-FB0B-2839-6DB72E75817D}"/>
              </a:ext>
            </a:extLst>
          </p:cNvPr>
          <p:cNvGrpSpPr/>
          <p:nvPr/>
        </p:nvGrpSpPr>
        <p:grpSpPr>
          <a:xfrm>
            <a:off x="5849749" y="1825625"/>
            <a:ext cx="5011613" cy="3566659"/>
            <a:chOff x="2425700" y="1690688"/>
            <a:chExt cx="6959600" cy="4953000"/>
          </a:xfrm>
        </p:grpSpPr>
        <p:sp>
          <p:nvSpPr>
            <p:cNvPr id="33" name="Ellipse 32">
              <a:extLst>
                <a:ext uri="{FF2B5EF4-FFF2-40B4-BE49-F238E27FC236}">
                  <a16:creationId xmlns:a16="http://schemas.microsoft.com/office/drawing/2014/main" id="{47139AF0-11D3-AB47-3271-D979E5F8D6AD}"/>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34" name="Ellipse 33">
              <a:extLst>
                <a:ext uri="{FF2B5EF4-FFF2-40B4-BE49-F238E27FC236}">
                  <a16:creationId xmlns:a16="http://schemas.microsoft.com/office/drawing/2014/main" id="{27FD1F51-3ED8-5FB8-E2AF-62B18CDC985D}"/>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sp>
        <p:nvSpPr>
          <p:cNvPr id="35" name="ZoneTexte 34">
            <a:extLst>
              <a:ext uri="{FF2B5EF4-FFF2-40B4-BE49-F238E27FC236}">
                <a16:creationId xmlns:a16="http://schemas.microsoft.com/office/drawing/2014/main" id="{54DC50DC-E93C-2BDA-3FB2-D6301C3C41A1}"/>
              </a:ext>
            </a:extLst>
          </p:cNvPr>
          <p:cNvSpPr txBox="1"/>
          <p:nvPr/>
        </p:nvSpPr>
        <p:spPr>
          <a:xfrm>
            <a:off x="4940937" y="1825625"/>
            <a:ext cx="1204891" cy="830997"/>
          </a:xfrm>
          <a:prstGeom prst="rect">
            <a:avLst/>
          </a:prstGeom>
          <a:noFill/>
        </p:spPr>
        <p:txBody>
          <a:bodyPr wrap="square">
            <a:spAutoFit/>
          </a:bodyPr>
          <a:lstStyle/>
          <a:p>
            <a:pPr algn="ctr"/>
            <a:r>
              <a:rPr lang="fr-FR" sz="1200" b="1">
                <a:solidFill>
                  <a:srgbClr val="ED7D31"/>
                </a:solidFill>
              </a:rPr>
              <a:t>Decisions that are best made alone</a:t>
            </a:r>
            <a:endParaRPr lang="fr-FR" sz="1200">
              <a:solidFill>
                <a:srgbClr val="ED7D31"/>
              </a:solidFill>
            </a:endParaRPr>
          </a:p>
        </p:txBody>
      </p:sp>
      <p:sp>
        <p:nvSpPr>
          <p:cNvPr id="36" name="ZoneTexte 35">
            <a:extLst>
              <a:ext uri="{FF2B5EF4-FFF2-40B4-BE49-F238E27FC236}">
                <a16:creationId xmlns:a16="http://schemas.microsoft.com/office/drawing/2014/main" id="{D6F54540-1E8B-1E14-42A0-AC77625AEBFC}"/>
              </a:ext>
            </a:extLst>
          </p:cNvPr>
          <p:cNvSpPr txBox="1"/>
          <p:nvPr/>
        </p:nvSpPr>
        <p:spPr>
          <a:xfrm>
            <a:off x="10708325" y="1825625"/>
            <a:ext cx="1204891" cy="1015663"/>
          </a:xfrm>
          <a:prstGeom prst="rect">
            <a:avLst/>
          </a:prstGeom>
          <a:noFill/>
        </p:spPr>
        <p:txBody>
          <a:bodyPr wrap="square">
            <a:spAutoFit/>
          </a:bodyPr>
          <a:lstStyle/>
          <a:p>
            <a:pPr algn="ctr"/>
            <a:r>
              <a:rPr lang="fr-FR" sz="1200" b="1">
                <a:solidFill>
                  <a:srgbClr val="3494BA"/>
                </a:solidFill>
              </a:rPr>
              <a:t>Decisions that are best and agreed upon as a group</a:t>
            </a:r>
            <a:endParaRPr lang="fr-FR" sz="1200">
              <a:solidFill>
                <a:srgbClr val="3494BA"/>
              </a:solidFill>
            </a:endParaRPr>
          </a:p>
        </p:txBody>
      </p:sp>
      <p:sp>
        <p:nvSpPr>
          <p:cNvPr id="37" name="ZoneTexte 36">
            <a:extLst>
              <a:ext uri="{FF2B5EF4-FFF2-40B4-BE49-F238E27FC236}">
                <a16:creationId xmlns:a16="http://schemas.microsoft.com/office/drawing/2014/main" id="{7620B636-CA55-0735-3AD4-26DD661988A7}"/>
              </a:ext>
            </a:extLst>
          </p:cNvPr>
          <p:cNvSpPr txBox="1"/>
          <p:nvPr/>
        </p:nvSpPr>
        <p:spPr>
          <a:xfrm>
            <a:off x="7838847" y="2124825"/>
            <a:ext cx="1009411" cy="461665"/>
          </a:xfrm>
          <a:prstGeom prst="rect">
            <a:avLst/>
          </a:prstGeom>
          <a:noFill/>
        </p:spPr>
        <p:txBody>
          <a:bodyPr wrap="square">
            <a:spAutoFit/>
          </a:bodyPr>
          <a:lstStyle/>
          <a:p>
            <a:pPr algn="ctr"/>
            <a:r>
              <a:rPr lang="fr-FR" sz="1200" b="1">
                <a:solidFill>
                  <a:schemeClr val="bg1">
                    <a:lumMod val="50000"/>
                  </a:schemeClr>
                </a:solidFill>
              </a:rPr>
              <a:t>Grey area (case by case)</a:t>
            </a:r>
            <a:endParaRPr lang="fr-FR" sz="1200">
              <a:solidFill>
                <a:schemeClr val="bg1">
                  <a:lumMod val="50000"/>
                </a:schemeClr>
              </a:solidFill>
            </a:endParaRPr>
          </a:p>
        </p:txBody>
      </p:sp>
      <p:pic>
        <p:nvPicPr>
          <p:cNvPr id="38" name="Graphique 37" descr="Homme portant un sweat à capuche">
            <a:extLst>
              <a:ext uri="{FF2B5EF4-FFF2-40B4-BE49-F238E27FC236}">
                <a16:creationId xmlns:a16="http://schemas.microsoft.com/office/drawing/2014/main" id="{1A6FFF27-0D36-12BC-0E54-939D0EB19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06499" y="2838383"/>
            <a:ext cx="279056" cy="376208"/>
          </a:xfrm>
          <a:prstGeom prst="rect">
            <a:avLst/>
          </a:prstGeom>
        </p:spPr>
      </p:pic>
      <p:pic>
        <p:nvPicPr>
          <p:cNvPr id="39" name="Graphique 38" descr="Homme portant un sweat à capuche">
            <a:extLst>
              <a:ext uri="{FF2B5EF4-FFF2-40B4-BE49-F238E27FC236}">
                <a16:creationId xmlns:a16="http://schemas.microsoft.com/office/drawing/2014/main" id="{64DF7145-5AE5-AE20-2348-F27BD801A38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39837" y="2689983"/>
            <a:ext cx="279056" cy="376208"/>
          </a:xfrm>
          <a:prstGeom prst="rect">
            <a:avLst/>
          </a:prstGeom>
        </p:spPr>
      </p:pic>
      <p:pic>
        <p:nvPicPr>
          <p:cNvPr id="40" name="Graphique 39" descr="Femme avec bras prothétique">
            <a:extLst>
              <a:ext uri="{FF2B5EF4-FFF2-40B4-BE49-F238E27FC236}">
                <a16:creationId xmlns:a16="http://schemas.microsoft.com/office/drawing/2014/main" id="{FC234C64-CE9F-D107-FDB4-A18D342DDC1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493448" y="2832195"/>
            <a:ext cx="347417" cy="364788"/>
          </a:xfrm>
          <a:prstGeom prst="rect">
            <a:avLst/>
          </a:prstGeom>
        </p:spPr>
      </p:pic>
      <p:pic>
        <p:nvPicPr>
          <p:cNvPr id="41" name="Graphique 40" descr="Homme barbu en peignoir">
            <a:extLst>
              <a:ext uri="{FF2B5EF4-FFF2-40B4-BE49-F238E27FC236}">
                <a16:creationId xmlns:a16="http://schemas.microsoft.com/office/drawing/2014/main" id="{E9E3AFB1-E14F-80B1-206C-1B91234906F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94427" y="2832195"/>
            <a:ext cx="304178" cy="382395"/>
          </a:xfrm>
          <a:prstGeom prst="rect">
            <a:avLst/>
          </a:prstGeom>
        </p:spPr>
      </p:pic>
      <p:pic>
        <p:nvPicPr>
          <p:cNvPr id="42" name="Graphique 41" descr="Femme tenant un ordinateur portable">
            <a:extLst>
              <a:ext uri="{FF2B5EF4-FFF2-40B4-BE49-F238E27FC236}">
                <a16:creationId xmlns:a16="http://schemas.microsoft.com/office/drawing/2014/main" id="{E1164927-39BA-170D-0716-D37FD09DBC3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832971" y="2849803"/>
            <a:ext cx="359029" cy="364788"/>
          </a:xfrm>
          <a:prstGeom prst="rect">
            <a:avLst/>
          </a:prstGeom>
        </p:spPr>
      </p:pic>
      <p:sp>
        <p:nvSpPr>
          <p:cNvPr id="43" name="ZoneTexte 42">
            <a:extLst>
              <a:ext uri="{FF2B5EF4-FFF2-40B4-BE49-F238E27FC236}">
                <a16:creationId xmlns:a16="http://schemas.microsoft.com/office/drawing/2014/main" id="{F3473DAA-26B9-E5C4-0314-2E75CBF6107E}"/>
              </a:ext>
            </a:extLst>
          </p:cNvPr>
          <p:cNvSpPr txBox="1"/>
          <p:nvPr/>
        </p:nvSpPr>
        <p:spPr>
          <a:xfrm>
            <a:off x="6787966" y="5714296"/>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Send an invitation for an event on behalf of the Community</a:t>
            </a:r>
          </a:p>
        </p:txBody>
      </p:sp>
      <p:sp>
        <p:nvSpPr>
          <p:cNvPr id="44" name="ZoneTexte 43">
            <a:extLst>
              <a:ext uri="{FF2B5EF4-FFF2-40B4-BE49-F238E27FC236}">
                <a16:creationId xmlns:a16="http://schemas.microsoft.com/office/drawing/2014/main" id="{D04B59B9-D3B1-CBBD-B7CD-3451106E162F}"/>
              </a:ext>
            </a:extLst>
          </p:cNvPr>
          <p:cNvSpPr txBox="1"/>
          <p:nvPr/>
        </p:nvSpPr>
        <p:spPr>
          <a:xfrm>
            <a:off x="4645130" y="5714297"/>
            <a:ext cx="839584" cy="649317"/>
          </a:xfrm>
          <a:prstGeom prst="rect">
            <a:avLst/>
          </a:prstGeom>
          <a:solidFill>
            <a:srgbClr val="FFFF00"/>
          </a:solidFill>
          <a:ln>
            <a:solidFill>
              <a:schemeClr val="tx1"/>
            </a:solidFill>
          </a:ln>
        </p:spPr>
        <p:txBody>
          <a:bodyPr wrap="square">
            <a:normAutofit fontScale="92500" lnSpcReduction="10000"/>
          </a:bodyPr>
          <a:lstStyle/>
          <a:p>
            <a:pPr algn="ctr"/>
            <a:r>
              <a:rPr lang="fr-FR" sz="1050"/>
              <a:t>Propose to </a:t>
            </a:r>
            <a:r>
              <a:rPr lang="fr-FR" sz="1050" err="1"/>
              <a:t>onboard</a:t>
            </a:r>
            <a:r>
              <a:rPr lang="fr-FR" sz="1050"/>
              <a:t> a new </a:t>
            </a:r>
            <a:r>
              <a:rPr lang="fr-FR" sz="1050" err="1"/>
              <a:t>member</a:t>
            </a:r>
            <a:endParaRPr lang="fr-FR" sz="1050"/>
          </a:p>
        </p:txBody>
      </p:sp>
      <p:sp>
        <p:nvSpPr>
          <p:cNvPr id="47" name="ZoneTexte 46">
            <a:extLst>
              <a:ext uri="{FF2B5EF4-FFF2-40B4-BE49-F238E27FC236}">
                <a16:creationId xmlns:a16="http://schemas.microsoft.com/office/drawing/2014/main" id="{78B8F7F1-F80B-9499-7AF2-6EB47FBD24B0}"/>
              </a:ext>
            </a:extLst>
          </p:cNvPr>
          <p:cNvSpPr txBox="1"/>
          <p:nvPr/>
        </p:nvSpPr>
        <p:spPr>
          <a:xfrm>
            <a:off x="5716548" y="5714297"/>
            <a:ext cx="839584" cy="649317"/>
          </a:xfrm>
          <a:prstGeom prst="rect">
            <a:avLst/>
          </a:prstGeom>
          <a:solidFill>
            <a:srgbClr val="FFFF00"/>
          </a:solidFill>
          <a:ln>
            <a:solidFill>
              <a:schemeClr val="tx1"/>
            </a:solidFill>
          </a:ln>
        </p:spPr>
        <p:txBody>
          <a:bodyPr wrap="square">
            <a:normAutofit/>
          </a:bodyPr>
          <a:lstStyle/>
          <a:p>
            <a:pPr algn="ctr"/>
            <a:r>
              <a:rPr lang="fr-FR" sz="1050" err="1"/>
              <a:t>Implement</a:t>
            </a:r>
            <a:r>
              <a:rPr lang="fr-FR" sz="1050"/>
              <a:t> a </a:t>
            </a:r>
            <a:r>
              <a:rPr lang="fr-FR" sz="1050" err="1"/>
              <a:t>shared</a:t>
            </a:r>
            <a:r>
              <a:rPr lang="fr-FR" sz="1050"/>
              <a:t> practice </a:t>
            </a:r>
          </a:p>
        </p:txBody>
      </p:sp>
      <p:sp>
        <p:nvSpPr>
          <p:cNvPr id="50" name="ZoneTexte 49">
            <a:extLst>
              <a:ext uri="{FF2B5EF4-FFF2-40B4-BE49-F238E27FC236}">
                <a16:creationId xmlns:a16="http://schemas.microsoft.com/office/drawing/2014/main" id="{AB6F21FA-E113-8A69-FB07-9467647A266D}"/>
              </a:ext>
            </a:extLst>
          </p:cNvPr>
          <p:cNvSpPr txBox="1"/>
          <p:nvPr/>
        </p:nvSpPr>
        <p:spPr>
          <a:xfrm>
            <a:off x="7859384" y="5714302"/>
            <a:ext cx="839584" cy="649317"/>
          </a:xfrm>
          <a:prstGeom prst="rect">
            <a:avLst/>
          </a:prstGeom>
          <a:solidFill>
            <a:srgbClr val="FFFF00"/>
          </a:solidFill>
          <a:ln>
            <a:solidFill>
              <a:schemeClr val="tx1"/>
            </a:solidFill>
          </a:ln>
        </p:spPr>
        <p:txBody>
          <a:bodyPr wrap="square">
            <a:normAutofit fontScale="77500" lnSpcReduction="20000"/>
          </a:bodyPr>
          <a:lstStyle/>
          <a:p>
            <a:pPr algn="ctr"/>
            <a:r>
              <a:rPr lang="fr-FR" sz="1050"/>
              <a:t>Submit a practice presentation to the Community Forum</a:t>
            </a:r>
          </a:p>
        </p:txBody>
      </p:sp>
      <p:sp>
        <p:nvSpPr>
          <p:cNvPr id="51" name="ZoneTexte 50">
            <a:extLst>
              <a:ext uri="{FF2B5EF4-FFF2-40B4-BE49-F238E27FC236}">
                <a16:creationId xmlns:a16="http://schemas.microsoft.com/office/drawing/2014/main" id="{1EC1F64C-7780-85E7-462B-7BCBAE4F3FF9}"/>
              </a:ext>
            </a:extLst>
          </p:cNvPr>
          <p:cNvSpPr txBox="1"/>
          <p:nvPr/>
        </p:nvSpPr>
        <p:spPr>
          <a:xfrm>
            <a:off x="11073636" y="5707869"/>
            <a:ext cx="839584" cy="649317"/>
          </a:xfrm>
          <a:prstGeom prst="rect">
            <a:avLst/>
          </a:prstGeom>
          <a:solidFill>
            <a:srgbClr val="FFFF00"/>
          </a:solidFill>
          <a:ln>
            <a:solidFill>
              <a:schemeClr val="tx1"/>
            </a:solidFill>
          </a:ln>
        </p:spPr>
        <p:txBody>
          <a:bodyPr wrap="square">
            <a:normAutofit fontScale="92500" lnSpcReduction="10000"/>
          </a:bodyPr>
          <a:lstStyle/>
          <a:p>
            <a:pPr algn="ctr"/>
            <a:r>
              <a:rPr lang="fr-FR" sz="1050"/>
              <a:t>Organize a meeting between members</a:t>
            </a:r>
          </a:p>
        </p:txBody>
      </p:sp>
      <p:sp>
        <p:nvSpPr>
          <p:cNvPr id="52" name="ZoneTexte 51">
            <a:extLst>
              <a:ext uri="{FF2B5EF4-FFF2-40B4-BE49-F238E27FC236}">
                <a16:creationId xmlns:a16="http://schemas.microsoft.com/office/drawing/2014/main" id="{0509851A-7A96-404C-FFE6-88ABB4538CF4}"/>
              </a:ext>
            </a:extLst>
          </p:cNvPr>
          <p:cNvSpPr txBox="1"/>
          <p:nvPr/>
        </p:nvSpPr>
        <p:spPr>
          <a:xfrm>
            <a:off x="10002220" y="5707867"/>
            <a:ext cx="839584" cy="649317"/>
          </a:xfrm>
          <a:prstGeom prst="rect">
            <a:avLst/>
          </a:prstGeom>
          <a:solidFill>
            <a:srgbClr val="FFFF00"/>
          </a:solidFill>
          <a:ln>
            <a:solidFill>
              <a:schemeClr val="tx1"/>
            </a:solidFill>
          </a:ln>
        </p:spPr>
        <p:txBody>
          <a:bodyPr wrap="square">
            <a:normAutofit fontScale="77500" lnSpcReduction="20000"/>
          </a:bodyPr>
          <a:lstStyle/>
          <a:p>
            <a:pPr algn="ctr"/>
            <a:r>
              <a:rPr lang="fr-FR" sz="1050"/>
              <a:t>Choose a (document) format to share a personal practice</a:t>
            </a:r>
          </a:p>
        </p:txBody>
      </p:sp>
      <p:sp>
        <p:nvSpPr>
          <p:cNvPr id="53" name="ZoneTexte 52">
            <a:extLst>
              <a:ext uri="{FF2B5EF4-FFF2-40B4-BE49-F238E27FC236}">
                <a16:creationId xmlns:a16="http://schemas.microsoft.com/office/drawing/2014/main" id="{A6028F86-BE41-9E6A-19DF-FF425313A5CD}"/>
              </a:ext>
            </a:extLst>
          </p:cNvPr>
          <p:cNvSpPr txBox="1"/>
          <p:nvPr/>
        </p:nvSpPr>
        <p:spPr>
          <a:xfrm>
            <a:off x="8930802" y="5714300"/>
            <a:ext cx="839584" cy="649317"/>
          </a:xfrm>
          <a:prstGeom prst="rect">
            <a:avLst/>
          </a:prstGeom>
          <a:solidFill>
            <a:srgbClr val="FFFF00"/>
          </a:solidFill>
          <a:ln>
            <a:solidFill>
              <a:schemeClr val="tx1"/>
            </a:solidFill>
          </a:ln>
        </p:spPr>
        <p:txBody>
          <a:bodyPr wrap="square">
            <a:normAutofit fontScale="92500" lnSpcReduction="10000"/>
          </a:bodyPr>
          <a:lstStyle/>
          <a:p>
            <a:pPr algn="ctr"/>
            <a:r>
              <a:rPr lang="fr-FR" sz="1050"/>
              <a:t>Exclude a </a:t>
            </a:r>
            <a:r>
              <a:rPr lang="fr-FR" sz="1050" err="1"/>
              <a:t>person</a:t>
            </a:r>
            <a:r>
              <a:rPr lang="fr-FR" sz="1050"/>
              <a:t> </a:t>
            </a:r>
            <a:r>
              <a:rPr lang="fr-FR" sz="1050" err="1"/>
              <a:t>from</a:t>
            </a:r>
            <a:r>
              <a:rPr lang="fr-FR" sz="1050"/>
              <a:t> the Community</a:t>
            </a:r>
          </a:p>
        </p:txBody>
      </p:sp>
    </p:spTree>
    <p:extLst>
      <p:ext uri="{BB962C8B-B14F-4D97-AF65-F5344CB8AC3E}">
        <p14:creationId xmlns:p14="http://schemas.microsoft.com/office/powerpoint/2010/main" val="31650574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54080-EC9F-6625-5635-74AD52E082B4}"/>
              </a:ext>
            </a:extLst>
          </p:cNvPr>
          <p:cNvSpPr>
            <a:spLocks noGrp="1"/>
          </p:cNvSpPr>
          <p:nvPr>
            <p:ph type="title"/>
          </p:nvPr>
        </p:nvSpPr>
        <p:spPr>
          <a:xfrm>
            <a:off x="838200" y="365125"/>
            <a:ext cx="10515600" cy="1015663"/>
          </a:xfrm>
        </p:spPr>
        <p:txBody>
          <a:bodyPr>
            <a:normAutofit fontScale="90000"/>
          </a:bodyPr>
          <a:lstStyle/>
          <a:p>
            <a:r>
              <a:rPr lang="fr-FR" sz="3600"/>
              <a:t>3. Initiation phase</a:t>
            </a:r>
            <a:br>
              <a:rPr lang="fr-FR" sz="3600"/>
            </a:br>
            <a:r>
              <a:rPr lang="fr-FR" sz="3600"/>
              <a:t>Fictitious example to practice the IVCD </a:t>
            </a:r>
            <a:r>
              <a:rPr lang="fr-FR" sz="3600" err="1"/>
              <a:t>Map </a:t>
            </a:r>
            <a:r>
              <a:rPr lang="fr-FR" sz="3600"/>
              <a:t>2/4</a:t>
            </a:r>
          </a:p>
        </p:txBody>
      </p:sp>
      <p:sp>
        <p:nvSpPr>
          <p:cNvPr id="3" name="Espace réservé du contenu 2">
            <a:extLst>
              <a:ext uri="{FF2B5EF4-FFF2-40B4-BE49-F238E27FC236}">
                <a16:creationId xmlns:a16="http://schemas.microsoft.com/office/drawing/2014/main" id="{57B83047-0CD7-652D-1429-069DE5FCEFD3}"/>
              </a:ext>
            </a:extLst>
          </p:cNvPr>
          <p:cNvSpPr>
            <a:spLocks noGrp="1"/>
          </p:cNvSpPr>
          <p:nvPr>
            <p:ph idx="1"/>
          </p:nvPr>
        </p:nvSpPr>
        <p:spPr>
          <a:xfrm>
            <a:off x="838200" y="1825625"/>
            <a:ext cx="3937000" cy="4351338"/>
          </a:xfrm>
        </p:spPr>
        <p:txBody>
          <a:bodyPr>
            <a:normAutofit/>
          </a:bodyPr>
          <a:lstStyle/>
          <a:p>
            <a:r>
              <a:rPr lang="fr-FR" sz="1400" err="1"/>
              <a:t>Here</a:t>
            </a:r>
            <a:r>
              <a:rPr lang="fr-FR" sz="1400"/>
              <a:t> </a:t>
            </a:r>
            <a:r>
              <a:rPr lang="fr-FR" sz="1400" err="1"/>
              <a:t>is</a:t>
            </a:r>
            <a:r>
              <a:rPr lang="fr-FR" sz="1400"/>
              <a:t> an </a:t>
            </a:r>
            <a:r>
              <a:rPr lang="fr-FR" sz="1400" err="1"/>
              <a:t>example</a:t>
            </a:r>
            <a:r>
              <a:rPr lang="fr-FR" sz="1400"/>
              <a:t> of a </a:t>
            </a:r>
            <a:r>
              <a:rPr lang="fr-FR" sz="1400" err="1"/>
              <a:t>task</a:t>
            </a:r>
            <a:r>
              <a:rPr lang="fr-FR" sz="1400"/>
              <a:t> to </a:t>
            </a:r>
            <a:r>
              <a:rPr lang="fr-FR" sz="1400" err="1"/>
              <a:t>be</a:t>
            </a:r>
            <a:r>
              <a:rPr lang="fr-FR" sz="1400"/>
              <a:t> </a:t>
            </a:r>
            <a:r>
              <a:rPr lang="fr-FR" sz="1400" err="1"/>
              <a:t>completed</a:t>
            </a:r>
            <a:r>
              <a:rPr lang="fr-FR" sz="1400"/>
              <a:t> by </a:t>
            </a:r>
            <a:r>
              <a:rPr lang="fr-FR" sz="1400" err="1"/>
              <a:t>learners</a:t>
            </a:r>
            <a:r>
              <a:rPr lang="fr-FR" sz="1400"/>
              <a:t> (</a:t>
            </a:r>
            <a:r>
              <a:rPr lang="fr-FR" sz="1400" err="1"/>
              <a:t>there</a:t>
            </a:r>
            <a:r>
              <a:rPr lang="fr-FR" sz="1400"/>
              <a:t> </a:t>
            </a:r>
            <a:r>
              <a:rPr lang="fr-FR" sz="1400" err="1"/>
              <a:t>is</a:t>
            </a:r>
            <a:r>
              <a:rPr lang="fr-FR" sz="1400"/>
              <a:t> no right </a:t>
            </a:r>
            <a:r>
              <a:rPr lang="fr-FR" sz="1400" err="1"/>
              <a:t>answer</a:t>
            </a:r>
            <a:r>
              <a:rPr lang="fr-FR" sz="1400"/>
              <a:t>, the important </a:t>
            </a:r>
            <a:r>
              <a:rPr lang="fr-FR" sz="1400" err="1"/>
              <a:t>thing</a:t>
            </a:r>
            <a:r>
              <a:rPr lang="fr-FR" sz="1400"/>
              <a:t> </a:t>
            </a:r>
            <a:r>
              <a:rPr lang="fr-FR" sz="1400" err="1"/>
              <a:t>is</a:t>
            </a:r>
            <a:r>
              <a:rPr lang="fr-FR" sz="1400"/>
              <a:t> to </a:t>
            </a:r>
            <a:r>
              <a:rPr lang="fr-FR" sz="1400" err="1"/>
              <a:t>learn</a:t>
            </a:r>
            <a:r>
              <a:rPr lang="fr-FR" sz="1400"/>
              <a:t> to </a:t>
            </a:r>
            <a:r>
              <a:rPr lang="fr-FR" sz="1400" err="1"/>
              <a:t>discuss</a:t>
            </a:r>
            <a:r>
              <a:rPr lang="fr-FR" sz="1400"/>
              <a:t> </a:t>
            </a:r>
            <a:r>
              <a:rPr lang="fr-FR" sz="1400" err="1"/>
              <a:t>together</a:t>
            </a:r>
            <a:r>
              <a:rPr lang="fr-FR" sz="1400"/>
              <a:t>)</a:t>
            </a:r>
          </a:p>
          <a:p>
            <a:r>
              <a:rPr lang="fr-FR" sz="1400" b="1" err="1"/>
              <a:t>Exercise</a:t>
            </a:r>
            <a:r>
              <a:rPr lang="fr-FR" sz="1400"/>
              <a:t>: move the tickets </a:t>
            </a:r>
            <a:r>
              <a:rPr lang="fr-FR" sz="1400" err="1"/>
              <a:t>into</a:t>
            </a:r>
            <a:r>
              <a:rPr lang="fr-FR" sz="1400"/>
              <a:t> </a:t>
            </a:r>
            <a:r>
              <a:rPr lang="fr-FR" sz="1400" err="1"/>
              <a:t>what</a:t>
            </a:r>
            <a:r>
              <a:rPr lang="fr-FR" sz="1400"/>
              <a:t> </a:t>
            </a:r>
            <a:r>
              <a:rPr lang="fr-FR" sz="1400" err="1"/>
              <a:t>you</a:t>
            </a:r>
            <a:r>
              <a:rPr lang="fr-FR" sz="1400"/>
              <a:t> </a:t>
            </a:r>
            <a:r>
              <a:rPr lang="fr-FR" sz="1400" err="1"/>
              <a:t>consider</a:t>
            </a:r>
            <a:r>
              <a:rPr lang="fr-FR" sz="1400"/>
              <a:t> best (</a:t>
            </a:r>
            <a:r>
              <a:rPr lang="fr-FR" sz="1400" err="1"/>
              <a:t>rather</a:t>
            </a:r>
            <a:r>
              <a:rPr lang="fr-FR" sz="1400"/>
              <a:t> in </a:t>
            </a:r>
            <a:r>
              <a:rPr lang="fr-FR" sz="1400" err="1"/>
              <a:t>autonomy</a:t>
            </a:r>
            <a:r>
              <a:rPr lang="fr-FR" sz="1400"/>
              <a:t>, or in collective consensus, or in case by case). </a:t>
            </a:r>
            <a:r>
              <a:rPr lang="fr-FR" sz="1400" err="1"/>
              <a:t>Discuss</a:t>
            </a:r>
            <a:r>
              <a:rPr lang="fr-FR" sz="1400"/>
              <a:t> </a:t>
            </a:r>
            <a:r>
              <a:rPr lang="fr-FR" sz="1400" err="1"/>
              <a:t>why</a:t>
            </a:r>
            <a:r>
              <a:rPr lang="fr-FR" sz="1400"/>
              <a:t> </a:t>
            </a:r>
            <a:r>
              <a:rPr lang="fr-FR" sz="1400" err="1"/>
              <a:t>you</a:t>
            </a:r>
            <a:r>
              <a:rPr lang="fr-FR" sz="1400"/>
              <a:t> put </a:t>
            </a:r>
            <a:r>
              <a:rPr lang="fr-FR" sz="1400" err="1"/>
              <a:t>these</a:t>
            </a:r>
            <a:r>
              <a:rPr lang="fr-FR" sz="1400"/>
              <a:t> tickets in </a:t>
            </a:r>
            <a:r>
              <a:rPr lang="fr-FR" sz="1400" err="1"/>
              <a:t>each</a:t>
            </a:r>
            <a:r>
              <a:rPr lang="fr-FR" sz="1400"/>
              <a:t> area</a:t>
            </a:r>
          </a:p>
          <a:p>
            <a:endParaRPr lang="fr-FR" sz="1400"/>
          </a:p>
          <a:p>
            <a:r>
              <a:rPr lang="fr-FR" sz="1400" b="1"/>
              <a:t>Scenario: </a:t>
            </a:r>
            <a:r>
              <a:rPr lang="fr-FR" sz="1400"/>
              <a:t>You work in a mobile application design team (with 1 Designer, 2 developers, 1 product manager) in a large company. As all of them are </a:t>
            </a:r>
            <a:r>
              <a:rPr lang="fr-FR" sz="1400" err="1"/>
              <a:t>working</a:t>
            </a:r>
            <a:r>
              <a:rPr lang="fr-FR" sz="1400"/>
              <a:t> </a:t>
            </a:r>
            <a:r>
              <a:rPr lang="fr-FR" sz="1400" err="1"/>
              <a:t>remotely</a:t>
            </a:r>
            <a:r>
              <a:rPr lang="fr-FR" sz="1400"/>
              <a:t>, you are looking to establish rules of operation for the team that allows </a:t>
            </a:r>
            <a:r>
              <a:rPr lang="fr-FR" sz="1400" err="1"/>
              <a:t>autonomy</a:t>
            </a:r>
            <a:r>
              <a:rPr lang="fr-FR" sz="1400"/>
              <a:t> for </a:t>
            </a:r>
            <a:r>
              <a:rPr lang="fr-FR" sz="1400" err="1"/>
              <a:t>members</a:t>
            </a:r>
            <a:r>
              <a:rPr lang="fr-FR" sz="1400"/>
              <a:t>, </a:t>
            </a:r>
            <a:r>
              <a:rPr lang="fr-FR" sz="1400" err="1"/>
              <a:t>while</a:t>
            </a:r>
            <a:r>
              <a:rPr lang="fr-FR" sz="1400"/>
              <a:t> </a:t>
            </a:r>
            <a:r>
              <a:rPr lang="fr-FR" sz="1400" err="1"/>
              <a:t>avoiding</a:t>
            </a:r>
            <a:r>
              <a:rPr lang="fr-FR" sz="1400"/>
              <a:t> team fragmentation.</a:t>
            </a:r>
          </a:p>
        </p:txBody>
      </p:sp>
      <p:grpSp>
        <p:nvGrpSpPr>
          <p:cNvPr id="32" name="Groupe 31">
            <a:extLst>
              <a:ext uri="{FF2B5EF4-FFF2-40B4-BE49-F238E27FC236}">
                <a16:creationId xmlns:a16="http://schemas.microsoft.com/office/drawing/2014/main" id="{C2AB925F-92C4-FB0B-2839-6DB72E75817D}"/>
              </a:ext>
            </a:extLst>
          </p:cNvPr>
          <p:cNvGrpSpPr/>
          <p:nvPr/>
        </p:nvGrpSpPr>
        <p:grpSpPr>
          <a:xfrm>
            <a:off x="5849749" y="1825625"/>
            <a:ext cx="5011613" cy="3566659"/>
            <a:chOff x="2425700" y="1690688"/>
            <a:chExt cx="6959600" cy="4953000"/>
          </a:xfrm>
        </p:grpSpPr>
        <p:sp>
          <p:nvSpPr>
            <p:cNvPr id="33" name="Ellipse 32">
              <a:extLst>
                <a:ext uri="{FF2B5EF4-FFF2-40B4-BE49-F238E27FC236}">
                  <a16:creationId xmlns:a16="http://schemas.microsoft.com/office/drawing/2014/main" id="{47139AF0-11D3-AB47-3271-D979E5F8D6AD}"/>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34" name="Ellipse 33">
              <a:extLst>
                <a:ext uri="{FF2B5EF4-FFF2-40B4-BE49-F238E27FC236}">
                  <a16:creationId xmlns:a16="http://schemas.microsoft.com/office/drawing/2014/main" id="{27FD1F51-3ED8-5FB8-E2AF-62B18CDC985D}"/>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sp>
        <p:nvSpPr>
          <p:cNvPr id="35" name="ZoneTexte 34">
            <a:extLst>
              <a:ext uri="{FF2B5EF4-FFF2-40B4-BE49-F238E27FC236}">
                <a16:creationId xmlns:a16="http://schemas.microsoft.com/office/drawing/2014/main" id="{54DC50DC-E93C-2BDA-3FB2-D6301C3C41A1}"/>
              </a:ext>
            </a:extLst>
          </p:cNvPr>
          <p:cNvSpPr txBox="1"/>
          <p:nvPr/>
        </p:nvSpPr>
        <p:spPr>
          <a:xfrm>
            <a:off x="4940937" y="1825625"/>
            <a:ext cx="1204891" cy="830997"/>
          </a:xfrm>
          <a:prstGeom prst="rect">
            <a:avLst/>
          </a:prstGeom>
          <a:noFill/>
        </p:spPr>
        <p:txBody>
          <a:bodyPr wrap="square">
            <a:spAutoFit/>
          </a:bodyPr>
          <a:lstStyle/>
          <a:p>
            <a:pPr algn="ctr"/>
            <a:r>
              <a:rPr lang="fr-FR" sz="1200" b="1">
                <a:solidFill>
                  <a:srgbClr val="ED7D31"/>
                </a:solidFill>
              </a:rPr>
              <a:t>Decisions that are best made alone</a:t>
            </a:r>
            <a:endParaRPr lang="fr-FR" sz="1200">
              <a:solidFill>
                <a:srgbClr val="ED7D31"/>
              </a:solidFill>
            </a:endParaRPr>
          </a:p>
        </p:txBody>
      </p:sp>
      <p:sp>
        <p:nvSpPr>
          <p:cNvPr id="36" name="ZoneTexte 35">
            <a:extLst>
              <a:ext uri="{FF2B5EF4-FFF2-40B4-BE49-F238E27FC236}">
                <a16:creationId xmlns:a16="http://schemas.microsoft.com/office/drawing/2014/main" id="{D6F54540-1E8B-1E14-42A0-AC77625AEBFC}"/>
              </a:ext>
            </a:extLst>
          </p:cNvPr>
          <p:cNvSpPr txBox="1"/>
          <p:nvPr/>
        </p:nvSpPr>
        <p:spPr>
          <a:xfrm>
            <a:off x="10708325" y="1825625"/>
            <a:ext cx="1204891" cy="1015663"/>
          </a:xfrm>
          <a:prstGeom prst="rect">
            <a:avLst/>
          </a:prstGeom>
          <a:noFill/>
        </p:spPr>
        <p:txBody>
          <a:bodyPr wrap="square">
            <a:spAutoFit/>
          </a:bodyPr>
          <a:lstStyle/>
          <a:p>
            <a:pPr algn="ctr"/>
            <a:r>
              <a:rPr lang="fr-FR" sz="1200" b="1">
                <a:solidFill>
                  <a:srgbClr val="3494BA"/>
                </a:solidFill>
              </a:rPr>
              <a:t>Decisions that are best and agreed upon as a group</a:t>
            </a:r>
            <a:endParaRPr lang="fr-FR" sz="1200">
              <a:solidFill>
                <a:srgbClr val="3494BA"/>
              </a:solidFill>
            </a:endParaRPr>
          </a:p>
        </p:txBody>
      </p:sp>
      <p:sp>
        <p:nvSpPr>
          <p:cNvPr id="37" name="ZoneTexte 36">
            <a:extLst>
              <a:ext uri="{FF2B5EF4-FFF2-40B4-BE49-F238E27FC236}">
                <a16:creationId xmlns:a16="http://schemas.microsoft.com/office/drawing/2014/main" id="{7620B636-CA55-0735-3AD4-26DD661988A7}"/>
              </a:ext>
            </a:extLst>
          </p:cNvPr>
          <p:cNvSpPr txBox="1"/>
          <p:nvPr/>
        </p:nvSpPr>
        <p:spPr>
          <a:xfrm>
            <a:off x="7838847" y="2124825"/>
            <a:ext cx="1009411" cy="461665"/>
          </a:xfrm>
          <a:prstGeom prst="rect">
            <a:avLst/>
          </a:prstGeom>
          <a:noFill/>
        </p:spPr>
        <p:txBody>
          <a:bodyPr wrap="square">
            <a:spAutoFit/>
          </a:bodyPr>
          <a:lstStyle/>
          <a:p>
            <a:pPr algn="ctr"/>
            <a:r>
              <a:rPr lang="fr-FR" sz="1200" b="1">
                <a:solidFill>
                  <a:schemeClr val="bg1">
                    <a:lumMod val="50000"/>
                  </a:schemeClr>
                </a:solidFill>
              </a:rPr>
              <a:t>Grey area (case by case)</a:t>
            </a:r>
            <a:endParaRPr lang="fr-FR" sz="1200">
              <a:solidFill>
                <a:schemeClr val="bg1">
                  <a:lumMod val="50000"/>
                </a:schemeClr>
              </a:solidFill>
            </a:endParaRPr>
          </a:p>
        </p:txBody>
      </p:sp>
      <p:pic>
        <p:nvPicPr>
          <p:cNvPr id="38" name="Graphique 37" descr="Homme portant un sweat à capuche">
            <a:extLst>
              <a:ext uri="{FF2B5EF4-FFF2-40B4-BE49-F238E27FC236}">
                <a16:creationId xmlns:a16="http://schemas.microsoft.com/office/drawing/2014/main" id="{1A6FFF27-0D36-12BC-0E54-939D0EB19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06499" y="2838383"/>
            <a:ext cx="279056" cy="376208"/>
          </a:xfrm>
          <a:prstGeom prst="rect">
            <a:avLst/>
          </a:prstGeom>
        </p:spPr>
      </p:pic>
      <p:pic>
        <p:nvPicPr>
          <p:cNvPr id="39" name="Graphique 38" descr="Homme portant un sweat à capuche">
            <a:extLst>
              <a:ext uri="{FF2B5EF4-FFF2-40B4-BE49-F238E27FC236}">
                <a16:creationId xmlns:a16="http://schemas.microsoft.com/office/drawing/2014/main" id="{64DF7145-5AE5-AE20-2348-F27BD801A38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39837" y="2689983"/>
            <a:ext cx="279056" cy="376208"/>
          </a:xfrm>
          <a:prstGeom prst="rect">
            <a:avLst/>
          </a:prstGeom>
        </p:spPr>
      </p:pic>
      <p:pic>
        <p:nvPicPr>
          <p:cNvPr id="40" name="Graphique 39" descr="Femme avec bras prothétique">
            <a:extLst>
              <a:ext uri="{FF2B5EF4-FFF2-40B4-BE49-F238E27FC236}">
                <a16:creationId xmlns:a16="http://schemas.microsoft.com/office/drawing/2014/main" id="{FC234C64-CE9F-D107-FDB4-A18D342DDC1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493448" y="2832195"/>
            <a:ext cx="347417" cy="364788"/>
          </a:xfrm>
          <a:prstGeom prst="rect">
            <a:avLst/>
          </a:prstGeom>
        </p:spPr>
      </p:pic>
      <p:pic>
        <p:nvPicPr>
          <p:cNvPr id="41" name="Graphique 40" descr="Homme barbu en peignoir">
            <a:extLst>
              <a:ext uri="{FF2B5EF4-FFF2-40B4-BE49-F238E27FC236}">
                <a16:creationId xmlns:a16="http://schemas.microsoft.com/office/drawing/2014/main" id="{E9E3AFB1-E14F-80B1-206C-1B91234906F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94427" y="2832195"/>
            <a:ext cx="304178" cy="382395"/>
          </a:xfrm>
          <a:prstGeom prst="rect">
            <a:avLst/>
          </a:prstGeom>
        </p:spPr>
      </p:pic>
      <p:pic>
        <p:nvPicPr>
          <p:cNvPr id="42" name="Graphique 41" descr="Femme tenant un ordinateur portable">
            <a:extLst>
              <a:ext uri="{FF2B5EF4-FFF2-40B4-BE49-F238E27FC236}">
                <a16:creationId xmlns:a16="http://schemas.microsoft.com/office/drawing/2014/main" id="{E1164927-39BA-170D-0716-D37FD09DBC3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832971" y="2849803"/>
            <a:ext cx="359029" cy="364788"/>
          </a:xfrm>
          <a:prstGeom prst="rect">
            <a:avLst/>
          </a:prstGeom>
        </p:spPr>
      </p:pic>
      <p:sp>
        <p:nvSpPr>
          <p:cNvPr id="43" name="ZoneTexte 42">
            <a:extLst>
              <a:ext uri="{FF2B5EF4-FFF2-40B4-BE49-F238E27FC236}">
                <a16:creationId xmlns:a16="http://schemas.microsoft.com/office/drawing/2014/main" id="{F3473DAA-26B9-E5C4-0314-2E75CBF6107E}"/>
              </a:ext>
            </a:extLst>
          </p:cNvPr>
          <p:cNvSpPr txBox="1"/>
          <p:nvPr/>
        </p:nvSpPr>
        <p:spPr>
          <a:xfrm>
            <a:off x="6787966" y="5714296"/>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Correct a spelling mistake in the legal notice</a:t>
            </a:r>
          </a:p>
        </p:txBody>
      </p:sp>
      <p:sp>
        <p:nvSpPr>
          <p:cNvPr id="44" name="ZoneTexte 43">
            <a:extLst>
              <a:ext uri="{FF2B5EF4-FFF2-40B4-BE49-F238E27FC236}">
                <a16:creationId xmlns:a16="http://schemas.microsoft.com/office/drawing/2014/main" id="{D04B59B9-D3B1-CBBD-B7CD-3451106E162F}"/>
              </a:ext>
            </a:extLst>
          </p:cNvPr>
          <p:cNvSpPr txBox="1"/>
          <p:nvPr/>
        </p:nvSpPr>
        <p:spPr>
          <a:xfrm>
            <a:off x="4645130" y="5714297"/>
            <a:ext cx="839584" cy="649317"/>
          </a:xfrm>
          <a:prstGeom prst="rect">
            <a:avLst/>
          </a:prstGeom>
          <a:solidFill>
            <a:srgbClr val="FFFF00"/>
          </a:solidFill>
          <a:ln>
            <a:solidFill>
              <a:schemeClr val="tx1"/>
            </a:solidFill>
          </a:ln>
        </p:spPr>
        <p:txBody>
          <a:bodyPr wrap="square">
            <a:normAutofit fontScale="85000" lnSpcReduction="10000"/>
          </a:bodyPr>
          <a:lstStyle/>
          <a:p>
            <a:pPr algn="ctr"/>
            <a:r>
              <a:rPr lang="fr-FR" sz="1050"/>
              <a:t>Put in production a new version of the app</a:t>
            </a:r>
          </a:p>
        </p:txBody>
      </p:sp>
      <p:sp>
        <p:nvSpPr>
          <p:cNvPr id="47" name="ZoneTexte 46">
            <a:extLst>
              <a:ext uri="{FF2B5EF4-FFF2-40B4-BE49-F238E27FC236}">
                <a16:creationId xmlns:a16="http://schemas.microsoft.com/office/drawing/2014/main" id="{78B8F7F1-F80B-9499-7AF2-6EB47FBD24B0}"/>
              </a:ext>
            </a:extLst>
          </p:cNvPr>
          <p:cNvSpPr txBox="1"/>
          <p:nvPr/>
        </p:nvSpPr>
        <p:spPr>
          <a:xfrm>
            <a:off x="5716548" y="5714297"/>
            <a:ext cx="839584" cy="649317"/>
          </a:xfrm>
          <a:prstGeom prst="rect">
            <a:avLst/>
          </a:prstGeom>
          <a:solidFill>
            <a:srgbClr val="FFFF00"/>
          </a:solidFill>
          <a:ln>
            <a:solidFill>
              <a:schemeClr val="tx1"/>
            </a:solidFill>
          </a:ln>
        </p:spPr>
        <p:txBody>
          <a:bodyPr wrap="square">
            <a:normAutofit/>
          </a:bodyPr>
          <a:lstStyle/>
          <a:p>
            <a:pPr algn="ctr"/>
            <a:r>
              <a:rPr lang="fr-FR" sz="1050"/>
              <a:t>Change the color of a menu</a:t>
            </a:r>
          </a:p>
        </p:txBody>
      </p:sp>
      <p:sp>
        <p:nvSpPr>
          <p:cNvPr id="50" name="ZoneTexte 49">
            <a:extLst>
              <a:ext uri="{FF2B5EF4-FFF2-40B4-BE49-F238E27FC236}">
                <a16:creationId xmlns:a16="http://schemas.microsoft.com/office/drawing/2014/main" id="{AB6F21FA-E113-8A69-FB07-9467647A266D}"/>
              </a:ext>
            </a:extLst>
          </p:cNvPr>
          <p:cNvSpPr txBox="1"/>
          <p:nvPr/>
        </p:nvSpPr>
        <p:spPr>
          <a:xfrm>
            <a:off x="7859384" y="5714302"/>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Review the technical architecture of the application</a:t>
            </a:r>
          </a:p>
        </p:txBody>
      </p:sp>
      <p:sp>
        <p:nvSpPr>
          <p:cNvPr id="51" name="ZoneTexte 50">
            <a:extLst>
              <a:ext uri="{FF2B5EF4-FFF2-40B4-BE49-F238E27FC236}">
                <a16:creationId xmlns:a16="http://schemas.microsoft.com/office/drawing/2014/main" id="{1EC1F64C-7780-85E7-462B-7BCBAE4F3FF9}"/>
              </a:ext>
            </a:extLst>
          </p:cNvPr>
          <p:cNvSpPr txBox="1"/>
          <p:nvPr/>
        </p:nvSpPr>
        <p:spPr>
          <a:xfrm>
            <a:off x="11073636" y="5707869"/>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Look for </a:t>
            </a:r>
            <a:r>
              <a:rPr lang="fr-FR" sz="1050" err="1"/>
              <a:t>ideas</a:t>
            </a:r>
            <a:r>
              <a:rPr lang="fr-FR" sz="1050"/>
              <a:t> for new possible </a:t>
            </a:r>
            <a:r>
              <a:rPr lang="fr-FR" sz="1050" err="1"/>
              <a:t>developments</a:t>
            </a:r>
            <a:endParaRPr lang="fr-FR" sz="1050"/>
          </a:p>
        </p:txBody>
      </p:sp>
      <p:sp>
        <p:nvSpPr>
          <p:cNvPr id="52" name="ZoneTexte 51">
            <a:extLst>
              <a:ext uri="{FF2B5EF4-FFF2-40B4-BE49-F238E27FC236}">
                <a16:creationId xmlns:a16="http://schemas.microsoft.com/office/drawing/2014/main" id="{0509851A-7A96-404C-FFE6-88ABB4538CF4}"/>
              </a:ext>
            </a:extLst>
          </p:cNvPr>
          <p:cNvSpPr txBox="1"/>
          <p:nvPr/>
        </p:nvSpPr>
        <p:spPr>
          <a:xfrm>
            <a:off x="10002220" y="5707867"/>
            <a:ext cx="839584" cy="649317"/>
          </a:xfrm>
          <a:prstGeom prst="rect">
            <a:avLst/>
          </a:prstGeom>
          <a:solidFill>
            <a:srgbClr val="FFFF00"/>
          </a:solidFill>
          <a:ln>
            <a:solidFill>
              <a:schemeClr val="tx1"/>
            </a:solidFill>
          </a:ln>
        </p:spPr>
        <p:txBody>
          <a:bodyPr wrap="square">
            <a:normAutofit fontScale="70000" lnSpcReduction="20000"/>
          </a:bodyPr>
          <a:lstStyle/>
          <a:p>
            <a:pPr algn="ctr"/>
            <a:r>
              <a:rPr lang="fr-FR" sz="1050"/>
              <a:t>Rewrite some files to make them more efficient without changing their function</a:t>
            </a:r>
          </a:p>
        </p:txBody>
      </p:sp>
      <p:sp>
        <p:nvSpPr>
          <p:cNvPr id="53" name="ZoneTexte 52">
            <a:extLst>
              <a:ext uri="{FF2B5EF4-FFF2-40B4-BE49-F238E27FC236}">
                <a16:creationId xmlns:a16="http://schemas.microsoft.com/office/drawing/2014/main" id="{A6028F86-BE41-9E6A-19DF-FF425313A5CD}"/>
              </a:ext>
            </a:extLst>
          </p:cNvPr>
          <p:cNvSpPr txBox="1"/>
          <p:nvPr/>
        </p:nvSpPr>
        <p:spPr>
          <a:xfrm>
            <a:off x="8930802" y="5714300"/>
            <a:ext cx="839584" cy="649317"/>
          </a:xfrm>
          <a:prstGeom prst="rect">
            <a:avLst/>
          </a:prstGeom>
          <a:solidFill>
            <a:srgbClr val="FFFF00"/>
          </a:solidFill>
          <a:ln>
            <a:solidFill>
              <a:schemeClr val="tx1"/>
            </a:solidFill>
          </a:ln>
        </p:spPr>
        <p:txBody>
          <a:bodyPr wrap="square">
            <a:normAutofit fontScale="92500"/>
          </a:bodyPr>
          <a:lstStyle/>
          <a:p>
            <a:pPr algn="ctr"/>
            <a:r>
              <a:rPr lang="fr-FR" sz="1050"/>
              <a:t>Publish a patch on the test server</a:t>
            </a:r>
          </a:p>
        </p:txBody>
      </p:sp>
    </p:spTree>
    <p:extLst>
      <p:ext uri="{BB962C8B-B14F-4D97-AF65-F5344CB8AC3E}">
        <p14:creationId xmlns:p14="http://schemas.microsoft.com/office/powerpoint/2010/main" val="13945971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54080-EC9F-6625-5635-74AD52E082B4}"/>
              </a:ext>
            </a:extLst>
          </p:cNvPr>
          <p:cNvSpPr>
            <a:spLocks noGrp="1"/>
          </p:cNvSpPr>
          <p:nvPr>
            <p:ph type="title"/>
          </p:nvPr>
        </p:nvSpPr>
        <p:spPr>
          <a:xfrm>
            <a:off x="838200" y="365125"/>
            <a:ext cx="10515600" cy="1015663"/>
          </a:xfrm>
        </p:spPr>
        <p:txBody>
          <a:bodyPr>
            <a:normAutofit fontScale="90000"/>
          </a:bodyPr>
          <a:lstStyle/>
          <a:p>
            <a:r>
              <a:rPr lang="fr-FR" sz="3600"/>
              <a:t>3. Initiation phase</a:t>
            </a:r>
            <a:br>
              <a:rPr lang="fr-FR" sz="3600"/>
            </a:br>
            <a:r>
              <a:rPr lang="fr-FR" sz="3600"/>
              <a:t>Fictitious example to practice the IVCD </a:t>
            </a:r>
            <a:r>
              <a:rPr lang="fr-FR" sz="3600" err="1"/>
              <a:t>Map </a:t>
            </a:r>
            <a:r>
              <a:rPr lang="fr-FR" sz="3600"/>
              <a:t>3/4</a:t>
            </a:r>
          </a:p>
        </p:txBody>
      </p:sp>
      <p:sp>
        <p:nvSpPr>
          <p:cNvPr id="3" name="Espace réservé du contenu 2">
            <a:extLst>
              <a:ext uri="{FF2B5EF4-FFF2-40B4-BE49-F238E27FC236}">
                <a16:creationId xmlns:a16="http://schemas.microsoft.com/office/drawing/2014/main" id="{57B83047-0CD7-652D-1429-069DE5FCEFD3}"/>
              </a:ext>
            </a:extLst>
          </p:cNvPr>
          <p:cNvSpPr>
            <a:spLocks noGrp="1"/>
          </p:cNvSpPr>
          <p:nvPr>
            <p:ph idx="1"/>
          </p:nvPr>
        </p:nvSpPr>
        <p:spPr>
          <a:xfrm>
            <a:off x="838200" y="1825625"/>
            <a:ext cx="3512087" cy="4351338"/>
          </a:xfrm>
        </p:spPr>
        <p:txBody>
          <a:bodyPr>
            <a:normAutofit lnSpcReduction="10000"/>
          </a:bodyPr>
          <a:lstStyle/>
          <a:p>
            <a:r>
              <a:rPr lang="fr-FR" sz="1400" err="1"/>
              <a:t>Here</a:t>
            </a:r>
            <a:r>
              <a:rPr lang="fr-FR" sz="1400"/>
              <a:t> </a:t>
            </a:r>
            <a:r>
              <a:rPr lang="fr-FR" sz="1400" err="1"/>
              <a:t>is</a:t>
            </a:r>
            <a:r>
              <a:rPr lang="fr-FR" sz="1400"/>
              <a:t> an </a:t>
            </a:r>
            <a:r>
              <a:rPr lang="fr-FR" sz="1400" err="1"/>
              <a:t>example</a:t>
            </a:r>
            <a:r>
              <a:rPr lang="fr-FR" sz="1400"/>
              <a:t> of a </a:t>
            </a:r>
            <a:r>
              <a:rPr lang="fr-FR" sz="1400" err="1"/>
              <a:t>task</a:t>
            </a:r>
            <a:r>
              <a:rPr lang="fr-FR" sz="1400"/>
              <a:t> to </a:t>
            </a:r>
            <a:r>
              <a:rPr lang="fr-FR" sz="1400" err="1"/>
              <a:t>be</a:t>
            </a:r>
            <a:r>
              <a:rPr lang="fr-FR" sz="1400"/>
              <a:t> </a:t>
            </a:r>
            <a:r>
              <a:rPr lang="fr-FR" sz="1400" err="1"/>
              <a:t>completed</a:t>
            </a:r>
            <a:r>
              <a:rPr lang="fr-FR" sz="1400"/>
              <a:t> by </a:t>
            </a:r>
            <a:r>
              <a:rPr lang="fr-FR" sz="1400" err="1"/>
              <a:t>learners</a:t>
            </a:r>
            <a:r>
              <a:rPr lang="fr-FR" sz="1400"/>
              <a:t> (</a:t>
            </a:r>
            <a:r>
              <a:rPr lang="fr-FR" sz="1400" err="1"/>
              <a:t>there</a:t>
            </a:r>
            <a:r>
              <a:rPr lang="fr-FR" sz="1400"/>
              <a:t> </a:t>
            </a:r>
            <a:r>
              <a:rPr lang="fr-FR" sz="1400" err="1"/>
              <a:t>is</a:t>
            </a:r>
            <a:r>
              <a:rPr lang="fr-FR" sz="1400"/>
              <a:t> no right </a:t>
            </a:r>
            <a:r>
              <a:rPr lang="fr-FR" sz="1400" err="1"/>
              <a:t>answer</a:t>
            </a:r>
            <a:r>
              <a:rPr lang="fr-FR" sz="1400"/>
              <a:t>, the important </a:t>
            </a:r>
            <a:r>
              <a:rPr lang="fr-FR" sz="1400" err="1"/>
              <a:t>thing</a:t>
            </a:r>
            <a:r>
              <a:rPr lang="fr-FR" sz="1400"/>
              <a:t> </a:t>
            </a:r>
            <a:r>
              <a:rPr lang="fr-FR" sz="1400" err="1"/>
              <a:t>is</a:t>
            </a:r>
            <a:r>
              <a:rPr lang="fr-FR" sz="1400"/>
              <a:t> to </a:t>
            </a:r>
            <a:r>
              <a:rPr lang="fr-FR" sz="1400" err="1"/>
              <a:t>learn</a:t>
            </a:r>
            <a:r>
              <a:rPr lang="fr-FR" sz="1400"/>
              <a:t> to </a:t>
            </a:r>
            <a:r>
              <a:rPr lang="fr-FR" sz="1400" err="1"/>
              <a:t>discuss</a:t>
            </a:r>
            <a:r>
              <a:rPr lang="fr-FR" sz="1400"/>
              <a:t> </a:t>
            </a:r>
            <a:r>
              <a:rPr lang="fr-FR" sz="1400" err="1"/>
              <a:t>together</a:t>
            </a:r>
            <a:r>
              <a:rPr lang="fr-FR" sz="1400"/>
              <a:t>)</a:t>
            </a:r>
          </a:p>
          <a:p>
            <a:r>
              <a:rPr lang="fr-FR" sz="1400" b="1" err="1"/>
              <a:t>Exercise</a:t>
            </a:r>
            <a:r>
              <a:rPr lang="fr-FR" sz="1400"/>
              <a:t>: move the tickets </a:t>
            </a:r>
            <a:r>
              <a:rPr lang="fr-FR" sz="1400" err="1"/>
              <a:t>into</a:t>
            </a:r>
            <a:r>
              <a:rPr lang="fr-FR" sz="1400"/>
              <a:t> </a:t>
            </a:r>
            <a:r>
              <a:rPr lang="fr-FR" sz="1400" err="1"/>
              <a:t>what</a:t>
            </a:r>
            <a:r>
              <a:rPr lang="fr-FR" sz="1400"/>
              <a:t> </a:t>
            </a:r>
            <a:r>
              <a:rPr lang="fr-FR" sz="1400" err="1"/>
              <a:t>you</a:t>
            </a:r>
            <a:r>
              <a:rPr lang="fr-FR" sz="1400"/>
              <a:t> </a:t>
            </a:r>
            <a:r>
              <a:rPr lang="fr-FR" sz="1400" err="1"/>
              <a:t>consider</a:t>
            </a:r>
            <a:r>
              <a:rPr lang="fr-FR" sz="1400"/>
              <a:t> best (</a:t>
            </a:r>
            <a:r>
              <a:rPr lang="fr-FR" sz="1400" err="1"/>
              <a:t>rather</a:t>
            </a:r>
            <a:r>
              <a:rPr lang="fr-FR" sz="1400"/>
              <a:t> in </a:t>
            </a:r>
            <a:r>
              <a:rPr lang="fr-FR" sz="1400" err="1"/>
              <a:t>autonomy</a:t>
            </a:r>
            <a:r>
              <a:rPr lang="fr-FR" sz="1400"/>
              <a:t>, or in collective consensus, or in case by case). </a:t>
            </a:r>
            <a:r>
              <a:rPr lang="fr-FR" sz="1400" err="1"/>
              <a:t>Discuss</a:t>
            </a:r>
            <a:r>
              <a:rPr lang="fr-FR" sz="1400"/>
              <a:t> </a:t>
            </a:r>
            <a:r>
              <a:rPr lang="fr-FR" sz="1400" err="1"/>
              <a:t>why</a:t>
            </a:r>
            <a:r>
              <a:rPr lang="fr-FR" sz="1400"/>
              <a:t> </a:t>
            </a:r>
            <a:r>
              <a:rPr lang="fr-FR" sz="1400" err="1"/>
              <a:t>you</a:t>
            </a:r>
            <a:r>
              <a:rPr lang="fr-FR" sz="1400"/>
              <a:t> put </a:t>
            </a:r>
            <a:r>
              <a:rPr lang="fr-FR" sz="1400" err="1"/>
              <a:t>these</a:t>
            </a:r>
            <a:r>
              <a:rPr lang="fr-FR" sz="1400"/>
              <a:t> tickets in </a:t>
            </a:r>
            <a:r>
              <a:rPr lang="fr-FR" sz="1400" err="1"/>
              <a:t>each</a:t>
            </a:r>
            <a:r>
              <a:rPr lang="fr-FR" sz="1400"/>
              <a:t> area</a:t>
            </a:r>
          </a:p>
          <a:p>
            <a:r>
              <a:rPr lang="fr-FR" sz="1400" b="1"/>
              <a:t>Scenario: </a:t>
            </a:r>
            <a:r>
              <a:rPr lang="fr-FR" sz="1400"/>
              <a:t>You work in a </a:t>
            </a:r>
            <a:r>
              <a:rPr lang="fr-FR" sz="1400" err="1"/>
              <a:t>company</a:t>
            </a:r>
            <a:r>
              <a:rPr lang="fr-FR" sz="1400"/>
              <a:t> </a:t>
            </a:r>
            <a:r>
              <a:rPr lang="fr-FR" sz="1400" err="1"/>
              <a:t>that</a:t>
            </a:r>
            <a:r>
              <a:rPr lang="fr-FR" sz="1400"/>
              <a:t> </a:t>
            </a:r>
            <a:r>
              <a:rPr lang="fr-FR" sz="1400" err="1"/>
              <a:t>used</a:t>
            </a:r>
            <a:r>
              <a:rPr lang="fr-FR" sz="1400"/>
              <a:t> to have a very </a:t>
            </a:r>
            <a:r>
              <a:rPr lang="fr-FR" sz="1400" err="1"/>
              <a:t>hierarchical</a:t>
            </a:r>
            <a:r>
              <a:rPr lang="fr-FR" sz="1400"/>
              <a:t> </a:t>
            </a:r>
            <a:r>
              <a:rPr lang="fr-FR" sz="1400" err="1"/>
              <a:t>work</a:t>
            </a:r>
            <a:r>
              <a:rPr lang="fr-FR" sz="1400"/>
              <a:t> culture. </a:t>
            </a:r>
            <a:r>
              <a:rPr lang="fr-FR" sz="1400" err="1"/>
              <a:t>Historically</a:t>
            </a:r>
            <a:r>
              <a:rPr lang="fr-FR" sz="1400"/>
              <a:t>, many people </a:t>
            </a:r>
            <a:r>
              <a:rPr lang="fr-FR" sz="1400" err="1"/>
              <a:t>were</a:t>
            </a:r>
            <a:r>
              <a:rPr lang="fr-FR" sz="1400"/>
              <a:t> </a:t>
            </a:r>
            <a:r>
              <a:rPr lang="fr-FR" sz="1400" err="1"/>
              <a:t>just</a:t>
            </a:r>
            <a:r>
              <a:rPr lang="fr-FR" sz="1400"/>
              <a:t> </a:t>
            </a:r>
            <a:r>
              <a:rPr lang="fr-FR" sz="1400" err="1"/>
              <a:t>following</a:t>
            </a:r>
            <a:r>
              <a:rPr lang="fr-FR" sz="1400"/>
              <a:t> </a:t>
            </a:r>
            <a:r>
              <a:rPr lang="fr-FR" sz="1400" err="1"/>
              <a:t>orders</a:t>
            </a:r>
            <a:r>
              <a:rPr lang="fr-FR" sz="1400"/>
              <a:t> and if not, </a:t>
            </a:r>
            <a:r>
              <a:rPr lang="fr-FR" sz="1400" err="1"/>
              <a:t>were</a:t>
            </a:r>
            <a:r>
              <a:rPr lang="fr-FR" sz="1400"/>
              <a:t> acting as </a:t>
            </a:r>
            <a:r>
              <a:rPr lang="fr-FR" sz="1400" err="1"/>
              <a:t>very</a:t>
            </a:r>
            <a:r>
              <a:rPr lang="fr-FR" sz="1400"/>
              <a:t> directive managers. This culture seems to have reached its limits (loss of meaning, opportunities, etc.) You are in an internal logistics management department.  You are a new manager and you are in charge of changing the culture to develop more autonomy and reactivity among the members of this department. </a:t>
            </a:r>
          </a:p>
          <a:p>
            <a:endParaRPr lang="fr-FR" sz="1400"/>
          </a:p>
        </p:txBody>
      </p:sp>
      <p:grpSp>
        <p:nvGrpSpPr>
          <p:cNvPr id="32" name="Groupe 31">
            <a:extLst>
              <a:ext uri="{FF2B5EF4-FFF2-40B4-BE49-F238E27FC236}">
                <a16:creationId xmlns:a16="http://schemas.microsoft.com/office/drawing/2014/main" id="{C2AB925F-92C4-FB0B-2839-6DB72E75817D}"/>
              </a:ext>
            </a:extLst>
          </p:cNvPr>
          <p:cNvGrpSpPr/>
          <p:nvPr/>
        </p:nvGrpSpPr>
        <p:grpSpPr>
          <a:xfrm>
            <a:off x="5849749" y="1825625"/>
            <a:ext cx="5011613" cy="3566659"/>
            <a:chOff x="2425700" y="1690688"/>
            <a:chExt cx="6959600" cy="4953000"/>
          </a:xfrm>
        </p:grpSpPr>
        <p:sp>
          <p:nvSpPr>
            <p:cNvPr id="33" name="Ellipse 32">
              <a:extLst>
                <a:ext uri="{FF2B5EF4-FFF2-40B4-BE49-F238E27FC236}">
                  <a16:creationId xmlns:a16="http://schemas.microsoft.com/office/drawing/2014/main" id="{47139AF0-11D3-AB47-3271-D979E5F8D6AD}"/>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34" name="Ellipse 33">
              <a:extLst>
                <a:ext uri="{FF2B5EF4-FFF2-40B4-BE49-F238E27FC236}">
                  <a16:creationId xmlns:a16="http://schemas.microsoft.com/office/drawing/2014/main" id="{27FD1F51-3ED8-5FB8-E2AF-62B18CDC985D}"/>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sp>
        <p:nvSpPr>
          <p:cNvPr id="35" name="ZoneTexte 34">
            <a:extLst>
              <a:ext uri="{FF2B5EF4-FFF2-40B4-BE49-F238E27FC236}">
                <a16:creationId xmlns:a16="http://schemas.microsoft.com/office/drawing/2014/main" id="{54DC50DC-E93C-2BDA-3FB2-D6301C3C41A1}"/>
              </a:ext>
            </a:extLst>
          </p:cNvPr>
          <p:cNvSpPr txBox="1"/>
          <p:nvPr/>
        </p:nvSpPr>
        <p:spPr>
          <a:xfrm>
            <a:off x="4940937" y="1825625"/>
            <a:ext cx="1204891" cy="830997"/>
          </a:xfrm>
          <a:prstGeom prst="rect">
            <a:avLst/>
          </a:prstGeom>
          <a:noFill/>
        </p:spPr>
        <p:txBody>
          <a:bodyPr wrap="square">
            <a:spAutoFit/>
          </a:bodyPr>
          <a:lstStyle/>
          <a:p>
            <a:pPr algn="ctr"/>
            <a:r>
              <a:rPr lang="fr-FR" sz="1200" b="1">
                <a:solidFill>
                  <a:srgbClr val="ED7D31"/>
                </a:solidFill>
              </a:rPr>
              <a:t>Decisions that are best made alone</a:t>
            </a:r>
            <a:endParaRPr lang="fr-FR" sz="1200">
              <a:solidFill>
                <a:srgbClr val="ED7D31"/>
              </a:solidFill>
            </a:endParaRPr>
          </a:p>
        </p:txBody>
      </p:sp>
      <p:sp>
        <p:nvSpPr>
          <p:cNvPr id="36" name="ZoneTexte 35">
            <a:extLst>
              <a:ext uri="{FF2B5EF4-FFF2-40B4-BE49-F238E27FC236}">
                <a16:creationId xmlns:a16="http://schemas.microsoft.com/office/drawing/2014/main" id="{D6F54540-1E8B-1E14-42A0-AC77625AEBFC}"/>
              </a:ext>
            </a:extLst>
          </p:cNvPr>
          <p:cNvSpPr txBox="1"/>
          <p:nvPr/>
        </p:nvSpPr>
        <p:spPr>
          <a:xfrm>
            <a:off x="10708325" y="1825625"/>
            <a:ext cx="1204891" cy="1015663"/>
          </a:xfrm>
          <a:prstGeom prst="rect">
            <a:avLst/>
          </a:prstGeom>
          <a:noFill/>
        </p:spPr>
        <p:txBody>
          <a:bodyPr wrap="square">
            <a:spAutoFit/>
          </a:bodyPr>
          <a:lstStyle/>
          <a:p>
            <a:pPr algn="ctr"/>
            <a:r>
              <a:rPr lang="fr-FR" sz="1200" b="1">
                <a:solidFill>
                  <a:srgbClr val="3494BA"/>
                </a:solidFill>
              </a:rPr>
              <a:t>Decisions that are best and agreed upon as a group</a:t>
            </a:r>
            <a:endParaRPr lang="fr-FR" sz="1200">
              <a:solidFill>
                <a:srgbClr val="3494BA"/>
              </a:solidFill>
            </a:endParaRPr>
          </a:p>
        </p:txBody>
      </p:sp>
      <p:sp>
        <p:nvSpPr>
          <p:cNvPr id="37" name="ZoneTexte 36">
            <a:extLst>
              <a:ext uri="{FF2B5EF4-FFF2-40B4-BE49-F238E27FC236}">
                <a16:creationId xmlns:a16="http://schemas.microsoft.com/office/drawing/2014/main" id="{7620B636-CA55-0735-3AD4-26DD661988A7}"/>
              </a:ext>
            </a:extLst>
          </p:cNvPr>
          <p:cNvSpPr txBox="1"/>
          <p:nvPr/>
        </p:nvSpPr>
        <p:spPr>
          <a:xfrm>
            <a:off x="7838847" y="2124825"/>
            <a:ext cx="1009411" cy="461665"/>
          </a:xfrm>
          <a:prstGeom prst="rect">
            <a:avLst/>
          </a:prstGeom>
          <a:noFill/>
        </p:spPr>
        <p:txBody>
          <a:bodyPr wrap="square">
            <a:spAutoFit/>
          </a:bodyPr>
          <a:lstStyle/>
          <a:p>
            <a:pPr algn="ctr"/>
            <a:r>
              <a:rPr lang="fr-FR" sz="1200" b="1">
                <a:solidFill>
                  <a:schemeClr val="bg1">
                    <a:lumMod val="50000"/>
                  </a:schemeClr>
                </a:solidFill>
              </a:rPr>
              <a:t>Grey area (case by case)</a:t>
            </a:r>
            <a:endParaRPr lang="fr-FR" sz="1200">
              <a:solidFill>
                <a:schemeClr val="bg1">
                  <a:lumMod val="50000"/>
                </a:schemeClr>
              </a:solidFill>
            </a:endParaRPr>
          </a:p>
        </p:txBody>
      </p:sp>
      <p:pic>
        <p:nvPicPr>
          <p:cNvPr id="38" name="Graphique 37" descr="Homme portant un sweat à capuche">
            <a:extLst>
              <a:ext uri="{FF2B5EF4-FFF2-40B4-BE49-F238E27FC236}">
                <a16:creationId xmlns:a16="http://schemas.microsoft.com/office/drawing/2014/main" id="{1A6FFF27-0D36-12BC-0E54-939D0EB19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06499" y="2838383"/>
            <a:ext cx="279056" cy="376208"/>
          </a:xfrm>
          <a:prstGeom prst="rect">
            <a:avLst/>
          </a:prstGeom>
        </p:spPr>
      </p:pic>
      <p:pic>
        <p:nvPicPr>
          <p:cNvPr id="39" name="Graphique 38" descr="Homme portant un sweat à capuche">
            <a:extLst>
              <a:ext uri="{FF2B5EF4-FFF2-40B4-BE49-F238E27FC236}">
                <a16:creationId xmlns:a16="http://schemas.microsoft.com/office/drawing/2014/main" id="{64DF7145-5AE5-AE20-2348-F27BD801A38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39837" y="2689983"/>
            <a:ext cx="279056" cy="376208"/>
          </a:xfrm>
          <a:prstGeom prst="rect">
            <a:avLst/>
          </a:prstGeom>
        </p:spPr>
      </p:pic>
      <p:pic>
        <p:nvPicPr>
          <p:cNvPr id="40" name="Graphique 39" descr="Femme avec bras prothétique">
            <a:extLst>
              <a:ext uri="{FF2B5EF4-FFF2-40B4-BE49-F238E27FC236}">
                <a16:creationId xmlns:a16="http://schemas.microsoft.com/office/drawing/2014/main" id="{FC234C64-CE9F-D107-FDB4-A18D342DDC1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493448" y="2832195"/>
            <a:ext cx="347417" cy="364788"/>
          </a:xfrm>
          <a:prstGeom prst="rect">
            <a:avLst/>
          </a:prstGeom>
        </p:spPr>
      </p:pic>
      <p:pic>
        <p:nvPicPr>
          <p:cNvPr id="41" name="Graphique 40" descr="Homme barbu en peignoir">
            <a:extLst>
              <a:ext uri="{FF2B5EF4-FFF2-40B4-BE49-F238E27FC236}">
                <a16:creationId xmlns:a16="http://schemas.microsoft.com/office/drawing/2014/main" id="{E9E3AFB1-E14F-80B1-206C-1B91234906F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94427" y="2832195"/>
            <a:ext cx="304178" cy="382395"/>
          </a:xfrm>
          <a:prstGeom prst="rect">
            <a:avLst/>
          </a:prstGeom>
        </p:spPr>
      </p:pic>
      <p:pic>
        <p:nvPicPr>
          <p:cNvPr id="42" name="Graphique 41" descr="Femme tenant un ordinateur portable">
            <a:extLst>
              <a:ext uri="{FF2B5EF4-FFF2-40B4-BE49-F238E27FC236}">
                <a16:creationId xmlns:a16="http://schemas.microsoft.com/office/drawing/2014/main" id="{E1164927-39BA-170D-0716-D37FD09DBC3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832971" y="2849803"/>
            <a:ext cx="359029" cy="364788"/>
          </a:xfrm>
          <a:prstGeom prst="rect">
            <a:avLst/>
          </a:prstGeom>
        </p:spPr>
      </p:pic>
      <p:sp>
        <p:nvSpPr>
          <p:cNvPr id="43" name="ZoneTexte 42">
            <a:extLst>
              <a:ext uri="{FF2B5EF4-FFF2-40B4-BE49-F238E27FC236}">
                <a16:creationId xmlns:a16="http://schemas.microsoft.com/office/drawing/2014/main" id="{F3473DAA-26B9-E5C4-0314-2E75CBF6107E}"/>
              </a:ext>
            </a:extLst>
          </p:cNvPr>
          <p:cNvSpPr txBox="1"/>
          <p:nvPr/>
        </p:nvSpPr>
        <p:spPr>
          <a:xfrm>
            <a:off x="6787966" y="5714296"/>
            <a:ext cx="839584" cy="649317"/>
          </a:xfrm>
          <a:prstGeom prst="rect">
            <a:avLst/>
          </a:prstGeom>
          <a:solidFill>
            <a:srgbClr val="FFFF00"/>
          </a:solidFill>
          <a:ln>
            <a:solidFill>
              <a:schemeClr val="tx1"/>
            </a:solidFill>
          </a:ln>
        </p:spPr>
        <p:txBody>
          <a:bodyPr wrap="square">
            <a:normAutofit fontScale="70000" lnSpcReduction="20000"/>
          </a:bodyPr>
          <a:lstStyle/>
          <a:p>
            <a:pPr algn="ctr"/>
            <a:r>
              <a:rPr lang="fr-FR" sz="1050"/>
              <a:t>Contact another member of the department to ask for a little information</a:t>
            </a:r>
          </a:p>
          <a:p>
            <a:pPr algn="ctr"/>
            <a:endParaRPr lang="fr-FR" sz="1050"/>
          </a:p>
        </p:txBody>
      </p:sp>
      <p:sp>
        <p:nvSpPr>
          <p:cNvPr id="44" name="ZoneTexte 43">
            <a:extLst>
              <a:ext uri="{FF2B5EF4-FFF2-40B4-BE49-F238E27FC236}">
                <a16:creationId xmlns:a16="http://schemas.microsoft.com/office/drawing/2014/main" id="{D04B59B9-D3B1-CBBD-B7CD-3451106E162F}"/>
              </a:ext>
            </a:extLst>
          </p:cNvPr>
          <p:cNvSpPr txBox="1"/>
          <p:nvPr/>
        </p:nvSpPr>
        <p:spPr>
          <a:xfrm>
            <a:off x="4645130" y="5714297"/>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Arrange with a member of another team (in the same department)</a:t>
            </a:r>
          </a:p>
        </p:txBody>
      </p:sp>
      <p:sp>
        <p:nvSpPr>
          <p:cNvPr id="47" name="ZoneTexte 46">
            <a:extLst>
              <a:ext uri="{FF2B5EF4-FFF2-40B4-BE49-F238E27FC236}">
                <a16:creationId xmlns:a16="http://schemas.microsoft.com/office/drawing/2014/main" id="{78B8F7F1-F80B-9499-7AF2-6EB47FBD24B0}"/>
              </a:ext>
            </a:extLst>
          </p:cNvPr>
          <p:cNvSpPr txBox="1"/>
          <p:nvPr/>
        </p:nvSpPr>
        <p:spPr>
          <a:xfrm>
            <a:off x="5716548" y="5714297"/>
            <a:ext cx="839584" cy="649317"/>
          </a:xfrm>
          <a:prstGeom prst="rect">
            <a:avLst/>
          </a:prstGeom>
          <a:solidFill>
            <a:srgbClr val="FFFF00"/>
          </a:solidFill>
          <a:ln>
            <a:solidFill>
              <a:schemeClr val="tx1"/>
            </a:solidFill>
          </a:ln>
        </p:spPr>
        <p:txBody>
          <a:bodyPr wrap="square">
            <a:normAutofit fontScale="92500" lnSpcReduction="10000"/>
          </a:bodyPr>
          <a:lstStyle/>
          <a:p>
            <a:pPr algn="ctr"/>
            <a:r>
              <a:rPr lang="fr-FR" sz="1050"/>
              <a:t>Take an initiative on his personal work</a:t>
            </a:r>
          </a:p>
        </p:txBody>
      </p:sp>
      <p:sp>
        <p:nvSpPr>
          <p:cNvPr id="50" name="ZoneTexte 49">
            <a:extLst>
              <a:ext uri="{FF2B5EF4-FFF2-40B4-BE49-F238E27FC236}">
                <a16:creationId xmlns:a16="http://schemas.microsoft.com/office/drawing/2014/main" id="{AB6F21FA-E113-8A69-FB07-9467647A266D}"/>
              </a:ext>
            </a:extLst>
          </p:cNvPr>
          <p:cNvSpPr txBox="1"/>
          <p:nvPr/>
        </p:nvSpPr>
        <p:spPr>
          <a:xfrm>
            <a:off x="7859384" y="5714302"/>
            <a:ext cx="839584" cy="649317"/>
          </a:xfrm>
          <a:prstGeom prst="rect">
            <a:avLst/>
          </a:prstGeom>
          <a:solidFill>
            <a:srgbClr val="FFFF00"/>
          </a:solidFill>
          <a:ln>
            <a:solidFill>
              <a:schemeClr val="tx1"/>
            </a:solidFill>
          </a:ln>
        </p:spPr>
        <p:txBody>
          <a:bodyPr wrap="square">
            <a:normAutofit fontScale="70000" lnSpcReduction="20000"/>
          </a:bodyPr>
          <a:lstStyle/>
          <a:p>
            <a:pPr algn="ctr"/>
            <a:r>
              <a:rPr lang="fr-FR" sz="1050"/>
              <a:t>Testing a practice improvement that can improve everyone's life</a:t>
            </a:r>
          </a:p>
        </p:txBody>
      </p:sp>
      <p:sp>
        <p:nvSpPr>
          <p:cNvPr id="51" name="ZoneTexte 50">
            <a:extLst>
              <a:ext uri="{FF2B5EF4-FFF2-40B4-BE49-F238E27FC236}">
                <a16:creationId xmlns:a16="http://schemas.microsoft.com/office/drawing/2014/main" id="{1EC1F64C-7780-85E7-462B-7BCBAE4F3FF9}"/>
              </a:ext>
            </a:extLst>
          </p:cNvPr>
          <p:cNvSpPr txBox="1"/>
          <p:nvPr/>
        </p:nvSpPr>
        <p:spPr>
          <a:xfrm>
            <a:off x="11073632" y="5714296"/>
            <a:ext cx="839584" cy="649317"/>
          </a:xfrm>
          <a:prstGeom prst="rect">
            <a:avLst/>
          </a:prstGeom>
          <a:solidFill>
            <a:srgbClr val="FFFF00"/>
          </a:solidFill>
          <a:ln>
            <a:solidFill>
              <a:schemeClr val="tx1"/>
            </a:solidFill>
          </a:ln>
        </p:spPr>
        <p:txBody>
          <a:bodyPr wrap="square">
            <a:normAutofit/>
          </a:bodyPr>
          <a:lstStyle/>
          <a:p>
            <a:pPr algn="ctr"/>
            <a:r>
              <a:rPr lang="fr-FR" sz="1050"/>
              <a:t>Organize a team moment</a:t>
            </a:r>
          </a:p>
        </p:txBody>
      </p:sp>
      <p:sp>
        <p:nvSpPr>
          <p:cNvPr id="52" name="ZoneTexte 51">
            <a:extLst>
              <a:ext uri="{FF2B5EF4-FFF2-40B4-BE49-F238E27FC236}">
                <a16:creationId xmlns:a16="http://schemas.microsoft.com/office/drawing/2014/main" id="{0509851A-7A96-404C-FFE6-88ABB4538CF4}"/>
              </a:ext>
            </a:extLst>
          </p:cNvPr>
          <p:cNvSpPr txBox="1"/>
          <p:nvPr/>
        </p:nvSpPr>
        <p:spPr>
          <a:xfrm>
            <a:off x="10002220" y="5707867"/>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Change the rules of partnership with other services</a:t>
            </a:r>
          </a:p>
        </p:txBody>
      </p:sp>
      <p:sp>
        <p:nvSpPr>
          <p:cNvPr id="53" name="ZoneTexte 52">
            <a:extLst>
              <a:ext uri="{FF2B5EF4-FFF2-40B4-BE49-F238E27FC236}">
                <a16:creationId xmlns:a16="http://schemas.microsoft.com/office/drawing/2014/main" id="{A6028F86-BE41-9E6A-19DF-FF425313A5CD}"/>
              </a:ext>
            </a:extLst>
          </p:cNvPr>
          <p:cNvSpPr txBox="1"/>
          <p:nvPr/>
        </p:nvSpPr>
        <p:spPr>
          <a:xfrm>
            <a:off x="8930802" y="5714300"/>
            <a:ext cx="839584" cy="649317"/>
          </a:xfrm>
          <a:prstGeom prst="rect">
            <a:avLst/>
          </a:prstGeom>
          <a:solidFill>
            <a:srgbClr val="FFFF00"/>
          </a:solidFill>
          <a:ln>
            <a:solidFill>
              <a:schemeClr val="tx1"/>
            </a:solidFill>
          </a:ln>
        </p:spPr>
        <p:txBody>
          <a:bodyPr wrap="square">
            <a:normAutofit fontScale="92500" lnSpcReduction="10000"/>
          </a:bodyPr>
          <a:lstStyle/>
          <a:p>
            <a:pPr algn="ctr"/>
            <a:r>
              <a:rPr lang="fr-FR" sz="1050"/>
              <a:t>Send an email about a daily problem </a:t>
            </a:r>
          </a:p>
        </p:txBody>
      </p:sp>
    </p:spTree>
    <p:extLst>
      <p:ext uri="{BB962C8B-B14F-4D97-AF65-F5344CB8AC3E}">
        <p14:creationId xmlns:p14="http://schemas.microsoft.com/office/powerpoint/2010/main" val="18470071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54080-EC9F-6625-5635-74AD52E082B4}"/>
              </a:ext>
            </a:extLst>
          </p:cNvPr>
          <p:cNvSpPr>
            <a:spLocks noGrp="1"/>
          </p:cNvSpPr>
          <p:nvPr>
            <p:ph type="title"/>
          </p:nvPr>
        </p:nvSpPr>
        <p:spPr>
          <a:xfrm>
            <a:off x="838200" y="365125"/>
            <a:ext cx="10515600" cy="1015663"/>
          </a:xfrm>
        </p:spPr>
        <p:txBody>
          <a:bodyPr>
            <a:normAutofit fontScale="90000"/>
          </a:bodyPr>
          <a:lstStyle/>
          <a:p>
            <a:r>
              <a:rPr lang="fr-FR" sz="3600"/>
              <a:t>3. Initiation phase</a:t>
            </a:r>
            <a:br>
              <a:rPr lang="fr-FR" sz="3600"/>
            </a:br>
            <a:r>
              <a:rPr lang="fr-FR" sz="3600"/>
              <a:t>Fictitious example to practice the IVCD </a:t>
            </a:r>
            <a:r>
              <a:rPr lang="fr-FR" sz="3600" err="1"/>
              <a:t>Map </a:t>
            </a:r>
            <a:r>
              <a:rPr lang="fr-FR" sz="3600"/>
              <a:t>4/4 </a:t>
            </a:r>
            <a:br>
              <a:rPr lang="fr-FR" sz="3600"/>
            </a:br>
            <a:r>
              <a:rPr lang="fr-FR" sz="3600"/>
              <a:t>Individual" application</a:t>
            </a:r>
          </a:p>
        </p:txBody>
      </p:sp>
      <p:sp>
        <p:nvSpPr>
          <p:cNvPr id="3" name="Espace réservé du contenu 2">
            <a:extLst>
              <a:ext uri="{FF2B5EF4-FFF2-40B4-BE49-F238E27FC236}">
                <a16:creationId xmlns:a16="http://schemas.microsoft.com/office/drawing/2014/main" id="{57B83047-0CD7-652D-1429-069DE5FCEFD3}"/>
              </a:ext>
            </a:extLst>
          </p:cNvPr>
          <p:cNvSpPr>
            <a:spLocks noGrp="1"/>
          </p:cNvSpPr>
          <p:nvPr>
            <p:ph idx="1"/>
          </p:nvPr>
        </p:nvSpPr>
        <p:spPr>
          <a:xfrm>
            <a:off x="838200" y="1825625"/>
            <a:ext cx="3512087" cy="4351338"/>
          </a:xfrm>
        </p:spPr>
        <p:txBody>
          <a:bodyPr>
            <a:normAutofit fontScale="92500" lnSpcReduction="10000"/>
          </a:bodyPr>
          <a:lstStyle/>
          <a:p>
            <a:r>
              <a:rPr lang="fr-FR" sz="1400" err="1"/>
              <a:t>Here</a:t>
            </a:r>
            <a:r>
              <a:rPr lang="fr-FR" sz="1400"/>
              <a:t> </a:t>
            </a:r>
            <a:r>
              <a:rPr lang="fr-FR" sz="1400" err="1"/>
              <a:t>is</a:t>
            </a:r>
            <a:r>
              <a:rPr lang="fr-FR" sz="1400"/>
              <a:t> an </a:t>
            </a:r>
            <a:r>
              <a:rPr lang="fr-FR" sz="1400" err="1"/>
              <a:t>example</a:t>
            </a:r>
            <a:r>
              <a:rPr lang="fr-FR" sz="1400"/>
              <a:t> of a </a:t>
            </a:r>
            <a:r>
              <a:rPr lang="fr-FR" sz="1400" err="1"/>
              <a:t>task</a:t>
            </a:r>
            <a:r>
              <a:rPr lang="fr-FR" sz="1400"/>
              <a:t> to </a:t>
            </a:r>
            <a:r>
              <a:rPr lang="fr-FR" sz="1400" err="1"/>
              <a:t>be</a:t>
            </a:r>
            <a:r>
              <a:rPr lang="fr-FR" sz="1400"/>
              <a:t> </a:t>
            </a:r>
            <a:r>
              <a:rPr lang="fr-FR" sz="1400" err="1"/>
              <a:t>completed</a:t>
            </a:r>
            <a:r>
              <a:rPr lang="fr-FR" sz="1400"/>
              <a:t> by </a:t>
            </a:r>
            <a:r>
              <a:rPr lang="fr-FR" sz="1400" err="1"/>
              <a:t>learners</a:t>
            </a:r>
            <a:r>
              <a:rPr lang="fr-FR" sz="1400"/>
              <a:t> (</a:t>
            </a:r>
            <a:r>
              <a:rPr lang="fr-FR" sz="1400" err="1"/>
              <a:t>there</a:t>
            </a:r>
            <a:r>
              <a:rPr lang="fr-FR" sz="1400"/>
              <a:t> </a:t>
            </a:r>
            <a:r>
              <a:rPr lang="fr-FR" sz="1400" err="1"/>
              <a:t>is</a:t>
            </a:r>
            <a:r>
              <a:rPr lang="fr-FR" sz="1400"/>
              <a:t> no right </a:t>
            </a:r>
            <a:r>
              <a:rPr lang="fr-FR" sz="1400" err="1"/>
              <a:t>answer</a:t>
            </a:r>
            <a:r>
              <a:rPr lang="fr-FR" sz="1400"/>
              <a:t>, the important </a:t>
            </a:r>
            <a:r>
              <a:rPr lang="fr-FR" sz="1400" err="1"/>
              <a:t>thing</a:t>
            </a:r>
            <a:r>
              <a:rPr lang="fr-FR" sz="1400"/>
              <a:t> </a:t>
            </a:r>
            <a:r>
              <a:rPr lang="fr-FR" sz="1400" err="1"/>
              <a:t>is</a:t>
            </a:r>
            <a:r>
              <a:rPr lang="fr-FR" sz="1400"/>
              <a:t> to </a:t>
            </a:r>
            <a:r>
              <a:rPr lang="fr-FR" sz="1400" err="1"/>
              <a:t>learn</a:t>
            </a:r>
            <a:r>
              <a:rPr lang="fr-FR" sz="1400"/>
              <a:t> to </a:t>
            </a:r>
            <a:r>
              <a:rPr lang="fr-FR" sz="1400" err="1"/>
              <a:t>discuss</a:t>
            </a:r>
            <a:r>
              <a:rPr lang="fr-FR" sz="1400"/>
              <a:t> </a:t>
            </a:r>
            <a:r>
              <a:rPr lang="fr-FR" sz="1400" err="1"/>
              <a:t>together</a:t>
            </a:r>
            <a:r>
              <a:rPr lang="fr-FR" sz="1400"/>
              <a:t>)</a:t>
            </a:r>
          </a:p>
          <a:p>
            <a:r>
              <a:rPr lang="fr-FR" sz="1400" b="1" err="1"/>
              <a:t>Exercise</a:t>
            </a:r>
            <a:r>
              <a:rPr lang="fr-FR" sz="1400"/>
              <a:t>: move the tickets </a:t>
            </a:r>
            <a:r>
              <a:rPr lang="fr-FR" sz="1400" err="1"/>
              <a:t>into</a:t>
            </a:r>
            <a:r>
              <a:rPr lang="fr-FR" sz="1400"/>
              <a:t> </a:t>
            </a:r>
            <a:r>
              <a:rPr lang="fr-FR" sz="1400" err="1"/>
              <a:t>what</a:t>
            </a:r>
            <a:r>
              <a:rPr lang="fr-FR" sz="1400"/>
              <a:t> </a:t>
            </a:r>
            <a:r>
              <a:rPr lang="fr-FR" sz="1400" err="1"/>
              <a:t>you</a:t>
            </a:r>
            <a:r>
              <a:rPr lang="fr-FR" sz="1400"/>
              <a:t> </a:t>
            </a:r>
            <a:r>
              <a:rPr lang="fr-FR" sz="1400" err="1"/>
              <a:t>consider</a:t>
            </a:r>
            <a:r>
              <a:rPr lang="fr-FR" sz="1400"/>
              <a:t> best (</a:t>
            </a:r>
            <a:r>
              <a:rPr lang="fr-FR" sz="1400" err="1"/>
              <a:t>rather</a:t>
            </a:r>
            <a:r>
              <a:rPr lang="fr-FR" sz="1400"/>
              <a:t> in </a:t>
            </a:r>
            <a:r>
              <a:rPr lang="fr-FR" sz="1400" err="1"/>
              <a:t>autonomy</a:t>
            </a:r>
            <a:r>
              <a:rPr lang="fr-FR" sz="1400"/>
              <a:t>, or in collective consensus, or in case by case). </a:t>
            </a:r>
            <a:r>
              <a:rPr lang="fr-FR" sz="1400" err="1"/>
              <a:t>Discuss</a:t>
            </a:r>
            <a:r>
              <a:rPr lang="fr-FR" sz="1400"/>
              <a:t> </a:t>
            </a:r>
            <a:r>
              <a:rPr lang="fr-FR" sz="1400" err="1"/>
              <a:t>why</a:t>
            </a:r>
            <a:r>
              <a:rPr lang="fr-FR" sz="1400"/>
              <a:t> </a:t>
            </a:r>
            <a:r>
              <a:rPr lang="fr-FR" sz="1400" err="1"/>
              <a:t>you</a:t>
            </a:r>
            <a:r>
              <a:rPr lang="fr-FR" sz="1400"/>
              <a:t> put </a:t>
            </a:r>
            <a:r>
              <a:rPr lang="fr-FR" sz="1400" err="1"/>
              <a:t>these</a:t>
            </a:r>
            <a:r>
              <a:rPr lang="fr-FR" sz="1400"/>
              <a:t> tickets in </a:t>
            </a:r>
            <a:r>
              <a:rPr lang="fr-FR" sz="1400" err="1"/>
              <a:t>each</a:t>
            </a:r>
            <a:r>
              <a:rPr lang="fr-FR" sz="1400"/>
              <a:t> area</a:t>
            </a:r>
          </a:p>
          <a:p>
            <a:endParaRPr lang="fr-FR" sz="1400" b="1"/>
          </a:p>
          <a:p>
            <a:r>
              <a:rPr lang="fr-FR" sz="1400" b="1"/>
              <a:t>Scenario: </a:t>
            </a:r>
            <a:r>
              <a:rPr lang="fr-FR" sz="1400"/>
              <a:t>You </a:t>
            </a:r>
            <a:r>
              <a:rPr lang="fr-FR" sz="1400" err="1"/>
              <a:t>work</a:t>
            </a:r>
            <a:r>
              <a:rPr lang="fr-FR" sz="1400"/>
              <a:t> in a </a:t>
            </a:r>
            <a:r>
              <a:rPr lang="fr-FR" sz="1400" err="1"/>
              <a:t>company</a:t>
            </a:r>
            <a:r>
              <a:rPr lang="fr-FR" sz="1400"/>
              <a:t> </a:t>
            </a:r>
            <a:r>
              <a:rPr lang="fr-FR" sz="1400" err="1"/>
              <a:t>that</a:t>
            </a:r>
            <a:r>
              <a:rPr lang="fr-FR" sz="1400"/>
              <a:t> </a:t>
            </a:r>
            <a:r>
              <a:rPr lang="fr-FR" sz="1400" err="1"/>
              <a:t>used</a:t>
            </a:r>
            <a:r>
              <a:rPr lang="fr-FR" sz="1400"/>
              <a:t> to have a </a:t>
            </a:r>
            <a:r>
              <a:rPr lang="fr-FR" sz="1400" err="1"/>
              <a:t>very</a:t>
            </a:r>
            <a:r>
              <a:rPr lang="fr-FR" sz="1400"/>
              <a:t> </a:t>
            </a:r>
            <a:r>
              <a:rPr lang="fr-FR" sz="1400" err="1"/>
              <a:t>hierarchical</a:t>
            </a:r>
            <a:r>
              <a:rPr lang="fr-FR" sz="1400"/>
              <a:t> </a:t>
            </a:r>
            <a:r>
              <a:rPr lang="fr-FR" sz="1400" err="1"/>
              <a:t>work</a:t>
            </a:r>
            <a:r>
              <a:rPr lang="fr-FR" sz="1400"/>
              <a:t> culture. </a:t>
            </a:r>
            <a:r>
              <a:rPr lang="fr-FR" sz="1400" err="1"/>
              <a:t>Historically</a:t>
            </a:r>
            <a:r>
              <a:rPr lang="fr-FR" sz="1400"/>
              <a:t>, </a:t>
            </a:r>
            <a:r>
              <a:rPr lang="fr-FR" sz="1400" err="1"/>
              <a:t>many</a:t>
            </a:r>
            <a:r>
              <a:rPr lang="fr-FR" sz="1400"/>
              <a:t> people </a:t>
            </a:r>
            <a:r>
              <a:rPr lang="fr-FR" sz="1400" err="1"/>
              <a:t>were</a:t>
            </a:r>
            <a:r>
              <a:rPr lang="fr-FR" sz="1400"/>
              <a:t> </a:t>
            </a:r>
            <a:r>
              <a:rPr lang="fr-FR" sz="1400" err="1"/>
              <a:t>just</a:t>
            </a:r>
            <a:r>
              <a:rPr lang="fr-FR" sz="1400"/>
              <a:t> </a:t>
            </a:r>
            <a:r>
              <a:rPr lang="fr-FR" sz="1400" err="1"/>
              <a:t>following</a:t>
            </a:r>
            <a:r>
              <a:rPr lang="fr-FR" sz="1400"/>
              <a:t> </a:t>
            </a:r>
            <a:r>
              <a:rPr lang="fr-FR" sz="1400" err="1"/>
              <a:t>orders</a:t>
            </a:r>
            <a:r>
              <a:rPr lang="fr-FR" sz="1400"/>
              <a:t> and if not, </a:t>
            </a:r>
            <a:r>
              <a:rPr lang="fr-FR" sz="1400" err="1"/>
              <a:t>were</a:t>
            </a:r>
            <a:r>
              <a:rPr lang="fr-FR" sz="1400"/>
              <a:t> acting as </a:t>
            </a:r>
            <a:r>
              <a:rPr lang="fr-FR" sz="1400" err="1"/>
              <a:t>very</a:t>
            </a:r>
            <a:r>
              <a:rPr lang="fr-FR" sz="1400"/>
              <a:t> directive managers. This culture </a:t>
            </a:r>
            <a:r>
              <a:rPr lang="fr-FR" sz="1400" err="1"/>
              <a:t>seems</a:t>
            </a:r>
            <a:r>
              <a:rPr lang="fr-FR" sz="1400"/>
              <a:t> to have </a:t>
            </a:r>
            <a:r>
              <a:rPr lang="fr-FR" sz="1400" err="1"/>
              <a:t>reached</a:t>
            </a:r>
            <a:r>
              <a:rPr lang="fr-FR" sz="1400"/>
              <a:t> </a:t>
            </a:r>
            <a:r>
              <a:rPr lang="fr-FR" sz="1400" err="1"/>
              <a:t>its</a:t>
            </a:r>
            <a:r>
              <a:rPr lang="fr-FR" sz="1400"/>
              <a:t> </a:t>
            </a:r>
            <a:r>
              <a:rPr lang="fr-FR" sz="1400" err="1"/>
              <a:t>limits</a:t>
            </a:r>
            <a:r>
              <a:rPr lang="fr-FR" sz="1400"/>
              <a:t> (</a:t>
            </a:r>
            <a:r>
              <a:rPr lang="fr-FR" sz="1400" err="1"/>
              <a:t>loss</a:t>
            </a:r>
            <a:r>
              <a:rPr lang="fr-FR" sz="1400"/>
              <a:t> of </a:t>
            </a:r>
            <a:r>
              <a:rPr lang="fr-FR" sz="1400" err="1"/>
              <a:t>meaning</a:t>
            </a:r>
            <a:r>
              <a:rPr lang="fr-FR" sz="1400"/>
              <a:t>, </a:t>
            </a:r>
            <a:r>
              <a:rPr lang="fr-FR" sz="1400" err="1"/>
              <a:t>opportunities</a:t>
            </a:r>
            <a:r>
              <a:rPr lang="fr-FR" sz="1400"/>
              <a:t>, etc.) You are in an </a:t>
            </a:r>
            <a:r>
              <a:rPr lang="fr-FR" sz="1400" err="1"/>
              <a:t>internal</a:t>
            </a:r>
            <a:r>
              <a:rPr lang="fr-FR" sz="1400"/>
              <a:t> </a:t>
            </a:r>
            <a:r>
              <a:rPr lang="fr-FR" sz="1400" err="1"/>
              <a:t>logistics</a:t>
            </a:r>
            <a:r>
              <a:rPr lang="fr-FR" sz="1400"/>
              <a:t> management </a:t>
            </a:r>
            <a:r>
              <a:rPr lang="fr-FR" sz="1400" err="1"/>
              <a:t>department</a:t>
            </a:r>
            <a:r>
              <a:rPr lang="fr-FR" sz="1400"/>
              <a:t>.  You are a new manager and </a:t>
            </a:r>
            <a:r>
              <a:rPr lang="fr-FR" sz="1400" err="1"/>
              <a:t>you</a:t>
            </a:r>
            <a:r>
              <a:rPr lang="fr-FR" sz="1400"/>
              <a:t> are in charge of </a:t>
            </a:r>
            <a:r>
              <a:rPr lang="fr-FR" sz="1400" err="1"/>
              <a:t>changing</a:t>
            </a:r>
            <a:r>
              <a:rPr lang="fr-FR" sz="1400"/>
              <a:t> the culture to </a:t>
            </a:r>
            <a:r>
              <a:rPr lang="fr-FR" sz="1400" err="1"/>
              <a:t>develop</a:t>
            </a:r>
            <a:r>
              <a:rPr lang="fr-FR" sz="1400"/>
              <a:t> more </a:t>
            </a:r>
            <a:r>
              <a:rPr lang="fr-FR" sz="1400" err="1"/>
              <a:t>autonomy</a:t>
            </a:r>
            <a:r>
              <a:rPr lang="fr-FR" sz="1400"/>
              <a:t> and </a:t>
            </a:r>
            <a:r>
              <a:rPr lang="fr-FR" sz="1400" err="1"/>
              <a:t>reactivity</a:t>
            </a:r>
            <a:r>
              <a:rPr lang="fr-FR" sz="1400"/>
              <a:t> </a:t>
            </a:r>
            <a:r>
              <a:rPr lang="fr-FR" sz="1400" err="1"/>
              <a:t>among</a:t>
            </a:r>
            <a:r>
              <a:rPr lang="fr-FR" sz="1400"/>
              <a:t> the </a:t>
            </a:r>
            <a:r>
              <a:rPr lang="fr-FR" sz="1400" err="1"/>
              <a:t>members</a:t>
            </a:r>
            <a:r>
              <a:rPr lang="fr-FR" sz="1400"/>
              <a:t> of </a:t>
            </a:r>
            <a:r>
              <a:rPr lang="fr-FR" sz="1400" err="1"/>
              <a:t>this</a:t>
            </a:r>
            <a:r>
              <a:rPr lang="fr-FR" sz="1400"/>
              <a:t> </a:t>
            </a:r>
            <a:r>
              <a:rPr lang="fr-FR" sz="1400" err="1"/>
              <a:t>department</a:t>
            </a:r>
            <a:r>
              <a:rPr lang="fr-FR" sz="1400"/>
              <a:t>. </a:t>
            </a:r>
          </a:p>
          <a:p>
            <a:r>
              <a:rPr lang="fr-FR" sz="1400"/>
              <a:t>You </a:t>
            </a:r>
            <a:r>
              <a:rPr lang="fr-FR" sz="1400" err="1"/>
              <a:t>ask</a:t>
            </a:r>
            <a:r>
              <a:rPr lang="fr-FR" sz="1400"/>
              <a:t> </a:t>
            </a:r>
            <a:r>
              <a:rPr lang="fr-FR" sz="1400" err="1"/>
              <a:t>yourself</a:t>
            </a:r>
            <a:r>
              <a:rPr lang="fr-FR" sz="1400"/>
              <a:t> </a:t>
            </a:r>
            <a:r>
              <a:rPr lang="fr-FR" sz="1400" err="1"/>
              <a:t>what</a:t>
            </a:r>
            <a:r>
              <a:rPr lang="fr-FR" sz="1400"/>
              <a:t> management style </a:t>
            </a:r>
            <a:r>
              <a:rPr lang="fr-FR" sz="1400" err="1"/>
              <a:t>you</a:t>
            </a:r>
            <a:r>
              <a:rPr lang="fr-FR" sz="1400"/>
              <a:t> </a:t>
            </a:r>
            <a:r>
              <a:rPr lang="fr-FR" sz="1400" err="1"/>
              <a:t>want</a:t>
            </a:r>
            <a:r>
              <a:rPr lang="fr-FR" sz="1400"/>
              <a:t> to </a:t>
            </a:r>
            <a:r>
              <a:rPr lang="fr-FR" sz="1400" err="1"/>
              <a:t>take</a:t>
            </a:r>
            <a:endParaRPr lang="fr-FR" sz="1400"/>
          </a:p>
        </p:txBody>
      </p:sp>
      <p:grpSp>
        <p:nvGrpSpPr>
          <p:cNvPr id="32" name="Groupe 31">
            <a:extLst>
              <a:ext uri="{FF2B5EF4-FFF2-40B4-BE49-F238E27FC236}">
                <a16:creationId xmlns:a16="http://schemas.microsoft.com/office/drawing/2014/main" id="{C2AB925F-92C4-FB0B-2839-6DB72E75817D}"/>
              </a:ext>
            </a:extLst>
          </p:cNvPr>
          <p:cNvGrpSpPr/>
          <p:nvPr/>
        </p:nvGrpSpPr>
        <p:grpSpPr>
          <a:xfrm>
            <a:off x="5849749" y="1825625"/>
            <a:ext cx="5011613" cy="3566659"/>
            <a:chOff x="2425700" y="1690688"/>
            <a:chExt cx="6959600" cy="4953000"/>
          </a:xfrm>
        </p:grpSpPr>
        <p:sp>
          <p:nvSpPr>
            <p:cNvPr id="33" name="Ellipse 32">
              <a:extLst>
                <a:ext uri="{FF2B5EF4-FFF2-40B4-BE49-F238E27FC236}">
                  <a16:creationId xmlns:a16="http://schemas.microsoft.com/office/drawing/2014/main" id="{47139AF0-11D3-AB47-3271-D979E5F8D6AD}"/>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34" name="Ellipse 33">
              <a:extLst>
                <a:ext uri="{FF2B5EF4-FFF2-40B4-BE49-F238E27FC236}">
                  <a16:creationId xmlns:a16="http://schemas.microsoft.com/office/drawing/2014/main" id="{27FD1F51-3ED8-5FB8-E2AF-62B18CDC985D}"/>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sp>
        <p:nvSpPr>
          <p:cNvPr id="35" name="ZoneTexte 34">
            <a:extLst>
              <a:ext uri="{FF2B5EF4-FFF2-40B4-BE49-F238E27FC236}">
                <a16:creationId xmlns:a16="http://schemas.microsoft.com/office/drawing/2014/main" id="{54DC50DC-E93C-2BDA-3FB2-D6301C3C41A1}"/>
              </a:ext>
            </a:extLst>
          </p:cNvPr>
          <p:cNvSpPr txBox="1"/>
          <p:nvPr/>
        </p:nvSpPr>
        <p:spPr>
          <a:xfrm>
            <a:off x="4940937" y="1825625"/>
            <a:ext cx="1204891" cy="646331"/>
          </a:xfrm>
          <a:prstGeom prst="rect">
            <a:avLst/>
          </a:prstGeom>
          <a:noFill/>
        </p:spPr>
        <p:txBody>
          <a:bodyPr wrap="square">
            <a:spAutoFit/>
          </a:bodyPr>
          <a:lstStyle/>
          <a:p>
            <a:pPr algn="ctr"/>
            <a:r>
              <a:rPr lang="fr-FR" sz="1200" b="1" err="1">
                <a:solidFill>
                  <a:srgbClr val="ED7D31"/>
                </a:solidFill>
              </a:rPr>
              <a:t>Decisions</a:t>
            </a:r>
            <a:r>
              <a:rPr lang="fr-FR" sz="1200" b="1">
                <a:solidFill>
                  <a:srgbClr val="ED7D31"/>
                </a:solidFill>
              </a:rPr>
              <a:t> </a:t>
            </a:r>
            <a:r>
              <a:rPr lang="fr-FR" sz="1200" b="1" err="1">
                <a:solidFill>
                  <a:srgbClr val="ED7D31"/>
                </a:solidFill>
              </a:rPr>
              <a:t>you</a:t>
            </a:r>
            <a:r>
              <a:rPr lang="fr-FR" sz="1200" b="1">
                <a:solidFill>
                  <a:srgbClr val="ED7D31"/>
                </a:solidFill>
              </a:rPr>
              <a:t> </a:t>
            </a:r>
            <a:r>
              <a:rPr lang="fr-FR" sz="1200" b="1" err="1">
                <a:solidFill>
                  <a:srgbClr val="ED7D31"/>
                </a:solidFill>
              </a:rPr>
              <a:t>prefer</a:t>
            </a:r>
            <a:r>
              <a:rPr lang="fr-FR" sz="1200" b="1">
                <a:solidFill>
                  <a:srgbClr val="ED7D31"/>
                </a:solidFill>
              </a:rPr>
              <a:t> to </a:t>
            </a:r>
            <a:r>
              <a:rPr lang="fr-FR" sz="1200" b="1" err="1">
                <a:solidFill>
                  <a:srgbClr val="ED7D31"/>
                </a:solidFill>
              </a:rPr>
              <a:t>make</a:t>
            </a:r>
            <a:r>
              <a:rPr lang="fr-FR" sz="1200" b="1">
                <a:solidFill>
                  <a:srgbClr val="ED7D31"/>
                </a:solidFill>
              </a:rPr>
              <a:t> </a:t>
            </a:r>
            <a:r>
              <a:rPr lang="fr-FR" sz="1200" b="1" err="1">
                <a:solidFill>
                  <a:srgbClr val="ED7D31"/>
                </a:solidFill>
              </a:rPr>
              <a:t>alone</a:t>
            </a:r>
            <a:endParaRPr lang="fr-FR" sz="1200">
              <a:solidFill>
                <a:srgbClr val="ED7D31"/>
              </a:solidFill>
            </a:endParaRPr>
          </a:p>
        </p:txBody>
      </p:sp>
      <p:sp>
        <p:nvSpPr>
          <p:cNvPr id="36" name="ZoneTexte 35">
            <a:extLst>
              <a:ext uri="{FF2B5EF4-FFF2-40B4-BE49-F238E27FC236}">
                <a16:creationId xmlns:a16="http://schemas.microsoft.com/office/drawing/2014/main" id="{D6F54540-1E8B-1E14-42A0-AC77625AEBFC}"/>
              </a:ext>
            </a:extLst>
          </p:cNvPr>
          <p:cNvSpPr txBox="1"/>
          <p:nvPr/>
        </p:nvSpPr>
        <p:spPr>
          <a:xfrm>
            <a:off x="10708325" y="1825625"/>
            <a:ext cx="1204891" cy="1015663"/>
          </a:xfrm>
          <a:prstGeom prst="rect">
            <a:avLst/>
          </a:prstGeom>
          <a:noFill/>
        </p:spPr>
        <p:txBody>
          <a:bodyPr wrap="square">
            <a:spAutoFit/>
          </a:bodyPr>
          <a:lstStyle/>
          <a:p>
            <a:pPr algn="ctr"/>
            <a:r>
              <a:rPr lang="fr-FR" sz="1200" b="1">
                <a:solidFill>
                  <a:srgbClr val="3494BA"/>
                </a:solidFill>
              </a:rPr>
              <a:t>Decisions you prefer to make with your team members</a:t>
            </a:r>
            <a:endParaRPr lang="fr-FR" sz="1200">
              <a:solidFill>
                <a:srgbClr val="3494BA"/>
              </a:solidFill>
            </a:endParaRPr>
          </a:p>
        </p:txBody>
      </p:sp>
      <p:sp>
        <p:nvSpPr>
          <p:cNvPr id="37" name="ZoneTexte 36">
            <a:extLst>
              <a:ext uri="{FF2B5EF4-FFF2-40B4-BE49-F238E27FC236}">
                <a16:creationId xmlns:a16="http://schemas.microsoft.com/office/drawing/2014/main" id="{7620B636-CA55-0735-3AD4-26DD661988A7}"/>
              </a:ext>
            </a:extLst>
          </p:cNvPr>
          <p:cNvSpPr txBox="1"/>
          <p:nvPr/>
        </p:nvSpPr>
        <p:spPr>
          <a:xfrm>
            <a:off x="7838847" y="2124825"/>
            <a:ext cx="1009411" cy="461665"/>
          </a:xfrm>
          <a:prstGeom prst="rect">
            <a:avLst/>
          </a:prstGeom>
          <a:noFill/>
        </p:spPr>
        <p:txBody>
          <a:bodyPr wrap="square">
            <a:spAutoFit/>
          </a:bodyPr>
          <a:lstStyle/>
          <a:p>
            <a:pPr algn="ctr"/>
            <a:r>
              <a:rPr lang="fr-FR" sz="1200" b="1">
                <a:solidFill>
                  <a:schemeClr val="bg1">
                    <a:lumMod val="50000"/>
                  </a:schemeClr>
                </a:solidFill>
              </a:rPr>
              <a:t>Grey area (case by case)</a:t>
            </a:r>
            <a:endParaRPr lang="fr-FR" sz="1200">
              <a:solidFill>
                <a:schemeClr val="bg1">
                  <a:lumMod val="50000"/>
                </a:schemeClr>
              </a:solidFill>
            </a:endParaRPr>
          </a:p>
        </p:txBody>
      </p:sp>
      <p:pic>
        <p:nvPicPr>
          <p:cNvPr id="38" name="Graphique 37" descr="Homme portant un sweat à capuche">
            <a:extLst>
              <a:ext uri="{FF2B5EF4-FFF2-40B4-BE49-F238E27FC236}">
                <a16:creationId xmlns:a16="http://schemas.microsoft.com/office/drawing/2014/main" id="{1A6FFF27-0D36-12BC-0E54-939D0EB19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06499" y="2838383"/>
            <a:ext cx="279056" cy="376208"/>
          </a:xfrm>
          <a:prstGeom prst="rect">
            <a:avLst/>
          </a:prstGeom>
        </p:spPr>
      </p:pic>
      <p:pic>
        <p:nvPicPr>
          <p:cNvPr id="39" name="Graphique 38" descr="Homme portant un sweat à capuche">
            <a:extLst>
              <a:ext uri="{FF2B5EF4-FFF2-40B4-BE49-F238E27FC236}">
                <a16:creationId xmlns:a16="http://schemas.microsoft.com/office/drawing/2014/main" id="{64DF7145-5AE5-AE20-2348-F27BD801A38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39837" y="2689983"/>
            <a:ext cx="279056" cy="376208"/>
          </a:xfrm>
          <a:prstGeom prst="rect">
            <a:avLst/>
          </a:prstGeom>
        </p:spPr>
      </p:pic>
      <p:pic>
        <p:nvPicPr>
          <p:cNvPr id="40" name="Graphique 39" descr="Femme avec bras prothétique">
            <a:extLst>
              <a:ext uri="{FF2B5EF4-FFF2-40B4-BE49-F238E27FC236}">
                <a16:creationId xmlns:a16="http://schemas.microsoft.com/office/drawing/2014/main" id="{FC234C64-CE9F-D107-FDB4-A18D342DDC1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493448" y="2832195"/>
            <a:ext cx="347417" cy="364788"/>
          </a:xfrm>
          <a:prstGeom prst="rect">
            <a:avLst/>
          </a:prstGeom>
        </p:spPr>
      </p:pic>
      <p:pic>
        <p:nvPicPr>
          <p:cNvPr id="41" name="Graphique 40" descr="Homme barbu en peignoir">
            <a:extLst>
              <a:ext uri="{FF2B5EF4-FFF2-40B4-BE49-F238E27FC236}">
                <a16:creationId xmlns:a16="http://schemas.microsoft.com/office/drawing/2014/main" id="{E9E3AFB1-E14F-80B1-206C-1B91234906F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94427" y="2832195"/>
            <a:ext cx="304178" cy="382395"/>
          </a:xfrm>
          <a:prstGeom prst="rect">
            <a:avLst/>
          </a:prstGeom>
        </p:spPr>
      </p:pic>
      <p:pic>
        <p:nvPicPr>
          <p:cNvPr id="42" name="Graphique 41" descr="Femme tenant un ordinateur portable">
            <a:extLst>
              <a:ext uri="{FF2B5EF4-FFF2-40B4-BE49-F238E27FC236}">
                <a16:creationId xmlns:a16="http://schemas.microsoft.com/office/drawing/2014/main" id="{E1164927-39BA-170D-0716-D37FD09DBC3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832971" y="2849803"/>
            <a:ext cx="359029" cy="364788"/>
          </a:xfrm>
          <a:prstGeom prst="rect">
            <a:avLst/>
          </a:prstGeom>
        </p:spPr>
      </p:pic>
      <p:sp>
        <p:nvSpPr>
          <p:cNvPr id="43" name="ZoneTexte 42">
            <a:extLst>
              <a:ext uri="{FF2B5EF4-FFF2-40B4-BE49-F238E27FC236}">
                <a16:creationId xmlns:a16="http://schemas.microsoft.com/office/drawing/2014/main" id="{F3473DAA-26B9-E5C4-0314-2E75CBF6107E}"/>
              </a:ext>
            </a:extLst>
          </p:cNvPr>
          <p:cNvSpPr txBox="1"/>
          <p:nvPr/>
        </p:nvSpPr>
        <p:spPr>
          <a:xfrm>
            <a:off x="6787966" y="5714296"/>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Asking to stop an obviously unnecessary task</a:t>
            </a:r>
          </a:p>
        </p:txBody>
      </p:sp>
      <p:sp>
        <p:nvSpPr>
          <p:cNvPr id="44" name="ZoneTexte 43">
            <a:extLst>
              <a:ext uri="{FF2B5EF4-FFF2-40B4-BE49-F238E27FC236}">
                <a16:creationId xmlns:a16="http://schemas.microsoft.com/office/drawing/2014/main" id="{D04B59B9-D3B1-CBBD-B7CD-3451106E162F}"/>
              </a:ext>
            </a:extLst>
          </p:cNvPr>
          <p:cNvSpPr txBox="1"/>
          <p:nvPr/>
        </p:nvSpPr>
        <p:spPr>
          <a:xfrm>
            <a:off x="4645130" y="5714297"/>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Change the assigned tasks of a member of your team</a:t>
            </a:r>
          </a:p>
        </p:txBody>
      </p:sp>
      <p:sp>
        <p:nvSpPr>
          <p:cNvPr id="47" name="ZoneTexte 46">
            <a:extLst>
              <a:ext uri="{FF2B5EF4-FFF2-40B4-BE49-F238E27FC236}">
                <a16:creationId xmlns:a16="http://schemas.microsoft.com/office/drawing/2014/main" id="{78B8F7F1-F80B-9499-7AF2-6EB47FBD24B0}"/>
              </a:ext>
            </a:extLst>
          </p:cNvPr>
          <p:cNvSpPr txBox="1"/>
          <p:nvPr/>
        </p:nvSpPr>
        <p:spPr>
          <a:xfrm>
            <a:off x="5716548" y="5714297"/>
            <a:ext cx="839584" cy="649317"/>
          </a:xfrm>
          <a:prstGeom prst="rect">
            <a:avLst/>
          </a:prstGeom>
          <a:solidFill>
            <a:srgbClr val="FFFF00"/>
          </a:solidFill>
          <a:ln>
            <a:solidFill>
              <a:schemeClr val="tx1"/>
            </a:solidFill>
          </a:ln>
        </p:spPr>
        <p:txBody>
          <a:bodyPr wrap="square">
            <a:normAutofit fontScale="92500" lnSpcReduction="10000"/>
          </a:bodyPr>
          <a:lstStyle/>
          <a:p>
            <a:pPr algn="ctr"/>
            <a:r>
              <a:rPr lang="fr-FR" sz="1050"/>
              <a:t>Decide on team objectives for the year</a:t>
            </a:r>
          </a:p>
        </p:txBody>
      </p:sp>
      <p:sp>
        <p:nvSpPr>
          <p:cNvPr id="50" name="ZoneTexte 49">
            <a:extLst>
              <a:ext uri="{FF2B5EF4-FFF2-40B4-BE49-F238E27FC236}">
                <a16:creationId xmlns:a16="http://schemas.microsoft.com/office/drawing/2014/main" id="{AB6F21FA-E113-8A69-FB07-9467647A266D}"/>
              </a:ext>
            </a:extLst>
          </p:cNvPr>
          <p:cNvSpPr txBox="1"/>
          <p:nvPr/>
        </p:nvSpPr>
        <p:spPr>
          <a:xfrm>
            <a:off x="7859384" y="5714302"/>
            <a:ext cx="839584" cy="649317"/>
          </a:xfrm>
          <a:prstGeom prst="rect">
            <a:avLst/>
          </a:prstGeom>
          <a:solidFill>
            <a:srgbClr val="FFFF00"/>
          </a:solidFill>
          <a:ln>
            <a:solidFill>
              <a:schemeClr val="tx1"/>
            </a:solidFill>
          </a:ln>
        </p:spPr>
        <p:txBody>
          <a:bodyPr wrap="square">
            <a:normAutofit/>
          </a:bodyPr>
          <a:lstStyle/>
          <a:p>
            <a:pPr algn="ctr"/>
            <a:r>
              <a:rPr lang="fr-FR" sz="1050"/>
              <a:t>Changing work schedules </a:t>
            </a:r>
          </a:p>
        </p:txBody>
      </p:sp>
      <p:sp>
        <p:nvSpPr>
          <p:cNvPr id="51" name="ZoneTexte 50">
            <a:extLst>
              <a:ext uri="{FF2B5EF4-FFF2-40B4-BE49-F238E27FC236}">
                <a16:creationId xmlns:a16="http://schemas.microsoft.com/office/drawing/2014/main" id="{1EC1F64C-7780-85E7-462B-7BCBAE4F3FF9}"/>
              </a:ext>
            </a:extLst>
          </p:cNvPr>
          <p:cNvSpPr txBox="1"/>
          <p:nvPr/>
        </p:nvSpPr>
        <p:spPr>
          <a:xfrm>
            <a:off x="11073632" y="5714296"/>
            <a:ext cx="839584" cy="649317"/>
          </a:xfrm>
          <a:prstGeom prst="rect">
            <a:avLst/>
          </a:prstGeom>
          <a:solidFill>
            <a:srgbClr val="FFFF00"/>
          </a:solidFill>
          <a:ln>
            <a:solidFill>
              <a:schemeClr val="tx1"/>
            </a:solidFill>
          </a:ln>
        </p:spPr>
        <p:txBody>
          <a:bodyPr wrap="square">
            <a:normAutofit/>
          </a:bodyPr>
          <a:lstStyle/>
          <a:p>
            <a:pPr algn="ctr"/>
            <a:r>
              <a:rPr lang="fr-FR" sz="1050"/>
              <a:t>Define "the next skills to train on".</a:t>
            </a:r>
          </a:p>
        </p:txBody>
      </p:sp>
      <p:sp>
        <p:nvSpPr>
          <p:cNvPr id="52" name="ZoneTexte 51">
            <a:extLst>
              <a:ext uri="{FF2B5EF4-FFF2-40B4-BE49-F238E27FC236}">
                <a16:creationId xmlns:a16="http://schemas.microsoft.com/office/drawing/2014/main" id="{0509851A-7A96-404C-FFE6-88ABB4538CF4}"/>
              </a:ext>
            </a:extLst>
          </p:cNvPr>
          <p:cNvSpPr txBox="1"/>
          <p:nvPr/>
        </p:nvSpPr>
        <p:spPr>
          <a:xfrm>
            <a:off x="10002220" y="5707867"/>
            <a:ext cx="839584" cy="649317"/>
          </a:xfrm>
          <a:prstGeom prst="rect">
            <a:avLst/>
          </a:prstGeom>
          <a:solidFill>
            <a:srgbClr val="FFFF00"/>
          </a:solidFill>
          <a:ln>
            <a:solidFill>
              <a:schemeClr val="tx1"/>
            </a:solidFill>
          </a:ln>
        </p:spPr>
        <p:txBody>
          <a:bodyPr wrap="square">
            <a:normAutofit/>
          </a:bodyPr>
          <a:lstStyle/>
          <a:p>
            <a:pPr algn="ctr"/>
            <a:r>
              <a:rPr lang="fr-FR" sz="1050"/>
              <a:t>Set individual goals</a:t>
            </a:r>
          </a:p>
        </p:txBody>
      </p:sp>
      <p:sp>
        <p:nvSpPr>
          <p:cNvPr id="53" name="ZoneTexte 52">
            <a:extLst>
              <a:ext uri="{FF2B5EF4-FFF2-40B4-BE49-F238E27FC236}">
                <a16:creationId xmlns:a16="http://schemas.microsoft.com/office/drawing/2014/main" id="{A6028F86-BE41-9E6A-19DF-FF425313A5CD}"/>
              </a:ext>
            </a:extLst>
          </p:cNvPr>
          <p:cNvSpPr txBox="1"/>
          <p:nvPr/>
        </p:nvSpPr>
        <p:spPr>
          <a:xfrm>
            <a:off x="8930802" y="5714300"/>
            <a:ext cx="839584" cy="649317"/>
          </a:xfrm>
          <a:prstGeom prst="rect">
            <a:avLst/>
          </a:prstGeom>
          <a:solidFill>
            <a:srgbClr val="FFFF00"/>
          </a:solidFill>
          <a:ln>
            <a:solidFill>
              <a:schemeClr val="tx1"/>
            </a:solidFill>
          </a:ln>
        </p:spPr>
        <p:txBody>
          <a:bodyPr wrap="square">
            <a:normAutofit/>
          </a:bodyPr>
          <a:lstStyle/>
          <a:p>
            <a:pPr algn="ctr"/>
            <a:r>
              <a:rPr lang="fr-FR" sz="1050"/>
              <a:t>Change break times</a:t>
            </a:r>
          </a:p>
        </p:txBody>
      </p:sp>
    </p:spTree>
    <p:extLst>
      <p:ext uri="{BB962C8B-B14F-4D97-AF65-F5344CB8AC3E}">
        <p14:creationId xmlns:p14="http://schemas.microsoft.com/office/powerpoint/2010/main" val="39249994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AFC349-0315-4D81-4274-8622D739768A}"/>
              </a:ext>
            </a:extLst>
          </p:cNvPr>
          <p:cNvSpPr>
            <a:spLocks noGrp="1"/>
          </p:cNvSpPr>
          <p:nvPr>
            <p:ph type="title"/>
          </p:nvPr>
        </p:nvSpPr>
        <p:spPr/>
        <p:txBody>
          <a:bodyPr>
            <a:normAutofit/>
          </a:bodyPr>
          <a:lstStyle/>
          <a:p>
            <a:r>
              <a:rPr lang="en-US" sz="3600"/>
              <a:t>4. Reality Check Phase</a:t>
            </a:r>
            <a:br>
              <a:rPr lang="en-US" sz="3600"/>
            </a:br>
            <a:r>
              <a:rPr lang="en-US" sz="3600"/>
              <a:t>Content and format</a:t>
            </a:r>
          </a:p>
        </p:txBody>
      </p:sp>
      <p:sp>
        <p:nvSpPr>
          <p:cNvPr id="3" name="Espace réservé du contenu 2">
            <a:extLst>
              <a:ext uri="{FF2B5EF4-FFF2-40B4-BE49-F238E27FC236}">
                <a16:creationId xmlns:a16="http://schemas.microsoft.com/office/drawing/2014/main" id="{14B1F1D7-71C7-0EA4-0120-B9BE3DA6E167}"/>
              </a:ext>
            </a:extLst>
          </p:cNvPr>
          <p:cNvSpPr>
            <a:spLocks noGrp="1"/>
          </p:cNvSpPr>
          <p:nvPr>
            <p:ph idx="1"/>
          </p:nvPr>
        </p:nvSpPr>
        <p:spPr>
          <a:xfrm>
            <a:off x="838200" y="1825625"/>
            <a:ext cx="3012347" cy="4351338"/>
          </a:xfrm>
          <a:solidFill>
            <a:schemeClr val="bg1">
              <a:lumMod val="95000"/>
            </a:schemeClr>
          </a:solidFill>
        </p:spPr>
        <p:txBody>
          <a:bodyPr>
            <a:normAutofit fontScale="92500" lnSpcReduction="10000"/>
          </a:bodyPr>
          <a:lstStyle/>
          <a:p>
            <a:r>
              <a:rPr lang="en-US" sz="1400"/>
              <a:t>In this phase, the training participants are no longer asked to apply the IVCD Map in a training setting, but to use it in their </a:t>
            </a:r>
            <a:r>
              <a:rPr lang="en-US" sz="1400" b="1"/>
              <a:t>own real-life situation </a:t>
            </a:r>
            <a:r>
              <a:rPr lang="en-US" sz="1400"/>
              <a:t>(daily work, etc.)</a:t>
            </a:r>
            <a:r>
              <a:rPr lang="en-US" sz="1400" b="1"/>
              <a:t>.  That is to say, during their worktime.</a:t>
            </a:r>
          </a:p>
          <a:p>
            <a:endParaRPr lang="en-US" sz="1400"/>
          </a:p>
          <a:p>
            <a:r>
              <a:rPr lang="en-US" sz="1400"/>
              <a:t>The idea is to confront this training tool with reality, in order to share afterwards on the applicability and the implementation tips. </a:t>
            </a:r>
          </a:p>
          <a:p>
            <a:endParaRPr lang="en-US" sz="1400"/>
          </a:p>
          <a:p>
            <a:r>
              <a:rPr lang="en-US" sz="1400"/>
              <a:t>The organization of this phase is ideally done several weeks after the previous phase. The time to find the application opportunity. </a:t>
            </a:r>
          </a:p>
          <a:p>
            <a:endParaRPr lang="en-US" sz="1400"/>
          </a:p>
          <a:p>
            <a:r>
              <a:rPr lang="en-US" sz="1400"/>
              <a:t>The format for the debriefing is simply </a:t>
            </a:r>
            <a:r>
              <a:rPr lang="en-US" sz="1400" b="1"/>
              <a:t>a group debriefing session with the same participants as in the training</a:t>
            </a:r>
            <a:r>
              <a:rPr lang="en-US" sz="1400"/>
              <a:t>, ideally with enough participants who have applied.</a:t>
            </a:r>
          </a:p>
        </p:txBody>
      </p:sp>
      <p:sp>
        <p:nvSpPr>
          <p:cNvPr id="4" name="Espace réservé du contenu 2">
            <a:extLst>
              <a:ext uri="{FF2B5EF4-FFF2-40B4-BE49-F238E27FC236}">
                <a16:creationId xmlns:a16="http://schemas.microsoft.com/office/drawing/2014/main" id="{DC75A474-E889-4754-01E8-E5FED1D866A6}"/>
              </a:ext>
            </a:extLst>
          </p:cNvPr>
          <p:cNvSpPr txBox="1">
            <a:spLocks/>
          </p:cNvSpPr>
          <p:nvPr/>
        </p:nvSpPr>
        <p:spPr>
          <a:xfrm>
            <a:off x="4378354" y="1825625"/>
            <a:ext cx="3012347" cy="4351338"/>
          </a:xfrm>
          <a:prstGeom prst="rect">
            <a:avLst/>
          </a:prstGeom>
          <a:solidFill>
            <a:schemeClr val="accent2"/>
          </a:solidFill>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a:t>There are several application opportunities, of which here are several examples, </a:t>
            </a:r>
            <a:r>
              <a:rPr lang="en-US" sz="1400" b="1"/>
              <a:t>from the simplest (little risk-taking) to the most engaging</a:t>
            </a:r>
          </a:p>
          <a:p>
            <a:endParaRPr lang="en-US" sz="1400"/>
          </a:p>
          <a:p>
            <a:pPr marL="342900" indent="-342900">
              <a:buFont typeface="+mj-lt"/>
              <a:buAutoNum type="arabicPeriod"/>
            </a:pPr>
            <a:r>
              <a:rPr lang="en-US" sz="1400" b="1"/>
              <a:t>Simple: </a:t>
            </a:r>
            <a:r>
              <a:rPr lang="en-US" sz="1400"/>
              <a:t>Apply the IVCD map to yourself (describe your own job in the form of an IVCD map)</a:t>
            </a:r>
          </a:p>
          <a:p>
            <a:pPr marL="342900" indent="-342900">
              <a:buFont typeface="+mj-lt"/>
              <a:buAutoNum type="arabicPeriod"/>
            </a:pPr>
            <a:r>
              <a:rPr lang="en-US" sz="1400" b="1"/>
              <a:t>Slightly engaging: </a:t>
            </a:r>
            <a:r>
              <a:rPr lang="en-US" sz="1400"/>
              <a:t>Organize an IVCD map (with presentation) with the most motivated members of your team</a:t>
            </a:r>
          </a:p>
          <a:p>
            <a:pPr marL="342900" indent="-342900">
              <a:buFont typeface="+mj-lt"/>
              <a:buAutoNum type="arabicPeriod"/>
            </a:pPr>
            <a:r>
              <a:rPr lang="en-US" sz="1400" b="1"/>
              <a:t>Engaging: </a:t>
            </a:r>
            <a:r>
              <a:rPr lang="en-US" sz="1400"/>
              <a:t>Organize a retrospective based on the IVCD Map, to discuss desired autonomies or consensus together</a:t>
            </a:r>
          </a:p>
          <a:p>
            <a:pPr marL="342900" indent="-342900">
              <a:buFont typeface="+mj-lt"/>
              <a:buAutoNum type="arabicPeriod"/>
            </a:pPr>
            <a:r>
              <a:rPr lang="en-US" sz="1400" b="1"/>
              <a:t>Highly engaging: </a:t>
            </a:r>
            <a:r>
              <a:rPr lang="en-US" sz="1400"/>
              <a:t>Use the IVCD map with your team and another team, to improve cooperation and interactions between teams</a:t>
            </a:r>
          </a:p>
          <a:p>
            <a:endParaRPr lang="en-US" sz="1400"/>
          </a:p>
          <a:p>
            <a:endParaRPr lang="en-US" sz="1400"/>
          </a:p>
        </p:txBody>
      </p:sp>
      <p:sp>
        <p:nvSpPr>
          <p:cNvPr id="5" name="Espace réservé du contenu 2">
            <a:extLst>
              <a:ext uri="{FF2B5EF4-FFF2-40B4-BE49-F238E27FC236}">
                <a16:creationId xmlns:a16="http://schemas.microsoft.com/office/drawing/2014/main" id="{F3E49DEA-AEEB-EA28-0115-8A7272BC5688}"/>
              </a:ext>
            </a:extLst>
          </p:cNvPr>
          <p:cNvSpPr txBox="1">
            <a:spLocks/>
          </p:cNvSpPr>
          <p:nvPr/>
        </p:nvSpPr>
        <p:spPr>
          <a:xfrm>
            <a:off x="7918508" y="1825625"/>
            <a:ext cx="3012347" cy="4351338"/>
          </a:xfrm>
          <a:prstGeom prst="rect">
            <a:avLst/>
          </a:prstGeom>
          <a:solidFill>
            <a:schemeClr val="accent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a:t>Application debriefing questions</a:t>
            </a:r>
            <a:r>
              <a:rPr lang="en-US" sz="1400"/>
              <a:t>:</a:t>
            </a:r>
          </a:p>
          <a:p>
            <a:pPr marL="0" indent="0">
              <a:buNone/>
            </a:pPr>
            <a:r>
              <a:rPr lang="en-US" sz="1400"/>
              <a:t>Here are some questions to ask and share among participants, once the IVCD map is applied:</a:t>
            </a:r>
          </a:p>
          <a:p>
            <a:pPr marL="0" indent="0">
              <a:buNone/>
            </a:pPr>
            <a:endParaRPr lang="en-US" sz="1400"/>
          </a:p>
          <a:p>
            <a:pPr marL="342900" indent="-342900">
              <a:buFont typeface="+mj-lt"/>
              <a:buAutoNum type="arabicPeriod"/>
            </a:pPr>
            <a:r>
              <a:rPr lang="en-US" sz="1400"/>
              <a:t>How easy did you find the exercise? What makes the IVCD Map difficult? </a:t>
            </a:r>
          </a:p>
          <a:p>
            <a:pPr marL="342900" indent="-342900">
              <a:buFont typeface="+mj-lt"/>
              <a:buAutoNum type="arabicPeriod"/>
            </a:pPr>
            <a:r>
              <a:rPr lang="en-US" sz="1400"/>
              <a:t>How did you "set the stage“ for IVCD map workshop? What did you choose and why?</a:t>
            </a:r>
          </a:p>
          <a:p>
            <a:pPr marL="342900" indent="-342900">
              <a:buFont typeface="+mj-lt"/>
              <a:buAutoNum type="arabicPeriod"/>
            </a:pPr>
            <a:r>
              <a:rPr lang="en-US" sz="1400"/>
              <a:t>If you were to do the exercise again, would you feel more confident? What would you change?</a:t>
            </a:r>
          </a:p>
          <a:p>
            <a:pPr marL="342900" indent="-342900">
              <a:buFont typeface="+mj-lt"/>
              <a:buAutoNum type="arabicPeriod"/>
            </a:pPr>
            <a:r>
              <a:rPr lang="en-US" sz="1400"/>
              <a:t>What would you say to others to motivate them to test the IVCD map in their turn?</a:t>
            </a:r>
          </a:p>
        </p:txBody>
      </p:sp>
    </p:spTree>
    <p:extLst>
      <p:ext uri="{BB962C8B-B14F-4D97-AF65-F5344CB8AC3E}">
        <p14:creationId xmlns:p14="http://schemas.microsoft.com/office/powerpoint/2010/main" val="17776208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428F7E-F43E-7767-B791-96E8EB48E3DD}"/>
              </a:ext>
            </a:extLst>
          </p:cNvPr>
          <p:cNvSpPr>
            <a:spLocks noGrp="1"/>
          </p:cNvSpPr>
          <p:nvPr>
            <p:ph type="title"/>
          </p:nvPr>
        </p:nvSpPr>
        <p:spPr/>
        <p:txBody>
          <a:bodyPr/>
          <a:lstStyle/>
          <a:p>
            <a:r>
              <a:rPr lang="fr-FR"/>
              <a:t>5. Confirmation of successes phase </a:t>
            </a:r>
          </a:p>
        </p:txBody>
      </p:sp>
      <p:sp>
        <p:nvSpPr>
          <p:cNvPr id="3" name="Espace réservé du contenu 2">
            <a:extLst>
              <a:ext uri="{FF2B5EF4-FFF2-40B4-BE49-F238E27FC236}">
                <a16:creationId xmlns:a16="http://schemas.microsoft.com/office/drawing/2014/main" id="{37F2B63D-E36D-5EFA-635B-2128FCEECF6D}"/>
              </a:ext>
            </a:extLst>
          </p:cNvPr>
          <p:cNvSpPr>
            <a:spLocks noGrp="1"/>
          </p:cNvSpPr>
          <p:nvPr>
            <p:ph idx="1"/>
          </p:nvPr>
        </p:nvSpPr>
        <p:spPr>
          <a:xfrm>
            <a:off x="4590661" y="1825625"/>
            <a:ext cx="6763138" cy="4351338"/>
          </a:xfrm>
        </p:spPr>
        <p:txBody>
          <a:bodyPr>
            <a:normAutofit/>
          </a:bodyPr>
          <a:lstStyle/>
          <a:p>
            <a:pPr marL="0" indent="0">
              <a:buNone/>
            </a:pPr>
            <a:r>
              <a:rPr lang="fr-FR" sz="1800"/>
              <a:t>In </a:t>
            </a:r>
            <a:r>
              <a:rPr lang="fr-FR" sz="1800" err="1"/>
              <a:t>this</a:t>
            </a:r>
            <a:r>
              <a:rPr lang="fr-FR" sz="1800"/>
              <a:t> phase, the goal </a:t>
            </a:r>
            <a:r>
              <a:rPr lang="fr-FR" sz="1800" err="1"/>
              <a:t>is</a:t>
            </a:r>
            <a:r>
              <a:rPr lang="fr-FR" sz="1800"/>
              <a:t> to </a:t>
            </a:r>
            <a:r>
              <a:rPr lang="fr-FR" sz="1800" err="1"/>
              <a:t>capitalize</a:t>
            </a:r>
            <a:r>
              <a:rPr lang="fr-FR" sz="1800"/>
              <a:t> and </a:t>
            </a:r>
            <a:r>
              <a:rPr lang="fr-FR" sz="1800" err="1"/>
              <a:t>confirm</a:t>
            </a:r>
            <a:r>
              <a:rPr lang="fr-FR" sz="1800"/>
              <a:t> </a:t>
            </a:r>
            <a:r>
              <a:rPr lang="fr-FR" sz="1800" err="1"/>
              <a:t>what</a:t>
            </a:r>
            <a:r>
              <a:rPr lang="fr-FR" sz="1800"/>
              <a:t> </a:t>
            </a:r>
            <a:r>
              <a:rPr lang="fr-FR" sz="1800" err="1"/>
              <a:t>works</a:t>
            </a:r>
            <a:r>
              <a:rPr lang="fr-FR" sz="1800"/>
              <a:t> in </a:t>
            </a:r>
            <a:r>
              <a:rPr lang="fr-FR" sz="1800" err="1"/>
              <a:t>each</a:t>
            </a:r>
            <a:r>
              <a:rPr lang="fr-FR" sz="1800"/>
              <a:t> </a:t>
            </a:r>
            <a:r>
              <a:rPr lang="fr-FR" sz="1800" err="1"/>
              <a:t>person's</a:t>
            </a:r>
            <a:r>
              <a:rPr lang="fr-FR" sz="1800"/>
              <a:t> </a:t>
            </a:r>
            <a:r>
              <a:rPr lang="fr-FR" sz="1800" err="1"/>
              <a:t>context</a:t>
            </a:r>
            <a:r>
              <a:rPr lang="fr-FR" sz="1800"/>
              <a:t>. </a:t>
            </a:r>
            <a:r>
              <a:rPr lang="fr-FR" sz="1800" err="1"/>
              <a:t>Here</a:t>
            </a:r>
            <a:r>
              <a:rPr lang="fr-FR" sz="1800"/>
              <a:t> are </a:t>
            </a:r>
            <a:r>
              <a:rPr lang="fr-FR" sz="1800" err="1"/>
              <a:t>some</a:t>
            </a:r>
            <a:r>
              <a:rPr lang="fr-FR" sz="1800"/>
              <a:t> questions to </a:t>
            </a:r>
            <a:r>
              <a:rPr lang="fr-FR" sz="1800" err="1"/>
              <a:t>ask</a:t>
            </a:r>
            <a:r>
              <a:rPr lang="fr-FR" sz="1800"/>
              <a:t> as a group:</a:t>
            </a:r>
          </a:p>
          <a:p>
            <a:endParaRPr lang="fr-FR" sz="1800"/>
          </a:p>
          <a:p>
            <a:pPr marL="914400" lvl="1" indent="-457200">
              <a:buFont typeface="+mj-lt"/>
              <a:buAutoNum type="arabicPeriod"/>
            </a:pPr>
            <a:r>
              <a:rPr lang="fr-FR" sz="1800" err="1"/>
              <a:t>What</a:t>
            </a:r>
            <a:r>
              <a:rPr lang="fr-FR" sz="1800"/>
              <a:t> </a:t>
            </a:r>
            <a:r>
              <a:rPr lang="fr-FR" sz="1800" err="1"/>
              <a:t>was</a:t>
            </a:r>
            <a:r>
              <a:rPr lang="fr-FR" sz="1800"/>
              <a:t> MOST </a:t>
            </a:r>
            <a:r>
              <a:rPr lang="fr-FR" sz="1800" err="1"/>
              <a:t>useful</a:t>
            </a:r>
            <a:r>
              <a:rPr lang="fr-FR" sz="1800"/>
              <a:t> to us in the IVCD </a:t>
            </a:r>
            <a:r>
              <a:rPr lang="fr-FR" sz="1800" err="1"/>
              <a:t>Map</a:t>
            </a:r>
            <a:r>
              <a:rPr lang="fr-FR" sz="1800"/>
              <a:t> </a:t>
            </a:r>
            <a:r>
              <a:rPr lang="fr-FR" sz="1800" err="1"/>
              <a:t>exercise</a:t>
            </a:r>
            <a:r>
              <a:rPr lang="fr-FR" sz="1800"/>
              <a:t>? How </a:t>
            </a:r>
            <a:r>
              <a:rPr lang="fr-FR" sz="1800" err="1"/>
              <a:t>would</a:t>
            </a:r>
            <a:r>
              <a:rPr lang="fr-FR" sz="1800"/>
              <a:t> </a:t>
            </a:r>
            <a:r>
              <a:rPr lang="fr-FR" sz="1800" err="1"/>
              <a:t>we</a:t>
            </a:r>
            <a:r>
              <a:rPr lang="fr-FR" sz="1800"/>
              <a:t> </a:t>
            </a:r>
            <a:r>
              <a:rPr lang="fr-FR" sz="1800" err="1"/>
              <a:t>sum</a:t>
            </a:r>
            <a:r>
              <a:rPr lang="fr-FR" sz="1800"/>
              <a:t> </a:t>
            </a:r>
            <a:r>
              <a:rPr lang="fr-FR" sz="1800" err="1"/>
              <a:t>it</a:t>
            </a:r>
            <a:r>
              <a:rPr lang="fr-FR" sz="1800"/>
              <a:t> up? </a:t>
            </a:r>
          </a:p>
          <a:p>
            <a:pPr marL="914400" lvl="1" indent="-457200">
              <a:buFont typeface="+mj-lt"/>
              <a:buAutoNum type="arabicPeriod"/>
            </a:pPr>
            <a:endParaRPr lang="fr-FR" sz="1800"/>
          </a:p>
          <a:p>
            <a:pPr marL="914400" lvl="1" indent="-457200">
              <a:buFont typeface="+mj-lt"/>
              <a:buAutoNum type="arabicPeriod"/>
            </a:pPr>
            <a:r>
              <a:rPr lang="fr-FR" sz="1800" err="1"/>
              <a:t>Where</a:t>
            </a:r>
            <a:r>
              <a:rPr lang="fr-FR" sz="1800"/>
              <a:t> can </a:t>
            </a:r>
            <a:r>
              <a:rPr lang="fr-FR" sz="1800" err="1"/>
              <a:t>you</a:t>
            </a:r>
            <a:r>
              <a:rPr lang="fr-FR" sz="1800"/>
              <a:t> </a:t>
            </a:r>
            <a:r>
              <a:rPr lang="fr-FR" sz="1800" err="1"/>
              <a:t>save</a:t>
            </a:r>
            <a:r>
              <a:rPr lang="fr-FR" sz="1800"/>
              <a:t> </a:t>
            </a:r>
            <a:r>
              <a:rPr lang="fr-FR" sz="1800" err="1"/>
              <a:t>this</a:t>
            </a:r>
            <a:r>
              <a:rPr lang="fr-FR" sz="1800"/>
              <a:t> essential information </a:t>
            </a:r>
            <a:r>
              <a:rPr lang="fr-FR" sz="1800" err="1"/>
              <a:t>so</a:t>
            </a:r>
            <a:r>
              <a:rPr lang="fr-FR" sz="1800"/>
              <a:t> </a:t>
            </a:r>
            <a:r>
              <a:rPr lang="fr-FR" sz="1800" err="1"/>
              <a:t>that</a:t>
            </a:r>
            <a:r>
              <a:rPr lang="fr-FR" sz="1800"/>
              <a:t> </a:t>
            </a:r>
            <a:r>
              <a:rPr lang="fr-FR" sz="1800" err="1"/>
              <a:t>it</a:t>
            </a:r>
            <a:r>
              <a:rPr lang="fr-FR" sz="1800"/>
              <a:t> can </a:t>
            </a:r>
            <a:r>
              <a:rPr lang="fr-FR" sz="1800" err="1"/>
              <a:t>be</a:t>
            </a:r>
            <a:r>
              <a:rPr lang="fr-FR" sz="1800"/>
              <a:t> </a:t>
            </a:r>
            <a:r>
              <a:rPr lang="fr-FR" sz="1800" err="1"/>
              <a:t>used</a:t>
            </a:r>
            <a:r>
              <a:rPr lang="fr-FR" sz="1800"/>
              <a:t> </a:t>
            </a:r>
            <a:r>
              <a:rPr lang="fr-FR" sz="1800" err="1"/>
              <a:t>again</a:t>
            </a:r>
            <a:r>
              <a:rPr lang="fr-FR" sz="1800"/>
              <a:t> </a:t>
            </a:r>
            <a:r>
              <a:rPr lang="fr-FR" sz="1800" err="1"/>
              <a:t>later</a:t>
            </a:r>
            <a:r>
              <a:rPr lang="fr-FR" sz="1800"/>
              <a:t>?</a:t>
            </a:r>
          </a:p>
          <a:p>
            <a:pPr marL="914400" lvl="1" indent="-457200">
              <a:buFont typeface="+mj-lt"/>
              <a:buAutoNum type="arabicPeriod"/>
            </a:pPr>
            <a:endParaRPr lang="fr-FR" sz="1800"/>
          </a:p>
          <a:p>
            <a:pPr marL="914400" lvl="1" indent="-457200">
              <a:buFont typeface="+mj-lt"/>
              <a:buAutoNum type="arabicPeriod"/>
            </a:pPr>
            <a:r>
              <a:rPr lang="fr-FR" sz="1800"/>
              <a:t>How </a:t>
            </a:r>
            <a:r>
              <a:rPr lang="fr-FR" sz="1800" err="1"/>
              <a:t>will</a:t>
            </a:r>
            <a:r>
              <a:rPr lang="fr-FR" sz="1800"/>
              <a:t> </a:t>
            </a:r>
            <a:r>
              <a:rPr lang="fr-FR" sz="1800" err="1"/>
              <a:t>we</a:t>
            </a:r>
            <a:r>
              <a:rPr lang="fr-FR" sz="1800"/>
              <a:t> manage </a:t>
            </a:r>
            <a:r>
              <a:rPr lang="fr-FR" sz="1800" err="1"/>
              <a:t>this</a:t>
            </a:r>
            <a:r>
              <a:rPr lang="fr-FR" sz="1800"/>
              <a:t> </a:t>
            </a:r>
            <a:r>
              <a:rPr lang="fr-FR" sz="1800" err="1"/>
              <a:t>knowledge</a:t>
            </a:r>
            <a:r>
              <a:rPr lang="fr-FR" sz="1800"/>
              <a:t> (</a:t>
            </a:r>
            <a:r>
              <a:rPr lang="fr-FR" sz="1800" err="1"/>
              <a:t>dissemination</a:t>
            </a:r>
            <a:r>
              <a:rPr lang="fr-FR" sz="1800"/>
              <a:t>, transmission, etc.)?</a:t>
            </a:r>
          </a:p>
        </p:txBody>
      </p:sp>
      <p:pic>
        <p:nvPicPr>
          <p:cNvPr id="5" name="Image 4">
            <a:extLst>
              <a:ext uri="{FF2B5EF4-FFF2-40B4-BE49-F238E27FC236}">
                <a16:creationId xmlns:a16="http://schemas.microsoft.com/office/drawing/2014/main" id="{2FB73E66-0609-4A7A-CE09-2FE6EEC68D8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87489" y="2772133"/>
            <a:ext cx="3262901" cy="2173092"/>
          </a:xfrm>
          <a:prstGeom prst="rect">
            <a:avLst/>
          </a:prstGeom>
        </p:spPr>
      </p:pic>
    </p:spTree>
    <p:extLst>
      <p:ext uri="{BB962C8B-B14F-4D97-AF65-F5344CB8AC3E}">
        <p14:creationId xmlns:p14="http://schemas.microsoft.com/office/powerpoint/2010/main" val="1773223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fr-FR"/>
              <a:t>Limitations and extensions for the IVCD </a:t>
            </a:r>
            <a:r>
              <a:rPr lang="fr-FR" err="1"/>
              <a:t>Map</a:t>
            </a:r>
            <a:endParaRPr lang="fr-F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1730840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469727-EF31-D359-3C26-E6B912607C27}"/>
              </a:ext>
            </a:extLst>
          </p:cNvPr>
          <p:cNvSpPr>
            <a:spLocks noGrp="1"/>
          </p:cNvSpPr>
          <p:nvPr>
            <p:ph type="title"/>
          </p:nvPr>
        </p:nvSpPr>
        <p:spPr/>
        <p:txBody>
          <a:bodyPr/>
          <a:lstStyle/>
          <a:p>
            <a:r>
              <a:rPr lang="fr-FR"/>
              <a:t>Limitations of the IVCD </a:t>
            </a:r>
            <a:r>
              <a:rPr lang="fr-FR" err="1"/>
              <a:t>Map</a:t>
            </a:r>
            <a:endParaRPr lang="fr-FR"/>
          </a:p>
        </p:txBody>
      </p:sp>
      <p:sp>
        <p:nvSpPr>
          <p:cNvPr id="3" name="Espace réservé du contenu 2">
            <a:extLst>
              <a:ext uri="{FF2B5EF4-FFF2-40B4-BE49-F238E27FC236}">
                <a16:creationId xmlns:a16="http://schemas.microsoft.com/office/drawing/2014/main" id="{4878EEEF-4183-A5A3-06FF-661C10A6F4BE}"/>
              </a:ext>
            </a:extLst>
          </p:cNvPr>
          <p:cNvSpPr>
            <a:spLocks noGrp="1"/>
          </p:cNvSpPr>
          <p:nvPr>
            <p:ph idx="1"/>
          </p:nvPr>
        </p:nvSpPr>
        <p:spPr>
          <a:xfrm>
            <a:off x="3074379" y="2510192"/>
            <a:ext cx="8156510" cy="3545730"/>
          </a:xfrm>
        </p:spPr>
        <p:txBody>
          <a:bodyPr>
            <a:normAutofit/>
          </a:bodyPr>
          <a:lstStyle/>
          <a:p>
            <a:pPr marL="0" indent="0">
              <a:buNone/>
            </a:pPr>
            <a:r>
              <a:rPr lang="fr-FR" sz="1800"/>
              <a:t>The IVCD </a:t>
            </a:r>
            <a:r>
              <a:rPr lang="fr-FR" sz="1800" err="1"/>
              <a:t>Map </a:t>
            </a:r>
            <a:r>
              <a:rPr lang="fr-FR" sz="1800"/>
              <a:t>is a simple tool that does not address the following aspects: </a:t>
            </a:r>
          </a:p>
          <a:p>
            <a:pPr marL="0" indent="0">
              <a:buNone/>
            </a:pPr>
            <a:endParaRPr lang="fr-FR" sz="1800"/>
          </a:p>
          <a:p>
            <a:r>
              <a:rPr lang="fr-FR" sz="1800"/>
              <a:t>List of topics for discussion </a:t>
            </a:r>
          </a:p>
          <a:p>
            <a:r>
              <a:rPr lang="fr-FR" sz="1800"/>
              <a:t>Recommendations on "what to put in autonomy or consensus</a:t>
            </a:r>
          </a:p>
          <a:p>
            <a:r>
              <a:rPr lang="fr-FR" sz="1800"/>
              <a:t>Details on the form of collective decision</a:t>
            </a:r>
          </a:p>
          <a:p>
            <a:endParaRPr lang="fr-FR" sz="1800"/>
          </a:p>
          <a:p>
            <a:pPr marL="0" indent="0">
              <a:buNone/>
            </a:pPr>
            <a:r>
              <a:rPr lang="fr-FR" sz="1800"/>
              <a:t>The IVCD </a:t>
            </a:r>
            <a:r>
              <a:rPr lang="fr-FR" sz="1800" err="1"/>
              <a:t>map </a:t>
            </a:r>
            <a:r>
              <a:rPr lang="fr-FR" sz="1800"/>
              <a:t>does not seek to push a particular culture (fostering autonomy or consensus), it is simply a tool of expression for a group to improve its daily life.</a:t>
            </a:r>
          </a:p>
          <a:p>
            <a:endParaRPr lang="fr-FR" sz="1800"/>
          </a:p>
        </p:txBody>
      </p:sp>
      <p:pic>
        <p:nvPicPr>
          <p:cNvPr id="5" name="Graphique 4" descr="Avertissement avec un remplissage uni">
            <a:extLst>
              <a:ext uri="{FF2B5EF4-FFF2-40B4-BE49-F238E27FC236}">
                <a16:creationId xmlns:a16="http://schemas.microsoft.com/office/drawing/2014/main" id="{728868AE-8011-24C9-F573-CD20AA2895F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253739"/>
            <a:ext cx="2171350" cy="2171350"/>
          </a:xfrm>
          <a:prstGeom prst="rect">
            <a:avLst/>
          </a:prstGeom>
        </p:spPr>
      </p:pic>
    </p:spTree>
    <p:extLst>
      <p:ext uri="{BB962C8B-B14F-4D97-AF65-F5344CB8AC3E}">
        <p14:creationId xmlns:p14="http://schemas.microsoft.com/office/powerpoint/2010/main" val="36808051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469727-EF31-D359-3C26-E6B912607C27}"/>
              </a:ext>
            </a:extLst>
          </p:cNvPr>
          <p:cNvSpPr>
            <a:spLocks noGrp="1"/>
          </p:cNvSpPr>
          <p:nvPr>
            <p:ph type="title"/>
          </p:nvPr>
        </p:nvSpPr>
        <p:spPr/>
        <p:txBody>
          <a:bodyPr/>
          <a:lstStyle/>
          <a:p>
            <a:r>
              <a:rPr lang="en-US"/>
              <a:t>The IVCD Map and the combination with other tools</a:t>
            </a:r>
          </a:p>
        </p:txBody>
      </p:sp>
      <p:sp>
        <p:nvSpPr>
          <p:cNvPr id="3" name="Espace réservé du contenu 2">
            <a:extLst>
              <a:ext uri="{FF2B5EF4-FFF2-40B4-BE49-F238E27FC236}">
                <a16:creationId xmlns:a16="http://schemas.microsoft.com/office/drawing/2014/main" id="{4878EEEF-4183-A5A3-06FF-661C10A6F4BE}"/>
              </a:ext>
            </a:extLst>
          </p:cNvPr>
          <p:cNvSpPr>
            <a:spLocks noGrp="1"/>
          </p:cNvSpPr>
          <p:nvPr>
            <p:ph idx="1"/>
          </p:nvPr>
        </p:nvSpPr>
        <p:spPr>
          <a:xfrm>
            <a:off x="3628053" y="1847462"/>
            <a:ext cx="8156510" cy="3545730"/>
          </a:xfrm>
        </p:spPr>
        <p:txBody>
          <a:bodyPr>
            <a:normAutofit lnSpcReduction="10000"/>
          </a:bodyPr>
          <a:lstStyle/>
          <a:p>
            <a:pPr marL="0" indent="0">
              <a:buNone/>
            </a:pPr>
            <a:r>
              <a:rPr lang="en-US" sz="1800"/>
              <a:t>The IVCD Map was designed to be an extremely simple and light tool. It is of course not the only methodological tool that exists on the subject of « autonomy vs consensus » and it can be complemented with other more specialized tools. </a:t>
            </a:r>
          </a:p>
          <a:p>
            <a:endParaRPr lang="en-US" sz="1800"/>
          </a:p>
          <a:p>
            <a:r>
              <a:rPr lang="en-US" sz="1800"/>
              <a:t>With </a:t>
            </a:r>
            <a:r>
              <a:rPr lang="en-US" sz="1800" b="1"/>
              <a:t>Delegation Poker (</a:t>
            </a:r>
            <a:r>
              <a:rPr lang="en-US" sz="1800"/>
              <a:t>Management 3.0): After a round with the IVCD Map to clarify everyone's freedoms in a simple way, we can </a:t>
            </a:r>
            <a:r>
              <a:rPr lang="en-US" sz="1800" b="1"/>
              <a:t>go into more detail </a:t>
            </a:r>
            <a:r>
              <a:rPr lang="en-US" sz="1800"/>
              <a:t>with delegation poker, especially on the decisions of the team leader or manager.</a:t>
            </a:r>
          </a:p>
          <a:p>
            <a:endParaRPr lang="en-US" sz="1800"/>
          </a:p>
          <a:p>
            <a:endParaRPr lang="en-US" sz="1800"/>
          </a:p>
          <a:p>
            <a:r>
              <a:rPr lang="en-US" sz="1800"/>
              <a:t>With </a:t>
            </a:r>
            <a:r>
              <a:rPr lang="en-US" sz="1800" b="1"/>
              <a:t>RACI</a:t>
            </a:r>
            <a:r>
              <a:rPr lang="en-US" sz="1800"/>
              <a:t> (Responsible, Accountable, Consulted, Informed): After a round of IVCD map as a discussion tool to introduce the topic in a simple way. All collective decisions can be detailed within the RACI framework.</a:t>
            </a:r>
          </a:p>
          <a:p>
            <a:endParaRPr lang="en-US" sz="1800"/>
          </a:p>
        </p:txBody>
      </p:sp>
      <p:pic>
        <p:nvPicPr>
          <p:cNvPr id="5" name="Image 4">
            <a:extLst>
              <a:ext uri="{FF2B5EF4-FFF2-40B4-BE49-F238E27FC236}">
                <a16:creationId xmlns:a16="http://schemas.microsoft.com/office/drawing/2014/main" id="{1BADCE6F-0028-7B40-0B0B-DB50722246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5997" y="2589245"/>
            <a:ext cx="2387929" cy="1679510"/>
          </a:xfrm>
          <a:prstGeom prst="rect">
            <a:avLst/>
          </a:prstGeom>
        </p:spPr>
      </p:pic>
      <p:pic>
        <p:nvPicPr>
          <p:cNvPr id="7" name="Image 6" descr="Une image contenant table&#10;&#10;Description générée automatiquement">
            <a:extLst>
              <a:ext uri="{FF2B5EF4-FFF2-40B4-BE49-F238E27FC236}">
                <a16:creationId xmlns:a16="http://schemas.microsoft.com/office/drawing/2014/main" id="{32B20F62-23E2-6A03-6C8F-1CAFEE175F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6946" y="4553437"/>
            <a:ext cx="2436980" cy="1679510"/>
          </a:xfrm>
          <a:prstGeom prst="rect">
            <a:avLst/>
          </a:prstGeom>
        </p:spPr>
      </p:pic>
    </p:spTree>
    <p:extLst>
      <p:ext uri="{BB962C8B-B14F-4D97-AF65-F5344CB8AC3E}">
        <p14:creationId xmlns:p14="http://schemas.microsoft.com/office/powerpoint/2010/main" val="10809550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0BCF3B-2DA2-2416-6C0A-E3BC84AE475F}"/>
              </a:ext>
            </a:extLst>
          </p:cNvPr>
          <p:cNvSpPr>
            <a:spLocks noGrp="1"/>
          </p:cNvSpPr>
          <p:nvPr>
            <p:ph type="title"/>
          </p:nvPr>
        </p:nvSpPr>
        <p:spPr/>
        <p:txBody>
          <a:bodyPr/>
          <a:lstStyle/>
          <a:p>
            <a:r>
              <a:rPr lang="fr-FR"/>
              <a:t>IVCD Detailed </a:t>
            </a:r>
            <a:r>
              <a:rPr lang="fr-FR" err="1"/>
              <a:t>map</a:t>
            </a:r>
          </a:p>
        </p:txBody>
      </p:sp>
      <p:sp>
        <p:nvSpPr>
          <p:cNvPr id="3" name="Espace réservé du contenu 2">
            <a:extLst>
              <a:ext uri="{FF2B5EF4-FFF2-40B4-BE49-F238E27FC236}">
                <a16:creationId xmlns:a16="http://schemas.microsoft.com/office/drawing/2014/main" id="{393442AE-3F5D-139A-CD16-E17C9F16677B}"/>
              </a:ext>
            </a:extLst>
          </p:cNvPr>
          <p:cNvSpPr>
            <a:spLocks noGrp="1"/>
          </p:cNvSpPr>
          <p:nvPr>
            <p:ph idx="1"/>
          </p:nvPr>
        </p:nvSpPr>
        <p:spPr>
          <a:xfrm>
            <a:off x="1943644" y="1819298"/>
            <a:ext cx="6372849" cy="848704"/>
          </a:xfrm>
        </p:spPr>
        <p:txBody>
          <a:bodyPr>
            <a:normAutofit fontScale="92500" lnSpcReduction="10000"/>
          </a:bodyPr>
          <a:lstStyle/>
          <a:p>
            <a:pPr marL="0" indent="0">
              <a:buNone/>
            </a:pPr>
            <a:r>
              <a:rPr lang="fr-FR" sz="1800"/>
              <a:t>Each time a ticket is in the "consensus" box:</a:t>
            </a:r>
          </a:p>
          <a:p>
            <a:pPr marL="0" indent="0">
              <a:buNone/>
            </a:pPr>
            <a:r>
              <a:rPr lang="fr-FR" sz="1800"/>
              <a:t>The detailed IVCD </a:t>
            </a:r>
            <a:r>
              <a:rPr lang="fr-FR" sz="1800" err="1"/>
              <a:t>Map </a:t>
            </a:r>
            <a:r>
              <a:rPr lang="fr-FR" sz="1800"/>
              <a:t>consists in detailing "who are the collectives" associated (Green Tickets in the example below)</a:t>
            </a:r>
          </a:p>
          <a:p>
            <a:endParaRPr lang="fr-FR" sz="1800"/>
          </a:p>
          <a:p>
            <a:endParaRPr lang="fr-FR" sz="1800"/>
          </a:p>
        </p:txBody>
      </p:sp>
      <p:grpSp>
        <p:nvGrpSpPr>
          <p:cNvPr id="187" name="Groupe 186">
            <a:extLst>
              <a:ext uri="{FF2B5EF4-FFF2-40B4-BE49-F238E27FC236}">
                <a16:creationId xmlns:a16="http://schemas.microsoft.com/office/drawing/2014/main" id="{0C2AAC4A-D841-F7E2-466C-D8CC8DC2B41E}"/>
              </a:ext>
            </a:extLst>
          </p:cNvPr>
          <p:cNvGrpSpPr/>
          <p:nvPr/>
        </p:nvGrpSpPr>
        <p:grpSpPr>
          <a:xfrm>
            <a:off x="897288" y="4198832"/>
            <a:ext cx="3226026" cy="1614825"/>
            <a:chOff x="2071688" y="1690688"/>
            <a:chExt cx="9894887" cy="4953000"/>
          </a:xfrm>
        </p:grpSpPr>
        <p:grpSp>
          <p:nvGrpSpPr>
            <p:cNvPr id="188" name="Groupe 187">
              <a:extLst>
                <a:ext uri="{FF2B5EF4-FFF2-40B4-BE49-F238E27FC236}">
                  <a16:creationId xmlns:a16="http://schemas.microsoft.com/office/drawing/2014/main" id="{A5006CCA-CD1F-EA5B-14A0-90414A49A485}"/>
                </a:ext>
              </a:extLst>
            </p:cNvPr>
            <p:cNvGrpSpPr/>
            <p:nvPr/>
          </p:nvGrpSpPr>
          <p:grpSpPr>
            <a:xfrm>
              <a:off x="3333750" y="1690688"/>
              <a:ext cx="6959600" cy="4953000"/>
              <a:chOff x="2425700" y="1690688"/>
              <a:chExt cx="6959600" cy="4953000"/>
            </a:xfrm>
          </p:grpSpPr>
          <p:sp>
            <p:nvSpPr>
              <p:cNvPr id="199" name="Ellipse 198">
                <a:extLst>
                  <a:ext uri="{FF2B5EF4-FFF2-40B4-BE49-F238E27FC236}">
                    <a16:creationId xmlns:a16="http://schemas.microsoft.com/office/drawing/2014/main" id="{1BBF4C11-1D38-95FD-001B-3CDB7B091227}"/>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sp>
            <p:nvSpPr>
              <p:cNvPr id="200" name="Ellipse 199">
                <a:extLst>
                  <a:ext uri="{FF2B5EF4-FFF2-40B4-BE49-F238E27FC236}">
                    <a16:creationId xmlns:a16="http://schemas.microsoft.com/office/drawing/2014/main" id="{F75D0DDB-D51B-E03B-2760-B58C5E6F00CB}"/>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grpSp>
        <p:sp>
          <p:nvSpPr>
            <p:cNvPr id="189" name="ZoneTexte 188">
              <a:extLst>
                <a:ext uri="{FF2B5EF4-FFF2-40B4-BE49-F238E27FC236}">
                  <a16:creationId xmlns:a16="http://schemas.microsoft.com/office/drawing/2014/main" id="{8B6038D3-AD67-559E-5660-023E37D079EC}"/>
                </a:ext>
              </a:extLst>
            </p:cNvPr>
            <p:cNvSpPr txBox="1"/>
            <p:nvPr/>
          </p:nvSpPr>
          <p:spPr>
            <a:xfrm>
              <a:off x="2071688" y="1690688"/>
              <a:ext cx="1673225" cy="1038415"/>
            </a:xfrm>
            <a:prstGeom prst="rect">
              <a:avLst/>
            </a:prstGeom>
            <a:noFill/>
          </p:spPr>
          <p:txBody>
            <a:bodyPr wrap="square">
              <a:spAutoFit/>
            </a:bodyPr>
            <a:lstStyle/>
            <a:p>
              <a:pPr algn="ctr"/>
              <a:r>
                <a:rPr lang="fr-FR" sz="400" b="1">
                  <a:solidFill>
                    <a:srgbClr val="ED7D31"/>
                  </a:solidFill>
                </a:rPr>
                <a:t>Decisions that are best made alone</a:t>
              </a:r>
              <a:endParaRPr lang="fr-FR" sz="400">
                <a:solidFill>
                  <a:srgbClr val="ED7D31"/>
                </a:solidFill>
              </a:endParaRPr>
            </a:p>
          </p:txBody>
        </p:sp>
        <p:sp>
          <p:nvSpPr>
            <p:cNvPr id="190" name="ZoneTexte 189">
              <a:extLst>
                <a:ext uri="{FF2B5EF4-FFF2-40B4-BE49-F238E27FC236}">
                  <a16:creationId xmlns:a16="http://schemas.microsoft.com/office/drawing/2014/main" id="{6D04FDD5-9F6D-92FF-112E-FD21C4A46880}"/>
                </a:ext>
              </a:extLst>
            </p:cNvPr>
            <p:cNvSpPr txBox="1"/>
            <p:nvPr/>
          </p:nvSpPr>
          <p:spPr>
            <a:xfrm>
              <a:off x="10293350" y="1690688"/>
              <a:ext cx="1673225" cy="1227220"/>
            </a:xfrm>
            <a:prstGeom prst="rect">
              <a:avLst/>
            </a:prstGeom>
            <a:noFill/>
          </p:spPr>
          <p:txBody>
            <a:bodyPr wrap="square">
              <a:spAutoFit/>
            </a:bodyPr>
            <a:lstStyle/>
            <a:p>
              <a:pPr algn="ctr"/>
              <a:r>
                <a:rPr lang="fr-FR" sz="400" b="1">
                  <a:solidFill>
                    <a:srgbClr val="3494BA"/>
                  </a:solidFill>
                </a:rPr>
                <a:t>Decisions that are best and agreed upon as a group</a:t>
              </a:r>
              <a:endParaRPr lang="fr-FR" sz="400">
                <a:solidFill>
                  <a:srgbClr val="3494BA"/>
                </a:solidFill>
              </a:endParaRPr>
            </a:p>
          </p:txBody>
        </p:sp>
        <p:sp>
          <p:nvSpPr>
            <p:cNvPr id="191" name="ZoneTexte 190">
              <a:extLst>
                <a:ext uri="{FF2B5EF4-FFF2-40B4-BE49-F238E27FC236}">
                  <a16:creationId xmlns:a16="http://schemas.microsoft.com/office/drawing/2014/main" id="{E7E231A3-1561-3D93-563B-6E998008C1EB}"/>
                </a:ext>
              </a:extLst>
            </p:cNvPr>
            <p:cNvSpPr txBox="1"/>
            <p:nvPr/>
          </p:nvSpPr>
          <p:spPr>
            <a:xfrm>
              <a:off x="6096001" y="2106187"/>
              <a:ext cx="1401765" cy="660811"/>
            </a:xfrm>
            <a:prstGeom prst="rect">
              <a:avLst/>
            </a:prstGeom>
            <a:noFill/>
          </p:spPr>
          <p:txBody>
            <a:bodyPr wrap="square">
              <a:spAutoFit/>
            </a:bodyPr>
            <a:lstStyle/>
            <a:p>
              <a:pPr algn="ctr"/>
              <a:r>
                <a:rPr lang="fr-FR" sz="400" b="1">
                  <a:solidFill>
                    <a:schemeClr val="bg1">
                      <a:lumMod val="50000"/>
                    </a:schemeClr>
                  </a:solidFill>
                </a:rPr>
                <a:t>Grey area (case by case)</a:t>
              </a:r>
              <a:endParaRPr lang="fr-FR" sz="400">
                <a:solidFill>
                  <a:schemeClr val="bg1">
                    <a:lumMod val="50000"/>
                  </a:schemeClr>
                </a:solidFill>
              </a:endParaRPr>
            </a:p>
          </p:txBody>
        </p:sp>
        <p:sp>
          <p:nvSpPr>
            <p:cNvPr id="193" name="ZoneTexte 192">
              <a:extLst>
                <a:ext uri="{FF2B5EF4-FFF2-40B4-BE49-F238E27FC236}">
                  <a16:creationId xmlns:a16="http://schemas.microsoft.com/office/drawing/2014/main" id="{1468CC21-ACEB-3AF4-54AC-ACC9E11A0737}"/>
                </a:ext>
              </a:extLst>
            </p:cNvPr>
            <p:cNvSpPr txBox="1"/>
            <p:nvPr/>
          </p:nvSpPr>
          <p:spPr>
            <a:xfrm>
              <a:off x="8505227" y="2729103"/>
              <a:ext cx="1547415" cy="738663"/>
            </a:xfrm>
            <a:prstGeom prst="rect">
              <a:avLst/>
            </a:prstGeom>
            <a:solidFill>
              <a:schemeClr val="accent6"/>
            </a:solidFill>
            <a:ln>
              <a:solidFill>
                <a:schemeClr val="tx1"/>
              </a:solidFill>
            </a:ln>
          </p:spPr>
          <p:txBody>
            <a:bodyPr wrap="square">
              <a:normAutofit/>
            </a:bodyPr>
            <a:lstStyle/>
            <a:p>
              <a:pPr algn="ctr"/>
              <a:endParaRPr lang="fr-FR" sz="200"/>
            </a:p>
          </p:txBody>
        </p:sp>
        <p:sp>
          <p:nvSpPr>
            <p:cNvPr id="195" name="ZoneTexte 194">
              <a:extLst>
                <a:ext uri="{FF2B5EF4-FFF2-40B4-BE49-F238E27FC236}">
                  <a16:creationId xmlns:a16="http://schemas.microsoft.com/office/drawing/2014/main" id="{466C7592-4F76-8798-CCDC-172B9CEA43C8}"/>
                </a:ext>
              </a:extLst>
            </p:cNvPr>
            <p:cNvSpPr txBox="1"/>
            <p:nvPr/>
          </p:nvSpPr>
          <p:spPr>
            <a:xfrm>
              <a:off x="8583017" y="3797856"/>
              <a:ext cx="1547415" cy="954107"/>
            </a:xfrm>
            <a:prstGeom prst="rect">
              <a:avLst/>
            </a:prstGeom>
            <a:solidFill>
              <a:schemeClr val="accent6"/>
            </a:solidFill>
            <a:ln>
              <a:solidFill>
                <a:schemeClr val="tx1"/>
              </a:solidFill>
            </a:ln>
          </p:spPr>
          <p:txBody>
            <a:bodyPr wrap="square">
              <a:normAutofit/>
            </a:bodyPr>
            <a:lstStyle/>
            <a:p>
              <a:pPr algn="ctr"/>
              <a:endParaRPr lang="fr-FR" sz="200"/>
            </a:p>
          </p:txBody>
        </p:sp>
        <p:sp>
          <p:nvSpPr>
            <p:cNvPr id="207" name="ZoneTexte 206">
              <a:extLst>
                <a:ext uri="{FF2B5EF4-FFF2-40B4-BE49-F238E27FC236}">
                  <a16:creationId xmlns:a16="http://schemas.microsoft.com/office/drawing/2014/main" id="{C4C1E36D-8215-8D0E-BE6A-2E7AABA47C5A}"/>
                </a:ext>
              </a:extLst>
            </p:cNvPr>
            <p:cNvSpPr txBox="1"/>
            <p:nvPr/>
          </p:nvSpPr>
          <p:spPr>
            <a:xfrm>
              <a:off x="8147241" y="5038555"/>
              <a:ext cx="1547415" cy="954106"/>
            </a:xfrm>
            <a:prstGeom prst="rect">
              <a:avLst/>
            </a:prstGeom>
            <a:solidFill>
              <a:schemeClr val="accent6"/>
            </a:solidFill>
            <a:ln>
              <a:solidFill>
                <a:schemeClr val="tx1"/>
              </a:solidFill>
            </a:ln>
          </p:spPr>
          <p:txBody>
            <a:bodyPr wrap="square">
              <a:normAutofit/>
            </a:bodyPr>
            <a:lstStyle/>
            <a:p>
              <a:pPr algn="ctr"/>
              <a:endParaRPr lang="fr-FR" sz="200"/>
            </a:p>
          </p:txBody>
        </p:sp>
        <p:sp>
          <p:nvSpPr>
            <p:cNvPr id="301" name="ZoneTexte 300">
              <a:extLst>
                <a:ext uri="{FF2B5EF4-FFF2-40B4-BE49-F238E27FC236}">
                  <a16:creationId xmlns:a16="http://schemas.microsoft.com/office/drawing/2014/main" id="{28CDD65D-4708-A72B-79DF-DDA13A364159}"/>
                </a:ext>
              </a:extLst>
            </p:cNvPr>
            <p:cNvSpPr txBox="1"/>
            <p:nvPr/>
          </p:nvSpPr>
          <p:spPr>
            <a:xfrm>
              <a:off x="7733797" y="1754590"/>
              <a:ext cx="1547415" cy="738663"/>
            </a:xfrm>
            <a:prstGeom prst="rect">
              <a:avLst/>
            </a:prstGeom>
            <a:solidFill>
              <a:schemeClr val="accent6"/>
            </a:solidFill>
            <a:ln>
              <a:solidFill>
                <a:schemeClr val="tx1"/>
              </a:solidFill>
            </a:ln>
          </p:spPr>
          <p:txBody>
            <a:bodyPr wrap="square">
              <a:normAutofit/>
            </a:bodyPr>
            <a:lstStyle/>
            <a:p>
              <a:pPr algn="ctr"/>
              <a:endParaRPr lang="fr-FR" sz="200"/>
            </a:p>
          </p:txBody>
        </p:sp>
      </p:grpSp>
      <p:pic>
        <p:nvPicPr>
          <p:cNvPr id="201" name="Graphique 200" descr="Homme portant un sweat à capuche">
            <a:extLst>
              <a:ext uri="{FF2B5EF4-FFF2-40B4-BE49-F238E27FC236}">
                <a16:creationId xmlns:a16="http://schemas.microsoft.com/office/drawing/2014/main" id="{6B82F75B-21C8-733A-D762-1622357463B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45583" y="4480494"/>
            <a:ext cx="387523" cy="522438"/>
          </a:xfrm>
          <a:prstGeom prst="rect">
            <a:avLst/>
          </a:prstGeom>
        </p:spPr>
      </p:pic>
      <p:grpSp>
        <p:nvGrpSpPr>
          <p:cNvPr id="202" name="Groupe 201">
            <a:extLst>
              <a:ext uri="{FF2B5EF4-FFF2-40B4-BE49-F238E27FC236}">
                <a16:creationId xmlns:a16="http://schemas.microsoft.com/office/drawing/2014/main" id="{3B9EEEFA-0E01-FE09-6BC3-919D688C7FCA}"/>
              </a:ext>
            </a:extLst>
          </p:cNvPr>
          <p:cNvGrpSpPr/>
          <p:nvPr/>
        </p:nvGrpSpPr>
        <p:grpSpPr>
          <a:xfrm>
            <a:off x="3684119" y="4693092"/>
            <a:ext cx="977350" cy="288026"/>
            <a:chOff x="10408277" y="3548984"/>
            <a:chExt cx="1801932" cy="531031"/>
          </a:xfrm>
        </p:grpSpPr>
        <p:pic>
          <p:nvPicPr>
            <p:cNvPr id="203" name="Graphique 202" descr="Homme portant un sweat à capuche">
              <a:extLst>
                <a:ext uri="{FF2B5EF4-FFF2-40B4-BE49-F238E27FC236}">
                  <a16:creationId xmlns:a16="http://schemas.microsoft.com/office/drawing/2014/main" id="{9BEC1DEE-161D-826D-4165-D897E97E8EB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841649" y="3557577"/>
              <a:ext cx="387523" cy="522438"/>
            </a:xfrm>
            <a:prstGeom prst="rect">
              <a:avLst/>
            </a:prstGeom>
          </p:spPr>
        </p:pic>
        <p:pic>
          <p:nvPicPr>
            <p:cNvPr id="204" name="Graphique 203" descr="Femme avec bras prothétique">
              <a:extLst>
                <a:ext uri="{FF2B5EF4-FFF2-40B4-BE49-F238E27FC236}">
                  <a16:creationId xmlns:a16="http://schemas.microsoft.com/office/drawing/2014/main" id="{6A8F7E53-27AA-1EF6-0BF3-9FD76DBCBAE4}"/>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240134" y="3548984"/>
              <a:ext cx="482456" cy="506579"/>
            </a:xfrm>
            <a:prstGeom prst="rect">
              <a:avLst/>
            </a:prstGeom>
          </p:spPr>
        </p:pic>
        <p:pic>
          <p:nvPicPr>
            <p:cNvPr id="205" name="Graphique 204" descr="Homme barbu en peignoir">
              <a:extLst>
                <a:ext uri="{FF2B5EF4-FFF2-40B4-BE49-F238E27FC236}">
                  <a16:creationId xmlns:a16="http://schemas.microsoft.com/office/drawing/2014/main" id="{1D662F5E-101D-7164-45B9-01DD189DE9C6}"/>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408277" y="3548984"/>
              <a:ext cx="422410" cy="531030"/>
            </a:xfrm>
            <a:prstGeom prst="rect">
              <a:avLst/>
            </a:prstGeom>
          </p:spPr>
        </p:pic>
        <p:pic>
          <p:nvPicPr>
            <p:cNvPr id="206" name="Graphique 205" descr="Femme tenant un ordinateur portable">
              <a:extLst>
                <a:ext uri="{FF2B5EF4-FFF2-40B4-BE49-F238E27FC236}">
                  <a16:creationId xmlns:a16="http://schemas.microsoft.com/office/drawing/2014/main" id="{958B3B9E-30A8-476B-0A08-26CF9F5E05DF}"/>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711628" y="3573435"/>
              <a:ext cx="498581" cy="506579"/>
            </a:xfrm>
            <a:prstGeom prst="rect">
              <a:avLst/>
            </a:prstGeom>
          </p:spPr>
        </p:pic>
      </p:grpSp>
      <p:sp>
        <p:nvSpPr>
          <p:cNvPr id="208" name="Espace réservé du contenu 2">
            <a:extLst>
              <a:ext uri="{FF2B5EF4-FFF2-40B4-BE49-F238E27FC236}">
                <a16:creationId xmlns:a16="http://schemas.microsoft.com/office/drawing/2014/main" id="{F2F9BE4A-3922-F767-5BD2-5C0F1F2C6AF6}"/>
              </a:ext>
            </a:extLst>
          </p:cNvPr>
          <p:cNvSpPr txBox="1">
            <a:spLocks/>
          </p:cNvSpPr>
          <p:nvPr/>
        </p:nvSpPr>
        <p:spPr>
          <a:xfrm>
            <a:off x="1027824" y="3326079"/>
            <a:ext cx="4265987" cy="3519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a:t>IVCD Simple </a:t>
            </a:r>
            <a:r>
              <a:rPr lang="fr-FR" sz="1800" err="1"/>
              <a:t>Map</a:t>
            </a:r>
          </a:p>
        </p:txBody>
      </p:sp>
      <p:sp>
        <p:nvSpPr>
          <p:cNvPr id="209" name="Espace réservé du contenu 2">
            <a:extLst>
              <a:ext uri="{FF2B5EF4-FFF2-40B4-BE49-F238E27FC236}">
                <a16:creationId xmlns:a16="http://schemas.microsoft.com/office/drawing/2014/main" id="{500E55C2-1A78-35A3-161B-C169DC2C5E71}"/>
              </a:ext>
            </a:extLst>
          </p:cNvPr>
          <p:cNvSpPr txBox="1">
            <a:spLocks/>
          </p:cNvSpPr>
          <p:nvPr/>
        </p:nvSpPr>
        <p:spPr>
          <a:xfrm>
            <a:off x="6268985" y="3265794"/>
            <a:ext cx="4265987" cy="3519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a:t>IVCD Detailed </a:t>
            </a:r>
            <a:r>
              <a:rPr lang="fr-FR" sz="1800" err="1"/>
              <a:t>map</a:t>
            </a:r>
          </a:p>
        </p:txBody>
      </p:sp>
      <p:sp>
        <p:nvSpPr>
          <p:cNvPr id="210" name="ZoneTexte 209">
            <a:extLst>
              <a:ext uri="{FF2B5EF4-FFF2-40B4-BE49-F238E27FC236}">
                <a16:creationId xmlns:a16="http://schemas.microsoft.com/office/drawing/2014/main" id="{F42BC581-E7E0-E707-3C8A-4198F3F25E26}"/>
              </a:ext>
            </a:extLst>
          </p:cNvPr>
          <p:cNvSpPr txBox="1"/>
          <p:nvPr/>
        </p:nvSpPr>
        <p:spPr>
          <a:xfrm>
            <a:off x="6820968" y="4812096"/>
            <a:ext cx="504503" cy="170585"/>
          </a:xfrm>
          <a:prstGeom prst="rect">
            <a:avLst/>
          </a:prstGeom>
          <a:solidFill>
            <a:schemeClr val="bg1">
              <a:lumMod val="95000"/>
            </a:schemeClr>
          </a:solidFill>
          <a:ln>
            <a:solidFill>
              <a:schemeClr val="tx1"/>
            </a:solidFill>
          </a:ln>
        </p:spPr>
        <p:txBody>
          <a:bodyPr wrap="square">
            <a:noAutofit/>
          </a:bodyPr>
          <a:lstStyle/>
          <a:p>
            <a:pPr algn="ctr"/>
            <a:endParaRPr lang="fr-FR" sz="200"/>
          </a:p>
        </p:txBody>
      </p:sp>
      <p:sp>
        <p:nvSpPr>
          <p:cNvPr id="211" name="ZoneTexte 210">
            <a:extLst>
              <a:ext uri="{FF2B5EF4-FFF2-40B4-BE49-F238E27FC236}">
                <a16:creationId xmlns:a16="http://schemas.microsoft.com/office/drawing/2014/main" id="{1C46CBD7-9B91-8F53-6D85-2DDCEEB2E64A}"/>
              </a:ext>
            </a:extLst>
          </p:cNvPr>
          <p:cNvSpPr txBox="1"/>
          <p:nvPr/>
        </p:nvSpPr>
        <p:spPr>
          <a:xfrm>
            <a:off x="6820968" y="5035895"/>
            <a:ext cx="504503" cy="381308"/>
          </a:xfrm>
          <a:prstGeom prst="rect">
            <a:avLst/>
          </a:prstGeom>
          <a:solidFill>
            <a:schemeClr val="bg1">
              <a:lumMod val="95000"/>
            </a:schemeClr>
          </a:solidFill>
          <a:ln>
            <a:solidFill>
              <a:schemeClr val="tx1"/>
            </a:solidFill>
          </a:ln>
        </p:spPr>
        <p:txBody>
          <a:bodyPr wrap="square">
            <a:normAutofit/>
          </a:bodyPr>
          <a:lstStyle/>
          <a:p>
            <a:pPr algn="ctr"/>
            <a:endParaRPr lang="fr-FR" sz="200"/>
          </a:p>
        </p:txBody>
      </p:sp>
      <p:sp>
        <p:nvSpPr>
          <p:cNvPr id="212" name="ZoneTexte 211">
            <a:extLst>
              <a:ext uri="{FF2B5EF4-FFF2-40B4-BE49-F238E27FC236}">
                <a16:creationId xmlns:a16="http://schemas.microsoft.com/office/drawing/2014/main" id="{6F558876-9578-98C0-9F0A-D96BC1051A20}"/>
              </a:ext>
            </a:extLst>
          </p:cNvPr>
          <p:cNvSpPr txBox="1"/>
          <p:nvPr/>
        </p:nvSpPr>
        <p:spPr>
          <a:xfrm>
            <a:off x="6820968" y="5471428"/>
            <a:ext cx="504503" cy="240826"/>
          </a:xfrm>
          <a:prstGeom prst="rect">
            <a:avLst/>
          </a:prstGeom>
          <a:solidFill>
            <a:schemeClr val="bg1">
              <a:lumMod val="95000"/>
            </a:schemeClr>
          </a:solidFill>
          <a:ln>
            <a:solidFill>
              <a:schemeClr val="tx1"/>
            </a:solidFill>
          </a:ln>
        </p:spPr>
        <p:txBody>
          <a:bodyPr wrap="square">
            <a:normAutofit/>
          </a:bodyPr>
          <a:lstStyle/>
          <a:p>
            <a:pPr algn="ctr"/>
            <a:endParaRPr lang="fr-FR" sz="200"/>
          </a:p>
        </p:txBody>
      </p:sp>
      <p:sp>
        <p:nvSpPr>
          <p:cNvPr id="213" name="ZoneTexte 212">
            <a:extLst>
              <a:ext uri="{FF2B5EF4-FFF2-40B4-BE49-F238E27FC236}">
                <a16:creationId xmlns:a16="http://schemas.microsoft.com/office/drawing/2014/main" id="{5D7632CC-6AEE-617F-A096-CD32EA1EA3A7}"/>
              </a:ext>
            </a:extLst>
          </p:cNvPr>
          <p:cNvSpPr txBox="1"/>
          <p:nvPr/>
        </p:nvSpPr>
        <p:spPr>
          <a:xfrm>
            <a:off x="8342983" y="4827691"/>
            <a:ext cx="504503" cy="240826"/>
          </a:xfrm>
          <a:prstGeom prst="rect">
            <a:avLst/>
          </a:prstGeom>
          <a:solidFill>
            <a:schemeClr val="accent6"/>
          </a:solidFill>
          <a:ln>
            <a:solidFill>
              <a:schemeClr val="tx1"/>
            </a:solidFill>
          </a:ln>
        </p:spPr>
        <p:txBody>
          <a:bodyPr wrap="square">
            <a:normAutofit/>
          </a:bodyPr>
          <a:lstStyle/>
          <a:p>
            <a:pPr algn="ctr"/>
            <a:endParaRPr lang="fr-FR" sz="200"/>
          </a:p>
        </p:txBody>
      </p:sp>
      <p:sp>
        <p:nvSpPr>
          <p:cNvPr id="214" name="ZoneTexte 213">
            <a:extLst>
              <a:ext uri="{FF2B5EF4-FFF2-40B4-BE49-F238E27FC236}">
                <a16:creationId xmlns:a16="http://schemas.microsoft.com/office/drawing/2014/main" id="{58729BE6-CA37-C7A8-B042-D2895D3DEB50}"/>
              </a:ext>
            </a:extLst>
          </p:cNvPr>
          <p:cNvSpPr txBox="1"/>
          <p:nvPr/>
        </p:nvSpPr>
        <p:spPr>
          <a:xfrm>
            <a:off x="9811189" y="4807479"/>
            <a:ext cx="504503" cy="311067"/>
          </a:xfrm>
          <a:prstGeom prst="rect">
            <a:avLst/>
          </a:prstGeom>
          <a:solidFill>
            <a:schemeClr val="accent6"/>
          </a:solidFill>
          <a:ln>
            <a:solidFill>
              <a:schemeClr val="tx1"/>
            </a:solidFill>
          </a:ln>
        </p:spPr>
        <p:txBody>
          <a:bodyPr wrap="square">
            <a:normAutofit/>
          </a:bodyPr>
          <a:lstStyle/>
          <a:p>
            <a:pPr algn="ctr"/>
            <a:endParaRPr lang="fr-FR" sz="200"/>
          </a:p>
        </p:txBody>
      </p:sp>
      <p:sp>
        <p:nvSpPr>
          <p:cNvPr id="215" name="ZoneTexte 214">
            <a:extLst>
              <a:ext uri="{FF2B5EF4-FFF2-40B4-BE49-F238E27FC236}">
                <a16:creationId xmlns:a16="http://schemas.microsoft.com/office/drawing/2014/main" id="{99A46F9E-48D7-9BEA-DD2E-06FF49756EC0}"/>
              </a:ext>
            </a:extLst>
          </p:cNvPr>
          <p:cNvSpPr txBox="1"/>
          <p:nvPr/>
        </p:nvSpPr>
        <p:spPr>
          <a:xfrm>
            <a:off x="11355485" y="4741854"/>
            <a:ext cx="504503" cy="311067"/>
          </a:xfrm>
          <a:prstGeom prst="rect">
            <a:avLst/>
          </a:prstGeom>
          <a:solidFill>
            <a:schemeClr val="accent6"/>
          </a:solidFill>
          <a:ln>
            <a:solidFill>
              <a:schemeClr val="tx1"/>
            </a:solidFill>
          </a:ln>
        </p:spPr>
        <p:txBody>
          <a:bodyPr wrap="square">
            <a:normAutofit/>
          </a:bodyPr>
          <a:lstStyle/>
          <a:p>
            <a:pPr algn="ctr"/>
            <a:endParaRPr lang="fr-FR" sz="200"/>
          </a:p>
        </p:txBody>
      </p:sp>
      <p:grpSp>
        <p:nvGrpSpPr>
          <p:cNvPr id="300" name="Groupe 299">
            <a:extLst>
              <a:ext uri="{FF2B5EF4-FFF2-40B4-BE49-F238E27FC236}">
                <a16:creationId xmlns:a16="http://schemas.microsoft.com/office/drawing/2014/main" id="{7AF7D77C-7DB1-E599-5256-8A21B435E859}"/>
              </a:ext>
            </a:extLst>
          </p:cNvPr>
          <p:cNvGrpSpPr/>
          <p:nvPr/>
        </p:nvGrpSpPr>
        <p:grpSpPr>
          <a:xfrm>
            <a:off x="6500054" y="3473978"/>
            <a:ext cx="5673724" cy="1257845"/>
            <a:chOff x="6613052" y="848589"/>
            <a:chExt cx="5673724" cy="1257845"/>
          </a:xfrm>
        </p:grpSpPr>
        <p:sp>
          <p:nvSpPr>
            <p:cNvPr id="216" name="Flèche : double flèche horizontale 215">
              <a:extLst>
                <a:ext uri="{FF2B5EF4-FFF2-40B4-BE49-F238E27FC236}">
                  <a16:creationId xmlns:a16="http://schemas.microsoft.com/office/drawing/2014/main" id="{D5D431E6-14B4-4080-AFD0-0877A94AB6EF}"/>
                </a:ext>
              </a:extLst>
            </p:cNvPr>
            <p:cNvSpPr/>
            <p:nvPr/>
          </p:nvSpPr>
          <p:spPr>
            <a:xfrm>
              <a:off x="6613052" y="1746207"/>
              <a:ext cx="5673724" cy="36022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a:p>
          </p:txBody>
        </p:sp>
        <p:grpSp>
          <p:nvGrpSpPr>
            <p:cNvPr id="219" name="Groupe 218">
              <a:extLst>
                <a:ext uri="{FF2B5EF4-FFF2-40B4-BE49-F238E27FC236}">
                  <a16:creationId xmlns:a16="http://schemas.microsoft.com/office/drawing/2014/main" id="{D9097560-28D3-2A04-57D7-23E063A3658E}"/>
                </a:ext>
              </a:extLst>
            </p:cNvPr>
            <p:cNvGrpSpPr/>
            <p:nvPr/>
          </p:nvGrpSpPr>
          <p:grpSpPr>
            <a:xfrm>
              <a:off x="6684187" y="882366"/>
              <a:ext cx="914400" cy="914400"/>
              <a:chOff x="168514" y="2615341"/>
              <a:chExt cx="914400" cy="914400"/>
            </a:xfrm>
          </p:grpSpPr>
          <p:pic>
            <p:nvPicPr>
              <p:cNvPr id="220" name="Graphique 219" descr="Homme conductrice avec un remplissage uni">
                <a:extLst>
                  <a:ext uri="{FF2B5EF4-FFF2-40B4-BE49-F238E27FC236}">
                    <a16:creationId xmlns:a16="http://schemas.microsoft.com/office/drawing/2014/main" id="{8AE5EA37-C490-FF93-DA49-4A4836C0C5F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68514" y="2615341"/>
                <a:ext cx="914400" cy="914400"/>
              </a:xfrm>
              <a:prstGeom prst="rect">
                <a:avLst/>
              </a:prstGeom>
            </p:spPr>
          </p:pic>
          <p:sp>
            <p:nvSpPr>
              <p:cNvPr id="221" name="Rectangle 220">
                <a:extLst>
                  <a:ext uri="{FF2B5EF4-FFF2-40B4-BE49-F238E27FC236}">
                    <a16:creationId xmlns:a16="http://schemas.microsoft.com/office/drawing/2014/main" id="{61D04F9C-09C4-788B-4B91-C9BD9B626E71}"/>
                  </a:ext>
                </a:extLst>
              </p:cNvPr>
              <p:cNvSpPr/>
              <p:nvPr/>
            </p:nvSpPr>
            <p:spPr>
              <a:xfrm>
                <a:off x="811520" y="2615341"/>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24" name="Groupe 223">
              <a:extLst>
                <a:ext uri="{FF2B5EF4-FFF2-40B4-BE49-F238E27FC236}">
                  <a16:creationId xmlns:a16="http://schemas.microsoft.com/office/drawing/2014/main" id="{DD2B292F-E220-723F-D689-BE4985037A54}"/>
                </a:ext>
              </a:extLst>
            </p:cNvPr>
            <p:cNvGrpSpPr/>
            <p:nvPr/>
          </p:nvGrpSpPr>
          <p:grpSpPr>
            <a:xfrm>
              <a:off x="11182055" y="848589"/>
              <a:ext cx="1052362" cy="886148"/>
              <a:chOff x="8572649" y="1655556"/>
              <a:chExt cx="1409636" cy="1186993"/>
            </a:xfrm>
            <a:solidFill>
              <a:schemeClr val="accent1"/>
            </a:solidFill>
          </p:grpSpPr>
          <p:grpSp>
            <p:nvGrpSpPr>
              <p:cNvPr id="225" name="Groupe 224">
                <a:extLst>
                  <a:ext uri="{FF2B5EF4-FFF2-40B4-BE49-F238E27FC236}">
                    <a16:creationId xmlns:a16="http://schemas.microsoft.com/office/drawing/2014/main" id="{4DF5981E-8794-13A6-1267-6274F6CE7229}"/>
                  </a:ext>
                </a:extLst>
              </p:cNvPr>
              <p:cNvGrpSpPr/>
              <p:nvPr/>
            </p:nvGrpSpPr>
            <p:grpSpPr>
              <a:xfrm>
                <a:off x="8572649" y="1655556"/>
                <a:ext cx="1409636" cy="1186993"/>
                <a:chOff x="8982504" y="3274976"/>
                <a:chExt cx="1230670" cy="1036294"/>
              </a:xfrm>
              <a:grpFill/>
            </p:grpSpPr>
            <p:pic>
              <p:nvPicPr>
                <p:cNvPr id="259" name="Graphique 258" descr="Utilisateur avec un remplissage uni">
                  <a:extLst>
                    <a:ext uri="{FF2B5EF4-FFF2-40B4-BE49-F238E27FC236}">
                      <a16:creationId xmlns:a16="http://schemas.microsoft.com/office/drawing/2014/main" id="{B1535F7A-7C3D-21B1-C435-15A8499F823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01028" y="3274976"/>
                  <a:ext cx="336064" cy="336064"/>
                </a:xfrm>
                <a:prstGeom prst="rect">
                  <a:avLst/>
                </a:prstGeom>
              </p:spPr>
            </p:pic>
            <p:pic>
              <p:nvPicPr>
                <p:cNvPr id="260" name="Graphique 259" descr="Utilisateur avec un remplissage uni">
                  <a:extLst>
                    <a:ext uri="{FF2B5EF4-FFF2-40B4-BE49-F238E27FC236}">
                      <a16:creationId xmlns:a16="http://schemas.microsoft.com/office/drawing/2014/main" id="{4CECBCB6-ECEA-E543-1B58-3A97ECDAD99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054140" y="3512720"/>
                  <a:ext cx="336064" cy="336064"/>
                </a:xfrm>
                <a:prstGeom prst="rect">
                  <a:avLst/>
                </a:prstGeom>
              </p:spPr>
            </p:pic>
            <p:pic>
              <p:nvPicPr>
                <p:cNvPr id="261" name="Graphique 260" descr="Utilisateur avec un remplissage uni">
                  <a:extLst>
                    <a:ext uri="{FF2B5EF4-FFF2-40B4-BE49-F238E27FC236}">
                      <a16:creationId xmlns:a16="http://schemas.microsoft.com/office/drawing/2014/main" id="{AABFCAAD-1E03-5108-6A03-4411B6C154D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45616" y="3561880"/>
                  <a:ext cx="336064" cy="336064"/>
                </a:xfrm>
                <a:prstGeom prst="rect">
                  <a:avLst/>
                </a:prstGeom>
              </p:spPr>
            </p:pic>
            <p:pic>
              <p:nvPicPr>
                <p:cNvPr id="262" name="Graphique 261" descr="Utilisateur avec un remplissage uni">
                  <a:extLst>
                    <a:ext uri="{FF2B5EF4-FFF2-40B4-BE49-F238E27FC236}">
                      <a16:creationId xmlns:a16="http://schemas.microsoft.com/office/drawing/2014/main" id="{D9ABA7E0-CD24-1BB3-CA32-C50F8E61C5A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92504" y="3418428"/>
                  <a:ext cx="336064" cy="336064"/>
                </a:xfrm>
                <a:prstGeom prst="rect">
                  <a:avLst/>
                </a:prstGeom>
              </p:spPr>
            </p:pic>
            <p:pic>
              <p:nvPicPr>
                <p:cNvPr id="263" name="Graphique 262" descr="Utilisateur avec un remplissage uni">
                  <a:extLst>
                    <a:ext uri="{FF2B5EF4-FFF2-40B4-BE49-F238E27FC236}">
                      <a16:creationId xmlns:a16="http://schemas.microsoft.com/office/drawing/2014/main" id="{3E90BA0A-5660-F8E2-0F96-49F85BDBB35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635196" y="3680752"/>
                  <a:ext cx="336064" cy="336064"/>
                </a:xfrm>
                <a:prstGeom prst="rect">
                  <a:avLst/>
                </a:prstGeom>
              </p:spPr>
            </p:pic>
            <p:pic>
              <p:nvPicPr>
                <p:cNvPr id="264" name="Graphique 263" descr="Utilisateur avec un remplissage uni">
                  <a:extLst>
                    <a:ext uri="{FF2B5EF4-FFF2-40B4-BE49-F238E27FC236}">
                      <a16:creationId xmlns:a16="http://schemas.microsoft.com/office/drawing/2014/main" id="{5C608117-EA74-BBC5-C2A8-BE2A157BA81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256440" y="3848784"/>
                  <a:ext cx="336064" cy="336064"/>
                </a:xfrm>
                <a:prstGeom prst="rect">
                  <a:avLst/>
                </a:prstGeom>
              </p:spPr>
            </p:pic>
            <p:pic>
              <p:nvPicPr>
                <p:cNvPr id="265" name="Graphique 264" descr="Utilisateur avec un remplissage uni">
                  <a:extLst>
                    <a:ext uri="{FF2B5EF4-FFF2-40B4-BE49-F238E27FC236}">
                      <a16:creationId xmlns:a16="http://schemas.microsoft.com/office/drawing/2014/main" id="{D355FF30-A1AA-FF28-575D-31BB11BEB69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982504" y="3835028"/>
                  <a:ext cx="336064" cy="336064"/>
                </a:xfrm>
                <a:prstGeom prst="rect">
                  <a:avLst/>
                </a:prstGeom>
              </p:spPr>
            </p:pic>
            <p:pic>
              <p:nvPicPr>
                <p:cNvPr id="266" name="Graphique 265" descr="Utilisateur avec un remplissage uni">
                  <a:extLst>
                    <a:ext uri="{FF2B5EF4-FFF2-40B4-BE49-F238E27FC236}">
                      <a16:creationId xmlns:a16="http://schemas.microsoft.com/office/drawing/2014/main" id="{81E10BAA-D10D-3E28-08EB-FEBB333F8A5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0868" y="3943076"/>
                  <a:ext cx="336064" cy="336064"/>
                </a:xfrm>
                <a:prstGeom prst="rect">
                  <a:avLst/>
                </a:prstGeom>
              </p:spPr>
            </p:pic>
            <p:pic>
              <p:nvPicPr>
                <p:cNvPr id="267" name="Graphique 266" descr="Utilisateur avec un remplissage uni">
                  <a:extLst>
                    <a:ext uri="{FF2B5EF4-FFF2-40B4-BE49-F238E27FC236}">
                      <a16:creationId xmlns:a16="http://schemas.microsoft.com/office/drawing/2014/main" id="{D908223D-634F-7D49-1AD5-7DA84E25F3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783417" y="3975206"/>
                  <a:ext cx="336064" cy="336064"/>
                </a:xfrm>
                <a:prstGeom prst="rect">
                  <a:avLst/>
                </a:prstGeom>
              </p:spPr>
            </p:pic>
            <p:pic>
              <p:nvPicPr>
                <p:cNvPr id="268" name="Graphique 267" descr="Utilisateur avec un remplissage uni">
                  <a:extLst>
                    <a:ext uri="{FF2B5EF4-FFF2-40B4-BE49-F238E27FC236}">
                      <a16:creationId xmlns:a16="http://schemas.microsoft.com/office/drawing/2014/main" id="{7D4F4CA4-2648-B7B3-FA19-C07129B4F6B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877110" y="3705332"/>
                  <a:ext cx="336064" cy="336064"/>
                </a:xfrm>
                <a:prstGeom prst="rect">
                  <a:avLst/>
                </a:prstGeom>
              </p:spPr>
            </p:pic>
            <p:pic>
              <p:nvPicPr>
                <p:cNvPr id="269" name="Graphique 268" descr="Utilisateur avec un remplissage uni">
                  <a:extLst>
                    <a:ext uri="{FF2B5EF4-FFF2-40B4-BE49-F238E27FC236}">
                      <a16:creationId xmlns:a16="http://schemas.microsoft.com/office/drawing/2014/main" id="{34341945-1E12-D6AF-27BB-39B42A97AE0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856932" y="3429000"/>
                  <a:ext cx="336064" cy="336064"/>
                </a:xfrm>
                <a:prstGeom prst="rect">
                  <a:avLst/>
                </a:prstGeom>
              </p:spPr>
            </p:pic>
          </p:grpSp>
          <p:grpSp>
            <p:nvGrpSpPr>
              <p:cNvPr id="226" name="Groupe 225">
                <a:extLst>
                  <a:ext uri="{FF2B5EF4-FFF2-40B4-BE49-F238E27FC236}">
                    <a16:creationId xmlns:a16="http://schemas.microsoft.com/office/drawing/2014/main" id="{78A72E0B-DB31-C941-52F3-6998AE7805BF}"/>
                  </a:ext>
                </a:extLst>
              </p:cNvPr>
              <p:cNvGrpSpPr/>
              <p:nvPr/>
            </p:nvGrpSpPr>
            <p:grpSpPr>
              <a:xfrm>
                <a:off x="8937492" y="1776645"/>
                <a:ext cx="102144" cy="191413"/>
                <a:chOff x="10178180" y="1782664"/>
                <a:chExt cx="102144" cy="191413"/>
              </a:xfrm>
              <a:grpFill/>
            </p:grpSpPr>
            <p:cxnSp>
              <p:nvCxnSpPr>
                <p:cNvPr id="257" name="Connecteur droit 256">
                  <a:extLst>
                    <a:ext uri="{FF2B5EF4-FFF2-40B4-BE49-F238E27FC236}">
                      <a16:creationId xmlns:a16="http://schemas.microsoft.com/office/drawing/2014/main" id="{7130BADB-57A2-F1AE-319F-AB65EE0F19B6}"/>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8" name="Ellipse 257">
                  <a:extLst>
                    <a:ext uri="{FF2B5EF4-FFF2-40B4-BE49-F238E27FC236}">
                      <a16:creationId xmlns:a16="http://schemas.microsoft.com/office/drawing/2014/main" id="{D0719081-E37C-E693-B718-FE9CA2F8B982}"/>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27" name="Groupe 226">
                <a:extLst>
                  <a:ext uri="{FF2B5EF4-FFF2-40B4-BE49-F238E27FC236}">
                    <a16:creationId xmlns:a16="http://schemas.microsoft.com/office/drawing/2014/main" id="{801131BD-7610-88B6-8100-5387B6D60100}"/>
                  </a:ext>
                </a:extLst>
              </p:cNvPr>
              <p:cNvGrpSpPr/>
              <p:nvPr/>
            </p:nvGrpSpPr>
            <p:grpSpPr>
              <a:xfrm>
                <a:off x="9268284" y="1944784"/>
                <a:ext cx="102144" cy="191413"/>
                <a:chOff x="10178180" y="1782664"/>
                <a:chExt cx="102144" cy="191413"/>
              </a:xfrm>
              <a:grpFill/>
            </p:grpSpPr>
            <p:cxnSp>
              <p:nvCxnSpPr>
                <p:cNvPr id="255" name="Connecteur droit 254">
                  <a:extLst>
                    <a:ext uri="{FF2B5EF4-FFF2-40B4-BE49-F238E27FC236}">
                      <a16:creationId xmlns:a16="http://schemas.microsoft.com/office/drawing/2014/main" id="{1933C208-50D5-886D-A8E9-5D178EC999EA}"/>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6" name="Ellipse 255">
                  <a:extLst>
                    <a:ext uri="{FF2B5EF4-FFF2-40B4-BE49-F238E27FC236}">
                      <a16:creationId xmlns:a16="http://schemas.microsoft.com/office/drawing/2014/main" id="{8DB1A70E-8249-878C-5456-BC75316192BF}"/>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28" name="Groupe 227">
                <a:extLst>
                  <a:ext uri="{FF2B5EF4-FFF2-40B4-BE49-F238E27FC236}">
                    <a16:creationId xmlns:a16="http://schemas.microsoft.com/office/drawing/2014/main" id="{6B5DF93C-9F3A-43B9-6B9C-D79B960AD5D9}"/>
                  </a:ext>
                </a:extLst>
              </p:cNvPr>
              <p:cNvGrpSpPr/>
              <p:nvPr/>
            </p:nvGrpSpPr>
            <p:grpSpPr>
              <a:xfrm>
                <a:off x="9584871" y="1954555"/>
                <a:ext cx="102144" cy="191413"/>
                <a:chOff x="10178180" y="1782664"/>
                <a:chExt cx="102144" cy="191413"/>
              </a:xfrm>
              <a:grpFill/>
            </p:grpSpPr>
            <p:cxnSp>
              <p:nvCxnSpPr>
                <p:cNvPr id="253" name="Connecteur droit 252">
                  <a:extLst>
                    <a:ext uri="{FF2B5EF4-FFF2-40B4-BE49-F238E27FC236}">
                      <a16:creationId xmlns:a16="http://schemas.microsoft.com/office/drawing/2014/main" id="{4BEFA778-69E2-EE34-D1A4-905532FF0424}"/>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4" name="Ellipse 253">
                  <a:extLst>
                    <a:ext uri="{FF2B5EF4-FFF2-40B4-BE49-F238E27FC236}">
                      <a16:creationId xmlns:a16="http://schemas.microsoft.com/office/drawing/2014/main" id="{D8730043-6E2F-199B-01B2-E7CA222D8D09}"/>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29" name="Groupe 228">
                <a:extLst>
                  <a:ext uri="{FF2B5EF4-FFF2-40B4-BE49-F238E27FC236}">
                    <a16:creationId xmlns:a16="http://schemas.microsoft.com/office/drawing/2014/main" id="{1EDDEAE1-919E-C988-258C-7D99DF47E93D}"/>
                  </a:ext>
                </a:extLst>
              </p:cNvPr>
              <p:cNvGrpSpPr/>
              <p:nvPr/>
            </p:nvGrpSpPr>
            <p:grpSpPr>
              <a:xfrm>
                <a:off x="9610640" y="2276238"/>
                <a:ext cx="102144" cy="191413"/>
                <a:chOff x="10178180" y="1782664"/>
                <a:chExt cx="102144" cy="191413"/>
              </a:xfrm>
              <a:grpFill/>
            </p:grpSpPr>
            <p:cxnSp>
              <p:nvCxnSpPr>
                <p:cNvPr id="251" name="Connecteur droit 250">
                  <a:extLst>
                    <a:ext uri="{FF2B5EF4-FFF2-40B4-BE49-F238E27FC236}">
                      <a16:creationId xmlns:a16="http://schemas.microsoft.com/office/drawing/2014/main" id="{12DAACDA-C427-8FB9-3A04-91B04F2F515C}"/>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2" name="Ellipse 251">
                  <a:extLst>
                    <a:ext uri="{FF2B5EF4-FFF2-40B4-BE49-F238E27FC236}">
                      <a16:creationId xmlns:a16="http://schemas.microsoft.com/office/drawing/2014/main" id="{BEC32540-E7C1-1710-5791-4474A3CFC691}"/>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0" name="Groupe 229">
                <a:extLst>
                  <a:ext uri="{FF2B5EF4-FFF2-40B4-BE49-F238E27FC236}">
                    <a16:creationId xmlns:a16="http://schemas.microsoft.com/office/drawing/2014/main" id="{1E46B35B-8267-5E54-032D-8C2A7425516E}"/>
                  </a:ext>
                </a:extLst>
              </p:cNvPr>
              <p:cNvGrpSpPr/>
              <p:nvPr/>
            </p:nvGrpSpPr>
            <p:grpSpPr>
              <a:xfrm>
                <a:off x="9334800" y="2253116"/>
                <a:ext cx="102144" cy="191413"/>
                <a:chOff x="10178180" y="1782664"/>
                <a:chExt cx="102144" cy="191413"/>
              </a:xfrm>
              <a:grpFill/>
            </p:grpSpPr>
            <p:cxnSp>
              <p:nvCxnSpPr>
                <p:cNvPr id="249" name="Connecteur droit 248">
                  <a:extLst>
                    <a:ext uri="{FF2B5EF4-FFF2-40B4-BE49-F238E27FC236}">
                      <a16:creationId xmlns:a16="http://schemas.microsoft.com/office/drawing/2014/main" id="{EA0924AF-ED17-37DF-CBEB-1D85CEE9E706}"/>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0" name="Ellipse 249">
                  <a:extLst>
                    <a:ext uri="{FF2B5EF4-FFF2-40B4-BE49-F238E27FC236}">
                      <a16:creationId xmlns:a16="http://schemas.microsoft.com/office/drawing/2014/main" id="{A7F93FC9-F5CA-DFF0-96CC-DC692C48D532}"/>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1" name="Groupe 230">
                <a:extLst>
                  <a:ext uri="{FF2B5EF4-FFF2-40B4-BE49-F238E27FC236}">
                    <a16:creationId xmlns:a16="http://schemas.microsoft.com/office/drawing/2014/main" id="{0B500217-C37B-C87F-A639-B673196E3C16}"/>
                  </a:ext>
                </a:extLst>
              </p:cNvPr>
              <p:cNvGrpSpPr/>
              <p:nvPr/>
            </p:nvGrpSpPr>
            <p:grpSpPr>
              <a:xfrm>
                <a:off x="8988065" y="2116634"/>
                <a:ext cx="102144" cy="191413"/>
                <a:chOff x="10178180" y="1782664"/>
                <a:chExt cx="102144" cy="191413"/>
              </a:xfrm>
              <a:grpFill/>
            </p:grpSpPr>
            <p:cxnSp>
              <p:nvCxnSpPr>
                <p:cNvPr id="247" name="Connecteur droit 246">
                  <a:extLst>
                    <a:ext uri="{FF2B5EF4-FFF2-40B4-BE49-F238E27FC236}">
                      <a16:creationId xmlns:a16="http://schemas.microsoft.com/office/drawing/2014/main" id="{931DD9C6-3100-EFB2-2AC4-89F613900E9D}"/>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8" name="Ellipse 247">
                  <a:extLst>
                    <a:ext uri="{FF2B5EF4-FFF2-40B4-BE49-F238E27FC236}">
                      <a16:creationId xmlns:a16="http://schemas.microsoft.com/office/drawing/2014/main" id="{40D202D7-9D2D-27F6-9385-CFB68D8CFABF}"/>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2" name="Groupe 231">
                <a:extLst>
                  <a:ext uri="{FF2B5EF4-FFF2-40B4-BE49-F238E27FC236}">
                    <a16:creationId xmlns:a16="http://schemas.microsoft.com/office/drawing/2014/main" id="{58CB9EC9-F36B-C442-57BA-951B866BCD24}"/>
                  </a:ext>
                </a:extLst>
              </p:cNvPr>
              <p:cNvGrpSpPr/>
              <p:nvPr/>
            </p:nvGrpSpPr>
            <p:grpSpPr>
              <a:xfrm>
                <a:off x="8656873" y="2059330"/>
                <a:ext cx="102144" cy="191413"/>
                <a:chOff x="10178180" y="1782664"/>
                <a:chExt cx="102144" cy="191413"/>
              </a:xfrm>
              <a:grpFill/>
            </p:grpSpPr>
            <p:cxnSp>
              <p:nvCxnSpPr>
                <p:cNvPr id="245" name="Connecteur droit 244">
                  <a:extLst>
                    <a:ext uri="{FF2B5EF4-FFF2-40B4-BE49-F238E27FC236}">
                      <a16:creationId xmlns:a16="http://schemas.microsoft.com/office/drawing/2014/main" id="{7EE5BD83-A370-FD3C-467B-C4190D9279A0}"/>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6" name="Ellipse 245">
                  <a:extLst>
                    <a:ext uri="{FF2B5EF4-FFF2-40B4-BE49-F238E27FC236}">
                      <a16:creationId xmlns:a16="http://schemas.microsoft.com/office/drawing/2014/main" id="{2FEF512B-9203-9116-6D2E-F72FBBB45D7B}"/>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3" name="Groupe 232">
                <a:extLst>
                  <a:ext uri="{FF2B5EF4-FFF2-40B4-BE49-F238E27FC236}">
                    <a16:creationId xmlns:a16="http://schemas.microsoft.com/office/drawing/2014/main" id="{2F76B2CC-6F07-3FED-E604-E0096FAABF72}"/>
                  </a:ext>
                </a:extLst>
              </p:cNvPr>
              <p:cNvGrpSpPr/>
              <p:nvPr/>
            </p:nvGrpSpPr>
            <p:grpSpPr>
              <a:xfrm>
                <a:off x="8574420" y="2433143"/>
                <a:ext cx="102144" cy="191413"/>
                <a:chOff x="10178180" y="1782664"/>
                <a:chExt cx="102144" cy="191413"/>
              </a:xfrm>
              <a:grpFill/>
            </p:grpSpPr>
            <p:cxnSp>
              <p:nvCxnSpPr>
                <p:cNvPr id="243" name="Connecteur droit 242">
                  <a:extLst>
                    <a:ext uri="{FF2B5EF4-FFF2-40B4-BE49-F238E27FC236}">
                      <a16:creationId xmlns:a16="http://schemas.microsoft.com/office/drawing/2014/main" id="{70CB0DA6-04B8-A439-D494-2DEE68374877}"/>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4" name="Ellipse 243">
                  <a:extLst>
                    <a:ext uri="{FF2B5EF4-FFF2-40B4-BE49-F238E27FC236}">
                      <a16:creationId xmlns:a16="http://schemas.microsoft.com/office/drawing/2014/main" id="{6C74A311-9825-85EC-06B4-E2B55A5E4026}"/>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4" name="Groupe 233">
                <a:extLst>
                  <a:ext uri="{FF2B5EF4-FFF2-40B4-BE49-F238E27FC236}">
                    <a16:creationId xmlns:a16="http://schemas.microsoft.com/office/drawing/2014/main" id="{2A809B5F-6A41-1679-6B87-B14C6413E523}"/>
                  </a:ext>
                </a:extLst>
              </p:cNvPr>
              <p:cNvGrpSpPr/>
              <p:nvPr/>
            </p:nvGrpSpPr>
            <p:grpSpPr>
              <a:xfrm>
                <a:off x="8888568" y="2441622"/>
                <a:ext cx="102144" cy="191413"/>
                <a:chOff x="10178180" y="1782664"/>
                <a:chExt cx="102144" cy="191413"/>
              </a:xfrm>
              <a:grpFill/>
            </p:grpSpPr>
            <p:cxnSp>
              <p:nvCxnSpPr>
                <p:cNvPr id="241" name="Connecteur droit 240">
                  <a:extLst>
                    <a:ext uri="{FF2B5EF4-FFF2-40B4-BE49-F238E27FC236}">
                      <a16:creationId xmlns:a16="http://schemas.microsoft.com/office/drawing/2014/main" id="{3A528582-75FD-D197-EB39-23FB196360F1}"/>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2" name="Ellipse 241">
                  <a:extLst>
                    <a:ext uri="{FF2B5EF4-FFF2-40B4-BE49-F238E27FC236}">
                      <a16:creationId xmlns:a16="http://schemas.microsoft.com/office/drawing/2014/main" id="{842CD754-500B-4A61-9BD3-72BBAD158A71}"/>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5" name="Groupe 234">
                <a:extLst>
                  <a:ext uri="{FF2B5EF4-FFF2-40B4-BE49-F238E27FC236}">
                    <a16:creationId xmlns:a16="http://schemas.microsoft.com/office/drawing/2014/main" id="{F24A46E8-54B3-BC5C-0CA7-5A00F7A2D3D3}"/>
                  </a:ext>
                </a:extLst>
              </p:cNvPr>
              <p:cNvGrpSpPr/>
              <p:nvPr/>
            </p:nvGrpSpPr>
            <p:grpSpPr>
              <a:xfrm>
                <a:off x="9195077" y="2553446"/>
                <a:ext cx="102144" cy="191413"/>
                <a:chOff x="10178180" y="1782664"/>
                <a:chExt cx="102144" cy="191413"/>
              </a:xfrm>
              <a:grpFill/>
            </p:grpSpPr>
            <p:cxnSp>
              <p:nvCxnSpPr>
                <p:cNvPr id="239" name="Connecteur droit 238">
                  <a:extLst>
                    <a:ext uri="{FF2B5EF4-FFF2-40B4-BE49-F238E27FC236}">
                      <a16:creationId xmlns:a16="http://schemas.microsoft.com/office/drawing/2014/main" id="{50CB32D5-FC6E-5FD7-76CE-B5C6696B93B8}"/>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0" name="Ellipse 239">
                  <a:extLst>
                    <a:ext uri="{FF2B5EF4-FFF2-40B4-BE49-F238E27FC236}">
                      <a16:creationId xmlns:a16="http://schemas.microsoft.com/office/drawing/2014/main" id="{5F50EBFF-7814-CA43-0058-E85387A3D222}"/>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6" name="Groupe 235">
                <a:extLst>
                  <a:ext uri="{FF2B5EF4-FFF2-40B4-BE49-F238E27FC236}">
                    <a16:creationId xmlns:a16="http://schemas.microsoft.com/office/drawing/2014/main" id="{1D85BB5A-1E57-3C48-FFE0-8503EEDA82EA}"/>
                  </a:ext>
                </a:extLst>
              </p:cNvPr>
              <p:cNvGrpSpPr/>
              <p:nvPr/>
            </p:nvGrpSpPr>
            <p:grpSpPr>
              <a:xfrm>
                <a:off x="9490032" y="2590463"/>
                <a:ext cx="102144" cy="191413"/>
                <a:chOff x="10178180" y="1782664"/>
                <a:chExt cx="102144" cy="191413"/>
              </a:xfrm>
              <a:grpFill/>
            </p:grpSpPr>
            <p:cxnSp>
              <p:nvCxnSpPr>
                <p:cNvPr id="237" name="Connecteur droit 236">
                  <a:extLst>
                    <a:ext uri="{FF2B5EF4-FFF2-40B4-BE49-F238E27FC236}">
                      <a16:creationId xmlns:a16="http://schemas.microsoft.com/office/drawing/2014/main" id="{D01790B0-E2B4-B58A-6688-72342DEA551C}"/>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38" name="Ellipse 237">
                  <a:extLst>
                    <a:ext uri="{FF2B5EF4-FFF2-40B4-BE49-F238E27FC236}">
                      <a16:creationId xmlns:a16="http://schemas.microsoft.com/office/drawing/2014/main" id="{CB8D8056-6A85-3A86-887B-5F2DBEBDAD32}"/>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272" name="Groupe 271">
              <a:extLst>
                <a:ext uri="{FF2B5EF4-FFF2-40B4-BE49-F238E27FC236}">
                  <a16:creationId xmlns:a16="http://schemas.microsoft.com/office/drawing/2014/main" id="{C44F1154-EF60-3D54-61D6-2163D81B02EA}"/>
                </a:ext>
              </a:extLst>
            </p:cNvPr>
            <p:cNvGrpSpPr/>
            <p:nvPr/>
          </p:nvGrpSpPr>
          <p:grpSpPr>
            <a:xfrm>
              <a:off x="8241424" y="971309"/>
              <a:ext cx="891895" cy="820209"/>
              <a:chOff x="1281387" y="2495253"/>
              <a:chExt cx="1084118" cy="996982"/>
            </a:xfrm>
          </p:grpSpPr>
          <p:grpSp>
            <p:nvGrpSpPr>
              <p:cNvPr id="273" name="Groupe 272">
                <a:extLst>
                  <a:ext uri="{FF2B5EF4-FFF2-40B4-BE49-F238E27FC236}">
                    <a16:creationId xmlns:a16="http://schemas.microsoft.com/office/drawing/2014/main" id="{0F211C05-8223-DF03-2B14-2BEAFE7BE587}"/>
                  </a:ext>
                </a:extLst>
              </p:cNvPr>
              <p:cNvGrpSpPr/>
              <p:nvPr/>
            </p:nvGrpSpPr>
            <p:grpSpPr>
              <a:xfrm>
                <a:off x="1569563" y="3035035"/>
                <a:ext cx="457200" cy="457200"/>
                <a:chOff x="3982824" y="1896400"/>
                <a:chExt cx="914400" cy="914400"/>
              </a:xfrm>
            </p:grpSpPr>
            <p:pic>
              <p:nvPicPr>
                <p:cNvPr id="283" name="Graphique 282" descr="Homme conductrice avec un remplissage uni">
                  <a:extLst>
                    <a:ext uri="{FF2B5EF4-FFF2-40B4-BE49-F238E27FC236}">
                      <a16:creationId xmlns:a16="http://schemas.microsoft.com/office/drawing/2014/main" id="{C82D7760-D368-4B4D-5B59-8A9C002CE1A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84" name="Rectangle 283">
                  <a:extLst>
                    <a:ext uri="{FF2B5EF4-FFF2-40B4-BE49-F238E27FC236}">
                      <a16:creationId xmlns:a16="http://schemas.microsoft.com/office/drawing/2014/main" id="{0CAC897B-C82F-BAC1-65D7-D297E95183BE}"/>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74" name="Groupe 273">
                <a:extLst>
                  <a:ext uri="{FF2B5EF4-FFF2-40B4-BE49-F238E27FC236}">
                    <a16:creationId xmlns:a16="http://schemas.microsoft.com/office/drawing/2014/main" id="{F1338421-F36F-F35F-E480-6DA8C9414350}"/>
                  </a:ext>
                </a:extLst>
              </p:cNvPr>
              <p:cNvGrpSpPr/>
              <p:nvPr/>
            </p:nvGrpSpPr>
            <p:grpSpPr>
              <a:xfrm>
                <a:off x="1281387" y="2806435"/>
                <a:ext cx="457200" cy="457200"/>
                <a:chOff x="3982824" y="1896400"/>
                <a:chExt cx="914400" cy="914400"/>
              </a:xfrm>
            </p:grpSpPr>
            <p:pic>
              <p:nvPicPr>
                <p:cNvPr id="281" name="Graphique 280" descr="Homme conductrice avec un remplissage uni">
                  <a:extLst>
                    <a:ext uri="{FF2B5EF4-FFF2-40B4-BE49-F238E27FC236}">
                      <a16:creationId xmlns:a16="http://schemas.microsoft.com/office/drawing/2014/main" id="{884ABCF5-1DC4-3F91-23A9-A82EE802700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982824" y="1896400"/>
                  <a:ext cx="914400" cy="914400"/>
                </a:xfrm>
                <a:prstGeom prst="rect">
                  <a:avLst/>
                </a:prstGeom>
              </p:spPr>
            </p:pic>
            <p:sp>
              <p:nvSpPr>
                <p:cNvPr id="282" name="Rectangle 281">
                  <a:extLst>
                    <a:ext uri="{FF2B5EF4-FFF2-40B4-BE49-F238E27FC236}">
                      <a16:creationId xmlns:a16="http://schemas.microsoft.com/office/drawing/2014/main" id="{AC85364F-3171-8D48-DA89-5A160A99C578}"/>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75" name="Groupe 274">
                <a:extLst>
                  <a:ext uri="{FF2B5EF4-FFF2-40B4-BE49-F238E27FC236}">
                    <a16:creationId xmlns:a16="http://schemas.microsoft.com/office/drawing/2014/main" id="{60F4195C-B3CE-ED6F-0419-2C1DD16556E9}"/>
                  </a:ext>
                </a:extLst>
              </p:cNvPr>
              <p:cNvGrpSpPr/>
              <p:nvPr/>
            </p:nvGrpSpPr>
            <p:grpSpPr>
              <a:xfrm>
                <a:off x="1613164" y="2495253"/>
                <a:ext cx="457200" cy="457200"/>
                <a:chOff x="3982824" y="1896400"/>
                <a:chExt cx="914400" cy="914400"/>
              </a:xfrm>
            </p:grpSpPr>
            <p:pic>
              <p:nvPicPr>
                <p:cNvPr id="279" name="Graphique 278" descr="Homme conductrice avec un remplissage uni">
                  <a:extLst>
                    <a:ext uri="{FF2B5EF4-FFF2-40B4-BE49-F238E27FC236}">
                      <a16:creationId xmlns:a16="http://schemas.microsoft.com/office/drawing/2014/main" id="{E2ABDF2C-B2F7-D1C2-B954-FD206647D7F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80" name="Rectangle 279">
                  <a:extLst>
                    <a:ext uri="{FF2B5EF4-FFF2-40B4-BE49-F238E27FC236}">
                      <a16:creationId xmlns:a16="http://schemas.microsoft.com/office/drawing/2014/main" id="{460F9206-EFB8-9E4E-0707-E5DDD102CD3A}"/>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76" name="Groupe 275">
                <a:extLst>
                  <a:ext uri="{FF2B5EF4-FFF2-40B4-BE49-F238E27FC236}">
                    <a16:creationId xmlns:a16="http://schemas.microsoft.com/office/drawing/2014/main" id="{AC11E5E9-44AC-6984-2DDC-B308C016B95B}"/>
                  </a:ext>
                </a:extLst>
              </p:cNvPr>
              <p:cNvGrpSpPr/>
              <p:nvPr/>
            </p:nvGrpSpPr>
            <p:grpSpPr>
              <a:xfrm>
                <a:off x="1908305" y="2820432"/>
                <a:ext cx="457200" cy="457200"/>
                <a:chOff x="3982824" y="1896400"/>
                <a:chExt cx="914400" cy="914400"/>
              </a:xfrm>
            </p:grpSpPr>
            <p:pic>
              <p:nvPicPr>
                <p:cNvPr id="277" name="Graphique 276" descr="Homme conductrice avec un remplissage uni">
                  <a:extLst>
                    <a:ext uri="{FF2B5EF4-FFF2-40B4-BE49-F238E27FC236}">
                      <a16:creationId xmlns:a16="http://schemas.microsoft.com/office/drawing/2014/main" id="{BC87184D-1D02-F3A2-B4B1-1F4E2F209B5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78" name="Rectangle 277">
                  <a:extLst>
                    <a:ext uri="{FF2B5EF4-FFF2-40B4-BE49-F238E27FC236}">
                      <a16:creationId xmlns:a16="http://schemas.microsoft.com/office/drawing/2014/main" id="{E3DC104F-6875-B6AC-8EFA-651AE34A8C52}"/>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grpSp>
          <p:nvGrpSpPr>
            <p:cNvPr id="287" name="Groupe 286">
              <a:extLst>
                <a:ext uri="{FF2B5EF4-FFF2-40B4-BE49-F238E27FC236}">
                  <a16:creationId xmlns:a16="http://schemas.microsoft.com/office/drawing/2014/main" id="{C614507D-21D1-EB62-5EFE-8593F0ED9E7C}"/>
                </a:ext>
              </a:extLst>
            </p:cNvPr>
            <p:cNvGrpSpPr/>
            <p:nvPr/>
          </p:nvGrpSpPr>
          <p:grpSpPr>
            <a:xfrm>
              <a:off x="9702300" y="918524"/>
              <a:ext cx="891895" cy="820209"/>
              <a:chOff x="1281387" y="2495253"/>
              <a:chExt cx="1084118" cy="996982"/>
            </a:xfrm>
          </p:grpSpPr>
          <p:grpSp>
            <p:nvGrpSpPr>
              <p:cNvPr id="288" name="Groupe 287">
                <a:extLst>
                  <a:ext uri="{FF2B5EF4-FFF2-40B4-BE49-F238E27FC236}">
                    <a16:creationId xmlns:a16="http://schemas.microsoft.com/office/drawing/2014/main" id="{B7D75296-D8A2-6C73-998F-EC5C896F9F5B}"/>
                  </a:ext>
                </a:extLst>
              </p:cNvPr>
              <p:cNvGrpSpPr/>
              <p:nvPr/>
            </p:nvGrpSpPr>
            <p:grpSpPr>
              <a:xfrm>
                <a:off x="1569563" y="3035035"/>
                <a:ext cx="457200" cy="457200"/>
                <a:chOff x="3982824" y="1896400"/>
                <a:chExt cx="914400" cy="914400"/>
              </a:xfrm>
            </p:grpSpPr>
            <p:pic>
              <p:nvPicPr>
                <p:cNvPr id="298" name="Graphique 297" descr="Homme conductrice avec un remplissage uni">
                  <a:extLst>
                    <a:ext uri="{FF2B5EF4-FFF2-40B4-BE49-F238E27FC236}">
                      <a16:creationId xmlns:a16="http://schemas.microsoft.com/office/drawing/2014/main" id="{F0D5AF09-E0BE-C7B4-33EC-2656C6FBD4D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99" name="Rectangle 298">
                  <a:extLst>
                    <a:ext uri="{FF2B5EF4-FFF2-40B4-BE49-F238E27FC236}">
                      <a16:creationId xmlns:a16="http://schemas.microsoft.com/office/drawing/2014/main" id="{782B3053-5E05-4287-02EC-481AECD3BEE3}"/>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89" name="Groupe 288">
                <a:extLst>
                  <a:ext uri="{FF2B5EF4-FFF2-40B4-BE49-F238E27FC236}">
                    <a16:creationId xmlns:a16="http://schemas.microsoft.com/office/drawing/2014/main" id="{DF20609E-3918-9C96-31C9-13D04AD7955E}"/>
                  </a:ext>
                </a:extLst>
              </p:cNvPr>
              <p:cNvGrpSpPr/>
              <p:nvPr/>
            </p:nvGrpSpPr>
            <p:grpSpPr>
              <a:xfrm>
                <a:off x="1281387" y="2806435"/>
                <a:ext cx="457200" cy="457200"/>
                <a:chOff x="3982824" y="1896400"/>
                <a:chExt cx="914400" cy="914400"/>
              </a:xfrm>
            </p:grpSpPr>
            <p:pic>
              <p:nvPicPr>
                <p:cNvPr id="296" name="Graphique 295" descr="Homme conductrice avec un remplissage uni">
                  <a:extLst>
                    <a:ext uri="{FF2B5EF4-FFF2-40B4-BE49-F238E27FC236}">
                      <a16:creationId xmlns:a16="http://schemas.microsoft.com/office/drawing/2014/main" id="{8373B619-AB98-374B-D807-25C82012E29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97" name="Rectangle 296">
                  <a:extLst>
                    <a:ext uri="{FF2B5EF4-FFF2-40B4-BE49-F238E27FC236}">
                      <a16:creationId xmlns:a16="http://schemas.microsoft.com/office/drawing/2014/main" id="{46835727-9387-7D08-D3D4-901916AC207A}"/>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90" name="Groupe 289">
                <a:extLst>
                  <a:ext uri="{FF2B5EF4-FFF2-40B4-BE49-F238E27FC236}">
                    <a16:creationId xmlns:a16="http://schemas.microsoft.com/office/drawing/2014/main" id="{76895B8C-0BF1-3ACB-7994-33682C15D0B6}"/>
                  </a:ext>
                </a:extLst>
              </p:cNvPr>
              <p:cNvGrpSpPr/>
              <p:nvPr/>
            </p:nvGrpSpPr>
            <p:grpSpPr>
              <a:xfrm>
                <a:off x="1613164" y="2495253"/>
                <a:ext cx="457200" cy="457200"/>
                <a:chOff x="3982824" y="1896400"/>
                <a:chExt cx="914400" cy="914400"/>
              </a:xfrm>
            </p:grpSpPr>
            <p:pic>
              <p:nvPicPr>
                <p:cNvPr id="294" name="Graphique 293" descr="Homme conductrice avec un remplissage uni">
                  <a:extLst>
                    <a:ext uri="{FF2B5EF4-FFF2-40B4-BE49-F238E27FC236}">
                      <a16:creationId xmlns:a16="http://schemas.microsoft.com/office/drawing/2014/main" id="{E9B06A03-B983-E665-0D2E-DABD855DE17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95" name="Rectangle 294">
                  <a:extLst>
                    <a:ext uri="{FF2B5EF4-FFF2-40B4-BE49-F238E27FC236}">
                      <a16:creationId xmlns:a16="http://schemas.microsoft.com/office/drawing/2014/main" id="{0081F533-4F47-F8D4-4180-0005385DD44D}"/>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91" name="Groupe 290">
                <a:extLst>
                  <a:ext uri="{FF2B5EF4-FFF2-40B4-BE49-F238E27FC236}">
                    <a16:creationId xmlns:a16="http://schemas.microsoft.com/office/drawing/2014/main" id="{EAA3F9EF-C4A4-7C34-552D-82231C48F6F2}"/>
                  </a:ext>
                </a:extLst>
              </p:cNvPr>
              <p:cNvGrpSpPr/>
              <p:nvPr/>
            </p:nvGrpSpPr>
            <p:grpSpPr>
              <a:xfrm>
                <a:off x="1908305" y="2820432"/>
                <a:ext cx="457200" cy="457200"/>
                <a:chOff x="3982824" y="1896400"/>
                <a:chExt cx="914400" cy="914400"/>
              </a:xfrm>
            </p:grpSpPr>
            <p:pic>
              <p:nvPicPr>
                <p:cNvPr id="292" name="Graphique 291" descr="Homme conductrice avec un remplissage uni">
                  <a:extLst>
                    <a:ext uri="{FF2B5EF4-FFF2-40B4-BE49-F238E27FC236}">
                      <a16:creationId xmlns:a16="http://schemas.microsoft.com/office/drawing/2014/main" id="{E921C2B7-5F1A-6DE3-BA0F-A5C2D2F0170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93" name="Rectangle 292">
                  <a:extLst>
                    <a:ext uri="{FF2B5EF4-FFF2-40B4-BE49-F238E27FC236}">
                      <a16:creationId xmlns:a16="http://schemas.microsoft.com/office/drawing/2014/main" id="{6D522641-4B00-D6A2-3284-94123837AD92}"/>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grpSp>
      <p:sp>
        <p:nvSpPr>
          <p:cNvPr id="302" name="ZoneTexte 301">
            <a:extLst>
              <a:ext uri="{FF2B5EF4-FFF2-40B4-BE49-F238E27FC236}">
                <a16:creationId xmlns:a16="http://schemas.microsoft.com/office/drawing/2014/main" id="{F122D452-BD39-94FA-F530-7923F7B162D8}"/>
              </a:ext>
            </a:extLst>
          </p:cNvPr>
          <p:cNvSpPr txBox="1"/>
          <p:nvPr/>
        </p:nvSpPr>
        <p:spPr>
          <a:xfrm>
            <a:off x="8346485" y="5093169"/>
            <a:ext cx="504503" cy="240826"/>
          </a:xfrm>
          <a:prstGeom prst="rect">
            <a:avLst/>
          </a:prstGeom>
          <a:solidFill>
            <a:schemeClr val="accent6"/>
          </a:solidFill>
          <a:ln>
            <a:solidFill>
              <a:schemeClr val="tx1"/>
            </a:solidFill>
          </a:ln>
        </p:spPr>
        <p:txBody>
          <a:bodyPr wrap="square">
            <a:normAutofit/>
          </a:bodyPr>
          <a:lstStyle/>
          <a:p>
            <a:pPr algn="ctr"/>
            <a:endParaRPr lang="fr-FR" sz="200"/>
          </a:p>
        </p:txBody>
      </p:sp>
      <p:pic>
        <p:nvPicPr>
          <p:cNvPr id="7" name="Graphique 6" descr="Flèche : courbe légère avec un remplissage uni">
            <a:extLst>
              <a:ext uri="{FF2B5EF4-FFF2-40B4-BE49-F238E27FC236}">
                <a16:creationId xmlns:a16="http://schemas.microsoft.com/office/drawing/2014/main" id="{813950CC-5C8F-66C9-BBF1-3AFB6815E69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354162" y="4917619"/>
            <a:ext cx="5387479" cy="914400"/>
          </a:xfrm>
          <a:prstGeom prst="rect">
            <a:avLst/>
          </a:prstGeom>
        </p:spPr>
      </p:pic>
    </p:spTree>
    <p:extLst>
      <p:ext uri="{BB962C8B-B14F-4D97-AF65-F5344CB8AC3E}">
        <p14:creationId xmlns:p14="http://schemas.microsoft.com/office/powerpoint/2010/main" val="4424464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EA3FF6-C16E-0387-513D-A082FB2A304E}"/>
              </a:ext>
            </a:extLst>
          </p:cNvPr>
          <p:cNvSpPr>
            <a:spLocks noGrp="1"/>
          </p:cNvSpPr>
          <p:nvPr>
            <p:ph type="title"/>
          </p:nvPr>
        </p:nvSpPr>
        <p:spPr>
          <a:xfrm>
            <a:off x="838200" y="365125"/>
            <a:ext cx="7534311" cy="1325563"/>
          </a:xfrm>
        </p:spPr>
        <p:txBody>
          <a:bodyPr>
            <a:noAutofit/>
          </a:bodyPr>
          <a:lstStyle/>
          <a:p>
            <a:r>
              <a:rPr lang="en-US" sz="3200"/>
              <a:t>IVCD Map detailed</a:t>
            </a:r>
            <a:br>
              <a:rPr lang="en-US" sz="3200"/>
            </a:br>
            <a:r>
              <a:rPr lang="en-US" sz="3200"/>
              <a:t>Map and ticket format</a:t>
            </a:r>
          </a:p>
        </p:txBody>
      </p:sp>
      <p:sp>
        <p:nvSpPr>
          <p:cNvPr id="4" name="Flèche : double flèche horizontale 3">
            <a:extLst>
              <a:ext uri="{FF2B5EF4-FFF2-40B4-BE49-F238E27FC236}">
                <a16:creationId xmlns:a16="http://schemas.microsoft.com/office/drawing/2014/main" id="{1B8D61C3-81A0-31B4-E2FB-7AC7B41B03D8}"/>
              </a:ext>
            </a:extLst>
          </p:cNvPr>
          <p:cNvSpPr/>
          <p:nvPr/>
        </p:nvSpPr>
        <p:spPr>
          <a:xfrm>
            <a:off x="838200" y="4136584"/>
            <a:ext cx="5673724" cy="36022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ZoneTexte 28">
            <a:extLst>
              <a:ext uri="{FF2B5EF4-FFF2-40B4-BE49-F238E27FC236}">
                <a16:creationId xmlns:a16="http://schemas.microsoft.com/office/drawing/2014/main" id="{6E484D5F-E755-5BB3-0483-3E324476BC6E}"/>
              </a:ext>
            </a:extLst>
          </p:cNvPr>
          <p:cNvSpPr txBox="1"/>
          <p:nvPr/>
        </p:nvSpPr>
        <p:spPr>
          <a:xfrm>
            <a:off x="4899454" y="4137869"/>
            <a:ext cx="1802574" cy="307777"/>
          </a:xfrm>
          <a:prstGeom prst="rect">
            <a:avLst/>
          </a:prstGeom>
          <a:noFill/>
        </p:spPr>
        <p:txBody>
          <a:bodyPr wrap="square">
            <a:spAutoFit/>
          </a:bodyPr>
          <a:lstStyle/>
          <a:p>
            <a:pPr algn="ctr"/>
            <a:r>
              <a:rPr lang="en-US" sz="1400"/>
              <a:t>Great consensus</a:t>
            </a:r>
          </a:p>
        </p:txBody>
      </p:sp>
      <p:sp>
        <p:nvSpPr>
          <p:cNvPr id="30" name="ZoneTexte 29">
            <a:extLst>
              <a:ext uri="{FF2B5EF4-FFF2-40B4-BE49-F238E27FC236}">
                <a16:creationId xmlns:a16="http://schemas.microsoft.com/office/drawing/2014/main" id="{B457523F-1815-3784-6F9E-D66819A71ACA}"/>
              </a:ext>
            </a:extLst>
          </p:cNvPr>
          <p:cNvSpPr txBox="1"/>
          <p:nvPr/>
        </p:nvSpPr>
        <p:spPr>
          <a:xfrm>
            <a:off x="780930" y="4138404"/>
            <a:ext cx="1802574" cy="307777"/>
          </a:xfrm>
          <a:prstGeom prst="rect">
            <a:avLst/>
          </a:prstGeom>
          <a:noFill/>
        </p:spPr>
        <p:txBody>
          <a:bodyPr wrap="square">
            <a:spAutoFit/>
          </a:bodyPr>
          <a:lstStyle/>
          <a:p>
            <a:pPr algn="ctr"/>
            <a:r>
              <a:rPr lang="en-US" sz="1400"/>
              <a:t>Autonomous decision</a:t>
            </a:r>
          </a:p>
        </p:txBody>
      </p:sp>
      <p:grpSp>
        <p:nvGrpSpPr>
          <p:cNvPr id="178" name="Groupe 177">
            <a:extLst>
              <a:ext uri="{FF2B5EF4-FFF2-40B4-BE49-F238E27FC236}">
                <a16:creationId xmlns:a16="http://schemas.microsoft.com/office/drawing/2014/main" id="{231D06BC-C956-F160-4104-A88DE0AFB6CF}"/>
              </a:ext>
            </a:extLst>
          </p:cNvPr>
          <p:cNvGrpSpPr/>
          <p:nvPr/>
        </p:nvGrpSpPr>
        <p:grpSpPr>
          <a:xfrm>
            <a:off x="815405" y="2541140"/>
            <a:ext cx="937195" cy="1317850"/>
            <a:chOff x="90185" y="2189111"/>
            <a:chExt cx="937195" cy="1317850"/>
          </a:xfrm>
        </p:grpSpPr>
        <p:sp>
          <p:nvSpPr>
            <p:cNvPr id="179" name="ZoneTexte 178">
              <a:extLst>
                <a:ext uri="{FF2B5EF4-FFF2-40B4-BE49-F238E27FC236}">
                  <a16:creationId xmlns:a16="http://schemas.microsoft.com/office/drawing/2014/main" id="{C28C87A0-E50B-6FEC-59E0-009DE7C1B9ED}"/>
                </a:ext>
              </a:extLst>
            </p:cNvPr>
            <p:cNvSpPr txBox="1"/>
            <p:nvPr/>
          </p:nvSpPr>
          <p:spPr>
            <a:xfrm>
              <a:off x="90185" y="3045296"/>
              <a:ext cx="899253" cy="461665"/>
            </a:xfrm>
            <a:prstGeom prst="rect">
              <a:avLst/>
            </a:prstGeom>
            <a:noFill/>
          </p:spPr>
          <p:txBody>
            <a:bodyPr wrap="square">
              <a:spAutoFit/>
            </a:bodyPr>
            <a:lstStyle/>
            <a:p>
              <a:pPr algn="ctr"/>
              <a:r>
                <a:rPr lang="en-US" sz="1200"/>
                <a:t>Each agent decides</a:t>
              </a:r>
            </a:p>
          </p:txBody>
        </p:sp>
        <p:grpSp>
          <p:nvGrpSpPr>
            <p:cNvPr id="198" name="Groupe 197">
              <a:extLst>
                <a:ext uri="{FF2B5EF4-FFF2-40B4-BE49-F238E27FC236}">
                  <a16:creationId xmlns:a16="http://schemas.microsoft.com/office/drawing/2014/main" id="{814DF423-0DA9-2F00-FAE3-BAED9E4E2F70}"/>
                </a:ext>
              </a:extLst>
            </p:cNvPr>
            <p:cNvGrpSpPr/>
            <p:nvPr/>
          </p:nvGrpSpPr>
          <p:grpSpPr>
            <a:xfrm>
              <a:off x="112980" y="2189111"/>
              <a:ext cx="914400" cy="914400"/>
              <a:chOff x="168514" y="2615341"/>
              <a:chExt cx="914400" cy="914400"/>
            </a:xfrm>
          </p:grpSpPr>
          <p:pic>
            <p:nvPicPr>
              <p:cNvPr id="199" name="Graphique 198" descr="Homme conductrice avec un remplissage uni">
                <a:extLst>
                  <a:ext uri="{FF2B5EF4-FFF2-40B4-BE49-F238E27FC236}">
                    <a16:creationId xmlns:a16="http://schemas.microsoft.com/office/drawing/2014/main" id="{7D7356FC-0476-0A30-BA0C-289304D661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8514" y="2615341"/>
                <a:ext cx="914400" cy="914400"/>
              </a:xfrm>
              <a:prstGeom prst="rect">
                <a:avLst/>
              </a:prstGeom>
            </p:spPr>
          </p:pic>
          <p:sp>
            <p:nvSpPr>
              <p:cNvPr id="200" name="Rectangle 199">
                <a:extLst>
                  <a:ext uri="{FF2B5EF4-FFF2-40B4-BE49-F238E27FC236}">
                    <a16:creationId xmlns:a16="http://schemas.microsoft.com/office/drawing/2014/main" id="{FECF8574-056E-05FB-8502-6003B0F5E10C}"/>
                  </a:ext>
                </a:extLst>
              </p:cNvPr>
              <p:cNvSpPr/>
              <p:nvPr/>
            </p:nvSpPr>
            <p:spPr>
              <a:xfrm>
                <a:off x="811520" y="2615341"/>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grpSp>
      </p:grpSp>
      <p:grpSp>
        <p:nvGrpSpPr>
          <p:cNvPr id="232" name="Groupe 231">
            <a:extLst>
              <a:ext uri="{FF2B5EF4-FFF2-40B4-BE49-F238E27FC236}">
                <a16:creationId xmlns:a16="http://schemas.microsoft.com/office/drawing/2014/main" id="{5D36B453-B5A1-FDB1-EC07-66C80B8698C4}"/>
              </a:ext>
            </a:extLst>
          </p:cNvPr>
          <p:cNvGrpSpPr/>
          <p:nvPr/>
        </p:nvGrpSpPr>
        <p:grpSpPr>
          <a:xfrm>
            <a:off x="5317189" y="2507363"/>
            <a:ext cx="1071241" cy="1389205"/>
            <a:chOff x="10875724" y="2275346"/>
            <a:chExt cx="1071241" cy="1389205"/>
          </a:xfrm>
          <a:solidFill>
            <a:schemeClr val="accent1"/>
          </a:solidFill>
        </p:grpSpPr>
        <p:sp>
          <p:nvSpPr>
            <p:cNvPr id="233" name="ZoneTexte 232">
              <a:extLst>
                <a:ext uri="{FF2B5EF4-FFF2-40B4-BE49-F238E27FC236}">
                  <a16:creationId xmlns:a16="http://schemas.microsoft.com/office/drawing/2014/main" id="{A32CD217-E6D4-D16A-1E4E-C21276775D15}"/>
                </a:ext>
              </a:extLst>
            </p:cNvPr>
            <p:cNvSpPr txBox="1"/>
            <p:nvPr/>
          </p:nvSpPr>
          <p:spPr>
            <a:xfrm>
              <a:off x="10875724" y="3202886"/>
              <a:ext cx="1068090" cy="461665"/>
            </a:xfrm>
            <a:prstGeom prst="rect">
              <a:avLst/>
            </a:prstGeom>
            <a:noFill/>
          </p:spPr>
          <p:txBody>
            <a:bodyPr wrap="square">
              <a:spAutoFit/>
            </a:bodyPr>
            <a:lstStyle/>
            <a:p>
              <a:pPr algn="ctr"/>
              <a:r>
                <a:rPr lang="en-US" sz="1200"/>
                <a:t>Decision by all</a:t>
              </a:r>
            </a:p>
          </p:txBody>
        </p:sp>
        <p:grpSp>
          <p:nvGrpSpPr>
            <p:cNvPr id="234" name="Groupe 233">
              <a:extLst>
                <a:ext uri="{FF2B5EF4-FFF2-40B4-BE49-F238E27FC236}">
                  <a16:creationId xmlns:a16="http://schemas.microsoft.com/office/drawing/2014/main" id="{E8025A3E-34FD-6D47-BC4D-1E9963882B94}"/>
                </a:ext>
              </a:extLst>
            </p:cNvPr>
            <p:cNvGrpSpPr/>
            <p:nvPr/>
          </p:nvGrpSpPr>
          <p:grpSpPr>
            <a:xfrm>
              <a:off x="10894603" y="2275346"/>
              <a:ext cx="1052362" cy="886148"/>
              <a:chOff x="8572649" y="1655556"/>
              <a:chExt cx="1409636" cy="1186993"/>
            </a:xfrm>
            <a:grpFill/>
          </p:grpSpPr>
          <p:grpSp>
            <p:nvGrpSpPr>
              <p:cNvPr id="235" name="Groupe 234">
                <a:extLst>
                  <a:ext uri="{FF2B5EF4-FFF2-40B4-BE49-F238E27FC236}">
                    <a16:creationId xmlns:a16="http://schemas.microsoft.com/office/drawing/2014/main" id="{6CF8B074-52BD-9A23-9148-D47ECF686F5F}"/>
                  </a:ext>
                </a:extLst>
              </p:cNvPr>
              <p:cNvGrpSpPr/>
              <p:nvPr/>
            </p:nvGrpSpPr>
            <p:grpSpPr>
              <a:xfrm>
                <a:off x="8572649" y="1655556"/>
                <a:ext cx="1409636" cy="1186993"/>
                <a:chOff x="8982504" y="3274976"/>
                <a:chExt cx="1230670" cy="1036294"/>
              </a:xfrm>
              <a:grpFill/>
            </p:grpSpPr>
            <p:pic>
              <p:nvPicPr>
                <p:cNvPr id="269" name="Graphique 268" descr="Utilisateur avec un remplissage uni">
                  <a:extLst>
                    <a:ext uri="{FF2B5EF4-FFF2-40B4-BE49-F238E27FC236}">
                      <a16:creationId xmlns:a16="http://schemas.microsoft.com/office/drawing/2014/main" id="{50938EFB-44E9-DDDE-56BC-6084EA8892B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01028" y="3274976"/>
                  <a:ext cx="336064" cy="336064"/>
                </a:xfrm>
                <a:prstGeom prst="rect">
                  <a:avLst/>
                </a:prstGeom>
              </p:spPr>
            </p:pic>
            <p:pic>
              <p:nvPicPr>
                <p:cNvPr id="270" name="Graphique 269" descr="Utilisateur avec un remplissage uni">
                  <a:extLst>
                    <a:ext uri="{FF2B5EF4-FFF2-40B4-BE49-F238E27FC236}">
                      <a16:creationId xmlns:a16="http://schemas.microsoft.com/office/drawing/2014/main" id="{1EEB5F7E-99F7-E7EF-F1CA-822CC49129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54140" y="3512720"/>
                  <a:ext cx="336064" cy="336064"/>
                </a:xfrm>
                <a:prstGeom prst="rect">
                  <a:avLst/>
                </a:prstGeom>
              </p:spPr>
            </p:pic>
            <p:pic>
              <p:nvPicPr>
                <p:cNvPr id="271" name="Graphique 270" descr="Utilisateur avec un remplissage uni">
                  <a:extLst>
                    <a:ext uri="{FF2B5EF4-FFF2-40B4-BE49-F238E27FC236}">
                      <a16:creationId xmlns:a16="http://schemas.microsoft.com/office/drawing/2014/main" id="{D884622E-0CCE-D17E-224F-E70F93D797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45616" y="3561880"/>
                  <a:ext cx="336064" cy="336064"/>
                </a:xfrm>
                <a:prstGeom prst="rect">
                  <a:avLst/>
                </a:prstGeom>
              </p:spPr>
            </p:pic>
            <p:pic>
              <p:nvPicPr>
                <p:cNvPr id="272" name="Graphique 271" descr="Utilisateur avec un remplissage uni">
                  <a:extLst>
                    <a:ext uri="{FF2B5EF4-FFF2-40B4-BE49-F238E27FC236}">
                      <a16:creationId xmlns:a16="http://schemas.microsoft.com/office/drawing/2014/main" id="{B5C4C160-52A5-E1C6-EA73-FEF92B86D9A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92504" y="3418428"/>
                  <a:ext cx="336064" cy="336064"/>
                </a:xfrm>
                <a:prstGeom prst="rect">
                  <a:avLst/>
                </a:prstGeom>
              </p:spPr>
            </p:pic>
            <p:pic>
              <p:nvPicPr>
                <p:cNvPr id="273" name="Graphique 272" descr="Utilisateur avec un remplissage uni">
                  <a:extLst>
                    <a:ext uri="{FF2B5EF4-FFF2-40B4-BE49-F238E27FC236}">
                      <a16:creationId xmlns:a16="http://schemas.microsoft.com/office/drawing/2014/main" id="{A1D13968-E2C1-3805-A4C0-07764E53727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35196" y="3680752"/>
                  <a:ext cx="336064" cy="336064"/>
                </a:xfrm>
                <a:prstGeom prst="rect">
                  <a:avLst/>
                </a:prstGeom>
              </p:spPr>
            </p:pic>
            <p:pic>
              <p:nvPicPr>
                <p:cNvPr id="274" name="Graphique 273" descr="Utilisateur avec un remplissage uni">
                  <a:extLst>
                    <a:ext uri="{FF2B5EF4-FFF2-40B4-BE49-F238E27FC236}">
                      <a16:creationId xmlns:a16="http://schemas.microsoft.com/office/drawing/2014/main" id="{F62A929C-EB6B-606D-940B-2316B1C579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56440" y="3848784"/>
                  <a:ext cx="336064" cy="336064"/>
                </a:xfrm>
                <a:prstGeom prst="rect">
                  <a:avLst/>
                </a:prstGeom>
              </p:spPr>
            </p:pic>
            <p:pic>
              <p:nvPicPr>
                <p:cNvPr id="275" name="Graphique 274" descr="Utilisateur avec un remplissage uni">
                  <a:extLst>
                    <a:ext uri="{FF2B5EF4-FFF2-40B4-BE49-F238E27FC236}">
                      <a16:creationId xmlns:a16="http://schemas.microsoft.com/office/drawing/2014/main" id="{A757EDEE-AA3B-EFAB-C6ED-6F613258C50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82504" y="3835028"/>
                  <a:ext cx="336064" cy="336064"/>
                </a:xfrm>
                <a:prstGeom prst="rect">
                  <a:avLst/>
                </a:prstGeom>
              </p:spPr>
            </p:pic>
            <p:pic>
              <p:nvPicPr>
                <p:cNvPr id="276" name="Graphique 275" descr="Utilisateur avec un remplissage uni">
                  <a:extLst>
                    <a:ext uri="{FF2B5EF4-FFF2-40B4-BE49-F238E27FC236}">
                      <a16:creationId xmlns:a16="http://schemas.microsoft.com/office/drawing/2014/main" id="{41F1BE11-F15E-2429-EF4C-D249D0543C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0868" y="3943076"/>
                  <a:ext cx="336064" cy="336064"/>
                </a:xfrm>
                <a:prstGeom prst="rect">
                  <a:avLst/>
                </a:prstGeom>
              </p:spPr>
            </p:pic>
            <p:pic>
              <p:nvPicPr>
                <p:cNvPr id="277" name="Graphique 276" descr="Utilisateur avec un remplissage uni">
                  <a:extLst>
                    <a:ext uri="{FF2B5EF4-FFF2-40B4-BE49-F238E27FC236}">
                      <a16:creationId xmlns:a16="http://schemas.microsoft.com/office/drawing/2014/main" id="{1A384462-65CA-5CFF-EE89-520D27715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783417" y="3975206"/>
                  <a:ext cx="336064" cy="336064"/>
                </a:xfrm>
                <a:prstGeom prst="rect">
                  <a:avLst/>
                </a:prstGeom>
              </p:spPr>
            </p:pic>
            <p:pic>
              <p:nvPicPr>
                <p:cNvPr id="278" name="Graphique 277" descr="Utilisateur avec un remplissage uni">
                  <a:extLst>
                    <a:ext uri="{FF2B5EF4-FFF2-40B4-BE49-F238E27FC236}">
                      <a16:creationId xmlns:a16="http://schemas.microsoft.com/office/drawing/2014/main" id="{2BA3584A-2F98-A30C-50C6-60A88374E8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77110" y="3705332"/>
                  <a:ext cx="336064" cy="336064"/>
                </a:xfrm>
                <a:prstGeom prst="rect">
                  <a:avLst/>
                </a:prstGeom>
              </p:spPr>
            </p:pic>
            <p:pic>
              <p:nvPicPr>
                <p:cNvPr id="279" name="Graphique 278" descr="Utilisateur avec un remplissage uni">
                  <a:extLst>
                    <a:ext uri="{FF2B5EF4-FFF2-40B4-BE49-F238E27FC236}">
                      <a16:creationId xmlns:a16="http://schemas.microsoft.com/office/drawing/2014/main" id="{526BB467-4E01-5793-20C2-37027406278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56932" y="3429000"/>
                  <a:ext cx="336064" cy="336064"/>
                </a:xfrm>
                <a:prstGeom prst="rect">
                  <a:avLst/>
                </a:prstGeom>
              </p:spPr>
            </p:pic>
          </p:grpSp>
          <p:grpSp>
            <p:nvGrpSpPr>
              <p:cNvPr id="236" name="Groupe 235">
                <a:extLst>
                  <a:ext uri="{FF2B5EF4-FFF2-40B4-BE49-F238E27FC236}">
                    <a16:creationId xmlns:a16="http://schemas.microsoft.com/office/drawing/2014/main" id="{FE2B0B75-779F-9E5D-5D92-1828775BB870}"/>
                  </a:ext>
                </a:extLst>
              </p:cNvPr>
              <p:cNvGrpSpPr/>
              <p:nvPr/>
            </p:nvGrpSpPr>
            <p:grpSpPr>
              <a:xfrm>
                <a:off x="8937492" y="1776645"/>
                <a:ext cx="102144" cy="191413"/>
                <a:chOff x="10178180" y="1782664"/>
                <a:chExt cx="102144" cy="191413"/>
              </a:xfrm>
              <a:grpFill/>
            </p:grpSpPr>
            <p:cxnSp>
              <p:nvCxnSpPr>
                <p:cNvPr id="267" name="Connecteur droit 266">
                  <a:extLst>
                    <a:ext uri="{FF2B5EF4-FFF2-40B4-BE49-F238E27FC236}">
                      <a16:creationId xmlns:a16="http://schemas.microsoft.com/office/drawing/2014/main" id="{65AB7FBA-60B7-0C7F-8475-E812CF8894FD}"/>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8" name="Ellipse 267">
                  <a:extLst>
                    <a:ext uri="{FF2B5EF4-FFF2-40B4-BE49-F238E27FC236}">
                      <a16:creationId xmlns:a16="http://schemas.microsoft.com/office/drawing/2014/main" id="{C9317186-8162-A8D9-3CBA-472368CDEC60}"/>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7" name="Groupe 236">
                <a:extLst>
                  <a:ext uri="{FF2B5EF4-FFF2-40B4-BE49-F238E27FC236}">
                    <a16:creationId xmlns:a16="http://schemas.microsoft.com/office/drawing/2014/main" id="{BAD207E7-5967-F4B3-0667-ABA6D60C2F2F}"/>
                  </a:ext>
                </a:extLst>
              </p:cNvPr>
              <p:cNvGrpSpPr/>
              <p:nvPr/>
            </p:nvGrpSpPr>
            <p:grpSpPr>
              <a:xfrm>
                <a:off x="9268284" y="1944784"/>
                <a:ext cx="102144" cy="191413"/>
                <a:chOff x="10178180" y="1782664"/>
                <a:chExt cx="102144" cy="191413"/>
              </a:xfrm>
              <a:grpFill/>
            </p:grpSpPr>
            <p:cxnSp>
              <p:nvCxnSpPr>
                <p:cNvPr id="265" name="Connecteur droit 264">
                  <a:extLst>
                    <a:ext uri="{FF2B5EF4-FFF2-40B4-BE49-F238E27FC236}">
                      <a16:creationId xmlns:a16="http://schemas.microsoft.com/office/drawing/2014/main" id="{9ADAF00C-5083-732E-0CF8-D05658D5EE49}"/>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6" name="Ellipse 265">
                  <a:extLst>
                    <a:ext uri="{FF2B5EF4-FFF2-40B4-BE49-F238E27FC236}">
                      <a16:creationId xmlns:a16="http://schemas.microsoft.com/office/drawing/2014/main" id="{850C218D-4459-CB1B-CCDD-1AD5D4568116}"/>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8" name="Groupe 237">
                <a:extLst>
                  <a:ext uri="{FF2B5EF4-FFF2-40B4-BE49-F238E27FC236}">
                    <a16:creationId xmlns:a16="http://schemas.microsoft.com/office/drawing/2014/main" id="{5EEE4248-2D13-23F8-A831-0BCF2E23BD0C}"/>
                  </a:ext>
                </a:extLst>
              </p:cNvPr>
              <p:cNvGrpSpPr/>
              <p:nvPr/>
            </p:nvGrpSpPr>
            <p:grpSpPr>
              <a:xfrm>
                <a:off x="9584871" y="1954555"/>
                <a:ext cx="102144" cy="191413"/>
                <a:chOff x="10178180" y="1782664"/>
                <a:chExt cx="102144" cy="191413"/>
              </a:xfrm>
              <a:grpFill/>
            </p:grpSpPr>
            <p:cxnSp>
              <p:nvCxnSpPr>
                <p:cNvPr id="263" name="Connecteur droit 262">
                  <a:extLst>
                    <a:ext uri="{FF2B5EF4-FFF2-40B4-BE49-F238E27FC236}">
                      <a16:creationId xmlns:a16="http://schemas.microsoft.com/office/drawing/2014/main" id="{B1D5169C-A711-D301-59A2-045FC2ED4138}"/>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4" name="Ellipse 263">
                  <a:extLst>
                    <a:ext uri="{FF2B5EF4-FFF2-40B4-BE49-F238E27FC236}">
                      <a16:creationId xmlns:a16="http://schemas.microsoft.com/office/drawing/2014/main" id="{337C43AD-EF68-17A2-1C2C-DF9C91AAF579}"/>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 name="Groupe 238">
                <a:extLst>
                  <a:ext uri="{FF2B5EF4-FFF2-40B4-BE49-F238E27FC236}">
                    <a16:creationId xmlns:a16="http://schemas.microsoft.com/office/drawing/2014/main" id="{EAF34F4B-958C-FD96-5BC2-B7D28683BD3E}"/>
                  </a:ext>
                </a:extLst>
              </p:cNvPr>
              <p:cNvGrpSpPr/>
              <p:nvPr/>
            </p:nvGrpSpPr>
            <p:grpSpPr>
              <a:xfrm>
                <a:off x="9610640" y="2276238"/>
                <a:ext cx="102144" cy="191413"/>
                <a:chOff x="10178180" y="1782664"/>
                <a:chExt cx="102144" cy="191413"/>
              </a:xfrm>
              <a:grpFill/>
            </p:grpSpPr>
            <p:cxnSp>
              <p:nvCxnSpPr>
                <p:cNvPr id="261" name="Connecteur droit 260">
                  <a:extLst>
                    <a:ext uri="{FF2B5EF4-FFF2-40B4-BE49-F238E27FC236}">
                      <a16:creationId xmlns:a16="http://schemas.microsoft.com/office/drawing/2014/main" id="{C2054AF5-5CF2-389E-7536-F33FD10C0EB8}"/>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2" name="Ellipse 261">
                  <a:extLst>
                    <a:ext uri="{FF2B5EF4-FFF2-40B4-BE49-F238E27FC236}">
                      <a16:creationId xmlns:a16="http://schemas.microsoft.com/office/drawing/2014/main" id="{1C17970D-2DA5-AB72-F412-43FC8152E751}"/>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0" name="Groupe 239">
                <a:extLst>
                  <a:ext uri="{FF2B5EF4-FFF2-40B4-BE49-F238E27FC236}">
                    <a16:creationId xmlns:a16="http://schemas.microsoft.com/office/drawing/2014/main" id="{5AE5369C-EFDA-B2B3-4C3B-5282A5DC80AE}"/>
                  </a:ext>
                </a:extLst>
              </p:cNvPr>
              <p:cNvGrpSpPr/>
              <p:nvPr/>
            </p:nvGrpSpPr>
            <p:grpSpPr>
              <a:xfrm>
                <a:off x="9334800" y="2253116"/>
                <a:ext cx="102144" cy="191413"/>
                <a:chOff x="10178180" y="1782664"/>
                <a:chExt cx="102144" cy="191413"/>
              </a:xfrm>
              <a:grpFill/>
            </p:grpSpPr>
            <p:cxnSp>
              <p:nvCxnSpPr>
                <p:cNvPr id="259" name="Connecteur droit 258">
                  <a:extLst>
                    <a:ext uri="{FF2B5EF4-FFF2-40B4-BE49-F238E27FC236}">
                      <a16:creationId xmlns:a16="http://schemas.microsoft.com/office/drawing/2014/main" id="{FC3A936D-11A6-E1F3-5697-990BECD8EA87}"/>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0" name="Ellipse 259">
                  <a:extLst>
                    <a:ext uri="{FF2B5EF4-FFF2-40B4-BE49-F238E27FC236}">
                      <a16:creationId xmlns:a16="http://schemas.microsoft.com/office/drawing/2014/main" id="{F36A61F1-4A40-5CBB-AA6A-F0BAA484CB3E}"/>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1" name="Groupe 240">
                <a:extLst>
                  <a:ext uri="{FF2B5EF4-FFF2-40B4-BE49-F238E27FC236}">
                    <a16:creationId xmlns:a16="http://schemas.microsoft.com/office/drawing/2014/main" id="{543057F6-2B73-0144-992D-DA0F493DE534}"/>
                  </a:ext>
                </a:extLst>
              </p:cNvPr>
              <p:cNvGrpSpPr/>
              <p:nvPr/>
            </p:nvGrpSpPr>
            <p:grpSpPr>
              <a:xfrm>
                <a:off x="8988065" y="2116634"/>
                <a:ext cx="102144" cy="191413"/>
                <a:chOff x="10178180" y="1782664"/>
                <a:chExt cx="102144" cy="191413"/>
              </a:xfrm>
              <a:grpFill/>
            </p:grpSpPr>
            <p:cxnSp>
              <p:nvCxnSpPr>
                <p:cNvPr id="257" name="Connecteur droit 256">
                  <a:extLst>
                    <a:ext uri="{FF2B5EF4-FFF2-40B4-BE49-F238E27FC236}">
                      <a16:creationId xmlns:a16="http://schemas.microsoft.com/office/drawing/2014/main" id="{7164B75E-A7D2-ABE8-9B9B-8985E67A3006}"/>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8" name="Ellipse 257">
                  <a:extLst>
                    <a:ext uri="{FF2B5EF4-FFF2-40B4-BE49-F238E27FC236}">
                      <a16:creationId xmlns:a16="http://schemas.microsoft.com/office/drawing/2014/main" id="{03CEAAF6-8A42-AC71-1D08-6444094CDC1B}"/>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2" name="Groupe 241">
                <a:extLst>
                  <a:ext uri="{FF2B5EF4-FFF2-40B4-BE49-F238E27FC236}">
                    <a16:creationId xmlns:a16="http://schemas.microsoft.com/office/drawing/2014/main" id="{A26CFC27-EFE5-7462-BA79-440910FF4160}"/>
                  </a:ext>
                </a:extLst>
              </p:cNvPr>
              <p:cNvGrpSpPr/>
              <p:nvPr/>
            </p:nvGrpSpPr>
            <p:grpSpPr>
              <a:xfrm>
                <a:off x="8656873" y="2059330"/>
                <a:ext cx="102144" cy="191413"/>
                <a:chOff x="10178180" y="1782664"/>
                <a:chExt cx="102144" cy="191413"/>
              </a:xfrm>
              <a:grpFill/>
            </p:grpSpPr>
            <p:cxnSp>
              <p:nvCxnSpPr>
                <p:cNvPr id="255" name="Connecteur droit 254">
                  <a:extLst>
                    <a:ext uri="{FF2B5EF4-FFF2-40B4-BE49-F238E27FC236}">
                      <a16:creationId xmlns:a16="http://schemas.microsoft.com/office/drawing/2014/main" id="{893DB391-5731-A203-680B-2C035813B543}"/>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6" name="Ellipse 255">
                  <a:extLst>
                    <a:ext uri="{FF2B5EF4-FFF2-40B4-BE49-F238E27FC236}">
                      <a16:creationId xmlns:a16="http://schemas.microsoft.com/office/drawing/2014/main" id="{8AC596E5-141F-1136-BCA2-A76FD78B2184}"/>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3" name="Groupe 242">
                <a:extLst>
                  <a:ext uri="{FF2B5EF4-FFF2-40B4-BE49-F238E27FC236}">
                    <a16:creationId xmlns:a16="http://schemas.microsoft.com/office/drawing/2014/main" id="{DA30F0F8-44E2-CF14-5EB1-9091CEACAEA2}"/>
                  </a:ext>
                </a:extLst>
              </p:cNvPr>
              <p:cNvGrpSpPr/>
              <p:nvPr/>
            </p:nvGrpSpPr>
            <p:grpSpPr>
              <a:xfrm>
                <a:off x="8574420" y="2433143"/>
                <a:ext cx="102144" cy="191413"/>
                <a:chOff x="10178180" y="1782664"/>
                <a:chExt cx="102144" cy="191413"/>
              </a:xfrm>
              <a:grpFill/>
            </p:grpSpPr>
            <p:cxnSp>
              <p:nvCxnSpPr>
                <p:cNvPr id="253" name="Connecteur droit 252">
                  <a:extLst>
                    <a:ext uri="{FF2B5EF4-FFF2-40B4-BE49-F238E27FC236}">
                      <a16:creationId xmlns:a16="http://schemas.microsoft.com/office/drawing/2014/main" id="{61C9883A-28DE-F992-747B-41641B086C3F}"/>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4" name="Ellipse 253">
                  <a:extLst>
                    <a:ext uri="{FF2B5EF4-FFF2-40B4-BE49-F238E27FC236}">
                      <a16:creationId xmlns:a16="http://schemas.microsoft.com/office/drawing/2014/main" id="{C683EB77-3F17-7DF1-A0C4-0F85732532F8}"/>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4" name="Groupe 243">
                <a:extLst>
                  <a:ext uri="{FF2B5EF4-FFF2-40B4-BE49-F238E27FC236}">
                    <a16:creationId xmlns:a16="http://schemas.microsoft.com/office/drawing/2014/main" id="{ED8218F7-E76B-D77F-8BF8-7DF686CEB201}"/>
                  </a:ext>
                </a:extLst>
              </p:cNvPr>
              <p:cNvGrpSpPr/>
              <p:nvPr/>
            </p:nvGrpSpPr>
            <p:grpSpPr>
              <a:xfrm>
                <a:off x="8888568" y="2441622"/>
                <a:ext cx="102144" cy="191413"/>
                <a:chOff x="10178180" y="1782664"/>
                <a:chExt cx="102144" cy="191413"/>
              </a:xfrm>
              <a:grpFill/>
            </p:grpSpPr>
            <p:cxnSp>
              <p:nvCxnSpPr>
                <p:cNvPr id="251" name="Connecteur droit 250">
                  <a:extLst>
                    <a:ext uri="{FF2B5EF4-FFF2-40B4-BE49-F238E27FC236}">
                      <a16:creationId xmlns:a16="http://schemas.microsoft.com/office/drawing/2014/main" id="{91D2F22D-7AEF-DF0D-C63E-9A6208EEF916}"/>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2" name="Ellipse 251">
                  <a:extLst>
                    <a:ext uri="{FF2B5EF4-FFF2-40B4-BE49-F238E27FC236}">
                      <a16:creationId xmlns:a16="http://schemas.microsoft.com/office/drawing/2014/main" id="{A6CD9DD3-4FC8-F2B2-B746-A5EE285E6AA6}"/>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5" name="Groupe 244">
                <a:extLst>
                  <a:ext uri="{FF2B5EF4-FFF2-40B4-BE49-F238E27FC236}">
                    <a16:creationId xmlns:a16="http://schemas.microsoft.com/office/drawing/2014/main" id="{6EBD957C-3A00-04EF-B99F-E53D548390E0}"/>
                  </a:ext>
                </a:extLst>
              </p:cNvPr>
              <p:cNvGrpSpPr/>
              <p:nvPr/>
            </p:nvGrpSpPr>
            <p:grpSpPr>
              <a:xfrm>
                <a:off x="9195077" y="2553446"/>
                <a:ext cx="102144" cy="191413"/>
                <a:chOff x="10178180" y="1782664"/>
                <a:chExt cx="102144" cy="191413"/>
              </a:xfrm>
              <a:grpFill/>
            </p:grpSpPr>
            <p:cxnSp>
              <p:nvCxnSpPr>
                <p:cNvPr id="249" name="Connecteur droit 248">
                  <a:extLst>
                    <a:ext uri="{FF2B5EF4-FFF2-40B4-BE49-F238E27FC236}">
                      <a16:creationId xmlns:a16="http://schemas.microsoft.com/office/drawing/2014/main" id="{5C1D2174-84EE-F56F-7136-7E7EAD1007A2}"/>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0" name="Ellipse 249">
                  <a:extLst>
                    <a:ext uri="{FF2B5EF4-FFF2-40B4-BE49-F238E27FC236}">
                      <a16:creationId xmlns:a16="http://schemas.microsoft.com/office/drawing/2014/main" id="{EE406D84-C952-319C-76F0-346ED939EB69}"/>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6" name="Groupe 245">
                <a:extLst>
                  <a:ext uri="{FF2B5EF4-FFF2-40B4-BE49-F238E27FC236}">
                    <a16:creationId xmlns:a16="http://schemas.microsoft.com/office/drawing/2014/main" id="{C9A76386-5284-0774-29E1-021673C7164C}"/>
                  </a:ext>
                </a:extLst>
              </p:cNvPr>
              <p:cNvGrpSpPr/>
              <p:nvPr/>
            </p:nvGrpSpPr>
            <p:grpSpPr>
              <a:xfrm>
                <a:off x="9490032" y="2590463"/>
                <a:ext cx="102144" cy="191413"/>
                <a:chOff x="10178180" y="1782664"/>
                <a:chExt cx="102144" cy="191413"/>
              </a:xfrm>
              <a:grpFill/>
            </p:grpSpPr>
            <p:cxnSp>
              <p:nvCxnSpPr>
                <p:cNvPr id="247" name="Connecteur droit 246">
                  <a:extLst>
                    <a:ext uri="{FF2B5EF4-FFF2-40B4-BE49-F238E27FC236}">
                      <a16:creationId xmlns:a16="http://schemas.microsoft.com/office/drawing/2014/main" id="{992034B1-D3E4-845A-D971-B451799FFD14}"/>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8" name="Ellipse 247">
                  <a:extLst>
                    <a:ext uri="{FF2B5EF4-FFF2-40B4-BE49-F238E27FC236}">
                      <a16:creationId xmlns:a16="http://schemas.microsoft.com/office/drawing/2014/main" id="{9F7F1D71-6A41-FD2A-4DB6-BFE40ED40154}"/>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316" name="Groupe 315">
            <a:extLst>
              <a:ext uri="{FF2B5EF4-FFF2-40B4-BE49-F238E27FC236}">
                <a16:creationId xmlns:a16="http://schemas.microsoft.com/office/drawing/2014/main" id="{90602E47-1263-4E16-6656-7CEEE17D1BC3}"/>
              </a:ext>
            </a:extLst>
          </p:cNvPr>
          <p:cNvGrpSpPr/>
          <p:nvPr/>
        </p:nvGrpSpPr>
        <p:grpSpPr>
          <a:xfrm>
            <a:off x="2295488" y="2630083"/>
            <a:ext cx="1142475" cy="1466540"/>
            <a:chOff x="1062995" y="2236944"/>
            <a:chExt cx="1142475" cy="1466540"/>
          </a:xfrm>
        </p:grpSpPr>
        <p:sp>
          <p:nvSpPr>
            <p:cNvPr id="317" name="ZoneTexte 316">
              <a:extLst>
                <a:ext uri="{FF2B5EF4-FFF2-40B4-BE49-F238E27FC236}">
                  <a16:creationId xmlns:a16="http://schemas.microsoft.com/office/drawing/2014/main" id="{5C53D44A-F22A-7F20-79B8-63694D772C0E}"/>
                </a:ext>
              </a:extLst>
            </p:cNvPr>
            <p:cNvSpPr txBox="1"/>
            <p:nvPr/>
          </p:nvSpPr>
          <p:spPr>
            <a:xfrm>
              <a:off x="1062995" y="3057153"/>
              <a:ext cx="1142475" cy="646331"/>
            </a:xfrm>
            <a:prstGeom prst="rect">
              <a:avLst/>
            </a:prstGeom>
            <a:noFill/>
          </p:spPr>
          <p:txBody>
            <a:bodyPr wrap="square">
              <a:spAutoFit/>
            </a:bodyPr>
            <a:lstStyle/>
            <a:p>
              <a:pPr algn="ctr"/>
              <a:r>
                <a:rPr lang="en-US" sz="1200"/>
                <a:t>A committee (including the agent) decides</a:t>
              </a:r>
            </a:p>
          </p:txBody>
        </p:sp>
        <p:grpSp>
          <p:nvGrpSpPr>
            <p:cNvPr id="318" name="Groupe 317">
              <a:extLst>
                <a:ext uri="{FF2B5EF4-FFF2-40B4-BE49-F238E27FC236}">
                  <a16:creationId xmlns:a16="http://schemas.microsoft.com/office/drawing/2014/main" id="{F535494A-CA6D-DFE5-12B5-CDC0331CDDE6}"/>
                </a:ext>
              </a:extLst>
            </p:cNvPr>
            <p:cNvGrpSpPr/>
            <p:nvPr/>
          </p:nvGrpSpPr>
          <p:grpSpPr>
            <a:xfrm>
              <a:off x="1162944" y="2236944"/>
              <a:ext cx="891895" cy="820209"/>
              <a:chOff x="1281387" y="2495253"/>
              <a:chExt cx="1084118" cy="996982"/>
            </a:xfrm>
          </p:grpSpPr>
          <p:grpSp>
            <p:nvGrpSpPr>
              <p:cNvPr id="319" name="Groupe 318">
                <a:extLst>
                  <a:ext uri="{FF2B5EF4-FFF2-40B4-BE49-F238E27FC236}">
                    <a16:creationId xmlns:a16="http://schemas.microsoft.com/office/drawing/2014/main" id="{DF6D60CD-3E00-3E21-3A83-E5329339CD10}"/>
                  </a:ext>
                </a:extLst>
              </p:cNvPr>
              <p:cNvGrpSpPr/>
              <p:nvPr/>
            </p:nvGrpSpPr>
            <p:grpSpPr>
              <a:xfrm>
                <a:off x="1569563" y="3035035"/>
                <a:ext cx="457200" cy="457200"/>
                <a:chOff x="3982824" y="1896400"/>
                <a:chExt cx="914400" cy="914400"/>
              </a:xfrm>
            </p:grpSpPr>
            <p:pic>
              <p:nvPicPr>
                <p:cNvPr id="329" name="Graphique 328" descr="Homme conductrice avec un remplissage uni">
                  <a:extLst>
                    <a:ext uri="{FF2B5EF4-FFF2-40B4-BE49-F238E27FC236}">
                      <a16:creationId xmlns:a16="http://schemas.microsoft.com/office/drawing/2014/main" id="{5379302F-9B52-9024-513C-DE148B9A326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30" name="Rectangle 329">
                  <a:extLst>
                    <a:ext uri="{FF2B5EF4-FFF2-40B4-BE49-F238E27FC236}">
                      <a16:creationId xmlns:a16="http://schemas.microsoft.com/office/drawing/2014/main" id="{6277118C-B6B9-80C3-A0C3-19AED272BD77}"/>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grpSp>
          <p:grpSp>
            <p:nvGrpSpPr>
              <p:cNvPr id="320" name="Groupe 319">
                <a:extLst>
                  <a:ext uri="{FF2B5EF4-FFF2-40B4-BE49-F238E27FC236}">
                    <a16:creationId xmlns:a16="http://schemas.microsoft.com/office/drawing/2014/main" id="{03EADEB5-06BE-92B8-B694-B3E28B52B58E}"/>
                  </a:ext>
                </a:extLst>
              </p:cNvPr>
              <p:cNvGrpSpPr/>
              <p:nvPr/>
            </p:nvGrpSpPr>
            <p:grpSpPr>
              <a:xfrm>
                <a:off x="1281387" y="2806435"/>
                <a:ext cx="457200" cy="457200"/>
                <a:chOff x="3982824" y="1896400"/>
                <a:chExt cx="914400" cy="914400"/>
              </a:xfrm>
            </p:grpSpPr>
            <p:pic>
              <p:nvPicPr>
                <p:cNvPr id="327" name="Graphique 326" descr="Homme conductrice avec un remplissage uni">
                  <a:extLst>
                    <a:ext uri="{FF2B5EF4-FFF2-40B4-BE49-F238E27FC236}">
                      <a16:creationId xmlns:a16="http://schemas.microsoft.com/office/drawing/2014/main" id="{6BAB7D07-3F53-288A-853F-1EB9615D73B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82824" y="1896400"/>
                  <a:ext cx="914400" cy="914400"/>
                </a:xfrm>
                <a:prstGeom prst="rect">
                  <a:avLst/>
                </a:prstGeom>
              </p:spPr>
            </p:pic>
            <p:sp>
              <p:nvSpPr>
                <p:cNvPr id="328" name="Rectangle 327">
                  <a:extLst>
                    <a:ext uri="{FF2B5EF4-FFF2-40B4-BE49-F238E27FC236}">
                      <a16:creationId xmlns:a16="http://schemas.microsoft.com/office/drawing/2014/main" id="{8187A43B-FD41-48C1-AFB0-7F6A8BC8421D}"/>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grpSp>
          <p:grpSp>
            <p:nvGrpSpPr>
              <p:cNvPr id="321" name="Groupe 320">
                <a:extLst>
                  <a:ext uri="{FF2B5EF4-FFF2-40B4-BE49-F238E27FC236}">
                    <a16:creationId xmlns:a16="http://schemas.microsoft.com/office/drawing/2014/main" id="{A47940E1-729A-EFDF-973D-D86DD4B2804C}"/>
                  </a:ext>
                </a:extLst>
              </p:cNvPr>
              <p:cNvGrpSpPr/>
              <p:nvPr/>
            </p:nvGrpSpPr>
            <p:grpSpPr>
              <a:xfrm>
                <a:off x="1613164" y="2495253"/>
                <a:ext cx="457200" cy="457200"/>
                <a:chOff x="3982824" y="1896400"/>
                <a:chExt cx="914400" cy="914400"/>
              </a:xfrm>
            </p:grpSpPr>
            <p:pic>
              <p:nvPicPr>
                <p:cNvPr id="325" name="Graphique 324" descr="Homme conductrice avec un remplissage uni">
                  <a:extLst>
                    <a:ext uri="{FF2B5EF4-FFF2-40B4-BE49-F238E27FC236}">
                      <a16:creationId xmlns:a16="http://schemas.microsoft.com/office/drawing/2014/main" id="{8E54E859-443A-FE94-4B9D-DC9DBC2DF12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26" name="Rectangle 325">
                  <a:extLst>
                    <a:ext uri="{FF2B5EF4-FFF2-40B4-BE49-F238E27FC236}">
                      <a16:creationId xmlns:a16="http://schemas.microsoft.com/office/drawing/2014/main" id="{C9885DE0-491B-B604-2939-D3B7DF450EC1}"/>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grpSp>
          <p:grpSp>
            <p:nvGrpSpPr>
              <p:cNvPr id="322" name="Groupe 321">
                <a:extLst>
                  <a:ext uri="{FF2B5EF4-FFF2-40B4-BE49-F238E27FC236}">
                    <a16:creationId xmlns:a16="http://schemas.microsoft.com/office/drawing/2014/main" id="{7A643A72-8DD1-7988-FF30-6B8BD6BF1629}"/>
                  </a:ext>
                </a:extLst>
              </p:cNvPr>
              <p:cNvGrpSpPr/>
              <p:nvPr/>
            </p:nvGrpSpPr>
            <p:grpSpPr>
              <a:xfrm>
                <a:off x="1908305" y="2820432"/>
                <a:ext cx="457200" cy="457200"/>
                <a:chOff x="3982824" y="1896400"/>
                <a:chExt cx="914400" cy="914400"/>
              </a:xfrm>
            </p:grpSpPr>
            <p:pic>
              <p:nvPicPr>
                <p:cNvPr id="323" name="Graphique 322" descr="Homme conductrice avec un remplissage uni">
                  <a:extLst>
                    <a:ext uri="{FF2B5EF4-FFF2-40B4-BE49-F238E27FC236}">
                      <a16:creationId xmlns:a16="http://schemas.microsoft.com/office/drawing/2014/main" id="{311E0D80-3602-C49F-D216-453DF87261F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24" name="Rectangle 323">
                  <a:extLst>
                    <a:ext uri="{FF2B5EF4-FFF2-40B4-BE49-F238E27FC236}">
                      <a16:creationId xmlns:a16="http://schemas.microsoft.com/office/drawing/2014/main" id="{3C674105-0914-9BE3-2BCB-7A528C9934FF}"/>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grpSp>
        </p:grpSp>
      </p:grpSp>
      <p:grpSp>
        <p:nvGrpSpPr>
          <p:cNvPr id="3" name="Groupe 2">
            <a:extLst>
              <a:ext uri="{FF2B5EF4-FFF2-40B4-BE49-F238E27FC236}">
                <a16:creationId xmlns:a16="http://schemas.microsoft.com/office/drawing/2014/main" id="{DE3183CA-C63F-A6AB-E1E1-453173213EEB}"/>
              </a:ext>
            </a:extLst>
          </p:cNvPr>
          <p:cNvGrpSpPr/>
          <p:nvPr/>
        </p:nvGrpSpPr>
        <p:grpSpPr>
          <a:xfrm>
            <a:off x="3756364" y="2577298"/>
            <a:ext cx="1142475" cy="1466540"/>
            <a:chOff x="1062995" y="2236944"/>
            <a:chExt cx="1142475" cy="1466540"/>
          </a:xfrm>
        </p:grpSpPr>
        <p:sp>
          <p:nvSpPr>
            <p:cNvPr id="22" name="ZoneTexte 21">
              <a:extLst>
                <a:ext uri="{FF2B5EF4-FFF2-40B4-BE49-F238E27FC236}">
                  <a16:creationId xmlns:a16="http://schemas.microsoft.com/office/drawing/2014/main" id="{6FD43AB8-2EC5-6311-490A-7B85D0CBD3F1}"/>
                </a:ext>
              </a:extLst>
            </p:cNvPr>
            <p:cNvSpPr txBox="1"/>
            <p:nvPr/>
          </p:nvSpPr>
          <p:spPr>
            <a:xfrm>
              <a:off x="1062995" y="3057153"/>
              <a:ext cx="1142475" cy="646331"/>
            </a:xfrm>
            <a:prstGeom prst="rect">
              <a:avLst/>
            </a:prstGeom>
            <a:noFill/>
          </p:spPr>
          <p:txBody>
            <a:bodyPr wrap="square">
              <a:spAutoFit/>
            </a:bodyPr>
            <a:lstStyle/>
            <a:p>
              <a:pPr algn="ctr"/>
              <a:r>
                <a:rPr lang="en-US" sz="1200"/>
                <a:t>A committee (without the agent) decides</a:t>
              </a:r>
            </a:p>
          </p:txBody>
        </p:sp>
        <p:grpSp>
          <p:nvGrpSpPr>
            <p:cNvPr id="23" name="Groupe 22">
              <a:extLst>
                <a:ext uri="{FF2B5EF4-FFF2-40B4-BE49-F238E27FC236}">
                  <a16:creationId xmlns:a16="http://schemas.microsoft.com/office/drawing/2014/main" id="{E5D3B090-771F-9A12-F04A-50AF6B55516E}"/>
                </a:ext>
              </a:extLst>
            </p:cNvPr>
            <p:cNvGrpSpPr/>
            <p:nvPr/>
          </p:nvGrpSpPr>
          <p:grpSpPr>
            <a:xfrm>
              <a:off x="1162944" y="2236944"/>
              <a:ext cx="891895" cy="820209"/>
              <a:chOff x="1281387" y="2495253"/>
              <a:chExt cx="1084118" cy="996982"/>
            </a:xfrm>
          </p:grpSpPr>
          <p:grpSp>
            <p:nvGrpSpPr>
              <p:cNvPr id="31" name="Groupe 30">
                <a:extLst>
                  <a:ext uri="{FF2B5EF4-FFF2-40B4-BE49-F238E27FC236}">
                    <a16:creationId xmlns:a16="http://schemas.microsoft.com/office/drawing/2014/main" id="{AEF27E26-9BAE-6A38-A82A-088598D05F66}"/>
                  </a:ext>
                </a:extLst>
              </p:cNvPr>
              <p:cNvGrpSpPr/>
              <p:nvPr/>
            </p:nvGrpSpPr>
            <p:grpSpPr>
              <a:xfrm>
                <a:off x="1569563" y="3035035"/>
                <a:ext cx="457200" cy="457200"/>
                <a:chOff x="3982824" y="1896400"/>
                <a:chExt cx="914400" cy="914400"/>
              </a:xfrm>
            </p:grpSpPr>
            <p:pic>
              <p:nvPicPr>
                <p:cNvPr id="41" name="Graphique 40" descr="Homme conductrice avec un remplissage uni">
                  <a:extLst>
                    <a:ext uri="{FF2B5EF4-FFF2-40B4-BE49-F238E27FC236}">
                      <a16:creationId xmlns:a16="http://schemas.microsoft.com/office/drawing/2014/main" id="{F64F86AB-035C-2D07-ED36-72997301DC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42" name="Rectangle 41">
                  <a:extLst>
                    <a:ext uri="{FF2B5EF4-FFF2-40B4-BE49-F238E27FC236}">
                      <a16:creationId xmlns:a16="http://schemas.microsoft.com/office/drawing/2014/main" id="{2CFA9C69-A393-CBC2-7702-D832872DD30F}"/>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grpSp>
          <p:grpSp>
            <p:nvGrpSpPr>
              <p:cNvPr id="32" name="Groupe 31">
                <a:extLst>
                  <a:ext uri="{FF2B5EF4-FFF2-40B4-BE49-F238E27FC236}">
                    <a16:creationId xmlns:a16="http://schemas.microsoft.com/office/drawing/2014/main" id="{B480127C-57DA-4997-2F77-761CD1323E73}"/>
                  </a:ext>
                </a:extLst>
              </p:cNvPr>
              <p:cNvGrpSpPr/>
              <p:nvPr/>
            </p:nvGrpSpPr>
            <p:grpSpPr>
              <a:xfrm>
                <a:off x="1281387" y="2806435"/>
                <a:ext cx="457200" cy="457200"/>
                <a:chOff x="3982824" y="1896400"/>
                <a:chExt cx="914400" cy="914400"/>
              </a:xfrm>
            </p:grpSpPr>
            <p:pic>
              <p:nvPicPr>
                <p:cNvPr id="39" name="Graphique 38" descr="Homme conductrice avec un remplissage uni">
                  <a:extLst>
                    <a:ext uri="{FF2B5EF4-FFF2-40B4-BE49-F238E27FC236}">
                      <a16:creationId xmlns:a16="http://schemas.microsoft.com/office/drawing/2014/main" id="{C731BF6C-377F-7599-8987-6D1559A67A6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40" name="Rectangle 39">
                  <a:extLst>
                    <a:ext uri="{FF2B5EF4-FFF2-40B4-BE49-F238E27FC236}">
                      <a16:creationId xmlns:a16="http://schemas.microsoft.com/office/drawing/2014/main" id="{FFE7B6A8-ECD4-4FB4-7D25-8966B412F068}"/>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grpSp>
          <p:grpSp>
            <p:nvGrpSpPr>
              <p:cNvPr id="33" name="Groupe 32">
                <a:extLst>
                  <a:ext uri="{FF2B5EF4-FFF2-40B4-BE49-F238E27FC236}">
                    <a16:creationId xmlns:a16="http://schemas.microsoft.com/office/drawing/2014/main" id="{B5533935-542D-B1D5-69F8-E5FF589A2B72}"/>
                  </a:ext>
                </a:extLst>
              </p:cNvPr>
              <p:cNvGrpSpPr/>
              <p:nvPr/>
            </p:nvGrpSpPr>
            <p:grpSpPr>
              <a:xfrm>
                <a:off x="1613164" y="2495253"/>
                <a:ext cx="457200" cy="457200"/>
                <a:chOff x="3982824" y="1896400"/>
                <a:chExt cx="914400" cy="914400"/>
              </a:xfrm>
            </p:grpSpPr>
            <p:pic>
              <p:nvPicPr>
                <p:cNvPr id="37" name="Graphique 36" descr="Homme conductrice avec un remplissage uni">
                  <a:extLst>
                    <a:ext uri="{FF2B5EF4-FFF2-40B4-BE49-F238E27FC236}">
                      <a16:creationId xmlns:a16="http://schemas.microsoft.com/office/drawing/2014/main" id="{A42765BB-9A30-CA07-BB3D-6824984786F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8" name="Rectangle 37">
                  <a:extLst>
                    <a:ext uri="{FF2B5EF4-FFF2-40B4-BE49-F238E27FC236}">
                      <a16:creationId xmlns:a16="http://schemas.microsoft.com/office/drawing/2014/main" id="{44B0B58D-7DCE-6B92-9385-B6D9D6C9D835}"/>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grpSp>
          <p:grpSp>
            <p:nvGrpSpPr>
              <p:cNvPr id="34" name="Groupe 33">
                <a:extLst>
                  <a:ext uri="{FF2B5EF4-FFF2-40B4-BE49-F238E27FC236}">
                    <a16:creationId xmlns:a16="http://schemas.microsoft.com/office/drawing/2014/main" id="{36617305-3E6F-4BB2-B1EF-0AFC278D8A6C}"/>
                  </a:ext>
                </a:extLst>
              </p:cNvPr>
              <p:cNvGrpSpPr/>
              <p:nvPr/>
            </p:nvGrpSpPr>
            <p:grpSpPr>
              <a:xfrm>
                <a:off x="1908305" y="2820432"/>
                <a:ext cx="457200" cy="457200"/>
                <a:chOff x="3982824" y="1896400"/>
                <a:chExt cx="914400" cy="914400"/>
              </a:xfrm>
            </p:grpSpPr>
            <p:pic>
              <p:nvPicPr>
                <p:cNvPr id="35" name="Graphique 34" descr="Homme conductrice avec un remplissage uni">
                  <a:extLst>
                    <a:ext uri="{FF2B5EF4-FFF2-40B4-BE49-F238E27FC236}">
                      <a16:creationId xmlns:a16="http://schemas.microsoft.com/office/drawing/2014/main" id="{6C471F4E-213D-500E-6F57-84CF36C22E4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6" name="Rectangle 35">
                  <a:extLst>
                    <a:ext uri="{FF2B5EF4-FFF2-40B4-BE49-F238E27FC236}">
                      <a16:creationId xmlns:a16="http://schemas.microsoft.com/office/drawing/2014/main" id="{C5E7F4F6-9338-8825-063D-1B99A3C54C24}"/>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grpSp>
        </p:grpSp>
      </p:grpSp>
      <p:sp>
        <p:nvSpPr>
          <p:cNvPr id="43" name="ZoneTexte 42">
            <a:extLst>
              <a:ext uri="{FF2B5EF4-FFF2-40B4-BE49-F238E27FC236}">
                <a16:creationId xmlns:a16="http://schemas.microsoft.com/office/drawing/2014/main" id="{8A886B9B-C820-AC0C-AB7B-5510BA24E6B7}"/>
              </a:ext>
            </a:extLst>
          </p:cNvPr>
          <p:cNvSpPr txBox="1"/>
          <p:nvPr/>
        </p:nvSpPr>
        <p:spPr>
          <a:xfrm>
            <a:off x="912504" y="4536772"/>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44" name="ZoneTexte 43">
            <a:extLst>
              <a:ext uri="{FF2B5EF4-FFF2-40B4-BE49-F238E27FC236}">
                <a16:creationId xmlns:a16="http://schemas.microsoft.com/office/drawing/2014/main" id="{5733EF5A-C8A4-789B-43EA-3DFFC05C28EF}"/>
              </a:ext>
            </a:extLst>
          </p:cNvPr>
          <p:cNvSpPr txBox="1"/>
          <p:nvPr/>
        </p:nvSpPr>
        <p:spPr>
          <a:xfrm>
            <a:off x="2568332" y="4576189"/>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45" name="ZoneTexte 44">
            <a:extLst>
              <a:ext uri="{FF2B5EF4-FFF2-40B4-BE49-F238E27FC236}">
                <a16:creationId xmlns:a16="http://schemas.microsoft.com/office/drawing/2014/main" id="{5CEAAA3F-79F4-8E6F-91B5-AEF90E4A82E4}"/>
              </a:ext>
            </a:extLst>
          </p:cNvPr>
          <p:cNvSpPr txBox="1"/>
          <p:nvPr/>
        </p:nvSpPr>
        <p:spPr>
          <a:xfrm>
            <a:off x="2583504" y="4947293"/>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46" name="ZoneTexte 45">
            <a:extLst>
              <a:ext uri="{FF2B5EF4-FFF2-40B4-BE49-F238E27FC236}">
                <a16:creationId xmlns:a16="http://schemas.microsoft.com/office/drawing/2014/main" id="{5115945B-3095-5539-09FF-E4BF5FE4CB96}"/>
              </a:ext>
            </a:extLst>
          </p:cNvPr>
          <p:cNvSpPr txBox="1"/>
          <p:nvPr/>
        </p:nvSpPr>
        <p:spPr>
          <a:xfrm>
            <a:off x="2583504" y="5371984"/>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47" name="ZoneTexte 46">
            <a:extLst>
              <a:ext uri="{FF2B5EF4-FFF2-40B4-BE49-F238E27FC236}">
                <a16:creationId xmlns:a16="http://schemas.microsoft.com/office/drawing/2014/main" id="{AC2F767E-B015-AD86-C917-6E208018AE52}"/>
              </a:ext>
            </a:extLst>
          </p:cNvPr>
          <p:cNvSpPr txBox="1"/>
          <p:nvPr/>
        </p:nvSpPr>
        <p:spPr>
          <a:xfrm>
            <a:off x="3980196" y="4544333"/>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48" name="ZoneTexte 47">
            <a:extLst>
              <a:ext uri="{FF2B5EF4-FFF2-40B4-BE49-F238E27FC236}">
                <a16:creationId xmlns:a16="http://schemas.microsoft.com/office/drawing/2014/main" id="{0AD545DD-7A5A-617C-8003-C003144ECE5B}"/>
              </a:ext>
            </a:extLst>
          </p:cNvPr>
          <p:cNvSpPr txBox="1"/>
          <p:nvPr/>
        </p:nvSpPr>
        <p:spPr>
          <a:xfrm>
            <a:off x="3968383" y="4932284"/>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49" name="ZoneTexte 48">
            <a:extLst>
              <a:ext uri="{FF2B5EF4-FFF2-40B4-BE49-F238E27FC236}">
                <a16:creationId xmlns:a16="http://schemas.microsoft.com/office/drawing/2014/main" id="{02CBD9F1-2367-568C-97DE-95337ED88A72}"/>
              </a:ext>
            </a:extLst>
          </p:cNvPr>
          <p:cNvSpPr txBox="1"/>
          <p:nvPr/>
        </p:nvSpPr>
        <p:spPr>
          <a:xfrm>
            <a:off x="3960674" y="5365230"/>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50" name="ZoneTexte 49">
            <a:extLst>
              <a:ext uri="{FF2B5EF4-FFF2-40B4-BE49-F238E27FC236}">
                <a16:creationId xmlns:a16="http://schemas.microsoft.com/office/drawing/2014/main" id="{E047EA71-BF42-DDF8-980C-708172F5C533}"/>
              </a:ext>
            </a:extLst>
          </p:cNvPr>
          <p:cNvSpPr txBox="1"/>
          <p:nvPr/>
        </p:nvSpPr>
        <p:spPr>
          <a:xfrm>
            <a:off x="5516948" y="4544332"/>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51" name="ZoneTexte 50">
            <a:extLst>
              <a:ext uri="{FF2B5EF4-FFF2-40B4-BE49-F238E27FC236}">
                <a16:creationId xmlns:a16="http://schemas.microsoft.com/office/drawing/2014/main" id="{25507CB2-08B0-2279-8482-2138DD3E29CA}"/>
              </a:ext>
            </a:extLst>
          </p:cNvPr>
          <p:cNvSpPr txBox="1"/>
          <p:nvPr/>
        </p:nvSpPr>
        <p:spPr>
          <a:xfrm>
            <a:off x="5516948" y="4918512"/>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52" name="ZoneTexte 51">
            <a:extLst>
              <a:ext uri="{FF2B5EF4-FFF2-40B4-BE49-F238E27FC236}">
                <a16:creationId xmlns:a16="http://schemas.microsoft.com/office/drawing/2014/main" id="{A54AE7AA-1140-5804-70C0-FABCFEB718A6}"/>
              </a:ext>
            </a:extLst>
          </p:cNvPr>
          <p:cNvSpPr txBox="1"/>
          <p:nvPr/>
        </p:nvSpPr>
        <p:spPr>
          <a:xfrm>
            <a:off x="5516948" y="5336079"/>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53" name="ZoneTexte 52">
            <a:extLst>
              <a:ext uri="{FF2B5EF4-FFF2-40B4-BE49-F238E27FC236}">
                <a16:creationId xmlns:a16="http://schemas.microsoft.com/office/drawing/2014/main" id="{99CD0AF7-4E5D-7104-C7E2-E524C50C076F}"/>
              </a:ext>
            </a:extLst>
          </p:cNvPr>
          <p:cNvSpPr txBox="1"/>
          <p:nvPr/>
        </p:nvSpPr>
        <p:spPr>
          <a:xfrm>
            <a:off x="5519757" y="5753646"/>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54" name="ZoneTexte 53">
            <a:extLst>
              <a:ext uri="{FF2B5EF4-FFF2-40B4-BE49-F238E27FC236}">
                <a16:creationId xmlns:a16="http://schemas.microsoft.com/office/drawing/2014/main" id="{B3CBD601-2293-F2E3-7F8D-60B64E96221C}"/>
              </a:ext>
            </a:extLst>
          </p:cNvPr>
          <p:cNvSpPr txBox="1"/>
          <p:nvPr/>
        </p:nvSpPr>
        <p:spPr>
          <a:xfrm>
            <a:off x="9512226" y="4119287"/>
            <a:ext cx="1537145" cy="873493"/>
          </a:xfrm>
          <a:prstGeom prst="rect">
            <a:avLst/>
          </a:prstGeom>
          <a:solidFill>
            <a:srgbClr val="FFFF00"/>
          </a:solidFill>
          <a:ln>
            <a:solidFill>
              <a:schemeClr val="tx1"/>
            </a:solidFill>
          </a:ln>
        </p:spPr>
        <p:txBody>
          <a:bodyPr wrap="square">
            <a:normAutofit fontScale="92500"/>
          </a:bodyPr>
          <a:lstStyle/>
          <a:p>
            <a:pPr algn="ctr"/>
            <a:r>
              <a:rPr lang="en-US" sz="1200"/>
              <a:t>Choosing work tools </a:t>
            </a:r>
          </a:p>
          <a:p>
            <a:pPr algn="ctr"/>
            <a:endParaRPr lang="en-US" sz="1200"/>
          </a:p>
          <a:p>
            <a:pPr algn="ctr"/>
            <a:r>
              <a:rPr lang="en-US" sz="1200" b="1"/>
              <a:t>Tools and process managers of the team</a:t>
            </a:r>
          </a:p>
        </p:txBody>
      </p:sp>
      <p:sp>
        <p:nvSpPr>
          <p:cNvPr id="55" name="ZoneTexte 54">
            <a:extLst>
              <a:ext uri="{FF2B5EF4-FFF2-40B4-BE49-F238E27FC236}">
                <a16:creationId xmlns:a16="http://schemas.microsoft.com/office/drawing/2014/main" id="{1F80DFF3-5480-BD27-9262-6A7DC5476437}"/>
              </a:ext>
            </a:extLst>
          </p:cNvPr>
          <p:cNvSpPr txBox="1"/>
          <p:nvPr/>
        </p:nvSpPr>
        <p:spPr>
          <a:xfrm>
            <a:off x="9512226" y="5178809"/>
            <a:ext cx="1537145" cy="873493"/>
          </a:xfrm>
          <a:prstGeom prst="rect">
            <a:avLst/>
          </a:prstGeom>
          <a:solidFill>
            <a:srgbClr val="FFFF00"/>
          </a:solidFill>
          <a:ln>
            <a:solidFill>
              <a:schemeClr val="tx1"/>
            </a:solidFill>
          </a:ln>
        </p:spPr>
        <p:txBody>
          <a:bodyPr wrap="square">
            <a:normAutofit/>
          </a:bodyPr>
          <a:lstStyle/>
          <a:p>
            <a:pPr algn="ctr"/>
            <a:r>
              <a:rPr lang="en-US" sz="1200"/>
              <a:t>Decide on holiday entertainment</a:t>
            </a:r>
          </a:p>
          <a:p>
            <a:pPr algn="ctr"/>
            <a:endParaRPr lang="en-US" sz="1200"/>
          </a:p>
          <a:p>
            <a:pPr algn="ctr"/>
            <a:r>
              <a:rPr lang="en-US" sz="1200" b="1"/>
              <a:t>Party Committee</a:t>
            </a:r>
          </a:p>
        </p:txBody>
      </p:sp>
      <p:sp>
        <p:nvSpPr>
          <p:cNvPr id="56" name="Espace réservé du contenu 2">
            <a:extLst>
              <a:ext uri="{FF2B5EF4-FFF2-40B4-BE49-F238E27FC236}">
                <a16:creationId xmlns:a16="http://schemas.microsoft.com/office/drawing/2014/main" id="{AB9B97BE-1C78-BC20-70B6-55A40C61AEF1}"/>
              </a:ext>
            </a:extLst>
          </p:cNvPr>
          <p:cNvSpPr>
            <a:spLocks noGrp="1"/>
          </p:cNvSpPr>
          <p:nvPr>
            <p:ph idx="1"/>
          </p:nvPr>
        </p:nvSpPr>
        <p:spPr>
          <a:xfrm>
            <a:off x="8848149" y="2506572"/>
            <a:ext cx="2352520" cy="3545730"/>
          </a:xfrm>
        </p:spPr>
        <p:txBody>
          <a:bodyPr>
            <a:normAutofit/>
          </a:bodyPr>
          <a:lstStyle/>
          <a:p>
            <a:pPr marL="0" indent="0">
              <a:buNone/>
            </a:pPr>
            <a:r>
              <a:rPr lang="en-US" sz="1800"/>
              <a:t>For each ticket, once the decision is made, we also add WHO makes the decision for collective decisions</a:t>
            </a:r>
          </a:p>
        </p:txBody>
      </p:sp>
    </p:spTree>
    <p:extLst>
      <p:ext uri="{BB962C8B-B14F-4D97-AF65-F5344CB8AC3E}">
        <p14:creationId xmlns:p14="http://schemas.microsoft.com/office/powerpoint/2010/main" val="2310581659"/>
      </p:ext>
    </p:extLst>
  </p:cSld>
  <p:clrMapOvr>
    <a:masterClrMapping/>
  </p:clrMapOvr>
</p:sld>
</file>

<file path=ppt/theme/theme1.xml><?xml version="1.0" encoding="utf-8"?>
<a:theme xmlns:a="http://schemas.openxmlformats.org/drawingml/2006/main" name="Thème Office">
  <a:themeElements>
    <a:clrScheme name="OpenSeriousGame">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e28f11b-d4f1-47fe-837d-5da7d4fdfa8d">
      <Terms xmlns="http://schemas.microsoft.com/office/infopath/2007/PartnerControls"/>
    </lcf76f155ced4ddcb4097134ff3c332f>
    <TaxCatchAll xmlns="2e054d75-df43-4e50-a610-0e7b0816d11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3095EDE67814541926D3AC5F9ACC08F" ma:contentTypeVersion="12" ma:contentTypeDescription="Crée un document." ma:contentTypeScope="" ma:versionID="4740bcd7563aace758bb5af16567afb8">
  <xsd:schema xmlns:xsd="http://www.w3.org/2001/XMLSchema" xmlns:xs="http://www.w3.org/2001/XMLSchema" xmlns:p="http://schemas.microsoft.com/office/2006/metadata/properties" xmlns:ns2="ae28f11b-d4f1-47fe-837d-5da7d4fdfa8d" xmlns:ns3="2e054d75-df43-4e50-a610-0e7b0816d11a" targetNamespace="http://schemas.microsoft.com/office/2006/metadata/properties" ma:root="true" ma:fieldsID="0c540144d36b116ed9070dbfae6023f7" ns2:_="" ns3:_="">
    <xsd:import namespace="ae28f11b-d4f1-47fe-837d-5da7d4fdfa8d"/>
    <xsd:import namespace="2e054d75-df43-4e50-a610-0e7b0816d1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8f11b-d4f1-47fe-837d-5da7d4fdfa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fb7d0a-9414-48cb-b3b7-290175ae35a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e054d75-df43-4e50-a610-0e7b0816d11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9dd72b47-dd46-40b1-8755-ebe9ce9f18af}" ma:internalName="TaxCatchAll" ma:showField="CatchAllData" ma:web="2e054d75-df43-4e50-a610-0e7b0816d1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886DD1B-D33E-4B6C-A6C5-A418DF31A1DA}">
  <ds:schemaRefs>
    <ds:schemaRef ds:uri="2e054d75-df43-4e50-a610-0e7b0816d11a"/>
    <ds:schemaRef ds:uri="ae28f11b-d4f1-47fe-837d-5da7d4fdfa8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EFC2266-5CEF-4FAD-B245-97511FB4E840}">
  <ds:schemaRefs>
    <ds:schemaRef ds:uri="http://schemas.microsoft.com/sharepoint/v3/contenttype/forms"/>
  </ds:schemaRefs>
</ds:datastoreItem>
</file>

<file path=customXml/itemProps3.xml><?xml version="1.0" encoding="utf-8"?>
<ds:datastoreItem xmlns:ds="http://schemas.openxmlformats.org/officeDocument/2006/customXml" ds:itemID="{0DF9F165-648D-421E-8498-0034FE725326}">
  <ds:schemaRefs>
    <ds:schemaRef ds:uri="2e054d75-df43-4e50-a610-0e7b0816d11a"/>
    <ds:schemaRef ds:uri="ae28f11b-d4f1-47fe-837d-5da7d4fdfa8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6081</Words>
  <Application>Microsoft Office PowerPoint</Application>
  <PresentationFormat>Grand écran</PresentationFormat>
  <Paragraphs>609</Paragraphs>
  <Slides>47</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47</vt:i4>
      </vt:variant>
    </vt:vector>
  </HeadingPairs>
  <TitlesOfParts>
    <vt:vector size="51" baseType="lpstr">
      <vt:lpstr>Arial</vt:lpstr>
      <vt:lpstr>Calibri</vt:lpstr>
      <vt:lpstr>Calibri Light</vt:lpstr>
      <vt:lpstr>Thème Office</vt:lpstr>
      <vt:lpstr>Présentation PowerPoint</vt:lpstr>
      <vt:lpstr>Summary of the IVCD Map</vt:lpstr>
      <vt:lpstr>Concept  Decision by the individual vs Consensus</vt:lpstr>
      <vt:lpstr>Some common situations</vt:lpstr>
      <vt:lpstr>Some common situations</vt:lpstr>
      <vt:lpstr>Some common situations</vt:lpstr>
      <vt:lpstr>The question behind these situations </vt:lpstr>
      <vt:lpstr>The question behind these situations </vt:lpstr>
      <vt:lpstr>Acting quickly on your own or agreeing beforehand </vt:lpstr>
      <vt:lpstr>The benefits of each modality</vt:lpstr>
      <vt:lpstr>The benefits of each modality</vt:lpstr>
      <vt:lpstr>As a Non-Agent, possible reactions</vt:lpstr>
      <vt:lpstr>As an Agent, the difficulties of being "forced" to choose a modality</vt:lpstr>
      <vt:lpstr>Act quickly on your own or come to an agreement beforehand Advantages and disadvantages </vt:lpstr>
      <vt:lpstr>Act quickly on your own or come to an agreement beforehand Favourable conditions that invite one modality or another</vt:lpstr>
      <vt:lpstr>Acting quickly on your own or coming to an agreement beforehand Examples of situations</vt:lpstr>
      <vt:lpstr>IVCD Map Tool</vt:lpstr>
      <vt:lpstr>Acting quickly on your own or agreeing beforehand Practical workshop: Individual vs Consensus decision (IVCD) map</vt:lpstr>
      <vt:lpstr>Act quickly on your own or come to an agreement beforehand IVCD map - Example of results</vt:lpstr>
      <vt:lpstr>Acting quickly alone or agreeing beforehand When to use the IVCD map in a collective ?</vt:lpstr>
      <vt:lpstr>The benefits of the proper use of the IVCD Map</vt:lpstr>
      <vt:lpstr>Display the IVCD Map differently</vt:lpstr>
      <vt:lpstr>Using the IVCD Map as a team workshop</vt:lpstr>
      <vt:lpstr>This workshop follows #OpenSeriousGame recommendations</vt:lpstr>
      <vt:lpstr>The IVCD Map in a nutshell</vt:lpstr>
      <vt:lpstr>Level 2: IVCD Map Workshop Details</vt:lpstr>
      <vt:lpstr>Level 3: IVCD Map Organization</vt:lpstr>
      <vt:lpstr>Level 5: IVCD map animation</vt:lpstr>
      <vt:lpstr>Level 6: Adaptation of IVCD Map</vt:lpstr>
      <vt:lpstr>Onboarding use</vt:lpstr>
      <vt:lpstr>Use between 2 teams</vt:lpstr>
      <vt:lpstr>Train to IVCD Map</vt:lpstr>
      <vt:lpstr>🎓Training for IVCD Map</vt:lpstr>
      <vt:lpstr>1. Inspiration: Recommended formats</vt:lpstr>
      <vt:lpstr>2. Collection phase: recommended contents</vt:lpstr>
      <vt:lpstr>2. Collection Phase: Format</vt:lpstr>
      <vt:lpstr>3. Initiation phase Fictitious example to practice the IVCD Map 1/4</vt:lpstr>
      <vt:lpstr>3. Initiation phase Fictitious example to practice the IVCD Map 2/4</vt:lpstr>
      <vt:lpstr>3. Initiation phase Fictitious example to practice the IVCD Map 3/4</vt:lpstr>
      <vt:lpstr>3. Initiation phase Fictitious example to practice the IVCD Map 4/4  Individual" application</vt:lpstr>
      <vt:lpstr>4. Reality Check Phase Content and format</vt:lpstr>
      <vt:lpstr>5. Confirmation of successes phase </vt:lpstr>
      <vt:lpstr>Limitations and extensions for the IVCD Map</vt:lpstr>
      <vt:lpstr>Limitations of the IVCD Map</vt:lpstr>
      <vt:lpstr>The IVCD Map and the combination with other tools</vt:lpstr>
      <vt:lpstr>IVCD Detailed map</vt:lpstr>
      <vt:lpstr>IVCD Map detailed Map and ticket format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IVCD Map</dc:title>
  <dc:creator>Alexandre Quach</dc:creator>
  <cp:keywords>, docId:D184347C06BCE0EC585FD00466377A39</cp:keywords>
  <cp:lastModifiedBy>Thomas Froment</cp:lastModifiedBy>
  <cp:revision>1</cp:revision>
  <dcterms:created xsi:type="dcterms:W3CDTF">2022-10-14T08:56:06Z</dcterms:created>
  <dcterms:modified xsi:type="dcterms:W3CDTF">2023-01-26T14:06:03Z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0x01010043095EDE67814541926D3AC5F9ACC08F</vt:lpwstr>
  </property>
  <property fmtid="{D5CDD505-2E9C-101B-9397-08002B2CF9AE}" pid="3" name="MediaServiceImageTags">
    <vt:lpwstr/>
  </property>
</Properties>
</file>