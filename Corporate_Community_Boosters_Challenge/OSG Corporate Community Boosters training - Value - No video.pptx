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6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1"/>
  </p:sldMasterIdLst>
  <p:notesMasterIdLst>
    <p:notesMasterId r:id="rId14"/>
  </p:notesMasterIdLst>
  <p:sldIdLst>
    <p:sldId id="405" r:id="rId2"/>
    <p:sldId id="447" r:id="rId3"/>
    <p:sldId id="408" r:id="rId4"/>
    <p:sldId id="427" r:id="rId5"/>
    <p:sldId id="472" r:id="rId6"/>
    <p:sldId id="410" r:id="rId7"/>
    <p:sldId id="419" r:id="rId8"/>
    <p:sldId id="473" r:id="rId9"/>
    <p:sldId id="449" r:id="rId10"/>
    <p:sldId id="520" r:id="rId11"/>
    <p:sldId id="421" r:id="rId12"/>
    <p:sldId id="521" r:id="rId1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Value" id="{277FA276-300F-4308-9988-74CBB5C92066}">
          <p14:sldIdLst>
            <p14:sldId id="405"/>
            <p14:sldId id="447"/>
            <p14:sldId id="408"/>
            <p14:sldId id="427"/>
            <p14:sldId id="472"/>
            <p14:sldId id="410"/>
            <p14:sldId id="419"/>
            <p14:sldId id="473"/>
            <p14:sldId id="449"/>
            <p14:sldId id="520"/>
            <p14:sldId id="421"/>
            <p14:sldId id="521"/>
          </p14:sldIdLst>
        </p14:section>
        <p14:section name="Ending" id="{DAA5DC5D-BD6A-4377-B75B-81BD77E88CD6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exandre Quach" initials="AQ" lastIdx="1" clrIdx="0">
    <p:extLst>
      <p:ext uri="{19B8F6BF-5375-455C-9EA6-DF929625EA0E}">
        <p15:presenceInfo xmlns:p15="http://schemas.microsoft.com/office/powerpoint/2012/main" userId="7bb690c8a6e028e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7B2B"/>
    <a:srgbClr val="3494BA"/>
    <a:srgbClr val="7FC1DB"/>
    <a:srgbClr val="FFFFFF"/>
    <a:srgbClr val="AAD6E7"/>
    <a:srgbClr val="F2F2F2"/>
    <a:srgbClr val="D4EAF3"/>
    <a:srgbClr val="FFFF00"/>
    <a:srgbClr val="FFC000"/>
    <a:srgbClr val="CDDC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E97519-12A8-4390-82A5-F8346A6FF529}" v="14" dt="2021-03-24T21:31:26.3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53" autoAdjust="0"/>
    <p:restoredTop sz="94595" autoAdjust="0"/>
  </p:normalViewPr>
  <p:slideViewPr>
    <p:cSldViewPr snapToGrid="0">
      <p:cViewPr>
        <p:scale>
          <a:sx n="100" d="100"/>
          <a:sy n="100" d="100"/>
        </p:scale>
        <p:origin x="198" y="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andre Quach" userId="7bb690c8a6e028e4" providerId="LiveId" clId="{0DE97519-12A8-4390-82A5-F8346A6FF529}"/>
    <pc:docChg chg="undo redo custSel addSld delSld modSld sldOrd addSection modSection">
      <pc:chgData name="Alexandre Quach" userId="7bb690c8a6e028e4" providerId="LiveId" clId="{0DE97519-12A8-4390-82A5-F8346A6FF529}" dt="2021-03-24T21:31:31.668" v="52" actId="47"/>
      <pc:docMkLst>
        <pc:docMk/>
      </pc:docMkLst>
      <pc:sldChg chg="add del setBg">
        <pc:chgData name="Alexandre Quach" userId="7bb690c8a6e028e4" providerId="LiveId" clId="{0DE97519-12A8-4390-82A5-F8346A6FF529}" dt="2021-03-24T21:31:31.668" v="52" actId="47"/>
        <pc:sldMkLst>
          <pc:docMk/>
          <pc:sldMk cId="420655412" sldId="391"/>
        </pc:sldMkLst>
      </pc:sldChg>
      <pc:sldChg chg="add del setBg">
        <pc:chgData name="Alexandre Quach" userId="7bb690c8a6e028e4" providerId="LiveId" clId="{0DE97519-12A8-4390-82A5-F8346A6FF529}" dt="2021-03-24T21:31:31.668" v="52" actId="47"/>
        <pc:sldMkLst>
          <pc:docMk/>
          <pc:sldMk cId="1636480355" sldId="396"/>
        </pc:sldMkLst>
      </pc:sldChg>
      <pc:sldChg chg="add del setBg">
        <pc:chgData name="Alexandre Quach" userId="7bb690c8a6e028e4" providerId="LiveId" clId="{0DE97519-12A8-4390-82A5-F8346A6FF529}" dt="2021-03-24T21:31:31.668" v="52" actId="47"/>
        <pc:sldMkLst>
          <pc:docMk/>
          <pc:sldMk cId="3944090272" sldId="402"/>
        </pc:sldMkLst>
      </pc:sldChg>
      <pc:sldChg chg="delSp add del setBg delDesignElem">
        <pc:chgData name="Alexandre Quach" userId="7bb690c8a6e028e4" providerId="LiveId" clId="{0DE97519-12A8-4390-82A5-F8346A6FF529}" dt="2021-03-24T21:31:31.668" v="52" actId="47"/>
        <pc:sldMkLst>
          <pc:docMk/>
          <pc:sldMk cId="3977410398" sldId="411"/>
        </pc:sldMkLst>
        <pc:spChg chg="del">
          <ac:chgData name="Alexandre Quach" userId="7bb690c8a6e028e4" providerId="LiveId" clId="{0DE97519-12A8-4390-82A5-F8346A6FF529}" dt="2021-03-24T21:25:21.667" v="6"/>
          <ac:spMkLst>
            <pc:docMk/>
            <pc:sldMk cId="3977410398" sldId="411"/>
            <ac:spMk id="11" creationId="{5A59F003-E00A-43F9-91DC-CC54E3B87466}"/>
          </ac:spMkLst>
        </pc:spChg>
        <pc:spChg chg="del">
          <ac:chgData name="Alexandre Quach" userId="7bb690c8a6e028e4" providerId="LiveId" clId="{0DE97519-12A8-4390-82A5-F8346A6FF529}" dt="2021-03-24T21:25:21.667" v="6"/>
          <ac:spMkLst>
            <pc:docMk/>
            <pc:sldMk cId="3977410398" sldId="411"/>
            <ac:spMk id="13" creationId="{D74A4382-E3AD-430A-9A1F-DFA3E0E77A7D}"/>
          </ac:spMkLst>
        </pc:spChg>
      </pc:sldChg>
      <pc:sldChg chg="add del">
        <pc:chgData name="Alexandre Quach" userId="7bb690c8a6e028e4" providerId="LiveId" clId="{0DE97519-12A8-4390-82A5-F8346A6FF529}" dt="2021-03-24T21:31:31.668" v="52" actId="47"/>
        <pc:sldMkLst>
          <pc:docMk/>
          <pc:sldMk cId="1603146961" sldId="436"/>
        </pc:sldMkLst>
      </pc:sldChg>
      <pc:sldChg chg="add del setBg">
        <pc:chgData name="Alexandre Quach" userId="7bb690c8a6e028e4" providerId="LiveId" clId="{0DE97519-12A8-4390-82A5-F8346A6FF529}" dt="2021-03-24T21:31:31.668" v="52" actId="47"/>
        <pc:sldMkLst>
          <pc:docMk/>
          <pc:sldMk cId="178039174" sldId="440"/>
        </pc:sldMkLst>
      </pc:sldChg>
      <pc:sldChg chg="add del">
        <pc:chgData name="Alexandre Quach" userId="7bb690c8a6e028e4" providerId="LiveId" clId="{0DE97519-12A8-4390-82A5-F8346A6FF529}" dt="2021-03-24T21:31:31.668" v="52" actId="47"/>
        <pc:sldMkLst>
          <pc:docMk/>
          <pc:sldMk cId="2733097347" sldId="444"/>
        </pc:sldMkLst>
      </pc:sldChg>
      <pc:sldChg chg="add del">
        <pc:chgData name="Alexandre Quach" userId="7bb690c8a6e028e4" providerId="LiveId" clId="{0DE97519-12A8-4390-82A5-F8346A6FF529}" dt="2021-03-24T21:31:31.668" v="52" actId="47"/>
        <pc:sldMkLst>
          <pc:docMk/>
          <pc:sldMk cId="538733537" sldId="450"/>
        </pc:sldMkLst>
      </pc:sldChg>
      <pc:sldChg chg="delSp add del setBg delDesignElem">
        <pc:chgData name="Alexandre Quach" userId="7bb690c8a6e028e4" providerId="LiveId" clId="{0DE97519-12A8-4390-82A5-F8346A6FF529}" dt="2021-03-24T21:31:31.668" v="52" actId="47"/>
        <pc:sldMkLst>
          <pc:docMk/>
          <pc:sldMk cId="2579014488" sldId="451"/>
        </pc:sldMkLst>
        <pc:spChg chg="del">
          <ac:chgData name="Alexandre Quach" userId="7bb690c8a6e028e4" providerId="LiveId" clId="{0DE97519-12A8-4390-82A5-F8346A6FF529}" dt="2021-03-24T21:25:21.667" v="6"/>
          <ac:spMkLst>
            <pc:docMk/>
            <pc:sldMk cId="2579014488" sldId="451"/>
            <ac:spMk id="29" creationId="{2D6FBB9D-1CAA-4D05-AB33-BABDFE17B843}"/>
          </ac:spMkLst>
        </pc:spChg>
        <pc:spChg chg="del">
          <ac:chgData name="Alexandre Quach" userId="7bb690c8a6e028e4" providerId="LiveId" clId="{0DE97519-12A8-4390-82A5-F8346A6FF529}" dt="2021-03-24T21:25:21.667" v="6"/>
          <ac:spMkLst>
            <pc:docMk/>
            <pc:sldMk cId="2579014488" sldId="451"/>
            <ac:spMk id="31" creationId="{04727B71-B4B6-4823-80A1-68C40B475118}"/>
          </ac:spMkLst>
        </pc:spChg>
        <pc:spChg chg="del">
          <ac:chgData name="Alexandre Quach" userId="7bb690c8a6e028e4" providerId="LiveId" clId="{0DE97519-12A8-4390-82A5-F8346A6FF529}" dt="2021-03-24T21:25:21.667" v="6"/>
          <ac:spMkLst>
            <pc:docMk/>
            <pc:sldMk cId="2579014488" sldId="451"/>
            <ac:spMk id="33" creationId="{79A6DB05-9FB5-4B07-8675-74C23D4FD89D}"/>
          </ac:spMkLst>
        </pc:spChg>
        <pc:spChg chg="del">
          <ac:chgData name="Alexandre Quach" userId="7bb690c8a6e028e4" providerId="LiveId" clId="{0DE97519-12A8-4390-82A5-F8346A6FF529}" dt="2021-03-24T21:25:21.667" v="6"/>
          <ac:spMkLst>
            <pc:docMk/>
            <pc:sldMk cId="2579014488" sldId="451"/>
            <ac:spMk id="35" creationId="{0288C6B4-AFC3-407F-A595-EFFD38D4CCAF}"/>
          </ac:spMkLst>
        </pc:spChg>
        <pc:spChg chg="del">
          <ac:chgData name="Alexandre Quach" userId="7bb690c8a6e028e4" providerId="LiveId" clId="{0DE97519-12A8-4390-82A5-F8346A6FF529}" dt="2021-03-24T21:25:21.667" v="6"/>
          <ac:spMkLst>
            <pc:docMk/>
            <pc:sldMk cId="2579014488" sldId="451"/>
            <ac:spMk id="37" creationId="{CF236821-17FE-429B-8D2C-08E13A64EA40}"/>
          </ac:spMkLst>
        </pc:spChg>
        <pc:spChg chg="del">
          <ac:chgData name="Alexandre Quach" userId="7bb690c8a6e028e4" providerId="LiveId" clId="{0DE97519-12A8-4390-82A5-F8346A6FF529}" dt="2021-03-24T21:25:21.667" v="6"/>
          <ac:spMkLst>
            <pc:docMk/>
            <pc:sldMk cId="2579014488" sldId="451"/>
            <ac:spMk id="39" creationId="{C0BDBCD2-E081-43AB-9119-C55465E59757}"/>
          </ac:spMkLst>
        </pc:spChg>
        <pc:spChg chg="del">
          <ac:chgData name="Alexandre Quach" userId="7bb690c8a6e028e4" providerId="LiveId" clId="{0DE97519-12A8-4390-82A5-F8346A6FF529}" dt="2021-03-24T21:25:21.667" v="6"/>
          <ac:spMkLst>
            <pc:docMk/>
            <pc:sldMk cId="2579014488" sldId="451"/>
            <ac:spMk id="41" creationId="{98E79BE4-34FE-485A-98A5-92CE8F7C4743}"/>
          </ac:spMkLst>
        </pc:spChg>
        <pc:spChg chg="del">
          <ac:chgData name="Alexandre Quach" userId="7bb690c8a6e028e4" providerId="LiveId" clId="{0DE97519-12A8-4390-82A5-F8346A6FF529}" dt="2021-03-24T21:25:21.667" v="6"/>
          <ac:spMkLst>
            <pc:docMk/>
            <pc:sldMk cId="2579014488" sldId="451"/>
            <ac:spMk id="43" creationId="{7A5F0580-5EE9-419F-96EE-B6529EF6E7D0}"/>
          </ac:spMkLst>
        </pc:spChg>
      </pc:sldChg>
      <pc:sldChg chg="add del">
        <pc:chgData name="Alexandre Quach" userId="7bb690c8a6e028e4" providerId="LiveId" clId="{0DE97519-12A8-4390-82A5-F8346A6FF529}" dt="2021-03-24T21:31:31.668" v="52" actId="47"/>
        <pc:sldMkLst>
          <pc:docMk/>
          <pc:sldMk cId="985890991" sldId="452"/>
        </pc:sldMkLst>
      </pc:sldChg>
      <pc:sldChg chg="add del">
        <pc:chgData name="Alexandre Quach" userId="7bb690c8a6e028e4" providerId="LiveId" clId="{0DE97519-12A8-4390-82A5-F8346A6FF529}" dt="2021-03-24T21:31:31.668" v="52" actId="47"/>
        <pc:sldMkLst>
          <pc:docMk/>
          <pc:sldMk cId="1965889097" sldId="453"/>
        </pc:sldMkLst>
      </pc:sldChg>
      <pc:sldChg chg="add del">
        <pc:chgData name="Alexandre Quach" userId="7bb690c8a6e028e4" providerId="LiveId" clId="{0DE97519-12A8-4390-82A5-F8346A6FF529}" dt="2021-03-24T21:31:31.668" v="52" actId="47"/>
        <pc:sldMkLst>
          <pc:docMk/>
          <pc:sldMk cId="544525031" sldId="455"/>
        </pc:sldMkLst>
      </pc:sldChg>
      <pc:sldChg chg="add del">
        <pc:chgData name="Alexandre Quach" userId="7bb690c8a6e028e4" providerId="LiveId" clId="{0DE97519-12A8-4390-82A5-F8346A6FF529}" dt="2021-03-24T21:31:31.668" v="52" actId="47"/>
        <pc:sldMkLst>
          <pc:docMk/>
          <pc:sldMk cId="558184818" sldId="456"/>
        </pc:sldMkLst>
      </pc:sldChg>
      <pc:sldChg chg="delSp add del setBg delDesignElem">
        <pc:chgData name="Alexandre Quach" userId="7bb690c8a6e028e4" providerId="LiveId" clId="{0DE97519-12A8-4390-82A5-F8346A6FF529}" dt="2021-03-24T21:31:31.668" v="52" actId="47"/>
        <pc:sldMkLst>
          <pc:docMk/>
          <pc:sldMk cId="3780163829" sldId="457"/>
        </pc:sldMkLst>
        <pc:spChg chg="del">
          <ac:chgData name="Alexandre Quach" userId="7bb690c8a6e028e4" providerId="LiveId" clId="{0DE97519-12A8-4390-82A5-F8346A6FF529}" dt="2021-03-24T21:25:21.667" v="6"/>
          <ac:spMkLst>
            <pc:docMk/>
            <pc:sldMk cId="3780163829" sldId="457"/>
            <ac:spMk id="11" creationId="{5A59F003-E00A-43F9-91DC-CC54E3B87466}"/>
          </ac:spMkLst>
        </pc:spChg>
        <pc:spChg chg="del">
          <ac:chgData name="Alexandre Quach" userId="7bb690c8a6e028e4" providerId="LiveId" clId="{0DE97519-12A8-4390-82A5-F8346A6FF529}" dt="2021-03-24T21:25:21.667" v="6"/>
          <ac:spMkLst>
            <pc:docMk/>
            <pc:sldMk cId="3780163829" sldId="457"/>
            <ac:spMk id="13" creationId="{D74A4382-E3AD-430A-9A1F-DFA3E0E77A7D}"/>
          </ac:spMkLst>
        </pc:spChg>
      </pc:sldChg>
      <pc:sldChg chg="delSp add del setBg delDesignElem">
        <pc:chgData name="Alexandre Quach" userId="7bb690c8a6e028e4" providerId="LiveId" clId="{0DE97519-12A8-4390-82A5-F8346A6FF529}" dt="2021-03-24T21:31:31.668" v="52" actId="47"/>
        <pc:sldMkLst>
          <pc:docMk/>
          <pc:sldMk cId="1683565053" sldId="458"/>
        </pc:sldMkLst>
        <pc:spChg chg="del">
          <ac:chgData name="Alexandre Quach" userId="7bb690c8a6e028e4" providerId="LiveId" clId="{0DE97519-12A8-4390-82A5-F8346A6FF529}" dt="2021-03-24T21:25:21.667" v="6"/>
          <ac:spMkLst>
            <pc:docMk/>
            <pc:sldMk cId="1683565053" sldId="458"/>
            <ac:spMk id="11" creationId="{8D06CE56-3881-4ADA-8CEF-D18B02C242A3}"/>
          </ac:spMkLst>
        </pc:spChg>
        <pc:spChg chg="del">
          <ac:chgData name="Alexandre Quach" userId="7bb690c8a6e028e4" providerId="LiveId" clId="{0DE97519-12A8-4390-82A5-F8346A6FF529}" dt="2021-03-24T21:25:21.667" v="6"/>
          <ac:spMkLst>
            <pc:docMk/>
            <pc:sldMk cId="1683565053" sldId="458"/>
            <ac:spMk id="13" creationId="{79F3C543-62EC-4433-9C93-A2CD8764E9B4}"/>
          </ac:spMkLst>
        </pc:spChg>
        <pc:spChg chg="del">
          <ac:chgData name="Alexandre Quach" userId="7bb690c8a6e028e4" providerId="LiveId" clId="{0DE97519-12A8-4390-82A5-F8346A6FF529}" dt="2021-03-24T21:25:21.667" v="6"/>
          <ac:spMkLst>
            <pc:docMk/>
            <pc:sldMk cId="1683565053" sldId="458"/>
            <ac:spMk id="15" creationId="{5A59F003-E00A-43F9-91DC-CC54E3B87466}"/>
          </ac:spMkLst>
        </pc:spChg>
        <pc:spChg chg="del">
          <ac:chgData name="Alexandre Quach" userId="7bb690c8a6e028e4" providerId="LiveId" clId="{0DE97519-12A8-4390-82A5-F8346A6FF529}" dt="2021-03-24T21:25:21.667" v="6"/>
          <ac:spMkLst>
            <pc:docMk/>
            <pc:sldMk cId="1683565053" sldId="458"/>
            <ac:spMk id="17" creationId="{D74A4382-E3AD-430A-9A1F-DFA3E0E77A7D}"/>
          </ac:spMkLst>
        </pc:spChg>
      </pc:sldChg>
      <pc:sldChg chg="add del setBg">
        <pc:chgData name="Alexandre Quach" userId="7bb690c8a6e028e4" providerId="LiveId" clId="{0DE97519-12A8-4390-82A5-F8346A6FF529}" dt="2021-03-24T21:31:31.668" v="52" actId="47"/>
        <pc:sldMkLst>
          <pc:docMk/>
          <pc:sldMk cId="533924737" sldId="465"/>
        </pc:sldMkLst>
      </pc:sldChg>
      <pc:sldChg chg="add del setBg">
        <pc:chgData name="Alexandre Quach" userId="7bb690c8a6e028e4" providerId="LiveId" clId="{0DE97519-12A8-4390-82A5-F8346A6FF529}" dt="2021-03-24T21:31:31.668" v="52" actId="47"/>
        <pc:sldMkLst>
          <pc:docMk/>
          <pc:sldMk cId="4220494558" sldId="517"/>
        </pc:sldMkLst>
      </pc:sldChg>
      <pc:sldChg chg="add del setBg">
        <pc:chgData name="Alexandre Quach" userId="7bb690c8a6e028e4" providerId="LiveId" clId="{0DE97519-12A8-4390-82A5-F8346A6FF529}" dt="2021-03-24T21:31:31.668" v="52" actId="47"/>
        <pc:sldMkLst>
          <pc:docMk/>
          <pc:sldMk cId="4093166604" sldId="518"/>
        </pc:sldMkLst>
      </pc:sldChg>
      <pc:sldChg chg="add del setBg">
        <pc:chgData name="Alexandre Quach" userId="7bb690c8a6e028e4" providerId="LiveId" clId="{0DE97519-12A8-4390-82A5-F8346A6FF529}" dt="2021-03-24T21:31:31.668" v="52" actId="47"/>
        <pc:sldMkLst>
          <pc:docMk/>
          <pc:sldMk cId="1435411512" sldId="519"/>
        </pc:sldMkLst>
      </pc:sldChg>
      <pc:sldChg chg="add ord setBg">
        <pc:chgData name="Alexandre Quach" userId="7bb690c8a6e028e4" providerId="LiveId" clId="{0DE97519-12A8-4390-82A5-F8346A6FF529}" dt="2021-03-24T21:28:59.782" v="9"/>
        <pc:sldMkLst>
          <pc:docMk/>
          <pc:sldMk cId="3841253741" sldId="520"/>
        </pc:sldMkLst>
      </pc:sldChg>
      <pc:sldChg chg="addSp delSp modSp add mod ord setBg">
        <pc:chgData name="Alexandre Quach" userId="7bb690c8a6e028e4" providerId="LiveId" clId="{0DE97519-12A8-4390-82A5-F8346A6FF529}" dt="2021-03-24T21:31:26.699" v="51" actId="1076"/>
        <pc:sldMkLst>
          <pc:docMk/>
          <pc:sldMk cId="3362946135" sldId="521"/>
        </pc:sldMkLst>
        <pc:spChg chg="add mod">
          <ac:chgData name="Alexandre Quach" userId="7bb690c8a6e028e4" providerId="LiveId" clId="{0DE97519-12A8-4390-82A5-F8346A6FF529}" dt="2021-03-24T21:29:15.547" v="14" actId="1076"/>
          <ac:spMkLst>
            <pc:docMk/>
            <pc:sldMk cId="3362946135" sldId="521"/>
            <ac:spMk id="6" creationId="{09D4FB45-111A-4900-B179-2054ECD2B3AC}"/>
          </ac:spMkLst>
        </pc:spChg>
        <pc:spChg chg="add mod">
          <ac:chgData name="Alexandre Quach" userId="7bb690c8a6e028e4" providerId="LiveId" clId="{0DE97519-12A8-4390-82A5-F8346A6FF529}" dt="2021-03-24T21:29:17.885" v="16" actId="1076"/>
          <ac:spMkLst>
            <pc:docMk/>
            <pc:sldMk cId="3362946135" sldId="521"/>
            <ac:spMk id="7" creationId="{42D41148-D83A-4016-863F-CBEBB9A2EFFB}"/>
          </ac:spMkLst>
        </pc:spChg>
        <pc:spChg chg="add mod">
          <ac:chgData name="Alexandre Quach" userId="7bb690c8a6e028e4" providerId="LiveId" clId="{0DE97519-12A8-4390-82A5-F8346A6FF529}" dt="2021-03-24T21:31:25.644" v="48" actId="1076"/>
          <ac:spMkLst>
            <pc:docMk/>
            <pc:sldMk cId="3362946135" sldId="521"/>
            <ac:spMk id="8" creationId="{E0DB8D9B-79E6-48E3-9B4E-7A6BF20D73B5}"/>
          </ac:spMkLst>
        </pc:spChg>
        <pc:spChg chg="add del mod">
          <ac:chgData name="Alexandre Quach" userId="7bb690c8a6e028e4" providerId="LiveId" clId="{0DE97519-12A8-4390-82A5-F8346A6FF529}" dt="2021-03-24T21:31:25.238" v="47" actId="1076"/>
          <ac:spMkLst>
            <pc:docMk/>
            <pc:sldMk cId="3362946135" sldId="521"/>
            <ac:spMk id="9" creationId="{812625AC-612D-4C13-BBA9-F4E7969C767C}"/>
          </ac:spMkLst>
        </pc:spChg>
        <pc:spChg chg="add del mod">
          <ac:chgData name="Alexandre Quach" userId="7bb690c8a6e028e4" providerId="LiveId" clId="{0DE97519-12A8-4390-82A5-F8346A6FF529}" dt="2021-03-24T21:31:26.004" v="49" actId="1076"/>
          <ac:spMkLst>
            <pc:docMk/>
            <pc:sldMk cId="3362946135" sldId="521"/>
            <ac:spMk id="10" creationId="{9E814CFD-429A-4159-A088-B7C6263516A5}"/>
          </ac:spMkLst>
        </pc:spChg>
        <pc:spChg chg="add del mod">
          <ac:chgData name="Alexandre Quach" userId="7bb690c8a6e028e4" providerId="LiveId" clId="{0DE97519-12A8-4390-82A5-F8346A6FF529}" dt="2021-03-24T21:31:26.699" v="51" actId="1076"/>
          <ac:spMkLst>
            <pc:docMk/>
            <pc:sldMk cId="3362946135" sldId="521"/>
            <ac:spMk id="12" creationId="{EE6753E4-93AE-414B-9547-26CA93908038}"/>
          </ac:spMkLst>
        </pc:spChg>
      </pc:sldChg>
      <pc:sldChg chg="add del setBg">
        <pc:chgData name="Alexandre Quach" userId="7bb690c8a6e028e4" providerId="LiveId" clId="{0DE97519-12A8-4390-82A5-F8346A6FF529}" dt="2021-03-24T21:31:31.668" v="52" actId="47"/>
        <pc:sldMkLst>
          <pc:docMk/>
          <pc:sldMk cId="3615050057" sldId="526"/>
        </pc:sldMkLst>
      </pc:sldChg>
      <pc:sldChg chg="add del setBg">
        <pc:chgData name="Alexandre Quach" userId="7bb690c8a6e028e4" providerId="LiveId" clId="{0DE97519-12A8-4390-82A5-F8346A6FF529}" dt="2021-03-24T21:31:31.668" v="52" actId="47"/>
        <pc:sldMkLst>
          <pc:docMk/>
          <pc:sldMk cId="4075660249" sldId="527"/>
        </pc:sldMkLst>
      </pc:sldChg>
      <pc:sldChg chg="add del setBg">
        <pc:chgData name="Alexandre Quach" userId="7bb690c8a6e028e4" providerId="LiveId" clId="{0DE97519-12A8-4390-82A5-F8346A6FF529}" dt="2021-03-24T21:31:31.668" v="52" actId="47"/>
        <pc:sldMkLst>
          <pc:docMk/>
          <pc:sldMk cId="1452946517" sldId="528"/>
        </pc:sldMkLst>
      </pc:sldChg>
      <pc:sldChg chg="add del setBg">
        <pc:chgData name="Alexandre Quach" userId="7bb690c8a6e028e4" providerId="LiveId" clId="{0DE97519-12A8-4390-82A5-F8346A6FF529}" dt="2021-03-24T21:31:31.668" v="52" actId="47"/>
        <pc:sldMkLst>
          <pc:docMk/>
          <pc:sldMk cId="2686022027" sldId="529"/>
        </pc:sldMkLst>
      </pc:sldChg>
      <pc:sldChg chg="add del setBg">
        <pc:chgData name="Alexandre Quach" userId="7bb690c8a6e028e4" providerId="LiveId" clId="{0DE97519-12A8-4390-82A5-F8346A6FF529}" dt="2021-03-24T21:31:31.668" v="52" actId="47"/>
        <pc:sldMkLst>
          <pc:docMk/>
          <pc:sldMk cId="4271779200" sldId="530"/>
        </pc:sldMkLst>
      </pc:sldChg>
      <pc:sldChg chg="add del setBg">
        <pc:chgData name="Alexandre Quach" userId="7bb690c8a6e028e4" providerId="LiveId" clId="{0DE97519-12A8-4390-82A5-F8346A6FF529}" dt="2021-03-24T21:31:31.668" v="52" actId="47"/>
        <pc:sldMkLst>
          <pc:docMk/>
          <pc:sldMk cId="245780579" sldId="531"/>
        </pc:sldMkLst>
      </pc:sldChg>
      <pc:sldChg chg="add del setBg">
        <pc:chgData name="Alexandre Quach" userId="7bb690c8a6e028e4" providerId="LiveId" clId="{0DE97519-12A8-4390-82A5-F8346A6FF529}" dt="2021-03-24T21:31:31.668" v="52" actId="47"/>
        <pc:sldMkLst>
          <pc:docMk/>
          <pc:sldMk cId="3915502139" sldId="532"/>
        </pc:sldMkLst>
      </pc:sldChg>
      <pc:sldChg chg="add del setBg">
        <pc:chgData name="Alexandre Quach" userId="7bb690c8a6e028e4" providerId="LiveId" clId="{0DE97519-12A8-4390-82A5-F8346A6FF529}" dt="2021-03-24T21:31:31.668" v="52" actId="47"/>
        <pc:sldMkLst>
          <pc:docMk/>
          <pc:sldMk cId="3411704853" sldId="533"/>
        </pc:sldMkLst>
      </pc:sldChg>
      <pc:sldChg chg="add del setBg">
        <pc:chgData name="Alexandre Quach" userId="7bb690c8a6e028e4" providerId="LiveId" clId="{0DE97519-12A8-4390-82A5-F8346A6FF529}" dt="2021-03-24T21:31:31.668" v="52" actId="47"/>
        <pc:sldMkLst>
          <pc:docMk/>
          <pc:sldMk cId="3555974910" sldId="534"/>
        </pc:sldMkLst>
      </pc:sldChg>
      <pc:sldChg chg="add del setBg">
        <pc:chgData name="Alexandre Quach" userId="7bb690c8a6e028e4" providerId="LiveId" clId="{0DE97519-12A8-4390-82A5-F8346A6FF529}" dt="2021-03-24T21:31:31.668" v="52" actId="47"/>
        <pc:sldMkLst>
          <pc:docMk/>
          <pc:sldMk cId="3141478333" sldId="535"/>
        </pc:sldMkLst>
      </pc:sldChg>
      <pc:sldChg chg="add del setBg">
        <pc:chgData name="Alexandre Quach" userId="7bb690c8a6e028e4" providerId="LiveId" clId="{0DE97519-12A8-4390-82A5-F8346A6FF529}" dt="2021-03-24T21:31:31.668" v="52" actId="47"/>
        <pc:sldMkLst>
          <pc:docMk/>
          <pc:sldMk cId="1613881779" sldId="536"/>
        </pc:sldMkLst>
      </pc:sldChg>
      <pc:sldChg chg="add del setBg">
        <pc:chgData name="Alexandre Quach" userId="7bb690c8a6e028e4" providerId="LiveId" clId="{0DE97519-12A8-4390-82A5-F8346A6FF529}" dt="2021-03-24T21:31:31.668" v="52" actId="47"/>
        <pc:sldMkLst>
          <pc:docMk/>
          <pc:sldMk cId="715093020" sldId="537"/>
        </pc:sldMkLst>
      </pc:sldChg>
      <pc:sldChg chg="add del setBg">
        <pc:chgData name="Alexandre Quach" userId="7bb690c8a6e028e4" providerId="LiveId" clId="{0DE97519-12A8-4390-82A5-F8346A6FF529}" dt="2021-03-24T21:31:31.668" v="52" actId="47"/>
        <pc:sldMkLst>
          <pc:docMk/>
          <pc:sldMk cId="2199730876" sldId="538"/>
        </pc:sldMkLst>
      </pc:sldChg>
      <pc:sldChg chg="add del setBg">
        <pc:chgData name="Alexandre Quach" userId="7bb690c8a6e028e4" providerId="LiveId" clId="{0DE97519-12A8-4390-82A5-F8346A6FF529}" dt="2021-03-24T21:31:31.668" v="52" actId="47"/>
        <pc:sldMkLst>
          <pc:docMk/>
          <pc:sldMk cId="856575240" sldId="539"/>
        </pc:sldMkLst>
      </pc:sldChg>
      <pc:sldChg chg="add del setBg">
        <pc:chgData name="Alexandre Quach" userId="7bb690c8a6e028e4" providerId="LiveId" clId="{0DE97519-12A8-4390-82A5-F8346A6FF529}" dt="2021-03-24T21:31:31.668" v="52" actId="47"/>
        <pc:sldMkLst>
          <pc:docMk/>
          <pc:sldMk cId="4211869983" sldId="540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21AC70B-DA6F-418A-AD73-2FCF6857F8CA}" type="doc">
      <dgm:prSet loTypeId="urn:microsoft.com/office/officeart/2005/8/layout/matrix2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3FB57B4-2F5C-4DEA-8D2A-4EC5832233BC}">
      <dgm:prSet phldrT="[Texte]"/>
      <dgm:spPr/>
      <dgm:t>
        <a:bodyPr/>
        <a:lstStyle/>
        <a:p>
          <a:r>
            <a:rPr lang="en-US" b="1" dirty="0"/>
            <a:t>Example : </a:t>
          </a:r>
          <a:r>
            <a:rPr lang="en-US" dirty="0"/>
            <a:t>Business opportunity  sharing community</a:t>
          </a:r>
        </a:p>
      </dgm:t>
    </dgm:pt>
    <dgm:pt modelId="{51162959-3944-4FBF-A268-8C1665B2ECF9}" type="parTrans" cxnId="{DD7184E5-76AF-43F5-A899-F5F065059314}">
      <dgm:prSet/>
      <dgm:spPr/>
      <dgm:t>
        <a:bodyPr/>
        <a:lstStyle/>
        <a:p>
          <a:endParaRPr lang="en-US"/>
        </a:p>
      </dgm:t>
    </dgm:pt>
    <dgm:pt modelId="{6293082A-F93B-481D-921A-1C60D582DF15}" type="sibTrans" cxnId="{DD7184E5-76AF-43F5-A899-F5F065059314}">
      <dgm:prSet/>
      <dgm:spPr/>
      <dgm:t>
        <a:bodyPr/>
        <a:lstStyle/>
        <a:p>
          <a:endParaRPr lang="en-US"/>
        </a:p>
      </dgm:t>
    </dgm:pt>
    <dgm:pt modelId="{BADAC260-E2FE-4FB8-A54C-002672B7217A}">
      <dgm:prSet phldrT="[Texte]"/>
      <dgm:spPr/>
      <dgm:t>
        <a:bodyPr/>
        <a:lstStyle/>
        <a:p>
          <a:r>
            <a:rPr lang="en-US" b="1" dirty="0"/>
            <a:t>Example : </a:t>
          </a:r>
          <a:r>
            <a:rPr lang="en-US" dirty="0"/>
            <a:t>Cybersecurity Community</a:t>
          </a:r>
        </a:p>
      </dgm:t>
    </dgm:pt>
    <dgm:pt modelId="{A2924177-7196-4F9F-BF65-D8F708030763}" type="parTrans" cxnId="{D123F2D5-B5F8-4F94-A73D-741EB1056F8E}">
      <dgm:prSet/>
      <dgm:spPr/>
      <dgm:t>
        <a:bodyPr/>
        <a:lstStyle/>
        <a:p>
          <a:endParaRPr lang="en-US"/>
        </a:p>
      </dgm:t>
    </dgm:pt>
    <dgm:pt modelId="{E25B38D3-7EA4-42B8-B23C-46BB53D77C9B}" type="sibTrans" cxnId="{D123F2D5-B5F8-4F94-A73D-741EB1056F8E}">
      <dgm:prSet/>
      <dgm:spPr/>
      <dgm:t>
        <a:bodyPr/>
        <a:lstStyle/>
        <a:p>
          <a:endParaRPr lang="en-US"/>
        </a:p>
      </dgm:t>
    </dgm:pt>
    <dgm:pt modelId="{9FDF9540-E308-4374-9255-3531CFB4ADD4}">
      <dgm:prSet phldrT="[Texte]"/>
      <dgm:spPr/>
      <dgm:t>
        <a:bodyPr/>
        <a:lstStyle/>
        <a:p>
          <a:r>
            <a:rPr lang="en-US" b="1" dirty="0"/>
            <a:t>Example : </a:t>
          </a:r>
          <a:r>
            <a:rPr lang="en-US" dirty="0"/>
            <a:t>Company’s Football club </a:t>
          </a:r>
        </a:p>
      </dgm:t>
    </dgm:pt>
    <dgm:pt modelId="{889E7495-2496-4FC8-B562-4ED55920C75F}" type="parTrans" cxnId="{63C5B2EC-BC1E-4FFF-9EF0-BF0CF328111B}">
      <dgm:prSet/>
      <dgm:spPr/>
      <dgm:t>
        <a:bodyPr/>
        <a:lstStyle/>
        <a:p>
          <a:endParaRPr lang="en-US"/>
        </a:p>
      </dgm:t>
    </dgm:pt>
    <dgm:pt modelId="{840265DE-14AC-463F-98DF-9E684B6D28BD}" type="sibTrans" cxnId="{63C5B2EC-BC1E-4FFF-9EF0-BF0CF328111B}">
      <dgm:prSet/>
      <dgm:spPr/>
      <dgm:t>
        <a:bodyPr/>
        <a:lstStyle/>
        <a:p>
          <a:endParaRPr lang="en-US"/>
        </a:p>
      </dgm:t>
    </dgm:pt>
    <dgm:pt modelId="{1E8D59DE-2C8A-4C56-A672-613DE08AFA27}">
      <dgm:prSet phldrT="[Texte]"/>
      <dgm:spPr/>
      <dgm:t>
        <a:bodyPr/>
        <a:lstStyle/>
        <a:p>
          <a:r>
            <a:rPr lang="en-US" b="1" dirty="0"/>
            <a:t>Example : </a:t>
          </a:r>
          <a:r>
            <a:rPr lang="en-US" dirty="0"/>
            <a:t>Corporate Alumni</a:t>
          </a:r>
        </a:p>
      </dgm:t>
    </dgm:pt>
    <dgm:pt modelId="{E9A2DC3B-5BCE-4EBA-BE9B-B2C8961BA713}" type="parTrans" cxnId="{5EB77B0A-D495-4F26-B91D-7D51530BBF90}">
      <dgm:prSet/>
      <dgm:spPr/>
      <dgm:t>
        <a:bodyPr/>
        <a:lstStyle/>
        <a:p>
          <a:endParaRPr lang="en-US"/>
        </a:p>
      </dgm:t>
    </dgm:pt>
    <dgm:pt modelId="{E8F6C686-3755-4E59-9ADB-CC3A0E73EAC5}" type="sibTrans" cxnId="{5EB77B0A-D495-4F26-B91D-7D51530BBF90}">
      <dgm:prSet/>
      <dgm:spPr/>
      <dgm:t>
        <a:bodyPr/>
        <a:lstStyle/>
        <a:p>
          <a:endParaRPr lang="en-US"/>
        </a:p>
      </dgm:t>
    </dgm:pt>
    <dgm:pt modelId="{8DB48165-A908-4D3E-A6C0-4BB501B0BA8F}" type="pres">
      <dgm:prSet presAssocID="{621AC70B-DA6F-418A-AD73-2FCF6857F8CA}" presName="matrix" presStyleCnt="0">
        <dgm:presLayoutVars>
          <dgm:chMax val="1"/>
          <dgm:dir/>
          <dgm:resizeHandles val="exact"/>
        </dgm:presLayoutVars>
      </dgm:prSet>
      <dgm:spPr/>
    </dgm:pt>
    <dgm:pt modelId="{591C4A35-AB1B-4C89-9012-4D815899236A}" type="pres">
      <dgm:prSet presAssocID="{621AC70B-DA6F-418A-AD73-2FCF6857F8CA}" presName="axisShape" presStyleLbl="bgShp" presStyleIdx="0" presStyleCnt="1"/>
      <dgm:spPr/>
    </dgm:pt>
    <dgm:pt modelId="{F2C6944C-965A-4B4D-9C78-CD9F058004EE}" type="pres">
      <dgm:prSet presAssocID="{621AC70B-DA6F-418A-AD73-2FCF6857F8CA}" presName="rect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80BE38E1-7F02-41C1-B9E4-D01CE55E2CAE}" type="pres">
      <dgm:prSet presAssocID="{621AC70B-DA6F-418A-AD73-2FCF6857F8CA}" presName="rect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54C98DBC-967C-4B83-82B0-7594891B9DF1}" type="pres">
      <dgm:prSet presAssocID="{621AC70B-DA6F-418A-AD73-2FCF6857F8CA}" presName="rect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4AD6F6A6-C812-4581-82B2-3966CF1D347B}" type="pres">
      <dgm:prSet presAssocID="{621AC70B-DA6F-418A-AD73-2FCF6857F8CA}" presName="rect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02183403-B291-4B32-9D64-4BB079DAC32B}" type="presOf" srcId="{621AC70B-DA6F-418A-AD73-2FCF6857F8CA}" destId="{8DB48165-A908-4D3E-A6C0-4BB501B0BA8F}" srcOrd="0" destOrd="0" presId="urn:microsoft.com/office/officeart/2005/8/layout/matrix2"/>
    <dgm:cxn modelId="{3E2ADC09-6961-4840-BD94-579116095771}" type="presOf" srcId="{1E8D59DE-2C8A-4C56-A672-613DE08AFA27}" destId="{4AD6F6A6-C812-4581-82B2-3966CF1D347B}" srcOrd="0" destOrd="0" presId="urn:microsoft.com/office/officeart/2005/8/layout/matrix2"/>
    <dgm:cxn modelId="{5EB77B0A-D495-4F26-B91D-7D51530BBF90}" srcId="{621AC70B-DA6F-418A-AD73-2FCF6857F8CA}" destId="{1E8D59DE-2C8A-4C56-A672-613DE08AFA27}" srcOrd="3" destOrd="0" parTransId="{E9A2DC3B-5BCE-4EBA-BE9B-B2C8961BA713}" sibTransId="{E8F6C686-3755-4E59-9ADB-CC3A0E73EAC5}"/>
    <dgm:cxn modelId="{D132562D-1E3C-41C5-BD59-4D7C57F6AB40}" type="presOf" srcId="{83FB57B4-2F5C-4DEA-8D2A-4EC5832233BC}" destId="{F2C6944C-965A-4B4D-9C78-CD9F058004EE}" srcOrd="0" destOrd="0" presId="urn:microsoft.com/office/officeart/2005/8/layout/matrix2"/>
    <dgm:cxn modelId="{8FFF0A5D-E461-45B2-AD48-E680CBFE38B8}" type="presOf" srcId="{9FDF9540-E308-4374-9255-3531CFB4ADD4}" destId="{54C98DBC-967C-4B83-82B0-7594891B9DF1}" srcOrd="0" destOrd="0" presId="urn:microsoft.com/office/officeart/2005/8/layout/matrix2"/>
    <dgm:cxn modelId="{49858750-8122-4517-B8ED-ADA06C460BC3}" type="presOf" srcId="{BADAC260-E2FE-4FB8-A54C-002672B7217A}" destId="{80BE38E1-7F02-41C1-B9E4-D01CE55E2CAE}" srcOrd="0" destOrd="0" presId="urn:microsoft.com/office/officeart/2005/8/layout/matrix2"/>
    <dgm:cxn modelId="{D123F2D5-B5F8-4F94-A73D-741EB1056F8E}" srcId="{621AC70B-DA6F-418A-AD73-2FCF6857F8CA}" destId="{BADAC260-E2FE-4FB8-A54C-002672B7217A}" srcOrd="1" destOrd="0" parTransId="{A2924177-7196-4F9F-BF65-D8F708030763}" sibTransId="{E25B38D3-7EA4-42B8-B23C-46BB53D77C9B}"/>
    <dgm:cxn modelId="{DD7184E5-76AF-43F5-A899-F5F065059314}" srcId="{621AC70B-DA6F-418A-AD73-2FCF6857F8CA}" destId="{83FB57B4-2F5C-4DEA-8D2A-4EC5832233BC}" srcOrd="0" destOrd="0" parTransId="{51162959-3944-4FBF-A268-8C1665B2ECF9}" sibTransId="{6293082A-F93B-481D-921A-1C60D582DF15}"/>
    <dgm:cxn modelId="{63C5B2EC-BC1E-4FFF-9EF0-BF0CF328111B}" srcId="{621AC70B-DA6F-418A-AD73-2FCF6857F8CA}" destId="{9FDF9540-E308-4374-9255-3531CFB4ADD4}" srcOrd="2" destOrd="0" parTransId="{889E7495-2496-4FC8-B562-4ED55920C75F}" sibTransId="{840265DE-14AC-463F-98DF-9E684B6D28BD}"/>
    <dgm:cxn modelId="{2FB5A35F-0864-472F-8150-8DF9E52EA072}" type="presParOf" srcId="{8DB48165-A908-4D3E-A6C0-4BB501B0BA8F}" destId="{591C4A35-AB1B-4C89-9012-4D815899236A}" srcOrd="0" destOrd="0" presId="urn:microsoft.com/office/officeart/2005/8/layout/matrix2"/>
    <dgm:cxn modelId="{ED080F50-8CA5-4049-A00C-4E47EAF846BF}" type="presParOf" srcId="{8DB48165-A908-4D3E-A6C0-4BB501B0BA8F}" destId="{F2C6944C-965A-4B4D-9C78-CD9F058004EE}" srcOrd="1" destOrd="0" presId="urn:microsoft.com/office/officeart/2005/8/layout/matrix2"/>
    <dgm:cxn modelId="{CB346ABA-9521-40A2-9C8C-270735F92B8C}" type="presParOf" srcId="{8DB48165-A908-4D3E-A6C0-4BB501B0BA8F}" destId="{80BE38E1-7F02-41C1-B9E4-D01CE55E2CAE}" srcOrd="2" destOrd="0" presId="urn:microsoft.com/office/officeart/2005/8/layout/matrix2"/>
    <dgm:cxn modelId="{F6DF53A2-6155-4DEB-9736-EB1AD2944B6E}" type="presParOf" srcId="{8DB48165-A908-4D3E-A6C0-4BB501B0BA8F}" destId="{54C98DBC-967C-4B83-82B0-7594891B9DF1}" srcOrd="3" destOrd="0" presId="urn:microsoft.com/office/officeart/2005/8/layout/matrix2"/>
    <dgm:cxn modelId="{221EDC27-0BFC-4729-8304-72A1DDE2311F}" type="presParOf" srcId="{8DB48165-A908-4D3E-A6C0-4BB501B0BA8F}" destId="{4AD6F6A6-C812-4581-82B2-3966CF1D347B}" srcOrd="4" destOrd="0" presId="urn:microsoft.com/office/officeart/2005/8/layout/matrix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21AC70B-DA6F-418A-AD73-2FCF6857F8CA}" type="doc">
      <dgm:prSet loTypeId="urn:microsoft.com/office/officeart/2005/8/layout/matrix2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3FB57B4-2F5C-4DEA-8D2A-4EC5832233BC}">
      <dgm:prSet phldrT="[Texte]"/>
      <dgm:spPr/>
      <dgm:t>
        <a:bodyPr/>
        <a:lstStyle/>
        <a:p>
          <a:r>
            <a:rPr lang="en-US" b="1" dirty="0"/>
            <a:t>Direct Business value</a:t>
          </a:r>
          <a:r>
            <a:rPr lang="en-US" b="0" dirty="0"/>
            <a:t> mostly for members</a:t>
          </a:r>
          <a:endParaRPr lang="en-US" dirty="0"/>
        </a:p>
      </dgm:t>
    </dgm:pt>
    <dgm:pt modelId="{51162959-3944-4FBF-A268-8C1665B2ECF9}" type="parTrans" cxnId="{DD7184E5-76AF-43F5-A899-F5F065059314}">
      <dgm:prSet/>
      <dgm:spPr/>
      <dgm:t>
        <a:bodyPr/>
        <a:lstStyle/>
        <a:p>
          <a:endParaRPr lang="en-US"/>
        </a:p>
      </dgm:t>
    </dgm:pt>
    <dgm:pt modelId="{6293082A-F93B-481D-921A-1C60D582DF15}" type="sibTrans" cxnId="{DD7184E5-76AF-43F5-A899-F5F065059314}">
      <dgm:prSet/>
      <dgm:spPr/>
      <dgm:t>
        <a:bodyPr/>
        <a:lstStyle/>
        <a:p>
          <a:endParaRPr lang="en-US"/>
        </a:p>
      </dgm:t>
    </dgm:pt>
    <dgm:pt modelId="{BADAC260-E2FE-4FB8-A54C-002672B7217A}">
      <dgm:prSet phldrT="[Texte]"/>
      <dgm:spPr/>
      <dgm:t>
        <a:bodyPr/>
        <a:lstStyle/>
        <a:p>
          <a:r>
            <a:rPr lang="en-US" b="1" dirty="0"/>
            <a:t>Direct Business value </a:t>
          </a:r>
          <a:r>
            <a:rPr lang="en-US" dirty="0"/>
            <a:t>for members and nonmembers</a:t>
          </a:r>
        </a:p>
      </dgm:t>
    </dgm:pt>
    <dgm:pt modelId="{A2924177-7196-4F9F-BF65-D8F708030763}" type="parTrans" cxnId="{D123F2D5-B5F8-4F94-A73D-741EB1056F8E}">
      <dgm:prSet/>
      <dgm:spPr/>
      <dgm:t>
        <a:bodyPr/>
        <a:lstStyle/>
        <a:p>
          <a:endParaRPr lang="en-US"/>
        </a:p>
      </dgm:t>
    </dgm:pt>
    <dgm:pt modelId="{E25B38D3-7EA4-42B8-B23C-46BB53D77C9B}" type="sibTrans" cxnId="{D123F2D5-B5F8-4F94-A73D-741EB1056F8E}">
      <dgm:prSet/>
      <dgm:spPr/>
      <dgm:t>
        <a:bodyPr/>
        <a:lstStyle/>
        <a:p>
          <a:endParaRPr lang="en-US"/>
        </a:p>
      </dgm:t>
    </dgm:pt>
    <dgm:pt modelId="{9FDF9540-E308-4374-9255-3531CFB4ADD4}">
      <dgm:prSet phldrT="[Texte]"/>
      <dgm:spPr/>
      <dgm:t>
        <a:bodyPr/>
        <a:lstStyle/>
        <a:p>
          <a:r>
            <a:rPr lang="en-US" b="1" dirty="0"/>
            <a:t>Indirect Business value </a:t>
          </a:r>
          <a:r>
            <a:rPr lang="en-US" b="0" dirty="0"/>
            <a:t>mostly for members</a:t>
          </a:r>
        </a:p>
      </dgm:t>
    </dgm:pt>
    <dgm:pt modelId="{889E7495-2496-4FC8-B562-4ED55920C75F}" type="parTrans" cxnId="{63C5B2EC-BC1E-4FFF-9EF0-BF0CF328111B}">
      <dgm:prSet/>
      <dgm:spPr/>
      <dgm:t>
        <a:bodyPr/>
        <a:lstStyle/>
        <a:p>
          <a:endParaRPr lang="en-US"/>
        </a:p>
      </dgm:t>
    </dgm:pt>
    <dgm:pt modelId="{840265DE-14AC-463F-98DF-9E684B6D28BD}" type="sibTrans" cxnId="{63C5B2EC-BC1E-4FFF-9EF0-BF0CF328111B}">
      <dgm:prSet/>
      <dgm:spPr/>
      <dgm:t>
        <a:bodyPr/>
        <a:lstStyle/>
        <a:p>
          <a:endParaRPr lang="en-US"/>
        </a:p>
      </dgm:t>
    </dgm:pt>
    <dgm:pt modelId="{1E8D59DE-2C8A-4C56-A672-613DE08AFA27}">
      <dgm:prSet phldrT="[Texte]"/>
      <dgm:spPr/>
      <dgm:t>
        <a:bodyPr/>
        <a:lstStyle/>
        <a:p>
          <a:r>
            <a:rPr lang="en-US" b="1" dirty="0"/>
            <a:t>Indirect Business value </a:t>
          </a:r>
          <a:r>
            <a:rPr lang="en-US" dirty="0"/>
            <a:t>for members and nonmembers</a:t>
          </a:r>
        </a:p>
      </dgm:t>
    </dgm:pt>
    <dgm:pt modelId="{E9A2DC3B-5BCE-4EBA-BE9B-B2C8961BA713}" type="parTrans" cxnId="{5EB77B0A-D495-4F26-B91D-7D51530BBF90}">
      <dgm:prSet/>
      <dgm:spPr/>
      <dgm:t>
        <a:bodyPr/>
        <a:lstStyle/>
        <a:p>
          <a:endParaRPr lang="en-US"/>
        </a:p>
      </dgm:t>
    </dgm:pt>
    <dgm:pt modelId="{E8F6C686-3755-4E59-9ADB-CC3A0E73EAC5}" type="sibTrans" cxnId="{5EB77B0A-D495-4F26-B91D-7D51530BBF90}">
      <dgm:prSet/>
      <dgm:spPr/>
      <dgm:t>
        <a:bodyPr/>
        <a:lstStyle/>
        <a:p>
          <a:endParaRPr lang="en-US"/>
        </a:p>
      </dgm:t>
    </dgm:pt>
    <dgm:pt modelId="{8DB48165-A908-4D3E-A6C0-4BB501B0BA8F}" type="pres">
      <dgm:prSet presAssocID="{621AC70B-DA6F-418A-AD73-2FCF6857F8CA}" presName="matrix" presStyleCnt="0">
        <dgm:presLayoutVars>
          <dgm:chMax val="1"/>
          <dgm:dir/>
          <dgm:resizeHandles val="exact"/>
        </dgm:presLayoutVars>
      </dgm:prSet>
      <dgm:spPr/>
    </dgm:pt>
    <dgm:pt modelId="{591C4A35-AB1B-4C89-9012-4D815899236A}" type="pres">
      <dgm:prSet presAssocID="{621AC70B-DA6F-418A-AD73-2FCF6857F8CA}" presName="axisShape" presStyleLbl="bgShp" presStyleIdx="0" presStyleCnt="1"/>
      <dgm:spPr/>
    </dgm:pt>
    <dgm:pt modelId="{F2C6944C-965A-4B4D-9C78-CD9F058004EE}" type="pres">
      <dgm:prSet presAssocID="{621AC70B-DA6F-418A-AD73-2FCF6857F8CA}" presName="rect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80BE38E1-7F02-41C1-B9E4-D01CE55E2CAE}" type="pres">
      <dgm:prSet presAssocID="{621AC70B-DA6F-418A-AD73-2FCF6857F8CA}" presName="rect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54C98DBC-967C-4B83-82B0-7594891B9DF1}" type="pres">
      <dgm:prSet presAssocID="{621AC70B-DA6F-418A-AD73-2FCF6857F8CA}" presName="rect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4AD6F6A6-C812-4581-82B2-3966CF1D347B}" type="pres">
      <dgm:prSet presAssocID="{621AC70B-DA6F-418A-AD73-2FCF6857F8CA}" presName="rect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02183403-B291-4B32-9D64-4BB079DAC32B}" type="presOf" srcId="{621AC70B-DA6F-418A-AD73-2FCF6857F8CA}" destId="{8DB48165-A908-4D3E-A6C0-4BB501B0BA8F}" srcOrd="0" destOrd="0" presId="urn:microsoft.com/office/officeart/2005/8/layout/matrix2"/>
    <dgm:cxn modelId="{3E2ADC09-6961-4840-BD94-579116095771}" type="presOf" srcId="{1E8D59DE-2C8A-4C56-A672-613DE08AFA27}" destId="{4AD6F6A6-C812-4581-82B2-3966CF1D347B}" srcOrd="0" destOrd="0" presId="urn:microsoft.com/office/officeart/2005/8/layout/matrix2"/>
    <dgm:cxn modelId="{5EB77B0A-D495-4F26-B91D-7D51530BBF90}" srcId="{621AC70B-DA6F-418A-AD73-2FCF6857F8CA}" destId="{1E8D59DE-2C8A-4C56-A672-613DE08AFA27}" srcOrd="3" destOrd="0" parTransId="{E9A2DC3B-5BCE-4EBA-BE9B-B2C8961BA713}" sibTransId="{E8F6C686-3755-4E59-9ADB-CC3A0E73EAC5}"/>
    <dgm:cxn modelId="{D132562D-1E3C-41C5-BD59-4D7C57F6AB40}" type="presOf" srcId="{83FB57B4-2F5C-4DEA-8D2A-4EC5832233BC}" destId="{F2C6944C-965A-4B4D-9C78-CD9F058004EE}" srcOrd="0" destOrd="0" presId="urn:microsoft.com/office/officeart/2005/8/layout/matrix2"/>
    <dgm:cxn modelId="{8FFF0A5D-E461-45B2-AD48-E680CBFE38B8}" type="presOf" srcId="{9FDF9540-E308-4374-9255-3531CFB4ADD4}" destId="{54C98DBC-967C-4B83-82B0-7594891B9DF1}" srcOrd="0" destOrd="0" presId="urn:microsoft.com/office/officeart/2005/8/layout/matrix2"/>
    <dgm:cxn modelId="{49858750-8122-4517-B8ED-ADA06C460BC3}" type="presOf" srcId="{BADAC260-E2FE-4FB8-A54C-002672B7217A}" destId="{80BE38E1-7F02-41C1-B9E4-D01CE55E2CAE}" srcOrd="0" destOrd="0" presId="urn:microsoft.com/office/officeart/2005/8/layout/matrix2"/>
    <dgm:cxn modelId="{D123F2D5-B5F8-4F94-A73D-741EB1056F8E}" srcId="{621AC70B-DA6F-418A-AD73-2FCF6857F8CA}" destId="{BADAC260-E2FE-4FB8-A54C-002672B7217A}" srcOrd="1" destOrd="0" parTransId="{A2924177-7196-4F9F-BF65-D8F708030763}" sibTransId="{E25B38D3-7EA4-42B8-B23C-46BB53D77C9B}"/>
    <dgm:cxn modelId="{DD7184E5-76AF-43F5-A899-F5F065059314}" srcId="{621AC70B-DA6F-418A-AD73-2FCF6857F8CA}" destId="{83FB57B4-2F5C-4DEA-8D2A-4EC5832233BC}" srcOrd="0" destOrd="0" parTransId="{51162959-3944-4FBF-A268-8C1665B2ECF9}" sibTransId="{6293082A-F93B-481D-921A-1C60D582DF15}"/>
    <dgm:cxn modelId="{63C5B2EC-BC1E-4FFF-9EF0-BF0CF328111B}" srcId="{621AC70B-DA6F-418A-AD73-2FCF6857F8CA}" destId="{9FDF9540-E308-4374-9255-3531CFB4ADD4}" srcOrd="2" destOrd="0" parTransId="{889E7495-2496-4FC8-B562-4ED55920C75F}" sibTransId="{840265DE-14AC-463F-98DF-9E684B6D28BD}"/>
    <dgm:cxn modelId="{2FB5A35F-0864-472F-8150-8DF9E52EA072}" type="presParOf" srcId="{8DB48165-A908-4D3E-A6C0-4BB501B0BA8F}" destId="{591C4A35-AB1B-4C89-9012-4D815899236A}" srcOrd="0" destOrd="0" presId="urn:microsoft.com/office/officeart/2005/8/layout/matrix2"/>
    <dgm:cxn modelId="{ED080F50-8CA5-4049-A00C-4E47EAF846BF}" type="presParOf" srcId="{8DB48165-A908-4D3E-A6C0-4BB501B0BA8F}" destId="{F2C6944C-965A-4B4D-9C78-CD9F058004EE}" srcOrd="1" destOrd="0" presId="urn:microsoft.com/office/officeart/2005/8/layout/matrix2"/>
    <dgm:cxn modelId="{CB346ABA-9521-40A2-9C8C-270735F92B8C}" type="presParOf" srcId="{8DB48165-A908-4D3E-A6C0-4BB501B0BA8F}" destId="{80BE38E1-7F02-41C1-B9E4-D01CE55E2CAE}" srcOrd="2" destOrd="0" presId="urn:microsoft.com/office/officeart/2005/8/layout/matrix2"/>
    <dgm:cxn modelId="{F6DF53A2-6155-4DEB-9736-EB1AD2944B6E}" type="presParOf" srcId="{8DB48165-A908-4D3E-A6C0-4BB501B0BA8F}" destId="{54C98DBC-967C-4B83-82B0-7594891B9DF1}" srcOrd="3" destOrd="0" presId="urn:microsoft.com/office/officeart/2005/8/layout/matrix2"/>
    <dgm:cxn modelId="{221EDC27-0BFC-4729-8304-72A1DDE2311F}" type="presParOf" srcId="{8DB48165-A908-4D3E-A6C0-4BB501B0BA8F}" destId="{4AD6F6A6-C812-4581-82B2-3966CF1D347B}" srcOrd="4" destOrd="0" presId="urn:microsoft.com/office/officeart/2005/8/layout/matrix2"/>
  </dgm:cxnLst>
  <dgm:bg/>
  <dgm:whole/>
  <dgm:extLst>
    <a:ext uri="http://schemas.microsoft.com/office/drawing/2008/diagram">
      <dsp:dataModelExt xmlns:dsp="http://schemas.microsoft.com/office/drawing/2008/diagram" relId="rId15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AEF9B37-C2FA-479A-B442-6A2F012ACB5E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 phldr="1"/>
      <dgm:spPr/>
    </dgm:pt>
    <dgm:pt modelId="{7F7949AB-2F5E-43D8-BB94-1F3C41960C5D}">
      <dgm:prSet phldrT="[Texte]"/>
      <dgm:spPr>
        <a:solidFill>
          <a:srgbClr val="EC7B2B">
            <a:alpha val="50000"/>
          </a:srgbClr>
        </a:solidFill>
      </dgm:spPr>
      <dgm:t>
        <a:bodyPr/>
        <a:lstStyle/>
        <a:p>
          <a:r>
            <a:rPr lang="en-US" dirty="0"/>
            <a:t>Community A</a:t>
          </a:r>
        </a:p>
      </dgm:t>
    </dgm:pt>
    <dgm:pt modelId="{898C6BB1-8406-4409-AAA1-565D1493812B}" type="parTrans" cxnId="{FC5B4A90-6E99-4E69-A1D5-1A1F2E1B1CE8}">
      <dgm:prSet/>
      <dgm:spPr/>
      <dgm:t>
        <a:bodyPr/>
        <a:lstStyle/>
        <a:p>
          <a:endParaRPr lang="en-US"/>
        </a:p>
      </dgm:t>
    </dgm:pt>
    <dgm:pt modelId="{0A7502C8-ED57-4A40-9DB2-E3F45807F37E}" type="sibTrans" cxnId="{FC5B4A90-6E99-4E69-A1D5-1A1F2E1B1CE8}">
      <dgm:prSet/>
      <dgm:spPr/>
      <dgm:t>
        <a:bodyPr/>
        <a:lstStyle/>
        <a:p>
          <a:endParaRPr lang="en-US"/>
        </a:p>
      </dgm:t>
    </dgm:pt>
    <dgm:pt modelId="{8E7C3095-5486-4C26-804D-DEE06CCCF27D}">
      <dgm:prSet phldrT="[Texte]"/>
      <dgm:spPr/>
      <dgm:t>
        <a:bodyPr/>
        <a:lstStyle/>
        <a:p>
          <a:r>
            <a:rPr lang="en-US" dirty="0"/>
            <a:t>Community B</a:t>
          </a:r>
        </a:p>
      </dgm:t>
    </dgm:pt>
    <dgm:pt modelId="{280A553E-C3F6-410F-A68D-2F86B30E3AC3}" type="parTrans" cxnId="{71DAA70E-5D38-40A7-B45A-4E23299070BE}">
      <dgm:prSet/>
      <dgm:spPr/>
      <dgm:t>
        <a:bodyPr/>
        <a:lstStyle/>
        <a:p>
          <a:endParaRPr lang="en-US"/>
        </a:p>
      </dgm:t>
    </dgm:pt>
    <dgm:pt modelId="{B921F38F-DF1A-4EB6-A277-983549C3B85D}" type="sibTrans" cxnId="{71DAA70E-5D38-40A7-B45A-4E23299070BE}">
      <dgm:prSet/>
      <dgm:spPr/>
      <dgm:t>
        <a:bodyPr/>
        <a:lstStyle/>
        <a:p>
          <a:endParaRPr lang="en-US"/>
        </a:p>
      </dgm:t>
    </dgm:pt>
    <dgm:pt modelId="{255050DE-336F-49DB-890A-38CCD4B563FE}" type="pres">
      <dgm:prSet presAssocID="{FAEF9B37-C2FA-479A-B442-6A2F012ACB5E}" presName="compositeShape" presStyleCnt="0">
        <dgm:presLayoutVars>
          <dgm:chMax val="7"/>
          <dgm:dir/>
          <dgm:resizeHandles val="exact"/>
        </dgm:presLayoutVars>
      </dgm:prSet>
      <dgm:spPr/>
    </dgm:pt>
    <dgm:pt modelId="{A8AA3E52-F105-4DEF-93EE-5CF362D8832C}" type="pres">
      <dgm:prSet presAssocID="{7F7949AB-2F5E-43D8-BB94-1F3C41960C5D}" presName="circ1" presStyleLbl="vennNode1" presStyleIdx="0" presStyleCnt="2"/>
      <dgm:spPr/>
    </dgm:pt>
    <dgm:pt modelId="{3CEAF3B5-D34E-4D44-89E1-DCB066EC384E}" type="pres">
      <dgm:prSet presAssocID="{7F7949AB-2F5E-43D8-BB94-1F3C41960C5D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ADD6E9E-1418-47E4-BF3C-CC6F38261B07}" type="pres">
      <dgm:prSet presAssocID="{8E7C3095-5486-4C26-804D-DEE06CCCF27D}" presName="circ2" presStyleLbl="vennNode1" presStyleIdx="1" presStyleCnt="2"/>
      <dgm:spPr/>
    </dgm:pt>
    <dgm:pt modelId="{313338B8-F045-4C10-9864-745578F506A3}" type="pres">
      <dgm:prSet presAssocID="{8E7C3095-5486-4C26-804D-DEE06CCCF27D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AC577907-EC2E-4E12-8608-0D93CC490E3E}" type="presOf" srcId="{7F7949AB-2F5E-43D8-BB94-1F3C41960C5D}" destId="{A8AA3E52-F105-4DEF-93EE-5CF362D8832C}" srcOrd="0" destOrd="0" presId="urn:microsoft.com/office/officeart/2005/8/layout/venn1"/>
    <dgm:cxn modelId="{71DAA70E-5D38-40A7-B45A-4E23299070BE}" srcId="{FAEF9B37-C2FA-479A-B442-6A2F012ACB5E}" destId="{8E7C3095-5486-4C26-804D-DEE06CCCF27D}" srcOrd="1" destOrd="0" parTransId="{280A553E-C3F6-410F-A68D-2F86B30E3AC3}" sibTransId="{B921F38F-DF1A-4EB6-A277-983549C3B85D}"/>
    <dgm:cxn modelId="{1BC2005D-FC68-421C-9D34-302485AFE9A1}" type="presOf" srcId="{FAEF9B37-C2FA-479A-B442-6A2F012ACB5E}" destId="{255050DE-336F-49DB-890A-38CCD4B563FE}" srcOrd="0" destOrd="0" presId="urn:microsoft.com/office/officeart/2005/8/layout/venn1"/>
    <dgm:cxn modelId="{88FB5377-B651-4ED7-A3CD-527920458D2C}" type="presOf" srcId="{7F7949AB-2F5E-43D8-BB94-1F3C41960C5D}" destId="{3CEAF3B5-D34E-4D44-89E1-DCB066EC384E}" srcOrd="1" destOrd="0" presId="urn:microsoft.com/office/officeart/2005/8/layout/venn1"/>
    <dgm:cxn modelId="{C5E38A7F-247F-4B6E-9EFE-113A47679DC8}" type="presOf" srcId="{8E7C3095-5486-4C26-804D-DEE06CCCF27D}" destId="{313338B8-F045-4C10-9864-745578F506A3}" srcOrd="1" destOrd="0" presId="urn:microsoft.com/office/officeart/2005/8/layout/venn1"/>
    <dgm:cxn modelId="{FC5B4A90-6E99-4E69-A1D5-1A1F2E1B1CE8}" srcId="{FAEF9B37-C2FA-479A-B442-6A2F012ACB5E}" destId="{7F7949AB-2F5E-43D8-BB94-1F3C41960C5D}" srcOrd="0" destOrd="0" parTransId="{898C6BB1-8406-4409-AAA1-565D1493812B}" sibTransId="{0A7502C8-ED57-4A40-9DB2-E3F45807F37E}"/>
    <dgm:cxn modelId="{CC62E4FB-707A-4312-A213-CB105DA5C81C}" type="presOf" srcId="{8E7C3095-5486-4C26-804D-DEE06CCCF27D}" destId="{4ADD6E9E-1418-47E4-BF3C-CC6F38261B07}" srcOrd="0" destOrd="0" presId="urn:microsoft.com/office/officeart/2005/8/layout/venn1"/>
    <dgm:cxn modelId="{D81960B2-5A1F-4234-B3AF-06ACF7D91800}" type="presParOf" srcId="{255050DE-336F-49DB-890A-38CCD4B563FE}" destId="{A8AA3E52-F105-4DEF-93EE-5CF362D8832C}" srcOrd="0" destOrd="0" presId="urn:microsoft.com/office/officeart/2005/8/layout/venn1"/>
    <dgm:cxn modelId="{891C48AB-759F-4618-B6BF-CD89EEB640E3}" type="presParOf" srcId="{255050DE-336F-49DB-890A-38CCD4B563FE}" destId="{3CEAF3B5-D34E-4D44-89E1-DCB066EC384E}" srcOrd="1" destOrd="0" presId="urn:microsoft.com/office/officeart/2005/8/layout/venn1"/>
    <dgm:cxn modelId="{42021308-5C7F-46D3-91F7-284246EAA1AB}" type="presParOf" srcId="{255050DE-336F-49DB-890A-38CCD4B563FE}" destId="{4ADD6E9E-1418-47E4-BF3C-CC6F38261B07}" srcOrd="2" destOrd="0" presId="urn:microsoft.com/office/officeart/2005/8/layout/venn1"/>
    <dgm:cxn modelId="{7E25ABB4-3E23-4E35-9609-F030F7D61248}" type="presParOf" srcId="{255050DE-336F-49DB-890A-38CCD4B563FE}" destId="{313338B8-F045-4C10-9864-745578F506A3}" srcOrd="3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00D229A-19A0-433C-A6C6-72B1E95EA3A7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C74915A-8638-408F-AF12-34C5BD84E326}">
      <dgm:prSet phldrT="[Texte]"/>
      <dgm:spPr>
        <a:solidFill>
          <a:schemeClr val="tx1"/>
        </a:solidFill>
      </dgm:spPr>
      <dgm:t>
        <a:bodyPr/>
        <a:lstStyle/>
        <a:p>
          <a:r>
            <a:rPr lang="en-US" dirty="0"/>
            <a:t>Compete</a:t>
          </a:r>
        </a:p>
      </dgm:t>
    </dgm:pt>
    <dgm:pt modelId="{4D30B0F8-992E-4213-BCF8-71A32C146541}" type="parTrans" cxnId="{1862B903-8844-4263-8004-B8EE735C6A66}">
      <dgm:prSet/>
      <dgm:spPr/>
      <dgm:t>
        <a:bodyPr/>
        <a:lstStyle/>
        <a:p>
          <a:endParaRPr lang="en-US"/>
        </a:p>
      </dgm:t>
    </dgm:pt>
    <dgm:pt modelId="{E0CD23B3-0E1C-48A8-A4E5-19CA824E17DA}" type="sibTrans" cxnId="{1862B903-8844-4263-8004-B8EE735C6A66}">
      <dgm:prSet/>
      <dgm:spPr/>
      <dgm:t>
        <a:bodyPr/>
        <a:lstStyle/>
        <a:p>
          <a:endParaRPr lang="en-US"/>
        </a:p>
      </dgm:t>
    </dgm:pt>
    <dgm:pt modelId="{8493C182-2520-438D-BE72-764BCA5FF4AE}">
      <dgm:prSet phldrT="[Texte]"/>
      <dgm:spPr>
        <a:solidFill>
          <a:schemeClr val="tx1"/>
        </a:solidFill>
      </dgm:spPr>
      <dgm:t>
        <a:bodyPr/>
        <a:lstStyle/>
        <a:p>
          <a:r>
            <a:rPr lang="en-US" dirty="0"/>
            <a:t>The best way wins or dominates</a:t>
          </a:r>
        </a:p>
      </dgm:t>
    </dgm:pt>
    <dgm:pt modelId="{1FB112A8-5112-493E-828F-B800085E17EE}" type="parTrans" cxnId="{1ADFB680-1104-464F-A07E-95F1D2C360BA}">
      <dgm:prSet/>
      <dgm:spPr/>
      <dgm:t>
        <a:bodyPr/>
        <a:lstStyle/>
        <a:p>
          <a:endParaRPr lang="en-US"/>
        </a:p>
      </dgm:t>
    </dgm:pt>
    <dgm:pt modelId="{44B26CDE-3A9B-4222-9A8A-30385CB4EC57}" type="sibTrans" cxnId="{1ADFB680-1104-464F-A07E-95F1D2C360BA}">
      <dgm:prSet/>
      <dgm:spPr/>
      <dgm:t>
        <a:bodyPr/>
        <a:lstStyle/>
        <a:p>
          <a:endParaRPr lang="en-US"/>
        </a:p>
      </dgm:t>
    </dgm:pt>
    <dgm:pt modelId="{2A7931A8-D178-4453-9E69-0ED76931D554}">
      <dgm:prSet phldrT="[Texte]"/>
      <dgm:spPr/>
      <dgm:t>
        <a:bodyPr/>
        <a:lstStyle/>
        <a:p>
          <a:r>
            <a:rPr lang="en-US" dirty="0"/>
            <a:t>Integrate</a:t>
          </a:r>
        </a:p>
      </dgm:t>
    </dgm:pt>
    <dgm:pt modelId="{B833E9EF-C990-4654-A909-7131C3EEA37F}" type="parTrans" cxnId="{9A0867FE-8576-44D3-84AC-D0116EDAF954}">
      <dgm:prSet/>
      <dgm:spPr/>
      <dgm:t>
        <a:bodyPr/>
        <a:lstStyle/>
        <a:p>
          <a:endParaRPr lang="en-US"/>
        </a:p>
      </dgm:t>
    </dgm:pt>
    <dgm:pt modelId="{669408E8-A2E0-4682-A0D0-6D8D3F84BA3D}" type="sibTrans" cxnId="{9A0867FE-8576-44D3-84AC-D0116EDAF954}">
      <dgm:prSet/>
      <dgm:spPr/>
      <dgm:t>
        <a:bodyPr/>
        <a:lstStyle/>
        <a:p>
          <a:endParaRPr lang="en-US"/>
        </a:p>
      </dgm:t>
    </dgm:pt>
    <dgm:pt modelId="{92339BD1-AB1B-49C1-8C74-0C1FECA4B413}">
      <dgm:prSet phldrT="[Texte]"/>
      <dgm:spPr/>
      <dgm:t>
        <a:bodyPr/>
        <a:lstStyle/>
        <a:p>
          <a:r>
            <a:rPr lang="en-US" dirty="0"/>
            <a:t>Synergy</a:t>
          </a:r>
        </a:p>
      </dgm:t>
    </dgm:pt>
    <dgm:pt modelId="{B68476FA-7658-469C-9F7B-D39B0EFA4847}" type="parTrans" cxnId="{BF75B9EB-5631-4C68-8F86-4C93D3EFB13B}">
      <dgm:prSet/>
      <dgm:spPr/>
      <dgm:t>
        <a:bodyPr/>
        <a:lstStyle/>
        <a:p>
          <a:endParaRPr lang="en-US"/>
        </a:p>
      </dgm:t>
    </dgm:pt>
    <dgm:pt modelId="{5B755510-9C2D-462D-9DC3-BAAF744C5771}" type="sibTrans" cxnId="{BF75B9EB-5631-4C68-8F86-4C93D3EFB13B}">
      <dgm:prSet/>
      <dgm:spPr/>
      <dgm:t>
        <a:bodyPr/>
        <a:lstStyle/>
        <a:p>
          <a:endParaRPr lang="en-US"/>
        </a:p>
      </dgm:t>
    </dgm:pt>
    <dgm:pt modelId="{DCF9BA05-DC0F-4D0A-A6AB-E299A13C7337}">
      <dgm:prSet phldrT="[Texte]"/>
      <dgm:spPr>
        <a:solidFill>
          <a:srgbClr val="EC7B2B"/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Differentiate</a:t>
          </a:r>
        </a:p>
      </dgm:t>
    </dgm:pt>
    <dgm:pt modelId="{680E9281-1BAA-47BA-8188-0A479C1F719F}" type="parTrans" cxnId="{EF3D553E-CFF7-48FB-946A-517FD4D25920}">
      <dgm:prSet/>
      <dgm:spPr/>
      <dgm:t>
        <a:bodyPr/>
        <a:lstStyle/>
        <a:p>
          <a:endParaRPr lang="en-US"/>
        </a:p>
      </dgm:t>
    </dgm:pt>
    <dgm:pt modelId="{A28A60F1-557D-4854-949F-49C8D6BEBE29}" type="sibTrans" cxnId="{EF3D553E-CFF7-48FB-946A-517FD4D25920}">
      <dgm:prSet/>
      <dgm:spPr/>
      <dgm:t>
        <a:bodyPr/>
        <a:lstStyle/>
        <a:p>
          <a:endParaRPr lang="en-US"/>
        </a:p>
      </dgm:t>
    </dgm:pt>
    <dgm:pt modelId="{1791073C-7326-4754-9166-F64EF026F387}">
      <dgm:prSet phldrT="[Texte]"/>
      <dgm:spPr>
        <a:solidFill>
          <a:srgbClr val="EC7B2B"/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A &amp; B end up providing different values to different segments</a:t>
          </a:r>
        </a:p>
      </dgm:t>
    </dgm:pt>
    <dgm:pt modelId="{D0DC83D4-F37F-49B7-B7E8-3C460A80E041}" type="parTrans" cxnId="{FA14E994-B64E-4847-B100-6803B1508512}">
      <dgm:prSet/>
      <dgm:spPr/>
      <dgm:t>
        <a:bodyPr/>
        <a:lstStyle/>
        <a:p>
          <a:endParaRPr lang="en-US"/>
        </a:p>
      </dgm:t>
    </dgm:pt>
    <dgm:pt modelId="{2896815A-3E77-47EB-81E9-C0E691348858}" type="sibTrans" cxnId="{FA14E994-B64E-4847-B100-6803B1508512}">
      <dgm:prSet/>
      <dgm:spPr/>
      <dgm:t>
        <a:bodyPr/>
        <a:lstStyle/>
        <a:p>
          <a:endParaRPr lang="en-US"/>
        </a:p>
      </dgm:t>
    </dgm:pt>
    <dgm:pt modelId="{465DAE4E-9FBE-4CDB-B2C0-7C5A6B5927FC}">
      <dgm:prSet phldrT="[Texte]"/>
      <dgm:spPr>
        <a:solidFill>
          <a:srgbClr val="EC7B2B"/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Market specialization</a:t>
          </a:r>
        </a:p>
      </dgm:t>
    </dgm:pt>
    <dgm:pt modelId="{11FFDD26-19D9-4197-A2F7-6FB69D36D9A9}" type="parTrans" cxnId="{4BAA5342-2C93-41EB-A01B-3E578B1E89E5}">
      <dgm:prSet/>
      <dgm:spPr/>
      <dgm:t>
        <a:bodyPr/>
        <a:lstStyle/>
        <a:p>
          <a:endParaRPr lang="en-US"/>
        </a:p>
      </dgm:t>
    </dgm:pt>
    <dgm:pt modelId="{87A08ED3-D919-418F-BA63-B924B3780267}" type="sibTrans" cxnId="{4BAA5342-2C93-41EB-A01B-3E578B1E89E5}">
      <dgm:prSet/>
      <dgm:spPr/>
      <dgm:t>
        <a:bodyPr/>
        <a:lstStyle/>
        <a:p>
          <a:endParaRPr lang="en-US"/>
        </a:p>
      </dgm:t>
    </dgm:pt>
    <dgm:pt modelId="{4312D84B-AC9C-46C9-9D2D-22D476F32168}">
      <dgm:prSet phldrT="[Texte]"/>
      <dgm:spPr>
        <a:solidFill>
          <a:schemeClr val="tx1"/>
        </a:solidFill>
      </dgm:spPr>
      <dgm:t>
        <a:bodyPr/>
        <a:lstStyle/>
        <a:p>
          <a:r>
            <a:rPr lang="en-US" dirty="0"/>
            <a:t>A &amp; B have different ways to provide the value</a:t>
          </a:r>
        </a:p>
      </dgm:t>
    </dgm:pt>
    <dgm:pt modelId="{6A0345A6-3438-41FE-8371-8EFA993CF6BC}" type="parTrans" cxnId="{9B625706-639C-452C-BD06-C7D6D733F6AB}">
      <dgm:prSet/>
      <dgm:spPr/>
      <dgm:t>
        <a:bodyPr/>
        <a:lstStyle/>
        <a:p>
          <a:endParaRPr lang="en-US"/>
        </a:p>
      </dgm:t>
    </dgm:pt>
    <dgm:pt modelId="{6C144A02-5546-486E-AFE8-B75DA707EF46}" type="sibTrans" cxnId="{9B625706-639C-452C-BD06-C7D6D733F6AB}">
      <dgm:prSet/>
      <dgm:spPr/>
      <dgm:t>
        <a:bodyPr/>
        <a:lstStyle/>
        <a:p>
          <a:endParaRPr lang="en-US"/>
        </a:p>
      </dgm:t>
    </dgm:pt>
    <dgm:pt modelId="{35C328DD-3A99-4823-802D-EE83F4E75910}">
      <dgm:prSet phldrT="[Texte]"/>
      <dgm:spPr/>
      <dgm:t>
        <a:bodyPr/>
        <a:lstStyle/>
        <a:p>
          <a:r>
            <a:rPr lang="en-US" dirty="0"/>
            <a:t>A &amp; B merge their powers </a:t>
          </a:r>
        </a:p>
      </dgm:t>
    </dgm:pt>
    <dgm:pt modelId="{F899B7F7-BEDE-4986-9E71-A32596EA0B27}" type="parTrans" cxnId="{7366B87C-7DF8-41F1-85E4-F7001A9C07AC}">
      <dgm:prSet/>
      <dgm:spPr/>
      <dgm:t>
        <a:bodyPr/>
        <a:lstStyle/>
        <a:p>
          <a:endParaRPr lang="en-US"/>
        </a:p>
      </dgm:t>
    </dgm:pt>
    <dgm:pt modelId="{954CF4E7-CC0F-43B4-907A-F9CEB1E3A868}" type="sibTrans" cxnId="{7366B87C-7DF8-41F1-85E4-F7001A9C07AC}">
      <dgm:prSet/>
      <dgm:spPr/>
      <dgm:t>
        <a:bodyPr/>
        <a:lstStyle/>
        <a:p>
          <a:endParaRPr lang="en-US"/>
        </a:p>
      </dgm:t>
    </dgm:pt>
    <dgm:pt modelId="{79FD669E-EAC1-4025-9AD2-929C55644B73}">
      <dgm:prSet phldrT="[Texte]"/>
      <dgm:spPr/>
      <dgm:t>
        <a:bodyPr/>
        <a:lstStyle/>
        <a:p>
          <a:r>
            <a:rPr lang="en-US" dirty="0"/>
            <a:t>When 2 communities provide the same value (for a given activity)</a:t>
          </a:r>
        </a:p>
      </dgm:t>
    </dgm:pt>
    <dgm:pt modelId="{EBB23182-2EC9-49B2-814D-FA5231D4C237}" type="parTrans" cxnId="{95CFA4BC-BCE7-481A-BE5B-D790223268CB}">
      <dgm:prSet/>
      <dgm:spPr/>
      <dgm:t>
        <a:bodyPr/>
        <a:lstStyle/>
        <a:p>
          <a:endParaRPr lang="en-US"/>
        </a:p>
      </dgm:t>
    </dgm:pt>
    <dgm:pt modelId="{345D2A0A-C546-49C0-91E8-F6A53714D048}" type="sibTrans" cxnId="{95CFA4BC-BCE7-481A-BE5B-D790223268CB}">
      <dgm:prSet/>
      <dgm:spPr/>
      <dgm:t>
        <a:bodyPr/>
        <a:lstStyle/>
        <a:p>
          <a:endParaRPr lang="en-US"/>
        </a:p>
      </dgm:t>
    </dgm:pt>
    <dgm:pt modelId="{0192008B-16D9-45D1-8854-0581E5139FD7}">
      <dgm:prSet phldrT="[Texte]"/>
      <dgm:spPr/>
      <dgm:t>
        <a:bodyPr/>
        <a:lstStyle/>
        <a:p>
          <a:r>
            <a:rPr lang="en-US" dirty="0"/>
            <a:t>Content Curation, Common events, Common structures &amp; processes</a:t>
          </a:r>
        </a:p>
      </dgm:t>
    </dgm:pt>
    <dgm:pt modelId="{9C1BD299-4FF5-4269-91EB-E5F29AFC2678}" type="parTrans" cxnId="{B40A5765-E068-4B5E-A14F-EDEE91596FC1}">
      <dgm:prSet/>
      <dgm:spPr/>
      <dgm:t>
        <a:bodyPr/>
        <a:lstStyle/>
        <a:p>
          <a:endParaRPr lang="en-US"/>
        </a:p>
      </dgm:t>
    </dgm:pt>
    <dgm:pt modelId="{6B308F07-201F-426C-A390-159A53956FF3}" type="sibTrans" cxnId="{B40A5765-E068-4B5E-A14F-EDEE91596FC1}">
      <dgm:prSet/>
      <dgm:spPr/>
      <dgm:t>
        <a:bodyPr/>
        <a:lstStyle/>
        <a:p>
          <a:endParaRPr lang="en-US"/>
        </a:p>
      </dgm:t>
    </dgm:pt>
    <dgm:pt modelId="{15630165-C41B-457D-8BB3-163364EC3CB9}">
      <dgm:prSet phldrT="[Texte]"/>
      <dgm:spPr/>
      <dgm:t>
        <a:bodyPr/>
        <a:lstStyle/>
        <a:p>
          <a:r>
            <a:rPr lang="en-US" dirty="0"/>
            <a:t>Common governance to define</a:t>
          </a:r>
        </a:p>
      </dgm:t>
    </dgm:pt>
    <dgm:pt modelId="{D925ACE0-C79D-4FA6-A350-D27E66E02E57}" type="parTrans" cxnId="{75389648-2A80-4A17-8632-3917542F8349}">
      <dgm:prSet/>
      <dgm:spPr/>
      <dgm:t>
        <a:bodyPr/>
        <a:lstStyle/>
        <a:p>
          <a:endParaRPr lang="en-US"/>
        </a:p>
      </dgm:t>
    </dgm:pt>
    <dgm:pt modelId="{D38954D9-6AA9-4D81-9FD9-2B0A79A4A7A8}" type="sibTrans" cxnId="{75389648-2A80-4A17-8632-3917542F8349}">
      <dgm:prSet/>
      <dgm:spPr/>
      <dgm:t>
        <a:bodyPr/>
        <a:lstStyle/>
        <a:p>
          <a:endParaRPr lang="en-US"/>
        </a:p>
      </dgm:t>
    </dgm:pt>
    <dgm:pt modelId="{99D93983-FFF0-41D8-81DA-16AB75271B41}">
      <dgm:prSet phldrT="[Texte]"/>
      <dgm:spPr>
        <a:solidFill>
          <a:srgbClr val="EC7B2B"/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Co-Define the borders and Co-define the segments. Redirect.</a:t>
          </a:r>
        </a:p>
      </dgm:t>
    </dgm:pt>
    <dgm:pt modelId="{EEEA6F77-3D7F-4C15-8C47-B76817FF0C79}" type="parTrans" cxnId="{8FFB4085-A74C-42E3-85B4-D256834FA05C}">
      <dgm:prSet/>
      <dgm:spPr/>
      <dgm:t>
        <a:bodyPr/>
        <a:lstStyle/>
        <a:p>
          <a:endParaRPr lang="en-US"/>
        </a:p>
      </dgm:t>
    </dgm:pt>
    <dgm:pt modelId="{54875C49-6237-48B7-9133-0F99D503DA71}" type="sibTrans" cxnId="{8FFB4085-A74C-42E3-85B4-D256834FA05C}">
      <dgm:prSet/>
      <dgm:spPr/>
      <dgm:t>
        <a:bodyPr/>
        <a:lstStyle/>
        <a:p>
          <a:endParaRPr lang="en-US"/>
        </a:p>
      </dgm:t>
    </dgm:pt>
    <dgm:pt modelId="{EEFC3FA3-CF55-49EC-B002-68FD41B19E85}">
      <dgm:prSet phldrT="[Texte]"/>
      <dgm:spPr>
        <a:solidFill>
          <a:srgbClr val="EC7B2B"/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Agree on value segments</a:t>
          </a:r>
        </a:p>
      </dgm:t>
    </dgm:pt>
    <dgm:pt modelId="{DDC42E38-8442-426D-8A56-FCE4BDB0A8E9}" type="parTrans" cxnId="{D4E232CB-C73E-4404-8D6E-5FCAEADB5934}">
      <dgm:prSet/>
      <dgm:spPr/>
      <dgm:t>
        <a:bodyPr/>
        <a:lstStyle/>
        <a:p>
          <a:endParaRPr lang="en-US"/>
        </a:p>
      </dgm:t>
    </dgm:pt>
    <dgm:pt modelId="{AABC117D-0B20-4C74-BEC7-55F44FC387DB}" type="sibTrans" cxnId="{D4E232CB-C73E-4404-8D6E-5FCAEADB5934}">
      <dgm:prSet/>
      <dgm:spPr/>
      <dgm:t>
        <a:bodyPr/>
        <a:lstStyle/>
        <a:p>
          <a:endParaRPr lang="en-US"/>
        </a:p>
      </dgm:t>
    </dgm:pt>
    <dgm:pt modelId="{45B1E2D3-DC41-49A4-86AB-CE83AEAB44AF}" type="pres">
      <dgm:prSet presAssocID="{800D229A-19A0-433C-A6C6-72B1E95EA3A7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EBB26AF0-076C-49B3-9B15-F5D3402B3683}" type="pres">
      <dgm:prSet presAssocID="{79FD669E-EAC1-4025-9AD2-929C55644B73}" presName="root1" presStyleCnt="0"/>
      <dgm:spPr/>
    </dgm:pt>
    <dgm:pt modelId="{5A9FF5F8-D918-4C5B-8F8D-6AA97118B5B3}" type="pres">
      <dgm:prSet presAssocID="{79FD669E-EAC1-4025-9AD2-929C55644B73}" presName="LevelOneTextNode" presStyleLbl="node0" presStyleIdx="0" presStyleCnt="1">
        <dgm:presLayoutVars>
          <dgm:chPref val="3"/>
        </dgm:presLayoutVars>
      </dgm:prSet>
      <dgm:spPr/>
    </dgm:pt>
    <dgm:pt modelId="{527C7936-5CD7-4473-941E-735BA5779286}" type="pres">
      <dgm:prSet presAssocID="{79FD669E-EAC1-4025-9AD2-929C55644B73}" presName="level2hierChild" presStyleCnt="0"/>
      <dgm:spPr/>
    </dgm:pt>
    <dgm:pt modelId="{D20800DF-786F-4F46-BC8E-7C08B0011206}" type="pres">
      <dgm:prSet presAssocID="{4D30B0F8-992E-4213-BCF8-71A32C146541}" presName="conn2-1" presStyleLbl="parChTrans1D2" presStyleIdx="0" presStyleCnt="3"/>
      <dgm:spPr/>
    </dgm:pt>
    <dgm:pt modelId="{94F801FA-C5A2-4E0B-8E38-C8D9140202CF}" type="pres">
      <dgm:prSet presAssocID="{4D30B0F8-992E-4213-BCF8-71A32C146541}" presName="connTx" presStyleLbl="parChTrans1D2" presStyleIdx="0" presStyleCnt="3"/>
      <dgm:spPr/>
    </dgm:pt>
    <dgm:pt modelId="{5B96A166-B3C9-4D65-B782-51476E50FAD9}" type="pres">
      <dgm:prSet presAssocID="{FC74915A-8638-408F-AF12-34C5BD84E326}" presName="root2" presStyleCnt="0"/>
      <dgm:spPr/>
    </dgm:pt>
    <dgm:pt modelId="{337B761F-BAA9-446C-A8E3-99D1120EE415}" type="pres">
      <dgm:prSet presAssocID="{FC74915A-8638-408F-AF12-34C5BD84E326}" presName="LevelTwoTextNode" presStyleLbl="node2" presStyleIdx="0" presStyleCnt="3">
        <dgm:presLayoutVars>
          <dgm:chPref val="3"/>
        </dgm:presLayoutVars>
      </dgm:prSet>
      <dgm:spPr/>
    </dgm:pt>
    <dgm:pt modelId="{A22D8E5D-C12C-457C-8083-D79AD682A8FC}" type="pres">
      <dgm:prSet presAssocID="{FC74915A-8638-408F-AF12-34C5BD84E326}" presName="level3hierChild" presStyleCnt="0"/>
      <dgm:spPr/>
    </dgm:pt>
    <dgm:pt modelId="{64ED4F26-6F6D-4A7A-BB9C-168A4173F247}" type="pres">
      <dgm:prSet presAssocID="{6A0345A6-3438-41FE-8371-8EFA993CF6BC}" presName="conn2-1" presStyleLbl="parChTrans1D3" presStyleIdx="0" presStyleCnt="6"/>
      <dgm:spPr/>
    </dgm:pt>
    <dgm:pt modelId="{77DCE99B-C449-410F-9235-83A71CB4E136}" type="pres">
      <dgm:prSet presAssocID="{6A0345A6-3438-41FE-8371-8EFA993CF6BC}" presName="connTx" presStyleLbl="parChTrans1D3" presStyleIdx="0" presStyleCnt="6"/>
      <dgm:spPr/>
    </dgm:pt>
    <dgm:pt modelId="{6EE3EA7E-5B63-4258-B99A-036FCB8ECA99}" type="pres">
      <dgm:prSet presAssocID="{4312D84B-AC9C-46C9-9D2D-22D476F32168}" presName="root2" presStyleCnt="0"/>
      <dgm:spPr/>
    </dgm:pt>
    <dgm:pt modelId="{713C6B1F-5D5E-4D8A-B185-2B84207921A9}" type="pres">
      <dgm:prSet presAssocID="{4312D84B-AC9C-46C9-9D2D-22D476F32168}" presName="LevelTwoTextNode" presStyleLbl="node3" presStyleIdx="0" presStyleCnt="6">
        <dgm:presLayoutVars>
          <dgm:chPref val="3"/>
        </dgm:presLayoutVars>
      </dgm:prSet>
      <dgm:spPr/>
    </dgm:pt>
    <dgm:pt modelId="{0FC25E09-2D2C-42B1-AFC5-EE2EDA3EC4DB}" type="pres">
      <dgm:prSet presAssocID="{4312D84B-AC9C-46C9-9D2D-22D476F32168}" presName="level3hierChild" presStyleCnt="0"/>
      <dgm:spPr/>
    </dgm:pt>
    <dgm:pt modelId="{3C78C75D-17CC-4FDF-8F37-5F0B527EFE85}" type="pres">
      <dgm:prSet presAssocID="{1FB112A8-5112-493E-828F-B800085E17EE}" presName="conn2-1" presStyleLbl="parChTrans1D3" presStyleIdx="1" presStyleCnt="6"/>
      <dgm:spPr/>
    </dgm:pt>
    <dgm:pt modelId="{FA4A68EB-B181-40A3-A138-DA0EA6689D19}" type="pres">
      <dgm:prSet presAssocID="{1FB112A8-5112-493E-828F-B800085E17EE}" presName="connTx" presStyleLbl="parChTrans1D3" presStyleIdx="1" presStyleCnt="6"/>
      <dgm:spPr/>
    </dgm:pt>
    <dgm:pt modelId="{5CD5D021-47DC-40DC-840B-4CF6859B3619}" type="pres">
      <dgm:prSet presAssocID="{8493C182-2520-438D-BE72-764BCA5FF4AE}" presName="root2" presStyleCnt="0"/>
      <dgm:spPr/>
    </dgm:pt>
    <dgm:pt modelId="{47772240-F486-4145-836D-AB0E8AD0B855}" type="pres">
      <dgm:prSet presAssocID="{8493C182-2520-438D-BE72-764BCA5FF4AE}" presName="LevelTwoTextNode" presStyleLbl="node3" presStyleIdx="1" presStyleCnt="6">
        <dgm:presLayoutVars>
          <dgm:chPref val="3"/>
        </dgm:presLayoutVars>
      </dgm:prSet>
      <dgm:spPr/>
    </dgm:pt>
    <dgm:pt modelId="{4707EDAD-C36A-4191-9D08-049FA539A2AA}" type="pres">
      <dgm:prSet presAssocID="{8493C182-2520-438D-BE72-764BCA5FF4AE}" presName="level3hierChild" presStyleCnt="0"/>
      <dgm:spPr/>
    </dgm:pt>
    <dgm:pt modelId="{15BBA178-4DA1-4DFF-9F1B-41EA3B61A245}" type="pres">
      <dgm:prSet presAssocID="{B833E9EF-C990-4654-A909-7131C3EEA37F}" presName="conn2-1" presStyleLbl="parChTrans1D2" presStyleIdx="1" presStyleCnt="3"/>
      <dgm:spPr/>
    </dgm:pt>
    <dgm:pt modelId="{047509D2-5553-4EAA-B72E-D6FFC04C6B66}" type="pres">
      <dgm:prSet presAssocID="{B833E9EF-C990-4654-A909-7131C3EEA37F}" presName="connTx" presStyleLbl="parChTrans1D2" presStyleIdx="1" presStyleCnt="3"/>
      <dgm:spPr/>
    </dgm:pt>
    <dgm:pt modelId="{4F1CF974-A802-4121-A7A3-EAFF84EE5785}" type="pres">
      <dgm:prSet presAssocID="{2A7931A8-D178-4453-9E69-0ED76931D554}" presName="root2" presStyleCnt="0"/>
      <dgm:spPr/>
    </dgm:pt>
    <dgm:pt modelId="{4F1D22CF-CA04-4D7B-88B3-9E053BFBD9AF}" type="pres">
      <dgm:prSet presAssocID="{2A7931A8-D178-4453-9E69-0ED76931D554}" presName="LevelTwoTextNode" presStyleLbl="node2" presStyleIdx="1" presStyleCnt="3">
        <dgm:presLayoutVars>
          <dgm:chPref val="3"/>
        </dgm:presLayoutVars>
      </dgm:prSet>
      <dgm:spPr/>
    </dgm:pt>
    <dgm:pt modelId="{C076007F-C85A-4AEA-A2A7-47C55F16CBA5}" type="pres">
      <dgm:prSet presAssocID="{2A7931A8-D178-4453-9E69-0ED76931D554}" presName="level3hierChild" presStyleCnt="0"/>
      <dgm:spPr/>
    </dgm:pt>
    <dgm:pt modelId="{D1A4060D-AED0-4635-B767-3CE0398E0F23}" type="pres">
      <dgm:prSet presAssocID="{F899B7F7-BEDE-4986-9E71-A32596EA0B27}" presName="conn2-1" presStyleLbl="parChTrans1D3" presStyleIdx="2" presStyleCnt="6"/>
      <dgm:spPr/>
    </dgm:pt>
    <dgm:pt modelId="{7B7EA043-1D16-4355-9515-D8D7209DEE24}" type="pres">
      <dgm:prSet presAssocID="{F899B7F7-BEDE-4986-9E71-A32596EA0B27}" presName="connTx" presStyleLbl="parChTrans1D3" presStyleIdx="2" presStyleCnt="6"/>
      <dgm:spPr/>
    </dgm:pt>
    <dgm:pt modelId="{99F93951-C676-4FBB-940D-3988D5F8FB00}" type="pres">
      <dgm:prSet presAssocID="{35C328DD-3A99-4823-802D-EE83F4E75910}" presName="root2" presStyleCnt="0"/>
      <dgm:spPr/>
    </dgm:pt>
    <dgm:pt modelId="{0DCB2157-AB66-4EC7-AC92-DE3882A0E5ED}" type="pres">
      <dgm:prSet presAssocID="{35C328DD-3A99-4823-802D-EE83F4E75910}" presName="LevelTwoTextNode" presStyleLbl="node3" presStyleIdx="2" presStyleCnt="6">
        <dgm:presLayoutVars>
          <dgm:chPref val="3"/>
        </dgm:presLayoutVars>
      </dgm:prSet>
      <dgm:spPr/>
    </dgm:pt>
    <dgm:pt modelId="{F8D7FB58-7C7E-4D7B-83DE-30C2B7874A4B}" type="pres">
      <dgm:prSet presAssocID="{35C328DD-3A99-4823-802D-EE83F4E75910}" presName="level3hierChild" presStyleCnt="0"/>
      <dgm:spPr/>
    </dgm:pt>
    <dgm:pt modelId="{427630FF-46CE-4847-91B5-DBBB27B74F1C}" type="pres">
      <dgm:prSet presAssocID="{9C1BD299-4FF5-4269-91EB-E5F29AFC2678}" presName="conn2-1" presStyleLbl="parChTrans1D4" presStyleIdx="0" presStyleCnt="4"/>
      <dgm:spPr/>
    </dgm:pt>
    <dgm:pt modelId="{9E6F2BD9-A132-4210-9D9F-4B85B4AC4AB4}" type="pres">
      <dgm:prSet presAssocID="{9C1BD299-4FF5-4269-91EB-E5F29AFC2678}" presName="connTx" presStyleLbl="parChTrans1D4" presStyleIdx="0" presStyleCnt="4"/>
      <dgm:spPr/>
    </dgm:pt>
    <dgm:pt modelId="{D7A441D7-E5FD-4484-AD4B-AB9EE0733A69}" type="pres">
      <dgm:prSet presAssocID="{0192008B-16D9-45D1-8854-0581E5139FD7}" presName="root2" presStyleCnt="0"/>
      <dgm:spPr/>
    </dgm:pt>
    <dgm:pt modelId="{7B978CEB-ECE0-4404-9A96-4EF84FF948A8}" type="pres">
      <dgm:prSet presAssocID="{0192008B-16D9-45D1-8854-0581E5139FD7}" presName="LevelTwoTextNode" presStyleLbl="node4" presStyleIdx="0" presStyleCnt="4">
        <dgm:presLayoutVars>
          <dgm:chPref val="3"/>
        </dgm:presLayoutVars>
      </dgm:prSet>
      <dgm:spPr/>
    </dgm:pt>
    <dgm:pt modelId="{C7D7F7D1-5D53-40E1-9798-4784BB5C140A}" type="pres">
      <dgm:prSet presAssocID="{0192008B-16D9-45D1-8854-0581E5139FD7}" presName="level3hierChild" presStyleCnt="0"/>
      <dgm:spPr/>
    </dgm:pt>
    <dgm:pt modelId="{87B7EAED-9F88-4A3A-851A-3814BE1BFD34}" type="pres">
      <dgm:prSet presAssocID="{B68476FA-7658-469C-9F7B-D39B0EFA4847}" presName="conn2-1" presStyleLbl="parChTrans1D3" presStyleIdx="3" presStyleCnt="6"/>
      <dgm:spPr/>
    </dgm:pt>
    <dgm:pt modelId="{F140F9DB-5F36-47E8-8ED7-4826D1C97EE0}" type="pres">
      <dgm:prSet presAssocID="{B68476FA-7658-469C-9F7B-D39B0EFA4847}" presName="connTx" presStyleLbl="parChTrans1D3" presStyleIdx="3" presStyleCnt="6"/>
      <dgm:spPr/>
    </dgm:pt>
    <dgm:pt modelId="{29F55129-5288-4E4A-9BBF-B2A2A9125A22}" type="pres">
      <dgm:prSet presAssocID="{92339BD1-AB1B-49C1-8C74-0C1FECA4B413}" presName="root2" presStyleCnt="0"/>
      <dgm:spPr/>
    </dgm:pt>
    <dgm:pt modelId="{7F1D7330-592B-464A-B257-CC8BDD367325}" type="pres">
      <dgm:prSet presAssocID="{92339BD1-AB1B-49C1-8C74-0C1FECA4B413}" presName="LevelTwoTextNode" presStyleLbl="node3" presStyleIdx="3" presStyleCnt="6">
        <dgm:presLayoutVars>
          <dgm:chPref val="3"/>
        </dgm:presLayoutVars>
      </dgm:prSet>
      <dgm:spPr/>
    </dgm:pt>
    <dgm:pt modelId="{3432FD37-8615-4781-89E7-74F4FE8D9569}" type="pres">
      <dgm:prSet presAssocID="{92339BD1-AB1B-49C1-8C74-0C1FECA4B413}" presName="level3hierChild" presStyleCnt="0"/>
      <dgm:spPr/>
    </dgm:pt>
    <dgm:pt modelId="{AF919F0C-D3B0-4675-8A05-421AE7EA6329}" type="pres">
      <dgm:prSet presAssocID="{D925ACE0-C79D-4FA6-A350-D27E66E02E57}" presName="conn2-1" presStyleLbl="parChTrans1D4" presStyleIdx="1" presStyleCnt="4"/>
      <dgm:spPr/>
    </dgm:pt>
    <dgm:pt modelId="{8EF78C2E-BB62-46CA-8D2C-5DB336C2EB5D}" type="pres">
      <dgm:prSet presAssocID="{D925ACE0-C79D-4FA6-A350-D27E66E02E57}" presName="connTx" presStyleLbl="parChTrans1D4" presStyleIdx="1" presStyleCnt="4"/>
      <dgm:spPr/>
    </dgm:pt>
    <dgm:pt modelId="{E5803FE4-B658-4D77-9C56-9327F7D02E57}" type="pres">
      <dgm:prSet presAssocID="{15630165-C41B-457D-8BB3-163364EC3CB9}" presName="root2" presStyleCnt="0"/>
      <dgm:spPr/>
    </dgm:pt>
    <dgm:pt modelId="{F568B395-4AE8-41FF-955A-729C5CBC6CC0}" type="pres">
      <dgm:prSet presAssocID="{15630165-C41B-457D-8BB3-163364EC3CB9}" presName="LevelTwoTextNode" presStyleLbl="node4" presStyleIdx="1" presStyleCnt="4">
        <dgm:presLayoutVars>
          <dgm:chPref val="3"/>
        </dgm:presLayoutVars>
      </dgm:prSet>
      <dgm:spPr/>
    </dgm:pt>
    <dgm:pt modelId="{7B8AE765-A9C8-424D-B90B-D1DDAD81CD5E}" type="pres">
      <dgm:prSet presAssocID="{15630165-C41B-457D-8BB3-163364EC3CB9}" presName="level3hierChild" presStyleCnt="0"/>
      <dgm:spPr/>
    </dgm:pt>
    <dgm:pt modelId="{CCA14011-EFA3-4EA7-97AD-2FD54FA1DE20}" type="pres">
      <dgm:prSet presAssocID="{680E9281-1BAA-47BA-8188-0A479C1F719F}" presName="conn2-1" presStyleLbl="parChTrans1D2" presStyleIdx="2" presStyleCnt="3"/>
      <dgm:spPr/>
    </dgm:pt>
    <dgm:pt modelId="{F4C90B94-2AA9-412F-8E57-8411944D1049}" type="pres">
      <dgm:prSet presAssocID="{680E9281-1BAA-47BA-8188-0A479C1F719F}" presName="connTx" presStyleLbl="parChTrans1D2" presStyleIdx="2" presStyleCnt="3"/>
      <dgm:spPr/>
    </dgm:pt>
    <dgm:pt modelId="{050E7A25-6CB3-4141-BDDB-90DE3EF6C58A}" type="pres">
      <dgm:prSet presAssocID="{DCF9BA05-DC0F-4D0A-A6AB-E299A13C7337}" presName="root2" presStyleCnt="0"/>
      <dgm:spPr/>
    </dgm:pt>
    <dgm:pt modelId="{E23154D6-1286-42D1-A2F8-0687BFB08A15}" type="pres">
      <dgm:prSet presAssocID="{DCF9BA05-DC0F-4D0A-A6AB-E299A13C7337}" presName="LevelTwoTextNode" presStyleLbl="node2" presStyleIdx="2" presStyleCnt="3">
        <dgm:presLayoutVars>
          <dgm:chPref val="3"/>
        </dgm:presLayoutVars>
      </dgm:prSet>
      <dgm:spPr/>
    </dgm:pt>
    <dgm:pt modelId="{C53A5B4B-F10B-4F4B-9CA2-DEC77E901036}" type="pres">
      <dgm:prSet presAssocID="{DCF9BA05-DC0F-4D0A-A6AB-E299A13C7337}" presName="level3hierChild" presStyleCnt="0"/>
      <dgm:spPr/>
    </dgm:pt>
    <dgm:pt modelId="{A88A2A4B-E057-475F-BD60-1518C88EC744}" type="pres">
      <dgm:prSet presAssocID="{D0DC83D4-F37F-49B7-B7E8-3C460A80E041}" presName="conn2-1" presStyleLbl="parChTrans1D3" presStyleIdx="4" presStyleCnt="6"/>
      <dgm:spPr/>
    </dgm:pt>
    <dgm:pt modelId="{80A324EE-3118-403B-930E-D270B83599C5}" type="pres">
      <dgm:prSet presAssocID="{D0DC83D4-F37F-49B7-B7E8-3C460A80E041}" presName="connTx" presStyleLbl="parChTrans1D3" presStyleIdx="4" presStyleCnt="6"/>
      <dgm:spPr/>
    </dgm:pt>
    <dgm:pt modelId="{7FF8EB1D-6BC6-4D5E-B434-277A9B1AED77}" type="pres">
      <dgm:prSet presAssocID="{1791073C-7326-4754-9166-F64EF026F387}" presName="root2" presStyleCnt="0"/>
      <dgm:spPr/>
    </dgm:pt>
    <dgm:pt modelId="{DBA1A94C-9E9B-4A0B-A42D-58DFF72D7B58}" type="pres">
      <dgm:prSet presAssocID="{1791073C-7326-4754-9166-F64EF026F387}" presName="LevelTwoTextNode" presStyleLbl="node3" presStyleIdx="4" presStyleCnt="6">
        <dgm:presLayoutVars>
          <dgm:chPref val="3"/>
        </dgm:presLayoutVars>
      </dgm:prSet>
      <dgm:spPr/>
    </dgm:pt>
    <dgm:pt modelId="{37CC0C28-741E-43C7-AA28-31F95C6367BE}" type="pres">
      <dgm:prSet presAssocID="{1791073C-7326-4754-9166-F64EF026F387}" presName="level3hierChild" presStyleCnt="0"/>
      <dgm:spPr/>
    </dgm:pt>
    <dgm:pt modelId="{33E9F206-D276-4A23-BA67-9AA1A10A4526}" type="pres">
      <dgm:prSet presAssocID="{EEEA6F77-3D7F-4C15-8C47-B76817FF0C79}" presName="conn2-1" presStyleLbl="parChTrans1D4" presStyleIdx="2" presStyleCnt="4"/>
      <dgm:spPr/>
    </dgm:pt>
    <dgm:pt modelId="{89F703F2-8060-45BF-B8E4-9FA789BDA7DF}" type="pres">
      <dgm:prSet presAssocID="{EEEA6F77-3D7F-4C15-8C47-B76817FF0C79}" presName="connTx" presStyleLbl="parChTrans1D4" presStyleIdx="2" presStyleCnt="4"/>
      <dgm:spPr/>
    </dgm:pt>
    <dgm:pt modelId="{5731DC1B-4FDA-4AA2-9C5C-BCACDD2A1FE4}" type="pres">
      <dgm:prSet presAssocID="{99D93983-FFF0-41D8-81DA-16AB75271B41}" presName="root2" presStyleCnt="0"/>
      <dgm:spPr/>
    </dgm:pt>
    <dgm:pt modelId="{7072FE84-83A5-4E10-9BB3-D8A0C463BD96}" type="pres">
      <dgm:prSet presAssocID="{99D93983-FFF0-41D8-81DA-16AB75271B41}" presName="LevelTwoTextNode" presStyleLbl="node4" presStyleIdx="2" presStyleCnt="4">
        <dgm:presLayoutVars>
          <dgm:chPref val="3"/>
        </dgm:presLayoutVars>
      </dgm:prSet>
      <dgm:spPr/>
    </dgm:pt>
    <dgm:pt modelId="{043C4DD8-7DCA-4640-BACB-8D6B11B65E06}" type="pres">
      <dgm:prSet presAssocID="{99D93983-FFF0-41D8-81DA-16AB75271B41}" presName="level3hierChild" presStyleCnt="0"/>
      <dgm:spPr/>
    </dgm:pt>
    <dgm:pt modelId="{100AEC06-EDDE-47D7-BBCE-B98A116499A0}" type="pres">
      <dgm:prSet presAssocID="{11FFDD26-19D9-4197-A2F7-6FB69D36D9A9}" presName="conn2-1" presStyleLbl="parChTrans1D3" presStyleIdx="5" presStyleCnt="6"/>
      <dgm:spPr/>
    </dgm:pt>
    <dgm:pt modelId="{19BC2DDA-C041-4592-9D2F-EAFBBCD4A762}" type="pres">
      <dgm:prSet presAssocID="{11FFDD26-19D9-4197-A2F7-6FB69D36D9A9}" presName="connTx" presStyleLbl="parChTrans1D3" presStyleIdx="5" presStyleCnt="6"/>
      <dgm:spPr/>
    </dgm:pt>
    <dgm:pt modelId="{4FA69742-1C7F-4BA9-910D-142A9A8DC817}" type="pres">
      <dgm:prSet presAssocID="{465DAE4E-9FBE-4CDB-B2C0-7C5A6B5927FC}" presName="root2" presStyleCnt="0"/>
      <dgm:spPr/>
    </dgm:pt>
    <dgm:pt modelId="{0759E216-B6CB-4A04-806A-BB17CDA8F6BB}" type="pres">
      <dgm:prSet presAssocID="{465DAE4E-9FBE-4CDB-B2C0-7C5A6B5927FC}" presName="LevelTwoTextNode" presStyleLbl="node3" presStyleIdx="5" presStyleCnt="6">
        <dgm:presLayoutVars>
          <dgm:chPref val="3"/>
        </dgm:presLayoutVars>
      </dgm:prSet>
      <dgm:spPr/>
    </dgm:pt>
    <dgm:pt modelId="{2AA6AD56-D15D-4B83-A122-31FA75E70977}" type="pres">
      <dgm:prSet presAssocID="{465DAE4E-9FBE-4CDB-B2C0-7C5A6B5927FC}" presName="level3hierChild" presStyleCnt="0"/>
      <dgm:spPr/>
    </dgm:pt>
    <dgm:pt modelId="{3DFF0752-00CB-41A4-BE70-33E0B40A0077}" type="pres">
      <dgm:prSet presAssocID="{DDC42E38-8442-426D-8A56-FCE4BDB0A8E9}" presName="conn2-1" presStyleLbl="parChTrans1D4" presStyleIdx="3" presStyleCnt="4"/>
      <dgm:spPr/>
    </dgm:pt>
    <dgm:pt modelId="{070A88D9-DB91-40A8-9101-5D53991D160E}" type="pres">
      <dgm:prSet presAssocID="{DDC42E38-8442-426D-8A56-FCE4BDB0A8E9}" presName="connTx" presStyleLbl="parChTrans1D4" presStyleIdx="3" presStyleCnt="4"/>
      <dgm:spPr/>
    </dgm:pt>
    <dgm:pt modelId="{D5D8DA58-E9FF-4833-B8AF-39264CDDE52A}" type="pres">
      <dgm:prSet presAssocID="{EEFC3FA3-CF55-49EC-B002-68FD41B19E85}" presName="root2" presStyleCnt="0"/>
      <dgm:spPr/>
    </dgm:pt>
    <dgm:pt modelId="{DBA7DFE3-C36B-42BF-81E3-D686025FB760}" type="pres">
      <dgm:prSet presAssocID="{EEFC3FA3-CF55-49EC-B002-68FD41B19E85}" presName="LevelTwoTextNode" presStyleLbl="node4" presStyleIdx="3" presStyleCnt="4">
        <dgm:presLayoutVars>
          <dgm:chPref val="3"/>
        </dgm:presLayoutVars>
      </dgm:prSet>
      <dgm:spPr/>
    </dgm:pt>
    <dgm:pt modelId="{FA876DDB-46D3-4020-8BEA-640C4CA3655B}" type="pres">
      <dgm:prSet presAssocID="{EEFC3FA3-CF55-49EC-B002-68FD41B19E85}" presName="level3hierChild" presStyleCnt="0"/>
      <dgm:spPr/>
    </dgm:pt>
  </dgm:ptLst>
  <dgm:cxnLst>
    <dgm:cxn modelId="{1862B903-8844-4263-8004-B8EE735C6A66}" srcId="{79FD669E-EAC1-4025-9AD2-929C55644B73}" destId="{FC74915A-8638-408F-AF12-34C5BD84E326}" srcOrd="0" destOrd="0" parTransId="{4D30B0F8-992E-4213-BCF8-71A32C146541}" sibTransId="{E0CD23B3-0E1C-48A8-A4E5-19CA824E17DA}"/>
    <dgm:cxn modelId="{9B625706-639C-452C-BD06-C7D6D733F6AB}" srcId="{FC74915A-8638-408F-AF12-34C5BD84E326}" destId="{4312D84B-AC9C-46C9-9D2D-22D476F32168}" srcOrd="0" destOrd="0" parTransId="{6A0345A6-3438-41FE-8371-8EFA993CF6BC}" sibTransId="{6C144A02-5546-486E-AFE8-B75DA707EF46}"/>
    <dgm:cxn modelId="{4991E007-5169-4614-8BB5-97086945915F}" type="presOf" srcId="{EEFC3FA3-CF55-49EC-B002-68FD41B19E85}" destId="{DBA7DFE3-C36B-42BF-81E3-D686025FB760}" srcOrd="0" destOrd="0" presId="urn:microsoft.com/office/officeart/2005/8/layout/hierarchy2"/>
    <dgm:cxn modelId="{4DF2770B-5BD3-4F8D-AB80-5497C64C17E6}" type="presOf" srcId="{680E9281-1BAA-47BA-8188-0A479C1F719F}" destId="{CCA14011-EFA3-4EA7-97AD-2FD54FA1DE20}" srcOrd="0" destOrd="0" presId="urn:microsoft.com/office/officeart/2005/8/layout/hierarchy2"/>
    <dgm:cxn modelId="{1C4D5C10-AA78-4F8D-8E20-97C7FABA3F64}" type="presOf" srcId="{11FFDD26-19D9-4197-A2F7-6FB69D36D9A9}" destId="{19BC2DDA-C041-4592-9D2F-EAFBBCD4A762}" srcOrd="1" destOrd="0" presId="urn:microsoft.com/office/officeart/2005/8/layout/hierarchy2"/>
    <dgm:cxn modelId="{06D6B215-174A-46F1-9700-84455640380A}" type="presOf" srcId="{4312D84B-AC9C-46C9-9D2D-22D476F32168}" destId="{713C6B1F-5D5E-4D8A-B185-2B84207921A9}" srcOrd="0" destOrd="0" presId="urn:microsoft.com/office/officeart/2005/8/layout/hierarchy2"/>
    <dgm:cxn modelId="{39EA821A-91B7-4DC0-A1E1-8E40B7093E66}" type="presOf" srcId="{D0DC83D4-F37F-49B7-B7E8-3C460A80E041}" destId="{80A324EE-3118-403B-930E-D270B83599C5}" srcOrd="1" destOrd="0" presId="urn:microsoft.com/office/officeart/2005/8/layout/hierarchy2"/>
    <dgm:cxn modelId="{01AF991D-1692-4FBD-8ED4-5508C4E29AD4}" type="presOf" srcId="{1FB112A8-5112-493E-828F-B800085E17EE}" destId="{3C78C75D-17CC-4FDF-8F37-5F0B527EFE85}" srcOrd="0" destOrd="0" presId="urn:microsoft.com/office/officeart/2005/8/layout/hierarchy2"/>
    <dgm:cxn modelId="{D2D3D924-4D70-4703-B534-1750E7B6652C}" type="presOf" srcId="{4D30B0F8-992E-4213-BCF8-71A32C146541}" destId="{94F801FA-C5A2-4E0B-8E38-C8D9140202CF}" srcOrd="1" destOrd="0" presId="urn:microsoft.com/office/officeart/2005/8/layout/hierarchy2"/>
    <dgm:cxn modelId="{FA50F42C-6BE3-4D87-9C96-058E3F9B5964}" type="presOf" srcId="{680E9281-1BAA-47BA-8188-0A479C1F719F}" destId="{F4C90B94-2AA9-412F-8E57-8411944D1049}" srcOrd="1" destOrd="0" presId="urn:microsoft.com/office/officeart/2005/8/layout/hierarchy2"/>
    <dgm:cxn modelId="{B6511C2D-1BA5-4F1C-A7B2-5620F8DED17D}" type="presOf" srcId="{B68476FA-7658-469C-9F7B-D39B0EFA4847}" destId="{F140F9DB-5F36-47E8-8ED7-4826D1C97EE0}" srcOrd="1" destOrd="0" presId="urn:microsoft.com/office/officeart/2005/8/layout/hierarchy2"/>
    <dgm:cxn modelId="{04E35F36-1E26-411A-92F3-4B2A40B438A4}" type="presOf" srcId="{DDC42E38-8442-426D-8A56-FCE4BDB0A8E9}" destId="{3DFF0752-00CB-41A4-BE70-33E0B40A0077}" srcOrd="0" destOrd="0" presId="urn:microsoft.com/office/officeart/2005/8/layout/hierarchy2"/>
    <dgm:cxn modelId="{37669738-E311-4AAA-9A4E-68BCCC2BDE54}" type="presOf" srcId="{DCF9BA05-DC0F-4D0A-A6AB-E299A13C7337}" destId="{E23154D6-1286-42D1-A2F8-0687BFB08A15}" srcOrd="0" destOrd="0" presId="urn:microsoft.com/office/officeart/2005/8/layout/hierarchy2"/>
    <dgm:cxn modelId="{F9DF0A3A-72A7-480A-B60F-61EDF37F4FFB}" type="presOf" srcId="{9C1BD299-4FF5-4269-91EB-E5F29AFC2678}" destId="{427630FF-46CE-4847-91B5-DBBB27B74F1C}" srcOrd="0" destOrd="0" presId="urn:microsoft.com/office/officeart/2005/8/layout/hierarchy2"/>
    <dgm:cxn modelId="{BAE3353E-C1C4-4950-A26B-222C0BE25BF4}" type="presOf" srcId="{D0DC83D4-F37F-49B7-B7E8-3C460A80E041}" destId="{A88A2A4B-E057-475F-BD60-1518C88EC744}" srcOrd="0" destOrd="0" presId="urn:microsoft.com/office/officeart/2005/8/layout/hierarchy2"/>
    <dgm:cxn modelId="{EF3D553E-CFF7-48FB-946A-517FD4D25920}" srcId="{79FD669E-EAC1-4025-9AD2-929C55644B73}" destId="{DCF9BA05-DC0F-4D0A-A6AB-E299A13C7337}" srcOrd="2" destOrd="0" parTransId="{680E9281-1BAA-47BA-8188-0A479C1F719F}" sibTransId="{A28A60F1-557D-4854-949F-49C8D6BEBE29}"/>
    <dgm:cxn modelId="{AF4B145C-A5B5-4541-AED3-9ECCB1BC3928}" type="presOf" srcId="{B833E9EF-C990-4654-A909-7131C3EEA37F}" destId="{047509D2-5553-4EAA-B72E-D6FFC04C6B66}" srcOrd="1" destOrd="0" presId="urn:microsoft.com/office/officeart/2005/8/layout/hierarchy2"/>
    <dgm:cxn modelId="{4BAA5342-2C93-41EB-A01B-3E578B1E89E5}" srcId="{DCF9BA05-DC0F-4D0A-A6AB-E299A13C7337}" destId="{465DAE4E-9FBE-4CDB-B2C0-7C5A6B5927FC}" srcOrd="1" destOrd="0" parTransId="{11FFDD26-19D9-4197-A2F7-6FB69D36D9A9}" sibTransId="{87A08ED3-D919-418F-BA63-B924B3780267}"/>
    <dgm:cxn modelId="{CFA73263-5642-4B44-9811-3D1F2E7A98B4}" type="presOf" srcId="{F899B7F7-BEDE-4986-9E71-A32596EA0B27}" destId="{7B7EA043-1D16-4355-9515-D8D7209DEE24}" srcOrd="1" destOrd="0" presId="urn:microsoft.com/office/officeart/2005/8/layout/hierarchy2"/>
    <dgm:cxn modelId="{7C5A4C65-FC06-47CC-BC4F-3F11BC82315E}" type="presOf" srcId="{8493C182-2520-438D-BE72-764BCA5FF4AE}" destId="{47772240-F486-4145-836D-AB0E8AD0B855}" srcOrd="0" destOrd="0" presId="urn:microsoft.com/office/officeart/2005/8/layout/hierarchy2"/>
    <dgm:cxn modelId="{B40A5765-E068-4B5E-A14F-EDEE91596FC1}" srcId="{35C328DD-3A99-4823-802D-EE83F4E75910}" destId="{0192008B-16D9-45D1-8854-0581E5139FD7}" srcOrd="0" destOrd="0" parTransId="{9C1BD299-4FF5-4269-91EB-E5F29AFC2678}" sibTransId="{6B308F07-201F-426C-A390-159A53956FF3}"/>
    <dgm:cxn modelId="{19F68A65-627E-4FCE-8BF1-9F04E88718B1}" type="presOf" srcId="{9C1BD299-4FF5-4269-91EB-E5F29AFC2678}" destId="{9E6F2BD9-A132-4210-9D9F-4B85B4AC4AB4}" srcOrd="1" destOrd="0" presId="urn:microsoft.com/office/officeart/2005/8/layout/hierarchy2"/>
    <dgm:cxn modelId="{3B402F48-3013-4431-B0DD-276368756D37}" type="presOf" srcId="{99D93983-FFF0-41D8-81DA-16AB75271B41}" destId="{7072FE84-83A5-4E10-9BB3-D8A0C463BD96}" srcOrd="0" destOrd="0" presId="urn:microsoft.com/office/officeart/2005/8/layout/hierarchy2"/>
    <dgm:cxn modelId="{75389648-2A80-4A17-8632-3917542F8349}" srcId="{92339BD1-AB1B-49C1-8C74-0C1FECA4B413}" destId="{15630165-C41B-457D-8BB3-163364EC3CB9}" srcOrd="0" destOrd="0" parTransId="{D925ACE0-C79D-4FA6-A350-D27E66E02E57}" sibTransId="{D38954D9-6AA9-4D81-9FD9-2B0A79A4A7A8}"/>
    <dgm:cxn modelId="{E80B6B4E-2C66-4382-A22A-48BCE76B49F1}" type="presOf" srcId="{0192008B-16D9-45D1-8854-0581E5139FD7}" destId="{7B978CEB-ECE0-4404-9A96-4EF84FF948A8}" srcOrd="0" destOrd="0" presId="urn:microsoft.com/office/officeart/2005/8/layout/hierarchy2"/>
    <dgm:cxn modelId="{94B15152-EFEA-4392-A243-DA075FC520EA}" type="presOf" srcId="{B68476FA-7658-469C-9F7B-D39B0EFA4847}" destId="{87B7EAED-9F88-4A3A-851A-3814BE1BFD34}" srcOrd="0" destOrd="0" presId="urn:microsoft.com/office/officeart/2005/8/layout/hierarchy2"/>
    <dgm:cxn modelId="{94F15754-D397-43BF-934D-38CADD1F23F5}" type="presOf" srcId="{FC74915A-8638-408F-AF12-34C5BD84E326}" destId="{337B761F-BAA9-446C-A8E3-99D1120EE415}" srcOrd="0" destOrd="0" presId="urn:microsoft.com/office/officeart/2005/8/layout/hierarchy2"/>
    <dgm:cxn modelId="{BC01FC56-AB21-42E2-A432-2DBF1FCBDFB0}" type="presOf" srcId="{92339BD1-AB1B-49C1-8C74-0C1FECA4B413}" destId="{7F1D7330-592B-464A-B257-CC8BDD367325}" srcOrd="0" destOrd="0" presId="urn:microsoft.com/office/officeart/2005/8/layout/hierarchy2"/>
    <dgm:cxn modelId="{E9609677-929A-4EC1-A389-D48118BC56DC}" type="presOf" srcId="{EEEA6F77-3D7F-4C15-8C47-B76817FF0C79}" destId="{89F703F2-8060-45BF-B8E4-9FA789BDA7DF}" srcOrd="1" destOrd="0" presId="urn:microsoft.com/office/officeart/2005/8/layout/hierarchy2"/>
    <dgm:cxn modelId="{8CFAD45A-2C6E-40A3-A12F-E7CE9A60B4F4}" type="presOf" srcId="{35C328DD-3A99-4823-802D-EE83F4E75910}" destId="{0DCB2157-AB66-4EC7-AC92-DE3882A0E5ED}" srcOrd="0" destOrd="0" presId="urn:microsoft.com/office/officeart/2005/8/layout/hierarchy2"/>
    <dgm:cxn modelId="{7366B87C-7DF8-41F1-85E4-F7001A9C07AC}" srcId="{2A7931A8-D178-4453-9E69-0ED76931D554}" destId="{35C328DD-3A99-4823-802D-EE83F4E75910}" srcOrd="0" destOrd="0" parTransId="{F899B7F7-BEDE-4986-9E71-A32596EA0B27}" sibTransId="{954CF4E7-CC0F-43B4-907A-F9CEB1E3A868}"/>
    <dgm:cxn modelId="{0FD09480-F0AC-4CDE-BC8D-B3447F58C2D6}" type="presOf" srcId="{6A0345A6-3438-41FE-8371-8EFA993CF6BC}" destId="{77DCE99B-C449-410F-9235-83A71CB4E136}" srcOrd="1" destOrd="0" presId="urn:microsoft.com/office/officeart/2005/8/layout/hierarchy2"/>
    <dgm:cxn modelId="{1ADFB680-1104-464F-A07E-95F1D2C360BA}" srcId="{FC74915A-8638-408F-AF12-34C5BD84E326}" destId="{8493C182-2520-438D-BE72-764BCA5FF4AE}" srcOrd="1" destOrd="0" parTransId="{1FB112A8-5112-493E-828F-B800085E17EE}" sibTransId="{44B26CDE-3A9B-4222-9A8A-30385CB4EC57}"/>
    <dgm:cxn modelId="{F219E283-EB14-49DD-8AF5-75956E01D715}" type="presOf" srcId="{D925ACE0-C79D-4FA6-A350-D27E66E02E57}" destId="{AF919F0C-D3B0-4675-8A05-421AE7EA6329}" srcOrd="0" destOrd="0" presId="urn:microsoft.com/office/officeart/2005/8/layout/hierarchy2"/>
    <dgm:cxn modelId="{8FFB4085-A74C-42E3-85B4-D256834FA05C}" srcId="{1791073C-7326-4754-9166-F64EF026F387}" destId="{99D93983-FFF0-41D8-81DA-16AB75271B41}" srcOrd="0" destOrd="0" parTransId="{EEEA6F77-3D7F-4C15-8C47-B76817FF0C79}" sibTransId="{54875C49-6237-48B7-9133-0F99D503DA71}"/>
    <dgm:cxn modelId="{E1D7558A-B9C9-4AC5-B05A-C93E1243E1C2}" type="presOf" srcId="{4D30B0F8-992E-4213-BCF8-71A32C146541}" destId="{D20800DF-786F-4F46-BC8E-7C08B0011206}" srcOrd="0" destOrd="0" presId="urn:microsoft.com/office/officeart/2005/8/layout/hierarchy2"/>
    <dgm:cxn modelId="{79F68F8F-D9AD-4504-B462-98297A40046B}" type="presOf" srcId="{DDC42E38-8442-426D-8A56-FCE4BDB0A8E9}" destId="{070A88D9-DB91-40A8-9101-5D53991D160E}" srcOrd="1" destOrd="0" presId="urn:microsoft.com/office/officeart/2005/8/layout/hierarchy2"/>
    <dgm:cxn modelId="{FA14E994-B64E-4847-B100-6803B1508512}" srcId="{DCF9BA05-DC0F-4D0A-A6AB-E299A13C7337}" destId="{1791073C-7326-4754-9166-F64EF026F387}" srcOrd="0" destOrd="0" parTransId="{D0DC83D4-F37F-49B7-B7E8-3C460A80E041}" sibTransId="{2896815A-3E77-47EB-81E9-C0E691348858}"/>
    <dgm:cxn modelId="{D20DCCA4-212F-4458-9CF0-C0CC5019B3C8}" type="presOf" srcId="{B833E9EF-C990-4654-A909-7131C3EEA37F}" destId="{15BBA178-4DA1-4DFF-9F1B-41EA3B61A245}" srcOrd="0" destOrd="0" presId="urn:microsoft.com/office/officeart/2005/8/layout/hierarchy2"/>
    <dgm:cxn modelId="{9374F5AA-76ED-4CBA-8D8D-0BD4EEC3E7BE}" type="presOf" srcId="{2A7931A8-D178-4453-9E69-0ED76931D554}" destId="{4F1D22CF-CA04-4D7B-88B3-9E053BFBD9AF}" srcOrd="0" destOrd="0" presId="urn:microsoft.com/office/officeart/2005/8/layout/hierarchy2"/>
    <dgm:cxn modelId="{95CFA4BC-BCE7-481A-BE5B-D790223268CB}" srcId="{800D229A-19A0-433C-A6C6-72B1E95EA3A7}" destId="{79FD669E-EAC1-4025-9AD2-929C55644B73}" srcOrd="0" destOrd="0" parTransId="{EBB23182-2EC9-49B2-814D-FA5231D4C237}" sibTransId="{345D2A0A-C546-49C0-91E8-F6A53714D048}"/>
    <dgm:cxn modelId="{E931BCBF-3E0E-497B-9582-EC9B72D9123E}" type="presOf" srcId="{1791073C-7326-4754-9166-F64EF026F387}" destId="{DBA1A94C-9E9B-4A0B-A42D-58DFF72D7B58}" srcOrd="0" destOrd="0" presId="urn:microsoft.com/office/officeart/2005/8/layout/hierarchy2"/>
    <dgm:cxn modelId="{D4E232CB-C73E-4404-8D6E-5FCAEADB5934}" srcId="{465DAE4E-9FBE-4CDB-B2C0-7C5A6B5927FC}" destId="{EEFC3FA3-CF55-49EC-B002-68FD41B19E85}" srcOrd="0" destOrd="0" parTransId="{DDC42E38-8442-426D-8A56-FCE4BDB0A8E9}" sibTransId="{AABC117D-0B20-4C74-BEC7-55F44FC387DB}"/>
    <dgm:cxn modelId="{971768D3-A8C2-4AB2-A6E3-452B6C5C683F}" type="presOf" srcId="{15630165-C41B-457D-8BB3-163364EC3CB9}" destId="{F568B395-4AE8-41FF-955A-729C5CBC6CC0}" srcOrd="0" destOrd="0" presId="urn:microsoft.com/office/officeart/2005/8/layout/hierarchy2"/>
    <dgm:cxn modelId="{DEFC97D5-9C5D-48D7-837F-E1412023801E}" type="presOf" srcId="{1FB112A8-5112-493E-828F-B800085E17EE}" destId="{FA4A68EB-B181-40A3-A138-DA0EA6689D19}" srcOrd="1" destOrd="0" presId="urn:microsoft.com/office/officeart/2005/8/layout/hierarchy2"/>
    <dgm:cxn modelId="{74405BD8-B1D3-44A3-95BF-23CAD2ACD5A2}" type="presOf" srcId="{F899B7F7-BEDE-4986-9E71-A32596EA0B27}" destId="{D1A4060D-AED0-4635-B767-3CE0398E0F23}" srcOrd="0" destOrd="0" presId="urn:microsoft.com/office/officeart/2005/8/layout/hierarchy2"/>
    <dgm:cxn modelId="{37A746D8-AD0F-4B04-B2B6-4B9533239325}" type="presOf" srcId="{11FFDD26-19D9-4197-A2F7-6FB69D36D9A9}" destId="{100AEC06-EDDE-47D7-BBCE-B98A116499A0}" srcOrd="0" destOrd="0" presId="urn:microsoft.com/office/officeart/2005/8/layout/hierarchy2"/>
    <dgm:cxn modelId="{59A91AE8-FF5C-496F-BE08-C9FC96FDBF3B}" type="presOf" srcId="{6A0345A6-3438-41FE-8371-8EFA993CF6BC}" destId="{64ED4F26-6F6D-4A7A-BB9C-168A4173F247}" srcOrd="0" destOrd="0" presId="urn:microsoft.com/office/officeart/2005/8/layout/hierarchy2"/>
    <dgm:cxn modelId="{40F331EA-CB16-46E3-8021-40FEC6CC4F3B}" type="presOf" srcId="{EEEA6F77-3D7F-4C15-8C47-B76817FF0C79}" destId="{33E9F206-D276-4A23-BA67-9AA1A10A4526}" srcOrd="0" destOrd="0" presId="urn:microsoft.com/office/officeart/2005/8/layout/hierarchy2"/>
    <dgm:cxn modelId="{FFD33BEA-7FBD-430D-A55B-A40DE831C35F}" type="presOf" srcId="{800D229A-19A0-433C-A6C6-72B1E95EA3A7}" destId="{45B1E2D3-DC41-49A4-86AB-CE83AEAB44AF}" srcOrd="0" destOrd="0" presId="urn:microsoft.com/office/officeart/2005/8/layout/hierarchy2"/>
    <dgm:cxn modelId="{BF75B9EB-5631-4C68-8F86-4C93D3EFB13B}" srcId="{2A7931A8-D178-4453-9E69-0ED76931D554}" destId="{92339BD1-AB1B-49C1-8C74-0C1FECA4B413}" srcOrd="1" destOrd="0" parTransId="{B68476FA-7658-469C-9F7B-D39B0EFA4847}" sibTransId="{5B755510-9C2D-462D-9DC3-BAAF744C5771}"/>
    <dgm:cxn modelId="{4A5BE5ED-C9AB-41B4-9C9D-B31F17F8D7E4}" type="presOf" srcId="{79FD669E-EAC1-4025-9AD2-929C55644B73}" destId="{5A9FF5F8-D918-4C5B-8F8D-6AA97118B5B3}" srcOrd="0" destOrd="0" presId="urn:microsoft.com/office/officeart/2005/8/layout/hierarchy2"/>
    <dgm:cxn modelId="{642B6BF5-9ED3-4C9A-B817-BC3A1AA48111}" type="presOf" srcId="{465DAE4E-9FBE-4CDB-B2C0-7C5A6B5927FC}" destId="{0759E216-B6CB-4A04-806A-BB17CDA8F6BB}" srcOrd="0" destOrd="0" presId="urn:microsoft.com/office/officeart/2005/8/layout/hierarchy2"/>
    <dgm:cxn modelId="{31CC21FB-C14B-4D9F-B5A0-CF46628819E0}" type="presOf" srcId="{D925ACE0-C79D-4FA6-A350-D27E66E02E57}" destId="{8EF78C2E-BB62-46CA-8D2C-5DB336C2EB5D}" srcOrd="1" destOrd="0" presId="urn:microsoft.com/office/officeart/2005/8/layout/hierarchy2"/>
    <dgm:cxn modelId="{9A0867FE-8576-44D3-84AC-D0116EDAF954}" srcId="{79FD669E-EAC1-4025-9AD2-929C55644B73}" destId="{2A7931A8-D178-4453-9E69-0ED76931D554}" srcOrd="1" destOrd="0" parTransId="{B833E9EF-C990-4654-A909-7131C3EEA37F}" sibTransId="{669408E8-A2E0-4682-A0D0-6D8D3F84BA3D}"/>
    <dgm:cxn modelId="{0A15F796-D747-49C9-ADBA-AFB614D5D723}" type="presParOf" srcId="{45B1E2D3-DC41-49A4-86AB-CE83AEAB44AF}" destId="{EBB26AF0-076C-49B3-9B15-F5D3402B3683}" srcOrd="0" destOrd="0" presId="urn:microsoft.com/office/officeart/2005/8/layout/hierarchy2"/>
    <dgm:cxn modelId="{5CF66948-8D19-45A8-A338-F8D3032571A2}" type="presParOf" srcId="{EBB26AF0-076C-49B3-9B15-F5D3402B3683}" destId="{5A9FF5F8-D918-4C5B-8F8D-6AA97118B5B3}" srcOrd="0" destOrd="0" presId="urn:microsoft.com/office/officeart/2005/8/layout/hierarchy2"/>
    <dgm:cxn modelId="{5FB99851-2309-46D7-A894-0F0010FC4963}" type="presParOf" srcId="{EBB26AF0-076C-49B3-9B15-F5D3402B3683}" destId="{527C7936-5CD7-4473-941E-735BA5779286}" srcOrd="1" destOrd="0" presId="urn:microsoft.com/office/officeart/2005/8/layout/hierarchy2"/>
    <dgm:cxn modelId="{CB2781F8-45E7-4FA1-A634-D79778B96D55}" type="presParOf" srcId="{527C7936-5CD7-4473-941E-735BA5779286}" destId="{D20800DF-786F-4F46-BC8E-7C08B0011206}" srcOrd="0" destOrd="0" presId="urn:microsoft.com/office/officeart/2005/8/layout/hierarchy2"/>
    <dgm:cxn modelId="{DBFC8DF6-E142-4725-B1BF-A562CD7E6902}" type="presParOf" srcId="{D20800DF-786F-4F46-BC8E-7C08B0011206}" destId="{94F801FA-C5A2-4E0B-8E38-C8D9140202CF}" srcOrd="0" destOrd="0" presId="urn:microsoft.com/office/officeart/2005/8/layout/hierarchy2"/>
    <dgm:cxn modelId="{FB1A7601-4BD1-4995-9810-22876707CC96}" type="presParOf" srcId="{527C7936-5CD7-4473-941E-735BA5779286}" destId="{5B96A166-B3C9-4D65-B782-51476E50FAD9}" srcOrd="1" destOrd="0" presId="urn:microsoft.com/office/officeart/2005/8/layout/hierarchy2"/>
    <dgm:cxn modelId="{9F7796A8-015B-48B1-BAF7-C8B688587E61}" type="presParOf" srcId="{5B96A166-B3C9-4D65-B782-51476E50FAD9}" destId="{337B761F-BAA9-446C-A8E3-99D1120EE415}" srcOrd="0" destOrd="0" presId="urn:microsoft.com/office/officeart/2005/8/layout/hierarchy2"/>
    <dgm:cxn modelId="{C7D992A8-33F3-45E4-B4F6-A34C9FEB2A51}" type="presParOf" srcId="{5B96A166-B3C9-4D65-B782-51476E50FAD9}" destId="{A22D8E5D-C12C-457C-8083-D79AD682A8FC}" srcOrd="1" destOrd="0" presId="urn:microsoft.com/office/officeart/2005/8/layout/hierarchy2"/>
    <dgm:cxn modelId="{836200BC-01DC-4F9C-BB54-870B33C8BFC5}" type="presParOf" srcId="{A22D8E5D-C12C-457C-8083-D79AD682A8FC}" destId="{64ED4F26-6F6D-4A7A-BB9C-168A4173F247}" srcOrd="0" destOrd="0" presId="urn:microsoft.com/office/officeart/2005/8/layout/hierarchy2"/>
    <dgm:cxn modelId="{FDF89815-3144-477A-8F83-C10B8E69C417}" type="presParOf" srcId="{64ED4F26-6F6D-4A7A-BB9C-168A4173F247}" destId="{77DCE99B-C449-410F-9235-83A71CB4E136}" srcOrd="0" destOrd="0" presId="urn:microsoft.com/office/officeart/2005/8/layout/hierarchy2"/>
    <dgm:cxn modelId="{63859183-EFB8-4F21-96DF-9547685DD0FD}" type="presParOf" srcId="{A22D8E5D-C12C-457C-8083-D79AD682A8FC}" destId="{6EE3EA7E-5B63-4258-B99A-036FCB8ECA99}" srcOrd="1" destOrd="0" presId="urn:microsoft.com/office/officeart/2005/8/layout/hierarchy2"/>
    <dgm:cxn modelId="{1AFA03CC-6963-48A3-8809-F7012FB1DE92}" type="presParOf" srcId="{6EE3EA7E-5B63-4258-B99A-036FCB8ECA99}" destId="{713C6B1F-5D5E-4D8A-B185-2B84207921A9}" srcOrd="0" destOrd="0" presId="urn:microsoft.com/office/officeart/2005/8/layout/hierarchy2"/>
    <dgm:cxn modelId="{3FBE41C4-C69D-4FBB-B694-CFE80B08F875}" type="presParOf" srcId="{6EE3EA7E-5B63-4258-B99A-036FCB8ECA99}" destId="{0FC25E09-2D2C-42B1-AFC5-EE2EDA3EC4DB}" srcOrd="1" destOrd="0" presId="urn:microsoft.com/office/officeart/2005/8/layout/hierarchy2"/>
    <dgm:cxn modelId="{1F6ECF7A-7947-4E0C-A46C-E58D44E5298B}" type="presParOf" srcId="{A22D8E5D-C12C-457C-8083-D79AD682A8FC}" destId="{3C78C75D-17CC-4FDF-8F37-5F0B527EFE85}" srcOrd="2" destOrd="0" presId="urn:microsoft.com/office/officeart/2005/8/layout/hierarchy2"/>
    <dgm:cxn modelId="{26565986-EE1F-4C79-86C0-61B1F0ED416F}" type="presParOf" srcId="{3C78C75D-17CC-4FDF-8F37-5F0B527EFE85}" destId="{FA4A68EB-B181-40A3-A138-DA0EA6689D19}" srcOrd="0" destOrd="0" presId="urn:microsoft.com/office/officeart/2005/8/layout/hierarchy2"/>
    <dgm:cxn modelId="{D63D4283-5A2C-4AAA-9068-22A8D6C94DA2}" type="presParOf" srcId="{A22D8E5D-C12C-457C-8083-D79AD682A8FC}" destId="{5CD5D021-47DC-40DC-840B-4CF6859B3619}" srcOrd="3" destOrd="0" presId="urn:microsoft.com/office/officeart/2005/8/layout/hierarchy2"/>
    <dgm:cxn modelId="{D6970395-3BE5-40A9-B864-2BE01A94540E}" type="presParOf" srcId="{5CD5D021-47DC-40DC-840B-4CF6859B3619}" destId="{47772240-F486-4145-836D-AB0E8AD0B855}" srcOrd="0" destOrd="0" presId="urn:microsoft.com/office/officeart/2005/8/layout/hierarchy2"/>
    <dgm:cxn modelId="{FD34F864-A0D0-44DD-B264-30A626EB372E}" type="presParOf" srcId="{5CD5D021-47DC-40DC-840B-4CF6859B3619}" destId="{4707EDAD-C36A-4191-9D08-049FA539A2AA}" srcOrd="1" destOrd="0" presId="urn:microsoft.com/office/officeart/2005/8/layout/hierarchy2"/>
    <dgm:cxn modelId="{C0E4D537-8887-4BF0-AEC6-136666CC01B3}" type="presParOf" srcId="{527C7936-5CD7-4473-941E-735BA5779286}" destId="{15BBA178-4DA1-4DFF-9F1B-41EA3B61A245}" srcOrd="2" destOrd="0" presId="urn:microsoft.com/office/officeart/2005/8/layout/hierarchy2"/>
    <dgm:cxn modelId="{DAB227EB-8944-4B37-8A06-EAAB48C7F506}" type="presParOf" srcId="{15BBA178-4DA1-4DFF-9F1B-41EA3B61A245}" destId="{047509D2-5553-4EAA-B72E-D6FFC04C6B66}" srcOrd="0" destOrd="0" presId="urn:microsoft.com/office/officeart/2005/8/layout/hierarchy2"/>
    <dgm:cxn modelId="{B794E6B4-2D4A-4983-9306-2EA634DC0B2F}" type="presParOf" srcId="{527C7936-5CD7-4473-941E-735BA5779286}" destId="{4F1CF974-A802-4121-A7A3-EAFF84EE5785}" srcOrd="3" destOrd="0" presId="urn:microsoft.com/office/officeart/2005/8/layout/hierarchy2"/>
    <dgm:cxn modelId="{9FBB3D86-4B63-4145-AD2A-D862B6DDF197}" type="presParOf" srcId="{4F1CF974-A802-4121-A7A3-EAFF84EE5785}" destId="{4F1D22CF-CA04-4D7B-88B3-9E053BFBD9AF}" srcOrd="0" destOrd="0" presId="urn:microsoft.com/office/officeart/2005/8/layout/hierarchy2"/>
    <dgm:cxn modelId="{19A86B82-FDA6-43AE-BAB1-E00596683FAA}" type="presParOf" srcId="{4F1CF974-A802-4121-A7A3-EAFF84EE5785}" destId="{C076007F-C85A-4AEA-A2A7-47C55F16CBA5}" srcOrd="1" destOrd="0" presId="urn:microsoft.com/office/officeart/2005/8/layout/hierarchy2"/>
    <dgm:cxn modelId="{BC83F91E-B814-4B3C-9546-72FAB62E5B67}" type="presParOf" srcId="{C076007F-C85A-4AEA-A2A7-47C55F16CBA5}" destId="{D1A4060D-AED0-4635-B767-3CE0398E0F23}" srcOrd="0" destOrd="0" presId="urn:microsoft.com/office/officeart/2005/8/layout/hierarchy2"/>
    <dgm:cxn modelId="{44432183-2F55-423D-957C-979B8CAD9001}" type="presParOf" srcId="{D1A4060D-AED0-4635-B767-3CE0398E0F23}" destId="{7B7EA043-1D16-4355-9515-D8D7209DEE24}" srcOrd="0" destOrd="0" presId="urn:microsoft.com/office/officeart/2005/8/layout/hierarchy2"/>
    <dgm:cxn modelId="{026F83BB-8F10-4D46-8C60-B48B535CCA54}" type="presParOf" srcId="{C076007F-C85A-4AEA-A2A7-47C55F16CBA5}" destId="{99F93951-C676-4FBB-940D-3988D5F8FB00}" srcOrd="1" destOrd="0" presId="urn:microsoft.com/office/officeart/2005/8/layout/hierarchy2"/>
    <dgm:cxn modelId="{0F3569D0-D435-44B3-99CF-70CEC6BE97FD}" type="presParOf" srcId="{99F93951-C676-4FBB-940D-3988D5F8FB00}" destId="{0DCB2157-AB66-4EC7-AC92-DE3882A0E5ED}" srcOrd="0" destOrd="0" presId="urn:microsoft.com/office/officeart/2005/8/layout/hierarchy2"/>
    <dgm:cxn modelId="{36A93BF9-A6F2-4A19-9722-5BA0468F2418}" type="presParOf" srcId="{99F93951-C676-4FBB-940D-3988D5F8FB00}" destId="{F8D7FB58-7C7E-4D7B-83DE-30C2B7874A4B}" srcOrd="1" destOrd="0" presId="urn:microsoft.com/office/officeart/2005/8/layout/hierarchy2"/>
    <dgm:cxn modelId="{645681D0-860C-409F-B861-EA5828A5B9FA}" type="presParOf" srcId="{F8D7FB58-7C7E-4D7B-83DE-30C2B7874A4B}" destId="{427630FF-46CE-4847-91B5-DBBB27B74F1C}" srcOrd="0" destOrd="0" presId="urn:microsoft.com/office/officeart/2005/8/layout/hierarchy2"/>
    <dgm:cxn modelId="{6D80ADE1-9007-4BEA-8EF7-B750902D6710}" type="presParOf" srcId="{427630FF-46CE-4847-91B5-DBBB27B74F1C}" destId="{9E6F2BD9-A132-4210-9D9F-4B85B4AC4AB4}" srcOrd="0" destOrd="0" presId="urn:microsoft.com/office/officeart/2005/8/layout/hierarchy2"/>
    <dgm:cxn modelId="{260D3644-3A9B-4BA7-9F85-F523100E3A25}" type="presParOf" srcId="{F8D7FB58-7C7E-4D7B-83DE-30C2B7874A4B}" destId="{D7A441D7-E5FD-4484-AD4B-AB9EE0733A69}" srcOrd="1" destOrd="0" presId="urn:microsoft.com/office/officeart/2005/8/layout/hierarchy2"/>
    <dgm:cxn modelId="{5C05BDD1-41B8-49F0-8692-95ED0FDF9887}" type="presParOf" srcId="{D7A441D7-E5FD-4484-AD4B-AB9EE0733A69}" destId="{7B978CEB-ECE0-4404-9A96-4EF84FF948A8}" srcOrd="0" destOrd="0" presId="urn:microsoft.com/office/officeart/2005/8/layout/hierarchy2"/>
    <dgm:cxn modelId="{237FF06B-888A-4DCC-A1AC-8D5399B2CE27}" type="presParOf" srcId="{D7A441D7-E5FD-4484-AD4B-AB9EE0733A69}" destId="{C7D7F7D1-5D53-40E1-9798-4784BB5C140A}" srcOrd="1" destOrd="0" presId="urn:microsoft.com/office/officeart/2005/8/layout/hierarchy2"/>
    <dgm:cxn modelId="{173A3187-98C5-415E-A014-3BE1A53CFEF8}" type="presParOf" srcId="{C076007F-C85A-4AEA-A2A7-47C55F16CBA5}" destId="{87B7EAED-9F88-4A3A-851A-3814BE1BFD34}" srcOrd="2" destOrd="0" presId="urn:microsoft.com/office/officeart/2005/8/layout/hierarchy2"/>
    <dgm:cxn modelId="{FBEC7CB4-E5AD-40ED-B2BF-D827E9234107}" type="presParOf" srcId="{87B7EAED-9F88-4A3A-851A-3814BE1BFD34}" destId="{F140F9DB-5F36-47E8-8ED7-4826D1C97EE0}" srcOrd="0" destOrd="0" presId="urn:microsoft.com/office/officeart/2005/8/layout/hierarchy2"/>
    <dgm:cxn modelId="{E04691D1-DF2C-4568-8382-AA179B6087F8}" type="presParOf" srcId="{C076007F-C85A-4AEA-A2A7-47C55F16CBA5}" destId="{29F55129-5288-4E4A-9BBF-B2A2A9125A22}" srcOrd="3" destOrd="0" presId="urn:microsoft.com/office/officeart/2005/8/layout/hierarchy2"/>
    <dgm:cxn modelId="{4B249498-7E40-4B21-A94A-98E0A2829A98}" type="presParOf" srcId="{29F55129-5288-4E4A-9BBF-B2A2A9125A22}" destId="{7F1D7330-592B-464A-B257-CC8BDD367325}" srcOrd="0" destOrd="0" presId="urn:microsoft.com/office/officeart/2005/8/layout/hierarchy2"/>
    <dgm:cxn modelId="{38B7B9F0-BBB6-4AAC-A1E6-C2CBB9550920}" type="presParOf" srcId="{29F55129-5288-4E4A-9BBF-B2A2A9125A22}" destId="{3432FD37-8615-4781-89E7-74F4FE8D9569}" srcOrd="1" destOrd="0" presId="urn:microsoft.com/office/officeart/2005/8/layout/hierarchy2"/>
    <dgm:cxn modelId="{3E81BCF0-F87B-4194-A589-694569E83695}" type="presParOf" srcId="{3432FD37-8615-4781-89E7-74F4FE8D9569}" destId="{AF919F0C-D3B0-4675-8A05-421AE7EA6329}" srcOrd="0" destOrd="0" presId="urn:microsoft.com/office/officeart/2005/8/layout/hierarchy2"/>
    <dgm:cxn modelId="{2404279D-8143-4B00-BB66-FD4F0C1F7351}" type="presParOf" srcId="{AF919F0C-D3B0-4675-8A05-421AE7EA6329}" destId="{8EF78C2E-BB62-46CA-8D2C-5DB336C2EB5D}" srcOrd="0" destOrd="0" presId="urn:microsoft.com/office/officeart/2005/8/layout/hierarchy2"/>
    <dgm:cxn modelId="{9934F855-9770-418A-B5D9-DD1DE6C81384}" type="presParOf" srcId="{3432FD37-8615-4781-89E7-74F4FE8D9569}" destId="{E5803FE4-B658-4D77-9C56-9327F7D02E57}" srcOrd="1" destOrd="0" presId="urn:microsoft.com/office/officeart/2005/8/layout/hierarchy2"/>
    <dgm:cxn modelId="{0785371C-04D0-46CA-8F8C-D20DBBBDA1A8}" type="presParOf" srcId="{E5803FE4-B658-4D77-9C56-9327F7D02E57}" destId="{F568B395-4AE8-41FF-955A-729C5CBC6CC0}" srcOrd="0" destOrd="0" presId="urn:microsoft.com/office/officeart/2005/8/layout/hierarchy2"/>
    <dgm:cxn modelId="{C2AC4EA0-C4EF-4B3F-B01D-8469D886097D}" type="presParOf" srcId="{E5803FE4-B658-4D77-9C56-9327F7D02E57}" destId="{7B8AE765-A9C8-424D-B90B-D1DDAD81CD5E}" srcOrd="1" destOrd="0" presId="urn:microsoft.com/office/officeart/2005/8/layout/hierarchy2"/>
    <dgm:cxn modelId="{33F39DF3-C5F4-41D1-9F1A-94CDC47E0036}" type="presParOf" srcId="{527C7936-5CD7-4473-941E-735BA5779286}" destId="{CCA14011-EFA3-4EA7-97AD-2FD54FA1DE20}" srcOrd="4" destOrd="0" presId="urn:microsoft.com/office/officeart/2005/8/layout/hierarchy2"/>
    <dgm:cxn modelId="{1B9FEA29-6AB7-4316-9C81-76C3B8C93668}" type="presParOf" srcId="{CCA14011-EFA3-4EA7-97AD-2FD54FA1DE20}" destId="{F4C90B94-2AA9-412F-8E57-8411944D1049}" srcOrd="0" destOrd="0" presId="urn:microsoft.com/office/officeart/2005/8/layout/hierarchy2"/>
    <dgm:cxn modelId="{EE056F17-1CCC-47F3-88F0-A2927A58371A}" type="presParOf" srcId="{527C7936-5CD7-4473-941E-735BA5779286}" destId="{050E7A25-6CB3-4141-BDDB-90DE3EF6C58A}" srcOrd="5" destOrd="0" presId="urn:microsoft.com/office/officeart/2005/8/layout/hierarchy2"/>
    <dgm:cxn modelId="{E15B4535-B2BC-4B5B-9C9D-A8C510CACC50}" type="presParOf" srcId="{050E7A25-6CB3-4141-BDDB-90DE3EF6C58A}" destId="{E23154D6-1286-42D1-A2F8-0687BFB08A15}" srcOrd="0" destOrd="0" presId="urn:microsoft.com/office/officeart/2005/8/layout/hierarchy2"/>
    <dgm:cxn modelId="{601EBC21-4D8B-4BE3-B13D-C0AADD8BED5A}" type="presParOf" srcId="{050E7A25-6CB3-4141-BDDB-90DE3EF6C58A}" destId="{C53A5B4B-F10B-4F4B-9CA2-DEC77E901036}" srcOrd="1" destOrd="0" presId="urn:microsoft.com/office/officeart/2005/8/layout/hierarchy2"/>
    <dgm:cxn modelId="{1ACB0C8D-EAAE-4D43-9B14-12BB25E5A71E}" type="presParOf" srcId="{C53A5B4B-F10B-4F4B-9CA2-DEC77E901036}" destId="{A88A2A4B-E057-475F-BD60-1518C88EC744}" srcOrd="0" destOrd="0" presId="urn:microsoft.com/office/officeart/2005/8/layout/hierarchy2"/>
    <dgm:cxn modelId="{C35A7C8E-9CEB-494E-B51E-E87EA88E059B}" type="presParOf" srcId="{A88A2A4B-E057-475F-BD60-1518C88EC744}" destId="{80A324EE-3118-403B-930E-D270B83599C5}" srcOrd="0" destOrd="0" presId="urn:microsoft.com/office/officeart/2005/8/layout/hierarchy2"/>
    <dgm:cxn modelId="{E53793A2-ACFB-49D1-B411-B7EC8DC7A155}" type="presParOf" srcId="{C53A5B4B-F10B-4F4B-9CA2-DEC77E901036}" destId="{7FF8EB1D-6BC6-4D5E-B434-277A9B1AED77}" srcOrd="1" destOrd="0" presId="urn:microsoft.com/office/officeart/2005/8/layout/hierarchy2"/>
    <dgm:cxn modelId="{CECA27CF-5D76-4758-A909-80036327FC3F}" type="presParOf" srcId="{7FF8EB1D-6BC6-4D5E-B434-277A9B1AED77}" destId="{DBA1A94C-9E9B-4A0B-A42D-58DFF72D7B58}" srcOrd="0" destOrd="0" presId="urn:microsoft.com/office/officeart/2005/8/layout/hierarchy2"/>
    <dgm:cxn modelId="{1CA15FE8-7EF0-4301-A56E-6A56B219B465}" type="presParOf" srcId="{7FF8EB1D-6BC6-4D5E-B434-277A9B1AED77}" destId="{37CC0C28-741E-43C7-AA28-31F95C6367BE}" srcOrd="1" destOrd="0" presId="urn:microsoft.com/office/officeart/2005/8/layout/hierarchy2"/>
    <dgm:cxn modelId="{3F644A5A-7590-4622-A7D0-992EFDFC2849}" type="presParOf" srcId="{37CC0C28-741E-43C7-AA28-31F95C6367BE}" destId="{33E9F206-D276-4A23-BA67-9AA1A10A4526}" srcOrd="0" destOrd="0" presId="urn:microsoft.com/office/officeart/2005/8/layout/hierarchy2"/>
    <dgm:cxn modelId="{37BF02BC-5189-4ACF-82C0-E4FF26F547B6}" type="presParOf" srcId="{33E9F206-D276-4A23-BA67-9AA1A10A4526}" destId="{89F703F2-8060-45BF-B8E4-9FA789BDA7DF}" srcOrd="0" destOrd="0" presId="urn:microsoft.com/office/officeart/2005/8/layout/hierarchy2"/>
    <dgm:cxn modelId="{C69487CE-C645-4571-9FFA-A32048AF9A4C}" type="presParOf" srcId="{37CC0C28-741E-43C7-AA28-31F95C6367BE}" destId="{5731DC1B-4FDA-4AA2-9C5C-BCACDD2A1FE4}" srcOrd="1" destOrd="0" presId="urn:microsoft.com/office/officeart/2005/8/layout/hierarchy2"/>
    <dgm:cxn modelId="{E6934229-ABF4-43E0-95EB-A75B75FCD375}" type="presParOf" srcId="{5731DC1B-4FDA-4AA2-9C5C-BCACDD2A1FE4}" destId="{7072FE84-83A5-4E10-9BB3-D8A0C463BD96}" srcOrd="0" destOrd="0" presId="urn:microsoft.com/office/officeart/2005/8/layout/hierarchy2"/>
    <dgm:cxn modelId="{8F230C6C-D1A6-4C1D-8403-03D1EE210107}" type="presParOf" srcId="{5731DC1B-4FDA-4AA2-9C5C-BCACDD2A1FE4}" destId="{043C4DD8-7DCA-4640-BACB-8D6B11B65E06}" srcOrd="1" destOrd="0" presId="urn:microsoft.com/office/officeart/2005/8/layout/hierarchy2"/>
    <dgm:cxn modelId="{21B8F837-6398-464D-B1F4-41023AE92C38}" type="presParOf" srcId="{C53A5B4B-F10B-4F4B-9CA2-DEC77E901036}" destId="{100AEC06-EDDE-47D7-BBCE-B98A116499A0}" srcOrd="2" destOrd="0" presId="urn:microsoft.com/office/officeart/2005/8/layout/hierarchy2"/>
    <dgm:cxn modelId="{5EA85B56-D05E-48D0-B291-17772E8903A1}" type="presParOf" srcId="{100AEC06-EDDE-47D7-BBCE-B98A116499A0}" destId="{19BC2DDA-C041-4592-9D2F-EAFBBCD4A762}" srcOrd="0" destOrd="0" presId="urn:microsoft.com/office/officeart/2005/8/layout/hierarchy2"/>
    <dgm:cxn modelId="{F0473591-4348-461C-8D60-ED726BA118D6}" type="presParOf" srcId="{C53A5B4B-F10B-4F4B-9CA2-DEC77E901036}" destId="{4FA69742-1C7F-4BA9-910D-142A9A8DC817}" srcOrd="3" destOrd="0" presId="urn:microsoft.com/office/officeart/2005/8/layout/hierarchy2"/>
    <dgm:cxn modelId="{23177D88-34DD-400D-9466-EFB37586DB83}" type="presParOf" srcId="{4FA69742-1C7F-4BA9-910D-142A9A8DC817}" destId="{0759E216-B6CB-4A04-806A-BB17CDA8F6BB}" srcOrd="0" destOrd="0" presId="urn:microsoft.com/office/officeart/2005/8/layout/hierarchy2"/>
    <dgm:cxn modelId="{916C4E22-08DE-44FA-87C0-14D0E0D0D6BD}" type="presParOf" srcId="{4FA69742-1C7F-4BA9-910D-142A9A8DC817}" destId="{2AA6AD56-D15D-4B83-A122-31FA75E70977}" srcOrd="1" destOrd="0" presId="urn:microsoft.com/office/officeart/2005/8/layout/hierarchy2"/>
    <dgm:cxn modelId="{A246A24E-E9A6-44F8-88E9-5F2543141108}" type="presParOf" srcId="{2AA6AD56-D15D-4B83-A122-31FA75E70977}" destId="{3DFF0752-00CB-41A4-BE70-33E0B40A0077}" srcOrd="0" destOrd="0" presId="urn:microsoft.com/office/officeart/2005/8/layout/hierarchy2"/>
    <dgm:cxn modelId="{311ABF31-6823-46E6-A705-683C19F7450C}" type="presParOf" srcId="{3DFF0752-00CB-41A4-BE70-33E0B40A0077}" destId="{070A88D9-DB91-40A8-9101-5D53991D160E}" srcOrd="0" destOrd="0" presId="urn:microsoft.com/office/officeart/2005/8/layout/hierarchy2"/>
    <dgm:cxn modelId="{D4E5C78D-7F1D-41E6-979F-27D22942F63C}" type="presParOf" srcId="{2AA6AD56-D15D-4B83-A122-31FA75E70977}" destId="{D5D8DA58-E9FF-4833-B8AF-39264CDDE52A}" srcOrd="1" destOrd="0" presId="urn:microsoft.com/office/officeart/2005/8/layout/hierarchy2"/>
    <dgm:cxn modelId="{3A84217F-49A1-4A1A-AA00-E356A7572612}" type="presParOf" srcId="{D5D8DA58-E9FF-4833-B8AF-39264CDDE52A}" destId="{DBA7DFE3-C36B-42BF-81E3-D686025FB760}" srcOrd="0" destOrd="0" presId="urn:microsoft.com/office/officeart/2005/8/layout/hierarchy2"/>
    <dgm:cxn modelId="{762474FB-CE07-4280-8653-1538069E7194}" type="presParOf" srcId="{D5D8DA58-E9FF-4833-B8AF-39264CDDE52A}" destId="{FA876DDB-46D3-4020-8BEA-640C4CA3655B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00D229A-19A0-433C-A6C6-72B1E95EA3A7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C74915A-8638-408F-AF12-34C5BD84E326}">
      <dgm:prSet phldrT="[Texte]"/>
      <dgm:spPr>
        <a:solidFill>
          <a:schemeClr val="tx1"/>
        </a:solidFill>
      </dgm:spPr>
      <dgm:t>
        <a:bodyPr/>
        <a:lstStyle/>
        <a:p>
          <a:r>
            <a:rPr lang="en-US" dirty="0"/>
            <a:t>Compete</a:t>
          </a:r>
        </a:p>
      </dgm:t>
    </dgm:pt>
    <dgm:pt modelId="{4D30B0F8-992E-4213-BCF8-71A32C146541}" type="parTrans" cxnId="{1862B903-8844-4263-8004-B8EE735C6A66}">
      <dgm:prSet/>
      <dgm:spPr/>
      <dgm:t>
        <a:bodyPr/>
        <a:lstStyle/>
        <a:p>
          <a:endParaRPr lang="en-US"/>
        </a:p>
      </dgm:t>
    </dgm:pt>
    <dgm:pt modelId="{E0CD23B3-0E1C-48A8-A4E5-19CA824E17DA}" type="sibTrans" cxnId="{1862B903-8844-4263-8004-B8EE735C6A66}">
      <dgm:prSet/>
      <dgm:spPr/>
      <dgm:t>
        <a:bodyPr/>
        <a:lstStyle/>
        <a:p>
          <a:endParaRPr lang="en-US"/>
        </a:p>
      </dgm:t>
    </dgm:pt>
    <dgm:pt modelId="{8493C182-2520-438D-BE72-764BCA5FF4AE}">
      <dgm:prSet phldrT="[Texte]"/>
      <dgm:spPr>
        <a:solidFill>
          <a:schemeClr val="tx1"/>
        </a:solidFill>
      </dgm:spPr>
      <dgm:t>
        <a:bodyPr/>
        <a:lstStyle/>
        <a:p>
          <a:r>
            <a:rPr lang="en-US" dirty="0"/>
            <a:t>The best way wins or dominates</a:t>
          </a:r>
        </a:p>
      </dgm:t>
    </dgm:pt>
    <dgm:pt modelId="{1FB112A8-5112-493E-828F-B800085E17EE}" type="parTrans" cxnId="{1ADFB680-1104-464F-A07E-95F1D2C360BA}">
      <dgm:prSet/>
      <dgm:spPr/>
      <dgm:t>
        <a:bodyPr/>
        <a:lstStyle/>
        <a:p>
          <a:endParaRPr lang="en-US"/>
        </a:p>
      </dgm:t>
    </dgm:pt>
    <dgm:pt modelId="{44B26CDE-3A9B-4222-9A8A-30385CB4EC57}" type="sibTrans" cxnId="{1ADFB680-1104-464F-A07E-95F1D2C360BA}">
      <dgm:prSet/>
      <dgm:spPr/>
      <dgm:t>
        <a:bodyPr/>
        <a:lstStyle/>
        <a:p>
          <a:endParaRPr lang="en-US"/>
        </a:p>
      </dgm:t>
    </dgm:pt>
    <dgm:pt modelId="{2A7931A8-D178-4453-9E69-0ED76931D554}">
      <dgm:prSet phldrT="[Texte]"/>
      <dgm:spPr/>
      <dgm:t>
        <a:bodyPr/>
        <a:lstStyle/>
        <a:p>
          <a:r>
            <a:rPr lang="en-US" dirty="0"/>
            <a:t>Integrate</a:t>
          </a:r>
        </a:p>
      </dgm:t>
    </dgm:pt>
    <dgm:pt modelId="{B833E9EF-C990-4654-A909-7131C3EEA37F}" type="parTrans" cxnId="{9A0867FE-8576-44D3-84AC-D0116EDAF954}">
      <dgm:prSet/>
      <dgm:spPr/>
      <dgm:t>
        <a:bodyPr/>
        <a:lstStyle/>
        <a:p>
          <a:endParaRPr lang="en-US"/>
        </a:p>
      </dgm:t>
    </dgm:pt>
    <dgm:pt modelId="{669408E8-A2E0-4682-A0D0-6D8D3F84BA3D}" type="sibTrans" cxnId="{9A0867FE-8576-44D3-84AC-D0116EDAF954}">
      <dgm:prSet/>
      <dgm:spPr/>
      <dgm:t>
        <a:bodyPr/>
        <a:lstStyle/>
        <a:p>
          <a:endParaRPr lang="en-US"/>
        </a:p>
      </dgm:t>
    </dgm:pt>
    <dgm:pt modelId="{92339BD1-AB1B-49C1-8C74-0C1FECA4B413}">
      <dgm:prSet phldrT="[Texte]"/>
      <dgm:spPr/>
      <dgm:t>
        <a:bodyPr/>
        <a:lstStyle/>
        <a:p>
          <a:r>
            <a:rPr lang="en-US" dirty="0"/>
            <a:t>Synergy</a:t>
          </a:r>
        </a:p>
      </dgm:t>
    </dgm:pt>
    <dgm:pt modelId="{B68476FA-7658-469C-9F7B-D39B0EFA4847}" type="parTrans" cxnId="{BF75B9EB-5631-4C68-8F86-4C93D3EFB13B}">
      <dgm:prSet/>
      <dgm:spPr/>
      <dgm:t>
        <a:bodyPr/>
        <a:lstStyle/>
        <a:p>
          <a:endParaRPr lang="en-US"/>
        </a:p>
      </dgm:t>
    </dgm:pt>
    <dgm:pt modelId="{5B755510-9C2D-462D-9DC3-BAAF744C5771}" type="sibTrans" cxnId="{BF75B9EB-5631-4C68-8F86-4C93D3EFB13B}">
      <dgm:prSet/>
      <dgm:spPr/>
      <dgm:t>
        <a:bodyPr/>
        <a:lstStyle/>
        <a:p>
          <a:endParaRPr lang="en-US"/>
        </a:p>
      </dgm:t>
    </dgm:pt>
    <dgm:pt modelId="{DCF9BA05-DC0F-4D0A-A6AB-E299A13C7337}">
      <dgm:prSet phldrT="[Texte]"/>
      <dgm:spPr>
        <a:solidFill>
          <a:srgbClr val="EC7B2B"/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Differentiate</a:t>
          </a:r>
        </a:p>
      </dgm:t>
    </dgm:pt>
    <dgm:pt modelId="{680E9281-1BAA-47BA-8188-0A479C1F719F}" type="parTrans" cxnId="{EF3D553E-CFF7-48FB-946A-517FD4D25920}">
      <dgm:prSet/>
      <dgm:spPr/>
      <dgm:t>
        <a:bodyPr/>
        <a:lstStyle/>
        <a:p>
          <a:endParaRPr lang="en-US"/>
        </a:p>
      </dgm:t>
    </dgm:pt>
    <dgm:pt modelId="{A28A60F1-557D-4854-949F-49C8D6BEBE29}" type="sibTrans" cxnId="{EF3D553E-CFF7-48FB-946A-517FD4D25920}">
      <dgm:prSet/>
      <dgm:spPr/>
      <dgm:t>
        <a:bodyPr/>
        <a:lstStyle/>
        <a:p>
          <a:endParaRPr lang="en-US"/>
        </a:p>
      </dgm:t>
    </dgm:pt>
    <dgm:pt modelId="{1791073C-7326-4754-9166-F64EF026F387}">
      <dgm:prSet phldrT="[Texte]"/>
      <dgm:spPr>
        <a:solidFill>
          <a:srgbClr val="EC7B2B"/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A &amp; B end up providing different values to different segments</a:t>
          </a:r>
        </a:p>
      </dgm:t>
    </dgm:pt>
    <dgm:pt modelId="{D0DC83D4-F37F-49B7-B7E8-3C460A80E041}" type="parTrans" cxnId="{FA14E994-B64E-4847-B100-6803B1508512}">
      <dgm:prSet/>
      <dgm:spPr/>
      <dgm:t>
        <a:bodyPr/>
        <a:lstStyle/>
        <a:p>
          <a:endParaRPr lang="en-US"/>
        </a:p>
      </dgm:t>
    </dgm:pt>
    <dgm:pt modelId="{2896815A-3E77-47EB-81E9-C0E691348858}" type="sibTrans" cxnId="{FA14E994-B64E-4847-B100-6803B1508512}">
      <dgm:prSet/>
      <dgm:spPr/>
      <dgm:t>
        <a:bodyPr/>
        <a:lstStyle/>
        <a:p>
          <a:endParaRPr lang="en-US"/>
        </a:p>
      </dgm:t>
    </dgm:pt>
    <dgm:pt modelId="{465DAE4E-9FBE-4CDB-B2C0-7C5A6B5927FC}">
      <dgm:prSet phldrT="[Texte]"/>
      <dgm:spPr>
        <a:solidFill>
          <a:srgbClr val="EC7B2B"/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Market specialization</a:t>
          </a:r>
        </a:p>
      </dgm:t>
    </dgm:pt>
    <dgm:pt modelId="{11FFDD26-19D9-4197-A2F7-6FB69D36D9A9}" type="parTrans" cxnId="{4BAA5342-2C93-41EB-A01B-3E578B1E89E5}">
      <dgm:prSet/>
      <dgm:spPr/>
      <dgm:t>
        <a:bodyPr/>
        <a:lstStyle/>
        <a:p>
          <a:endParaRPr lang="en-US"/>
        </a:p>
      </dgm:t>
    </dgm:pt>
    <dgm:pt modelId="{87A08ED3-D919-418F-BA63-B924B3780267}" type="sibTrans" cxnId="{4BAA5342-2C93-41EB-A01B-3E578B1E89E5}">
      <dgm:prSet/>
      <dgm:spPr/>
      <dgm:t>
        <a:bodyPr/>
        <a:lstStyle/>
        <a:p>
          <a:endParaRPr lang="en-US"/>
        </a:p>
      </dgm:t>
    </dgm:pt>
    <dgm:pt modelId="{4312D84B-AC9C-46C9-9D2D-22D476F32168}">
      <dgm:prSet phldrT="[Texte]"/>
      <dgm:spPr>
        <a:solidFill>
          <a:schemeClr val="tx1"/>
        </a:solidFill>
      </dgm:spPr>
      <dgm:t>
        <a:bodyPr/>
        <a:lstStyle/>
        <a:p>
          <a:r>
            <a:rPr lang="en-US" dirty="0"/>
            <a:t>A &amp; B have different ways to provide the value</a:t>
          </a:r>
        </a:p>
      </dgm:t>
    </dgm:pt>
    <dgm:pt modelId="{6A0345A6-3438-41FE-8371-8EFA993CF6BC}" type="parTrans" cxnId="{9B625706-639C-452C-BD06-C7D6D733F6AB}">
      <dgm:prSet/>
      <dgm:spPr/>
      <dgm:t>
        <a:bodyPr/>
        <a:lstStyle/>
        <a:p>
          <a:endParaRPr lang="en-US"/>
        </a:p>
      </dgm:t>
    </dgm:pt>
    <dgm:pt modelId="{6C144A02-5546-486E-AFE8-B75DA707EF46}" type="sibTrans" cxnId="{9B625706-639C-452C-BD06-C7D6D733F6AB}">
      <dgm:prSet/>
      <dgm:spPr/>
      <dgm:t>
        <a:bodyPr/>
        <a:lstStyle/>
        <a:p>
          <a:endParaRPr lang="en-US"/>
        </a:p>
      </dgm:t>
    </dgm:pt>
    <dgm:pt modelId="{35C328DD-3A99-4823-802D-EE83F4E75910}">
      <dgm:prSet phldrT="[Texte]"/>
      <dgm:spPr/>
      <dgm:t>
        <a:bodyPr/>
        <a:lstStyle/>
        <a:p>
          <a:r>
            <a:rPr lang="en-US" dirty="0"/>
            <a:t>A &amp; B merge their powers </a:t>
          </a:r>
        </a:p>
      </dgm:t>
    </dgm:pt>
    <dgm:pt modelId="{F899B7F7-BEDE-4986-9E71-A32596EA0B27}" type="parTrans" cxnId="{7366B87C-7DF8-41F1-85E4-F7001A9C07AC}">
      <dgm:prSet/>
      <dgm:spPr/>
      <dgm:t>
        <a:bodyPr/>
        <a:lstStyle/>
        <a:p>
          <a:endParaRPr lang="en-US"/>
        </a:p>
      </dgm:t>
    </dgm:pt>
    <dgm:pt modelId="{954CF4E7-CC0F-43B4-907A-F9CEB1E3A868}" type="sibTrans" cxnId="{7366B87C-7DF8-41F1-85E4-F7001A9C07AC}">
      <dgm:prSet/>
      <dgm:spPr/>
      <dgm:t>
        <a:bodyPr/>
        <a:lstStyle/>
        <a:p>
          <a:endParaRPr lang="en-US"/>
        </a:p>
      </dgm:t>
    </dgm:pt>
    <dgm:pt modelId="{79FD669E-EAC1-4025-9AD2-929C55644B73}">
      <dgm:prSet phldrT="[Texte]"/>
      <dgm:spPr/>
      <dgm:t>
        <a:bodyPr/>
        <a:lstStyle/>
        <a:p>
          <a:r>
            <a:rPr lang="en-US" dirty="0"/>
            <a:t>When 2 communities provide the same value (for a given activity)</a:t>
          </a:r>
        </a:p>
      </dgm:t>
    </dgm:pt>
    <dgm:pt modelId="{EBB23182-2EC9-49B2-814D-FA5231D4C237}" type="parTrans" cxnId="{95CFA4BC-BCE7-481A-BE5B-D790223268CB}">
      <dgm:prSet/>
      <dgm:spPr/>
      <dgm:t>
        <a:bodyPr/>
        <a:lstStyle/>
        <a:p>
          <a:endParaRPr lang="en-US"/>
        </a:p>
      </dgm:t>
    </dgm:pt>
    <dgm:pt modelId="{345D2A0A-C546-49C0-91E8-F6A53714D048}" type="sibTrans" cxnId="{95CFA4BC-BCE7-481A-BE5B-D790223268CB}">
      <dgm:prSet/>
      <dgm:spPr/>
      <dgm:t>
        <a:bodyPr/>
        <a:lstStyle/>
        <a:p>
          <a:endParaRPr lang="en-US"/>
        </a:p>
      </dgm:t>
    </dgm:pt>
    <dgm:pt modelId="{0192008B-16D9-45D1-8854-0581E5139FD7}">
      <dgm:prSet phldrT="[Texte]"/>
      <dgm:spPr/>
      <dgm:t>
        <a:bodyPr/>
        <a:lstStyle/>
        <a:p>
          <a:r>
            <a:rPr lang="en-US" dirty="0"/>
            <a:t>Content Curation, Common events, Common structures &amp; processes</a:t>
          </a:r>
        </a:p>
      </dgm:t>
    </dgm:pt>
    <dgm:pt modelId="{9C1BD299-4FF5-4269-91EB-E5F29AFC2678}" type="parTrans" cxnId="{B40A5765-E068-4B5E-A14F-EDEE91596FC1}">
      <dgm:prSet/>
      <dgm:spPr/>
      <dgm:t>
        <a:bodyPr/>
        <a:lstStyle/>
        <a:p>
          <a:endParaRPr lang="en-US"/>
        </a:p>
      </dgm:t>
    </dgm:pt>
    <dgm:pt modelId="{6B308F07-201F-426C-A390-159A53956FF3}" type="sibTrans" cxnId="{B40A5765-E068-4B5E-A14F-EDEE91596FC1}">
      <dgm:prSet/>
      <dgm:spPr/>
      <dgm:t>
        <a:bodyPr/>
        <a:lstStyle/>
        <a:p>
          <a:endParaRPr lang="en-US"/>
        </a:p>
      </dgm:t>
    </dgm:pt>
    <dgm:pt modelId="{15630165-C41B-457D-8BB3-163364EC3CB9}">
      <dgm:prSet phldrT="[Texte]"/>
      <dgm:spPr/>
      <dgm:t>
        <a:bodyPr/>
        <a:lstStyle/>
        <a:p>
          <a:r>
            <a:rPr lang="en-US" dirty="0"/>
            <a:t>Common governance to define</a:t>
          </a:r>
        </a:p>
      </dgm:t>
    </dgm:pt>
    <dgm:pt modelId="{D925ACE0-C79D-4FA6-A350-D27E66E02E57}" type="parTrans" cxnId="{75389648-2A80-4A17-8632-3917542F8349}">
      <dgm:prSet/>
      <dgm:spPr/>
      <dgm:t>
        <a:bodyPr/>
        <a:lstStyle/>
        <a:p>
          <a:endParaRPr lang="en-US"/>
        </a:p>
      </dgm:t>
    </dgm:pt>
    <dgm:pt modelId="{D38954D9-6AA9-4D81-9FD9-2B0A79A4A7A8}" type="sibTrans" cxnId="{75389648-2A80-4A17-8632-3917542F8349}">
      <dgm:prSet/>
      <dgm:spPr/>
      <dgm:t>
        <a:bodyPr/>
        <a:lstStyle/>
        <a:p>
          <a:endParaRPr lang="en-US"/>
        </a:p>
      </dgm:t>
    </dgm:pt>
    <dgm:pt modelId="{99D93983-FFF0-41D8-81DA-16AB75271B41}">
      <dgm:prSet phldrT="[Texte]"/>
      <dgm:spPr>
        <a:solidFill>
          <a:srgbClr val="EC7B2B"/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Co-Define the borders and Co-define the segments. Redirect.</a:t>
          </a:r>
        </a:p>
      </dgm:t>
    </dgm:pt>
    <dgm:pt modelId="{EEEA6F77-3D7F-4C15-8C47-B76817FF0C79}" type="parTrans" cxnId="{8FFB4085-A74C-42E3-85B4-D256834FA05C}">
      <dgm:prSet/>
      <dgm:spPr/>
      <dgm:t>
        <a:bodyPr/>
        <a:lstStyle/>
        <a:p>
          <a:endParaRPr lang="en-US"/>
        </a:p>
      </dgm:t>
    </dgm:pt>
    <dgm:pt modelId="{54875C49-6237-48B7-9133-0F99D503DA71}" type="sibTrans" cxnId="{8FFB4085-A74C-42E3-85B4-D256834FA05C}">
      <dgm:prSet/>
      <dgm:spPr/>
      <dgm:t>
        <a:bodyPr/>
        <a:lstStyle/>
        <a:p>
          <a:endParaRPr lang="en-US"/>
        </a:p>
      </dgm:t>
    </dgm:pt>
    <dgm:pt modelId="{EEFC3FA3-CF55-49EC-B002-68FD41B19E85}">
      <dgm:prSet phldrT="[Texte]"/>
      <dgm:spPr>
        <a:solidFill>
          <a:srgbClr val="EC7B2B"/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Agree on value segments</a:t>
          </a:r>
        </a:p>
      </dgm:t>
    </dgm:pt>
    <dgm:pt modelId="{DDC42E38-8442-426D-8A56-FCE4BDB0A8E9}" type="parTrans" cxnId="{D4E232CB-C73E-4404-8D6E-5FCAEADB5934}">
      <dgm:prSet/>
      <dgm:spPr/>
      <dgm:t>
        <a:bodyPr/>
        <a:lstStyle/>
        <a:p>
          <a:endParaRPr lang="en-US"/>
        </a:p>
      </dgm:t>
    </dgm:pt>
    <dgm:pt modelId="{AABC117D-0B20-4C74-BEC7-55F44FC387DB}" type="sibTrans" cxnId="{D4E232CB-C73E-4404-8D6E-5FCAEADB5934}">
      <dgm:prSet/>
      <dgm:spPr/>
      <dgm:t>
        <a:bodyPr/>
        <a:lstStyle/>
        <a:p>
          <a:endParaRPr lang="en-US"/>
        </a:p>
      </dgm:t>
    </dgm:pt>
    <dgm:pt modelId="{45B1E2D3-DC41-49A4-86AB-CE83AEAB44AF}" type="pres">
      <dgm:prSet presAssocID="{800D229A-19A0-433C-A6C6-72B1E95EA3A7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EBB26AF0-076C-49B3-9B15-F5D3402B3683}" type="pres">
      <dgm:prSet presAssocID="{79FD669E-EAC1-4025-9AD2-929C55644B73}" presName="root1" presStyleCnt="0"/>
      <dgm:spPr/>
    </dgm:pt>
    <dgm:pt modelId="{5A9FF5F8-D918-4C5B-8F8D-6AA97118B5B3}" type="pres">
      <dgm:prSet presAssocID="{79FD669E-EAC1-4025-9AD2-929C55644B73}" presName="LevelOneTextNode" presStyleLbl="node0" presStyleIdx="0" presStyleCnt="1">
        <dgm:presLayoutVars>
          <dgm:chPref val="3"/>
        </dgm:presLayoutVars>
      </dgm:prSet>
      <dgm:spPr/>
    </dgm:pt>
    <dgm:pt modelId="{527C7936-5CD7-4473-941E-735BA5779286}" type="pres">
      <dgm:prSet presAssocID="{79FD669E-EAC1-4025-9AD2-929C55644B73}" presName="level2hierChild" presStyleCnt="0"/>
      <dgm:spPr/>
    </dgm:pt>
    <dgm:pt modelId="{D20800DF-786F-4F46-BC8E-7C08B0011206}" type="pres">
      <dgm:prSet presAssocID="{4D30B0F8-992E-4213-BCF8-71A32C146541}" presName="conn2-1" presStyleLbl="parChTrans1D2" presStyleIdx="0" presStyleCnt="3"/>
      <dgm:spPr/>
    </dgm:pt>
    <dgm:pt modelId="{94F801FA-C5A2-4E0B-8E38-C8D9140202CF}" type="pres">
      <dgm:prSet presAssocID="{4D30B0F8-992E-4213-BCF8-71A32C146541}" presName="connTx" presStyleLbl="parChTrans1D2" presStyleIdx="0" presStyleCnt="3"/>
      <dgm:spPr/>
    </dgm:pt>
    <dgm:pt modelId="{5B96A166-B3C9-4D65-B782-51476E50FAD9}" type="pres">
      <dgm:prSet presAssocID="{FC74915A-8638-408F-AF12-34C5BD84E326}" presName="root2" presStyleCnt="0"/>
      <dgm:spPr/>
    </dgm:pt>
    <dgm:pt modelId="{337B761F-BAA9-446C-A8E3-99D1120EE415}" type="pres">
      <dgm:prSet presAssocID="{FC74915A-8638-408F-AF12-34C5BD84E326}" presName="LevelTwoTextNode" presStyleLbl="node2" presStyleIdx="0" presStyleCnt="3">
        <dgm:presLayoutVars>
          <dgm:chPref val="3"/>
        </dgm:presLayoutVars>
      </dgm:prSet>
      <dgm:spPr/>
    </dgm:pt>
    <dgm:pt modelId="{A22D8E5D-C12C-457C-8083-D79AD682A8FC}" type="pres">
      <dgm:prSet presAssocID="{FC74915A-8638-408F-AF12-34C5BD84E326}" presName="level3hierChild" presStyleCnt="0"/>
      <dgm:spPr/>
    </dgm:pt>
    <dgm:pt modelId="{64ED4F26-6F6D-4A7A-BB9C-168A4173F247}" type="pres">
      <dgm:prSet presAssocID="{6A0345A6-3438-41FE-8371-8EFA993CF6BC}" presName="conn2-1" presStyleLbl="parChTrans1D3" presStyleIdx="0" presStyleCnt="6"/>
      <dgm:spPr/>
    </dgm:pt>
    <dgm:pt modelId="{77DCE99B-C449-410F-9235-83A71CB4E136}" type="pres">
      <dgm:prSet presAssocID="{6A0345A6-3438-41FE-8371-8EFA993CF6BC}" presName="connTx" presStyleLbl="parChTrans1D3" presStyleIdx="0" presStyleCnt="6"/>
      <dgm:spPr/>
    </dgm:pt>
    <dgm:pt modelId="{6EE3EA7E-5B63-4258-B99A-036FCB8ECA99}" type="pres">
      <dgm:prSet presAssocID="{4312D84B-AC9C-46C9-9D2D-22D476F32168}" presName="root2" presStyleCnt="0"/>
      <dgm:spPr/>
    </dgm:pt>
    <dgm:pt modelId="{713C6B1F-5D5E-4D8A-B185-2B84207921A9}" type="pres">
      <dgm:prSet presAssocID="{4312D84B-AC9C-46C9-9D2D-22D476F32168}" presName="LevelTwoTextNode" presStyleLbl="node3" presStyleIdx="0" presStyleCnt="6">
        <dgm:presLayoutVars>
          <dgm:chPref val="3"/>
        </dgm:presLayoutVars>
      </dgm:prSet>
      <dgm:spPr/>
    </dgm:pt>
    <dgm:pt modelId="{0FC25E09-2D2C-42B1-AFC5-EE2EDA3EC4DB}" type="pres">
      <dgm:prSet presAssocID="{4312D84B-AC9C-46C9-9D2D-22D476F32168}" presName="level3hierChild" presStyleCnt="0"/>
      <dgm:spPr/>
    </dgm:pt>
    <dgm:pt modelId="{3C78C75D-17CC-4FDF-8F37-5F0B527EFE85}" type="pres">
      <dgm:prSet presAssocID="{1FB112A8-5112-493E-828F-B800085E17EE}" presName="conn2-1" presStyleLbl="parChTrans1D3" presStyleIdx="1" presStyleCnt="6"/>
      <dgm:spPr/>
    </dgm:pt>
    <dgm:pt modelId="{FA4A68EB-B181-40A3-A138-DA0EA6689D19}" type="pres">
      <dgm:prSet presAssocID="{1FB112A8-5112-493E-828F-B800085E17EE}" presName="connTx" presStyleLbl="parChTrans1D3" presStyleIdx="1" presStyleCnt="6"/>
      <dgm:spPr/>
    </dgm:pt>
    <dgm:pt modelId="{5CD5D021-47DC-40DC-840B-4CF6859B3619}" type="pres">
      <dgm:prSet presAssocID="{8493C182-2520-438D-BE72-764BCA5FF4AE}" presName="root2" presStyleCnt="0"/>
      <dgm:spPr/>
    </dgm:pt>
    <dgm:pt modelId="{47772240-F486-4145-836D-AB0E8AD0B855}" type="pres">
      <dgm:prSet presAssocID="{8493C182-2520-438D-BE72-764BCA5FF4AE}" presName="LevelTwoTextNode" presStyleLbl="node3" presStyleIdx="1" presStyleCnt="6">
        <dgm:presLayoutVars>
          <dgm:chPref val="3"/>
        </dgm:presLayoutVars>
      </dgm:prSet>
      <dgm:spPr/>
    </dgm:pt>
    <dgm:pt modelId="{4707EDAD-C36A-4191-9D08-049FA539A2AA}" type="pres">
      <dgm:prSet presAssocID="{8493C182-2520-438D-BE72-764BCA5FF4AE}" presName="level3hierChild" presStyleCnt="0"/>
      <dgm:spPr/>
    </dgm:pt>
    <dgm:pt modelId="{15BBA178-4DA1-4DFF-9F1B-41EA3B61A245}" type="pres">
      <dgm:prSet presAssocID="{B833E9EF-C990-4654-A909-7131C3EEA37F}" presName="conn2-1" presStyleLbl="parChTrans1D2" presStyleIdx="1" presStyleCnt="3"/>
      <dgm:spPr/>
    </dgm:pt>
    <dgm:pt modelId="{047509D2-5553-4EAA-B72E-D6FFC04C6B66}" type="pres">
      <dgm:prSet presAssocID="{B833E9EF-C990-4654-A909-7131C3EEA37F}" presName="connTx" presStyleLbl="parChTrans1D2" presStyleIdx="1" presStyleCnt="3"/>
      <dgm:spPr/>
    </dgm:pt>
    <dgm:pt modelId="{4F1CF974-A802-4121-A7A3-EAFF84EE5785}" type="pres">
      <dgm:prSet presAssocID="{2A7931A8-D178-4453-9E69-0ED76931D554}" presName="root2" presStyleCnt="0"/>
      <dgm:spPr/>
    </dgm:pt>
    <dgm:pt modelId="{4F1D22CF-CA04-4D7B-88B3-9E053BFBD9AF}" type="pres">
      <dgm:prSet presAssocID="{2A7931A8-D178-4453-9E69-0ED76931D554}" presName="LevelTwoTextNode" presStyleLbl="node2" presStyleIdx="1" presStyleCnt="3">
        <dgm:presLayoutVars>
          <dgm:chPref val="3"/>
        </dgm:presLayoutVars>
      </dgm:prSet>
      <dgm:spPr/>
    </dgm:pt>
    <dgm:pt modelId="{C076007F-C85A-4AEA-A2A7-47C55F16CBA5}" type="pres">
      <dgm:prSet presAssocID="{2A7931A8-D178-4453-9E69-0ED76931D554}" presName="level3hierChild" presStyleCnt="0"/>
      <dgm:spPr/>
    </dgm:pt>
    <dgm:pt modelId="{D1A4060D-AED0-4635-B767-3CE0398E0F23}" type="pres">
      <dgm:prSet presAssocID="{F899B7F7-BEDE-4986-9E71-A32596EA0B27}" presName="conn2-1" presStyleLbl="parChTrans1D3" presStyleIdx="2" presStyleCnt="6"/>
      <dgm:spPr/>
    </dgm:pt>
    <dgm:pt modelId="{7B7EA043-1D16-4355-9515-D8D7209DEE24}" type="pres">
      <dgm:prSet presAssocID="{F899B7F7-BEDE-4986-9E71-A32596EA0B27}" presName="connTx" presStyleLbl="parChTrans1D3" presStyleIdx="2" presStyleCnt="6"/>
      <dgm:spPr/>
    </dgm:pt>
    <dgm:pt modelId="{99F93951-C676-4FBB-940D-3988D5F8FB00}" type="pres">
      <dgm:prSet presAssocID="{35C328DD-3A99-4823-802D-EE83F4E75910}" presName="root2" presStyleCnt="0"/>
      <dgm:spPr/>
    </dgm:pt>
    <dgm:pt modelId="{0DCB2157-AB66-4EC7-AC92-DE3882A0E5ED}" type="pres">
      <dgm:prSet presAssocID="{35C328DD-3A99-4823-802D-EE83F4E75910}" presName="LevelTwoTextNode" presStyleLbl="node3" presStyleIdx="2" presStyleCnt="6">
        <dgm:presLayoutVars>
          <dgm:chPref val="3"/>
        </dgm:presLayoutVars>
      </dgm:prSet>
      <dgm:spPr/>
    </dgm:pt>
    <dgm:pt modelId="{F8D7FB58-7C7E-4D7B-83DE-30C2B7874A4B}" type="pres">
      <dgm:prSet presAssocID="{35C328DD-3A99-4823-802D-EE83F4E75910}" presName="level3hierChild" presStyleCnt="0"/>
      <dgm:spPr/>
    </dgm:pt>
    <dgm:pt modelId="{427630FF-46CE-4847-91B5-DBBB27B74F1C}" type="pres">
      <dgm:prSet presAssocID="{9C1BD299-4FF5-4269-91EB-E5F29AFC2678}" presName="conn2-1" presStyleLbl="parChTrans1D4" presStyleIdx="0" presStyleCnt="4"/>
      <dgm:spPr/>
    </dgm:pt>
    <dgm:pt modelId="{9E6F2BD9-A132-4210-9D9F-4B85B4AC4AB4}" type="pres">
      <dgm:prSet presAssocID="{9C1BD299-4FF5-4269-91EB-E5F29AFC2678}" presName="connTx" presStyleLbl="parChTrans1D4" presStyleIdx="0" presStyleCnt="4"/>
      <dgm:spPr/>
    </dgm:pt>
    <dgm:pt modelId="{D7A441D7-E5FD-4484-AD4B-AB9EE0733A69}" type="pres">
      <dgm:prSet presAssocID="{0192008B-16D9-45D1-8854-0581E5139FD7}" presName="root2" presStyleCnt="0"/>
      <dgm:spPr/>
    </dgm:pt>
    <dgm:pt modelId="{7B978CEB-ECE0-4404-9A96-4EF84FF948A8}" type="pres">
      <dgm:prSet presAssocID="{0192008B-16D9-45D1-8854-0581E5139FD7}" presName="LevelTwoTextNode" presStyleLbl="node4" presStyleIdx="0" presStyleCnt="4">
        <dgm:presLayoutVars>
          <dgm:chPref val="3"/>
        </dgm:presLayoutVars>
      </dgm:prSet>
      <dgm:spPr/>
    </dgm:pt>
    <dgm:pt modelId="{C7D7F7D1-5D53-40E1-9798-4784BB5C140A}" type="pres">
      <dgm:prSet presAssocID="{0192008B-16D9-45D1-8854-0581E5139FD7}" presName="level3hierChild" presStyleCnt="0"/>
      <dgm:spPr/>
    </dgm:pt>
    <dgm:pt modelId="{87B7EAED-9F88-4A3A-851A-3814BE1BFD34}" type="pres">
      <dgm:prSet presAssocID="{B68476FA-7658-469C-9F7B-D39B0EFA4847}" presName="conn2-1" presStyleLbl="parChTrans1D3" presStyleIdx="3" presStyleCnt="6"/>
      <dgm:spPr/>
    </dgm:pt>
    <dgm:pt modelId="{F140F9DB-5F36-47E8-8ED7-4826D1C97EE0}" type="pres">
      <dgm:prSet presAssocID="{B68476FA-7658-469C-9F7B-D39B0EFA4847}" presName="connTx" presStyleLbl="parChTrans1D3" presStyleIdx="3" presStyleCnt="6"/>
      <dgm:spPr/>
    </dgm:pt>
    <dgm:pt modelId="{29F55129-5288-4E4A-9BBF-B2A2A9125A22}" type="pres">
      <dgm:prSet presAssocID="{92339BD1-AB1B-49C1-8C74-0C1FECA4B413}" presName="root2" presStyleCnt="0"/>
      <dgm:spPr/>
    </dgm:pt>
    <dgm:pt modelId="{7F1D7330-592B-464A-B257-CC8BDD367325}" type="pres">
      <dgm:prSet presAssocID="{92339BD1-AB1B-49C1-8C74-0C1FECA4B413}" presName="LevelTwoTextNode" presStyleLbl="node3" presStyleIdx="3" presStyleCnt="6">
        <dgm:presLayoutVars>
          <dgm:chPref val="3"/>
        </dgm:presLayoutVars>
      </dgm:prSet>
      <dgm:spPr/>
    </dgm:pt>
    <dgm:pt modelId="{3432FD37-8615-4781-89E7-74F4FE8D9569}" type="pres">
      <dgm:prSet presAssocID="{92339BD1-AB1B-49C1-8C74-0C1FECA4B413}" presName="level3hierChild" presStyleCnt="0"/>
      <dgm:spPr/>
    </dgm:pt>
    <dgm:pt modelId="{AF919F0C-D3B0-4675-8A05-421AE7EA6329}" type="pres">
      <dgm:prSet presAssocID="{D925ACE0-C79D-4FA6-A350-D27E66E02E57}" presName="conn2-1" presStyleLbl="parChTrans1D4" presStyleIdx="1" presStyleCnt="4"/>
      <dgm:spPr/>
    </dgm:pt>
    <dgm:pt modelId="{8EF78C2E-BB62-46CA-8D2C-5DB336C2EB5D}" type="pres">
      <dgm:prSet presAssocID="{D925ACE0-C79D-4FA6-A350-D27E66E02E57}" presName="connTx" presStyleLbl="parChTrans1D4" presStyleIdx="1" presStyleCnt="4"/>
      <dgm:spPr/>
    </dgm:pt>
    <dgm:pt modelId="{E5803FE4-B658-4D77-9C56-9327F7D02E57}" type="pres">
      <dgm:prSet presAssocID="{15630165-C41B-457D-8BB3-163364EC3CB9}" presName="root2" presStyleCnt="0"/>
      <dgm:spPr/>
    </dgm:pt>
    <dgm:pt modelId="{F568B395-4AE8-41FF-955A-729C5CBC6CC0}" type="pres">
      <dgm:prSet presAssocID="{15630165-C41B-457D-8BB3-163364EC3CB9}" presName="LevelTwoTextNode" presStyleLbl="node4" presStyleIdx="1" presStyleCnt="4">
        <dgm:presLayoutVars>
          <dgm:chPref val="3"/>
        </dgm:presLayoutVars>
      </dgm:prSet>
      <dgm:spPr/>
    </dgm:pt>
    <dgm:pt modelId="{7B8AE765-A9C8-424D-B90B-D1DDAD81CD5E}" type="pres">
      <dgm:prSet presAssocID="{15630165-C41B-457D-8BB3-163364EC3CB9}" presName="level3hierChild" presStyleCnt="0"/>
      <dgm:spPr/>
    </dgm:pt>
    <dgm:pt modelId="{CCA14011-EFA3-4EA7-97AD-2FD54FA1DE20}" type="pres">
      <dgm:prSet presAssocID="{680E9281-1BAA-47BA-8188-0A479C1F719F}" presName="conn2-1" presStyleLbl="parChTrans1D2" presStyleIdx="2" presStyleCnt="3"/>
      <dgm:spPr/>
    </dgm:pt>
    <dgm:pt modelId="{F4C90B94-2AA9-412F-8E57-8411944D1049}" type="pres">
      <dgm:prSet presAssocID="{680E9281-1BAA-47BA-8188-0A479C1F719F}" presName="connTx" presStyleLbl="parChTrans1D2" presStyleIdx="2" presStyleCnt="3"/>
      <dgm:spPr/>
    </dgm:pt>
    <dgm:pt modelId="{050E7A25-6CB3-4141-BDDB-90DE3EF6C58A}" type="pres">
      <dgm:prSet presAssocID="{DCF9BA05-DC0F-4D0A-A6AB-E299A13C7337}" presName="root2" presStyleCnt="0"/>
      <dgm:spPr/>
    </dgm:pt>
    <dgm:pt modelId="{E23154D6-1286-42D1-A2F8-0687BFB08A15}" type="pres">
      <dgm:prSet presAssocID="{DCF9BA05-DC0F-4D0A-A6AB-E299A13C7337}" presName="LevelTwoTextNode" presStyleLbl="node2" presStyleIdx="2" presStyleCnt="3">
        <dgm:presLayoutVars>
          <dgm:chPref val="3"/>
        </dgm:presLayoutVars>
      </dgm:prSet>
      <dgm:spPr/>
    </dgm:pt>
    <dgm:pt modelId="{C53A5B4B-F10B-4F4B-9CA2-DEC77E901036}" type="pres">
      <dgm:prSet presAssocID="{DCF9BA05-DC0F-4D0A-A6AB-E299A13C7337}" presName="level3hierChild" presStyleCnt="0"/>
      <dgm:spPr/>
    </dgm:pt>
    <dgm:pt modelId="{A88A2A4B-E057-475F-BD60-1518C88EC744}" type="pres">
      <dgm:prSet presAssocID="{D0DC83D4-F37F-49B7-B7E8-3C460A80E041}" presName="conn2-1" presStyleLbl="parChTrans1D3" presStyleIdx="4" presStyleCnt="6"/>
      <dgm:spPr/>
    </dgm:pt>
    <dgm:pt modelId="{80A324EE-3118-403B-930E-D270B83599C5}" type="pres">
      <dgm:prSet presAssocID="{D0DC83D4-F37F-49B7-B7E8-3C460A80E041}" presName="connTx" presStyleLbl="parChTrans1D3" presStyleIdx="4" presStyleCnt="6"/>
      <dgm:spPr/>
    </dgm:pt>
    <dgm:pt modelId="{7FF8EB1D-6BC6-4D5E-B434-277A9B1AED77}" type="pres">
      <dgm:prSet presAssocID="{1791073C-7326-4754-9166-F64EF026F387}" presName="root2" presStyleCnt="0"/>
      <dgm:spPr/>
    </dgm:pt>
    <dgm:pt modelId="{DBA1A94C-9E9B-4A0B-A42D-58DFF72D7B58}" type="pres">
      <dgm:prSet presAssocID="{1791073C-7326-4754-9166-F64EF026F387}" presName="LevelTwoTextNode" presStyleLbl="node3" presStyleIdx="4" presStyleCnt="6">
        <dgm:presLayoutVars>
          <dgm:chPref val="3"/>
        </dgm:presLayoutVars>
      </dgm:prSet>
      <dgm:spPr/>
    </dgm:pt>
    <dgm:pt modelId="{37CC0C28-741E-43C7-AA28-31F95C6367BE}" type="pres">
      <dgm:prSet presAssocID="{1791073C-7326-4754-9166-F64EF026F387}" presName="level3hierChild" presStyleCnt="0"/>
      <dgm:spPr/>
    </dgm:pt>
    <dgm:pt modelId="{33E9F206-D276-4A23-BA67-9AA1A10A4526}" type="pres">
      <dgm:prSet presAssocID="{EEEA6F77-3D7F-4C15-8C47-B76817FF0C79}" presName="conn2-1" presStyleLbl="parChTrans1D4" presStyleIdx="2" presStyleCnt="4"/>
      <dgm:spPr/>
    </dgm:pt>
    <dgm:pt modelId="{89F703F2-8060-45BF-B8E4-9FA789BDA7DF}" type="pres">
      <dgm:prSet presAssocID="{EEEA6F77-3D7F-4C15-8C47-B76817FF0C79}" presName="connTx" presStyleLbl="parChTrans1D4" presStyleIdx="2" presStyleCnt="4"/>
      <dgm:spPr/>
    </dgm:pt>
    <dgm:pt modelId="{5731DC1B-4FDA-4AA2-9C5C-BCACDD2A1FE4}" type="pres">
      <dgm:prSet presAssocID="{99D93983-FFF0-41D8-81DA-16AB75271B41}" presName="root2" presStyleCnt="0"/>
      <dgm:spPr/>
    </dgm:pt>
    <dgm:pt modelId="{7072FE84-83A5-4E10-9BB3-D8A0C463BD96}" type="pres">
      <dgm:prSet presAssocID="{99D93983-FFF0-41D8-81DA-16AB75271B41}" presName="LevelTwoTextNode" presStyleLbl="node4" presStyleIdx="2" presStyleCnt="4">
        <dgm:presLayoutVars>
          <dgm:chPref val="3"/>
        </dgm:presLayoutVars>
      </dgm:prSet>
      <dgm:spPr/>
    </dgm:pt>
    <dgm:pt modelId="{043C4DD8-7DCA-4640-BACB-8D6B11B65E06}" type="pres">
      <dgm:prSet presAssocID="{99D93983-FFF0-41D8-81DA-16AB75271B41}" presName="level3hierChild" presStyleCnt="0"/>
      <dgm:spPr/>
    </dgm:pt>
    <dgm:pt modelId="{100AEC06-EDDE-47D7-BBCE-B98A116499A0}" type="pres">
      <dgm:prSet presAssocID="{11FFDD26-19D9-4197-A2F7-6FB69D36D9A9}" presName="conn2-1" presStyleLbl="parChTrans1D3" presStyleIdx="5" presStyleCnt="6"/>
      <dgm:spPr/>
    </dgm:pt>
    <dgm:pt modelId="{19BC2DDA-C041-4592-9D2F-EAFBBCD4A762}" type="pres">
      <dgm:prSet presAssocID="{11FFDD26-19D9-4197-A2F7-6FB69D36D9A9}" presName="connTx" presStyleLbl="parChTrans1D3" presStyleIdx="5" presStyleCnt="6"/>
      <dgm:spPr/>
    </dgm:pt>
    <dgm:pt modelId="{4FA69742-1C7F-4BA9-910D-142A9A8DC817}" type="pres">
      <dgm:prSet presAssocID="{465DAE4E-9FBE-4CDB-B2C0-7C5A6B5927FC}" presName="root2" presStyleCnt="0"/>
      <dgm:spPr/>
    </dgm:pt>
    <dgm:pt modelId="{0759E216-B6CB-4A04-806A-BB17CDA8F6BB}" type="pres">
      <dgm:prSet presAssocID="{465DAE4E-9FBE-4CDB-B2C0-7C5A6B5927FC}" presName="LevelTwoTextNode" presStyleLbl="node3" presStyleIdx="5" presStyleCnt="6">
        <dgm:presLayoutVars>
          <dgm:chPref val="3"/>
        </dgm:presLayoutVars>
      </dgm:prSet>
      <dgm:spPr/>
    </dgm:pt>
    <dgm:pt modelId="{2AA6AD56-D15D-4B83-A122-31FA75E70977}" type="pres">
      <dgm:prSet presAssocID="{465DAE4E-9FBE-4CDB-B2C0-7C5A6B5927FC}" presName="level3hierChild" presStyleCnt="0"/>
      <dgm:spPr/>
    </dgm:pt>
    <dgm:pt modelId="{3DFF0752-00CB-41A4-BE70-33E0B40A0077}" type="pres">
      <dgm:prSet presAssocID="{DDC42E38-8442-426D-8A56-FCE4BDB0A8E9}" presName="conn2-1" presStyleLbl="parChTrans1D4" presStyleIdx="3" presStyleCnt="4"/>
      <dgm:spPr/>
    </dgm:pt>
    <dgm:pt modelId="{070A88D9-DB91-40A8-9101-5D53991D160E}" type="pres">
      <dgm:prSet presAssocID="{DDC42E38-8442-426D-8A56-FCE4BDB0A8E9}" presName="connTx" presStyleLbl="parChTrans1D4" presStyleIdx="3" presStyleCnt="4"/>
      <dgm:spPr/>
    </dgm:pt>
    <dgm:pt modelId="{D5D8DA58-E9FF-4833-B8AF-39264CDDE52A}" type="pres">
      <dgm:prSet presAssocID="{EEFC3FA3-CF55-49EC-B002-68FD41B19E85}" presName="root2" presStyleCnt="0"/>
      <dgm:spPr/>
    </dgm:pt>
    <dgm:pt modelId="{DBA7DFE3-C36B-42BF-81E3-D686025FB760}" type="pres">
      <dgm:prSet presAssocID="{EEFC3FA3-CF55-49EC-B002-68FD41B19E85}" presName="LevelTwoTextNode" presStyleLbl="node4" presStyleIdx="3" presStyleCnt="4">
        <dgm:presLayoutVars>
          <dgm:chPref val="3"/>
        </dgm:presLayoutVars>
      </dgm:prSet>
      <dgm:spPr/>
    </dgm:pt>
    <dgm:pt modelId="{FA876DDB-46D3-4020-8BEA-640C4CA3655B}" type="pres">
      <dgm:prSet presAssocID="{EEFC3FA3-CF55-49EC-B002-68FD41B19E85}" presName="level3hierChild" presStyleCnt="0"/>
      <dgm:spPr/>
    </dgm:pt>
  </dgm:ptLst>
  <dgm:cxnLst>
    <dgm:cxn modelId="{1862B903-8844-4263-8004-B8EE735C6A66}" srcId="{79FD669E-EAC1-4025-9AD2-929C55644B73}" destId="{FC74915A-8638-408F-AF12-34C5BD84E326}" srcOrd="0" destOrd="0" parTransId="{4D30B0F8-992E-4213-BCF8-71A32C146541}" sibTransId="{E0CD23B3-0E1C-48A8-A4E5-19CA824E17DA}"/>
    <dgm:cxn modelId="{9B625706-639C-452C-BD06-C7D6D733F6AB}" srcId="{FC74915A-8638-408F-AF12-34C5BD84E326}" destId="{4312D84B-AC9C-46C9-9D2D-22D476F32168}" srcOrd="0" destOrd="0" parTransId="{6A0345A6-3438-41FE-8371-8EFA993CF6BC}" sibTransId="{6C144A02-5546-486E-AFE8-B75DA707EF46}"/>
    <dgm:cxn modelId="{4991E007-5169-4614-8BB5-97086945915F}" type="presOf" srcId="{EEFC3FA3-CF55-49EC-B002-68FD41B19E85}" destId="{DBA7DFE3-C36B-42BF-81E3-D686025FB760}" srcOrd="0" destOrd="0" presId="urn:microsoft.com/office/officeart/2005/8/layout/hierarchy2"/>
    <dgm:cxn modelId="{4DF2770B-5BD3-4F8D-AB80-5497C64C17E6}" type="presOf" srcId="{680E9281-1BAA-47BA-8188-0A479C1F719F}" destId="{CCA14011-EFA3-4EA7-97AD-2FD54FA1DE20}" srcOrd="0" destOrd="0" presId="urn:microsoft.com/office/officeart/2005/8/layout/hierarchy2"/>
    <dgm:cxn modelId="{1C4D5C10-AA78-4F8D-8E20-97C7FABA3F64}" type="presOf" srcId="{11FFDD26-19D9-4197-A2F7-6FB69D36D9A9}" destId="{19BC2DDA-C041-4592-9D2F-EAFBBCD4A762}" srcOrd="1" destOrd="0" presId="urn:microsoft.com/office/officeart/2005/8/layout/hierarchy2"/>
    <dgm:cxn modelId="{06D6B215-174A-46F1-9700-84455640380A}" type="presOf" srcId="{4312D84B-AC9C-46C9-9D2D-22D476F32168}" destId="{713C6B1F-5D5E-4D8A-B185-2B84207921A9}" srcOrd="0" destOrd="0" presId="urn:microsoft.com/office/officeart/2005/8/layout/hierarchy2"/>
    <dgm:cxn modelId="{39EA821A-91B7-4DC0-A1E1-8E40B7093E66}" type="presOf" srcId="{D0DC83D4-F37F-49B7-B7E8-3C460A80E041}" destId="{80A324EE-3118-403B-930E-D270B83599C5}" srcOrd="1" destOrd="0" presId="urn:microsoft.com/office/officeart/2005/8/layout/hierarchy2"/>
    <dgm:cxn modelId="{01AF991D-1692-4FBD-8ED4-5508C4E29AD4}" type="presOf" srcId="{1FB112A8-5112-493E-828F-B800085E17EE}" destId="{3C78C75D-17CC-4FDF-8F37-5F0B527EFE85}" srcOrd="0" destOrd="0" presId="urn:microsoft.com/office/officeart/2005/8/layout/hierarchy2"/>
    <dgm:cxn modelId="{D2D3D924-4D70-4703-B534-1750E7B6652C}" type="presOf" srcId="{4D30B0F8-992E-4213-BCF8-71A32C146541}" destId="{94F801FA-C5A2-4E0B-8E38-C8D9140202CF}" srcOrd="1" destOrd="0" presId="urn:microsoft.com/office/officeart/2005/8/layout/hierarchy2"/>
    <dgm:cxn modelId="{FA50F42C-6BE3-4D87-9C96-058E3F9B5964}" type="presOf" srcId="{680E9281-1BAA-47BA-8188-0A479C1F719F}" destId="{F4C90B94-2AA9-412F-8E57-8411944D1049}" srcOrd="1" destOrd="0" presId="urn:microsoft.com/office/officeart/2005/8/layout/hierarchy2"/>
    <dgm:cxn modelId="{B6511C2D-1BA5-4F1C-A7B2-5620F8DED17D}" type="presOf" srcId="{B68476FA-7658-469C-9F7B-D39B0EFA4847}" destId="{F140F9DB-5F36-47E8-8ED7-4826D1C97EE0}" srcOrd="1" destOrd="0" presId="urn:microsoft.com/office/officeart/2005/8/layout/hierarchy2"/>
    <dgm:cxn modelId="{04E35F36-1E26-411A-92F3-4B2A40B438A4}" type="presOf" srcId="{DDC42E38-8442-426D-8A56-FCE4BDB0A8E9}" destId="{3DFF0752-00CB-41A4-BE70-33E0B40A0077}" srcOrd="0" destOrd="0" presId="urn:microsoft.com/office/officeart/2005/8/layout/hierarchy2"/>
    <dgm:cxn modelId="{37669738-E311-4AAA-9A4E-68BCCC2BDE54}" type="presOf" srcId="{DCF9BA05-DC0F-4D0A-A6AB-E299A13C7337}" destId="{E23154D6-1286-42D1-A2F8-0687BFB08A15}" srcOrd="0" destOrd="0" presId="urn:microsoft.com/office/officeart/2005/8/layout/hierarchy2"/>
    <dgm:cxn modelId="{F9DF0A3A-72A7-480A-B60F-61EDF37F4FFB}" type="presOf" srcId="{9C1BD299-4FF5-4269-91EB-E5F29AFC2678}" destId="{427630FF-46CE-4847-91B5-DBBB27B74F1C}" srcOrd="0" destOrd="0" presId="urn:microsoft.com/office/officeart/2005/8/layout/hierarchy2"/>
    <dgm:cxn modelId="{BAE3353E-C1C4-4950-A26B-222C0BE25BF4}" type="presOf" srcId="{D0DC83D4-F37F-49B7-B7E8-3C460A80E041}" destId="{A88A2A4B-E057-475F-BD60-1518C88EC744}" srcOrd="0" destOrd="0" presId="urn:microsoft.com/office/officeart/2005/8/layout/hierarchy2"/>
    <dgm:cxn modelId="{EF3D553E-CFF7-48FB-946A-517FD4D25920}" srcId="{79FD669E-EAC1-4025-9AD2-929C55644B73}" destId="{DCF9BA05-DC0F-4D0A-A6AB-E299A13C7337}" srcOrd="2" destOrd="0" parTransId="{680E9281-1BAA-47BA-8188-0A479C1F719F}" sibTransId="{A28A60F1-557D-4854-949F-49C8D6BEBE29}"/>
    <dgm:cxn modelId="{AF4B145C-A5B5-4541-AED3-9ECCB1BC3928}" type="presOf" srcId="{B833E9EF-C990-4654-A909-7131C3EEA37F}" destId="{047509D2-5553-4EAA-B72E-D6FFC04C6B66}" srcOrd="1" destOrd="0" presId="urn:microsoft.com/office/officeart/2005/8/layout/hierarchy2"/>
    <dgm:cxn modelId="{4BAA5342-2C93-41EB-A01B-3E578B1E89E5}" srcId="{DCF9BA05-DC0F-4D0A-A6AB-E299A13C7337}" destId="{465DAE4E-9FBE-4CDB-B2C0-7C5A6B5927FC}" srcOrd="1" destOrd="0" parTransId="{11FFDD26-19D9-4197-A2F7-6FB69D36D9A9}" sibTransId="{87A08ED3-D919-418F-BA63-B924B3780267}"/>
    <dgm:cxn modelId="{CFA73263-5642-4B44-9811-3D1F2E7A98B4}" type="presOf" srcId="{F899B7F7-BEDE-4986-9E71-A32596EA0B27}" destId="{7B7EA043-1D16-4355-9515-D8D7209DEE24}" srcOrd="1" destOrd="0" presId="urn:microsoft.com/office/officeart/2005/8/layout/hierarchy2"/>
    <dgm:cxn modelId="{7C5A4C65-FC06-47CC-BC4F-3F11BC82315E}" type="presOf" srcId="{8493C182-2520-438D-BE72-764BCA5FF4AE}" destId="{47772240-F486-4145-836D-AB0E8AD0B855}" srcOrd="0" destOrd="0" presId="urn:microsoft.com/office/officeart/2005/8/layout/hierarchy2"/>
    <dgm:cxn modelId="{B40A5765-E068-4B5E-A14F-EDEE91596FC1}" srcId="{35C328DD-3A99-4823-802D-EE83F4E75910}" destId="{0192008B-16D9-45D1-8854-0581E5139FD7}" srcOrd="0" destOrd="0" parTransId="{9C1BD299-4FF5-4269-91EB-E5F29AFC2678}" sibTransId="{6B308F07-201F-426C-A390-159A53956FF3}"/>
    <dgm:cxn modelId="{19F68A65-627E-4FCE-8BF1-9F04E88718B1}" type="presOf" srcId="{9C1BD299-4FF5-4269-91EB-E5F29AFC2678}" destId="{9E6F2BD9-A132-4210-9D9F-4B85B4AC4AB4}" srcOrd="1" destOrd="0" presId="urn:microsoft.com/office/officeart/2005/8/layout/hierarchy2"/>
    <dgm:cxn modelId="{3B402F48-3013-4431-B0DD-276368756D37}" type="presOf" srcId="{99D93983-FFF0-41D8-81DA-16AB75271B41}" destId="{7072FE84-83A5-4E10-9BB3-D8A0C463BD96}" srcOrd="0" destOrd="0" presId="urn:microsoft.com/office/officeart/2005/8/layout/hierarchy2"/>
    <dgm:cxn modelId="{75389648-2A80-4A17-8632-3917542F8349}" srcId="{92339BD1-AB1B-49C1-8C74-0C1FECA4B413}" destId="{15630165-C41B-457D-8BB3-163364EC3CB9}" srcOrd="0" destOrd="0" parTransId="{D925ACE0-C79D-4FA6-A350-D27E66E02E57}" sibTransId="{D38954D9-6AA9-4D81-9FD9-2B0A79A4A7A8}"/>
    <dgm:cxn modelId="{E80B6B4E-2C66-4382-A22A-48BCE76B49F1}" type="presOf" srcId="{0192008B-16D9-45D1-8854-0581E5139FD7}" destId="{7B978CEB-ECE0-4404-9A96-4EF84FF948A8}" srcOrd="0" destOrd="0" presId="urn:microsoft.com/office/officeart/2005/8/layout/hierarchy2"/>
    <dgm:cxn modelId="{94B15152-EFEA-4392-A243-DA075FC520EA}" type="presOf" srcId="{B68476FA-7658-469C-9F7B-D39B0EFA4847}" destId="{87B7EAED-9F88-4A3A-851A-3814BE1BFD34}" srcOrd="0" destOrd="0" presId="urn:microsoft.com/office/officeart/2005/8/layout/hierarchy2"/>
    <dgm:cxn modelId="{94F15754-D397-43BF-934D-38CADD1F23F5}" type="presOf" srcId="{FC74915A-8638-408F-AF12-34C5BD84E326}" destId="{337B761F-BAA9-446C-A8E3-99D1120EE415}" srcOrd="0" destOrd="0" presId="urn:microsoft.com/office/officeart/2005/8/layout/hierarchy2"/>
    <dgm:cxn modelId="{BC01FC56-AB21-42E2-A432-2DBF1FCBDFB0}" type="presOf" srcId="{92339BD1-AB1B-49C1-8C74-0C1FECA4B413}" destId="{7F1D7330-592B-464A-B257-CC8BDD367325}" srcOrd="0" destOrd="0" presId="urn:microsoft.com/office/officeart/2005/8/layout/hierarchy2"/>
    <dgm:cxn modelId="{E9609677-929A-4EC1-A389-D48118BC56DC}" type="presOf" srcId="{EEEA6F77-3D7F-4C15-8C47-B76817FF0C79}" destId="{89F703F2-8060-45BF-B8E4-9FA789BDA7DF}" srcOrd="1" destOrd="0" presId="urn:microsoft.com/office/officeart/2005/8/layout/hierarchy2"/>
    <dgm:cxn modelId="{8CFAD45A-2C6E-40A3-A12F-E7CE9A60B4F4}" type="presOf" srcId="{35C328DD-3A99-4823-802D-EE83F4E75910}" destId="{0DCB2157-AB66-4EC7-AC92-DE3882A0E5ED}" srcOrd="0" destOrd="0" presId="urn:microsoft.com/office/officeart/2005/8/layout/hierarchy2"/>
    <dgm:cxn modelId="{7366B87C-7DF8-41F1-85E4-F7001A9C07AC}" srcId="{2A7931A8-D178-4453-9E69-0ED76931D554}" destId="{35C328DD-3A99-4823-802D-EE83F4E75910}" srcOrd="0" destOrd="0" parTransId="{F899B7F7-BEDE-4986-9E71-A32596EA0B27}" sibTransId="{954CF4E7-CC0F-43B4-907A-F9CEB1E3A868}"/>
    <dgm:cxn modelId="{0FD09480-F0AC-4CDE-BC8D-B3447F58C2D6}" type="presOf" srcId="{6A0345A6-3438-41FE-8371-8EFA993CF6BC}" destId="{77DCE99B-C449-410F-9235-83A71CB4E136}" srcOrd="1" destOrd="0" presId="urn:microsoft.com/office/officeart/2005/8/layout/hierarchy2"/>
    <dgm:cxn modelId="{1ADFB680-1104-464F-A07E-95F1D2C360BA}" srcId="{FC74915A-8638-408F-AF12-34C5BD84E326}" destId="{8493C182-2520-438D-BE72-764BCA5FF4AE}" srcOrd="1" destOrd="0" parTransId="{1FB112A8-5112-493E-828F-B800085E17EE}" sibTransId="{44B26CDE-3A9B-4222-9A8A-30385CB4EC57}"/>
    <dgm:cxn modelId="{F219E283-EB14-49DD-8AF5-75956E01D715}" type="presOf" srcId="{D925ACE0-C79D-4FA6-A350-D27E66E02E57}" destId="{AF919F0C-D3B0-4675-8A05-421AE7EA6329}" srcOrd="0" destOrd="0" presId="urn:microsoft.com/office/officeart/2005/8/layout/hierarchy2"/>
    <dgm:cxn modelId="{8FFB4085-A74C-42E3-85B4-D256834FA05C}" srcId="{1791073C-7326-4754-9166-F64EF026F387}" destId="{99D93983-FFF0-41D8-81DA-16AB75271B41}" srcOrd="0" destOrd="0" parTransId="{EEEA6F77-3D7F-4C15-8C47-B76817FF0C79}" sibTransId="{54875C49-6237-48B7-9133-0F99D503DA71}"/>
    <dgm:cxn modelId="{E1D7558A-B9C9-4AC5-B05A-C93E1243E1C2}" type="presOf" srcId="{4D30B0F8-992E-4213-BCF8-71A32C146541}" destId="{D20800DF-786F-4F46-BC8E-7C08B0011206}" srcOrd="0" destOrd="0" presId="urn:microsoft.com/office/officeart/2005/8/layout/hierarchy2"/>
    <dgm:cxn modelId="{79F68F8F-D9AD-4504-B462-98297A40046B}" type="presOf" srcId="{DDC42E38-8442-426D-8A56-FCE4BDB0A8E9}" destId="{070A88D9-DB91-40A8-9101-5D53991D160E}" srcOrd="1" destOrd="0" presId="urn:microsoft.com/office/officeart/2005/8/layout/hierarchy2"/>
    <dgm:cxn modelId="{FA14E994-B64E-4847-B100-6803B1508512}" srcId="{DCF9BA05-DC0F-4D0A-A6AB-E299A13C7337}" destId="{1791073C-7326-4754-9166-F64EF026F387}" srcOrd="0" destOrd="0" parTransId="{D0DC83D4-F37F-49B7-B7E8-3C460A80E041}" sibTransId="{2896815A-3E77-47EB-81E9-C0E691348858}"/>
    <dgm:cxn modelId="{D20DCCA4-212F-4458-9CF0-C0CC5019B3C8}" type="presOf" srcId="{B833E9EF-C990-4654-A909-7131C3EEA37F}" destId="{15BBA178-4DA1-4DFF-9F1B-41EA3B61A245}" srcOrd="0" destOrd="0" presId="urn:microsoft.com/office/officeart/2005/8/layout/hierarchy2"/>
    <dgm:cxn modelId="{9374F5AA-76ED-4CBA-8D8D-0BD4EEC3E7BE}" type="presOf" srcId="{2A7931A8-D178-4453-9E69-0ED76931D554}" destId="{4F1D22CF-CA04-4D7B-88B3-9E053BFBD9AF}" srcOrd="0" destOrd="0" presId="urn:microsoft.com/office/officeart/2005/8/layout/hierarchy2"/>
    <dgm:cxn modelId="{95CFA4BC-BCE7-481A-BE5B-D790223268CB}" srcId="{800D229A-19A0-433C-A6C6-72B1E95EA3A7}" destId="{79FD669E-EAC1-4025-9AD2-929C55644B73}" srcOrd="0" destOrd="0" parTransId="{EBB23182-2EC9-49B2-814D-FA5231D4C237}" sibTransId="{345D2A0A-C546-49C0-91E8-F6A53714D048}"/>
    <dgm:cxn modelId="{E931BCBF-3E0E-497B-9582-EC9B72D9123E}" type="presOf" srcId="{1791073C-7326-4754-9166-F64EF026F387}" destId="{DBA1A94C-9E9B-4A0B-A42D-58DFF72D7B58}" srcOrd="0" destOrd="0" presId="urn:microsoft.com/office/officeart/2005/8/layout/hierarchy2"/>
    <dgm:cxn modelId="{D4E232CB-C73E-4404-8D6E-5FCAEADB5934}" srcId="{465DAE4E-9FBE-4CDB-B2C0-7C5A6B5927FC}" destId="{EEFC3FA3-CF55-49EC-B002-68FD41B19E85}" srcOrd="0" destOrd="0" parTransId="{DDC42E38-8442-426D-8A56-FCE4BDB0A8E9}" sibTransId="{AABC117D-0B20-4C74-BEC7-55F44FC387DB}"/>
    <dgm:cxn modelId="{971768D3-A8C2-4AB2-A6E3-452B6C5C683F}" type="presOf" srcId="{15630165-C41B-457D-8BB3-163364EC3CB9}" destId="{F568B395-4AE8-41FF-955A-729C5CBC6CC0}" srcOrd="0" destOrd="0" presId="urn:microsoft.com/office/officeart/2005/8/layout/hierarchy2"/>
    <dgm:cxn modelId="{DEFC97D5-9C5D-48D7-837F-E1412023801E}" type="presOf" srcId="{1FB112A8-5112-493E-828F-B800085E17EE}" destId="{FA4A68EB-B181-40A3-A138-DA0EA6689D19}" srcOrd="1" destOrd="0" presId="urn:microsoft.com/office/officeart/2005/8/layout/hierarchy2"/>
    <dgm:cxn modelId="{74405BD8-B1D3-44A3-95BF-23CAD2ACD5A2}" type="presOf" srcId="{F899B7F7-BEDE-4986-9E71-A32596EA0B27}" destId="{D1A4060D-AED0-4635-B767-3CE0398E0F23}" srcOrd="0" destOrd="0" presId="urn:microsoft.com/office/officeart/2005/8/layout/hierarchy2"/>
    <dgm:cxn modelId="{37A746D8-AD0F-4B04-B2B6-4B9533239325}" type="presOf" srcId="{11FFDD26-19D9-4197-A2F7-6FB69D36D9A9}" destId="{100AEC06-EDDE-47D7-BBCE-B98A116499A0}" srcOrd="0" destOrd="0" presId="urn:microsoft.com/office/officeart/2005/8/layout/hierarchy2"/>
    <dgm:cxn modelId="{59A91AE8-FF5C-496F-BE08-C9FC96FDBF3B}" type="presOf" srcId="{6A0345A6-3438-41FE-8371-8EFA993CF6BC}" destId="{64ED4F26-6F6D-4A7A-BB9C-168A4173F247}" srcOrd="0" destOrd="0" presId="urn:microsoft.com/office/officeart/2005/8/layout/hierarchy2"/>
    <dgm:cxn modelId="{40F331EA-CB16-46E3-8021-40FEC6CC4F3B}" type="presOf" srcId="{EEEA6F77-3D7F-4C15-8C47-B76817FF0C79}" destId="{33E9F206-D276-4A23-BA67-9AA1A10A4526}" srcOrd="0" destOrd="0" presId="urn:microsoft.com/office/officeart/2005/8/layout/hierarchy2"/>
    <dgm:cxn modelId="{FFD33BEA-7FBD-430D-A55B-A40DE831C35F}" type="presOf" srcId="{800D229A-19A0-433C-A6C6-72B1E95EA3A7}" destId="{45B1E2D3-DC41-49A4-86AB-CE83AEAB44AF}" srcOrd="0" destOrd="0" presId="urn:microsoft.com/office/officeart/2005/8/layout/hierarchy2"/>
    <dgm:cxn modelId="{BF75B9EB-5631-4C68-8F86-4C93D3EFB13B}" srcId="{2A7931A8-D178-4453-9E69-0ED76931D554}" destId="{92339BD1-AB1B-49C1-8C74-0C1FECA4B413}" srcOrd="1" destOrd="0" parTransId="{B68476FA-7658-469C-9F7B-D39B0EFA4847}" sibTransId="{5B755510-9C2D-462D-9DC3-BAAF744C5771}"/>
    <dgm:cxn modelId="{4A5BE5ED-C9AB-41B4-9C9D-B31F17F8D7E4}" type="presOf" srcId="{79FD669E-EAC1-4025-9AD2-929C55644B73}" destId="{5A9FF5F8-D918-4C5B-8F8D-6AA97118B5B3}" srcOrd="0" destOrd="0" presId="urn:microsoft.com/office/officeart/2005/8/layout/hierarchy2"/>
    <dgm:cxn modelId="{642B6BF5-9ED3-4C9A-B817-BC3A1AA48111}" type="presOf" srcId="{465DAE4E-9FBE-4CDB-B2C0-7C5A6B5927FC}" destId="{0759E216-B6CB-4A04-806A-BB17CDA8F6BB}" srcOrd="0" destOrd="0" presId="urn:microsoft.com/office/officeart/2005/8/layout/hierarchy2"/>
    <dgm:cxn modelId="{31CC21FB-C14B-4D9F-B5A0-CF46628819E0}" type="presOf" srcId="{D925ACE0-C79D-4FA6-A350-D27E66E02E57}" destId="{8EF78C2E-BB62-46CA-8D2C-5DB336C2EB5D}" srcOrd="1" destOrd="0" presId="urn:microsoft.com/office/officeart/2005/8/layout/hierarchy2"/>
    <dgm:cxn modelId="{9A0867FE-8576-44D3-84AC-D0116EDAF954}" srcId="{79FD669E-EAC1-4025-9AD2-929C55644B73}" destId="{2A7931A8-D178-4453-9E69-0ED76931D554}" srcOrd="1" destOrd="0" parTransId="{B833E9EF-C990-4654-A909-7131C3EEA37F}" sibTransId="{669408E8-A2E0-4682-A0D0-6D8D3F84BA3D}"/>
    <dgm:cxn modelId="{0A15F796-D747-49C9-ADBA-AFB614D5D723}" type="presParOf" srcId="{45B1E2D3-DC41-49A4-86AB-CE83AEAB44AF}" destId="{EBB26AF0-076C-49B3-9B15-F5D3402B3683}" srcOrd="0" destOrd="0" presId="urn:microsoft.com/office/officeart/2005/8/layout/hierarchy2"/>
    <dgm:cxn modelId="{5CF66948-8D19-45A8-A338-F8D3032571A2}" type="presParOf" srcId="{EBB26AF0-076C-49B3-9B15-F5D3402B3683}" destId="{5A9FF5F8-D918-4C5B-8F8D-6AA97118B5B3}" srcOrd="0" destOrd="0" presId="urn:microsoft.com/office/officeart/2005/8/layout/hierarchy2"/>
    <dgm:cxn modelId="{5FB99851-2309-46D7-A894-0F0010FC4963}" type="presParOf" srcId="{EBB26AF0-076C-49B3-9B15-F5D3402B3683}" destId="{527C7936-5CD7-4473-941E-735BA5779286}" srcOrd="1" destOrd="0" presId="urn:microsoft.com/office/officeart/2005/8/layout/hierarchy2"/>
    <dgm:cxn modelId="{CB2781F8-45E7-4FA1-A634-D79778B96D55}" type="presParOf" srcId="{527C7936-5CD7-4473-941E-735BA5779286}" destId="{D20800DF-786F-4F46-BC8E-7C08B0011206}" srcOrd="0" destOrd="0" presId="urn:microsoft.com/office/officeart/2005/8/layout/hierarchy2"/>
    <dgm:cxn modelId="{DBFC8DF6-E142-4725-B1BF-A562CD7E6902}" type="presParOf" srcId="{D20800DF-786F-4F46-BC8E-7C08B0011206}" destId="{94F801FA-C5A2-4E0B-8E38-C8D9140202CF}" srcOrd="0" destOrd="0" presId="urn:microsoft.com/office/officeart/2005/8/layout/hierarchy2"/>
    <dgm:cxn modelId="{FB1A7601-4BD1-4995-9810-22876707CC96}" type="presParOf" srcId="{527C7936-5CD7-4473-941E-735BA5779286}" destId="{5B96A166-B3C9-4D65-B782-51476E50FAD9}" srcOrd="1" destOrd="0" presId="urn:microsoft.com/office/officeart/2005/8/layout/hierarchy2"/>
    <dgm:cxn modelId="{9F7796A8-015B-48B1-BAF7-C8B688587E61}" type="presParOf" srcId="{5B96A166-B3C9-4D65-B782-51476E50FAD9}" destId="{337B761F-BAA9-446C-A8E3-99D1120EE415}" srcOrd="0" destOrd="0" presId="urn:microsoft.com/office/officeart/2005/8/layout/hierarchy2"/>
    <dgm:cxn modelId="{C7D992A8-33F3-45E4-B4F6-A34C9FEB2A51}" type="presParOf" srcId="{5B96A166-B3C9-4D65-B782-51476E50FAD9}" destId="{A22D8E5D-C12C-457C-8083-D79AD682A8FC}" srcOrd="1" destOrd="0" presId="urn:microsoft.com/office/officeart/2005/8/layout/hierarchy2"/>
    <dgm:cxn modelId="{836200BC-01DC-4F9C-BB54-870B33C8BFC5}" type="presParOf" srcId="{A22D8E5D-C12C-457C-8083-D79AD682A8FC}" destId="{64ED4F26-6F6D-4A7A-BB9C-168A4173F247}" srcOrd="0" destOrd="0" presId="urn:microsoft.com/office/officeart/2005/8/layout/hierarchy2"/>
    <dgm:cxn modelId="{FDF89815-3144-477A-8F83-C10B8E69C417}" type="presParOf" srcId="{64ED4F26-6F6D-4A7A-BB9C-168A4173F247}" destId="{77DCE99B-C449-410F-9235-83A71CB4E136}" srcOrd="0" destOrd="0" presId="urn:microsoft.com/office/officeart/2005/8/layout/hierarchy2"/>
    <dgm:cxn modelId="{63859183-EFB8-4F21-96DF-9547685DD0FD}" type="presParOf" srcId="{A22D8E5D-C12C-457C-8083-D79AD682A8FC}" destId="{6EE3EA7E-5B63-4258-B99A-036FCB8ECA99}" srcOrd="1" destOrd="0" presId="urn:microsoft.com/office/officeart/2005/8/layout/hierarchy2"/>
    <dgm:cxn modelId="{1AFA03CC-6963-48A3-8809-F7012FB1DE92}" type="presParOf" srcId="{6EE3EA7E-5B63-4258-B99A-036FCB8ECA99}" destId="{713C6B1F-5D5E-4D8A-B185-2B84207921A9}" srcOrd="0" destOrd="0" presId="urn:microsoft.com/office/officeart/2005/8/layout/hierarchy2"/>
    <dgm:cxn modelId="{3FBE41C4-C69D-4FBB-B694-CFE80B08F875}" type="presParOf" srcId="{6EE3EA7E-5B63-4258-B99A-036FCB8ECA99}" destId="{0FC25E09-2D2C-42B1-AFC5-EE2EDA3EC4DB}" srcOrd="1" destOrd="0" presId="urn:microsoft.com/office/officeart/2005/8/layout/hierarchy2"/>
    <dgm:cxn modelId="{1F6ECF7A-7947-4E0C-A46C-E58D44E5298B}" type="presParOf" srcId="{A22D8E5D-C12C-457C-8083-D79AD682A8FC}" destId="{3C78C75D-17CC-4FDF-8F37-5F0B527EFE85}" srcOrd="2" destOrd="0" presId="urn:microsoft.com/office/officeart/2005/8/layout/hierarchy2"/>
    <dgm:cxn modelId="{26565986-EE1F-4C79-86C0-61B1F0ED416F}" type="presParOf" srcId="{3C78C75D-17CC-4FDF-8F37-5F0B527EFE85}" destId="{FA4A68EB-B181-40A3-A138-DA0EA6689D19}" srcOrd="0" destOrd="0" presId="urn:microsoft.com/office/officeart/2005/8/layout/hierarchy2"/>
    <dgm:cxn modelId="{D63D4283-5A2C-4AAA-9068-22A8D6C94DA2}" type="presParOf" srcId="{A22D8E5D-C12C-457C-8083-D79AD682A8FC}" destId="{5CD5D021-47DC-40DC-840B-4CF6859B3619}" srcOrd="3" destOrd="0" presId="urn:microsoft.com/office/officeart/2005/8/layout/hierarchy2"/>
    <dgm:cxn modelId="{D6970395-3BE5-40A9-B864-2BE01A94540E}" type="presParOf" srcId="{5CD5D021-47DC-40DC-840B-4CF6859B3619}" destId="{47772240-F486-4145-836D-AB0E8AD0B855}" srcOrd="0" destOrd="0" presId="urn:microsoft.com/office/officeart/2005/8/layout/hierarchy2"/>
    <dgm:cxn modelId="{FD34F864-A0D0-44DD-B264-30A626EB372E}" type="presParOf" srcId="{5CD5D021-47DC-40DC-840B-4CF6859B3619}" destId="{4707EDAD-C36A-4191-9D08-049FA539A2AA}" srcOrd="1" destOrd="0" presId="urn:microsoft.com/office/officeart/2005/8/layout/hierarchy2"/>
    <dgm:cxn modelId="{C0E4D537-8887-4BF0-AEC6-136666CC01B3}" type="presParOf" srcId="{527C7936-5CD7-4473-941E-735BA5779286}" destId="{15BBA178-4DA1-4DFF-9F1B-41EA3B61A245}" srcOrd="2" destOrd="0" presId="urn:microsoft.com/office/officeart/2005/8/layout/hierarchy2"/>
    <dgm:cxn modelId="{DAB227EB-8944-4B37-8A06-EAAB48C7F506}" type="presParOf" srcId="{15BBA178-4DA1-4DFF-9F1B-41EA3B61A245}" destId="{047509D2-5553-4EAA-B72E-D6FFC04C6B66}" srcOrd="0" destOrd="0" presId="urn:microsoft.com/office/officeart/2005/8/layout/hierarchy2"/>
    <dgm:cxn modelId="{B794E6B4-2D4A-4983-9306-2EA634DC0B2F}" type="presParOf" srcId="{527C7936-5CD7-4473-941E-735BA5779286}" destId="{4F1CF974-A802-4121-A7A3-EAFF84EE5785}" srcOrd="3" destOrd="0" presId="urn:microsoft.com/office/officeart/2005/8/layout/hierarchy2"/>
    <dgm:cxn modelId="{9FBB3D86-4B63-4145-AD2A-D862B6DDF197}" type="presParOf" srcId="{4F1CF974-A802-4121-A7A3-EAFF84EE5785}" destId="{4F1D22CF-CA04-4D7B-88B3-9E053BFBD9AF}" srcOrd="0" destOrd="0" presId="urn:microsoft.com/office/officeart/2005/8/layout/hierarchy2"/>
    <dgm:cxn modelId="{19A86B82-FDA6-43AE-BAB1-E00596683FAA}" type="presParOf" srcId="{4F1CF974-A802-4121-A7A3-EAFF84EE5785}" destId="{C076007F-C85A-4AEA-A2A7-47C55F16CBA5}" srcOrd="1" destOrd="0" presId="urn:microsoft.com/office/officeart/2005/8/layout/hierarchy2"/>
    <dgm:cxn modelId="{BC83F91E-B814-4B3C-9546-72FAB62E5B67}" type="presParOf" srcId="{C076007F-C85A-4AEA-A2A7-47C55F16CBA5}" destId="{D1A4060D-AED0-4635-B767-3CE0398E0F23}" srcOrd="0" destOrd="0" presId="urn:microsoft.com/office/officeart/2005/8/layout/hierarchy2"/>
    <dgm:cxn modelId="{44432183-2F55-423D-957C-979B8CAD9001}" type="presParOf" srcId="{D1A4060D-AED0-4635-B767-3CE0398E0F23}" destId="{7B7EA043-1D16-4355-9515-D8D7209DEE24}" srcOrd="0" destOrd="0" presId="urn:microsoft.com/office/officeart/2005/8/layout/hierarchy2"/>
    <dgm:cxn modelId="{026F83BB-8F10-4D46-8C60-B48B535CCA54}" type="presParOf" srcId="{C076007F-C85A-4AEA-A2A7-47C55F16CBA5}" destId="{99F93951-C676-4FBB-940D-3988D5F8FB00}" srcOrd="1" destOrd="0" presId="urn:microsoft.com/office/officeart/2005/8/layout/hierarchy2"/>
    <dgm:cxn modelId="{0F3569D0-D435-44B3-99CF-70CEC6BE97FD}" type="presParOf" srcId="{99F93951-C676-4FBB-940D-3988D5F8FB00}" destId="{0DCB2157-AB66-4EC7-AC92-DE3882A0E5ED}" srcOrd="0" destOrd="0" presId="urn:microsoft.com/office/officeart/2005/8/layout/hierarchy2"/>
    <dgm:cxn modelId="{36A93BF9-A6F2-4A19-9722-5BA0468F2418}" type="presParOf" srcId="{99F93951-C676-4FBB-940D-3988D5F8FB00}" destId="{F8D7FB58-7C7E-4D7B-83DE-30C2B7874A4B}" srcOrd="1" destOrd="0" presId="urn:microsoft.com/office/officeart/2005/8/layout/hierarchy2"/>
    <dgm:cxn modelId="{645681D0-860C-409F-B861-EA5828A5B9FA}" type="presParOf" srcId="{F8D7FB58-7C7E-4D7B-83DE-30C2B7874A4B}" destId="{427630FF-46CE-4847-91B5-DBBB27B74F1C}" srcOrd="0" destOrd="0" presId="urn:microsoft.com/office/officeart/2005/8/layout/hierarchy2"/>
    <dgm:cxn modelId="{6D80ADE1-9007-4BEA-8EF7-B750902D6710}" type="presParOf" srcId="{427630FF-46CE-4847-91B5-DBBB27B74F1C}" destId="{9E6F2BD9-A132-4210-9D9F-4B85B4AC4AB4}" srcOrd="0" destOrd="0" presId="urn:microsoft.com/office/officeart/2005/8/layout/hierarchy2"/>
    <dgm:cxn modelId="{260D3644-3A9B-4BA7-9F85-F523100E3A25}" type="presParOf" srcId="{F8D7FB58-7C7E-4D7B-83DE-30C2B7874A4B}" destId="{D7A441D7-E5FD-4484-AD4B-AB9EE0733A69}" srcOrd="1" destOrd="0" presId="urn:microsoft.com/office/officeart/2005/8/layout/hierarchy2"/>
    <dgm:cxn modelId="{5C05BDD1-41B8-49F0-8692-95ED0FDF9887}" type="presParOf" srcId="{D7A441D7-E5FD-4484-AD4B-AB9EE0733A69}" destId="{7B978CEB-ECE0-4404-9A96-4EF84FF948A8}" srcOrd="0" destOrd="0" presId="urn:microsoft.com/office/officeart/2005/8/layout/hierarchy2"/>
    <dgm:cxn modelId="{237FF06B-888A-4DCC-A1AC-8D5399B2CE27}" type="presParOf" srcId="{D7A441D7-E5FD-4484-AD4B-AB9EE0733A69}" destId="{C7D7F7D1-5D53-40E1-9798-4784BB5C140A}" srcOrd="1" destOrd="0" presId="urn:microsoft.com/office/officeart/2005/8/layout/hierarchy2"/>
    <dgm:cxn modelId="{173A3187-98C5-415E-A014-3BE1A53CFEF8}" type="presParOf" srcId="{C076007F-C85A-4AEA-A2A7-47C55F16CBA5}" destId="{87B7EAED-9F88-4A3A-851A-3814BE1BFD34}" srcOrd="2" destOrd="0" presId="urn:microsoft.com/office/officeart/2005/8/layout/hierarchy2"/>
    <dgm:cxn modelId="{FBEC7CB4-E5AD-40ED-B2BF-D827E9234107}" type="presParOf" srcId="{87B7EAED-9F88-4A3A-851A-3814BE1BFD34}" destId="{F140F9DB-5F36-47E8-8ED7-4826D1C97EE0}" srcOrd="0" destOrd="0" presId="urn:microsoft.com/office/officeart/2005/8/layout/hierarchy2"/>
    <dgm:cxn modelId="{E04691D1-DF2C-4568-8382-AA179B6087F8}" type="presParOf" srcId="{C076007F-C85A-4AEA-A2A7-47C55F16CBA5}" destId="{29F55129-5288-4E4A-9BBF-B2A2A9125A22}" srcOrd="3" destOrd="0" presId="urn:microsoft.com/office/officeart/2005/8/layout/hierarchy2"/>
    <dgm:cxn modelId="{4B249498-7E40-4B21-A94A-98E0A2829A98}" type="presParOf" srcId="{29F55129-5288-4E4A-9BBF-B2A2A9125A22}" destId="{7F1D7330-592B-464A-B257-CC8BDD367325}" srcOrd="0" destOrd="0" presId="urn:microsoft.com/office/officeart/2005/8/layout/hierarchy2"/>
    <dgm:cxn modelId="{38B7B9F0-BBB6-4AAC-A1E6-C2CBB9550920}" type="presParOf" srcId="{29F55129-5288-4E4A-9BBF-B2A2A9125A22}" destId="{3432FD37-8615-4781-89E7-74F4FE8D9569}" srcOrd="1" destOrd="0" presId="urn:microsoft.com/office/officeart/2005/8/layout/hierarchy2"/>
    <dgm:cxn modelId="{3E81BCF0-F87B-4194-A589-694569E83695}" type="presParOf" srcId="{3432FD37-8615-4781-89E7-74F4FE8D9569}" destId="{AF919F0C-D3B0-4675-8A05-421AE7EA6329}" srcOrd="0" destOrd="0" presId="urn:microsoft.com/office/officeart/2005/8/layout/hierarchy2"/>
    <dgm:cxn modelId="{2404279D-8143-4B00-BB66-FD4F0C1F7351}" type="presParOf" srcId="{AF919F0C-D3B0-4675-8A05-421AE7EA6329}" destId="{8EF78C2E-BB62-46CA-8D2C-5DB336C2EB5D}" srcOrd="0" destOrd="0" presId="urn:microsoft.com/office/officeart/2005/8/layout/hierarchy2"/>
    <dgm:cxn modelId="{9934F855-9770-418A-B5D9-DD1DE6C81384}" type="presParOf" srcId="{3432FD37-8615-4781-89E7-74F4FE8D9569}" destId="{E5803FE4-B658-4D77-9C56-9327F7D02E57}" srcOrd="1" destOrd="0" presId="urn:microsoft.com/office/officeart/2005/8/layout/hierarchy2"/>
    <dgm:cxn modelId="{0785371C-04D0-46CA-8F8C-D20DBBBDA1A8}" type="presParOf" srcId="{E5803FE4-B658-4D77-9C56-9327F7D02E57}" destId="{F568B395-4AE8-41FF-955A-729C5CBC6CC0}" srcOrd="0" destOrd="0" presId="urn:microsoft.com/office/officeart/2005/8/layout/hierarchy2"/>
    <dgm:cxn modelId="{C2AC4EA0-C4EF-4B3F-B01D-8469D886097D}" type="presParOf" srcId="{E5803FE4-B658-4D77-9C56-9327F7D02E57}" destId="{7B8AE765-A9C8-424D-B90B-D1DDAD81CD5E}" srcOrd="1" destOrd="0" presId="urn:microsoft.com/office/officeart/2005/8/layout/hierarchy2"/>
    <dgm:cxn modelId="{33F39DF3-C5F4-41D1-9F1A-94CDC47E0036}" type="presParOf" srcId="{527C7936-5CD7-4473-941E-735BA5779286}" destId="{CCA14011-EFA3-4EA7-97AD-2FD54FA1DE20}" srcOrd="4" destOrd="0" presId="urn:microsoft.com/office/officeart/2005/8/layout/hierarchy2"/>
    <dgm:cxn modelId="{1B9FEA29-6AB7-4316-9C81-76C3B8C93668}" type="presParOf" srcId="{CCA14011-EFA3-4EA7-97AD-2FD54FA1DE20}" destId="{F4C90B94-2AA9-412F-8E57-8411944D1049}" srcOrd="0" destOrd="0" presId="urn:microsoft.com/office/officeart/2005/8/layout/hierarchy2"/>
    <dgm:cxn modelId="{EE056F17-1CCC-47F3-88F0-A2927A58371A}" type="presParOf" srcId="{527C7936-5CD7-4473-941E-735BA5779286}" destId="{050E7A25-6CB3-4141-BDDB-90DE3EF6C58A}" srcOrd="5" destOrd="0" presId="urn:microsoft.com/office/officeart/2005/8/layout/hierarchy2"/>
    <dgm:cxn modelId="{E15B4535-B2BC-4B5B-9C9D-A8C510CACC50}" type="presParOf" srcId="{050E7A25-6CB3-4141-BDDB-90DE3EF6C58A}" destId="{E23154D6-1286-42D1-A2F8-0687BFB08A15}" srcOrd="0" destOrd="0" presId="urn:microsoft.com/office/officeart/2005/8/layout/hierarchy2"/>
    <dgm:cxn modelId="{601EBC21-4D8B-4BE3-B13D-C0AADD8BED5A}" type="presParOf" srcId="{050E7A25-6CB3-4141-BDDB-90DE3EF6C58A}" destId="{C53A5B4B-F10B-4F4B-9CA2-DEC77E901036}" srcOrd="1" destOrd="0" presId="urn:microsoft.com/office/officeart/2005/8/layout/hierarchy2"/>
    <dgm:cxn modelId="{1ACB0C8D-EAAE-4D43-9B14-12BB25E5A71E}" type="presParOf" srcId="{C53A5B4B-F10B-4F4B-9CA2-DEC77E901036}" destId="{A88A2A4B-E057-475F-BD60-1518C88EC744}" srcOrd="0" destOrd="0" presId="urn:microsoft.com/office/officeart/2005/8/layout/hierarchy2"/>
    <dgm:cxn modelId="{C35A7C8E-9CEB-494E-B51E-E87EA88E059B}" type="presParOf" srcId="{A88A2A4B-E057-475F-BD60-1518C88EC744}" destId="{80A324EE-3118-403B-930E-D270B83599C5}" srcOrd="0" destOrd="0" presId="urn:microsoft.com/office/officeart/2005/8/layout/hierarchy2"/>
    <dgm:cxn modelId="{E53793A2-ACFB-49D1-B411-B7EC8DC7A155}" type="presParOf" srcId="{C53A5B4B-F10B-4F4B-9CA2-DEC77E901036}" destId="{7FF8EB1D-6BC6-4D5E-B434-277A9B1AED77}" srcOrd="1" destOrd="0" presId="urn:microsoft.com/office/officeart/2005/8/layout/hierarchy2"/>
    <dgm:cxn modelId="{CECA27CF-5D76-4758-A909-80036327FC3F}" type="presParOf" srcId="{7FF8EB1D-6BC6-4D5E-B434-277A9B1AED77}" destId="{DBA1A94C-9E9B-4A0B-A42D-58DFF72D7B58}" srcOrd="0" destOrd="0" presId="urn:microsoft.com/office/officeart/2005/8/layout/hierarchy2"/>
    <dgm:cxn modelId="{1CA15FE8-7EF0-4301-A56E-6A56B219B465}" type="presParOf" srcId="{7FF8EB1D-6BC6-4D5E-B434-277A9B1AED77}" destId="{37CC0C28-741E-43C7-AA28-31F95C6367BE}" srcOrd="1" destOrd="0" presId="urn:microsoft.com/office/officeart/2005/8/layout/hierarchy2"/>
    <dgm:cxn modelId="{3F644A5A-7590-4622-A7D0-992EFDFC2849}" type="presParOf" srcId="{37CC0C28-741E-43C7-AA28-31F95C6367BE}" destId="{33E9F206-D276-4A23-BA67-9AA1A10A4526}" srcOrd="0" destOrd="0" presId="urn:microsoft.com/office/officeart/2005/8/layout/hierarchy2"/>
    <dgm:cxn modelId="{37BF02BC-5189-4ACF-82C0-E4FF26F547B6}" type="presParOf" srcId="{33E9F206-D276-4A23-BA67-9AA1A10A4526}" destId="{89F703F2-8060-45BF-B8E4-9FA789BDA7DF}" srcOrd="0" destOrd="0" presId="urn:microsoft.com/office/officeart/2005/8/layout/hierarchy2"/>
    <dgm:cxn modelId="{C69487CE-C645-4571-9FFA-A32048AF9A4C}" type="presParOf" srcId="{37CC0C28-741E-43C7-AA28-31F95C6367BE}" destId="{5731DC1B-4FDA-4AA2-9C5C-BCACDD2A1FE4}" srcOrd="1" destOrd="0" presId="urn:microsoft.com/office/officeart/2005/8/layout/hierarchy2"/>
    <dgm:cxn modelId="{E6934229-ABF4-43E0-95EB-A75B75FCD375}" type="presParOf" srcId="{5731DC1B-4FDA-4AA2-9C5C-BCACDD2A1FE4}" destId="{7072FE84-83A5-4E10-9BB3-D8A0C463BD96}" srcOrd="0" destOrd="0" presId="urn:microsoft.com/office/officeart/2005/8/layout/hierarchy2"/>
    <dgm:cxn modelId="{8F230C6C-D1A6-4C1D-8403-03D1EE210107}" type="presParOf" srcId="{5731DC1B-4FDA-4AA2-9C5C-BCACDD2A1FE4}" destId="{043C4DD8-7DCA-4640-BACB-8D6B11B65E06}" srcOrd="1" destOrd="0" presId="urn:microsoft.com/office/officeart/2005/8/layout/hierarchy2"/>
    <dgm:cxn modelId="{21B8F837-6398-464D-B1F4-41023AE92C38}" type="presParOf" srcId="{C53A5B4B-F10B-4F4B-9CA2-DEC77E901036}" destId="{100AEC06-EDDE-47D7-BBCE-B98A116499A0}" srcOrd="2" destOrd="0" presId="urn:microsoft.com/office/officeart/2005/8/layout/hierarchy2"/>
    <dgm:cxn modelId="{5EA85B56-D05E-48D0-B291-17772E8903A1}" type="presParOf" srcId="{100AEC06-EDDE-47D7-BBCE-B98A116499A0}" destId="{19BC2DDA-C041-4592-9D2F-EAFBBCD4A762}" srcOrd="0" destOrd="0" presId="urn:microsoft.com/office/officeart/2005/8/layout/hierarchy2"/>
    <dgm:cxn modelId="{F0473591-4348-461C-8D60-ED726BA118D6}" type="presParOf" srcId="{C53A5B4B-F10B-4F4B-9CA2-DEC77E901036}" destId="{4FA69742-1C7F-4BA9-910D-142A9A8DC817}" srcOrd="3" destOrd="0" presId="urn:microsoft.com/office/officeart/2005/8/layout/hierarchy2"/>
    <dgm:cxn modelId="{23177D88-34DD-400D-9466-EFB37586DB83}" type="presParOf" srcId="{4FA69742-1C7F-4BA9-910D-142A9A8DC817}" destId="{0759E216-B6CB-4A04-806A-BB17CDA8F6BB}" srcOrd="0" destOrd="0" presId="urn:microsoft.com/office/officeart/2005/8/layout/hierarchy2"/>
    <dgm:cxn modelId="{916C4E22-08DE-44FA-87C0-14D0E0D0D6BD}" type="presParOf" srcId="{4FA69742-1C7F-4BA9-910D-142A9A8DC817}" destId="{2AA6AD56-D15D-4B83-A122-31FA75E70977}" srcOrd="1" destOrd="0" presId="urn:microsoft.com/office/officeart/2005/8/layout/hierarchy2"/>
    <dgm:cxn modelId="{A246A24E-E9A6-44F8-88E9-5F2543141108}" type="presParOf" srcId="{2AA6AD56-D15D-4B83-A122-31FA75E70977}" destId="{3DFF0752-00CB-41A4-BE70-33E0B40A0077}" srcOrd="0" destOrd="0" presId="urn:microsoft.com/office/officeart/2005/8/layout/hierarchy2"/>
    <dgm:cxn modelId="{311ABF31-6823-46E6-A705-683C19F7450C}" type="presParOf" srcId="{3DFF0752-00CB-41A4-BE70-33E0B40A0077}" destId="{070A88D9-DB91-40A8-9101-5D53991D160E}" srcOrd="0" destOrd="0" presId="urn:microsoft.com/office/officeart/2005/8/layout/hierarchy2"/>
    <dgm:cxn modelId="{D4E5C78D-7F1D-41E6-979F-27D22942F63C}" type="presParOf" srcId="{2AA6AD56-D15D-4B83-A122-31FA75E70977}" destId="{D5D8DA58-E9FF-4833-B8AF-39264CDDE52A}" srcOrd="1" destOrd="0" presId="urn:microsoft.com/office/officeart/2005/8/layout/hierarchy2"/>
    <dgm:cxn modelId="{3A84217F-49A1-4A1A-AA00-E356A7572612}" type="presParOf" srcId="{D5D8DA58-E9FF-4833-B8AF-39264CDDE52A}" destId="{DBA7DFE3-C36B-42BF-81E3-D686025FB760}" srcOrd="0" destOrd="0" presId="urn:microsoft.com/office/officeart/2005/8/layout/hierarchy2"/>
    <dgm:cxn modelId="{762474FB-CE07-4280-8653-1538069E7194}" type="presParOf" srcId="{D5D8DA58-E9FF-4833-B8AF-39264CDDE52A}" destId="{FA876DDB-46D3-4020-8BEA-640C4CA3655B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AEF9B37-C2FA-479A-B442-6A2F012ACB5E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 phldr="1"/>
      <dgm:spPr/>
    </dgm:pt>
    <dgm:pt modelId="{7F7949AB-2F5E-43D8-BB94-1F3C41960C5D}">
      <dgm:prSet phldrT="[Texte]"/>
      <dgm:spPr>
        <a:solidFill>
          <a:srgbClr val="EC7B2B">
            <a:alpha val="50000"/>
          </a:srgbClr>
        </a:solidFill>
      </dgm:spPr>
      <dgm:t>
        <a:bodyPr/>
        <a:lstStyle/>
        <a:p>
          <a:r>
            <a:rPr lang="en-US" dirty="0"/>
            <a:t>Our Community</a:t>
          </a:r>
        </a:p>
      </dgm:t>
    </dgm:pt>
    <dgm:pt modelId="{898C6BB1-8406-4409-AAA1-565D1493812B}" type="parTrans" cxnId="{FC5B4A90-6E99-4E69-A1D5-1A1F2E1B1CE8}">
      <dgm:prSet/>
      <dgm:spPr/>
      <dgm:t>
        <a:bodyPr/>
        <a:lstStyle/>
        <a:p>
          <a:endParaRPr lang="en-US"/>
        </a:p>
      </dgm:t>
    </dgm:pt>
    <dgm:pt modelId="{0A7502C8-ED57-4A40-9DB2-E3F45807F37E}" type="sibTrans" cxnId="{FC5B4A90-6E99-4E69-A1D5-1A1F2E1B1CE8}">
      <dgm:prSet/>
      <dgm:spPr/>
      <dgm:t>
        <a:bodyPr/>
        <a:lstStyle/>
        <a:p>
          <a:endParaRPr lang="en-US"/>
        </a:p>
      </dgm:t>
    </dgm:pt>
    <dgm:pt modelId="{8E7C3095-5486-4C26-804D-DEE06CCCF27D}">
      <dgm:prSet phldrT="[Texte]"/>
      <dgm:spPr/>
      <dgm:t>
        <a:bodyPr/>
        <a:lstStyle/>
        <a:p>
          <a:r>
            <a:rPr lang="en-US" dirty="0"/>
            <a:t>Community B</a:t>
          </a:r>
        </a:p>
      </dgm:t>
    </dgm:pt>
    <dgm:pt modelId="{280A553E-C3F6-410F-A68D-2F86B30E3AC3}" type="parTrans" cxnId="{71DAA70E-5D38-40A7-B45A-4E23299070BE}">
      <dgm:prSet/>
      <dgm:spPr/>
      <dgm:t>
        <a:bodyPr/>
        <a:lstStyle/>
        <a:p>
          <a:endParaRPr lang="en-US"/>
        </a:p>
      </dgm:t>
    </dgm:pt>
    <dgm:pt modelId="{B921F38F-DF1A-4EB6-A277-983549C3B85D}" type="sibTrans" cxnId="{71DAA70E-5D38-40A7-B45A-4E23299070BE}">
      <dgm:prSet/>
      <dgm:spPr/>
      <dgm:t>
        <a:bodyPr/>
        <a:lstStyle/>
        <a:p>
          <a:endParaRPr lang="en-US"/>
        </a:p>
      </dgm:t>
    </dgm:pt>
    <dgm:pt modelId="{255050DE-336F-49DB-890A-38CCD4B563FE}" type="pres">
      <dgm:prSet presAssocID="{FAEF9B37-C2FA-479A-B442-6A2F012ACB5E}" presName="compositeShape" presStyleCnt="0">
        <dgm:presLayoutVars>
          <dgm:chMax val="7"/>
          <dgm:dir/>
          <dgm:resizeHandles val="exact"/>
        </dgm:presLayoutVars>
      </dgm:prSet>
      <dgm:spPr/>
    </dgm:pt>
    <dgm:pt modelId="{A8AA3E52-F105-4DEF-93EE-5CF362D8832C}" type="pres">
      <dgm:prSet presAssocID="{7F7949AB-2F5E-43D8-BB94-1F3C41960C5D}" presName="circ1" presStyleLbl="vennNode1" presStyleIdx="0" presStyleCnt="2"/>
      <dgm:spPr/>
    </dgm:pt>
    <dgm:pt modelId="{3CEAF3B5-D34E-4D44-89E1-DCB066EC384E}" type="pres">
      <dgm:prSet presAssocID="{7F7949AB-2F5E-43D8-BB94-1F3C41960C5D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ADD6E9E-1418-47E4-BF3C-CC6F38261B07}" type="pres">
      <dgm:prSet presAssocID="{8E7C3095-5486-4C26-804D-DEE06CCCF27D}" presName="circ2" presStyleLbl="vennNode1" presStyleIdx="1" presStyleCnt="2" custLinFactNeighborX="-2487" custLinFactNeighborY="0"/>
      <dgm:spPr/>
    </dgm:pt>
    <dgm:pt modelId="{313338B8-F045-4C10-9864-745578F506A3}" type="pres">
      <dgm:prSet presAssocID="{8E7C3095-5486-4C26-804D-DEE06CCCF27D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AC577907-EC2E-4E12-8608-0D93CC490E3E}" type="presOf" srcId="{7F7949AB-2F5E-43D8-BB94-1F3C41960C5D}" destId="{A8AA3E52-F105-4DEF-93EE-5CF362D8832C}" srcOrd="0" destOrd="0" presId="urn:microsoft.com/office/officeart/2005/8/layout/venn1"/>
    <dgm:cxn modelId="{71DAA70E-5D38-40A7-B45A-4E23299070BE}" srcId="{FAEF9B37-C2FA-479A-B442-6A2F012ACB5E}" destId="{8E7C3095-5486-4C26-804D-DEE06CCCF27D}" srcOrd="1" destOrd="0" parTransId="{280A553E-C3F6-410F-A68D-2F86B30E3AC3}" sibTransId="{B921F38F-DF1A-4EB6-A277-983549C3B85D}"/>
    <dgm:cxn modelId="{1BC2005D-FC68-421C-9D34-302485AFE9A1}" type="presOf" srcId="{FAEF9B37-C2FA-479A-B442-6A2F012ACB5E}" destId="{255050DE-336F-49DB-890A-38CCD4B563FE}" srcOrd="0" destOrd="0" presId="urn:microsoft.com/office/officeart/2005/8/layout/venn1"/>
    <dgm:cxn modelId="{88FB5377-B651-4ED7-A3CD-527920458D2C}" type="presOf" srcId="{7F7949AB-2F5E-43D8-BB94-1F3C41960C5D}" destId="{3CEAF3B5-D34E-4D44-89E1-DCB066EC384E}" srcOrd="1" destOrd="0" presId="urn:microsoft.com/office/officeart/2005/8/layout/venn1"/>
    <dgm:cxn modelId="{C5E38A7F-247F-4B6E-9EFE-113A47679DC8}" type="presOf" srcId="{8E7C3095-5486-4C26-804D-DEE06CCCF27D}" destId="{313338B8-F045-4C10-9864-745578F506A3}" srcOrd="1" destOrd="0" presId="urn:microsoft.com/office/officeart/2005/8/layout/venn1"/>
    <dgm:cxn modelId="{FC5B4A90-6E99-4E69-A1D5-1A1F2E1B1CE8}" srcId="{FAEF9B37-C2FA-479A-B442-6A2F012ACB5E}" destId="{7F7949AB-2F5E-43D8-BB94-1F3C41960C5D}" srcOrd="0" destOrd="0" parTransId="{898C6BB1-8406-4409-AAA1-565D1493812B}" sibTransId="{0A7502C8-ED57-4A40-9DB2-E3F45807F37E}"/>
    <dgm:cxn modelId="{CC62E4FB-707A-4312-A213-CB105DA5C81C}" type="presOf" srcId="{8E7C3095-5486-4C26-804D-DEE06CCCF27D}" destId="{4ADD6E9E-1418-47E4-BF3C-CC6F38261B07}" srcOrd="0" destOrd="0" presId="urn:microsoft.com/office/officeart/2005/8/layout/venn1"/>
    <dgm:cxn modelId="{D81960B2-5A1F-4234-B3AF-06ACF7D91800}" type="presParOf" srcId="{255050DE-336F-49DB-890A-38CCD4B563FE}" destId="{A8AA3E52-F105-4DEF-93EE-5CF362D8832C}" srcOrd="0" destOrd="0" presId="urn:microsoft.com/office/officeart/2005/8/layout/venn1"/>
    <dgm:cxn modelId="{891C48AB-759F-4618-B6BF-CD89EEB640E3}" type="presParOf" srcId="{255050DE-336F-49DB-890A-38CCD4B563FE}" destId="{3CEAF3B5-D34E-4D44-89E1-DCB066EC384E}" srcOrd="1" destOrd="0" presId="urn:microsoft.com/office/officeart/2005/8/layout/venn1"/>
    <dgm:cxn modelId="{42021308-5C7F-46D3-91F7-284246EAA1AB}" type="presParOf" srcId="{255050DE-336F-49DB-890A-38CCD4B563FE}" destId="{4ADD6E9E-1418-47E4-BF3C-CC6F38261B07}" srcOrd="2" destOrd="0" presId="urn:microsoft.com/office/officeart/2005/8/layout/venn1"/>
    <dgm:cxn modelId="{7E25ABB4-3E23-4E35-9609-F030F7D61248}" type="presParOf" srcId="{255050DE-336F-49DB-890A-38CCD4B563FE}" destId="{313338B8-F045-4C10-9864-745578F506A3}" srcOrd="3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00D229A-19A0-433C-A6C6-72B1E95EA3A7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C74915A-8638-408F-AF12-34C5BD84E326}">
      <dgm:prSet phldrT="[Texte]"/>
      <dgm:spPr>
        <a:solidFill>
          <a:schemeClr val="tx1"/>
        </a:solidFill>
      </dgm:spPr>
      <dgm:t>
        <a:bodyPr/>
        <a:lstStyle/>
        <a:p>
          <a:r>
            <a:rPr lang="en-US" dirty="0"/>
            <a:t>Compete</a:t>
          </a:r>
        </a:p>
      </dgm:t>
    </dgm:pt>
    <dgm:pt modelId="{4D30B0F8-992E-4213-BCF8-71A32C146541}" type="parTrans" cxnId="{1862B903-8844-4263-8004-B8EE735C6A66}">
      <dgm:prSet/>
      <dgm:spPr/>
      <dgm:t>
        <a:bodyPr/>
        <a:lstStyle/>
        <a:p>
          <a:endParaRPr lang="en-US"/>
        </a:p>
      </dgm:t>
    </dgm:pt>
    <dgm:pt modelId="{E0CD23B3-0E1C-48A8-A4E5-19CA824E17DA}" type="sibTrans" cxnId="{1862B903-8844-4263-8004-B8EE735C6A66}">
      <dgm:prSet/>
      <dgm:spPr/>
      <dgm:t>
        <a:bodyPr/>
        <a:lstStyle/>
        <a:p>
          <a:endParaRPr lang="en-US"/>
        </a:p>
      </dgm:t>
    </dgm:pt>
    <dgm:pt modelId="{8493C182-2520-438D-BE72-764BCA5FF4AE}">
      <dgm:prSet phldrT="[Texte]"/>
      <dgm:spPr>
        <a:solidFill>
          <a:schemeClr val="tx1"/>
        </a:solidFill>
      </dgm:spPr>
      <dgm:t>
        <a:bodyPr/>
        <a:lstStyle/>
        <a:p>
          <a:r>
            <a:rPr lang="en-US" dirty="0"/>
            <a:t>The best way wins or dominates</a:t>
          </a:r>
        </a:p>
      </dgm:t>
    </dgm:pt>
    <dgm:pt modelId="{1FB112A8-5112-493E-828F-B800085E17EE}" type="parTrans" cxnId="{1ADFB680-1104-464F-A07E-95F1D2C360BA}">
      <dgm:prSet/>
      <dgm:spPr/>
      <dgm:t>
        <a:bodyPr/>
        <a:lstStyle/>
        <a:p>
          <a:endParaRPr lang="en-US"/>
        </a:p>
      </dgm:t>
    </dgm:pt>
    <dgm:pt modelId="{44B26CDE-3A9B-4222-9A8A-30385CB4EC57}" type="sibTrans" cxnId="{1ADFB680-1104-464F-A07E-95F1D2C360BA}">
      <dgm:prSet/>
      <dgm:spPr/>
      <dgm:t>
        <a:bodyPr/>
        <a:lstStyle/>
        <a:p>
          <a:endParaRPr lang="en-US"/>
        </a:p>
      </dgm:t>
    </dgm:pt>
    <dgm:pt modelId="{2A7931A8-D178-4453-9E69-0ED76931D554}">
      <dgm:prSet phldrT="[Texte]"/>
      <dgm:spPr/>
      <dgm:t>
        <a:bodyPr/>
        <a:lstStyle/>
        <a:p>
          <a:r>
            <a:rPr lang="en-US" dirty="0"/>
            <a:t>Integrate</a:t>
          </a:r>
        </a:p>
      </dgm:t>
    </dgm:pt>
    <dgm:pt modelId="{B833E9EF-C990-4654-A909-7131C3EEA37F}" type="parTrans" cxnId="{9A0867FE-8576-44D3-84AC-D0116EDAF954}">
      <dgm:prSet/>
      <dgm:spPr/>
      <dgm:t>
        <a:bodyPr/>
        <a:lstStyle/>
        <a:p>
          <a:endParaRPr lang="en-US"/>
        </a:p>
      </dgm:t>
    </dgm:pt>
    <dgm:pt modelId="{669408E8-A2E0-4682-A0D0-6D8D3F84BA3D}" type="sibTrans" cxnId="{9A0867FE-8576-44D3-84AC-D0116EDAF954}">
      <dgm:prSet/>
      <dgm:spPr/>
      <dgm:t>
        <a:bodyPr/>
        <a:lstStyle/>
        <a:p>
          <a:endParaRPr lang="en-US"/>
        </a:p>
      </dgm:t>
    </dgm:pt>
    <dgm:pt modelId="{92339BD1-AB1B-49C1-8C74-0C1FECA4B413}">
      <dgm:prSet phldrT="[Texte]"/>
      <dgm:spPr/>
      <dgm:t>
        <a:bodyPr/>
        <a:lstStyle/>
        <a:p>
          <a:r>
            <a:rPr lang="en-US" dirty="0"/>
            <a:t>Synergy</a:t>
          </a:r>
        </a:p>
      </dgm:t>
    </dgm:pt>
    <dgm:pt modelId="{B68476FA-7658-469C-9F7B-D39B0EFA4847}" type="parTrans" cxnId="{BF75B9EB-5631-4C68-8F86-4C93D3EFB13B}">
      <dgm:prSet/>
      <dgm:spPr/>
      <dgm:t>
        <a:bodyPr/>
        <a:lstStyle/>
        <a:p>
          <a:endParaRPr lang="en-US"/>
        </a:p>
      </dgm:t>
    </dgm:pt>
    <dgm:pt modelId="{5B755510-9C2D-462D-9DC3-BAAF744C5771}" type="sibTrans" cxnId="{BF75B9EB-5631-4C68-8F86-4C93D3EFB13B}">
      <dgm:prSet/>
      <dgm:spPr/>
      <dgm:t>
        <a:bodyPr/>
        <a:lstStyle/>
        <a:p>
          <a:endParaRPr lang="en-US"/>
        </a:p>
      </dgm:t>
    </dgm:pt>
    <dgm:pt modelId="{DCF9BA05-DC0F-4D0A-A6AB-E299A13C7337}">
      <dgm:prSet phldrT="[Texte]"/>
      <dgm:spPr>
        <a:solidFill>
          <a:srgbClr val="EC7B2B"/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Differentiate</a:t>
          </a:r>
        </a:p>
      </dgm:t>
    </dgm:pt>
    <dgm:pt modelId="{680E9281-1BAA-47BA-8188-0A479C1F719F}" type="parTrans" cxnId="{EF3D553E-CFF7-48FB-946A-517FD4D25920}">
      <dgm:prSet/>
      <dgm:spPr/>
      <dgm:t>
        <a:bodyPr/>
        <a:lstStyle/>
        <a:p>
          <a:endParaRPr lang="en-US"/>
        </a:p>
      </dgm:t>
    </dgm:pt>
    <dgm:pt modelId="{A28A60F1-557D-4854-949F-49C8D6BEBE29}" type="sibTrans" cxnId="{EF3D553E-CFF7-48FB-946A-517FD4D25920}">
      <dgm:prSet/>
      <dgm:spPr/>
      <dgm:t>
        <a:bodyPr/>
        <a:lstStyle/>
        <a:p>
          <a:endParaRPr lang="en-US"/>
        </a:p>
      </dgm:t>
    </dgm:pt>
    <dgm:pt modelId="{1791073C-7326-4754-9166-F64EF026F387}">
      <dgm:prSet phldrT="[Texte]"/>
      <dgm:spPr>
        <a:solidFill>
          <a:srgbClr val="EC7B2B"/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A &amp; B end up providing different values to different segments</a:t>
          </a:r>
        </a:p>
      </dgm:t>
    </dgm:pt>
    <dgm:pt modelId="{D0DC83D4-F37F-49B7-B7E8-3C460A80E041}" type="parTrans" cxnId="{FA14E994-B64E-4847-B100-6803B1508512}">
      <dgm:prSet/>
      <dgm:spPr/>
      <dgm:t>
        <a:bodyPr/>
        <a:lstStyle/>
        <a:p>
          <a:endParaRPr lang="en-US"/>
        </a:p>
      </dgm:t>
    </dgm:pt>
    <dgm:pt modelId="{2896815A-3E77-47EB-81E9-C0E691348858}" type="sibTrans" cxnId="{FA14E994-B64E-4847-B100-6803B1508512}">
      <dgm:prSet/>
      <dgm:spPr/>
      <dgm:t>
        <a:bodyPr/>
        <a:lstStyle/>
        <a:p>
          <a:endParaRPr lang="en-US"/>
        </a:p>
      </dgm:t>
    </dgm:pt>
    <dgm:pt modelId="{465DAE4E-9FBE-4CDB-B2C0-7C5A6B5927FC}">
      <dgm:prSet phldrT="[Texte]"/>
      <dgm:spPr>
        <a:solidFill>
          <a:srgbClr val="EC7B2B"/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Market specialization</a:t>
          </a:r>
        </a:p>
      </dgm:t>
    </dgm:pt>
    <dgm:pt modelId="{11FFDD26-19D9-4197-A2F7-6FB69D36D9A9}" type="parTrans" cxnId="{4BAA5342-2C93-41EB-A01B-3E578B1E89E5}">
      <dgm:prSet/>
      <dgm:spPr/>
      <dgm:t>
        <a:bodyPr/>
        <a:lstStyle/>
        <a:p>
          <a:endParaRPr lang="en-US"/>
        </a:p>
      </dgm:t>
    </dgm:pt>
    <dgm:pt modelId="{87A08ED3-D919-418F-BA63-B924B3780267}" type="sibTrans" cxnId="{4BAA5342-2C93-41EB-A01B-3E578B1E89E5}">
      <dgm:prSet/>
      <dgm:spPr/>
      <dgm:t>
        <a:bodyPr/>
        <a:lstStyle/>
        <a:p>
          <a:endParaRPr lang="en-US"/>
        </a:p>
      </dgm:t>
    </dgm:pt>
    <dgm:pt modelId="{4312D84B-AC9C-46C9-9D2D-22D476F32168}">
      <dgm:prSet phldrT="[Texte]"/>
      <dgm:spPr>
        <a:solidFill>
          <a:schemeClr val="tx1"/>
        </a:solidFill>
      </dgm:spPr>
      <dgm:t>
        <a:bodyPr/>
        <a:lstStyle/>
        <a:p>
          <a:r>
            <a:rPr lang="en-US" dirty="0"/>
            <a:t>A &amp; B have different ways to provide the value</a:t>
          </a:r>
        </a:p>
      </dgm:t>
    </dgm:pt>
    <dgm:pt modelId="{6A0345A6-3438-41FE-8371-8EFA993CF6BC}" type="parTrans" cxnId="{9B625706-639C-452C-BD06-C7D6D733F6AB}">
      <dgm:prSet/>
      <dgm:spPr/>
      <dgm:t>
        <a:bodyPr/>
        <a:lstStyle/>
        <a:p>
          <a:endParaRPr lang="en-US"/>
        </a:p>
      </dgm:t>
    </dgm:pt>
    <dgm:pt modelId="{6C144A02-5546-486E-AFE8-B75DA707EF46}" type="sibTrans" cxnId="{9B625706-639C-452C-BD06-C7D6D733F6AB}">
      <dgm:prSet/>
      <dgm:spPr/>
      <dgm:t>
        <a:bodyPr/>
        <a:lstStyle/>
        <a:p>
          <a:endParaRPr lang="en-US"/>
        </a:p>
      </dgm:t>
    </dgm:pt>
    <dgm:pt modelId="{35C328DD-3A99-4823-802D-EE83F4E75910}">
      <dgm:prSet phldrT="[Texte]"/>
      <dgm:spPr/>
      <dgm:t>
        <a:bodyPr/>
        <a:lstStyle/>
        <a:p>
          <a:r>
            <a:rPr lang="en-US" dirty="0"/>
            <a:t>A &amp; B merge their powers </a:t>
          </a:r>
        </a:p>
      </dgm:t>
    </dgm:pt>
    <dgm:pt modelId="{F899B7F7-BEDE-4986-9E71-A32596EA0B27}" type="parTrans" cxnId="{7366B87C-7DF8-41F1-85E4-F7001A9C07AC}">
      <dgm:prSet/>
      <dgm:spPr/>
      <dgm:t>
        <a:bodyPr/>
        <a:lstStyle/>
        <a:p>
          <a:endParaRPr lang="en-US"/>
        </a:p>
      </dgm:t>
    </dgm:pt>
    <dgm:pt modelId="{954CF4E7-CC0F-43B4-907A-F9CEB1E3A868}" type="sibTrans" cxnId="{7366B87C-7DF8-41F1-85E4-F7001A9C07AC}">
      <dgm:prSet/>
      <dgm:spPr/>
      <dgm:t>
        <a:bodyPr/>
        <a:lstStyle/>
        <a:p>
          <a:endParaRPr lang="en-US"/>
        </a:p>
      </dgm:t>
    </dgm:pt>
    <dgm:pt modelId="{79FD669E-EAC1-4025-9AD2-929C55644B73}">
      <dgm:prSet phldrT="[Texte]"/>
      <dgm:spPr/>
      <dgm:t>
        <a:bodyPr/>
        <a:lstStyle/>
        <a:p>
          <a:endParaRPr lang="en-US" dirty="0"/>
        </a:p>
      </dgm:t>
    </dgm:pt>
    <dgm:pt modelId="{EBB23182-2EC9-49B2-814D-FA5231D4C237}" type="parTrans" cxnId="{95CFA4BC-BCE7-481A-BE5B-D790223268CB}">
      <dgm:prSet/>
      <dgm:spPr/>
      <dgm:t>
        <a:bodyPr/>
        <a:lstStyle/>
        <a:p>
          <a:endParaRPr lang="en-US"/>
        </a:p>
      </dgm:t>
    </dgm:pt>
    <dgm:pt modelId="{345D2A0A-C546-49C0-91E8-F6A53714D048}" type="sibTrans" cxnId="{95CFA4BC-BCE7-481A-BE5B-D790223268CB}">
      <dgm:prSet/>
      <dgm:spPr/>
      <dgm:t>
        <a:bodyPr/>
        <a:lstStyle/>
        <a:p>
          <a:endParaRPr lang="en-US"/>
        </a:p>
      </dgm:t>
    </dgm:pt>
    <dgm:pt modelId="{0192008B-16D9-45D1-8854-0581E5139FD7}">
      <dgm:prSet phldrT="[Texte]"/>
      <dgm:spPr/>
      <dgm:t>
        <a:bodyPr/>
        <a:lstStyle/>
        <a:p>
          <a:r>
            <a:rPr lang="en-US" dirty="0"/>
            <a:t>Content Curation, Common events, Common structures &amp; processes</a:t>
          </a:r>
        </a:p>
      </dgm:t>
    </dgm:pt>
    <dgm:pt modelId="{9C1BD299-4FF5-4269-91EB-E5F29AFC2678}" type="parTrans" cxnId="{B40A5765-E068-4B5E-A14F-EDEE91596FC1}">
      <dgm:prSet/>
      <dgm:spPr/>
      <dgm:t>
        <a:bodyPr/>
        <a:lstStyle/>
        <a:p>
          <a:endParaRPr lang="en-US"/>
        </a:p>
      </dgm:t>
    </dgm:pt>
    <dgm:pt modelId="{6B308F07-201F-426C-A390-159A53956FF3}" type="sibTrans" cxnId="{B40A5765-E068-4B5E-A14F-EDEE91596FC1}">
      <dgm:prSet/>
      <dgm:spPr/>
      <dgm:t>
        <a:bodyPr/>
        <a:lstStyle/>
        <a:p>
          <a:endParaRPr lang="en-US"/>
        </a:p>
      </dgm:t>
    </dgm:pt>
    <dgm:pt modelId="{15630165-C41B-457D-8BB3-163364EC3CB9}">
      <dgm:prSet phldrT="[Texte]"/>
      <dgm:spPr/>
      <dgm:t>
        <a:bodyPr/>
        <a:lstStyle/>
        <a:p>
          <a:r>
            <a:rPr lang="en-US" dirty="0"/>
            <a:t>Common governance to define</a:t>
          </a:r>
        </a:p>
      </dgm:t>
    </dgm:pt>
    <dgm:pt modelId="{D925ACE0-C79D-4FA6-A350-D27E66E02E57}" type="parTrans" cxnId="{75389648-2A80-4A17-8632-3917542F8349}">
      <dgm:prSet/>
      <dgm:spPr/>
      <dgm:t>
        <a:bodyPr/>
        <a:lstStyle/>
        <a:p>
          <a:endParaRPr lang="en-US"/>
        </a:p>
      </dgm:t>
    </dgm:pt>
    <dgm:pt modelId="{D38954D9-6AA9-4D81-9FD9-2B0A79A4A7A8}" type="sibTrans" cxnId="{75389648-2A80-4A17-8632-3917542F8349}">
      <dgm:prSet/>
      <dgm:spPr/>
      <dgm:t>
        <a:bodyPr/>
        <a:lstStyle/>
        <a:p>
          <a:endParaRPr lang="en-US"/>
        </a:p>
      </dgm:t>
    </dgm:pt>
    <dgm:pt modelId="{99D93983-FFF0-41D8-81DA-16AB75271B41}">
      <dgm:prSet phldrT="[Texte]"/>
      <dgm:spPr>
        <a:solidFill>
          <a:srgbClr val="EC7B2B"/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Co-Define the borders and Co-define the segments. Redirect.</a:t>
          </a:r>
        </a:p>
      </dgm:t>
    </dgm:pt>
    <dgm:pt modelId="{EEEA6F77-3D7F-4C15-8C47-B76817FF0C79}" type="parTrans" cxnId="{8FFB4085-A74C-42E3-85B4-D256834FA05C}">
      <dgm:prSet/>
      <dgm:spPr/>
      <dgm:t>
        <a:bodyPr/>
        <a:lstStyle/>
        <a:p>
          <a:endParaRPr lang="en-US"/>
        </a:p>
      </dgm:t>
    </dgm:pt>
    <dgm:pt modelId="{54875C49-6237-48B7-9133-0F99D503DA71}" type="sibTrans" cxnId="{8FFB4085-A74C-42E3-85B4-D256834FA05C}">
      <dgm:prSet/>
      <dgm:spPr/>
      <dgm:t>
        <a:bodyPr/>
        <a:lstStyle/>
        <a:p>
          <a:endParaRPr lang="en-US"/>
        </a:p>
      </dgm:t>
    </dgm:pt>
    <dgm:pt modelId="{EEFC3FA3-CF55-49EC-B002-68FD41B19E85}">
      <dgm:prSet phldrT="[Texte]"/>
      <dgm:spPr>
        <a:solidFill>
          <a:srgbClr val="EC7B2B"/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Agree on value segments</a:t>
          </a:r>
        </a:p>
      </dgm:t>
    </dgm:pt>
    <dgm:pt modelId="{DDC42E38-8442-426D-8A56-FCE4BDB0A8E9}" type="parTrans" cxnId="{D4E232CB-C73E-4404-8D6E-5FCAEADB5934}">
      <dgm:prSet/>
      <dgm:spPr/>
      <dgm:t>
        <a:bodyPr/>
        <a:lstStyle/>
        <a:p>
          <a:endParaRPr lang="en-US"/>
        </a:p>
      </dgm:t>
    </dgm:pt>
    <dgm:pt modelId="{AABC117D-0B20-4C74-BEC7-55F44FC387DB}" type="sibTrans" cxnId="{D4E232CB-C73E-4404-8D6E-5FCAEADB5934}">
      <dgm:prSet/>
      <dgm:spPr/>
      <dgm:t>
        <a:bodyPr/>
        <a:lstStyle/>
        <a:p>
          <a:endParaRPr lang="en-US"/>
        </a:p>
      </dgm:t>
    </dgm:pt>
    <dgm:pt modelId="{45B1E2D3-DC41-49A4-86AB-CE83AEAB44AF}" type="pres">
      <dgm:prSet presAssocID="{800D229A-19A0-433C-A6C6-72B1E95EA3A7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EBB26AF0-076C-49B3-9B15-F5D3402B3683}" type="pres">
      <dgm:prSet presAssocID="{79FD669E-EAC1-4025-9AD2-929C55644B73}" presName="root1" presStyleCnt="0"/>
      <dgm:spPr/>
    </dgm:pt>
    <dgm:pt modelId="{5A9FF5F8-D918-4C5B-8F8D-6AA97118B5B3}" type="pres">
      <dgm:prSet presAssocID="{79FD669E-EAC1-4025-9AD2-929C55644B73}" presName="LevelOneTextNode" presStyleLbl="node0" presStyleIdx="0" presStyleCnt="1">
        <dgm:presLayoutVars>
          <dgm:chPref val="3"/>
        </dgm:presLayoutVars>
      </dgm:prSet>
      <dgm:spPr/>
    </dgm:pt>
    <dgm:pt modelId="{527C7936-5CD7-4473-941E-735BA5779286}" type="pres">
      <dgm:prSet presAssocID="{79FD669E-EAC1-4025-9AD2-929C55644B73}" presName="level2hierChild" presStyleCnt="0"/>
      <dgm:spPr/>
    </dgm:pt>
    <dgm:pt modelId="{D20800DF-786F-4F46-BC8E-7C08B0011206}" type="pres">
      <dgm:prSet presAssocID="{4D30B0F8-992E-4213-BCF8-71A32C146541}" presName="conn2-1" presStyleLbl="parChTrans1D2" presStyleIdx="0" presStyleCnt="3"/>
      <dgm:spPr/>
    </dgm:pt>
    <dgm:pt modelId="{94F801FA-C5A2-4E0B-8E38-C8D9140202CF}" type="pres">
      <dgm:prSet presAssocID="{4D30B0F8-992E-4213-BCF8-71A32C146541}" presName="connTx" presStyleLbl="parChTrans1D2" presStyleIdx="0" presStyleCnt="3"/>
      <dgm:spPr/>
    </dgm:pt>
    <dgm:pt modelId="{5B96A166-B3C9-4D65-B782-51476E50FAD9}" type="pres">
      <dgm:prSet presAssocID="{FC74915A-8638-408F-AF12-34C5BD84E326}" presName="root2" presStyleCnt="0"/>
      <dgm:spPr/>
    </dgm:pt>
    <dgm:pt modelId="{337B761F-BAA9-446C-A8E3-99D1120EE415}" type="pres">
      <dgm:prSet presAssocID="{FC74915A-8638-408F-AF12-34C5BD84E326}" presName="LevelTwoTextNode" presStyleLbl="node2" presStyleIdx="0" presStyleCnt="3">
        <dgm:presLayoutVars>
          <dgm:chPref val="3"/>
        </dgm:presLayoutVars>
      </dgm:prSet>
      <dgm:spPr/>
    </dgm:pt>
    <dgm:pt modelId="{A22D8E5D-C12C-457C-8083-D79AD682A8FC}" type="pres">
      <dgm:prSet presAssocID="{FC74915A-8638-408F-AF12-34C5BD84E326}" presName="level3hierChild" presStyleCnt="0"/>
      <dgm:spPr/>
    </dgm:pt>
    <dgm:pt modelId="{64ED4F26-6F6D-4A7A-BB9C-168A4173F247}" type="pres">
      <dgm:prSet presAssocID="{6A0345A6-3438-41FE-8371-8EFA993CF6BC}" presName="conn2-1" presStyleLbl="parChTrans1D3" presStyleIdx="0" presStyleCnt="6"/>
      <dgm:spPr/>
    </dgm:pt>
    <dgm:pt modelId="{77DCE99B-C449-410F-9235-83A71CB4E136}" type="pres">
      <dgm:prSet presAssocID="{6A0345A6-3438-41FE-8371-8EFA993CF6BC}" presName="connTx" presStyleLbl="parChTrans1D3" presStyleIdx="0" presStyleCnt="6"/>
      <dgm:spPr/>
    </dgm:pt>
    <dgm:pt modelId="{6EE3EA7E-5B63-4258-B99A-036FCB8ECA99}" type="pres">
      <dgm:prSet presAssocID="{4312D84B-AC9C-46C9-9D2D-22D476F32168}" presName="root2" presStyleCnt="0"/>
      <dgm:spPr/>
    </dgm:pt>
    <dgm:pt modelId="{713C6B1F-5D5E-4D8A-B185-2B84207921A9}" type="pres">
      <dgm:prSet presAssocID="{4312D84B-AC9C-46C9-9D2D-22D476F32168}" presName="LevelTwoTextNode" presStyleLbl="node3" presStyleIdx="0" presStyleCnt="6">
        <dgm:presLayoutVars>
          <dgm:chPref val="3"/>
        </dgm:presLayoutVars>
      </dgm:prSet>
      <dgm:spPr/>
    </dgm:pt>
    <dgm:pt modelId="{0FC25E09-2D2C-42B1-AFC5-EE2EDA3EC4DB}" type="pres">
      <dgm:prSet presAssocID="{4312D84B-AC9C-46C9-9D2D-22D476F32168}" presName="level3hierChild" presStyleCnt="0"/>
      <dgm:spPr/>
    </dgm:pt>
    <dgm:pt modelId="{3C78C75D-17CC-4FDF-8F37-5F0B527EFE85}" type="pres">
      <dgm:prSet presAssocID="{1FB112A8-5112-493E-828F-B800085E17EE}" presName="conn2-1" presStyleLbl="parChTrans1D3" presStyleIdx="1" presStyleCnt="6"/>
      <dgm:spPr/>
    </dgm:pt>
    <dgm:pt modelId="{FA4A68EB-B181-40A3-A138-DA0EA6689D19}" type="pres">
      <dgm:prSet presAssocID="{1FB112A8-5112-493E-828F-B800085E17EE}" presName="connTx" presStyleLbl="parChTrans1D3" presStyleIdx="1" presStyleCnt="6"/>
      <dgm:spPr/>
    </dgm:pt>
    <dgm:pt modelId="{5CD5D021-47DC-40DC-840B-4CF6859B3619}" type="pres">
      <dgm:prSet presAssocID="{8493C182-2520-438D-BE72-764BCA5FF4AE}" presName="root2" presStyleCnt="0"/>
      <dgm:spPr/>
    </dgm:pt>
    <dgm:pt modelId="{47772240-F486-4145-836D-AB0E8AD0B855}" type="pres">
      <dgm:prSet presAssocID="{8493C182-2520-438D-BE72-764BCA5FF4AE}" presName="LevelTwoTextNode" presStyleLbl="node3" presStyleIdx="1" presStyleCnt="6">
        <dgm:presLayoutVars>
          <dgm:chPref val="3"/>
        </dgm:presLayoutVars>
      </dgm:prSet>
      <dgm:spPr/>
    </dgm:pt>
    <dgm:pt modelId="{4707EDAD-C36A-4191-9D08-049FA539A2AA}" type="pres">
      <dgm:prSet presAssocID="{8493C182-2520-438D-BE72-764BCA5FF4AE}" presName="level3hierChild" presStyleCnt="0"/>
      <dgm:spPr/>
    </dgm:pt>
    <dgm:pt modelId="{15BBA178-4DA1-4DFF-9F1B-41EA3B61A245}" type="pres">
      <dgm:prSet presAssocID="{B833E9EF-C990-4654-A909-7131C3EEA37F}" presName="conn2-1" presStyleLbl="parChTrans1D2" presStyleIdx="1" presStyleCnt="3"/>
      <dgm:spPr/>
    </dgm:pt>
    <dgm:pt modelId="{047509D2-5553-4EAA-B72E-D6FFC04C6B66}" type="pres">
      <dgm:prSet presAssocID="{B833E9EF-C990-4654-A909-7131C3EEA37F}" presName="connTx" presStyleLbl="parChTrans1D2" presStyleIdx="1" presStyleCnt="3"/>
      <dgm:spPr/>
    </dgm:pt>
    <dgm:pt modelId="{4F1CF974-A802-4121-A7A3-EAFF84EE5785}" type="pres">
      <dgm:prSet presAssocID="{2A7931A8-D178-4453-9E69-0ED76931D554}" presName="root2" presStyleCnt="0"/>
      <dgm:spPr/>
    </dgm:pt>
    <dgm:pt modelId="{4F1D22CF-CA04-4D7B-88B3-9E053BFBD9AF}" type="pres">
      <dgm:prSet presAssocID="{2A7931A8-D178-4453-9E69-0ED76931D554}" presName="LevelTwoTextNode" presStyleLbl="node2" presStyleIdx="1" presStyleCnt="3">
        <dgm:presLayoutVars>
          <dgm:chPref val="3"/>
        </dgm:presLayoutVars>
      </dgm:prSet>
      <dgm:spPr/>
    </dgm:pt>
    <dgm:pt modelId="{C076007F-C85A-4AEA-A2A7-47C55F16CBA5}" type="pres">
      <dgm:prSet presAssocID="{2A7931A8-D178-4453-9E69-0ED76931D554}" presName="level3hierChild" presStyleCnt="0"/>
      <dgm:spPr/>
    </dgm:pt>
    <dgm:pt modelId="{D1A4060D-AED0-4635-B767-3CE0398E0F23}" type="pres">
      <dgm:prSet presAssocID="{F899B7F7-BEDE-4986-9E71-A32596EA0B27}" presName="conn2-1" presStyleLbl="parChTrans1D3" presStyleIdx="2" presStyleCnt="6"/>
      <dgm:spPr/>
    </dgm:pt>
    <dgm:pt modelId="{7B7EA043-1D16-4355-9515-D8D7209DEE24}" type="pres">
      <dgm:prSet presAssocID="{F899B7F7-BEDE-4986-9E71-A32596EA0B27}" presName="connTx" presStyleLbl="parChTrans1D3" presStyleIdx="2" presStyleCnt="6"/>
      <dgm:spPr/>
    </dgm:pt>
    <dgm:pt modelId="{99F93951-C676-4FBB-940D-3988D5F8FB00}" type="pres">
      <dgm:prSet presAssocID="{35C328DD-3A99-4823-802D-EE83F4E75910}" presName="root2" presStyleCnt="0"/>
      <dgm:spPr/>
    </dgm:pt>
    <dgm:pt modelId="{0DCB2157-AB66-4EC7-AC92-DE3882A0E5ED}" type="pres">
      <dgm:prSet presAssocID="{35C328DD-3A99-4823-802D-EE83F4E75910}" presName="LevelTwoTextNode" presStyleLbl="node3" presStyleIdx="2" presStyleCnt="6">
        <dgm:presLayoutVars>
          <dgm:chPref val="3"/>
        </dgm:presLayoutVars>
      </dgm:prSet>
      <dgm:spPr/>
    </dgm:pt>
    <dgm:pt modelId="{F8D7FB58-7C7E-4D7B-83DE-30C2B7874A4B}" type="pres">
      <dgm:prSet presAssocID="{35C328DD-3A99-4823-802D-EE83F4E75910}" presName="level3hierChild" presStyleCnt="0"/>
      <dgm:spPr/>
    </dgm:pt>
    <dgm:pt modelId="{427630FF-46CE-4847-91B5-DBBB27B74F1C}" type="pres">
      <dgm:prSet presAssocID="{9C1BD299-4FF5-4269-91EB-E5F29AFC2678}" presName="conn2-1" presStyleLbl="parChTrans1D4" presStyleIdx="0" presStyleCnt="4"/>
      <dgm:spPr/>
    </dgm:pt>
    <dgm:pt modelId="{9E6F2BD9-A132-4210-9D9F-4B85B4AC4AB4}" type="pres">
      <dgm:prSet presAssocID="{9C1BD299-4FF5-4269-91EB-E5F29AFC2678}" presName="connTx" presStyleLbl="parChTrans1D4" presStyleIdx="0" presStyleCnt="4"/>
      <dgm:spPr/>
    </dgm:pt>
    <dgm:pt modelId="{D7A441D7-E5FD-4484-AD4B-AB9EE0733A69}" type="pres">
      <dgm:prSet presAssocID="{0192008B-16D9-45D1-8854-0581E5139FD7}" presName="root2" presStyleCnt="0"/>
      <dgm:spPr/>
    </dgm:pt>
    <dgm:pt modelId="{7B978CEB-ECE0-4404-9A96-4EF84FF948A8}" type="pres">
      <dgm:prSet presAssocID="{0192008B-16D9-45D1-8854-0581E5139FD7}" presName="LevelTwoTextNode" presStyleLbl="node4" presStyleIdx="0" presStyleCnt="4">
        <dgm:presLayoutVars>
          <dgm:chPref val="3"/>
        </dgm:presLayoutVars>
      </dgm:prSet>
      <dgm:spPr/>
    </dgm:pt>
    <dgm:pt modelId="{C7D7F7D1-5D53-40E1-9798-4784BB5C140A}" type="pres">
      <dgm:prSet presAssocID="{0192008B-16D9-45D1-8854-0581E5139FD7}" presName="level3hierChild" presStyleCnt="0"/>
      <dgm:spPr/>
    </dgm:pt>
    <dgm:pt modelId="{87B7EAED-9F88-4A3A-851A-3814BE1BFD34}" type="pres">
      <dgm:prSet presAssocID="{B68476FA-7658-469C-9F7B-D39B0EFA4847}" presName="conn2-1" presStyleLbl="parChTrans1D3" presStyleIdx="3" presStyleCnt="6"/>
      <dgm:spPr/>
    </dgm:pt>
    <dgm:pt modelId="{F140F9DB-5F36-47E8-8ED7-4826D1C97EE0}" type="pres">
      <dgm:prSet presAssocID="{B68476FA-7658-469C-9F7B-D39B0EFA4847}" presName="connTx" presStyleLbl="parChTrans1D3" presStyleIdx="3" presStyleCnt="6"/>
      <dgm:spPr/>
    </dgm:pt>
    <dgm:pt modelId="{29F55129-5288-4E4A-9BBF-B2A2A9125A22}" type="pres">
      <dgm:prSet presAssocID="{92339BD1-AB1B-49C1-8C74-0C1FECA4B413}" presName="root2" presStyleCnt="0"/>
      <dgm:spPr/>
    </dgm:pt>
    <dgm:pt modelId="{7F1D7330-592B-464A-B257-CC8BDD367325}" type="pres">
      <dgm:prSet presAssocID="{92339BD1-AB1B-49C1-8C74-0C1FECA4B413}" presName="LevelTwoTextNode" presStyleLbl="node3" presStyleIdx="3" presStyleCnt="6">
        <dgm:presLayoutVars>
          <dgm:chPref val="3"/>
        </dgm:presLayoutVars>
      </dgm:prSet>
      <dgm:spPr/>
    </dgm:pt>
    <dgm:pt modelId="{3432FD37-8615-4781-89E7-74F4FE8D9569}" type="pres">
      <dgm:prSet presAssocID="{92339BD1-AB1B-49C1-8C74-0C1FECA4B413}" presName="level3hierChild" presStyleCnt="0"/>
      <dgm:spPr/>
    </dgm:pt>
    <dgm:pt modelId="{AF919F0C-D3B0-4675-8A05-421AE7EA6329}" type="pres">
      <dgm:prSet presAssocID="{D925ACE0-C79D-4FA6-A350-D27E66E02E57}" presName="conn2-1" presStyleLbl="parChTrans1D4" presStyleIdx="1" presStyleCnt="4"/>
      <dgm:spPr/>
    </dgm:pt>
    <dgm:pt modelId="{8EF78C2E-BB62-46CA-8D2C-5DB336C2EB5D}" type="pres">
      <dgm:prSet presAssocID="{D925ACE0-C79D-4FA6-A350-D27E66E02E57}" presName="connTx" presStyleLbl="parChTrans1D4" presStyleIdx="1" presStyleCnt="4"/>
      <dgm:spPr/>
    </dgm:pt>
    <dgm:pt modelId="{E5803FE4-B658-4D77-9C56-9327F7D02E57}" type="pres">
      <dgm:prSet presAssocID="{15630165-C41B-457D-8BB3-163364EC3CB9}" presName="root2" presStyleCnt="0"/>
      <dgm:spPr/>
    </dgm:pt>
    <dgm:pt modelId="{F568B395-4AE8-41FF-955A-729C5CBC6CC0}" type="pres">
      <dgm:prSet presAssocID="{15630165-C41B-457D-8BB3-163364EC3CB9}" presName="LevelTwoTextNode" presStyleLbl="node4" presStyleIdx="1" presStyleCnt="4">
        <dgm:presLayoutVars>
          <dgm:chPref val="3"/>
        </dgm:presLayoutVars>
      </dgm:prSet>
      <dgm:spPr/>
    </dgm:pt>
    <dgm:pt modelId="{7B8AE765-A9C8-424D-B90B-D1DDAD81CD5E}" type="pres">
      <dgm:prSet presAssocID="{15630165-C41B-457D-8BB3-163364EC3CB9}" presName="level3hierChild" presStyleCnt="0"/>
      <dgm:spPr/>
    </dgm:pt>
    <dgm:pt modelId="{CCA14011-EFA3-4EA7-97AD-2FD54FA1DE20}" type="pres">
      <dgm:prSet presAssocID="{680E9281-1BAA-47BA-8188-0A479C1F719F}" presName="conn2-1" presStyleLbl="parChTrans1D2" presStyleIdx="2" presStyleCnt="3"/>
      <dgm:spPr/>
    </dgm:pt>
    <dgm:pt modelId="{F4C90B94-2AA9-412F-8E57-8411944D1049}" type="pres">
      <dgm:prSet presAssocID="{680E9281-1BAA-47BA-8188-0A479C1F719F}" presName="connTx" presStyleLbl="parChTrans1D2" presStyleIdx="2" presStyleCnt="3"/>
      <dgm:spPr/>
    </dgm:pt>
    <dgm:pt modelId="{050E7A25-6CB3-4141-BDDB-90DE3EF6C58A}" type="pres">
      <dgm:prSet presAssocID="{DCF9BA05-DC0F-4D0A-A6AB-E299A13C7337}" presName="root2" presStyleCnt="0"/>
      <dgm:spPr/>
    </dgm:pt>
    <dgm:pt modelId="{E23154D6-1286-42D1-A2F8-0687BFB08A15}" type="pres">
      <dgm:prSet presAssocID="{DCF9BA05-DC0F-4D0A-A6AB-E299A13C7337}" presName="LevelTwoTextNode" presStyleLbl="node2" presStyleIdx="2" presStyleCnt="3">
        <dgm:presLayoutVars>
          <dgm:chPref val="3"/>
        </dgm:presLayoutVars>
      </dgm:prSet>
      <dgm:spPr/>
    </dgm:pt>
    <dgm:pt modelId="{C53A5B4B-F10B-4F4B-9CA2-DEC77E901036}" type="pres">
      <dgm:prSet presAssocID="{DCF9BA05-DC0F-4D0A-A6AB-E299A13C7337}" presName="level3hierChild" presStyleCnt="0"/>
      <dgm:spPr/>
    </dgm:pt>
    <dgm:pt modelId="{A88A2A4B-E057-475F-BD60-1518C88EC744}" type="pres">
      <dgm:prSet presAssocID="{D0DC83D4-F37F-49B7-B7E8-3C460A80E041}" presName="conn2-1" presStyleLbl="parChTrans1D3" presStyleIdx="4" presStyleCnt="6"/>
      <dgm:spPr/>
    </dgm:pt>
    <dgm:pt modelId="{80A324EE-3118-403B-930E-D270B83599C5}" type="pres">
      <dgm:prSet presAssocID="{D0DC83D4-F37F-49B7-B7E8-3C460A80E041}" presName="connTx" presStyleLbl="parChTrans1D3" presStyleIdx="4" presStyleCnt="6"/>
      <dgm:spPr/>
    </dgm:pt>
    <dgm:pt modelId="{7FF8EB1D-6BC6-4D5E-B434-277A9B1AED77}" type="pres">
      <dgm:prSet presAssocID="{1791073C-7326-4754-9166-F64EF026F387}" presName="root2" presStyleCnt="0"/>
      <dgm:spPr/>
    </dgm:pt>
    <dgm:pt modelId="{DBA1A94C-9E9B-4A0B-A42D-58DFF72D7B58}" type="pres">
      <dgm:prSet presAssocID="{1791073C-7326-4754-9166-F64EF026F387}" presName="LevelTwoTextNode" presStyleLbl="node3" presStyleIdx="4" presStyleCnt="6">
        <dgm:presLayoutVars>
          <dgm:chPref val="3"/>
        </dgm:presLayoutVars>
      </dgm:prSet>
      <dgm:spPr/>
    </dgm:pt>
    <dgm:pt modelId="{37CC0C28-741E-43C7-AA28-31F95C6367BE}" type="pres">
      <dgm:prSet presAssocID="{1791073C-7326-4754-9166-F64EF026F387}" presName="level3hierChild" presStyleCnt="0"/>
      <dgm:spPr/>
    </dgm:pt>
    <dgm:pt modelId="{33E9F206-D276-4A23-BA67-9AA1A10A4526}" type="pres">
      <dgm:prSet presAssocID="{EEEA6F77-3D7F-4C15-8C47-B76817FF0C79}" presName="conn2-1" presStyleLbl="parChTrans1D4" presStyleIdx="2" presStyleCnt="4"/>
      <dgm:spPr/>
    </dgm:pt>
    <dgm:pt modelId="{89F703F2-8060-45BF-B8E4-9FA789BDA7DF}" type="pres">
      <dgm:prSet presAssocID="{EEEA6F77-3D7F-4C15-8C47-B76817FF0C79}" presName="connTx" presStyleLbl="parChTrans1D4" presStyleIdx="2" presStyleCnt="4"/>
      <dgm:spPr/>
    </dgm:pt>
    <dgm:pt modelId="{5731DC1B-4FDA-4AA2-9C5C-BCACDD2A1FE4}" type="pres">
      <dgm:prSet presAssocID="{99D93983-FFF0-41D8-81DA-16AB75271B41}" presName="root2" presStyleCnt="0"/>
      <dgm:spPr/>
    </dgm:pt>
    <dgm:pt modelId="{7072FE84-83A5-4E10-9BB3-D8A0C463BD96}" type="pres">
      <dgm:prSet presAssocID="{99D93983-FFF0-41D8-81DA-16AB75271B41}" presName="LevelTwoTextNode" presStyleLbl="node4" presStyleIdx="2" presStyleCnt="4">
        <dgm:presLayoutVars>
          <dgm:chPref val="3"/>
        </dgm:presLayoutVars>
      </dgm:prSet>
      <dgm:spPr/>
    </dgm:pt>
    <dgm:pt modelId="{043C4DD8-7DCA-4640-BACB-8D6B11B65E06}" type="pres">
      <dgm:prSet presAssocID="{99D93983-FFF0-41D8-81DA-16AB75271B41}" presName="level3hierChild" presStyleCnt="0"/>
      <dgm:spPr/>
    </dgm:pt>
    <dgm:pt modelId="{100AEC06-EDDE-47D7-BBCE-B98A116499A0}" type="pres">
      <dgm:prSet presAssocID="{11FFDD26-19D9-4197-A2F7-6FB69D36D9A9}" presName="conn2-1" presStyleLbl="parChTrans1D3" presStyleIdx="5" presStyleCnt="6"/>
      <dgm:spPr/>
    </dgm:pt>
    <dgm:pt modelId="{19BC2DDA-C041-4592-9D2F-EAFBBCD4A762}" type="pres">
      <dgm:prSet presAssocID="{11FFDD26-19D9-4197-A2F7-6FB69D36D9A9}" presName="connTx" presStyleLbl="parChTrans1D3" presStyleIdx="5" presStyleCnt="6"/>
      <dgm:spPr/>
    </dgm:pt>
    <dgm:pt modelId="{4FA69742-1C7F-4BA9-910D-142A9A8DC817}" type="pres">
      <dgm:prSet presAssocID="{465DAE4E-9FBE-4CDB-B2C0-7C5A6B5927FC}" presName="root2" presStyleCnt="0"/>
      <dgm:spPr/>
    </dgm:pt>
    <dgm:pt modelId="{0759E216-B6CB-4A04-806A-BB17CDA8F6BB}" type="pres">
      <dgm:prSet presAssocID="{465DAE4E-9FBE-4CDB-B2C0-7C5A6B5927FC}" presName="LevelTwoTextNode" presStyleLbl="node3" presStyleIdx="5" presStyleCnt="6">
        <dgm:presLayoutVars>
          <dgm:chPref val="3"/>
        </dgm:presLayoutVars>
      </dgm:prSet>
      <dgm:spPr/>
    </dgm:pt>
    <dgm:pt modelId="{2AA6AD56-D15D-4B83-A122-31FA75E70977}" type="pres">
      <dgm:prSet presAssocID="{465DAE4E-9FBE-4CDB-B2C0-7C5A6B5927FC}" presName="level3hierChild" presStyleCnt="0"/>
      <dgm:spPr/>
    </dgm:pt>
    <dgm:pt modelId="{3DFF0752-00CB-41A4-BE70-33E0B40A0077}" type="pres">
      <dgm:prSet presAssocID="{DDC42E38-8442-426D-8A56-FCE4BDB0A8E9}" presName="conn2-1" presStyleLbl="parChTrans1D4" presStyleIdx="3" presStyleCnt="4"/>
      <dgm:spPr/>
    </dgm:pt>
    <dgm:pt modelId="{070A88D9-DB91-40A8-9101-5D53991D160E}" type="pres">
      <dgm:prSet presAssocID="{DDC42E38-8442-426D-8A56-FCE4BDB0A8E9}" presName="connTx" presStyleLbl="parChTrans1D4" presStyleIdx="3" presStyleCnt="4"/>
      <dgm:spPr/>
    </dgm:pt>
    <dgm:pt modelId="{D5D8DA58-E9FF-4833-B8AF-39264CDDE52A}" type="pres">
      <dgm:prSet presAssocID="{EEFC3FA3-CF55-49EC-B002-68FD41B19E85}" presName="root2" presStyleCnt="0"/>
      <dgm:spPr/>
    </dgm:pt>
    <dgm:pt modelId="{DBA7DFE3-C36B-42BF-81E3-D686025FB760}" type="pres">
      <dgm:prSet presAssocID="{EEFC3FA3-CF55-49EC-B002-68FD41B19E85}" presName="LevelTwoTextNode" presStyleLbl="node4" presStyleIdx="3" presStyleCnt="4">
        <dgm:presLayoutVars>
          <dgm:chPref val="3"/>
        </dgm:presLayoutVars>
      </dgm:prSet>
      <dgm:spPr/>
    </dgm:pt>
    <dgm:pt modelId="{FA876DDB-46D3-4020-8BEA-640C4CA3655B}" type="pres">
      <dgm:prSet presAssocID="{EEFC3FA3-CF55-49EC-B002-68FD41B19E85}" presName="level3hierChild" presStyleCnt="0"/>
      <dgm:spPr/>
    </dgm:pt>
  </dgm:ptLst>
  <dgm:cxnLst>
    <dgm:cxn modelId="{1862B903-8844-4263-8004-B8EE735C6A66}" srcId="{79FD669E-EAC1-4025-9AD2-929C55644B73}" destId="{FC74915A-8638-408F-AF12-34C5BD84E326}" srcOrd="0" destOrd="0" parTransId="{4D30B0F8-992E-4213-BCF8-71A32C146541}" sibTransId="{E0CD23B3-0E1C-48A8-A4E5-19CA824E17DA}"/>
    <dgm:cxn modelId="{9B625706-639C-452C-BD06-C7D6D733F6AB}" srcId="{FC74915A-8638-408F-AF12-34C5BD84E326}" destId="{4312D84B-AC9C-46C9-9D2D-22D476F32168}" srcOrd="0" destOrd="0" parTransId="{6A0345A6-3438-41FE-8371-8EFA993CF6BC}" sibTransId="{6C144A02-5546-486E-AFE8-B75DA707EF46}"/>
    <dgm:cxn modelId="{4991E007-5169-4614-8BB5-97086945915F}" type="presOf" srcId="{EEFC3FA3-CF55-49EC-B002-68FD41B19E85}" destId="{DBA7DFE3-C36B-42BF-81E3-D686025FB760}" srcOrd="0" destOrd="0" presId="urn:microsoft.com/office/officeart/2005/8/layout/hierarchy2"/>
    <dgm:cxn modelId="{4DF2770B-5BD3-4F8D-AB80-5497C64C17E6}" type="presOf" srcId="{680E9281-1BAA-47BA-8188-0A479C1F719F}" destId="{CCA14011-EFA3-4EA7-97AD-2FD54FA1DE20}" srcOrd="0" destOrd="0" presId="urn:microsoft.com/office/officeart/2005/8/layout/hierarchy2"/>
    <dgm:cxn modelId="{1C4D5C10-AA78-4F8D-8E20-97C7FABA3F64}" type="presOf" srcId="{11FFDD26-19D9-4197-A2F7-6FB69D36D9A9}" destId="{19BC2DDA-C041-4592-9D2F-EAFBBCD4A762}" srcOrd="1" destOrd="0" presId="urn:microsoft.com/office/officeart/2005/8/layout/hierarchy2"/>
    <dgm:cxn modelId="{06D6B215-174A-46F1-9700-84455640380A}" type="presOf" srcId="{4312D84B-AC9C-46C9-9D2D-22D476F32168}" destId="{713C6B1F-5D5E-4D8A-B185-2B84207921A9}" srcOrd="0" destOrd="0" presId="urn:microsoft.com/office/officeart/2005/8/layout/hierarchy2"/>
    <dgm:cxn modelId="{39EA821A-91B7-4DC0-A1E1-8E40B7093E66}" type="presOf" srcId="{D0DC83D4-F37F-49B7-B7E8-3C460A80E041}" destId="{80A324EE-3118-403B-930E-D270B83599C5}" srcOrd="1" destOrd="0" presId="urn:microsoft.com/office/officeart/2005/8/layout/hierarchy2"/>
    <dgm:cxn modelId="{01AF991D-1692-4FBD-8ED4-5508C4E29AD4}" type="presOf" srcId="{1FB112A8-5112-493E-828F-B800085E17EE}" destId="{3C78C75D-17CC-4FDF-8F37-5F0B527EFE85}" srcOrd="0" destOrd="0" presId="urn:microsoft.com/office/officeart/2005/8/layout/hierarchy2"/>
    <dgm:cxn modelId="{D2D3D924-4D70-4703-B534-1750E7B6652C}" type="presOf" srcId="{4D30B0F8-992E-4213-BCF8-71A32C146541}" destId="{94F801FA-C5A2-4E0B-8E38-C8D9140202CF}" srcOrd="1" destOrd="0" presId="urn:microsoft.com/office/officeart/2005/8/layout/hierarchy2"/>
    <dgm:cxn modelId="{FA50F42C-6BE3-4D87-9C96-058E3F9B5964}" type="presOf" srcId="{680E9281-1BAA-47BA-8188-0A479C1F719F}" destId="{F4C90B94-2AA9-412F-8E57-8411944D1049}" srcOrd="1" destOrd="0" presId="urn:microsoft.com/office/officeart/2005/8/layout/hierarchy2"/>
    <dgm:cxn modelId="{B6511C2D-1BA5-4F1C-A7B2-5620F8DED17D}" type="presOf" srcId="{B68476FA-7658-469C-9F7B-D39B0EFA4847}" destId="{F140F9DB-5F36-47E8-8ED7-4826D1C97EE0}" srcOrd="1" destOrd="0" presId="urn:microsoft.com/office/officeart/2005/8/layout/hierarchy2"/>
    <dgm:cxn modelId="{04E35F36-1E26-411A-92F3-4B2A40B438A4}" type="presOf" srcId="{DDC42E38-8442-426D-8A56-FCE4BDB0A8E9}" destId="{3DFF0752-00CB-41A4-BE70-33E0B40A0077}" srcOrd="0" destOrd="0" presId="urn:microsoft.com/office/officeart/2005/8/layout/hierarchy2"/>
    <dgm:cxn modelId="{37669738-E311-4AAA-9A4E-68BCCC2BDE54}" type="presOf" srcId="{DCF9BA05-DC0F-4D0A-A6AB-E299A13C7337}" destId="{E23154D6-1286-42D1-A2F8-0687BFB08A15}" srcOrd="0" destOrd="0" presId="urn:microsoft.com/office/officeart/2005/8/layout/hierarchy2"/>
    <dgm:cxn modelId="{F9DF0A3A-72A7-480A-B60F-61EDF37F4FFB}" type="presOf" srcId="{9C1BD299-4FF5-4269-91EB-E5F29AFC2678}" destId="{427630FF-46CE-4847-91B5-DBBB27B74F1C}" srcOrd="0" destOrd="0" presId="urn:microsoft.com/office/officeart/2005/8/layout/hierarchy2"/>
    <dgm:cxn modelId="{BAE3353E-C1C4-4950-A26B-222C0BE25BF4}" type="presOf" srcId="{D0DC83D4-F37F-49B7-B7E8-3C460A80E041}" destId="{A88A2A4B-E057-475F-BD60-1518C88EC744}" srcOrd="0" destOrd="0" presId="urn:microsoft.com/office/officeart/2005/8/layout/hierarchy2"/>
    <dgm:cxn modelId="{EF3D553E-CFF7-48FB-946A-517FD4D25920}" srcId="{79FD669E-EAC1-4025-9AD2-929C55644B73}" destId="{DCF9BA05-DC0F-4D0A-A6AB-E299A13C7337}" srcOrd="2" destOrd="0" parTransId="{680E9281-1BAA-47BA-8188-0A479C1F719F}" sibTransId="{A28A60F1-557D-4854-949F-49C8D6BEBE29}"/>
    <dgm:cxn modelId="{AF4B145C-A5B5-4541-AED3-9ECCB1BC3928}" type="presOf" srcId="{B833E9EF-C990-4654-A909-7131C3EEA37F}" destId="{047509D2-5553-4EAA-B72E-D6FFC04C6B66}" srcOrd="1" destOrd="0" presId="urn:microsoft.com/office/officeart/2005/8/layout/hierarchy2"/>
    <dgm:cxn modelId="{4BAA5342-2C93-41EB-A01B-3E578B1E89E5}" srcId="{DCF9BA05-DC0F-4D0A-A6AB-E299A13C7337}" destId="{465DAE4E-9FBE-4CDB-B2C0-7C5A6B5927FC}" srcOrd="1" destOrd="0" parTransId="{11FFDD26-19D9-4197-A2F7-6FB69D36D9A9}" sibTransId="{87A08ED3-D919-418F-BA63-B924B3780267}"/>
    <dgm:cxn modelId="{CFA73263-5642-4B44-9811-3D1F2E7A98B4}" type="presOf" srcId="{F899B7F7-BEDE-4986-9E71-A32596EA0B27}" destId="{7B7EA043-1D16-4355-9515-D8D7209DEE24}" srcOrd="1" destOrd="0" presId="urn:microsoft.com/office/officeart/2005/8/layout/hierarchy2"/>
    <dgm:cxn modelId="{7C5A4C65-FC06-47CC-BC4F-3F11BC82315E}" type="presOf" srcId="{8493C182-2520-438D-BE72-764BCA5FF4AE}" destId="{47772240-F486-4145-836D-AB0E8AD0B855}" srcOrd="0" destOrd="0" presId="urn:microsoft.com/office/officeart/2005/8/layout/hierarchy2"/>
    <dgm:cxn modelId="{B40A5765-E068-4B5E-A14F-EDEE91596FC1}" srcId="{35C328DD-3A99-4823-802D-EE83F4E75910}" destId="{0192008B-16D9-45D1-8854-0581E5139FD7}" srcOrd="0" destOrd="0" parTransId="{9C1BD299-4FF5-4269-91EB-E5F29AFC2678}" sibTransId="{6B308F07-201F-426C-A390-159A53956FF3}"/>
    <dgm:cxn modelId="{19F68A65-627E-4FCE-8BF1-9F04E88718B1}" type="presOf" srcId="{9C1BD299-4FF5-4269-91EB-E5F29AFC2678}" destId="{9E6F2BD9-A132-4210-9D9F-4B85B4AC4AB4}" srcOrd="1" destOrd="0" presId="urn:microsoft.com/office/officeart/2005/8/layout/hierarchy2"/>
    <dgm:cxn modelId="{3B402F48-3013-4431-B0DD-276368756D37}" type="presOf" srcId="{99D93983-FFF0-41D8-81DA-16AB75271B41}" destId="{7072FE84-83A5-4E10-9BB3-D8A0C463BD96}" srcOrd="0" destOrd="0" presId="urn:microsoft.com/office/officeart/2005/8/layout/hierarchy2"/>
    <dgm:cxn modelId="{75389648-2A80-4A17-8632-3917542F8349}" srcId="{92339BD1-AB1B-49C1-8C74-0C1FECA4B413}" destId="{15630165-C41B-457D-8BB3-163364EC3CB9}" srcOrd="0" destOrd="0" parTransId="{D925ACE0-C79D-4FA6-A350-D27E66E02E57}" sibTransId="{D38954D9-6AA9-4D81-9FD9-2B0A79A4A7A8}"/>
    <dgm:cxn modelId="{E80B6B4E-2C66-4382-A22A-48BCE76B49F1}" type="presOf" srcId="{0192008B-16D9-45D1-8854-0581E5139FD7}" destId="{7B978CEB-ECE0-4404-9A96-4EF84FF948A8}" srcOrd="0" destOrd="0" presId="urn:microsoft.com/office/officeart/2005/8/layout/hierarchy2"/>
    <dgm:cxn modelId="{94B15152-EFEA-4392-A243-DA075FC520EA}" type="presOf" srcId="{B68476FA-7658-469C-9F7B-D39B0EFA4847}" destId="{87B7EAED-9F88-4A3A-851A-3814BE1BFD34}" srcOrd="0" destOrd="0" presId="urn:microsoft.com/office/officeart/2005/8/layout/hierarchy2"/>
    <dgm:cxn modelId="{94F15754-D397-43BF-934D-38CADD1F23F5}" type="presOf" srcId="{FC74915A-8638-408F-AF12-34C5BD84E326}" destId="{337B761F-BAA9-446C-A8E3-99D1120EE415}" srcOrd="0" destOrd="0" presId="urn:microsoft.com/office/officeart/2005/8/layout/hierarchy2"/>
    <dgm:cxn modelId="{BC01FC56-AB21-42E2-A432-2DBF1FCBDFB0}" type="presOf" srcId="{92339BD1-AB1B-49C1-8C74-0C1FECA4B413}" destId="{7F1D7330-592B-464A-B257-CC8BDD367325}" srcOrd="0" destOrd="0" presId="urn:microsoft.com/office/officeart/2005/8/layout/hierarchy2"/>
    <dgm:cxn modelId="{E9609677-929A-4EC1-A389-D48118BC56DC}" type="presOf" srcId="{EEEA6F77-3D7F-4C15-8C47-B76817FF0C79}" destId="{89F703F2-8060-45BF-B8E4-9FA789BDA7DF}" srcOrd="1" destOrd="0" presId="urn:microsoft.com/office/officeart/2005/8/layout/hierarchy2"/>
    <dgm:cxn modelId="{8CFAD45A-2C6E-40A3-A12F-E7CE9A60B4F4}" type="presOf" srcId="{35C328DD-3A99-4823-802D-EE83F4E75910}" destId="{0DCB2157-AB66-4EC7-AC92-DE3882A0E5ED}" srcOrd="0" destOrd="0" presId="urn:microsoft.com/office/officeart/2005/8/layout/hierarchy2"/>
    <dgm:cxn modelId="{7366B87C-7DF8-41F1-85E4-F7001A9C07AC}" srcId="{2A7931A8-D178-4453-9E69-0ED76931D554}" destId="{35C328DD-3A99-4823-802D-EE83F4E75910}" srcOrd="0" destOrd="0" parTransId="{F899B7F7-BEDE-4986-9E71-A32596EA0B27}" sibTransId="{954CF4E7-CC0F-43B4-907A-F9CEB1E3A868}"/>
    <dgm:cxn modelId="{0FD09480-F0AC-4CDE-BC8D-B3447F58C2D6}" type="presOf" srcId="{6A0345A6-3438-41FE-8371-8EFA993CF6BC}" destId="{77DCE99B-C449-410F-9235-83A71CB4E136}" srcOrd="1" destOrd="0" presId="urn:microsoft.com/office/officeart/2005/8/layout/hierarchy2"/>
    <dgm:cxn modelId="{1ADFB680-1104-464F-A07E-95F1D2C360BA}" srcId="{FC74915A-8638-408F-AF12-34C5BD84E326}" destId="{8493C182-2520-438D-BE72-764BCA5FF4AE}" srcOrd="1" destOrd="0" parTransId="{1FB112A8-5112-493E-828F-B800085E17EE}" sibTransId="{44B26CDE-3A9B-4222-9A8A-30385CB4EC57}"/>
    <dgm:cxn modelId="{F219E283-EB14-49DD-8AF5-75956E01D715}" type="presOf" srcId="{D925ACE0-C79D-4FA6-A350-D27E66E02E57}" destId="{AF919F0C-D3B0-4675-8A05-421AE7EA6329}" srcOrd="0" destOrd="0" presId="urn:microsoft.com/office/officeart/2005/8/layout/hierarchy2"/>
    <dgm:cxn modelId="{8FFB4085-A74C-42E3-85B4-D256834FA05C}" srcId="{1791073C-7326-4754-9166-F64EF026F387}" destId="{99D93983-FFF0-41D8-81DA-16AB75271B41}" srcOrd="0" destOrd="0" parTransId="{EEEA6F77-3D7F-4C15-8C47-B76817FF0C79}" sibTransId="{54875C49-6237-48B7-9133-0F99D503DA71}"/>
    <dgm:cxn modelId="{E1D7558A-B9C9-4AC5-B05A-C93E1243E1C2}" type="presOf" srcId="{4D30B0F8-992E-4213-BCF8-71A32C146541}" destId="{D20800DF-786F-4F46-BC8E-7C08B0011206}" srcOrd="0" destOrd="0" presId="urn:microsoft.com/office/officeart/2005/8/layout/hierarchy2"/>
    <dgm:cxn modelId="{79F68F8F-D9AD-4504-B462-98297A40046B}" type="presOf" srcId="{DDC42E38-8442-426D-8A56-FCE4BDB0A8E9}" destId="{070A88D9-DB91-40A8-9101-5D53991D160E}" srcOrd="1" destOrd="0" presId="urn:microsoft.com/office/officeart/2005/8/layout/hierarchy2"/>
    <dgm:cxn modelId="{FA14E994-B64E-4847-B100-6803B1508512}" srcId="{DCF9BA05-DC0F-4D0A-A6AB-E299A13C7337}" destId="{1791073C-7326-4754-9166-F64EF026F387}" srcOrd="0" destOrd="0" parTransId="{D0DC83D4-F37F-49B7-B7E8-3C460A80E041}" sibTransId="{2896815A-3E77-47EB-81E9-C0E691348858}"/>
    <dgm:cxn modelId="{D20DCCA4-212F-4458-9CF0-C0CC5019B3C8}" type="presOf" srcId="{B833E9EF-C990-4654-A909-7131C3EEA37F}" destId="{15BBA178-4DA1-4DFF-9F1B-41EA3B61A245}" srcOrd="0" destOrd="0" presId="urn:microsoft.com/office/officeart/2005/8/layout/hierarchy2"/>
    <dgm:cxn modelId="{9374F5AA-76ED-4CBA-8D8D-0BD4EEC3E7BE}" type="presOf" srcId="{2A7931A8-D178-4453-9E69-0ED76931D554}" destId="{4F1D22CF-CA04-4D7B-88B3-9E053BFBD9AF}" srcOrd="0" destOrd="0" presId="urn:microsoft.com/office/officeart/2005/8/layout/hierarchy2"/>
    <dgm:cxn modelId="{95CFA4BC-BCE7-481A-BE5B-D790223268CB}" srcId="{800D229A-19A0-433C-A6C6-72B1E95EA3A7}" destId="{79FD669E-EAC1-4025-9AD2-929C55644B73}" srcOrd="0" destOrd="0" parTransId="{EBB23182-2EC9-49B2-814D-FA5231D4C237}" sibTransId="{345D2A0A-C546-49C0-91E8-F6A53714D048}"/>
    <dgm:cxn modelId="{E931BCBF-3E0E-497B-9582-EC9B72D9123E}" type="presOf" srcId="{1791073C-7326-4754-9166-F64EF026F387}" destId="{DBA1A94C-9E9B-4A0B-A42D-58DFF72D7B58}" srcOrd="0" destOrd="0" presId="urn:microsoft.com/office/officeart/2005/8/layout/hierarchy2"/>
    <dgm:cxn modelId="{D4E232CB-C73E-4404-8D6E-5FCAEADB5934}" srcId="{465DAE4E-9FBE-4CDB-B2C0-7C5A6B5927FC}" destId="{EEFC3FA3-CF55-49EC-B002-68FD41B19E85}" srcOrd="0" destOrd="0" parTransId="{DDC42E38-8442-426D-8A56-FCE4BDB0A8E9}" sibTransId="{AABC117D-0B20-4C74-BEC7-55F44FC387DB}"/>
    <dgm:cxn modelId="{971768D3-A8C2-4AB2-A6E3-452B6C5C683F}" type="presOf" srcId="{15630165-C41B-457D-8BB3-163364EC3CB9}" destId="{F568B395-4AE8-41FF-955A-729C5CBC6CC0}" srcOrd="0" destOrd="0" presId="urn:microsoft.com/office/officeart/2005/8/layout/hierarchy2"/>
    <dgm:cxn modelId="{DEFC97D5-9C5D-48D7-837F-E1412023801E}" type="presOf" srcId="{1FB112A8-5112-493E-828F-B800085E17EE}" destId="{FA4A68EB-B181-40A3-A138-DA0EA6689D19}" srcOrd="1" destOrd="0" presId="urn:microsoft.com/office/officeart/2005/8/layout/hierarchy2"/>
    <dgm:cxn modelId="{74405BD8-B1D3-44A3-95BF-23CAD2ACD5A2}" type="presOf" srcId="{F899B7F7-BEDE-4986-9E71-A32596EA0B27}" destId="{D1A4060D-AED0-4635-B767-3CE0398E0F23}" srcOrd="0" destOrd="0" presId="urn:microsoft.com/office/officeart/2005/8/layout/hierarchy2"/>
    <dgm:cxn modelId="{37A746D8-AD0F-4B04-B2B6-4B9533239325}" type="presOf" srcId="{11FFDD26-19D9-4197-A2F7-6FB69D36D9A9}" destId="{100AEC06-EDDE-47D7-BBCE-B98A116499A0}" srcOrd="0" destOrd="0" presId="urn:microsoft.com/office/officeart/2005/8/layout/hierarchy2"/>
    <dgm:cxn modelId="{59A91AE8-FF5C-496F-BE08-C9FC96FDBF3B}" type="presOf" srcId="{6A0345A6-3438-41FE-8371-8EFA993CF6BC}" destId="{64ED4F26-6F6D-4A7A-BB9C-168A4173F247}" srcOrd="0" destOrd="0" presId="urn:microsoft.com/office/officeart/2005/8/layout/hierarchy2"/>
    <dgm:cxn modelId="{40F331EA-CB16-46E3-8021-40FEC6CC4F3B}" type="presOf" srcId="{EEEA6F77-3D7F-4C15-8C47-B76817FF0C79}" destId="{33E9F206-D276-4A23-BA67-9AA1A10A4526}" srcOrd="0" destOrd="0" presId="urn:microsoft.com/office/officeart/2005/8/layout/hierarchy2"/>
    <dgm:cxn modelId="{FFD33BEA-7FBD-430D-A55B-A40DE831C35F}" type="presOf" srcId="{800D229A-19A0-433C-A6C6-72B1E95EA3A7}" destId="{45B1E2D3-DC41-49A4-86AB-CE83AEAB44AF}" srcOrd="0" destOrd="0" presId="urn:microsoft.com/office/officeart/2005/8/layout/hierarchy2"/>
    <dgm:cxn modelId="{BF75B9EB-5631-4C68-8F86-4C93D3EFB13B}" srcId="{2A7931A8-D178-4453-9E69-0ED76931D554}" destId="{92339BD1-AB1B-49C1-8C74-0C1FECA4B413}" srcOrd="1" destOrd="0" parTransId="{B68476FA-7658-469C-9F7B-D39B0EFA4847}" sibTransId="{5B755510-9C2D-462D-9DC3-BAAF744C5771}"/>
    <dgm:cxn modelId="{4A5BE5ED-C9AB-41B4-9C9D-B31F17F8D7E4}" type="presOf" srcId="{79FD669E-EAC1-4025-9AD2-929C55644B73}" destId="{5A9FF5F8-D918-4C5B-8F8D-6AA97118B5B3}" srcOrd="0" destOrd="0" presId="urn:microsoft.com/office/officeart/2005/8/layout/hierarchy2"/>
    <dgm:cxn modelId="{642B6BF5-9ED3-4C9A-B817-BC3A1AA48111}" type="presOf" srcId="{465DAE4E-9FBE-4CDB-B2C0-7C5A6B5927FC}" destId="{0759E216-B6CB-4A04-806A-BB17CDA8F6BB}" srcOrd="0" destOrd="0" presId="urn:microsoft.com/office/officeart/2005/8/layout/hierarchy2"/>
    <dgm:cxn modelId="{31CC21FB-C14B-4D9F-B5A0-CF46628819E0}" type="presOf" srcId="{D925ACE0-C79D-4FA6-A350-D27E66E02E57}" destId="{8EF78C2E-BB62-46CA-8D2C-5DB336C2EB5D}" srcOrd="1" destOrd="0" presId="urn:microsoft.com/office/officeart/2005/8/layout/hierarchy2"/>
    <dgm:cxn modelId="{9A0867FE-8576-44D3-84AC-D0116EDAF954}" srcId="{79FD669E-EAC1-4025-9AD2-929C55644B73}" destId="{2A7931A8-D178-4453-9E69-0ED76931D554}" srcOrd="1" destOrd="0" parTransId="{B833E9EF-C990-4654-A909-7131C3EEA37F}" sibTransId="{669408E8-A2E0-4682-A0D0-6D8D3F84BA3D}"/>
    <dgm:cxn modelId="{0A15F796-D747-49C9-ADBA-AFB614D5D723}" type="presParOf" srcId="{45B1E2D3-DC41-49A4-86AB-CE83AEAB44AF}" destId="{EBB26AF0-076C-49B3-9B15-F5D3402B3683}" srcOrd="0" destOrd="0" presId="urn:microsoft.com/office/officeart/2005/8/layout/hierarchy2"/>
    <dgm:cxn modelId="{5CF66948-8D19-45A8-A338-F8D3032571A2}" type="presParOf" srcId="{EBB26AF0-076C-49B3-9B15-F5D3402B3683}" destId="{5A9FF5F8-D918-4C5B-8F8D-6AA97118B5B3}" srcOrd="0" destOrd="0" presId="urn:microsoft.com/office/officeart/2005/8/layout/hierarchy2"/>
    <dgm:cxn modelId="{5FB99851-2309-46D7-A894-0F0010FC4963}" type="presParOf" srcId="{EBB26AF0-076C-49B3-9B15-F5D3402B3683}" destId="{527C7936-5CD7-4473-941E-735BA5779286}" srcOrd="1" destOrd="0" presId="urn:microsoft.com/office/officeart/2005/8/layout/hierarchy2"/>
    <dgm:cxn modelId="{CB2781F8-45E7-4FA1-A634-D79778B96D55}" type="presParOf" srcId="{527C7936-5CD7-4473-941E-735BA5779286}" destId="{D20800DF-786F-4F46-BC8E-7C08B0011206}" srcOrd="0" destOrd="0" presId="urn:microsoft.com/office/officeart/2005/8/layout/hierarchy2"/>
    <dgm:cxn modelId="{DBFC8DF6-E142-4725-B1BF-A562CD7E6902}" type="presParOf" srcId="{D20800DF-786F-4F46-BC8E-7C08B0011206}" destId="{94F801FA-C5A2-4E0B-8E38-C8D9140202CF}" srcOrd="0" destOrd="0" presId="urn:microsoft.com/office/officeart/2005/8/layout/hierarchy2"/>
    <dgm:cxn modelId="{FB1A7601-4BD1-4995-9810-22876707CC96}" type="presParOf" srcId="{527C7936-5CD7-4473-941E-735BA5779286}" destId="{5B96A166-B3C9-4D65-B782-51476E50FAD9}" srcOrd="1" destOrd="0" presId="urn:microsoft.com/office/officeart/2005/8/layout/hierarchy2"/>
    <dgm:cxn modelId="{9F7796A8-015B-48B1-BAF7-C8B688587E61}" type="presParOf" srcId="{5B96A166-B3C9-4D65-B782-51476E50FAD9}" destId="{337B761F-BAA9-446C-A8E3-99D1120EE415}" srcOrd="0" destOrd="0" presId="urn:microsoft.com/office/officeart/2005/8/layout/hierarchy2"/>
    <dgm:cxn modelId="{C7D992A8-33F3-45E4-B4F6-A34C9FEB2A51}" type="presParOf" srcId="{5B96A166-B3C9-4D65-B782-51476E50FAD9}" destId="{A22D8E5D-C12C-457C-8083-D79AD682A8FC}" srcOrd="1" destOrd="0" presId="urn:microsoft.com/office/officeart/2005/8/layout/hierarchy2"/>
    <dgm:cxn modelId="{836200BC-01DC-4F9C-BB54-870B33C8BFC5}" type="presParOf" srcId="{A22D8E5D-C12C-457C-8083-D79AD682A8FC}" destId="{64ED4F26-6F6D-4A7A-BB9C-168A4173F247}" srcOrd="0" destOrd="0" presId="urn:microsoft.com/office/officeart/2005/8/layout/hierarchy2"/>
    <dgm:cxn modelId="{FDF89815-3144-477A-8F83-C10B8E69C417}" type="presParOf" srcId="{64ED4F26-6F6D-4A7A-BB9C-168A4173F247}" destId="{77DCE99B-C449-410F-9235-83A71CB4E136}" srcOrd="0" destOrd="0" presId="urn:microsoft.com/office/officeart/2005/8/layout/hierarchy2"/>
    <dgm:cxn modelId="{63859183-EFB8-4F21-96DF-9547685DD0FD}" type="presParOf" srcId="{A22D8E5D-C12C-457C-8083-D79AD682A8FC}" destId="{6EE3EA7E-5B63-4258-B99A-036FCB8ECA99}" srcOrd="1" destOrd="0" presId="urn:microsoft.com/office/officeart/2005/8/layout/hierarchy2"/>
    <dgm:cxn modelId="{1AFA03CC-6963-48A3-8809-F7012FB1DE92}" type="presParOf" srcId="{6EE3EA7E-5B63-4258-B99A-036FCB8ECA99}" destId="{713C6B1F-5D5E-4D8A-B185-2B84207921A9}" srcOrd="0" destOrd="0" presId="urn:microsoft.com/office/officeart/2005/8/layout/hierarchy2"/>
    <dgm:cxn modelId="{3FBE41C4-C69D-4FBB-B694-CFE80B08F875}" type="presParOf" srcId="{6EE3EA7E-5B63-4258-B99A-036FCB8ECA99}" destId="{0FC25E09-2D2C-42B1-AFC5-EE2EDA3EC4DB}" srcOrd="1" destOrd="0" presId="urn:microsoft.com/office/officeart/2005/8/layout/hierarchy2"/>
    <dgm:cxn modelId="{1F6ECF7A-7947-4E0C-A46C-E58D44E5298B}" type="presParOf" srcId="{A22D8E5D-C12C-457C-8083-D79AD682A8FC}" destId="{3C78C75D-17CC-4FDF-8F37-5F0B527EFE85}" srcOrd="2" destOrd="0" presId="urn:microsoft.com/office/officeart/2005/8/layout/hierarchy2"/>
    <dgm:cxn modelId="{26565986-EE1F-4C79-86C0-61B1F0ED416F}" type="presParOf" srcId="{3C78C75D-17CC-4FDF-8F37-5F0B527EFE85}" destId="{FA4A68EB-B181-40A3-A138-DA0EA6689D19}" srcOrd="0" destOrd="0" presId="urn:microsoft.com/office/officeart/2005/8/layout/hierarchy2"/>
    <dgm:cxn modelId="{D63D4283-5A2C-4AAA-9068-22A8D6C94DA2}" type="presParOf" srcId="{A22D8E5D-C12C-457C-8083-D79AD682A8FC}" destId="{5CD5D021-47DC-40DC-840B-4CF6859B3619}" srcOrd="3" destOrd="0" presId="urn:microsoft.com/office/officeart/2005/8/layout/hierarchy2"/>
    <dgm:cxn modelId="{D6970395-3BE5-40A9-B864-2BE01A94540E}" type="presParOf" srcId="{5CD5D021-47DC-40DC-840B-4CF6859B3619}" destId="{47772240-F486-4145-836D-AB0E8AD0B855}" srcOrd="0" destOrd="0" presId="urn:microsoft.com/office/officeart/2005/8/layout/hierarchy2"/>
    <dgm:cxn modelId="{FD34F864-A0D0-44DD-B264-30A626EB372E}" type="presParOf" srcId="{5CD5D021-47DC-40DC-840B-4CF6859B3619}" destId="{4707EDAD-C36A-4191-9D08-049FA539A2AA}" srcOrd="1" destOrd="0" presId="urn:microsoft.com/office/officeart/2005/8/layout/hierarchy2"/>
    <dgm:cxn modelId="{C0E4D537-8887-4BF0-AEC6-136666CC01B3}" type="presParOf" srcId="{527C7936-5CD7-4473-941E-735BA5779286}" destId="{15BBA178-4DA1-4DFF-9F1B-41EA3B61A245}" srcOrd="2" destOrd="0" presId="urn:microsoft.com/office/officeart/2005/8/layout/hierarchy2"/>
    <dgm:cxn modelId="{DAB227EB-8944-4B37-8A06-EAAB48C7F506}" type="presParOf" srcId="{15BBA178-4DA1-4DFF-9F1B-41EA3B61A245}" destId="{047509D2-5553-4EAA-B72E-D6FFC04C6B66}" srcOrd="0" destOrd="0" presId="urn:microsoft.com/office/officeart/2005/8/layout/hierarchy2"/>
    <dgm:cxn modelId="{B794E6B4-2D4A-4983-9306-2EA634DC0B2F}" type="presParOf" srcId="{527C7936-5CD7-4473-941E-735BA5779286}" destId="{4F1CF974-A802-4121-A7A3-EAFF84EE5785}" srcOrd="3" destOrd="0" presId="urn:microsoft.com/office/officeart/2005/8/layout/hierarchy2"/>
    <dgm:cxn modelId="{9FBB3D86-4B63-4145-AD2A-D862B6DDF197}" type="presParOf" srcId="{4F1CF974-A802-4121-A7A3-EAFF84EE5785}" destId="{4F1D22CF-CA04-4D7B-88B3-9E053BFBD9AF}" srcOrd="0" destOrd="0" presId="urn:microsoft.com/office/officeart/2005/8/layout/hierarchy2"/>
    <dgm:cxn modelId="{19A86B82-FDA6-43AE-BAB1-E00596683FAA}" type="presParOf" srcId="{4F1CF974-A802-4121-A7A3-EAFF84EE5785}" destId="{C076007F-C85A-4AEA-A2A7-47C55F16CBA5}" srcOrd="1" destOrd="0" presId="urn:microsoft.com/office/officeart/2005/8/layout/hierarchy2"/>
    <dgm:cxn modelId="{BC83F91E-B814-4B3C-9546-72FAB62E5B67}" type="presParOf" srcId="{C076007F-C85A-4AEA-A2A7-47C55F16CBA5}" destId="{D1A4060D-AED0-4635-B767-3CE0398E0F23}" srcOrd="0" destOrd="0" presId="urn:microsoft.com/office/officeart/2005/8/layout/hierarchy2"/>
    <dgm:cxn modelId="{44432183-2F55-423D-957C-979B8CAD9001}" type="presParOf" srcId="{D1A4060D-AED0-4635-B767-3CE0398E0F23}" destId="{7B7EA043-1D16-4355-9515-D8D7209DEE24}" srcOrd="0" destOrd="0" presId="urn:microsoft.com/office/officeart/2005/8/layout/hierarchy2"/>
    <dgm:cxn modelId="{026F83BB-8F10-4D46-8C60-B48B535CCA54}" type="presParOf" srcId="{C076007F-C85A-4AEA-A2A7-47C55F16CBA5}" destId="{99F93951-C676-4FBB-940D-3988D5F8FB00}" srcOrd="1" destOrd="0" presId="urn:microsoft.com/office/officeart/2005/8/layout/hierarchy2"/>
    <dgm:cxn modelId="{0F3569D0-D435-44B3-99CF-70CEC6BE97FD}" type="presParOf" srcId="{99F93951-C676-4FBB-940D-3988D5F8FB00}" destId="{0DCB2157-AB66-4EC7-AC92-DE3882A0E5ED}" srcOrd="0" destOrd="0" presId="urn:microsoft.com/office/officeart/2005/8/layout/hierarchy2"/>
    <dgm:cxn modelId="{36A93BF9-A6F2-4A19-9722-5BA0468F2418}" type="presParOf" srcId="{99F93951-C676-4FBB-940D-3988D5F8FB00}" destId="{F8D7FB58-7C7E-4D7B-83DE-30C2B7874A4B}" srcOrd="1" destOrd="0" presId="urn:microsoft.com/office/officeart/2005/8/layout/hierarchy2"/>
    <dgm:cxn modelId="{645681D0-860C-409F-B861-EA5828A5B9FA}" type="presParOf" srcId="{F8D7FB58-7C7E-4D7B-83DE-30C2B7874A4B}" destId="{427630FF-46CE-4847-91B5-DBBB27B74F1C}" srcOrd="0" destOrd="0" presId="urn:microsoft.com/office/officeart/2005/8/layout/hierarchy2"/>
    <dgm:cxn modelId="{6D80ADE1-9007-4BEA-8EF7-B750902D6710}" type="presParOf" srcId="{427630FF-46CE-4847-91B5-DBBB27B74F1C}" destId="{9E6F2BD9-A132-4210-9D9F-4B85B4AC4AB4}" srcOrd="0" destOrd="0" presId="urn:microsoft.com/office/officeart/2005/8/layout/hierarchy2"/>
    <dgm:cxn modelId="{260D3644-3A9B-4BA7-9F85-F523100E3A25}" type="presParOf" srcId="{F8D7FB58-7C7E-4D7B-83DE-30C2B7874A4B}" destId="{D7A441D7-E5FD-4484-AD4B-AB9EE0733A69}" srcOrd="1" destOrd="0" presId="urn:microsoft.com/office/officeart/2005/8/layout/hierarchy2"/>
    <dgm:cxn modelId="{5C05BDD1-41B8-49F0-8692-95ED0FDF9887}" type="presParOf" srcId="{D7A441D7-E5FD-4484-AD4B-AB9EE0733A69}" destId="{7B978CEB-ECE0-4404-9A96-4EF84FF948A8}" srcOrd="0" destOrd="0" presId="urn:microsoft.com/office/officeart/2005/8/layout/hierarchy2"/>
    <dgm:cxn modelId="{237FF06B-888A-4DCC-A1AC-8D5399B2CE27}" type="presParOf" srcId="{D7A441D7-E5FD-4484-AD4B-AB9EE0733A69}" destId="{C7D7F7D1-5D53-40E1-9798-4784BB5C140A}" srcOrd="1" destOrd="0" presId="urn:microsoft.com/office/officeart/2005/8/layout/hierarchy2"/>
    <dgm:cxn modelId="{173A3187-98C5-415E-A014-3BE1A53CFEF8}" type="presParOf" srcId="{C076007F-C85A-4AEA-A2A7-47C55F16CBA5}" destId="{87B7EAED-9F88-4A3A-851A-3814BE1BFD34}" srcOrd="2" destOrd="0" presId="urn:microsoft.com/office/officeart/2005/8/layout/hierarchy2"/>
    <dgm:cxn modelId="{FBEC7CB4-E5AD-40ED-B2BF-D827E9234107}" type="presParOf" srcId="{87B7EAED-9F88-4A3A-851A-3814BE1BFD34}" destId="{F140F9DB-5F36-47E8-8ED7-4826D1C97EE0}" srcOrd="0" destOrd="0" presId="urn:microsoft.com/office/officeart/2005/8/layout/hierarchy2"/>
    <dgm:cxn modelId="{E04691D1-DF2C-4568-8382-AA179B6087F8}" type="presParOf" srcId="{C076007F-C85A-4AEA-A2A7-47C55F16CBA5}" destId="{29F55129-5288-4E4A-9BBF-B2A2A9125A22}" srcOrd="3" destOrd="0" presId="urn:microsoft.com/office/officeart/2005/8/layout/hierarchy2"/>
    <dgm:cxn modelId="{4B249498-7E40-4B21-A94A-98E0A2829A98}" type="presParOf" srcId="{29F55129-5288-4E4A-9BBF-B2A2A9125A22}" destId="{7F1D7330-592B-464A-B257-CC8BDD367325}" srcOrd="0" destOrd="0" presId="urn:microsoft.com/office/officeart/2005/8/layout/hierarchy2"/>
    <dgm:cxn modelId="{38B7B9F0-BBB6-4AAC-A1E6-C2CBB9550920}" type="presParOf" srcId="{29F55129-5288-4E4A-9BBF-B2A2A9125A22}" destId="{3432FD37-8615-4781-89E7-74F4FE8D9569}" srcOrd="1" destOrd="0" presId="urn:microsoft.com/office/officeart/2005/8/layout/hierarchy2"/>
    <dgm:cxn modelId="{3E81BCF0-F87B-4194-A589-694569E83695}" type="presParOf" srcId="{3432FD37-8615-4781-89E7-74F4FE8D9569}" destId="{AF919F0C-D3B0-4675-8A05-421AE7EA6329}" srcOrd="0" destOrd="0" presId="urn:microsoft.com/office/officeart/2005/8/layout/hierarchy2"/>
    <dgm:cxn modelId="{2404279D-8143-4B00-BB66-FD4F0C1F7351}" type="presParOf" srcId="{AF919F0C-D3B0-4675-8A05-421AE7EA6329}" destId="{8EF78C2E-BB62-46CA-8D2C-5DB336C2EB5D}" srcOrd="0" destOrd="0" presId="urn:microsoft.com/office/officeart/2005/8/layout/hierarchy2"/>
    <dgm:cxn modelId="{9934F855-9770-418A-B5D9-DD1DE6C81384}" type="presParOf" srcId="{3432FD37-8615-4781-89E7-74F4FE8D9569}" destId="{E5803FE4-B658-4D77-9C56-9327F7D02E57}" srcOrd="1" destOrd="0" presId="urn:microsoft.com/office/officeart/2005/8/layout/hierarchy2"/>
    <dgm:cxn modelId="{0785371C-04D0-46CA-8F8C-D20DBBBDA1A8}" type="presParOf" srcId="{E5803FE4-B658-4D77-9C56-9327F7D02E57}" destId="{F568B395-4AE8-41FF-955A-729C5CBC6CC0}" srcOrd="0" destOrd="0" presId="urn:microsoft.com/office/officeart/2005/8/layout/hierarchy2"/>
    <dgm:cxn modelId="{C2AC4EA0-C4EF-4B3F-B01D-8469D886097D}" type="presParOf" srcId="{E5803FE4-B658-4D77-9C56-9327F7D02E57}" destId="{7B8AE765-A9C8-424D-B90B-D1DDAD81CD5E}" srcOrd="1" destOrd="0" presId="urn:microsoft.com/office/officeart/2005/8/layout/hierarchy2"/>
    <dgm:cxn modelId="{33F39DF3-C5F4-41D1-9F1A-94CDC47E0036}" type="presParOf" srcId="{527C7936-5CD7-4473-941E-735BA5779286}" destId="{CCA14011-EFA3-4EA7-97AD-2FD54FA1DE20}" srcOrd="4" destOrd="0" presId="urn:microsoft.com/office/officeart/2005/8/layout/hierarchy2"/>
    <dgm:cxn modelId="{1B9FEA29-6AB7-4316-9C81-76C3B8C93668}" type="presParOf" srcId="{CCA14011-EFA3-4EA7-97AD-2FD54FA1DE20}" destId="{F4C90B94-2AA9-412F-8E57-8411944D1049}" srcOrd="0" destOrd="0" presId="urn:microsoft.com/office/officeart/2005/8/layout/hierarchy2"/>
    <dgm:cxn modelId="{EE056F17-1CCC-47F3-88F0-A2927A58371A}" type="presParOf" srcId="{527C7936-5CD7-4473-941E-735BA5779286}" destId="{050E7A25-6CB3-4141-BDDB-90DE3EF6C58A}" srcOrd="5" destOrd="0" presId="urn:microsoft.com/office/officeart/2005/8/layout/hierarchy2"/>
    <dgm:cxn modelId="{E15B4535-B2BC-4B5B-9C9D-A8C510CACC50}" type="presParOf" srcId="{050E7A25-6CB3-4141-BDDB-90DE3EF6C58A}" destId="{E23154D6-1286-42D1-A2F8-0687BFB08A15}" srcOrd="0" destOrd="0" presId="urn:microsoft.com/office/officeart/2005/8/layout/hierarchy2"/>
    <dgm:cxn modelId="{601EBC21-4D8B-4BE3-B13D-C0AADD8BED5A}" type="presParOf" srcId="{050E7A25-6CB3-4141-BDDB-90DE3EF6C58A}" destId="{C53A5B4B-F10B-4F4B-9CA2-DEC77E901036}" srcOrd="1" destOrd="0" presId="urn:microsoft.com/office/officeart/2005/8/layout/hierarchy2"/>
    <dgm:cxn modelId="{1ACB0C8D-EAAE-4D43-9B14-12BB25E5A71E}" type="presParOf" srcId="{C53A5B4B-F10B-4F4B-9CA2-DEC77E901036}" destId="{A88A2A4B-E057-475F-BD60-1518C88EC744}" srcOrd="0" destOrd="0" presId="urn:microsoft.com/office/officeart/2005/8/layout/hierarchy2"/>
    <dgm:cxn modelId="{C35A7C8E-9CEB-494E-B51E-E87EA88E059B}" type="presParOf" srcId="{A88A2A4B-E057-475F-BD60-1518C88EC744}" destId="{80A324EE-3118-403B-930E-D270B83599C5}" srcOrd="0" destOrd="0" presId="urn:microsoft.com/office/officeart/2005/8/layout/hierarchy2"/>
    <dgm:cxn modelId="{E53793A2-ACFB-49D1-B411-B7EC8DC7A155}" type="presParOf" srcId="{C53A5B4B-F10B-4F4B-9CA2-DEC77E901036}" destId="{7FF8EB1D-6BC6-4D5E-B434-277A9B1AED77}" srcOrd="1" destOrd="0" presId="urn:microsoft.com/office/officeart/2005/8/layout/hierarchy2"/>
    <dgm:cxn modelId="{CECA27CF-5D76-4758-A909-80036327FC3F}" type="presParOf" srcId="{7FF8EB1D-6BC6-4D5E-B434-277A9B1AED77}" destId="{DBA1A94C-9E9B-4A0B-A42D-58DFF72D7B58}" srcOrd="0" destOrd="0" presId="urn:microsoft.com/office/officeart/2005/8/layout/hierarchy2"/>
    <dgm:cxn modelId="{1CA15FE8-7EF0-4301-A56E-6A56B219B465}" type="presParOf" srcId="{7FF8EB1D-6BC6-4D5E-B434-277A9B1AED77}" destId="{37CC0C28-741E-43C7-AA28-31F95C6367BE}" srcOrd="1" destOrd="0" presId="urn:microsoft.com/office/officeart/2005/8/layout/hierarchy2"/>
    <dgm:cxn modelId="{3F644A5A-7590-4622-A7D0-992EFDFC2849}" type="presParOf" srcId="{37CC0C28-741E-43C7-AA28-31F95C6367BE}" destId="{33E9F206-D276-4A23-BA67-9AA1A10A4526}" srcOrd="0" destOrd="0" presId="urn:microsoft.com/office/officeart/2005/8/layout/hierarchy2"/>
    <dgm:cxn modelId="{37BF02BC-5189-4ACF-82C0-E4FF26F547B6}" type="presParOf" srcId="{33E9F206-D276-4A23-BA67-9AA1A10A4526}" destId="{89F703F2-8060-45BF-B8E4-9FA789BDA7DF}" srcOrd="0" destOrd="0" presId="urn:microsoft.com/office/officeart/2005/8/layout/hierarchy2"/>
    <dgm:cxn modelId="{C69487CE-C645-4571-9FFA-A32048AF9A4C}" type="presParOf" srcId="{37CC0C28-741E-43C7-AA28-31F95C6367BE}" destId="{5731DC1B-4FDA-4AA2-9C5C-BCACDD2A1FE4}" srcOrd="1" destOrd="0" presId="urn:microsoft.com/office/officeart/2005/8/layout/hierarchy2"/>
    <dgm:cxn modelId="{E6934229-ABF4-43E0-95EB-A75B75FCD375}" type="presParOf" srcId="{5731DC1B-4FDA-4AA2-9C5C-BCACDD2A1FE4}" destId="{7072FE84-83A5-4E10-9BB3-D8A0C463BD96}" srcOrd="0" destOrd="0" presId="urn:microsoft.com/office/officeart/2005/8/layout/hierarchy2"/>
    <dgm:cxn modelId="{8F230C6C-D1A6-4C1D-8403-03D1EE210107}" type="presParOf" srcId="{5731DC1B-4FDA-4AA2-9C5C-BCACDD2A1FE4}" destId="{043C4DD8-7DCA-4640-BACB-8D6B11B65E06}" srcOrd="1" destOrd="0" presId="urn:microsoft.com/office/officeart/2005/8/layout/hierarchy2"/>
    <dgm:cxn modelId="{21B8F837-6398-464D-B1F4-41023AE92C38}" type="presParOf" srcId="{C53A5B4B-F10B-4F4B-9CA2-DEC77E901036}" destId="{100AEC06-EDDE-47D7-BBCE-B98A116499A0}" srcOrd="2" destOrd="0" presId="urn:microsoft.com/office/officeart/2005/8/layout/hierarchy2"/>
    <dgm:cxn modelId="{5EA85B56-D05E-48D0-B291-17772E8903A1}" type="presParOf" srcId="{100AEC06-EDDE-47D7-BBCE-B98A116499A0}" destId="{19BC2DDA-C041-4592-9D2F-EAFBBCD4A762}" srcOrd="0" destOrd="0" presId="urn:microsoft.com/office/officeart/2005/8/layout/hierarchy2"/>
    <dgm:cxn modelId="{F0473591-4348-461C-8D60-ED726BA118D6}" type="presParOf" srcId="{C53A5B4B-F10B-4F4B-9CA2-DEC77E901036}" destId="{4FA69742-1C7F-4BA9-910D-142A9A8DC817}" srcOrd="3" destOrd="0" presId="urn:microsoft.com/office/officeart/2005/8/layout/hierarchy2"/>
    <dgm:cxn modelId="{23177D88-34DD-400D-9466-EFB37586DB83}" type="presParOf" srcId="{4FA69742-1C7F-4BA9-910D-142A9A8DC817}" destId="{0759E216-B6CB-4A04-806A-BB17CDA8F6BB}" srcOrd="0" destOrd="0" presId="urn:microsoft.com/office/officeart/2005/8/layout/hierarchy2"/>
    <dgm:cxn modelId="{916C4E22-08DE-44FA-87C0-14D0E0D0D6BD}" type="presParOf" srcId="{4FA69742-1C7F-4BA9-910D-142A9A8DC817}" destId="{2AA6AD56-D15D-4B83-A122-31FA75E70977}" srcOrd="1" destOrd="0" presId="urn:microsoft.com/office/officeart/2005/8/layout/hierarchy2"/>
    <dgm:cxn modelId="{A246A24E-E9A6-44F8-88E9-5F2543141108}" type="presParOf" srcId="{2AA6AD56-D15D-4B83-A122-31FA75E70977}" destId="{3DFF0752-00CB-41A4-BE70-33E0B40A0077}" srcOrd="0" destOrd="0" presId="urn:microsoft.com/office/officeart/2005/8/layout/hierarchy2"/>
    <dgm:cxn modelId="{311ABF31-6823-46E6-A705-683C19F7450C}" type="presParOf" srcId="{3DFF0752-00CB-41A4-BE70-33E0B40A0077}" destId="{070A88D9-DB91-40A8-9101-5D53991D160E}" srcOrd="0" destOrd="0" presId="urn:microsoft.com/office/officeart/2005/8/layout/hierarchy2"/>
    <dgm:cxn modelId="{D4E5C78D-7F1D-41E6-979F-27D22942F63C}" type="presParOf" srcId="{2AA6AD56-D15D-4B83-A122-31FA75E70977}" destId="{D5D8DA58-E9FF-4833-B8AF-39264CDDE52A}" srcOrd="1" destOrd="0" presId="urn:microsoft.com/office/officeart/2005/8/layout/hierarchy2"/>
    <dgm:cxn modelId="{3A84217F-49A1-4A1A-AA00-E356A7572612}" type="presParOf" srcId="{D5D8DA58-E9FF-4833-B8AF-39264CDDE52A}" destId="{DBA7DFE3-C36B-42BF-81E3-D686025FB760}" srcOrd="0" destOrd="0" presId="urn:microsoft.com/office/officeart/2005/8/layout/hierarchy2"/>
    <dgm:cxn modelId="{762474FB-CE07-4280-8653-1538069E7194}" type="presParOf" srcId="{D5D8DA58-E9FF-4833-B8AF-39264CDDE52A}" destId="{FA876DDB-46D3-4020-8BEA-640C4CA3655B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1C4A35-AB1B-4C89-9012-4D815899236A}">
      <dsp:nvSpPr>
        <dsp:cNvPr id="0" name=""/>
        <dsp:cNvSpPr/>
      </dsp:nvSpPr>
      <dsp:spPr>
        <a:xfrm>
          <a:off x="271721" y="0"/>
          <a:ext cx="4505406" cy="4505406"/>
        </a:xfrm>
        <a:prstGeom prst="quadArrow">
          <a:avLst>
            <a:gd name="adj1" fmla="val 2000"/>
            <a:gd name="adj2" fmla="val 4000"/>
            <a:gd name="adj3" fmla="val 5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C6944C-965A-4B4D-9C78-CD9F058004EE}">
      <dsp:nvSpPr>
        <dsp:cNvPr id="0" name=""/>
        <dsp:cNvSpPr/>
      </dsp:nvSpPr>
      <dsp:spPr>
        <a:xfrm>
          <a:off x="564572" y="292851"/>
          <a:ext cx="1802162" cy="18021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Example : </a:t>
          </a:r>
          <a:r>
            <a:rPr lang="en-US" sz="1800" kern="1200" dirty="0"/>
            <a:t>Business opportunity  sharing community</a:t>
          </a:r>
        </a:p>
      </dsp:txBody>
      <dsp:txXfrm>
        <a:off x="652546" y="380825"/>
        <a:ext cx="1626214" cy="1626214"/>
      </dsp:txXfrm>
    </dsp:sp>
    <dsp:sp modelId="{80BE38E1-7F02-41C1-B9E4-D01CE55E2CAE}">
      <dsp:nvSpPr>
        <dsp:cNvPr id="0" name=""/>
        <dsp:cNvSpPr/>
      </dsp:nvSpPr>
      <dsp:spPr>
        <a:xfrm>
          <a:off x="2682113" y="292851"/>
          <a:ext cx="1802162" cy="18021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Example : </a:t>
          </a:r>
          <a:r>
            <a:rPr lang="en-US" sz="1800" kern="1200" dirty="0"/>
            <a:t>Cybersecurity Community</a:t>
          </a:r>
        </a:p>
      </dsp:txBody>
      <dsp:txXfrm>
        <a:off x="2770087" y="380825"/>
        <a:ext cx="1626214" cy="1626214"/>
      </dsp:txXfrm>
    </dsp:sp>
    <dsp:sp modelId="{54C98DBC-967C-4B83-82B0-7594891B9DF1}">
      <dsp:nvSpPr>
        <dsp:cNvPr id="0" name=""/>
        <dsp:cNvSpPr/>
      </dsp:nvSpPr>
      <dsp:spPr>
        <a:xfrm>
          <a:off x="564572" y="2410392"/>
          <a:ext cx="1802162" cy="18021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Example : </a:t>
          </a:r>
          <a:r>
            <a:rPr lang="en-US" sz="1800" kern="1200" dirty="0"/>
            <a:t>Company’s Football club </a:t>
          </a:r>
        </a:p>
      </dsp:txBody>
      <dsp:txXfrm>
        <a:off x="652546" y="2498366"/>
        <a:ext cx="1626214" cy="1626214"/>
      </dsp:txXfrm>
    </dsp:sp>
    <dsp:sp modelId="{4AD6F6A6-C812-4581-82B2-3966CF1D347B}">
      <dsp:nvSpPr>
        <dsp:cNvPr id="0" name=""/>
        <dsp:cNvSpPr/>
      </dsp:nvSpPr>
      <dsp:spPr>
        <a:xfrm>
          <a:off x="2682113" y="2410392"/>
          <a:ext cx="1802162" cy="18021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Example : </a:t>
          </a:r>
          <a:r>
            <a:rPr lang="en-US" sz="1800" kern="1200" dirty="0"/>
            <a:t>Corporate Alumni</a:t>
          </a:r>
        </a:p>
      </dsp:txBody>
      <dsp:txXfrm>
        <a:off x="2770087" y="2498366"/>
        <a:ext cx="1626214" cy="162621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1C4A35-AB1B-4C89-9012-4D815899236A}">
      <dsp:nvSpPr>
        <dsp:cNvPr id="0" name=""/>
        <dsp:cNvSpPr/>
      </dsp:nvSpPr>
      <dsp:spPr>
        <a:xfrm>
          <a:off x="0" y="1319"/>
          <a:ext cx="2371316" cy="2371316"/>
        </a:xfrm>
        <a:prstGeom prst="quadArrow">
          <a:avLst>
            <a:gd name="adj1" fmla="val 2000"/>
            <a:gd name="adj2" fmla="val 4000"/>
            <a:gd name="adj3" fmla="val 5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C6944C-965A-4B4D-9C78-CD9F058004EE}">
      <dsp:nvSpPr>
        <dsp:cNvPr id="0" name=""/>
        <dsp:cNvSpPr/>
      </dsp:nvSpPr>
      <dsp:spPr>
        <a:xfrm>
          <a:off x="154135" y="155455"/>
          <a:ext cx="948526" cy="94852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/>
            <a:t>Direct Business value</a:t>
          </a:r>
          <a:r>
            <a:rPr lang="en-US" sz="900" b="0" kern="1200" dirty="0"/>
            <a:t> mostly for members</a:t>
          </a:r>
          <a:endParaRPr lang="en-US" sz="900" kern="1200" dirty="0"/>
        </a:p>
      </dsp:txBody>
      <dsp:txXfrm>
        <a:off x="200438" y="201758"/>
        <a:ext cx="855920" cy="855920"/>
      </dsp:txXfrm>
    </dsp:sp>
    <dsp:sp modelId="{80BE38E1-7F02-41C1-B9E4-D01CE55E2CAE}">
      <dsp:nvSpPr>
        <dsp:cNvPr id="0" name=""/>
        <dsp:cNvSpPr/>
      </dsp:nvSpPr>
      <dsp:spPr>
        <a:xfrm>
          <a:off x="1268654" y="155455"/>
          <a:ext cx="948526" cy="94852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/>
            <a:t>Direct Business value </a:t>
          </a:r>
          <a:r>
            <a:rPr lang="en-US" sz="900" kern="1200" dirty="0"/>
            <a:t>for members and nonmembers</a:t>
          </a:r>
        </a:p>
      </dsp:txBody>
      <dsp:txXfrm>
        <a:off x="1314957" y="201758"/>
        <a:ext cx="855920" cy="855920"/>
      </dsp:txXfrm>
    </dsp:sp>
    <dsp:sp modelId="{54C98DBC-967C-4B83-82B0-7594891B9DF1}">
      <dsp:nvSpPr>
        <dsp:cNvPr id="0" name=""/>
        <dsp:cNvSpPr/>
      </dsp:nvSpPr>
      <dsp:spPr>
        <a:xfrm>
          <a:off x="154135" y="1269973"/>
          <a:ext cx="948526" cy="94852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/>
            <a:t>Indirect Business value </a:t>
          </a:r>
          <a:r>
            <a:rPr lang="en-US" sz="900" b="0" kern="1200" dirty="0"/>
            <a:t>mostly for members</a:t>
          </a:r>
        </a:p>
      </dsp:txBody>
      <dsp:txXfrm>
        <a:off x="200438" y="1316276"/>
        <a:ext cx="855920" cy="855920"/>
      </dsp:txXfrm>
    </dsp:sp>
    <dsp:sp modelId="{4AD6F6A6-C812-4581-82B2-3966CF1D347B}">
      <dsp:nvSpPr>
        <dsp:cNvPr id="0" name=""/>
        <dsp:cNvSpPr/>
      </dsp:nvSpPr>
      <dsp:spPr>
        <a:xfrm>
          <a:off x="1268654" y="1269973"/>
          <a:ext cx="948526" cy="94852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/>
            <a:t>Indirect Business value </a:t>
          </a:r>
          <a:r>
            <a:rPr lang="en-US" sz="900" kern="1200" dirty="0"/>
            <a:t>for members and nonmembers</a:t>
          </a:r>
        </a:p>
      </dsp:txBody>
      <dsp:txXfrm>
        <a:off x="1314957" y="1316276"/>
        <a:ext cx="855920" cy="85592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AA3E52-F105-4DEF-93EE-5CF362D8832C}">
      <dsp:nvSpPr>
        <dsp:cNvPr id="0" name=""/>
        <dsp:cNvSpPr/>
      </dsp:nvSpPr>
      <dsp:spPr>
        <a:xfrm>
          <a:off x="75500" y="432108"/>
          <a:ext cx="1862336" cy="1862336"/>
        </a:xfrm>
        <a:prstGeom prst="ellipse">
          <a:avLst/>
        </a:prstGeom>
        <a:solidFill>
          <a:srgbClr val="EC7B2B">
            <a:alpha val="50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Community A</a:t>
          </a:r>
        </a:p>
      </dsp:txBody>
      <dsp:txXfrm>
        <a:off x="335556" y="651718"/>
        <a:ext cx="1073779" cy="1423117"/>
      </dsp:txXfrm>
    </dsp:sp>
    <dsp:sp modelId="{4ADD6E9E-1418-47E4-BF3C-CC6F38261B07}">
      <dsp:nvSpPr>
        <dsp:cNvPr id="0" name=""/>
        <dsp:cNvSpPr/>
      </dsp:nvSpPr>
      <dsp:spPr>
        <a:xfrm>
          <a:off x="1417724" y="432108"/>
          <a:ext cx="1862336" cy="1862336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Community B</a:t>
          </a:r>
        </a:p>
      </dsp:txBody>
      <dsp:txXfrm>
        <a:off x="1946225" y="651718"/>
        <a:ext cx="1073779" cy="142311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9FF5F8-D918-4C5B-8F8D-6AA97118B5B3}">
      <dsp:nvSpPr>
        <dsp:cNvPr id="0" name=""/>
        <dsp:cNvSpPr/>
      </dsp:nvSpPr>
      <dsp:spPr>
        <a:xfrm>
          <a:off x="2979" y="3066421"/>
          <a:ext cx="1547965" cy="7739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When 2 communities provide the same value (for a given activity)</a:t>
          </a:r>
        </a:p>
      </dsp:txBody>
      <dsp:txXfrm>
        <a:off x="25648" y="3089090"/>
        <a:ext cx="1502627" cy="728644"/>
      </dsp:txXfrm>
    </dsp:sp>
    <dsp:sp modelId="{D20800DF-786F-4F46-BC8E-7C08B0011206}">
      <dsp:nvSpPr>
        <dsp:cNvPr id="0" name=""/>
        <dsp:cNvSpPr/>
      </dsp:nvSpPr>
      <dsp:spPr>
        <a:xfrm rot="17350740">
          <a:off x="918152" y="2553247"/>
          <a:ext cx="1884771" cy="20170"/>
        </a:xfrm>
        <a:custGeom>
          <a:avLst/>
          <a:gdLst/>
          <a:ahLst/>
          <a:cxnLst/>
          <a:rect l="0" t="0" r="0" b="0"/>
          <a:pathLst>
            <a:path>
              <a:moveTo>
                <a:pt x="0" y="10085"/>
              </a:moveTo>
              <a:lnTo>
                <a:pt x="1884771" y="1008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1813418" y="2516213"/>
        <a:ext cx="94238" cy="94238"/>
      </dsp:txXfrm>
    </dsp:sp>
    <dsp:sp modelId="{337B761F-BAA9-446C-A8E3-99D1120EE415}">
      <dsp:nvSpPr>
        <dsp:cNvPr id="0" name=""/>
        <dsp:cNvSpPr/>
      </dsp:nvSpPr>
      <dsp:spPr>
        <a:xfrm>
          <a:off x="2170131" y="1286261"/>
          <a:ext cx="1547965" cy="773982"/>
        </a:xfrm>
        <a:prstGeom prst="roundRect">
          <a:avLst>
            <a:gd name="adj" fmla="val 10000"/>
          </a:avLst>
        </a:prstGeom>
        <a:solidFill>
          <a:schemeClr val="tx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Compete</a:t>
          </a:r>
        </a:p>
      </dsp:txBody>
      <dsp:txXfrm>
        <a:off x="2192800" y="1308930"/>
        <a:ext cx="1502627" cy="728644"/>
      </dsp:txXfrm>
    </dsp:sp>
    <dsp:sp modelId="{64ED4F26-6F6D-4A7A-BB9C-168A4173F247}">
      <dsp:nvSpPr>
        <dsp:cNvPr id="0" name=""/>
        <dsp:cNvSpPr/>
      </dsp:nvSpPr>
      <dsp:spPr>
        <a:xfrm rot="19457599">
          <a:off x="3646424" y="1440647"/>
          <a:ext cx="762530" cy="20170"/>
        </a:xfrm>
        <a:custGeom>
          <a:avLst/>
          <a:gdLst/>
          <a:ahLst/>
          <a:cxnLst/>
          <a:rect l="0" t="0" r="0" b="0"/>
          <a:pathLst>
            <a:path>
              <a:moveTo>
                <a:pt x="0" y="10085"/>
              </a:moveTo>
              <a:lnTo>
                <a:pt x="762530" y="1008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008626" y="1431669"/>
        <a:ext cx="38126" cy="38126"/>
      </dsp:txXfrm>
    </dsp:sp>
    <dsp:sp modelId="{713C6B1F-5D5E-4D8A-B185-2B84207921A9}">
      <dsp:nvSpPr>
        <dsp:cNvPr id="0" name=""/>
        <dsp:cNvSpPr/>
      </dsp:nvSpPr>
      <dsp:spPr>
        <a:xfrm>
          <a:off x="4337282" y="841221"/>
          <a:ext cx="1547965" cy="773982"/>
        </a:xfrm>
        <a:prstGeom prst="roundRect">
          <a:avLst>
            <a:gd name="adj" fmla="val 10000"/>
          </a:avLst>
        </a:prstGeom>
        <a:solidFill>
          <a:schemeClr val="tx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A &amp; B have different ways to provide the value</a:t>
          </a:r>
        </a:p>
      </dsp:txBody>
      <dsp:txXfrm>
        <a:off x="4359951" y="863890"/>
        <a:ext cx="1502627" cy="728644"/>
      </dsp:txXfrm>
    </dsp:sp>
    <dsp:sp modelId="{3C78C75D-17CC-4FDF-8F37-5F0B527EFE85}">
      <dsp:nvSpPr>
        <dsp:cNvPr id="0" name=""/>
        <dsp:cNvSpPr/>
      </dsp:nvSpPr>
      <dsp:spPr>
        <a:xfrm rot="2142401">
          <a:off x="3646424" y="1885687"/>
          <a:ext cx="762530" cy="20170"/>
        </a:xfrm>
        <a:custGeom>
          <a:avLst/>
          <a:gdLst/>
          <a:ahLst/>
          <a:cxnLst/>
          <a:rect l="0" t="0" r="0" b="0"/>
          <a:pathLst>
            <a:path>
              <a:moveTo>
                <a:pt x="0" y="10085"/>
              </a:moveTo>
              <a:lnTo>
                <a:pt x="762530" y="1008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008626" y="1876709"/>
        <a:ext cx="38126" cy="38126"/>
      </dsp:txXfrm>
    </dsp:sp>
    <dsp:sp modelId="{47772240-F486-4145-836D-AB0E8AD0B855}">
      <dsp:nvSpPr>
        <dsp:cNvPr id="0" name=""/>
        <dsp:cNvSpPr/>
      </dsp:nvSpPr>
      <dsp:spPr>
        <a:xfrm>
          <a:off x="4337282" y="1731301"/>
          <a:ext cx="1547965" cy="773982"/>
        </a:xfrm>
        <a:prstGeom prst="roundRect">
          <a:avLst>
            <a:gd name="adj" fmla="val 10000"/>
          </a:avLst>
        </a:prstGeom>
        <a:solidFill>
          <a:schemeClr val="tx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The best way wins or dominates</a:t>
          </a:r>
        </a:p>
      </dsp:txBody>
      <dsp:txXfrm>
        <a:off x="4359951" y="1753970"/>
        <a:ext cx="1502627" cy="728644"/>
      </dsp:txXfrm>
    </dsp:sp>
    <dsp:sp modelId="{15BBA178-4DA1-4DFF-9F1B-41EA3B61A245}">
      <dsp:nvSpPr>
        <dsp:cNvPr id="0" name=""/>
        <dsp:cNvSpPr/>
      </dsp:nvSpPr>
      <dsp:spPr>
        <a:xfrm>
          <a:off x="1550944" y="3443327"/>
          <a:ext cx="619186" cy="20170"/>
        </a:xfrm>
        <a:custGeom>
          <a:avLst/>
          <a:gdLst/>
          <a:ahLst/>
          <a:cxnLst/>
          <a:rect l="0" t="0" r="0" b="0"/>
          <a:pathLst>
            <a:path>
              <a:moveTo>
                <a:pt x="0" y="10085"/>
              </a:moveTo>
              <a:lnTo>
                <a:pt x="619186" y="1008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845058" y="3437933"/>
        <a:ext cx="30959" cy="30959"/>
      </dsp:txXfrm>
    </dsp:sp>
    <dsp:sp modelId="{4F1D22CF-CA04-4D7B-88B3-9E053BFBD9AF}">
      <dsp:nvSpPr>
        <dsp:cNvPr id="0" name=""/>
        <dsp:cNvSpPr/>
      </dsp:nvSpPr>
      <dsp:spPr>
        <a:xfrm>
          <a:off x="2170131" y="3066421"/>
          <a:ext cx="1547965" cy="7739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Integrate</a:t>
          </a:r>
        </a:p>
      </dsp:txBody>
      <dsp:txXfrm>
        <a:off x="2192800" y="3089090"/>
        <a:ext cx="1502627" cy="728644"/>
      </dsp:txXfrm>
    </dsp:sp>
    <dsp:sp modelId="{D1A4060D-AED0-4635-B767-3CE0398E0F23}">
      <dsp:nvSpPr>
        <dsp:cNvPr id="0" name=""/>
        <dsp:cNvSpPr/>
      </dsp:nvSpPr>
      <dsp:spPr>
        <a:xfrm rot="19457599">
          <a:off x="3646424" y="3220807"/>
          <a:ext cx="762530" cy="20170"/>
        </a:xfrm>
        <a:custGeom>
          <a:avLst/>
          <a:gdLst/>
          <a:ahLst/>
          <a:cxnLst/>
          <a:rect l="0" t="0" r="0" b="0"/>
          <a:pathLst>
            <a:path>
              <a:moveTo>
                <a:pt x="0" y="10085"/>
              </a:moveTo>
              <a:lnTo>
                <a:pt x="762530" y="1008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008626" y="3211829"/>
        <a:ext cx="38126" cy="38126"/>
      </dsp:txXfrm>
    </dsp:sp>
    <dsp:sp modelId="{0DCB2157-AB66-4EC7-AC92-DE3882A0E5ED}">
      <dsp:nvSpPr>
        <dsp:cNvPr id="0" name=""/>
        <dsp:cNvSpPr/>
      </dsp:nvSpPr>
      <dsp:spPr>
        <a:xfrm>
          <a:off x="4337282" y="2621381"/>
          <a:ext cx="1547965" cy="7739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A &amp; B merge their powers </a:t>
          </a:r>
        </a:p>
      </dsp:txBody>
      <dsp:txXfrm>
        <a:off x="4359951" y="2644050"/>
        <a:ext cx="1502627" cy="728644"/>
      </dsp:txXfrm>
    </dsp:sp>
    <dsp:sp modelId="{427630FF-46CE-4847-91B5-DBBB27B74F1C}">
      <dsp:nvSpPr>
        <dsp:cNvPr id="0" name=""/>
        <dsp:cNvSpPr/>
      </dsp:nvSpPr>
      <dsp:spPr>
        <a:xfrm>
          <a:off x="5885247" y="2998287"/>
          <a:ext cx="619186" cy="20170"/>
        </a:xfrm>
        <a:custGeom>
          <a:avLst/>
          <a:gdLst/>
          <a:ahLst/>
          <a:cxnLst/>
          <a:rect l="0" t="0" r="0" b="0"/>
          <a:pathLst>
            <a:path>
              <a:moveTo>
                <a:pt x="0" y="10085"/>
              </a:moveTo>
              <a:lnTo>
                <a:pt x="619186" y="1008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179361" y="2992893"/>
        <a:ext cx="30959" cy="30959"/>
      </dsp:txXfrm>
    </dsp:sp>
    <dsp:sp modelId="{7B978CEB-ECE0-4404-9A96-4EF84FF948A8}">
      <dsp:nvSpPr>
        <dsp:cNvPr id="0" name=""/>
        <dsp:cNvSpPr/>
      </dsp:nvSpPr>
      <dsp:spPr>
        <a:xfrm>
          <a:off x="6504434" y="2621381"/>
          <a:ext cx="1547965" cy="7739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Content Curation, Common events, Common structures &amp; processes</a:t>
          </a:r>
        </a:p>
      </dsp:txBody>
      <dsp:txXfrm>
        <a:off x="6527103" y="2644050"/>
        <a:ext cx="1502627" cy="728644"/>
      </dsp:txXfrm>
    </dsp:sp>
    <dsp:sp modelId="{87B7EAED-9F88-4A3A-851A-3814BE1BFD34}">
      <dsp:nvSpPr>
        <dsp:cNvPr id="0" name=""/>
        <dsp:cNvSpPr/>
      </dsp:nvSpPr>
      <dsp:spPr>
        <a:xfrm rot="2142401">
          <a:off x="3646424" y="3665847"/>
          <a:ext cx="762530" cy="20170"/>
        </a:xfrm>
        <a:custGeom>
          <a:avLst/>
          <a:gdLst/>
          <a:ahLst/>
          <a:cxnLst/>
          <a:rect l="0" t="0" r="0" b="0"/>
          <a:pathLst>
            <a:path>
              <a:moveTo>
                <a:pt x="0" y="10085"/>
              </a:moveTo>
              <a:lnTo>
                <a:pt x="762530" y="1008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008626" y="3656869"/>
        <a:ext cx="38126" cy="38126"/>
      </dsp:txXfrm>
    </dsp:sp>
    <dsp:sp modelId="{7F1D7330-592B-464A-B257-CC8BDD367325}">
      <dsp:nvSpPr>
        <dsp:cNvPr id="0" name=""/>
        <dsp:cNvSpPr/>
      </dsp:nvSpPr>
      <dsp:spPr>
        <a:xfrm>
          <a:off x="4337282" y="3511461"/>
          <a:ext cx="1547965" cy="7739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Synergy</a:t>
          </a:r>
        </a:p>
      </dsp:txBody>
      <dsp:txXfrm>
        <a:off x="4359951" y="3534130"/>
        <a:ext cx="1502627" cy="728644"/>
      </dsp:txXfrm>
    </dsp:sp>
    <dsp:sp modelId="{AF919F0C-D3B0-4675-8A05-421AE7EA6329}">
      <dsp:nvSpPr>
        <dsp:cNvPr id="0" name=""/>
        <dsp:cNvSpPr/>
      </dsp:nvSpPr>
      <dsp:spPr>
        <a:xfrm>
          <a:off x="5885247" y="3888367"/>
          <a:ext cx="619186" cy="20170"/>
        </a:xfrm>
        <a:custGeom>
          <a:avLst/>
          <a:gdLst/>
          <a:ahLst/>
          <a:cxnLst/>
          <a:rect l="0" t="0" r="0" b="0"/>
          <a:pathLst>
            <a:path>
              <a:moveTo>
                <a:pt x="0" y="10085"/>
              </a:moveTo>
              <a:lnTo>
                <a:pt x="619186" y="1008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179361" y="3882973"/>
        <a:ext cx="30959" cy="30959"/>
      </dsp:txXfrm>
    </dsp:sp>
    <dsp:sp modelId="{F568B395-4AE8-41FF-955A-729C5CBC6CC0}">
      <dsp:nvSpPr>
        <dsp:cNvPr id="0" name=""/>
        <dsp:cNvSpPr/>
      </dsp:nvSpPr>
      <dsp:spPr>
        <a:xfrm>
          <a:off x="6504434" y="3511461"/>
          <a:ext cx="1547965" cy="7739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Common governance to define</a:t>
          </a:r>
        </a:p>
      </dsp:txBody>
      <dsp:txXfrm>
        <a:off x="6527103" y="3534130"/>
        <a:ext cx="1502627" cy="728644"/>
      </dsp:txXfrm>
    </dsp:sp>
    <dsp:sp modelId="{CCA14011-EFA3-4EA7-97AD-2FD54FA1DE20}">
      <dsp:nvSpPr>
        <dsp:cNvPr id="0" name=""/>
        <dsp:cNvSpPr/>
      </dsp:nvSpPr>
      <dsp:spPr>
        <a:xfrm rot="4249260">
          <a:off x="918152" y="4333407"/>
          <a:ext cx="1884771" cy="20170"/>
        </a:xfrm>
        <a:custGeom>
          <a:avLst/>
          <a:gdLst/>
          <a:ahLst/>
          <a:cxnLst/>
          <a:rect l="0" t="0" r="0" b="0"/>
          <a:pathLst>
            <a:path>
              <a:moveTo>
                <a:pt x="0" y="10085"/>
              </a:moveTo>
              <a:lnTo>
                <a:pt x="1884771" y="1008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1813418" y="4296373"/>
        <a:ext cx="94238" cy="94238"/>
      </dsp:txXfrm>
    </dsp:sp>
    <dsp:sp modelId="{E23154D6-1286-42D1-A2F8-0687BFB08A15}">
      <dsp:nvSpPr>
        <dsp:cNvPr id="0" name=""/>
        <dsp:cNvSpPr/>
      </dsp:nvSpPr>
      <dsp:spPr>
        <a:xfrm>
          <a:off x="2170131" y="4846581"/>
          <a:ext cx="1547965" cy="773982"/>
        </a:xfrm>
        <a:prstGeom prst="roundRect">
          <a:avLst>
            <a:gd name="adj" fmla="val 10000"/>
          </a:avLst>
        </a:prstGeom>
        <a:solidFill>
          <a:srgbClr val="EC7B2B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tx1"/>
              </a:solidFill>
            </a:rPr>
            <a:t>Differentiate</a:t>
          </a:r>
        </a:p>
      </dsp:txBody>
      <dsp:txXfrm>
        <a:off x="2192800" y="4869250"/>
        <a:ext cx="1502627" cy="728644"/>
      </dsp:txXfrm>
    </dsp:sp>
    <dsp:sp modelId="{A88A2A4B-E057-475F-BD60-1518C88EC744}">
      <dsp:nvSpPr>
        <dsp:cNvPr id="0" name=""/>
        <dsp:cNvSpPr/>
      </dsp:nvSpPr>
      <dsp:spPr>
        <a:xfrm rot="19457599">
          <a:off x="3646424" y="5000967"/>
          <a:ext cx="762530" cy="20170"/>
        </a:xfrm>
        <a:custGeom>
          <a:avLst/>
          <a:gdLst/>
          <a:ahLst/>
          <a:cxnLst/>
          <a:rect l="0" t="0" r="0" b="0"/>
          <a:pathLst>
            <a:path>
              <a:moveTo>
                <a:pt x="0" y="10085"/>
              </a:moveTo>
              <a:lnTo>
                <a:pt x="762530" y="1008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008626" y="4991989"/>
        <a:ext cx="38126" cy="38126"/>
      </dsp:txXfrm>
    </dsp:sp>
    <dsp:sp modelId="{DBA1A94C-9E9B-4A0B-A42D-58DFF72D7B58}">
      <dsp:nvSpPr>
        <dsp:cNvPr id="0" name=""/>
        <dsp:cNvSpPr/>
      </dsp:nvSpPr>
      <dsp:spPr>
        <a:xfrm>
          <a:off x="4337282" y="4401541"/>
          <a:ext cx="1547965" cy="773982"/>
        </a:xfrm>
        <a:prstGeom prst="roundRect">
          <a:avLst>
            <a:gd name="adj" fmla="val 10000"/>
          </a:avLst>
        </a:prstGeom>
        <a:solidFill>
          <a:srgbClr val="EC7B2B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tx1"/>
              </a:solidFill>
            </a:rPr>
            <a:t>A &amp; B end up providing different values to different segments</a:t>
          </a:r>
        </a:p>
      </dsp:txBody>
      <dsp:txXfrm>
        <a:off x="4359951" y="4424210"/>
        <a:ext cx="1502627" cy="728644"/>
      </dsp:txXfrm>
    </dsp:sp>
    <dsp:sp modelId="{33E9F206-D276-4A23-BA67-9AA1A10A4526}">
      <dsp:nvSpPr>
        <dsp:cNvPr id="0" name=""/>
        <dsp:cNvSpPr/>
      </dsp:nvSpPr>
      <dsp:spPr>
        <a:xfrm>
          <a:off x="5885247" y="4778447"/>
          <a:ext cx="619186" cy="20170"/>
        </a:xfrm>
        <a:custGeom>
          <a:avLst/>
          <a:gdLst/>
          <a:ahLst/>
          <a:cxnLst/>
          <a:rect l="0" t="0" r="0" b="0"/>
          <a:pathLst>
            <a:path>
              <a:moveTo>
                <a:pt x="0" y="10085"/>
              </a:moveTo>
              <a:lnTo>
                <a:pt x="619186" y="1008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179361" y="4773053"/>
        <a:ext cx="30959" cy="30959"/>
      </dsp:txXfrm>
    </dsp:sp>
    <dsp:sp modelId="{7072FE84-83A5-4E10-9BB3-D8A0C463BD96}">
      <dsp:nvSpPr>
        <dsp:cNvPr id="0" name=""/>
        <dsp:cNvSpPr/>
      </dsp:nvSpPr>
      <dsp:spPr>
        <a:xfrm>
          <a:off x="6504434" y="4401541"/>
          <a:ext cx="1547965" cy="773982"/>
        </a:xfrm>
        <a:prstGeom prst="roundRect">
          <a:avLst>
            <a:gd name="adj" fmla="val 10000"/>
          </a:avLst>
        </a:prstGeom>
        <a:solidFill>
          <a:srgbClr val="EC7B2B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tx1"/>
              </a:solidFill>
            </a:rPr>
            <a:t>Co-Define the borders and Co-define the segments. Redirect.</a:t>
          </a:r>
        </a:p>
      </dsp:txBody>
      <dsp:txXfrm>
        <a:off x="6527103" y="4424210"/>
        <a:ext cx="1502627" cy="728644"/>
      </dsp:txXfrm>
    </dsp:sp>
    <dsp:sp modelId="{100AEC06-EDDE-47D7-BBCE-B98A116499A0}">
      <dsp:nvSpPr>
        <dsp:cNvPr id="0" name=""/>
        <dsp:cNvSpPr/>
      </dsp:nvSpPr>
      <dsp:spPr>
        <a:xfrm rot="2142401">
          <a:off x="3646424" y="5446007"/>
          <a:ext cx="762530" cy="20170"/>
        </a:xfrm>
        <a:custGeom>
          <a:avLst/>
          <a:gdLst/>
          <a:ahLst/>
          <a:cxnLst/>
          <a:rect l="0" t="0" r="0" b="0"/>
          <a:pathLst>
            <a:path>
              <a:moveTo>
                <a:pt x="0" y="10085"/>
              </a:moveTo>
              <a:lnTo>
                <a:pt x="762530" y="1008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008626" y="5437029"/>
        <a:ext cx="38126" cy="38126"/>
      </dsp:txXfrm>
    </dsp:sp>
    <dsp:sp modelId="{0759E216-B6CB-4A04-806A-BB17CDA8F6BB}">
      <dsp:nvSpPr>
        <dsp:cNvPr id="0" name=""/>
        <dsp:cNvSpPr/>
      </dsp:nvSpPr>
      <dsp:spPr>
        <a:xfrm>
          <a:off x="4337282" y="5291621"/>
          <a:ext cx="1547965" cy="773982"/>
        </a:xfrm>
        <a:prstGeom prst="roundRect">
          <a:avLst>
            <a:gd name="adj" fmla="val 10000"/>
          </a:avLst>
        </a:prstGeom>
        <a:solidFill>
          <a:srgbClr val="EC7B2B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tx1"/>
              </a:solidFill>
            </a:rPr>
            <a:t>Market specialization</a:t>
          </a:r>
        </a:p>
      </dsp:txBody>
      <dsp:txXfrm>
        <a:off x="4359951" y="5314290"/>
        <a:ext cx="1502627" cy="728644"/>
      </dsp:txXfrm>
    </dsp:sp>
    <dsp:sp modelId="{3DFF0752-00CB-41A4-BE70-33E0B40A0077}">
      <dsp:nvSpPr>
        <dsp:cNvPr id="0" name=""/>
        <dsp:cNvSpPr/>
      </dsp:nvSpPr>
      <dsp:spPr>
        <a:xfrm>
          <a:off x="5885247" y="5668527"/>
          <a:ext cx="619186" cy="20170"/>
        </a:xfrm>
        <a:custGeom>
          <a:avLst/>
          <a:gdLst/>
          <a:ahLst/>
          <a:cxnLst/>
          <a:rect l="0" t="0" r="0" b="0"/>
          <a:pathLst>
            <a:path>
              <a:moveTo>
                <a:pt x="0" y="10085"/>
              </a:moveTo>
              <a:lnTo>
                <a:pt x="619186" y="1008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179361" y="5663133"/>
        <a:ext cx="30959" cy="30959"/>
      </dsp:txXfrm>
    </dsp:sp>
    <dsp:sp modelId="{DBA7DFE3-C36B-42BF-81E3-D686025FB760}">
      <dsp:nvSpPr>
        <dsp:cNvPr id="0" name=""/>
        <dsp:cNvSpPr/>
      </dsp:nvSpPr>
      <dsp:spPr>
        <a:xfrm>
          <a:off x="6504434" y="5291621"/>
          <a:ext cx="1547965" cy="773982"/>
        </a:xfrm>
        <a:prstGeom prst="roundRect">
          <a:avLst>
            <a:gd name="adj" fmla="val 10000"/>
          </a:avLst>
        </a:prstGeom>
        <a:solidFill>
          <a:srgbClr val="EC7B2B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tx1"/>
              </a:solidFill>
            </a:rPr>
            <a:t>Agree on value segments</a:t>
          </a:r>
        </a:p>
      </dsp:txBody>
      <dsp:txXfrm>
        <a:off x="6527103" y="5314290"/>
        <a:ext cx="1502627" cy="72864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9FF5F8-D918-4C5B-8F8D-6AA97118B5B3}">
      <dsp:nvSpPr>
        <dsp:cNvPr id="0" name=""/>
        <dsp:cNvSpPr/>
      </dsp:nvSpPr>
      <dsp:spPr>
        <a:xfrm>
          <a:off x="1373" y="1757065"/>
          <a:ext cx="957247" cy="47862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When 2 communities provide the same value (for a given activity)</a:t>
          </a:r>
        </a:p>
      </dsp:txBody>
      <dsp:txXfrm>
        <a:off x="15391" y="1771083"/>
        <a:ext cx="929211" cy="450587"/>
      </dsp:txXfrm>
    </dsp:sp>
    <dsp:sp modelId="{D20800DF-786F-4F46-BC8E-7C08B0011206}">
      <dsp:nvSpPr>
        <dsp:cNvPr id="0" name=""/>
        <dsp:cNvSpPr/>
      </dsp:nvSpPr>
      <dsp:spPr>
        <a:xfrm rot="17350740">
          <a:off x="567307" y="1435171"/>
          <a:ext cx="1165524" cy="21577"/>
        </a:xfrm>
        <a:custGeom>
          <a:avLst/>
          <a:gdLst/>
          <a:ahLst/>
          <a:cxnLst/>
          <a:rect l="0" t="0" r="0" b="0"/>
          <a:pathLst>
            <a:path>
              <a:moveTo>
                <a:pt x="0" y="10788"/>
              </a:moveTo>
              <a:lnTo>
                <a:pt x="1165524" y="1078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120931" y="1416821"/>
        <a:ext cx="58276" cy="58276"/>
      </dsp:txXfrm>
    </dsp:sp>
    <dsp:sp modelId="{337B761F-BAA9-446C-A8E3-99D1120EE415}">
      <dsp:nvSpPr>
        <dsp:cNvPr id="0" name=""/>
        <dsp:cNvSpPr/>
      </dsp:nvSpPr>
      <dsp:spPr>
        <a:xfrm>
          <a:off x="1341519" y="656230"/>
          <a:ext cx="957247" cy="478623"/>
        </a:xfrm>
        <a:prstGeom prst="roundRect">
          <a:avLst>
            <a:gd name="adj" fmla="val 10000"/>
          </a:avLst>
        </a:prstGeom>
        <a:solidFill>
          <a:schemeClr val="tx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Compete</a:t>
          </a:r>
        </a:p>
      </dsp:txBody>
      <dsp:txXfrm>
        <a:off x="1355537" y="670248"/>
        <a:ext cx="929211" cy="450587"/>
      </dsp:txXfrm>
    </dsp:sp>
    <dsp:sp modelId="{64ED4F26-6F6D-4A7A-BB9C-168A4173F247}">
      <dsp:nvSpPr>
        <dsp:cNvPr id="0" name=""/>
        <dsp:cNvSpPr/>
      </dsp:nvSpPr>
      <dsp:spPr>
        <a:xfrm rot="19457599">
          <a:off x="2254445" y="747149"/>
          <a:ext cx="471541" cy="21577"/>
        </a:xfrm>
        <a:custGeom>
          <a:avLst/>
          <a:gdLst/>
          <a:ahLst/>
          <a:cxnLst/>
          <a:rect l="0" t="0" r="0" b="0"/>
          <a:pathLst>
            <a:path>
              <a:moveTo>
                <a:pt x="0" y="10788"/>
              </a:moveTo>
              <a:lnTo>
                <a:pt x="471541" y="1078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78427" y="746149"/>
        <a:ext cx="23577" cy="23577"/>
      </dsp:txXfrm>
    </dsp:sp>
    <dsp:sp modelId="{713C6B1F-5D5E-4D8A-B185-2B84207921A9}">
      <dsp:nvSpPr>
        <dsp:cNvPr id="0" name=""/>
        <dsp:cNvSpPr/>
      </dsp:nvSpPr>
      <dsp:spPr>
        <a:xfrm>
          <a:off x="2681665" y="381022"/>
          <a:ext cx="957247" cy="478623"/>
        </a:xfrm>
        <a:prstGeom prst="roundRect">
          <a:avLst>
            <a:gd name="adj" fmla="val 10000"/>
          </a:avLst>
        </a:prstGeom>
        <a:solidFill>
          <a:schemeClr val="tx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A &amp; B have different ways to provide the value</a:t>
          </a:r>
        </a:p>
      </dsp:txBody>
      <dsp:txXfrm>
        <a:off x="2695683" y="395040"/>
        <a:ext cx="929211" cy="450587"/>
      </dsp:txXfrm>
    </dsp:sp>
    <dsp:sp modelId="{3C78C75D-17CC-4FDF-8F37-5F0B527EFE85}">
      <dsp:nvSpPr>
        <dsp:cNvPr id="0" name=""/>
        <dsp:cNvSpPr/>
      </dsp:nvSpPr>
      <dsp:spPr>
        <a:xfrm rot="2142401">
          <a:off x="2254445" y="1022358"/>
          <a:ext cx="471541" cy="21577"/>
        </a:xfrm>
        <a:custGeom>
          <a:avLst/>
          <a:gdLst/>
          <a:ahLst/>
          <a:cxnLst/>
          <a:rect l="0" t="0" r="0" b="0"/>
          <a:pathLst>
            <a:path>
              <a:moveTo>
                <a:pt x="0" y="10788"/>
              </a:moveTo>
              <a:lnTo>
                <a:pt x="471541" y="1078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78427" y="1021358"/>
        <a:ext cx="23577" cy="23577"/>
      </dsp:txXfrm>
    </dsp:sp>
    <dsp:sp modelId="{47772240-F486-4145-836D-AB0E8AD0B855}">
      <dsp:nvSpPr>
        <dsp:cNvPr id="0" name=""/>
        <dsp:cNvSpPr/>
      </dsp:nvSpPr>
      <dsp:spPr>
        <a:xfrm>
          <a:off x="2681665" y="931439"/>
          <a:ext cx="957247" cy="478623"/>
        </a:xfrm>
        <a:prstGeom prst="roundRect">
          <a:avLst>
            <a:gd name="adj" fmla="val 10000"/>
          </a:avLst>
        </a:prstGeom>
        <a:solidFill>
          <a:schemeClr val="tx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The best way wins or dominates</a:t>
          </a:r>
        </a:p>
      </dsp:txBody>
      <dsp:txXfrm>
        <a:off x="2695683" y="945457"/>
        <a:ext cx="929211" cy="450587"/>
      </dsp:txXfrm>
    </dsp:sp>
    <dsp:sp modelId="{15BBA178-4DA1-4DFF-9F1B-41EA3B61A245}">
      <dsp:nvSpPr>
        <dsp:cNvPr id="0" name=""/>
        <dsp:cNvSpPr/>
      </dsp:nvSpPr>
      <dsp:spPr>
        <a:xfrm>
          <a:off x="958620" y="1985588"/>
          <a:ext cx="382898" cy="21577"/>
        </a:xfrm>
        <a:custGeom>
          <a:avLst/>
          <a:gdLst/>
          <a:ahLst/>
          <a:cxnLst/>
          <a:rect l="0" t="0" r="0" b="0"/>
          <a:pathLst>
            <a:path>
              <a:moveTo>
                <a:pt x="0" y="10788"/>
              </a:moveTo>
              <a:lnTo>
                <a:pt x="382898" y="1078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140497" y="1986804"/>
        <a:ext cx="19144" cy="19144"/>
      </dsp:txXfrm>
    </dsp:sp>
    <dsp:sp modelId="{4F1D22CF-CA04-4D7B-88B3-9E053BFBD9AF}">
      <dsp:nvSpPr>
        <dsp:cNvPr id="0" name=""/>
        <dsp:cNvSpPr/>
      </dsp:nvSpPr>
      <dsp:spPr>
        <a:xfrm>
          <a:off x="1341519" y="1757065"/>
          <a:ext cx="957247" cy="47862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Integrate</a:t>
          </a:r>
        </a:p>
      </dsp:txBody>
      <dsp:txXfrm>
        <a:off x="1355537" y="1771083"/>
        <a:ext cx="929211" cy="450587"/>
      </dsp:txXfrm>
    </dsp:sp>
    <dsp:sp modelId="{D1A4060D-AED0-4635-B767-3CE0398E0F23}">
      <dsp:nvSpPr>
        <dsp:cNvPr id="0" name=""/>
        <dsp:cNvSpPr/>
      </dsp:nvSpPr>
      <dsp:spPr>
        <a:xfrm rot="19457599">
          <a:off x="2254445" y="1847984"/>
          <a:ext cx="471541" cy="21577"/>
        </a:xfrm>
        <a:custGeom>
          <a:avLst/>
          <a:gdLst/>
          <a:ahLst/>
          <a:cxnLst/>
          <a:rect l="0" t="0" r="0" b="0"/>
          <a:pathLst>
            <a:path>
              <a:moveTo>
                <a:pt x="0" y="10788"/>
              </a:moveTo>
              <a:lnTo>
                <a:pt x="471541" y="1078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78427" y="1846984"/>
        <a:ext cx="23577" cy="23577"/>
      </dsp:txXfrm>
    </dsp:sp>
    <dsp:sp modelId="{0DCB2157-AB66-4EC7-AC92-DE3882A0E5ED}">
      <dsp:nvSpPr>
        <dsp:cNvPr id="0" name=""/>
        <dsp:cNvSpPr/>
      </dsp:nvSpPr>
      <dsp:spPr>
        <a:xfrm>
          <a:off x="2681665" y="1481856"/>
          <a:ext cx="957247" cy="47862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A &amp; B merge their powers </a:t>
          </a:r>
        </a:p>
      </dsp:txBody>
      <dsp:txXfrm>
        <a:off x="2695683" y="1495874"/>
        <a:ext cx="929211" cy="450587"/>
      </dsp:txXfrm>
    </dsp:sp>
    <dsp:sp modelId="{427630FF-46CE-4847-91B5-DBBB27B74F1C}">
      <dsp:nvSpPr>
        <dsp:cNvPr id="0" name=""/>
        <dsp:cNvSpPr/>
      </dsp:nvSpPr>
      <dsp:spPr>
        <a:xfrm>
          <a:off x="3638912" y="1710379"/>
          <a:ext cx="382898" cy="21577"/>
        </a:xfrm>
        <a:custGeom>
          <a:avLst/>
          <a:gdLst/>
          <a:ahLst/>
          <a:cxnLst/>
          <a:rect l="0" t="0" r="0" b="0"/>
          <a:pathLst>
            <a:path>
              <a:moveTo>
                <a:pt x="0" y="10788"/>
              </a:moveTo>
              <a:lnTo>
                <a:pt x="382898" y="1078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20789" y="1711595"/>
        <a:ext cx="19144" cy="19144"/>
      </dsp:txXfrm>
    </dsp:sp>
    <dsp:sp modelId="{7B978CEB-ECE0-4404-9A96-4EF84FF948A8}">
      <dsp:nvSpPr>
        <dsp:cNvPr id="0" name=""/>
        <dsp:cNvSpPr/>
      </dsp:nvSpPr>
      <dsp:spPr>
        <a:xfrm>
          <a:off x="4021811" y="1481856"/>
          <a:ext cx="957247" cy="47862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Content Curation, Common events, Common structures &amp; processes</a:t>
          </a:r>
        </a:p>
      </dsp:txBody>
      <dsp:txXfrm>
        <a:off x="4035829" y="1495874"/>
        <a:ext cx="929211" cy="450587"/>
      </dsp:txXfrm>
    </dsp:sp>
    <dsp:sp modelId="{87B7EAED-9F88-4A3A-851A-3814BE1BFD34}">
      <dsp:nvSpPr>
        <dsp:cNvPr id="0" name=""/>
        <dsp:cNvSpPr/>
      </dsp:nvSpPr>
      <dsp:spPr>
        <a:xfrm rot="2142401">
          <a:off x="2254445" y="2123192"/>
          <a:ext cx="471541" cy="21577"/>
        </a:xfrm>
        <a:custGeom>
          <a:avLst/>
          <a:gdLst/>
          <a:ahLst/>
          <a:cxnLst/>
          <a:rect l="0" t="0" r="0" b="0"/>
          <a:pathLst>
            <a:path>
              <a:moveTo>
                <a:pt x="0" y="10788"/>
              </a:moveTo>
              <a:lnTo>
                <a:pt x="471541" y="1078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78427" y="2122192"/>
        <a:ext cx="23577" cy="23577"/>
      </dsp:txXfrm>
    </dsp:sp>
    <dsp:sp modelId="{7F1D7330-592B-464A-B257-CC8BDD367325}">
      <dsp:nvSpPr>
        <dsp:cNvPr id="0" name=""/>
        <dsp:cNvSpPr/>
      </dsp:nvSpPr>
      <dsp:spPr>
        <a:xfrm>
          <a:off x="2681665" y="2032273"/>
          <a:ext cx="957247" cy="47862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Synergy</a:t>
          </a:r>
        </a:p>
      </dsp:txBody>
      <dsp:txXfrm>
        <a:off x="2695683" y="2046291"/>
        <a:ext cx="929211" cy="450587"/>
      </dsp:txXfrm>
    </dsp:sp>
    <dsp:sp modelId="{AF919F0C-D3B0-4675-8A05-421AE7EA6329}">
      <dsp:nvSpPr>
        <dsp:cNvPr id="0" name=""/>
        <dsp:cNvSpPr/>
      </dsp:nvSpPr>
      <dsp:spPr>
        <a:xfrm>
          <a:off x="3638912" y="2260796"/>
          <a:ext cx="382898" cy="21577"/>
        </a:xfrm>
        <a:custGeom>
          <a:avLst/>
          <a:gdLst/>
          <a:ahLst/>
          <a:cxnLst/>
          <a:rect l="0" t="0" r="0" b="0"/>
          <a:pathLst>
            <a:path>
              <a:moveTo>
                <a:pt x="0" y="10788"/>
              </a:moveTo>
              <a:lnTo>
                <a:pt x="382898" y="1078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20789" y="2262013"/>
        <a:ext cx="19144" cy="19144"/>
      </dsp:txXfrm>
    </dsp:sp>
    <dsp:sp modelId="{F568B395-4AE8-41FF-955A-729C5CBC6CC0}">
      <dsp:nvSpPr>
        <dsp:cNvPr id="0" name=""/>
        <dsp:cNvSpPr/>
      </dsp:nvSpPr>
      <dsp:spPr>
        <a:xfrm>
          <a:off x="4021811" y="2032273"/>
          <a:ext cx="957247" cy="47862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Common governance to define</a:t>
          </a:r>
        </a:p>
      </dsp:txBody>
      <dsp:txXfrm>
        <a:off x="4035829" y="2046291"/>
        <a:ext cx="929211" cy="450587"/>
      </dsp:txXfrm>
    </dsp:sp>
    <dsp:sp modelId="{CCA14011-EFA3-4EA7-97AD-2FD54FA1DE20}">
      <dsp:nvSpPr>
        <dsp:cNvPr id="0" name=""/>
        <dsp:cNvSpPr/>
      </dsp:nvSpPr>
      <dsp:spPr>
        <a:xfrm rot="4249260">
          <a:off x="567307" y="2536005"/>
          <a:ext cx="1165524" cy="21577"/>
        </a:xfrm>
        <a:custGeom>
          <a:avLst/>
          <a:gdLst/>
          <a:ahLst/>
          <a:cxnLst/>
          <a:rect l="0" t="0" r="0" b="0"/>
          <a:pathLst>
            <a:path>
              <a:moveTo>
                <a:pt x="0" y="10788"/>
              </a:moveTo>
              <a:lnTo>
                <a:pt x="1165524" y="1078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120931" y="2517656"/>
        <a:ext cx="58276" cy="58276"/>
      </dsp:txXfrm>
    </dsp:sp>
    <dsp:sp modelId="{E23154D6-1286-42D1-A2F8-0687BFB08A15}">
      <dsp:nvSpPr>
        <dsp:cNvPr id="0" name=""/>
        <dsp:cNvSpPr/>
      </dsp:nvSpPr>
      <dsp:spPr>
        <a:xfrm>
          <a:off x="1341519" y="2857899"/>
          <a:ext cx="957247" cy="478623"/>
        </a:xfrm>
        <a:prstGeom prst="roundRect">
          <a:avLst>
            <a:gd name="adj" fmla="val 10000"/>
          </a:avLst>
        </a:prstGeom>
        <a:solidFill>
          <a:srgbClr val="EC7B2B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Differentiate</a:t>
          </a:r>
        </a:p>
      </dsp:txBody>
      <dsp:txXfrm>
        <a:off x="1355537" y="2871917"/>
        <a:ext cx="929211" cy="450587"/>
      </dsp:txXfrm>
    </dsp:sp>
    <dsp:sp modelId="{A88A2A4B-E057-475F-BD60-1518C88EC744}">
      <dsp:nvSpPr>
        <dsp:cNvPr id="0" name=""/>
        <dsp:cNvSpPr/>
      </dsp:nvSpPr>
      <dsp:spPr>
        <a:xfrm rot="19457599">
          <a:off x="2254445" y="2948818"/>
          <a:ext cx="471541" cy="21577"/>
        </a:xfrm>
        <a:custGeom>
          <a:avLst/>
          <a:gdLst/>
          <a:ahLst/>
          <a:cxnLst/>
          <a:rect l="0" t="0" r="0" b="0"/>
          <a:pathLst>
            <a:path>
              <a:moveTo>
                <a:pt x="0" y="10788"/>
              </a:moveTo>
              <a:lnTo>
                <a:pt x="471541" y="1078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78427" y="2947818"/>
        <a:ext cx="23577" cy="23577"/>
      </dsp:txXfrm>
    </dsp:sp>
    <dsp:sp modelId="{DBA1A94C-9E9B-4A0B-A42D-58DFF72D7B58}">
      <dsp:nvSpPr>
        <dsp:cNvPr id="0" name=""/>
        <dsp:cNvSpPr/>
      </dsp:nvSpPr>
      <dsp:spPr>
        <a:xfrm>
          <a:off x="2681665" y="2582690"/>
          <a:ext cx="957247" cy="478623"/>
        </a:xfrm>
        <a:prstGeom prst="roundRect">
          <a:avLst>
            <a:gd name="adj" fmla="val 10000"/>
          </a:avLst>
        </a:prstGeom>
        <a:solidFill>
          <a:srgbClr val="EC7B2B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A &amp; B end up providing different values to different segments</a:t>
          </a:r>
        </a:p>
      </dsp:txBody>
      <dsp:txXfrm>
        <a:off x="2695683" y="2596708"/>
        <a:ext cx="929211" cy="450587"/>
      </dsp:txXfrm>
    </dsp:sp>
    <dsp:sp modelId="{33E9F206-D276-4A23-BA67-9AA1A10A4526}">
      <dsp:nvSpPr>
        <dsp:cNvPr id="0" name=""/>
        <dsp:cNvSpPr/>
      </dsp:nvSpPr>
      <dsp:spPr>
        <a:xfrm>
          <a:off x="3638912" y="2811214"/>
          <a:ext cx="382898" cy="21577"/>
        </a:xfrm>
        <a:custGeom>
          <a:avLst/>
          <a:gdLst/>
          <a:ahLst/>
          <a:cxnLst/>
          <a:rect l="0" t="0" r="0" b="0"/>
          <a:pathLst>
            <a:path>
              <a:moveTo>
                <a:pt x="0" y="10788"/>
              </a:moveTo>
              <a:lnTo>
                <a:pt x="382898" y="1078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20789" y="2812430"/>
        <a:ext cx="19144" cy="19144"/>
      </dsp:txXfrm>
    </dsp:sp>
    <dsp:sp modelId="{7072FE84-83A5-4E10-9BB3-D8A0C463BD96}">
      <dsp:nvSpPr>
        <dsp:cNvPr id="0" name=""/>
        <dsp:cNvSpPr/>
      </dsp:nvSpPr>
      <dsp:spPr>
        <a:xfrm>
          <a:off x="4021811" y="2582690"/>
          <a:ext cx="957247" cy="478623"/>
        </a:xfrm>
        <a:prstGeom prst="roundRect">
          <a:avLst>
            <a:gd name="adj" fmla="val 10000"/>
          </a:avLst>
        </a:prstGeom>
        <a:solidFill>
          <a:srgbClr val="EC7B2B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Co-Define the borders and Co-define the segments. Redirect.</a:t>
          </a:r>
        </a:p>
      </dsp:txBody>
      <dsp:txXfrm>
        <a:off x="4035829" y="2596708"/>
        <a:ext cx="929211" cy="450587"/>
      </dsp:txXfrm>
    </dsp:sp>
    <dsp:sp modelId="{100AEC06-EDDE-47D7-BBCE-B98A116499A0}">
      <dsp:nvSpPr>
        <dsp:cNvPr id="0" name=""/>
        <dsp:cNvSpPr/>
      </dsp:nvSpPr>
      <dsp:spPr>
        <a:xfrm rot="2142401">
          <a:off x="2254445" y="3224026"/>
          <a:ext cx="471541" cy="21577"/>
        </a:xfrm>
        <a:custGeom>
          <a:avLst/>
          <a:gdLst/>
          <a:ahLst/>
          <a:cxnLst/>
          <a:rect l="0" t="0" r="0" b="0"/>
          <a:pathLst>
            <a:path>
              <a:moveTo>
                <a:pt x="0" y="10788"/>
              </a:moveTo>
              <a:lnTo>
                <a:pt x="471541" y="1078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78427" y="3223026"/>
        <a:ext cx="23577" cy="23577"/>
      </dsp:txXfrm>
    </dsp:sp>
    <dsp:sp modelId="{0759E216-B6CB-4A04-806A-BB17CDA8F6BB}">
      <dsp:nvSpPr>
        <dsp:cNvPr id="0" name=""/>
        <dsp:cNvSpPr/>
      </dsp:nvSpPr>
      <dsp:spPr>
        <a:xfrm>
          <a:off x="2681665" y="3133108"/>
          <a:ext cx="957247" cy="478623"/>
        </a:xfrm>
        <a:prstGeom prst="roundRect">
          <a:avLst>
            <a:gd name="adj" fmla="val 10000"/>
          </a:avLst>
        </a:prstGeom>
        <a:solidFill>
          <a:srgbClr val="EC7B2B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Market specialization</a:t>
          </a:r>
        </a:p>
      </dsp:txBody>
      <dsp:txXfrm>
        <a:off x="2695683" y="3147126"/>
        <a:ext cx="929211" cy="450587"/>
      </dsp:txXfrm>
    </dsp:sp>
    <dsp:sp modelId="{3DFF0752-00CB-41A4-BE70-33E0B40A0077}">
      <dsp:nvSpPr>
        <dsp:cNvPr id="0" name=""/>
        <dsp:cNvSpPr/>
      </dsp:nvSpPr>
      <dsp:spPr>
        <a:xfrm>
          <a:off x="3638912" y="3361631"/>
          <a:ext cx="382898" cy="21577"/>
        </a:xfrm>
        <a:custGeom>
          <a:avLst/>
          <a:gdLst/>
          <a:ahLst/>
          <a:cxnLst/>
          <a:rect l="0" t="0" r="0" b="0"/>
          <a:pathLst>
            <a:path>
              <a:moveTo>
                <a:pt x="0" y="10788"/>
              </a:moveTo>
              <a:lnTo>
                <a:pt x="382898" y="1078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20789" y="3362847"/>
        <a:ext cx="19144" cy="19144"/>
      </dsp:txXfrm>
    </dsp:sp>
    <dsp:sp modelId="{DBA7DFE3-C36B-42BF-81E3-D686025FB760}">
      <dsp:nvSpPr>
        <dsp:cNvPr id="0" name=""/>
        <dsp:cNvSpPr/>
      </dsp:nvSpPr>
      <dsp:spPr>
        <a:xfrm>
          <a:off x="4021811" y="3133108"/>
          <a:ext cx="957247" cy="478623"/>
        </a:xfrm>
        <a:prstGeom prst="roundRect">
          <a:avLst>
            <a:gd name="adj" fmla="val 10000"/>
          </a:avLst>
        </a:prstGeom>
        <a:solidFill>
          <a:srgbClr val="EC7B2B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Agree on value segments</a:t>
          </a:r>
        </a:p>
      </dsp:txBody>
      <dsp:txXfrm>
        <a:off x="4035829" y="3147126"/>
        <a:ext cx="929211" cy="45058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AA3E52-F105-4DEF-93EE-5CF362D8832C}">
      <dsp:nvSpPr>
        <dsp:cNvPr id="0" name=""/>
        <dsp:cNvSpPr/>
      </dsp:nvSpPr>
      <dsp:spPr>
        <a:xfrm>
          <a:off x="75500" y="432108"/>
          <a:ext cx="1862336" cy="1862336"/>
        </a:xfrm>
        <a:prstGeom prst="ellipse">
          <a:avLst/>
        </a:prstGeom>
        <a:solidFill>
          <a:srgbClr val="EC7B2B">
            <a:alpha val="50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Our Community</a:t>
          </a:r>
        </a:p>
      </dsp:txBody>
      <dsp:txXfrm>
        <a:off x="335556" y="651718"/>
        <a:ext cx="1073779" cy="1423117"/>
      </dsp:txXfrm>
    </dsp:sp>
    <dsp:sp modelId="{4ADD6E9E-1418-47E4-BF3C-CC6F38261B07}">
      <dsp:nvSpPr>
        <dsp:cNvPr id="0" name=""/>
        <dsp:cNvSpPr/>
      </dsp:nvSpPr>
      <dsp:spPr>
        <a:xfrm>
          <a:off x="1371408" y="432108"/>
          <a:ext cx="1862336" cy="1862336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Community B</a:t>
          </a:r>
        </a:p>
      </dsp:txBody>
      <dsp:txXfrm>
        <a:off x="1899909" y="651718"/>
        <a:ext cx="1073779" cy="142311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9FF5F8-D918-4C5B-8F8D-6AA97118B5B3}">
      <dsp:nvSpPr>
        <dsp:cNvPr id="0" name=""/>
        <dsp:cNvSpPr/>
      </dsp:nvSpPr>
      <dsp:spPr>
        <a:xfrm>
          <a:off x="2152" y="2215553"/>
          <a:ext cx="1118437" cy="55921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 dirty="0"/>
        </a:p>
      </dsp:txBody>
      <dsp:txXfrm>
        <a:off x="18531" y="2231932"/>
        <a:ext cx="1085679" cy="526460"/>
      </dsp:txXfrm>
    </dsp:sp>
    <dsp:sp modelId="{D20800DF-786F-4F46-BC8E-7C08B0011206}">
      <dsp:nvSpPr>
        <dsp:cNvPr id="0" name=""/>
        <dsp:cNvSpPr/>
      </dsp:nvSpPr>
      <dsp:spPr>
        <a:xfrm rot="17350740">
          <a:off x="663384" y="1841976"/>
          <a:ext cx="1361786" cy="20170"/>
        </a:xfrm>
        <a:custGeom>
          <a:avLst/>
          <a:gdLst/>
          <a:ahLst/>
          <a:cxnLst/>
          <a:rect l="0" t="0" r="0" b="0"/>
          <a:pathLst>
            <a:path>
              <a:moveTo>
                <a:pt x="0" y="10085"/>
              </a:moveTo>
              <a:lnTo>
                <a:pt x="1361786" y="1008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10233" y="1818016"/>
        <a:ext cx="68089" cy="68089"/>
      </dsp:txXfrm>
    </dsp:sp>
    <dsp:sp modelId="{337B761F-BAA9-446C-A8E3-99D1120EE415}">
      <dsp:nvSpPr>
        <dsp:cNvPr id="0" name=""/>
        <dsp:cNvSpPr/>
      </dsp:nvSpPr>
      <dsp:spPr>
        <a:xfrm>
          <a:off x="1567965" y="929350"/>
          <a:ext cx="1118437" cy="559218"/>
        </a:xfrm>
        <a:prstGeom prst="roundRect">
          <a:avLst>
            <a:gd name="adj" fmla="val 10000"/>
          </a:avLst>
        </a:prstGeom>
        <a:solidFill>
          <a:schemeClr val="tx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Compete</a:t>
          </a:r>
        </a:p>
      </dsp:txBody>
      <dsp:txXfrm>
        <a:off x="1584344" y="945729"/>
        <a:ext cx="1085679" cy="526460"/>
      </dsp:txXfrm>
    </dsp:sp>
    <dsp:sp modelId="{64ED4F26-6F6D-4A7A-BB9C-168A4173F247}">
      <dsp:nvSpPr>
        <dsp:cNvPr id="0" name=""/>
        <dsp:cNvSpPr/>
      </dsp:nvSpPr>
      <dsp:spPr>
        <a:xfrm rot="19457599">
          <a:off x="2634618" y="1038099"/>
          <a:ext cx="550943" cy="20170"/>
        </a:xfrm>
        <a:custGeom>
          <a:avLst/>
          <a:gdLst/>
          <a:ahLst/>
          <a:cxnLst/>
          <a:rect l="0" t="0" r="0" b="0"/>
          <a:pathLst>
            <a:path>
              <a:moveTo>
                <a:pt x="0" y="10085"/>
              </a:moveTo>
              <a:lnTo>
                <a:pt x="550943" y="1008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96316" y="1034411"/>
        <a:ext cx="27547" cy="27547"/>
      </dsp:txXfrm>
    </dsp:sp>
    <dsp:sp modelId="{713C6B1F-5D5E-4D8A-B185-2B84207921A9}">
      <dsp:nvSpPr>
        <dsp:cNvPr id="0" name=""/>
        <dsp:cNvSpPr/>
      </dsp:nvSpPr>
      <dsp:spPr>
        <a:xfrm>
          <a:off x="3133777" y="607800"/>
          <a:ext cx="1118437" cy="559218"/>
        </a:xfrm>
        <a:prstGeom prst="roundRect">
          <a:avLst>
            <a:gd name="adj" fmla="val 10000"/>
          </a:avLst>
        </a:prstGeom>
        <a:solidFill>
          <a:schemeClr val="tx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A &amp; B have different ways to provide the value</a:t>
          </a:r>
        </a:p>
      </dsp:txBody>
      <dsp:txXfrm>
        <a:off x="3150156" y="624179"/>
        <a:ext cx="1085679" cy="526460"/>
      </dsp:txXfrm>
    </dsp:sp>
    <dsp:sp modelId="{3C78C75D-17CC-4FDF-8F37-5F0B527EFE85}">
      <dsp:nvSpPr>
        <dsp:cNvPr id="0" name=""/>
        <dsp:cNvSpPr/>
      </dsp:nvSpPr>
      <dsp:spPr>
        <a:xfrm rot="2142401">
          <a:off x="2634618" y="1359649"/>
          <a:ext cx="550943" cy="20170"/>
        </a:xfrm>
        <a:custGeom>
          <a:avLst/>
          <a:gdLst/>
          <a:ahLst/>
          <a:cxnLst/>
          <a:rect l="0" t="0" r="0" b="0"/>
          <a:pathLst>
            <a:path>
              <a:moveTo>
                <a:pt x="0" y="10085"/>
              </a:moveTo>
              <a:lnTo>
                <a:pt x="550943" y="1008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96316" y="1355961"/>
        <a:ext cx="27547" cy="27547"/>
      </dsp:txXfrm>
    </dsp:sp>
    <dsp:sp modelId="{47772240-F486-4145-836D-AB0E8AD0B855}">
      <dsp:nvSpPr>
        <dsp:cNvPr id="0" name=""/>
        <dsp:cNvSpPr/>
      </dsp:nvSpPr>
      <dsp:spPr>
        <a:xfrm>
          <a:off x="3133777" y="1250901"/>
          <a:ext cx="1118437" cy="559218"/>
        </a:xfrm>
        <a:prstGeom prst="roundRect">
          <a:avLst>
            <a:gd name="adj" fmla="val 10000"/>
          </a:avLst>
        </a:prstGeom>
        <a:solidFill>
          <a:schemeClr val="tx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The best way wins or dominates</a:t>
          </a:r>
        </a:p>
      </dsp:txBody>
      <dsp:txXfrm>
        <a:off x="3150156" y="1267280"/>
        <a:ext cx="1085679" cy="526460"/>
      </dsp:txXfrm>
    </dsp:sp>
    <dsp:sp modelId="{15BBA178-4DA1-4DFF-9F1B-41EA3B61A245}">
      <dsp:nvSpPr>
        <dsp:cNvPr id="0" name=""/>
        <dsp:cNvSpPr/>
      </dsp:nvSpPr>
      <dsp:spPr>
        <a:xfrm>
          <a:off x="1120590" y="2485077"/>
          <a:ext cx="447374" cy="20170"/>
        </a:xfrm>
        <a:custGeom>
          <a:avLst/>
          <a:gdLst/>
          <a:ahLst/>
          <a:cxnLst/>
          <a:rect l="0" t="0" r="0" b="0"/>
          <a:pathLst>
            <a:path>
              <a:moveTo>
                <a:pt x="0" y="10085"/>
              </a:moveTo>
              <a:lnTo>
                <a:pt x="447374" y="1008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33093" y="2483978"/>
        <a:ext cx="22368" cy="22368"/>
      </dsp:txXfrm>
    </dsp:sp>
    <dsp:sp modelId="{4F1D22CF-CA04-4D7B-88B3-9E053BFBD9AF}">
      <dsp:nvSpPr>
        <dsp:cNvPr id="0" name=""/>
        <dsp:cNvSpPr/>
      </dsp:nvSpPr>
      <dsp:spPr>
        <a:xfrm>
          <a:off x="1567965" y="2215553"/>
          <a:ext cx="1118437" cy="55921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Integrate</a:t>
          </a:r>
        </a:p>
      </dsp:txBody>
      <dsp:txXfrm>
        <a:off x="1584344" y="2231932"/>
        <a:ext cx="1085679" cy="526460"/>
      </dsp:txXfrm>
    </dsp:sp>
    <dsp:sp modelId="{D1A4060D-AED0-4635-B767-3CE0398E0F23}">
      <dsp:nvSpPr>
        <dsp:cNvPr id="0" name=""/>
        <dsp:cNvSpPr/>
      </dsp:nvSpPr>
      <dsp:spPr>
        <a:xfrm rot="19457599">
          <a:off x="2634618" y="2324302"/>
          <a:ext cx="550943" cy="20170"/>
        </a:xfrm>
        <a:custGeom>
          <a:avLst/>
          <a:gdLst/>
          <a:ahLst/>
          <a:cxnLst/>
          <a:rect l="0" t="0" r="0" b="0"/>
          <a:pathLst>
            <a:path>
              <a:moveTo>
                <a:pt x="0" y="10085"/>
              </a:moveTo>
              <a:lnTo>
                <a:pt x="550943" y="1008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96316" y="2320614"/>
        <a:ext cx="27547" cy="27547"/>
      </dsp:txXfrm>
    </dsp:sp>
    <dsp:sp modelId="{0DCB2157-AB66-4EC7-AC92-DE3882A0E5ED}">
      <dsp:nvSpPr>
        <dsp:cNvPr id="0" name=""/>
        <dsp:cNvSpPr/>
      </dsp:nvSpPr>
      <dsp:spPr>
        <a:xfrm>
          <a:off x="3133777" y="1894002"/>
          <a:ext cx="1118437" cy="55921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A &amp; B merge their powers </a:t>
          </a:r>
        </a:p>
      </dsp:txBody>
      <dsp:txXfrm>
        <a:off x="3150156" y="1910381"/>
        <a:ext cx="1085679" cy="526460"/>
      </dsp:txXfrm>
    </dsp:sp>
    <dsp:sp modelId="{427630FF-46CE-4847-91B5-DBBB27B74F1C}">
      <dsp:nvSpPr>
        <dsp:cNvPr id="0" name=""/>
        <dsp:cNvSpPr/>
      </dsp:nvSpPr>
      <dsp:spPr>
        <a:xfrm>
          <a:off x="4252214" y="2163526"/>
          <a:ext cx="447374" cy="20170"/>
        </a:xfrm>
        <a:custGeom>
          <a:avLst/>
          <a:gdLst/>
          <a:ahLst/>
          <a:cxnLst/>
          <a:rect l="0" t="0" r="0" b="0"/>
          <a:pathLst>
            <a:path>
              <a:moveTo>
                <a:pt x="0" y="10085"/>
              </a:moveTo>
              <a:lnTo>
                <a:pt x="447374" y="1008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464717" y="2162427"/>
        <a:ext cx="22368" cy="22368"/>
      </dsp:txXfrm>
    </dsp:sp>
    <dsp:sp modelId="{7B978CEB-ECE0-4404-9A96-4EF84FF948A8}">
      <dsp:nvSpPr>
        <dsp:cNvPr id="0" name=""/>
        <dsp:cNvSpPr/>
      </dsp:nvSpPr>
      <dsp:spPr>
        <a:xfrm>
          <a:off x="4699589" y="1894002"/>
          <a:ext cx="1118437" cy="55921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Content Curation, Common events, Common structures &amp; processes</a:t>
          </a:r>
        </a:p>
      </dsp:txBody>
      <dsp:txXfrm>
        <a:off x="4715968" y="1910381"/>
        <a:ext cx="1085679" cy="526460"/>
      </dsp:txXfrm>
    </dsp:sp>
    <dsp:sp modelId="{87B7EAED-9F88-4A3A-851A-3814BE1BFD34}">
      <dsp:nvSpPr>
        <dsp:cNvPr id="0" name=""/>
        <dsp:cNvSpPr/>
      </dsp:nvSpPr>
      <dsp:spPr>
        <a:xfrm rot="2142401">
          <a:off x="2634618" y="2645852"/>
          <a:ext cx="550943" cy="20170"/>
        </a:xfrm>
        <a:custGeom>
          <a:avLst/>
          <a:gdLst/>
          <a:ahLst/>
          <a:cxnLst/>
          <a:rect l="0" t="0" r="0" b="0"/>
          <a:pathLst>
            <a:path>
              <a:moveTo>
                <a:pt x="0" y="10085"/>
              </a:moveTo>
              <a:lnTo>
                <a:pt x="550943" y="1008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96316" y="2642164"/>
        <a:ext cx="27547" cy="27547"/>
      </dsp:txXfrm>
    </dsp:sp>
    <dsp:sp modelId="{7F1D7330-592B-464A-B257-CC8BDD367325}">
      <dsp:nvSpPr>
        <dsp:cNvPr id="0" name=""/>
        <dsp:cNvSpPr/>
      </dsp:nvSpPr>
      <dsp:spPr>
        <a:xfrm>
          <a:off x="3133777" y="2537104"/>
          <a:ext cx="1118437" cy="55921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Synergy</a:t>
          </a:r>
        </a:p>
      </dsp:txBody>
      <dsp:txXfrm>
        <a:off x="3150156" y="2553483"/>
        <a:ext cx="1085679" cy="526460"/>
      </dsp:txXfrm>
    </dsp:sp>
    <dsp:sp modelId="{AF919F0C-D3B0-4675-8A05-421AE7EA6329}">
      <dsp:nvSpPr>
        <dsp:cNvPr id="0" name=""/>
        <dsp:cNvSpPr/>
      </dsp:nvSpPr>
      <dsp:spPr>
        <a:xfrm>
          <a:off x="4252214" y="2806628"/>
          <a:ext cx="447374" cy="20170"/>
        </a:xfrm>
        <a:custGeom>
          <a:avLst/>
          <a:gdLst/>
          <a:ahLst/>
          <a:cxnLst/>
          <a:rect l="0" t="0" r="0" b="0"/>
          <a:pathLst>
            <a:path>
              <a:moveTo>
                <a:pt x="0" y="10085"/>
              </a:moveTo>
              <a:lnTo>
                <a:pt x="447374" y="1008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464717" y="2805529"/>
        <a:ext cx="22368" cy="22368"/>
      </dsp:txXfrm>
    </dsp:sp>
    <dsp:sp modelId="{F568B395-4AE8-41FF-955A-729C5CBC6CC0}">
      <dsp:nvSpPr>
        <dsp:cNvPr id="0" name=""/>
        <dsp:cNvSpPr/>
      </dsp:nvSpPr>
      <dsp:spPr>
        <a:xfrm>
          <a:off x="4699589" y="2537104"/>
          <a:ext cx="1118437" cy="55921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Common governance to define</a:t>
          </a:r>
        </a:p>
      </dsp:txBody>
      <dsp:txXfrm>
        <a:off x="4715968" y="2553483"/>
        <a:ext cx="1085679" cy="526460"/>
      </dsp:txXfrm>
    </dsp:sp>
    <dsp:sp modelId="{CCA14011-EFA3-4EA7-97AD-2FD54FA1DE20}">
      <dsp:nvSpPr>
        <dsp:cNvPr id="0" name=""/>
        <dsp:cNvSpPr/>
      </dsp:nvSpPr>
      <dsp:spPr>
        <a:xfrm rot="4249260">
          <a:off x="663384" y="3128179"/>
          <a:ext cx="1361786" cy="20170"/>
        </a:xfrm>
        <a:custGeom>
          <a:avLst/>
          <a:gdLst/>
          <a:ahLst/>
          <a:cxnLst/>
          <a:rect l="0" t="0" r="0" b="0"/>
          <a:pathLst>
            <a:path>
              <a:moveTo>
                <a:pt x="0" y="10085"/>
              </a:moveTo>
              <a:lnTo>
                <a:pt x="1361786" y="1008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10233" y="3104219"/>
        <a:ext cx="68089" cy="68089"/>
      </dsp:txXfrm>
    </dsp:sp>
    <dsp:sp modelId="{E23154D6-1286-42D1-A2F8-0687BFB08A15}">
      <dsp:nvSpPr>
        <dsp:cNvPr id="0" name=""/>
        <dsp:cNvSpPr/>
      </dsp:nvSpPr>
      <dsp:spPr>
        <a:xfrm>
          <a:off x="1567965" y="3501756"/>
          <a:ext cx="1118437" cy="559218"/>
        </a:xfrm>
        <a:prstGeom prst="roundRect">
          <a:avLst>
            <a:gd name="adj" fmla="val 10000"/>
          </a:avLst>
        </a:prstGeom>
        <a:solidFill>
          <a:srgbClr val="EC7B2B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chemeClr val="tx1"/>
              </a:solidFill>
            </a:rPr>
            <a:t>Differentiate</a:t>
          </a:r>
        </a:p>
      </dsp:txBody>
      <dsp:txXfrm>
        <a:off x="1584344" y="3518135"/>
        <a:ext cx="1085679" cy="526460"/>
      </dsp:txXfrm>
    </dsp:sp>
    <dsp:sp modelId="{A88A2A4B-E057-475F-BD60-1518C88EC744}">
      <dsp:nvSpPr>
        <dsp:cNvPr id="0" name=""/>
        <dsp:cNvSpPr/>
      </dsp:nvSpPr>
      <dsp:spPr>
        <a:xfrm rot="19457599">
          <a:off x="2634618" y="3610505"/>
          <a:ext cx="550943" cy="20170"/>
        </a:xfrm>
        <a:custGeom>
          <a:avLst/>
          <a:gdLst/>
          <a:ahLst/>
          <a:cxnLst/>
          <a:rect l="0" t="0" r="0" b="0"/>
          <a:pathLst>
            <a:path>
              <a:moveTo>
                <a:pt x="0" y="10085"/>
              </a:moveTo>
              <a:lnTo>
                <a:pt x="550943" y="1008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96316" y="3606816"/>
        <a:ext cx="27547" cy="27547"/>
      </dsp:txXfrm>
    </dsp:sp>
    <dsp:sp modelId="{DBA1A94C-9E9B-4A0B-A42D-58DFF72D7B58}">
      <dsp:nvSpPr>
        <dsp:cNvPr id="0" name=""/>
        <dsp:cNvSpPr/>
      </dsp:nvSpPr>
      <dsp:spPr>
        <a:xfrm>
          <a:off x="3133777" y="3180205"/>
          <a:ext cx="1118437" cy="559218"/>
        </a:xfrm>
        <a:prstGeom prst="roundRect">
          <a:avLst>
            <a:gd name="adj" fmla="val 10000"/>
          </a:avLst>
        </a:prstGeom>
        <a:solidFill>
          <a:srgbClr val="EC7B2B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chemeClr val="tx1"/>
              </a:solidFill>
            </a:rPr>
            <a:t>A &amp; B end up providing different values to different segments</a:t>
          </a:r>
        </a:p>
      </dsp:txBody>
      <dsp:txXfrm>
        <a:off x="3150156" y="3196584"/>
        <a:ext cx="1085679" cy="526460"/>
      </dsp:txXfrm>
    </dsp:sp>
    <dsp:sp modelId="{33E9F206-D276-4A23-BA67-9AA1A10A4526}">
      <dsp:nvSpPr>
        <dsp:cNvPr id="0" name=""/>
        <dsp:cNvSpPr/>
      </dsp:nvSpPr>
      <dsp:spPr>
        <a:xfrm>
          <a:off x="4252214" y="3449729"/>
          <a:ext cx="447374" cy="20170"/>
        </a:xfrm>
        <a:custGeom>
          <a:avLst/>
          <a:gdLst/>
          <a:ahLst/>
          <a:cxnLst/>
          <a:rect l="0" t="0" r="0" b="0"/>
          <a:pathLst>
            <a:path>
              <a:moveTo>
                <a:pt x="0" y="10085"/>
              </a:moveTo>
              <a:lnTo>
                <a:pt x="447374" y="1008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464717" y="3448630"/>
        <a:ext cx="22368" cy="22368"/>
      </dsp:txXfrm>
    </dsp:sp>
    <dsp:sp modelId="{7072FE84-83A5-4E10-9BB3-D8A0C463BD96}">
      <dsp:nvSpPr>
        <dsp:cNvPr id="0" name=""/>
        <dsp:cNvSpPr/>
      </dsp:nvSpPr>
      <dsp:spPr>
        <a:xfrm>
          <a:off x="4699589" y="3180205"/>
          <a:ext cx="1118437" cy="559218"/>
        </a:xfrm>
        <a:prstGeom prst="roundRect">
          <a:avLst>
            <a:gd name="adj" fmla="val 10000"/>
          </a:avLst>
        </a:prstGeom>
        <a:solidFill>
          <a:srgbClr val="EC7B2B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chemeClr val="tx1"/>
              </a:solidFill>
            </a:rPr>
            <a:t>Co-Define the borders and Co-define the segments. Redirect.</a:t>
          </a:r>
        </a:p>
      </dsp:txBody>
      <dsp:txXfrm>
        <a:off x="4715968" y="3196584"/>
        <a:ext cx="1085679" cy="526460"/>
      </dsp:txXfrm>
    </dsp:sp>
    <dsp:sp modelId="{100AEC06-EDDE-47D7-BBCE-B98A116499A0}">
      <dsp:nvSpPr>
        <dsp:cNvPr id="0" name=""/>
        <dsp:cNvSpPr/>
      </dsp:nvSpPr>
      <dsp:spPr>
        <a:xfrm rot="2142401">
          <a:off x="2634618" y="3932055"/>
          <a:ext cx="550943" cy="20170"/>
        </a:xfrm>
        <a:custGeom>
          <a:avLst/>
          <a:gdLst/>
          <a:ahLst/>
          <a:cxnLst/>
          <a:rect l="0" t="0" r="0" b="0"/>
          <a:pathLst>
            <a:path>
              <a:moveTo>
                <a:pt x="0" y="10085"/>
              </a:moveTo>
              <a:lnTo>
                <a:pt x="550943" y="1008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96316" y="3928367"/>
        <a:ext cx="27547" cy="27547"/>
      </dsp:txXfrm>
    </dsp:sp>
    <dsp:sp modelId="{0759E216-B6CB-4A04-806A-BB17CDA8F6BB}">
      <dsp:nvSpPr>
        <dsp:cNvPr id="0" name=""/>
        <dsp:cNvSpPr/>
      </dsp:nvSpPr>
      <dsp:spPr>
        <a:xfrm>
          <a:off x="3133777" y="3823307"/>
          <a:ext cx="1118437" cy="559218"/>
        </a:xfrm>
        <a:prstGeom prst="roundRect">
          <a:avLst>
            <a:gd name="adj" fmla="val 10000"/>
          </a:avLst>
        </a:prstGeom>
        <a:solidFill>
          <a:srgbClr val="EC7B2B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chemeClr val="tx1"/>
              </a:solidFill>
            </a:rPr>
            <a:t>Market specialization</a:t>
          </a:r>
        </a:p>
      </dsp:txBody>
      <dsp:txXfrm>
        <a:off x="3150156" y="3839686"/>
        <a:ext cx="1085679" cy="526460"/>
      </dsp:txXfrm>
    </dsp:sp>
    <dsp:sp modelId="{3DFF0752-00CB-41A4-BE70-33E0B40A0077}">
      <dsp:nvSpPr>
        <dsp:cNvPr id="0" name=""/>
        <dsp:cNvSpPr/>
      </dsp:nvSpPr>
      <dsp:spPr>
        <a:xfrm>
          <a:off x="4252214" y="4092831"/>
          <a:ext cx="447374" cy="20170"/>
        </a:xfrm>
        <a:custGeom>
          <a:avLst/>
          <a:gdLst/>
          <a:ahLst/>
          <a:cxnLst/>
          <a:rect l="0" t="0" r="0" b="0"/>
          <a:pathLst>
            <a:path>
              <a:moveTo>
                <a:pt x="0" y="10085"/>
              </a:moveTo>
              <a:lnTo>
                <a:pt x="447374" y="1008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464717" y="4091732"/>
        <a:ext cx="22368" cy="22368"/>
      </dsp:txXfrm>
    </dsp:sp>
    <dsp:sp modelId="{DBA7DFE3-C36B-42BF-81E3-D686025FB760}">
      <dsp:nvSpPr>
        <dsp:cNvPr id="0" name=""/>
        <dsp:cNvSpPr/>
      </dsp:nvSpPr>
      <dsp:spPr>
        <a:xfrm>
          <a:off x="4699589" y="3823307"/>
          <a:ext cx="1118437" cy="559218"/>
        </a:xfrm>
        <a:prstGeom prst="roundRect">
          <a:avLst>
            <a:gd name="adj" fmla="val 10000"/>
          </a:avLst>
        </a:prstGeom>
        <a:solidFill>
          <a:srgbClr val="EC7B2B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chemeClr val="tx1"/>
              </a:solidFill>
            </a:rPr>
            <a:t>Agree on value segments</a:t>
          </a:r>
        </a:p>
      </dsp:txBody>
      <dsp:txXfrm>
        <a:off x="4715968" y="3839686"/>
        <a:ext cx="1085679" cy="5264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2">
  <dgm:title val=""/>
  <dgm:desc val=""/>
  <dgm:catLst>
    <dgm:cat type="matrix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l" for="ch" forName="rect1" refType="w" fact="0.065"/>
          <dgm:constr type="t" for="ch" forName="rect1" refType="h" fact="0.065"/>
          <dgm:constr type="w" for="ch" forName="rect2" refType="w" fact="0.4"/>
          <dgm:constr type="h" for="ch" forName="rect2" refType="h" fact="0.4"/>
          <dgm:constr type="r" for="ch" forName="rect2" refType="w" fact="0.935"/>
          <dgm:constr type="t" for="ch" forName="rect2" refType="h" fact="0.065"/>
          <dgm:constr type="w" for="ch" forName="rect3" refType="w" fact="0.4"/>
          <dgm:constr type="h" for="ch" forName="rect3" refType="w" fact="0.4"/>
          <dgm:constr type="l" for="ch" forName="rect3" refType="w" fact="0.065"/>
          <dgm:constr type="b" for="ch" forName="rect3" refType="h" fact="0.935"/>
          <dgm:constr type="w" for="ch" forName="rect4" refType="w" fact="0.4"/>
          <dgm:constr type="h" for="ch" forName="rect4" refType="h" fact="0.4"/>
          <dgm:constr type="r" for="ch" forName="rect4" refType="w" fact="0.935"/>
          <dgm:constr type="b" for="ch" forName="rect4" refType="h" fact="0.935"/>
        </dgm:constrLst>
      </dgm:if>
      <dgm:else name="Name2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r" for="ch" forName="rect1" refType="w" fact="0.935"/>
          <dgm:constr type="t" for="ch" forName="rect1" refType="h" fact="0.065"/>
          <dgm:constr type="w" for="ch" forName="rect2" refType="w" fact="0.4"/>
          <dgm:constr type="h" for="ch" forName="rect2" refType="h" fact="0.4"/>
          <dgm:constr type="l" for="ch" forName="rect2" refType="w" fact="0.065"/>
          <dgm:constr type="t" for="ch" forName="rect2" refType="h" fact="0.065"/>
          <dgm:constr type="w" for="ch" forName="rect3" refType="w" fact="0.4"/>
          <dgm:constr type="h" for="ch" forName="rect3" refType="w" fact="0.4"/>
          <dgm:constr type="r" for="ch" forName="rect3" refType="w" fact="0.935"/>
          <dgm:constr type="b" for="ch" forName="rect3" refType="h" fact="0.935"/>
          <dgm:constr type="w" for="ch" forName="rect4" refType="w" fact="0.4"/>
          <dgm:constr type="h" for="ch" forName="rect4" refType="h" fact="0.4"/>
          <dgm:constr type="l" for="ch" forName="rect4" refType="w" fact="0.065"/>
          <dgm:constr type="b" for="ch" forName="rect4" refType="h" fact="0.935"/>
        </dgm:constrLst>
      </dgm:else>
    </dgm:choose>
    <dgm:ruleLst/>
    <dgm:choose name="Name3">
      <dgm:if name="Name4" axis="ch" ptType="node" func="cnt" op="gte" val="1">
        <dgm:layoutNode name="axisShape" styleLbl="bgShp">
          <dgm:alg type="sp"/>
          <dgm:shape xmlns:r="http://schemas.openxmlformats.org/officeDocument/2006/relationships" type="quadArrow" r:blip="">
            <dgm:adjLst>
              <dgm:adj idx="1" val="0.02"/>
              <dgm:adj idx="2" val="0.04"/>
              <dgm:adj idx="3" val="0.05"/>
            </dgm:adjLst>
          </dgm:shape>
          <dgm:presOf/>
          <dgm:constrLst/>
          <dgm:ruleLst/>
        </dgm:layoutNode>
        <dgm:layoutNode name="rect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matrix2">
  <dgm:title val=""/>
  <dgm:desc val=""/>
  <dgm:catLst>
    <dgm:cat type="matrix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l" for="ch" forName="rect1" refType="w" fact="0.065"/>
          <dgm:constr type="t" for="ch" forName="rect1" refType="h" fact="0.065"/>
          <dgm:constr type="w" for="ch" forName="rect2" refType="w" fact="0.4"/>
          <dgm:constr type="h" for="ch" forName="rect2" refType="h" fact="0.4"/>
          <dgm:constr type="r" for="ch" forName="rect2" refType="w" fact="0.935"/>
          <dgm:constr type="t" for="ch" forName="rect2" refType="h" fact="0.065"/>
          <dgm:constr type="w" for="ch" forName="rect3" refType="w" fact="0.4"/>
          <dgm:constr type="h" for="ch" forName="rect3" refType="w" fact="0.4"/>
          <dgm:constr type="l" for="ch" forName="rect3" refType="w" fact="0.065"/>
          <dgm:constr type="b" for="ch" forName="rect3" refType="h" fact="0.935"/>
          <dgm:constr type="w" for="ch" forName="rect4" refType="w" fact="0.4"/>
          <dgm:constr type="h" for="ch" forName="rect4" refType="h" fact="0.4"/>
          <dgm:constr type="r" for="ch" forName="rect4" refType="w" fact="0.935"/>
          <dgm:constr type="b" for="ch" forName="rect4" refType="h" fact="0.935"/>
        </dgm:constrLst>
      </dgm:if>
      <dgm:else name="Name2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r" for="ch" forName="rect1" refType="w" fact="0.935"/>
          <dgm:constr type="t" for="ch" forName="rect1" refType="h" fact="0.065"/>
          <dgm:constr type="w" for="ch" forName="rect2" refType="w" fact="0.4"/>
          <dgm:constr type="h" for="ch" forName="rect2" refType="h" fact="0.4"/>
          <dgm:constr type="l" for="ch" forName="rect2" refType="w" fact="0.065"/>
          <dgm:constr type="t" for="ch" forName="rect2" refType="h" fact="0.065"/>
          <dgm:constr type="w" for="ch" forName="rect3" refType="w" fact="0.4"/>
          <dgm:constr type="h" for="ch" forName="rect3" refType="w" fact="0.4"/>
          <dgm:constr type="r" for="ch" forName="rect3" refType="w" fact="0.935"/>
          <dgm:constr type="b" for="ch" forName="rect3" refType="h" fact="0.935"/>
          <dgm:constr type="w" for="ch" forName="rect4" refType="w" fact="0.4"/>
          <dgm:constr type="h" for="ch" forName="rect4" refType="h" fact="0.4"/>
          <dgm:constr type="l" for="ch" forName="rect4" refType="w" fact="0.065"/>
          <dgm:constr type="b" for="ch" forName="rect4" refType="h" fact="0.935"/>
        </dgm:constrLst>
      </dgm:else>
    </dgm:choose>
    <dgm:ruleLst/>
    <dgm:choose name="Name3">
      <dgm:if name="Name4" axis="ch" ptType="node" func="cnt" op="gte" val="1">
        <dgm:layoutNode name="axisShape" styleLbl="bgShp">
          <dgm:alg type="sp"/>
          <dgm:shape xmlns:r="http://schemas.openxmlformats.org/officeDocument/2006/relationships" type="quadArrow" r:blip="">
            <dgm:adjLst>
              <dgm:adj idx="1" val="0.02"/>
              <dgm:adj idx="2" val="0.04"/>
              <dgm:adj idx="3" val="0.05"/>
            </dgm:adjLst>
          </dgm:shape>
          <dgm:presOf/>
          <dgm:constrLst/>
          <dgm:ruleLst/>
        </dgm:layoutNode>
        <dgm:layoutNode name="rect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D226AC-8069-465F-BE35-AC5AC6A5824B}" type="datetimeFigureOut">
              <a:rPr lang="fr-FR" smtClean="0"/>
              <a:t>24/03/2021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F5F71A-6683-4344-8A86-B72493AD35F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8427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Answer</a:t>
            </a:r>
            <a:r>
              <a:rPr lang="fr-FR" dirty="0"/>
              <a:t> :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5F71A-6683-4344-8A86-B72493AD35FC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93627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Answer</a:t>
            </a:r>
            <a:r>
              <a:rPr lang="fr-FR" dirty="0"/>
              <a:t> :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5F71A-6683-4344-8A86-B72493AD35FC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82948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Answer</a:t>
            </a:r>
            <a:r>
              <a:rPr lang="fr-FR" dirty="0"/>
              <a:t> :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5F71A-6683-4344-8A86-B72493AD35FC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21871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Answer</a:t>
            </a:r>
            <a:r>
              <a:rPr lang="fr-FR" dirty="0"/>
              <a:t> :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5F71A-6683-4344-8A86-B72493AD35FC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348425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Answer</a:t>
            </a:r>
            <a:r>
              <a:rPr lang="fr-FR" dirty="0"/>
              <a:t> :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5F71A-6683-4344-8A86-B72493AD35FC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87384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Answer</a:t>
            </a:r>
            <a:r>
              <a:rPr lang="fr-FR" dirty="0"/>
              <a:t> :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5F71A-6683-4344-8A86-B72493AD35FC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37613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3/24/2021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789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3/24/2021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427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solidFill>
          <a:srgbClr val="EC7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solidFill>
            <a:schemeClr val="bg1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  <a:solidFill>
            <a:schemeClr val="bg1"/>
          </a:solidFill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3/24/2021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848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3/24/2021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8519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3/24/2021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583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solidFill>
            <a:schemeClr val="bg1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  <a:solidFill>
            <a:schemeClr val="bg1"/>
          </a:solidFill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  <a:solidFill>
            <a:schemeClr val="bg1"/>
          </a:solidFill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3/24/2021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103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3/24/2021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118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3/24/2021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755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3/24/2021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747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3/24/2021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2197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3/24/2021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2900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3/24/2021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4421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3/24/2021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55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3/24/2021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633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21" r:id="rId3"/>
    <p:sldLayoutId id="2147483716" r:id="rId4"/>
    <p:sldLayoutId id="2147483717" r:id="rId5"/>
    <p:sldLayoutId id="2147483720" r:id="rId6"/>
    <p:sldLayoutId id="2147483718" r:id="rId7"/>
    <p:sldLayoutId id="2147483712" r:id="rId8"/>
    <p:sldLayoutId id="2147483708" r:id="rId9"/>
    <p:sldLayoutId id="2147483709" r:id="rId10"/>
    <p:sldLayoutId id="2147483710" r:id="rId11"/>
    <p:sldLayoutId id="2147483711" r:id="rId12"/>
    <p:sldLayoutId id="214748371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commons.wikimedia.org/wiki/File:Amateur_Football_in_Kilkenny-Ireland.jpg" TargetMode="External"/><Relationship Id="rId13" Type="http://schemas.openxmlformats.org/officeDocument/2006/relationships/image" Target="../media/image10.jpg"/><Relationship Id="rId3" Type="http://schemas.openxmlformats.org/officeDocument/2006/relationships/diagramLayout" Target="../diagrams/layout1.xml"/><Relationship Id="rId7" Type="http://schemas.openxmlformats.org/officeDocument/2006/relationships/image" Target="../media/image7.jpg"/><Relationship Id="rId12" Type="http://schemas.openxmlformats.org/officeDocument/2006/relationships/hyperlink" Target="https://people-equation.com/research-that-supports-being-good-with-people/" TargetMode="Externa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openxmlformats.org/officeDocument/2006/relationships/image" Target="../media/image9.jpg"/><Relationship Id="rId5" Type="http://schemas.openxmlformats.org/officeDocument/2006/relationships/diagramColors" Target="../diagrams/colors1.xml"/><Relationship Id="rId10" Type="http://schemas.openxmlformats.org/officeDocument/2006/relationships/hyperlink" Target="https://geobrava.wordpress.com/tag/cyber-threat/" TargetMode="External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8.jpg"/><Relationship Id="rId14" Type="http://schemas.openxmlformats.org/officeDocument/2006/relationships/hyperlink" Target="https://www.flickr.com/photos/crossmediaweek/6797876362/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people-equation.com/research-that-supports-being-good-with-people/" TargetMode="External"/><Relationship Id="rId13" Type="http://schemas.openxmlformats.org/officeDocument/2006/relationships/diagramQuickStyle" Target="../diagrams/quickStyle2.xml"/><Relationship Id="rId3" Type="http://schemas.openxmlformats.org/officeDocument/2006/relationships/image" Target="../media/image7.jpg"/><Relationship Id="rId7" Type="http://schemas.openxmlformats.org/officeDocument/2006/relationships/image" Target="../media/image9.jpg"/><Relationship Id="rId12" Type="http://schemas.openxmlformats.org/officeDocument/2006/relationships/diagramLayout" Target="../diagrams/layou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geobrava.wordpress.com/tag/cyber-threat/" TargetMode="External"/><Relationship Id="rId11" Type="http://schemas.openxmlformats.org/officeDocument/2006/relationships/diagramData" Target="../diagrams/data2.xml"/><Relationship Id="rId5" Type="http://schemas.openxmlformats.org/officeDocument/2006/relationships/image" Target="../media/image8.jpg"/><Relationship Id="rId15" Type="http://schemas.microsoft.com/office/2007/relationships/diagramDrawing" Target="../diagrams/drawing2.xml"/><Relationship Id="rId10" Type="http://schemas.openxmlformats.org/officeDocument/2006/relationships/hyperlink" Target="https://www.flickr.com/photos/crossmediaweek/6797876362/" TargetMode="External"/><Relationship Id="rId4" Type="http://schemas.openxmlformats.org/officeDocument/2006/relationships/hyperlink" Target="https://commons.wikimedia.org/wiki/File:Amateur_Football_in_Kilkenny-Ireland.jpg" TargetMode="External"/><Relationship Id="rId9" Type="http://schemas.openxmlformats.org/officeDocument/2006/relationships/image" Target="../media/image10.jpg"/><Relationship Id="rId14" Type="http://schemas.openxmlformats.org/officeDocument/2006/relationships/diagramColors" Target="../diagrams/colors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4.svg"/><Relationship Id="rId7" Type="http://schemas.openxmlformats.org/officeDocument/2006/relationships/image" Target="../media/image1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Relationship Id="rId9" Type="http://schemas.openxmlformats.org/officeDocument/2006/relationships/image" Target="../media/image18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2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13" Type="http://schemas.openxmlformats.org/officeDocument/2006/relationships/image" Target="../media/image22.svg"/><Relationship Id="rId3" Type="http://schemas.openxmlformats.org/officeDocument/2006/relationships/diagramLayout" Target="../diagrams/layout3.xml"/><Relationship Id="rId7" Type="http://schemas.openxmlformats.org/officeDocument/2006/relationships/diagramData" Target="../diagrams/data4.xml"/><Relationship Id="rId12" Type="http://schemas.openxmlformats.org/officeDocument/2006/relationships/image" Target="../media/image21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3.xml"/><Relationship Id="rId11" Type="http://schemas.microsoft.com/office/2007/relationships/diagramDrawing" Target="../diagrams/drawing4.xml"/><Relationship Id="rId5" Type="http://schemas.openxmlformats.org/officeDocument/2006/relationships/diagramColors" Target="../diagrams/colors3.xml"/><Relationship Id="rId10" Type="http://schemas.openxmlformats.org/officeDocument/2006/relationships/diagramColors" Target="../diagrams/colors4.xml"/><Relationship Id="rId4" Type="http://schemas.openxmlformats.org/officeDocument/2006/relationships/diagramQuickStyle" Target="../diagrams/quickStyle3.xml"/><Relationship Id="rId9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1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7.xml"/><Relationship Id="rId13" Type="http://schemas.openxmlformats.org/officeDocument/2006/relationships/image" Target="../media/image22.svg"/><Relationship Id="rId3" Type="http://schemas.openxmlformats.org/officeDocument/2006/relationships/diagramLayout" Target="../diagrams/layout6.xml"/><Relationship Id="rId7" Type="http://schemas.openxmlformats.org/officeDocument/2006/relationships/diagramData" Target="../diagrams/data7.xml"/><Relationship Id="rId12" Type="http://schemas.openxmlformats.org/officeDocument/2006/relationships/image" Target="../media/image21.pn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6.xml"/><Relationship Id="rId11" Type="http://schemas.microsoft.com/office/2007/relationships/diagramDrawing" Target="../diagrams/drawing7.xml"/><Relationship Id="rId5" Type="http://schemas.openxmlformats.org/officeDocument/2006/relationships/diagramColors" Target="../diagrams/colors6.xml"/><Relationship Id="rId10" Type="http://schemas.openxmlformats.org/officeDocument/2006/relationships/diagramColors" Target="../diagrams/colors7.xml"/><Relationship Id="rId4" Type="http://schemas.openxmlformats.org/officeDocument/2006/relationships/diagramQuickStyle" Target="../diagrams/quickStyle6.xml"/><Relationship Id="rId9" Type="http://schemas.openxmlformats.org/officeDocument/2006/relationships/diagramQuickStyle" Target="../diagrams/quickStyl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2D6FBB9D-1CAA-4D05-AB33-BABDFE17B8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04727B71-B4B6-4823-80A1-68C40B475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9A6DB05-9FB5-4B07-8675-74C23D4FD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52" name="Freeform: Shape 51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54" name="Freeform: Shape 53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DD394831-DF93-46A4-A449-B514394373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094" y="1161288"/>
            <a:ext cx="3438144" cy="12390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dirty="0"/>
              <a:t>The Value challenges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36B5E41D-7A12-412D-B2B4-21467B4881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2890982"/>
            <a:ext cx="3233166" cy="3317794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The survival and growth of a Community depends on the value it creates for its members or even for nonmembers.</a:t>
            </a:r>
          </a:p>
          <a:p>
            <a:endParaRPr lang="en-US" dirty="0"/>
          </a:p>
          <a:p>
            <a:r>
              <a:rPr lang="en-US" dirty="0"/>
              <a:t>Value is here defined as  instant or delayed positive impacts delivered by activities to members or nonmembers</a:t>
            </a:r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88A4FCD6-7976-4838-9080-C661371A3113}"/>
              </a:ext>
            </a:extLst>
          </p:cNvPr>
          <p:cNvGrpSpPr/>
          <p:nvPr/>
        </p:nvGrpSpPr>
        <p:grpSpPr>
          <a:xfrm>
            <a:off x="4901184" y="1223127"/>
            <a:ext cx="6922008" cy="4512329"/>
            <a:chOff x="4672813" y="3451227"/>
            <a:chExt cx="2174145" cy="1417285"/>
          </a:xfrm>
        </p:grpSpPr>
        <p:pic>
          <p:nvPicPr>
            <p:cNvPr id="28" name="Graphique 27" descr="Personne confuse avec un remplissage uni">
              <a:extLst>
                <a:ext uri="{FF2B5EF4-FFF2-40B4-BE49-F238E27FC236}">
                  <a16:creationId xmlns:a16="http://schemas.microsoft.com/office/drawing/2014/main" id="{3C3B4DD9-66FB-4CEB-AD08-49B1920BF30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14825" r="14911" b="49785"/>
            <a:stretch/>
          </p:blipFill>
          <p:spPr>
            <a:xfrm>
              <a:off x="4863799" y="3451227"/>
              <a:ext cx="1983159" cy="1417285"/>
            </a:xfrm>
            <a:prstGeom prst="rect">
              <a:avLst/>
            </a:prstGeom>
          </p:spPr>
        </p:pic>
        <p:sp>
          <p:nvSpPr>
            <p:cNvPr id="32" name="ZoneTexte 31">
              <a:extLst>
                <a:ext uri="{FF2B5EF4-FFF2-40B4-BE49-F238E27FC236}">
                  <a16:creationId xmlns:a16="http://schemas.microsoft.com/office/drawing/2014/main" id="{DC758380-5EF1-44B1-B1B8-487350DB3C69}"/>
                </a:ext>
              </a:extLst>
            </p:cNvPr>
            <p:cNvSpPr txBox="1"/>
            <p:nvPr/>
          </p:nvSpPr>
          <p:spPr>
            <a:xfrm>
              <a:off x="4672813" y="3817432"/>
              <a:ext cx="721543" cy="261610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lstStyle/>
            <a:p>
              <a:pPr algn="ctr">
                <a:lnSpc>
                  <a:spcPct val="90000"/>
                </a:lnSpc>
                <a:spcAft>
                  <a:spcPts val="600"/>
                </a:spcAft>
              </a:pPr>
              <a:r>
                <a:rPr lang="en-US" sz="5000" b="1" dirty="0">
                  <a:solidFill>
                    <a:schemeClr val="accent1"/>
                  </a:solidFill>
                </a:rPr>
                <a:t>Value</a:t>
              </a:r>
            </a:p>
          </p:txBody>
        </p:sp>
      </p:grpSp>
      <p:pic>
        <p:nvPicPr>
          <p:cNvPr id="6" name="Graphique 5" descr="Signe pouce en haut avec un remplissage uni">
            <a:extLst>
              <a:ext uri="{FF2B5EF4-FFF2-40B4-BE49-F238E27FC236}">
                <a16:creationId xmlns:a16="http://schemas.microsoft.com/office/drawing/2014/main" id="{41F4F97A-16F0-40AF-9FDA-E490E20874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59039" y="2982327"/>
            <a:ext cx="1496868" cy="1496868"/>
          </a:xfrm>
          <a:prstGeom prst="rect">
            <a:avLst/>
          </a:prstGeom>
        </p:spPr>
      </p:pic>
      <p:pic>
        <p:nvPicPr>
          <p:cNvPr id="16" name="Graphique 15" descr="Visage portant des lunettes de soleil à remplissage uni avec un remplissage uni">
            <a:extLst>
              <a:ext uri="{FF2B5EF4-FFF2-40B4-BE49-F238E27FC236}">
                <a16:creationId xmlns:a16="http://schemas.microsoft.com/office/drawing/2014/main" id="{C91652F2-EC24-4059-942F-D3B66110471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41402" y="1223127"/>
            <a:ext cx="2049630" cy="2049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0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5917"/>
    </mc:Choice>
    <mc:Fallback xmlns="">
      <p:transition spd="slow" advTm="45917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E725E5-D0D6-4BB6-AD70-D6E57BD55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Share your opinions and experiences</a:t>
            </a:r>
            <a:endParaRPr lang="fr-FR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7502827-D48C-4AFB-BD59-1A5C055FC84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58792A02-F8B7-44E3-BF43-0776D4EFFF2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/>
              <a:t>Why is your Community currently valuable for your Corporation ?</a:t>
            </a:r>
          </a:p>
          <a:p>
            <a:endParaRPr lang="en-US" dirty="0"/>
          </a:p>
          <a:p>
            <a:r>
              <a:rPr lang="en-US" dirty="0"/>
              <a:t>Good moments for members?</a:t>
            </a:r>
          </a:p>
          <a:p>
            <a:r>
              <a:rPr lang="en-US" dirty="0"/>
              <a:t>Good moments for members and nonmembers ?</a:t>
            </a:r>
          </a:p>
          <a:p>
            <a:r>
              <a:rPr lang="en-US" dirty="0"/>
              <a:t>Business Impacts ?</a:t>
            </a:r>
          </a:p>
          <a:p>
            <a:r>
              <a:rPr lang="en-US" dirty="0"/>
              <a:t>Indirect Business Impacts ?</a:t>
            </a:r>
          </a:p>
          <a:p>
            <a:r>
              <a:rPr lang="en-US" dirty="0"/>
              <a:t>Other ?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What are the observable and measurable effects of your Community ?</a:t>
            </a:r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7B88A337-C88C-41A1-8216-262BBFBB4F3F}"/>
              </a:ext>
            </a:extLst>
          </p:cNvPr>
          <p:cNvGrpSpPr/>
          <p:nvPr/>
        </p:nvGrpSpPr>
        <p:grpSpPr>
          <a:xfrm>
            <a:off x="1700784" y="2981971"/>
            <a:ext cx="3393730" cy="2212310"/>
            <a:chOff x="4672813" y="3451227"/>
            <a:chExt cx="2174145" cy="1417285"/>
          </a:xfrm>
        </p:grpSpPr>
        <p:pic>
          <p:nvPicPr>
            <p:cNvPr id="16" name="Graphique 15" descr="Personne confuse avec un remplissage uni">
              <a:extLst>
                <a:ext uri="{FF2B5EF4-FFF2-40B4-BE49-F238E27FC236}">
                  <a16:creationId xmlns:a16="http://schemas.microsoft.com/office/drawing/2014/main" id="{7F9211A4-8FBA-4E6F-B00F-51A8CB05798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14825" r="14911" b="49785"/>
            <a:stretch/>
          </p:blipFill>
          <p:spPr>
            <a:xfrm>
              <a:off x="4863799" y="3451227"/>
              <a:ext cx="1983159" cy="1417285"/>
            </a:xfrm>
            <a:prstGeom prst="rect">
              <a:avLst/>
            </a:prstGeom>
          </p:spPr>
        </p:pic>
        <p:sp>
          <p:nvSpPr>
            <p:cNvPr id="17" name="ZoneTexte 16">
              <a:extLst>
                <a:ext uri="{FF2B5EF4-FFF2-40B4-BE49-F238E27FC236}">
                  <a16:creationId xmlns:a16="http://schemas.microsoft.com/office/drawing/2014/main" id="{FF2234F1-F548-43D0-816D-ABCC9B24CAB0}"/>
                </a:ext>
              </a:extLst>
            </p:cNvPr>
            <p:cNvSpPr txBox="1"/>
            <p:nvPr/>
          </p:nvSpPr>
          <p:spPr>
            <a:xfrm>
              <a:off x="4672813" y="3817432"/>
              <a:ext cx="721543" cy="26161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90000"/>
                </a:lnSpc>
                <a:spcAft>
                  <a:spcPts val="600"/>
                </a:spcAft>
              </a:pPr>
              <a:r>
                <a:rPr lang="en-US" sz="2000" b="1" dirty="0">
                  <a:solidFill>
                    <a:schemeClr val="accent1"/>
                  </a:solidFill>
                </a:rPr>
                <a:t>Value</a:t>
              </a:r>
            </a:p>
          </p:txBody>
        </p:sp>
      </p:grpSp>
      <p:pic>
        <p:nvPicPr>
          <p:cNvPr id="18" name="Graphique 17" descr="Signe pouce en haut avec un remplissage uni">
            <a:extLst>
              <a:ext uri="{FF2B5EF4-FFF2-40B4-BE49-F238E27FC236}">
                <a16:creationId xmlns:a16="http://schemas.microsoft.com/office/drawing/2014/main" id="{E263F97E-70CF-45B9-965D-7FC33B4960A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98903" y="3814775"/>
            <a:ext cx="718810" cy="718810"/>
          </a:xfrm>
          <a:prstGeom prst="rect">
            <a:avLst/>
          </a:prstGeom>
        </p:spPr>
      </p:pic>
      <p:pic>
        <p:nvPicPr>
          <p:cNvPr id="9" name="Graphique 8" descr="Visage portant des lunettes de soleil à remplissage uni avec un remplissage uni">
            <a:extLst>
              <a:ext uri="{FF2B5EF4-FFF2-40B4-BE49-F238E27FC236}">
                <a16:creationId xmlns:a16="http://schemas.microsoft.com/office/drawing/2014/main" id="{FB95073D-6E35-40A5-B574-D26BDD60E92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049886" y="2981971"/>
            <a:ext cx="993644" cy="993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854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596"/>
    </mc:Choice>
    <mc:Fallback xmlns="">
      <p:transition spd="slow" advTm="34596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B5B849-EE62-4335-B61E-A7F53A17A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Challenge #V1</a:t>
            </a:r>
            <a:br>
              <a:rPr lang="en-US" sz="2800" dirty="0"/>
            </a:br>
            <a:r>
              <a:rPr lang="en-US" sz="2800" dirty="0"/>
              <a:t>Locate the value of your Corporate community </a:t>
            </a:r>
          </a:p>
        </p:txBody>
      </p:sp>
      <p:graphicFrame>
        <p:nvGraphicFramePr>
          <p:cNvPr id="14" name="Diagramme 13">
            <a:extLst>
              <a:ext uri="{FF2B5EF4-FFF2-40B4-BE49-F238E27FC236}">
                <a16:creationId xmlns:a16="http://schemas.microsoft.com/office/drawing/2014/main" id="{83633B46-D11C-43F3-9B21-3B617788A21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6686669"/>
              </p:ext>
            </p:extLst>
          </p:nvPr>
        </p:nvGraphicFramePr>
        <p:xfrm>
          <a:off x="3571575" y="1966744"/>
          <a:ext cx="5048849" cy="45054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8" name="Image 17" descr="Une image contenant herbe, football, personne, boule&#10;&#10;Description générée automatiquement">
            <a:extLst>
              <a:ext uri="{FF2B5EF4-FFF2-40B4-BE49-F238E27FC236}">
                <a16:creationId xmlns:a16="http://schemas.microsoft.com/office/drawing/2014/main" id="{2506B2F1-B10D-46AF-9BD5-692E2CE98AD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657227" y="4599874"/>
            <a:ext cx="3110375" cy="2014982"/>
          </a:xfrm>
          <a:prstGeom prst="rect">
            <a:avLst/>
          </a:prstGeom>
        </p:spPr>
      </p:pic>
      <p:pic>
        <p:nvPicPr>
          <p:cNvPr id="23" name="Image 22" descr="Une image contenant texte&#10;&#10;Description générée automatiquement">
            <a:extLst>
              <a:ext uri="{FF2B5EF4-FFF2-40B4-BE49-F238E27FC236}">
                <a16:creationId xmlns:a16="http://schemas.microsoft.com/office/drawing/2014/main" id="{4D6C15D6-9B81-4A92-A130-F0B218FA486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8354575" y="1824038"/>
            <a:ext cx="3226230" cy="1948307"/>
          </a:xfrm>
          <a:prstGeom prst="rect">
            <a:avLst/>
          </a:prstGeom>
        </p:spPr>
      </p:pic>
      <p:pic>
        <p:nvPicPr>
          <p:cNvPr id="26" name="Image 25" descr="Une image contenant personne, intérieur, ordinateur, table&#10;&#10;Description générée automatiquement">
            <a:extLst>
              <a:ext uri="{FF2B5EF4-FFF2-40B4-BE49-F238E27FC236}">
                <a16:creationId xmlns:a16="http://schemas.microsoft.com/office/drawing/2014/main" id="{C305FB46-4485-4DB1-8AB1-5DF4A67323D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2"/>
              </a:ext>
            </a:extLst>
          </a:blip>
          <a:stretch>
            <a:fillRect/>
          </a:stretch>
        </p:blipFill>
        <p:spPr>
          <a:xfrm>
            <a:off x="8354575" y="4551548"/>
            <a:ext cx="3167450" cy="2111634"/>
          </a:xfrm>
          <a:prstGeom prst="rect">
            <a:avLst/>
          </a:prstGeom>
        </p:spPr>
      </p:pic>
      <p:sp>
        <p:nvSpPr>
          <p:cNvPr id="29" name="ZoneTexte 28">
            <a:extLst>
              <a:ext uri="{FF2B5EF4-FFF2-40B4-BE49-F238E27FC236}">
                <a16:creationId xmlns:a16="http://schemas.microsoft.com/office/drawing/2014/main" id="{CBB50324-226E-4B8A-9AF9-96E3C335CCCD}"/>
              </a:ext>
            </a:extLst>
          </p:cNvPr>
          <p:cNvSpPr txBox="1"/>
          <p:nvPr/>
        </p:nvSpPr>
        <p:spPr>
          <a:xfrm>
            <a:off x="4669970" y="1597412"/>
            <a:ext cx="28520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dirty="0"/>
              <a:t>Direct business value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B6C16B1D-FA36-4119-B1CD-371D0C97DDD2}"/>
              </a:ext>
            </a:extLst>
          </p:cNvPr>
          <p:cNvSpPr txBox="1"/>
          <p:nvPr/>
        </p:nvSpPr>
        <p:spPr>
          <a:xfrm>
            <a:off x="4589219" y="6404903"/>
            <a:ext cx="28520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dirty="0"/>
              <a:t>Indirect business value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C628DBD-0EB1-4A75-9284-82CA232A7E65}"/>
              </a:ext>
            </a:extLst>
          </p:cNvPr>
          <p:cNvSpPr txBox="1"/>
          <p:nvPr/>
        </p:nvSpPr>
        <p:spPr>
          <a:xfrm>
            <a:off x="6308489" y="4034781"/>
            <a:ext cx="57176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/>
            <a:r>
              <a:rPr lang="en-US" dirty="0"/>
              <a:t>Value is for members and nonmembers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F52BBE30-A0C8-4495-88A5-2E5EC0449CE9}"/>
              </a:ext>
            </a:extLst>
          </p:cNvPr>
          <p:cNvSpPr txBox="1"/>
          <p:nvPr/>
        </p:nvSpPr>
        <p:spPr>
          <a:xfrm>
            <a:off x="712771" y="4001158"/>
            <a:ext cx="57176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dirty="0"/>
              <a:t>Value is mostly for members</a:t>
            </a:r>
          </a:p>
        </p:txBody>
      </p:sp>
      <p:pic>
        <p:nvPicPr>
          <p:cNvPr id="34" name="Image 33" descr="Une image contenant personne, debout, intérieur, gens&#10;&#10;Description générée automatiquement">
            <a:extLst>
              <a:ext uri="{FF2B5EF4-FFF2-40B4-BE49-F238E27FC236}">
                <a16:creationId xmlns:a16="http://schemas.microsoft.com/office/drawing/2014/main" id="{10A60A4F-5E47-466F-B542-B30C4992488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4"/>
              </a:ext>
            </a:extLst>
          </a:blip>
          <a:stretch>
            <a:fillRect/>
          </a:stretch>
        </p:blipFill>
        <p:spPr>
          <a:xfrm>
            <a:off x="902709" y="1753073"/>
            <a:ext cx="2853113" cy="1903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309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3124"/>
    </mc:Choice>
    <mc:Fallback xmlns="">
      <p:transition spd="slow" advTm="53124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E725E5-D0D6-4BB6-AD70-D6E57BD55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Share your opinions and experiences</a:t>
            </a:r>
            <a:endParaRPr lang="fr-FR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7502827-D48C-4AFB-BD59-1A5C055FC84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58792A02-F8B7-44E3-BF43-0776D4EFFF2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noProof="1"/>
              <a:t>With which quadrant are you the most experienced ?</a:t>
            </a:r>
          </a:p>
          <a:p>
            <a:pPr marL="0" indent="0">
              <a:buNone/>
            </a:pPr>
            <a:endParaRPr lang="en-US" noProof="1"/>
          </a:p>
          <a:p>
            <a:pPr marL="0" indent="0">
              <a:buNone/>
            </a:pPr>
            <a:r>
              <a:rPr lang="en-US" noProof="1"/>
              <a:t>In which quadrants is your Community providing the most value ?</a:t>
            </a:r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74584C3C-6A90-4AB5-B647-54B0C85439B4}"/>
              </a:ext>
            </a:extLst>
          </p:cNvPr>
          <p:cNvGrpSpPr/>
          <p:nvPr/>
        </p:nvGrpSpPr>
        <p:grpSpPr>
          <a:xfrm>
            <a:off x="1375352" y="2595391"/>
            <a:ext cx="4418191" cy="2824701"/>
            <a:chOff x="887365" y="1911764"/>
            <a:chExt cx="5814011" cy="3717097"/>
          </a:xfrm>
        </p:grpSpPr>
        <p:pic>
          <p:nvPicPr>
            <p:cNvPr id="10" name="Image 9" descr="Une image contenant herbe, football, personne, boule&#10;&#10;Description générée automatiquement">
              <a:extLst>
                <a:ext uri="{FF2B5EF4-FFF2-40B4-BE49-F238E27FC236}">
                  <a16:creationId xmlns:a16="http://schemas.microsoft.com/office/drawing/2014/main" id="{8DD541F5-F9F4-463D-BC94-B023AFA5C49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rcRect b="2089"/>
            <a:stretch/>
          </p:blipFill>
          <p:spPr>
            <a:xfrm>
              <a:off x="887365" y="3818089"/>
              <a:ext cx="2854800" cy="1810772"/>
            </a:xfrm>
            <a:prstGeom prst="rect">
              <a:avLst/>
            </a:prstGeom>
          </p:spPr>
        </p:pic>
        <p:pic>
          <p:nvPicPr>
            <p:cNvPr id="11" name="Image 10" descr="Une image contenant texte&#10;&#10;Description générée automatiquement">
              <a:extLst>
                <a:ext uri="{FF2B5EF4-FFF2-40B4-BE49-F238E27FC236}">
                  <a16:creationId xmlns:a16="http://schemas.microsoft.com/office/drawing/2014/main" id="{9383139B-F096-4F92-B43F-B00C9FAA738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6"/>
                </a:ext>
              </a:extLst>
            </a:blip>
            <a:srcRect l="7406" b="4518"/>
            <a:stretch/>
          </p:blipFill>
          <p:spPr>
            <a:xfrm>
              <a:off x="3846576" y="1911764"/>
              <a:ext cx="2854800" cy="1810772"/>
            </a:xfrm>
            <a:prstGeom prst="rect">
              <a:avLst/>
            </a:prstGeom>
          </p:spPr>
        </p:pic>
        <p:pic>
          <p:nvPicPr>
            <p:cNvPr id="12" name="Image 11" descr="Une image contenant personne, intérieur, ordinateur, table&#10;&#10;Description générée automatiquement">
              <a:extLst>
                <a:ext uri="{FF2B5EF4-FFF2-40B4-BE49-F238E27FC236}">
                  <a16:creationId xmlns:a16="http://schemas.microsoft.com/office/drawing/2014/main" id="{81D06FE8-C928-47B4-A503-F0ACC29507C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8"/>
                </a:ext>
              </a:extLst>
            </a:blip>
            <a:srcRect b="4857"/>
            <a:stretch/>
          </p:blipFill>
          <p:spPr>
            <a:xfrm>
              <a:off x="3846576" y="3794304"/>
              <a:ext cx="2854800" cy="1810772"/>
            </a:xfrm>
            <a:prstGeom prst="rect">
              <a:avLst/>
            </a:prstGeom>
          </p:spPr>
        </p:pic>
        <p:pic>
          <p:nvPicPr>
            <p:cNvPr id="13" name="Image 12" descr="Une image contenant personne, debout, intérieur, gens&#10;&#10;Description générée automatiquement">
              <a:extLst>
                <a:ext uri="{FF2B5EF4-FFF2-40B4-BE49-F238E27FC236}">
                  <a16:creationId xmlns:a16="http://schemas.microsoft.com/office/drawing/2014/main" id="{AD8F7C40-B3CA-45DB-9F97-10B3F6AB531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10"/>
                </a:ext>
              </a:extLst>
            </a:blip>
            <a:srcRect t="4903"/>
            <a:stretch/>
          </p:blipFill>
          <p:spPr>
            <a:xfrm>
              <a:off x="893064" y="1911764"/>
              <a:ext cx="2854800" cy="1810772"/>
            </a:xfrm>
            <a:prstGeom prst="rect">
              <a:avLst/>
            </a:prstGeom>
          </p:spPr>
        </p:pic>
      </p:grpSp>
      <p:graphicFrame>
        <p:nvGraphicFramePr>
          <p:cNvPr id="14" name="Diagramme 13">
            <a:extLst>
              <a:ext uri="{FF2B5EF4-FFF2-40B4-BE49-F238E27FC236}">
                <a16:creationId xmlns:a16="http://schemas.microsoft.com/office/drawing/2014/main" id="{74E37F24-16BF-4499-8286-906639EC470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44703752"/>
              </p:ext>
            </p:extLst>
          </p:nvPr>
        </p:nvGraphicFramePr>
        <p:xfrm>
          <a:off x="2398790" y="2820765"/>
          <a:ext cx="2371316" cy="23739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1" r:lo="rId12" r:qs="rId13" r:cs="rId14"/>
          </a:graphicData>
        </a:graphic>
      </p:graphicFrame>
    </p:spTree>
    <p:extLst>
      <p:ext uri="{BB962C8B-B14F-4D97-AF65-F5344CB8AC3E}">
        <p14:creationId xmlns:p14="http://schemas.microsoft.com/office/powerpoint/2010/main" val="253061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491"/>
    </mc:Choice>
    <mc:Fallback xmlns="">
      <p:transition spd="slow" advTm="3149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E725E5-D0D6-4BB6-AD70-D6E57BD55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Example story</a:t>
            </a:r>
            <a:endParaRPr lang="fr-FR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7502827-D48C-4AFB-BD59-1A5C055FC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21" name="Bulle narrative : ronde 20">
            <a:extLst>
              <a:ext uri="{FF2B5EF4-FFF2-40B4-BE49-F238E27FC236}">
                <a16:creationId xmlns:a16="http://schemas.microsoft.com/office/drawing/2014/main" id="{922D60BD-A558-45DE-A51B-EDA8C8419D1D}"/>
              </a:ext>
            </a:extLst>
          </p:cNvPr>
          <p:cNvSpPr/>
          <p:nvPr/>
        </p:nvSpPr>
        <p:spPr>
          <a:xfrm>
            <a:off x="2306320" y="2615184"/>
            <a:ext cx="6207760" cy="2048255"/>
          </a:xfrm>
          <a:prstGeom prst="wedgeEllipseCallout">
            <a:avLst>
              <a:gd name="adj1" fmla="val -29512"/>
              <a:gd name="adj2" fmla="val 59951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 have the impression to start all over again, and we have no growth even if we deliver a lot of value</a:t>
            </a:r>
          </a:p>
        </p:txBody>
      </p:sp>
      <p:pic>
        <p:nvPicPr>
          <p:cNvPr id="25" name="Graphique 24" descr="Personne confuse avec un remplissage uni">
            <a:extLst>
              <a:ext uri="{FF2B5EF4-FFF2-40B4-BE49-F238E27FC236}">
                <a16:creationId xmlns:a16="http://schemas.microsoft.com/office/drawing/2014/main" id="{4335C9E9-2C14-4F1B-9BBE-19C6E2F043E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4825" r="14911" b="49785"/>
          <a:stretch/>
        </p:blipFill>
        <p:spPr>
          <a:xfrm>
            <a:off x="2192955" y="4838194"/>
            <a:ext cx="1983159" cy="1417285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60EF153E-0595-4AD2-AC62-181ECF30C0FB}"/>
              </a:ext>
            </a:extLst>
          </p:cNvPr>
          <p:cNvSpPr txBox="1"/>
          <p:nvPr/>
        </p:nvSpPr>
        <p:spPr>
          <a:xfrm>
            <a:off x="3785370" y="5546836"/>
            <a:ext cx="17163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schemeClr val="accent1"/>
                </a:solidFill>
              </a:rPr>
              <a:t>Corporate Community Booster</a:t>
            </a:r>
          </a:p>
        </p:txBody>
      </p:sp>
      <p:pic>
        <p:nvPicPr>
          <p:cNvPr id="6" name="Graphique 5" descr="Visage triste à remplissage solide avec un remplissage uni">
            <a:extLst>
              <a:ext uri="{FF2B5EF4-FFF2-40B4-BE49-F238E27FC236}">
                <a16:creationId xmlns:a16="http://schemas.microsoft.com/office/drawing/2014/main" id="{97A2C2E5-B4DC-442F-8972-4F315E7501D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52142" y="4800599"/>
            <a:ext cx="664783" cy="664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294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305"/>
    </mc:Choice>
    <mc:Fallback xmlns="">
      <p:transition spd="slow" advTm="16305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B5B849-EE62-4335-B61E-A7F53A17A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Challenge #V2</a:t>
            </a:r>
            <a:br>
              <a:rPr lang="en-US" dirty="0"/>
            </a:br>
            <a:r>
              <a:rPr lang="en-US" dirty="0"/>
              <a:t>Exploit Value Momentum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92745A1-9B8C-48B4-893A-6DDAED76D3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9974" y="4861062"/>
            <a:ext cx="4744056" cy="144829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/>
              <a:t>Value Usage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400" dirty="0"/>
              <a:t>The value produced by a community (positive effects, business benefits, etc.) helps the growth of the Community or its reinforcement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400" dirty="0"/>
              <a:t>The more value, the higher the chances of growth or reinforcement</a:t>
            </a:r>
          </a:p>
          <a:p>
            <a:endParaRPr lang="en-US" sz="1400" dirty="0"/>
          </a:p>
          <a:p>
            <a:endParaRPr lang="en-US" sz="14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176C733-1E4D-4124-86B1-4BCF1E31BE7B}"/>
              </a:ext>
            </a:extLst>
          </p:cNvPr>
          <p:cNvSpPr txBox="1"/>
          <p:nvPr/>
        </p:nvSpPr>
        <p:spPr>
          <a:xfrm>
            <a:off x="5798852" y="4861062"/>
            <a:ext cx="5484844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b="1" dirty="0"/>
              <a:t>Value Momentum </a:t>
            </a:r>
          </a:p>
          <a:p>
            <a:pPr marL="0" indent="0">
              <a:buNone/>
            </a:pPr>
            <a:endParaRPr lang="en-US" sz="1400" b="1" dirty="0"/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If value is not quickly used for growth or reinforcement, the positive effects forgotten by members and nonmembers. Therefore, momentum will be lost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If value (positive effects) are used for growth, reinforcement, or improvement, momentum is conserved.</a:t>
            </a:r>
          </a:p>
        </p:txBody>
      </p:sp>
      <p:pic>
        <p:nvPicPr>
          <p:cNvPr id="6" name="Graphique 5" descr="Signe pouce en haut avec un remplissage uni">
            <a:extLst>
              <a:ext uri="{FF2B5EF4-FFF2-40B4-BE49-F238E27FC236}">
                <a16:creationId xmlns:a16="http://schemas.microsoft.com/office/drawing/2014/main" id="{7DCE7977-26BD-413E-A59A-0B35AD0185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6577" y="2785665"/>
            <a:ext cx="1496868" cy="1496868"/>
          </a:xfrm>
          <a:prstGeom prst="rect">
            <a:avLst/>
          </a:prstGeom>
        </p:spPr>
      </p:pic>
      <p:sp>
        <p:nvSpPr>
          <p:cNvPr id="8" name="Flèche : droite 7">
            <a:extLst>
              <a:ext uri="{FF2B5EF4-FFF2-40B4-BE49-F238E27FC236}">
                <a16:creationId xmlns:a16="http://schemas.microsoft.com/office/drawing/2014/main" id="{A5AE8DEC-0A02-47CE-A044-208C7C5BBE72}"/>
              </a:ext>
            </a:extLst>
          </p:cNvPr>
          <p:cNvSpPr/>
          <p:nvPr/>
        </p:nvSpPr>
        <p:spPr>
          <a:xfrm>
            <a:off x="2716127" y="3446057"/>
            <a:ext cx="795997" cy="492132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D79EDEB1-7BE9-4627-9813-06D1AC514076}"/>
              </a:ext>
            </a:extLst>
          </p:cNvPr>
          <p:cNvGrpSpPr/>
          <p:nvPr/>
        </p:nvGrpSpPr>
        <p:grpSpPr>
          <a:xfrm>
            <a:off x="3728897" y="2463257"/>
            <a:ext cx="1228866" cy="1228866"/>
            <a:chOff x="3728897" y="2897155"/>
            <a:chExt cx="914400" cy="914400"/>
          </a:xfrm>
        </p:grpSpPr>
        <p:pic>
          <p:nvPicPr>
            <p:cNvPr id="10" name="Graphique 9" descr="Ne plus suivre avec un remplissage uni">
              <a:extLst>
                <a:ext uri="{FF2B5EF4-FFF2-40B4-BE49-F238E27FC236}">
                  <a16:creationId xmlns:a16="http://schemas.microsoft.com/office/drawing/2014/main" id="{46FF9056-AB1F-42AE-9983-93CB2419001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728897" y="2897155"/>
              <a:ext cx="914400" cy="914400"/>
            </a:xfrm>
            <a:prstGeom prst="rect">
              <a:avLst/>
            </a:prstGeom>
          </p:spPr>
        </p:pic>
        <p:sp>
          <p:nvSpPr>
            <p:cNvPr id="12" name="Signe Plus 11">
              <a:extLst>
                <a:ext uri="{FF2B5EF4-FFF2-40B4-BE49-F238E27FC236}">
                  <a16:creationId xmlns:a16="http://schemas.microsoft.com/office/drawing/2014/main" id="{2EAA5DED-D45E-4413-BE7D-1D641C688BEE}"/>
                </a:ext>
              </a:extLst>
            </p:cNvPr>
            <p:cNvSpPr/>
            <p:nvPr/>
          </p:nvSpPr>
          <p:spPr>
            <a:xfrm>
              <a:off x="4281347" y="3470317"/>
              <a:ext cx="200649" cy="206334"/>
            </a:xfrm>
            <a:prstGeom prst="mathPlus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5" name="Graphique 14" descr="Amélioration continue avec un remplissage uni">
            <a:extLst>
              <a:ext uri="{FF2B5EF4-FFF2-40B4-BE49-F238E27FC236}">
                <a16:creationId xmlns:a16="http://schemas.microsoft.com/office/drawing/2014/main" id="{E2E77F46-8FAB-42A1-88CF-4537DFB6F36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34240" y="3064200"/>
            <a:ext cx="1179576" cy="1179576"/>
          </a:xfrm>
          <a:prstGeom prst="rect">
            <a:avLst/>
          </a:prstGeom>
        </p:spPr>
      </p:pic>
      <p:pic>
        <p:nvPicPr>
          <p:cNvPr id="16" name="Graphique 15" descr="Signe pouce en haut avec un remplissage uni">
            <a:extLst>
              <a:ext uri="{FF2B5EF4-FFF2-40B4-BE49-F238E27FC236}">
                <a16:creationId xmlns:a16="http://schemas.microsoft.com/office/drawing/2014/main" id="{2C960831-0B25-4814-B889-F6C10C807B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09107" y="2743668"/>
            <a:ext cx="489864" cy="489864"/>
          </a:xfrm>
          <a:prstGeom prst="rect">
            <a:avLst/>
          </a:prstGeom>
        </p:spPr>
      </p:pic>
      <p:grpSp>
        <p:nvGrpSpPr>
          <p:cNvPr id="17" name="Groupe 16">
            <a:extLst>
              <a:ext uri="{FF2B5EF4-FFF2-40B4-BE49-F238E27FC236}">
                <a16:creationId xmlns:a16="http://schemas.microsoft.com/office/drawing/2014/main" id="{7B132B84-774C-4087-98D9-0802D5E324F3}"/>
              </a:ext>
            </a:extLst>
          </p:cNvPr>
          <p:cNvGrpSpPr/>
          <p:nvPr/>
        </p:nvGrpSpPr>
        <p:grpSpPr>
          <a:xfrm>
            <a:off x="8133897" y="3653182"/>
            <a:ext cx="570014" cy="570014"/>
            <a:chOff x="3728897" y="2897155"/>
            <a:chExt cx="914400" cy="914400"/>
          </a:xfrm>
        </p:grpSpPr>
        <p:pic>
          <p:nvPicPr>
            <p:cNvPr id="18" name="Graphique 17" descr="Ne plus suivre avec un remplissage uni">
              <a:extLst>
                <a:ext uri="{FF2B5EF4-FFF2-40B4-BE49-F238E27FC236}">
                  <a16:creationId xmlns:a16="http://schemas.microsoft.com/office/drawing/2014/main" id="{E2E79D55-95AD-48ED-9A75-0C6A2C9785E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728897" y="2897155"/>
              <a:ext cx="914400" cy="914400"/>
            </a:xfrm>
            <a:prstGeom prst="rect">
              <a:avLst/>
            </a:prstGeom>
          </p:spPr>
        </p:pic>
        <p:sp>
          <p:nvSpPr>
            <p:cNvPr id="19" name="Signe Plus 18">
              <a:extLst>
                <a:ext uri="{FF2B5EF4-FFF2-40B4-BE49-F238E27FC236}">
                  <a16:creationId xmlns:a16="http://schemas.microsoft.com/office/drawing/2014/main" id="{6C8A50D8-A22B-441E-B868-6289AA3E48EC}"/>
                </a:ext>
              </a:extLst>
            </p:cNvPr>
            <p:cNvSpPr/>
            <p:nvPr/>
          </p:nvSpPr>
          <p:spPr>
            <a:xfrm>
              <a:off x="4281347" y="3470317"/>
              <a:ext cx="200649" cy="206334"/>
            </a:xfrm>
            <a:prstGeom prst="mathPlus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1" name="Graphique 20" descr="Bras musclé avec un remplissage uni">
            <a:extLst>
              <a:ext uri="{FF2B5EF4-FFF2-40B4-BE49-F238E27FC236}">
                <a16:creationId xmlns:a16="http://schemas.microsoft.com/office/drawing/2014/main" id="{52C9B460-7416-4131-AE69-8891E3D1F44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792866" y="3623674"/>
            <a:ext cx="948124" cy="948124"/>
          </a:xfrm>
          <a:prstGeom prst="rect">
            <a:avLst/>
          </a:prstGeom>
        </p:spPr>
      </p:pic>
      <p:pic>
        <p:nvPicPr>
          <p:cNvPr id="22" name="Graphique 21" descr="Bras musclé avec un remplissage uni">
            <a:extLst>
              <a:ext uri="{FF2B5EF4-FFF2-40B4-BE49-F238E27FC236}">
                <a16:creationId xmlns:a16="http://schemas.microsoft.com/office/drawing/2014/main" id="{8F9CB66E-73C7-4294-BFB2-7CFFFCC74CC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017467" y="3709589"/>
            <a:ext cx="476250" cy="47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618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4344"/>
    </mc:Choice>
    <mc:Fallback xmlns="">
      <p:transition spd="slow" advTm="84344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E725E5-D0D6-4BB6-AD70-D6E57BD55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Share your opinions and experiences</a:t>
            </a:r>
            <a:endParaRPr lang="fr-FR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7502827-D48C-4AFB-BD59-1A5C055FC84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58792A02-F8B7-44E3-BF43-0776D4EFFF2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noProof="1"/>
              <a:t>How familiar are you with managing the momentum ?</a:t>
            </a:r>
          </a:p>
          <a:p>
            <a:pPr marL="0" indent="0">
              <a:buNone/>
            </a:pPr>
            <a:endParaRPr lang="en-US" noProof="1"/>
          </a:p>
          <a:p>
            <a:pPr marL="0" indent="0">
              <a:buNone/>
            </a:pPr>
            <a:r>
              <a:rPr lang="en-US" noProof="1"/>
              <a:t>How do you usually exploit the positive results of a Community Event ? </a:t>
            </a:r>
          </a:p>
        </p:txBody>
      </p:sp>
      <p:pic>
        <p:nvPicPr>
          <p:cNvPr id="6" name="Graphique 5" descr="Signe pouce en haut avec un remplissage uni">
            <a:extLst>
              <a:ext uri="{FF2B5EF4-FFF2-40B4-BE49-F238E27FC236}">
                <a16:creationId xmlns:a16="http://schemas.microsoft.com/office/drawing/2014/main" id="{0CEE4BDE-7570-4832-B3D3-7B19C0F57F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97421" y="3237357"/>
            <a:ext cx="1496868" cy="1496868"/>
          </a:xfrm>
          <a:prstGeom prst="rect">
            <a:avLst/>
          </a:prstGeom>
        </p:spPr>
      </p:pic>
      <p:sp>
        <p:nvSpPr>
          <p:cNvPr id="7" name="Flèche : droite 6">
            <a:extLst>
              <a:ext uri="{FF2B5EF4-FFF2-40B4-BE49-F238E27FC236}">
                <a16:creationId xmlns:a16="http://schemas.microsoft.com/office/drawing/2014/main" id="{DBD0239B-3A17-40C2-8AA0-CE6C5420AE2E}"/>
              </a:ext>
            </a:extLst>
          </p:cNvPr>
          <p:cNvSpPr/>
          <p:nvPr/>
        </p:nvSpPr>
        <p:spPr>
          <a:xfrm>
            <a:off x="3266971" y="3897749"/>
            <a:ext cx="795997" cy="492132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611BEAB3-133F-4738-A3CA-1A4E835CCA2C}"/>
              </a:ext>
            </a:extLst>
          </p:cNvPr>
          <p:cNvGrpSpPr/>
          <p:nvPr/>
        </p:nvGrpSpPr>
        <p:grpSpPr>
          <a:xfrm>
            <a:off x="4279741" y="2914949"/>
            <a:ext cx="1228866" cy="1228866"/>
            <a:chOff x="3728897" y="2897155"/>
            <a:chExt cx="914400" cy="914400"/>
          </a:xfrm>
        </p:grpSpPr>
        <p:pic>
          <p:nvPicPr>
            <p:cNvPr id="9" name="Graphique 8" descr="Ne plus suivre avec un remplissage uni">
              <a:extLst>
                <a:ext uri="{FF2B5EF4-FFF2-40B4-BE49-F238E27FC236}">
                  <a16:creationId xmlns:a16="http://schemas.microsoft.com/office/drawing/2014/main" id="{E8362CEE-B36F-469D-8E1F-EDCBA97A470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728897" y="2897155"/>
              <a:ext cx="914400" cy="914400"/>
            </a:xfrm>
            <a:prstGeom prst="rect">
              <a:avLst/>
            </a:prstGeom>
          </p:spPr>
        </p:pic>
        <p:sp>
          <p:nvSpPr>
            <p:cNvPr id="10" name="Signe Plus 9">
              <a:extLst>
                <a:ext uri="{FF2B5EF4-FFF2-40B4-BE49-F238E27FC236}">
                  <a16:creationId xmlns:a16="http://schemas.microsoft.com/office/drawing/2014/main" id="{F41C51B7-BCA5-4433-B6CE-8BC089586A1D}"/>
                </a:ext>
              </a:extLst>
            </p:cNvPr>
            <p:cNvSpPr/>
            <p:nvPr/>
          </p:nvSpPr>
          <p:spPr>
            <a:xfrm>
              <a:off x="4281347" y="3470317"/>
              <a:ext cx="200649" cy="206334"/>
            </a:xfrm>
            <a:prstGeom prst="mathPlus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1" name="Graphique 10" descr="Bras musclé avec un remplissage uni">
            <a:extLst>
              <a:ext uri="{FF2B5EF4-FFF2-40B4-BE49-F238E27FC236}">
                <a16:creationId xmlns:a16="http://schemas.microsoft.com/office/drawing/2014/main" id="{22025417-DD43-43F8-9815-913E0049988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43710" y="4075366"/>
            <a:ext cx="948124" cy="948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983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135"/>
    </mc:Choice>
    <mc:Fallback xmlns="">
      <p:transition spd="slow" advTm="32135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E725E5-D0D6-4BB6-AD70-D6E57BD55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Example story</a:t>
            </a:r>
            <a:endParaRPr lang="fr-FR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7502827-D48C-4AFB-BD59-1A5C055FC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21" name="Bulle narrative : ronde 20">
            <a:extLst>
              <a:ext uri="{FF2B5EF4-FFF2-40B4-BE49-F238E27FC236}">
                <a16:creationId xmlns:a16="http://schemas.microsoft.com/office/drawing/2014/main" id="{922D60BD-A558-45DE-A51B-EDA8C8419D1D}"/>
              </a:ext>
            </a:extLst>
          </p:cNvPr>
          <p:cNvSpPr/>
          <p:nvPr/>
        </p:nvSpPr>
        <p:spPr>
          <a:xfrm>
            <a:off x="2306320" y="2615184"/>
            <a:ext cx="6207760" cy="2048255"/>
          </a:xfrm>
          <a:prstGeom prst="wedgeEllipseCallout">
            <a:avLst>
              <a:gd name="adj1" fmla="val -29512"/>
              <a:gd name="adj2" fmla="val 59951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The Community grew very fast ! That’s a nice news, but now other communities are accusing us of stealing their audience !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60EF153E-0595-4AD2-AC62-181ECF30C0FB}"/>
              </a:ext>
            </a:extLst>
          </p:cNvPr>
          <p:cNvSpPr txBox="1"/>
          <p:nvPr/>
        </p:nvSpPr>
        <p:spPr>
          <a:xfrm>
            <a:off x="3785370" y="5546836"/>
            <a:ext cx="17163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schemeClr val="accent1"/>
                </a:solidFill>
              </a:rPr>
              <a:t>Corporate Community Booster</a:t>
            </a:r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962C8B93-0726-4003-9F8F-115A72BA4B2F}"/>
              </a:ext>
            </a:extLst>
          </p:cNvPr>
          <p:cNvGrpSpPr/>
          <p:nvPr/>
        </p:nvGrpSpPr>
        <p:grpSpPr>
          <a:xfrm>
            <a:off x="2192955" y="4690073"/>
            <a:ext cx="1983159" cy="1565406"/>
            <a:chOff x="2192955" y="4690073"/>
            <a:chExt cx="1983159" cy="1565406"/>
          </a:xfrm>
        </p:grpSpPr>
        <p:pic>
          <p:nvPicPr>
            <p:cNvPr id="25" name="Graphique 24" descr="Personne confuse avec un remplissage uni">
              <a:extLst>
                <a:ext uri="{FF2B5EF4-FFF2-40B4-BE49-F238E27FC236}">
                  <a16:creationId xmlns:a16="http://schemas.microsoft.com/office/drawing/2014/main" id="{4335C9E9-2C14-4F1B-9BBE-19C6E2F043E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14825" r="14911" b="49785"/>
            <a:stretch/>
          </p:blipFill>
          <p:spPr>
            <a:xfrm>
              <a:off x="2192955" y="4838194"/>
              <a:ext cx="1983159" cy="1417285"/>
            </a:xfrm>
            <a:prstGeom prst="rect">
              <a:avLst/>
            </a:prstGeom>
          </p:spPr>
        </p:pic>
        <p:pic>
          <p:nvPicPr>
            <p:cNvPr id="5" name="Graphique 4" descr="Visage grimaçant et transpirant avec remplissage uni avec un remplissage uni">
              <a:extLst>
                <a:ext uri="{FF2B5EF4-FFF2-40B4-BE49-F238E27FC236}">
                  <a16:creationId xmlns:a16="http://schemas.microsoft.com/office/drawing/2014/main" id="{1164BFA8-1069-4925-85E2-86E43734F1D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791472" y="4690073"/>
              <a:ext cx="803985" cy="80398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09100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344"/>
    </mc:Choice>
    <mc:Fallback xmlns="">
      <p:transition spd="slow" advTm="21344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B5B849-EE62-4335-B61E-A7F53A17A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Challenge #V3</a:t>
            </a:r>
            <a:br>
              <a:rPr lang="en-US" sz="2800" dirty="0"/>
            </a:br>
            <a:r>
              <a:rPr lang="en-US" sz="2800" dirty="0"/>
              <a:t>Manage your borders</a:t>
            </a:r>
          </a:p>
        </p:txBody>
      </p:sp>
      <p:graphicFrame>
        <p:nvGraphicFramePr>
          <p:cNvPr id="11" name="Espace réservé du contenu 10">
            <a:extLst>
              <a:ext uri="{FF2B5EF4-FFF2-40B4-BE49-F238E27FC236}">
                <a16:creationId xmlns:a16="http://schemas.microsoft.com/office/drawing/2014/main" id="{DF17A83F-9D92-4CA0-A381-5222DC1DEEAA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284279" y="3187083"/>
          <a:ext cx="3355562" cy="27265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5" name="Diagramme 14">
            <a:extLst>
              <a:ext uri="{FF2B5EF4-FFF2-40B4-BE49-F238E27FC236}">
                <a16:creationId xmlns:a16="http://schemas.microsoft.com/office/drawing/2014/main" id="{4AA1C04E-A804-4884-A15C-28C8F7F597D8}"/>
              </a:ext>
            </a:extLst>
          </p:cNvPr>
          <p:cNvGraphicFramePr/>
          <p:nvPr/>
        </p:nvGraphicFramePr>
        <p:xfrm>
          <a:off x="3476714" y="-115409"/>
          <a:ext cx="8055379" cy="69068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pic>
        <p:nvPicPr>
          <p:cNvPr id="21" name="Graphique 20" descr="Ligne fléchée : incurvée sens des aiguilles d’une montre avec un remplissage uni">
            <a:extLst>
              <a:ext uri="{FF2B5EF4-FFF2-40B4-BE49-F238E27FC236}">
                <a16:creationId xmlns:a16="http://schemas.microsoft.com/office/drawing/2014/main" id="{D635AC4F-8F08-4372-9915-9CEF17930BC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5126868">
            <a:off x="1697297" y="2540121"/>
            <a:ext cx="1936448" cy="1936448"/>
          </a:xfrm>
          <a:prstGeom prst="rect">
            <a:avLst/>
          </a:prstGeom>
        </p:spPr>
      </p:pic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2D3A88E6-CD74-4401-BF9A-1D57347CD1A4}"/>
              </a:ext>
            </a:extLst>
          </p:cNvPr>
          <p:cNvSpPr txBox="1">
            <a:spLocks/>
          </p:cNvSpPr>
          <p:nvPr/>
        </p:nvSpPr>
        <p:spPr>
          <a:xfrm>
            <a:off x="418758" y="1777052"/>
            <a:ext cx="4744056" cy="10105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400" dirty="0"/>
              <a:t>If your Community keeps on growing, there are high chances that some of its activities resembles activities of another community, leading to competition, integration or differentiation</a:t>
            </a:r>
          </a:p>
        </p:txBody>
      </p:sp>
    </p:spTree>
    <p:extLst>
      <p:ext uri="{BB962C8B-B14F-4D97-AF65-F5344CB8AC3E}">
        <p14:creationId xmlns:p14="http://schemas.microsoft.com/office/powerpoint/2010/main" val="3124041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9098"/>
    </mc:Choice>
    <mc:Fallback xmlns="">
      <p:transition spd="slow" advTm="99098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B5B849-EE62-4335-B61E-A7F53A17A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Exercise #V2</a:t>
            </a:r>
            <a:br>
              <a:rPr lang="en-US" dirty="0"/>
            </a:br>
            <a:r>
              <a:rPr lang="en-US" dirty="0"/>
              <a:t>Write down how you would exploit the momentum of key value you create</a:t>
            </a:r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E0055EFF-E607-405E-AFE0-4986DB1AE613}"/>
              </a:ext>
            </a:extLst>
          </p:cNvPr>
          <p:cNvGrpSpPr/>
          <p:nvPr/>
        </p:nvGrpSpPr>
        <p:grpSpPr>
          <a:xfrm>
            <a:off x="1115568" y="3328963"/>
            <a:ext cx="2188025" cy="1179576"/>
            <a:chOff x="194320" y="3310509"/>
            <a:chExt cx="3911186" cy="2108541"/>
          </a:xfrm>
        </p:grpSpPr>
        <p:pic>
          <p:nvPicPr>
            <p:cNvPr id="6" name="Graphique 5" descr="Signe pouce en haut avec un remplissage uni">
              <a:extLst>
                <a:ext uri="{FF2B5EF4-FFF2-40B4-BE49-F238E27FC236}">
                  <a16:creationId xmlns:a16="http://schemas.microsoft.com/office/drawing/2014/main" id="{7DCE7977-26BD-413E-A59A-0B35AD0185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94320" y="3632917"/>
              <a:ext cx="1496868" cy="1496868"/>
            </a:xfrm>
            <a:prstGeom prst="rect">
              <a:avLst/>
            </a:prstGeom>
          </p:spPr>
        </p:pic>
        <p:sp>
          <p:nvSpPr>
            <p:cNvPr id="8" name="Flèche : droite 7">
              <a:extLst>
                <a:ext uri="{FF2B5EF4-FFF2-40B4-BE49-F238E27FC236}">
                  <a16:creationId xmlns:a16="http://schemas.microsoft.com/office/drawing/2014/main" id="{A5AE8DEC-0A02-47CE-A044-208C7C5BBE72}"/>
                </a:ext>
              </a:extLst>
            </p:cNvPr>
            <p:cNvSpPr/>
            <p:nvPr/>
          </p:nvSpPr>
          <p:spPr>
            <a:xfrm>
              <a:off x="1863870" y="4293309"/>
              <a:ext cx="795997" cy="492132"/>
            </a:xfrm>
            <a:prstGeom prst="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oupe 12">
              <a:extLst>
                <a:ext uri="{FF2B5EF4-FFF2-40B4-BE49-F238E27FC236}">
                  <a16:creationId xmlns:a16="http://schemas.microsoft.com/office/drawing/2014/main" id="{D79EDEB1-7BE9-4627-9813-06D1AC514076}"/>
                </a:ext>
              </a:extLst>
            </p:cNvPr>
            <p:cNvGrpSpPr/>
            <p:nvPr/>
          </p:nvGrpSpPr>
          <p:grpSpPr>
            <a:xfrm>
              <a:off x="2876640" y="3310509"/>
              <a:ext cx="1228866" cy="1228866"/>
              <a:chOff x="3728897" y="2897155"/>
              <a:chExt cx="914400" cy="914400"/>
            </a:xfrm>
          </p:grpSpPr>
          <p:pic>
            <p:nvPicPr>
              <p:cNvPr id="10" name="Graphique 9" descr="Ne plus suivre avec un remplissage uni">
                <a:extLst>
                  <a:ext uri="{FF2B5EF4-FFF2-40B4-BE49-F238E27FC236}">
                    <a16:creationId xmlns:a16="http://schemas.microsoft.com/office/drawing/2014/main" id="{46FF9056-AB1F-42AE-9983-93CB241900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3728897" y="2897155"/>
                <a:ext cx="914400" cy="914400"/>
              </a:xfrm>
              <a:prstGeom prst="rect">
                <a:avLst/>
              </a:prstGeom>
            </p:spPr>
          </p:pic>
          <p:sp>
            <p:nvSpPr>
              <p:cNvPr id="12" name="Signe Plus 11">
                <a:extLst>
                  <a:ext uri="{FF2B5EF4-FFF2-40B4-BE49-F238E27FC236}">
                    <a16:creationId xmlns:a16="http://schemas.microsoft.com/office/drawing/2014/main" id="{2EAA5DED-D45E-4413-BE7D-1D641C688BEE}"/>
                  </a:ext>
                </a:extLst>
              </p:cNvPr>
              <p:cNvSpPr/>
              <p:nvPr/>
            </p:nvSpPr>
            <p:spPr>
              <a:xfrm>
                <a:off x="4281347" y="3470317"/>
                <a:ext cx="200649" cy="206334"/>
              </a:xfrm>
              <a:prstGeom prst="mathPlus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21" name="Graphique 20" descr="Bras musclé avec un remplissage uni">
              <a:extLst>
                <a:ext uri="{FF2B5EF4-FFF2-40B4-BE49-F238E27FC236}">
                  <a16:creationId xmlns:a16="http://schemas.microsoft.com/office/drawing/2014/main" id="{52C9B460-7416-4131-AE69-8891E3D1F44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940609" y="4470926"/>
              <a:ext cx="948124" cy="948124"/>
            </a:xfrm>
            <a:prstGeom prst="rect">
              <a:avLst/>
            </a:prstGeom>
          </p:spPr>
        </p:pic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23E94917-4670-48D5-B2E7-35382857FD0F}"/>
              </a:ext>
            </a:extLst>
          </p:cNvPr>
          <p:cNvSpPr/>
          <p:nvPr/>
        </p:nvSpPr>
        <p:spPr>
          <a:xfrm>
            <a:off x="3287304" y="2808451"/>
            <a:ext cx="880480" cy="864243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 fontScale="92500"/>
          </a:bodyPr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Send a mail and invite people to join the Community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286DB96-992B-4854-AC2E-9BCA698D448E}"/>
              </a:ext>
            </a:extLst>
          </p:cNvPr>
          <p:cNvSpPr/>
          <p:nvPr/>
        </p:nvSpPr>
        <p:spPr>
          <a:xfrm>
            <a:off x="963825" y="2737448"/>
            <a:ext cx="880480" cy="864243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Every time we have a successful event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5E66425-677B-4D0B-9848-47DF7560BBEE}"/>
              </a:ext>
            </a:extLst>
          </p:cNvPr>
          <p:cNvSpPr/>
          <p:nvPr/>
        </p:nvSpPr>
        <p:spPr>
          <a:xfrm>
            <a:off x="3182324" y="4096680"/>
            <a:ext cx="880480" cy="864243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 fontScale="92500" lnSpcReduction="20000"/>
          </a:bodyPr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Ask members to post the picture of them in the event 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382F00C-E2D4-437D-B6F8-D815E920B367}"/>
              </a:ext>
            </a:extLst>
          </p:cNvPr>
          <p:cNvSpPr/>
          <p:nvPr/>
        </p:nvSpPr>
        <p:spPr>
          <a:xfrm>
            <a:off x="542726" y="2268598"/>
            <a:ext cx="1145683" cy="350173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Example</a:t>
            </a:r>
          </a:p>
        </p:txBody>
      </p:sp>
      <p:grpSp>
        <p:nvGrpSpPr>
          <p:cNvPr id="26" name="Groupe 25">
            <a:extLst>
              <a:ext uri="{FF2B5EF4-FFF2-40B4-BE49-F238E27FC236}">
                <a16:creationId xmlns:a16="http://schemas.microsoft.com/office/drawing/2014/main" id="{751E709A-2A15-46C2-A599-FC69E37BC13D}"/>
              </a:ext>
            </a:extLst>
          </p:cNvPr>
          <p:cNvGrpSpPr/>
          <p:nvPr/>
        </p:nvGrpSpPr>
        <p:grpSpPr>
          <a:xfrm>
            <a:off x="5595790" y="2808451"/>
            <a:ext cx="2188025" cy="1179576"/>
            <a:chOff x="194320" y="3310509"/>
            <a:chExt cx="3911186" cy="2108541"/>
          </a:xfrm>
        </p:grpSpPr>
        <p:pic>
          <p:nvPicPr>
            <p:cNvPr id="27" name="Graphique 26" descr="Signe pouce en haut avec un remplissage uni">
              <a:extLst>
                <a:ext uri="{FF2B5EF4-FFF2-40B4-BE49-F238E27FC236}">
                  <a16:creationId xmlns:a16="http://schemas.microsoft.com/office/drawing/2014/main" id="{7FD8F3FC-E8A7-45BD-9BCF-DD7810C264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94320" y="3632917"/>
              <a:ext cx="1496868" cy="1496868"/>
            </a:xfrm>
            <a:prstGeom prst="rect">
              <a:avLst/>
            </a:prstGeom>
          </p:spPr>
        </p:pic>
        <p:sp>
          <p:nvSpPr>
            <p:cNvPr id="28" name="Flèche : droite 27">
              <a:extLst>
                <a:ext uri="{FF2B5EF4-FFF2-40B4-BE49-F238E27FC236}">
                  <a16:creationId xmlns:a16="http://schemas.microsoft.com/office/drawing/2014/main" id="{48AD7F8C-F753-4B39-AB85-185B04825FA7}"/>
                </a:ext>
              </a:extLst>
            </p:cNvPr>
            <p:cNvSpPr/>
            <p:nvPr/>
          </p:nvSpPr>
          <p:spPr>
            <a:xfrm>
              <a:off x="1863870" y="4293309"/>
              <a:ext cx="795997" cy="492132"/>
            </a:xfrm>
            <a:prstGeom prst="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9" name="Groupe 28">
              <a:extLst>
                <a:ext uri="{FF2B5EF4-FFF2-40B4-BE49-F238E27FC236}">
                  <a16:creationId xmlns:a16="http://schemas.microsoft.com/office/drawing/2014/main" id="{ABD892B8-923F-48A6-82D3-11A080870DE4}"/>
                </a:ext>
              </a:extLst>
            </p:cNvPr>
            <p:cNvGrpSpPr/>
            <p:nvPr/>
          </p:nvGrpSpPr>
          <p:grpSpPr>
            <a:xfrm>
              <a:off x="2876640" y="3310509"/>
              <a:ext cx="1228866" cy="1228866"/>
              <a:chOff x="3728897" y="2897155"/>
              <a:chExt cx="914400" cy="914400"/>
            </a:xfrm>
          </p:grpSpPr>
          <p:pic>
            <p:nvPicPr>
              <p:cNvPr id="31" name="Graphique 30" descr="Ne plus suivre avec un remplissage uni">
                <a:extLst>
                  <a:ext uri="{FF2B5EF4-FFF2-40B4-BE49-F238E27FC236}">
                    <a16:creationId xmlns:a16="http://schemas.microsoft.com/office/drawing/2014/main" id="{301385F1-B09C-465E-9616-C9BBB06D85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3728897" y="2897155"/>
                <a:ext cx="914400" cy="914400"/>
              </a:xfrm>
              <a:prstGeom prst="rect">
                <a:avLst/>
              </a:prstGeom>
            </p:spPr>
          </p:pic>
          <p:sp>
            <p:nvSpPr>
              <p:cNvPr id="32" name="Signe Plus 31">
                <a:extLst>
                  <a:ext uri="{FF2B5EF4-FFF2-40B4-BE49-F238E27FC236}">
                    <a16:creationId xmlns:a16="http://schemas.microsoft.com/office/drawing/2014/main" id="{6D1338B1-7C41-4898-8E93-F2ED0D7FB721}"/>
                  </a:ext>
                </a:extLst>
              </p:cNvPr>
              <p:cNvSpPr/>
              <p:nvPr/>
            </p:nvSpPr>
            <p:spPr>
              <a:xfrm>
                <a:off x="4281347" y="3470317"/>
                <a:ext cx="200649" cy="206334"/>
              </a:xfrm>
              <a:prstGeom prst="mathPlus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30" name="Graphique 29" descr="Bras musclé avec un remplissage uni">
              <a:extLst>
                <a:ext uri="{FF2B5EF4-FFF2-40B4-BE49-F238E27FC236}">
                  <a16:creationId xmlns:a16="http://schemas.microsoft.com/office/drawing/2014/main" id="{2D83AEBC-5721-43BF-906F-3B6BDC3B58E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940609" y="4470926"/>
              <a:ext cx="948124" cy="948124"/>
            </a:xfrm>
            <a:prstGeom prst="rect">
              <a:avLst/>
            </a:prstGeom>
          </p:spPr>
        </p:pic>
      </p:grpSp>
      <p:grpSp>
        <p:nvGrpSpPr>
          <p:cNvPr id="33" name="Groupe 32">
            <a:extLst>
              <a:ext uri="{FF2B5EF4-FFF2-40B4-BE49-F238E27FC236}">
                <a16:creationId xmlns:a16="http://schemas.microsoft.com/office/drawing/2014/main" id="{A05F3B7C-561E-4B7D-8749-6618DBBF3634}"/>
              </a:ext>
            </a:extLst>
          </p:cNvPr>
          <p:cNvGrpSpPr/>
          <p:nvPr/>
        </p:nvGrpSpPr>
        <p:grpSpPr>
          <a:xfrm>
            <a:off x="5658420" y="5024530"/>
            <a:ext cx="2188025" cy="1179576"/>
            <a:chOff x="194320" y="3310509"/>
            <a:chExt cx="3911186" cy="2108541"/>
          </a:xfrm>
        </p:grpSpPr>
        <p:pic>
          <p:nvPicPr>
            <p:cNvPr id="34" name="Graphique 33" descr="Signe pouce en haut avec un remplissage uni">
              <a:extLst>
                <a:ext uri="{FF2B5EF4-FFF2-40B4-BE49-F238E27FC236}">
                  <a16:creationId xmlns:a16="http://schemas.microsoft.com/office/drawing/2014/main" id="{029A9E8E-3AD5-4289-B85D-49A54DD0FE0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94320" y="3632917"/>
              <a:ext cx="1496868" cy="1496868"/>
            </a:xfrm>
            <a:prstGeom prst="rect">
              <a:avLst/>
            </a:prstGeom>
          </p:spPr>
        </p:pic>
        <p:sp>
          <p:nvSpPr>
            <p:cNvPr id="35" name="Flèche : droite 34">
              <a:extLst>
                <a:ext uri="{FF2B5EF4-FFF2-40B4-BE49-F238E27FC236}">
                  <a16:creationId xmlns:a16="http://schemas.microsoft.com/office/drawing/2014/main" id="{9A1D6587-D9EB-4491-AF79-233E38AFA0A8}"/>
                </a:ext>
              </a:extLst>
            </p:cNvPr>
            <p:cNvSpPr/>
            <p:nvPr/>
          </p:nvSpPr>
          <p:spPr>
            <a:xfrm>
              <a:off x="1863870" y="4293309"/>
              <a:ext cx="795997" cy="492132"/>
            </a:xfrm>
            <a:prstGeom prst="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6" name="Groupe 35">
              <a:extLst>
                <a:ext uri="{FF2B5EF4-FFF2-40B4-BE49-F238E27FC236}">
                  <a16:creationId xmlns:a16="http://schemas.microsoft.com/office/drawing/2014/main" id="{D5D032DD-846D-4C68-A06B-0787981C515D}"/>
                </a:ext>
              </a:extLst>
            </p:cNvPr>
            <p:cNvGrpSpPr/>
            <p:nvPr/>
          </p:nvGrpSpPr>
          <p:grpSpPr>
            <a:xfrm>
              <a:off x="2876640" y="3310509"/>
              <a:ext cx="1228866" cy="1228866"/>
              <a:chOff x="3728897" y="2897155"/>
              <a:chExt cx="914400" cy="914400"/>
            </a:xfrm>
          </p:grpSpPr>
          <p:pic>
            <p:nvPicPr>
              <p:cNvPr id="38" name="Graphique 37" descr="Ne plus suivre avec un remplissage uni">
                <a:extLst>
                  <a:ext uri="{FF2B5EF4-FFF2-40B4-BE49-F238E27FC236}">
                    <a16:creationId xmlns:a16="http://schemas.microsoft.com/office/drawing/2014/main" id="{0D2EA7D8-2A98-4E53-BFE5-4379EAD158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3728897" y="2897155"/>
                <a:ext cx="914400" cy="914400"/>
              </a:xfrm>
              <a:prstGeom prst="rect">
                <a:avLst/>
              </a:prstGeom>
            </p:spPr>
          </p:pic>
          <p:sp>
            <p:nvSpPr>
              <p:cNvPr id="39" name="Signe Plus 38">
                <a:extLst>
                  <a:ext uri="{FF2B5EF4-FFF2-40B4-BE49-F238E27FC236}">
                    <a16:creationId xmlns:a16="http://schemas.microsoft.com/office/drawing/2014/main" id="{CCF66ECE-E58A-4044-AA35-BC19EFBD0417}"/>
                  </a:ext>
                </a:extLst>
              </p:cNvPr>
              <p:cNvSpPr/>
              <p:nvPr/>
            </p:nvSpPr>
            <p:spPr>
              <a:xfrm>
                <a:off x="4281347" y="3470317"/>
                <a:ext cx="200649" cy="206334"/>
              </a:xfrm>
              <a:prstGeom prst="mathPlus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37" name="Graphique 36" descr="Bras musclé avec un remplissage uni">
              <a:extLst>
                <a:ext uri="{FF2B5EF4-FFF2-40B4-BE49-F238E27FC236}">
                  <a16:creationId xmlns:a16="http://schemas.microsoft.com/office/drawing/2014/main" id="{F7E93BBF-E005-41DE-BB28-ABCBA31A25A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940609" y="4470926"/>
              <a:ext cx="948124" cy="948124"/>
            </a:xfrm>
            <a:prstGeom prst="rect">
              <a:avLst/>
            </a:prstGeom>
          </p:spPr>
        </p:pic>
      </p:grpSp>
      <p:grpSp>
        <p:nvGrpSpPr>
          <p:cNvPr id="40" name="Groupe 39">
            <a:extLst>
              <a:ext uri="{FF2B5EF4-FFF2-40B4-BE49-F238E27FC236}">
                <a16:creationId xmlns:a16="http://schemas.microsoft.com/office/drawing/2014/main" id="{80901DBD-1D06-4A23-A433-4E975412BC7F}"/>
              </a:ext>
            </a:extLst>
          </p:cNvPr>
          <p:cNvGrpSpPr/>
          <p:nvPr/>
        </p:nvGrpSpPr>
        <p:grpSpPr>
          <a:xfrm>
            <a:off x="9303069" y="2727139"/>
            <a:ext cx="2188025" cy="1179576"/>
            <a:chOff x="194320" y="3310509"/>
            <a:chExt cx="3911186" cy="2108541"/>
          </a:xfrm>
        </p:grpSpPr>
        <p:pic>
          <p:nvPicPr>
            <p:cNvPr id="41" name="Graphique 40" descr="Signe pouce en haut avec un remplissage uni">
              <a:extLst>
                <a:ext uri="{FF2B5EF4-FFF2-40B4-BE49-F238E27FC236}">
                  <a16:creationId xmlns:a16="http://schemas.microsoft.com/office/drawing/2014/main" id="{99895A3F-2EB5-4F91-B83D-FEF05420700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94320" y="3632917"/>
              <a:ext cx="1496868" cy="1496868"/>
            </a:xfrm>
            <a:prstGeom prst="rect">
              <a:avLst/>
            </a:prstGeom>
          </p:spPr>
        </p:pic>
        <p:sp>
          <p:nvSpPr>
            <p:cNvPr id="42" name="Flèche : droite 41">
              <a:extLst>
                <a:ext uri="{FF2B5EF4-FFF2-40B4-BE49-F238E27FC236}">
                  <a16:creationId xmlns:a16="http://schemas.microsoft.com/office/drawing/2014/main" id="{5C23512B-014E-4EEC-9415-2FEA69C2E381}"/>
                </a:ext>
              </a:extLst>
            </p:cNvPr>
            <p:cNvSpPr/>
            <p:nvPr/>
          </p:nvSpPr>
          <p:spPr>
            <a:xfrm>
              <a:off x="1863870" y="4293309"/>
              <a:ext cx="795997" cy="492132"/>
            </a:xfrm>
            <a:prstGeom prst="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3" name="Groupe 42">
              <a:extLst>
                <a:ext uri="{FF2B5EF4-FFF2-40B4-BE49-F238E27FC236}">
                  <a16:creationId xmlns:a16="http://schemas.microsoft.com/office/drawing/2014/main" id="{8B161AC2-2116-41F3-B7C2-90F5D42E076D}"/>
                </a:ext>
              </a:extLst>
            </p:cNvPr>
            <p:cNvGrpSpPr/>
            <p:nvPr/>
          </p:nvGrpSpPr>
          <p:grpSpPr>
            <a:xfrm>
              <a:off x="2876640" y="3310509"/>
              <a:ext cx="1228866" cy="1228866"/>
              <a:chOff x="3728897" y="2897155"/>
              <a:chExt cx="914400" cy="914400"/>
            </a:xfrm>
          </p:grpSpPr>
          <p:pic>
            <p:nvPicPr>
              <p:cNvPr id="45" name="Graphique 44" descr="Ne plus suivre avec un remplissage uni">
                <a:extLst>
                  <a:ext uri="{FF2B5EF4-FFF2-40B4-BE49-F238E27FC236}">
                    <a16:creationId xmlns:a16="http://schemas.microsoft.com/office/drawing/2014/main" id="{B580D112-78BF-4E19-AA4A-6A6EFD1847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3728897" y="2897155"/>
                <a:ext cx="914400" cy="914400"/>
              </a:xfrm>
              <a:prstGeom prst="rect">
                <a:avLst/>
              </a:prstGeom>
            </p:spPr>
          </p:pic>
          <p:sp>
            <p:nvSpPr>
              <p:cNvPr id="46" name="Signe Plus 45">
                <a:extLst>
                  <a:ext uri="{FF2B5EF4-FFF2-40B4-BE49-F238E27FC236}">
                    <a16:creationId xmlns:a16="http://schemas.microsoft.com/office/drawing/2014/main" id="{F3F8E44E-7EFB-4BA6-B8EC-BCFD89E0CCF0}"/>
                  </a:ext>
                </a:extLst>
              </p:cNvPr>
              <p:cNvSpPr/>
              <p:nvPr/>
            </p:nvSpPr>
            <p:spPr>
              <a:xfrm>
                <a:off x="4281347" y="3470317"/>
                <a:ext cx="200649" cy="206334"/>
              </a:xfrm>
              <a:prstGeom prst="mathPlus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44" name="Graphique 43" descr="Bras musclé avec un remplissage uni">
              <a:extLst>
                <a:ext uri="{FF2B5EF4-FFF2-40B4-BE49-F238E27FC236}">
                  <a16:creationId xmlns:a16="http://schemas.microsoft.com/office/drawing/2014/main" id="{7C9EBDE1-4C5D-4BC5-8429-D4DD14D65FD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940609" y="4470926"/>
              <a:ext cx="948124" cy="948124"/>
            </a:xfrm>
            <a:prstGeom prst="rect">
              <a:avLst/>
            </a:prstGeom>
          </p:spPr>
        </p:pic>
      </p:grpSp>
      <p:grpSp>
        <p:nvGrpSpPr>
          <p:cNvPr id="47" name="Groupe 46">
            <a:extLst>
              <a:ext uri="{FF2B5EF4-FFF2-40B4-BE49-F238E27FC236}">
                <a16:creationId xmlns:a16="http://schemas.microsoft.com/office/drawing/2014/main" id="{B2C5FFE0-38FD-4338-8575-0E1926B6D66F}"/>
              </a:ext>
            </a:extLst>
          </p:cNvPr>
          <p:cNvGrpSpPr/>
          <p:nvPr/>
        </p:nvGrpSpPr>
        <p:grpSpPr>
          <a:xfrm>
            <a:off x="9365699" y="5129785"/>
            <a:ext cx="2188025" cy="1179576"/>
            <a:chOff x="194320" y="3310509"/>
            <a:chExt cx="3911186" cy="2108541"/>
          </a:xfrm>
        </p:grpSpPr>
        <p:pic>
          <p:nvPicPr>
            <p:cNvPr id="48" name="Graphique 47" descr="Signe pouce en haut avec un remplissage uni">
              <a:extLst>
                <a:ext uri="{FF2B5EF4-FFF2-40B4-BE49-F238E27FC236}">
                  <a16:creationId xmlns:a16="http://schemas.microsoft.com/office/drawing/2014/main" id="{B8B08E85-DB30-4545-80E9-A22C2D8D261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94320" y="3632917"/>
              <a:ext cx="1496868" cy="1496868"/>
            </a:xfrm>
            <a:prstGeom prst="rect">
              <a:avLst/>
            </a:prstGeom>
          </p:spPr>
        </p:pic>
        <p:sp>
          <p:nvSpPr>
            <p:cNvPr id="49" name="Flèche : droite 48">
              <a:extLst>
                <a:ext uri="{FF2B5EF4-FFF2-40B4-BE49-F238E27FC236}">
                  <a16:creationId xmlns:a16="http://schemas.microsoft.com/office/drawing/2014/main" id="{C90C1730-337E-492B-9414-FEFB5827AA7F}"/>
                </a:ext>
              </a:extLst>
            </p:cNvPr>
            <p:cNvSpPr/>
            <p:nvPr/>
          </p:nvSpPr>
          <p:spPr>
            <a:xfrm>
              <a:off x="1863870" y="4293309"/>
              <a:ext cx="795997" cy="492132"/>
            </a:xfrm>
            <a:prstGeom prst="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0" name="Groupe 49">
              <a:extLst>
                <a:ext uri="{FF2B5EF4-FFF2-40B4-BE49-F238E27FC236}">
                  <a16:creationId xmlns:a16="http://schemas.microsoft.com/office/drawing/2014/main" id="{93B30490-36DB-4338-BD26-682476A5B98C}"/>
                </a:ext>
              </a:extLst>
            </p:cNvPr>
            <p:cNvGrpSpPr/>
            <p:nvPr/>
          </p:nvGrpSpPr>
          <p:grpSpPr>
            <a:xfrm>
              <a:off x="2876640" y="3310509"/>
              <a:ext cx="1228866" cy="1228866"/>
              <a:chOff x="3728897" y="2897155"/>
              <a:chExt cx="914400" cy="914400"/>
            </a:xfrm>
          </p:grpSpPr>
          <p:pic>
            <p:nvPicPr>
              <p:cNvPr id="52" name="Graphique 51" descr="Ne plus suivre avec un remplissage uni">
                <a:extLst>
                  <a:ext uri="{FF2B5EF4-FFF2-40B4-BE49-F238E27FC236}">
                    <a16:creationId xmlns:a16="http://schemas.microsoft.com/office/drawing/2014/main" id="{A2C91337-1C04-4DF0-8BD3-9541C99DD0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3728897" y="2897155"/>
                <a:ext cx="914400" cy="914400"/>
              </a:xfrm>
              <a:prstGeom prst="rect">
                <a:avLst/>
              </a:prstGeom>
            </p:spPr>
          </p:pic>
          <p:sp>
            <p:nvSpPr>
              <p:cNvPr id="53" name="Signe Plus 52">
                <a:extLst>
                  <a:ext uri="{FF2B5EF4-FFF2-40B4-BE49-F238E27FC236}">
                    <a16:creationId xmlns:a16="http://schemas.microsoft.com/office/drawing/2014/main" id="{A5D6F33E-5652-4B19-8FA0-CE32505F9C79}"/>
                  </a:ext>
                </a:extLst>
              </p:cNvPr>
              <p:cNvSpPr/>
              <p:nvPr/>
            </p:nvSpPr>
            <p:spPr>
              <a:xfrm>
                <a:off x="4281347" y="3470317"/>
                <a:ext cx="200649" cy="206334"/>
              </a:xfrm>
              <a:prstGeom prst="mathPlus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51" name="Graphique 50" descr="Bras musclé avec un remplissage uni">
              <a:extLst>
                <a:ext uri="{FF2B5EF4-FFF2-40B4-BE49-F238E27FC236}">
                  <a16:creationId xmlns:a16="http://schemas.microsoft.com/office/drawing/2014/main" id="{A3654C0E-E2D6-45B8-9008-7FB1A7A729A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940609" y="4470926"/>
              <a:ext cx="948124" cy="94812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41253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4344"/>
    </mc:Choice>
    <mc:Fallback xmlns="">
      <p:transition spd="slow" advTm="84344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E725E5-D0D6-4BB6-AD70-D6E57BD55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Share your opinions and experiences</a:t>
            </a:r>
            <a:endParaRPr lang="fr-FR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7502827-D48C-4AFB-BD59-1A5C055FC84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58792A02-F8B7-44E3-BF43-0776D4EFFF2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noProof="1"/>
              <a:t>Has your Community ever “competed” with another community ? How did you manage it ?</a:t>
            </a:r>
          </a:p>
          <a:p>
            <a:pPr marL="0" indent="0">
              <a:buNone/>
            </a:pPr>
            <a:endParaRPr lang="en-US" noProof="1"/>
          </a:p>
          <a:p>
            <a:pPr marL="0" indent="0">
              <a:buNone/>
            </a:pPr>
            <a:r>
              <a:rPr lang="en-US" noProof="1"/>
              <a:t>Have you ever merged or integrated your Community with another ? What did you and why ?</a:t>
            </a:r>
          </a:p>
          <a:p>
            <a:pPr marL="0" indent="0">
              <a:buNone/>
            </a:pPr>
            <a:endParaRPr lang="en-US" noProof="1"/>
          </a:p>
          <a:p>
            <a:pPr marL="0" indent="0">
              <a:buNone/>
            </a:pPr>
            <a:r>
              <a:rPr lang="en-US" noProof="1"/>
              <a:t>Same questions with differentiation </a:t>
            </a:r>
          </a:p>
        </p:txBody>
      </p:sp>
      <p:graphicFrame>
        <p:nvGraphicFramePr>
          <p:cNvPr id="7" name="Diagramme 6">
            <a:extLst>
              <a:ext uri="{FF2B5EF4-FFF2-40B4-BE49-F238E27FC236}">
                <a16:creationId xmlns:a16="http://schemas.microsoft.com/office/drawing/2014/main" id="{6C4CF463-C4B7-4903-90EE-9C8BAA05E91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54613721"/>
              </p:ext>
            </p:extLst>
          </p:nvPr>
        </p:nvGraphicFramePr>
        <p:xfrm>
          <a:off x="1072896" y="2478024"/>
          <a:ext cx="4980432" cy="39927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12586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998"/>
    </mc:Choice>
    <mc:Fallback xmlns="">
      <p:transition spd="slow" advTm="35998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B5B849-EE62-4335-B61E-A7F53A17A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907" y="408973"/>
            <a:ext cx="4613429" cy="1179576"/>
          </a:xfrm>
        </p:spPr>
        <p:txBody>
          <a:bodyPr>
            <a:normAutofit/>
          </a:bodyPr>
          <a:lstStyle/>
          <a:p>
            <a:r>
              <a:rPr lang="en-US" sz="1800" dirty="0"/>
              <a:t>Exercise #V3 </a:t>
            </a:r>
            <a:br>
              <a:rPr lang="en-US" sz="1800" dirty="0"/>
            </a:br>
            <a:r>
              <a:rPr lang="en-US" sz="1800" dirty="0"/>
              <a:t>Identify another Community with which you have borders.</a:t>
            </a:r>
            <a:br>
              <a:rPr lang="en-US" sz="1800" dirty="0"/>
            </a:br>
            <a:r>
              <a:rPr lang="en-US" sz="1800" dirty="0"/>
              <a:t>Write down your possibilities </a:t>
            </a:r>
          </a:p>
        </p:txBody>
      </p:sp>
      <p:graphicFrame>
        <p:nvGraphicFramePr>
          <p:cNvPr id="11" name="Espace réservé du contenu 10">
            <a:extLst>
              <a:ext uri="{FF2B5EF4-FFF2-40B4-BE49-F238E27FC236}">
                <a16:creationId xmlns:a16="http://schemas.microsoft.com/office/drawing/2014/main" id="{DF17A83F-9D92-4CA0-A381-5222DC1DEEAA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53732" y="4350864"/>
          <a:ext cx="3355562" cy="27265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5" name="Diagramme 14">
            <a:extLst>
              <a:ext uri="{FF2B5EF4-FFF2-40B4-BE49-F238E27FC236}">
                <a16:creationId xmlns:a16="http://schemas.microsoft.com/office/drawing/2014/main" id="{4AA1C04E-A804-4884-A15C-28C8F7F597D8}"/>
              </a:ext>
            </a:extLst>
          </p:cNvPr>
          <p:cNvGraphicFramePr/>
          <p:nvPr/>
        </p:nvGraphicFramePr>
        <p:xfrm>
          <a:off x="2363246" y="1855701"/>
          <a:ext cx="5820180" cy="49903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pic>
        <p:nvPicPr>
          <p:cNvPr id="21" name="Graphique 20" descr="Ligne fléchée : incurvée sens des aiguilles d’une montre avec un remplissage uni">
            <a:extLst>
              <a:ext uri="{FF2B5EF4-FFF2-40B4-BE49-F238E27FC236}">
                <a16:creationId xmlns:a16="http://schemas.microsoft.com/office/drawing/2014/main" id="{D635AC4F-8F08-4372-9915-9CEF17930BC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5126868">
            <a:off x="1566750" y="3703902"/>
            <a:ext cx="1936448" cy="193644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9D4FB45-111A-4900-B179-2054ECD2B3AC}"/>
              </a:ext>
            </a:extLst>
          </p:cNvPr>
          <p:cNvSpPr/>
          <p:nvPr/>
        </p:nvSpPr>
        <p:spPr>
          <a:xfrm>
            <a:off x="6983625" y="2194523"/>
            <a:ext cx="880480" cy="864243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algn="ctr"/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D41148-D83A-4016-863F-CBEBB9A2EFFB}"/>
              </a:ext>
            </a:extLst>
          </p:cNvPr>
          <p:cNvSpPr/>
          <p:nvPr/>
        </p:nvSpPr>
        <p:spPr>
          <a:xfrm>
            <a:off x="8050425" y="2194523"/>
            <a:ext cx="880480" cy="864243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algn="ctr"/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0DB8D9B-79E6-48E3-9B4E-7A6BF20D73B5}"/>
              </a:ext>
            </a:extLst>
          </p:cNvPr>
          <p:cNvSpPr/>
          <p:nvPr/>
        </p:nvSpPr>
        <p:spPr>
          <a:xfrm>
            <a:off x="8355225" y="3552605"/>
            <a:ext cx="698489" cy="68560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algn="ctr"/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12625AC-612D-4C13-BBA9-F4E7969C767C}"/>
              </a:ext>
            </a:extLst>
          </p:cNvPr>
          <p:cNvSpPr/>
          <p:nvPr/>
        </p:nvSpPr>
        <p:spPr>
          <a:xfrm>
            <a:off x="8355225" y="4266788"/>
            <a:ext cx="698489" cy="68560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algn="ctr"/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E814CFD-429A-4159-A088-B7C6263516A5}"/>
              </a:ext>
            </a:extLst>
          </p:cNvPr>
          <p:cNvSpPr/>
          <p:nvPr/>
        </p:nvSpPr>
        <p:spPr>
          <a:xfrm>
            <a:off x="8355224" y="4980971"/>
            <a:ext cx="698489" cy="68560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algn="ctr"/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6753E4-93AE-414B-9547-26CA93908038}"/>
              </a:ext>
            </a:extLst>
          </p:cNvPr>
          <p:cNvSpPr/>
          <p:nvPr/>
        </p:nvSpPr>
        <p:spPr>
          <a:xfrm>
            <a:off x="8355223" y="5714141"/>
            <a:ext cx="698489" cy="68560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algn="ctr"/>
            <a:endParaRPr lang="en-US" sz="11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2946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9098"/>
    </mc:Choice>
    <mc:Fallback xmlns="">
      <p:transition spd="slow" advTm="99098"/>
    </mc:Fallback>
  </mc:AlternateContent>
</p:sld>
</file>

<file path=ppt/theme/theme1.xml><?xml version="1.0" encoding="utf-8"?>
<a:theme xmlns:a="http://schemas.openxmlformats.org/drawingml/2006/main" name="AccentBoxVTI">
  <a:themeElements>
    <a:clrScheme name="Bleu vert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6083</TotalTime>
  <Words>766</Words>
  <Application>Microsoft Office PowerPoint</Application>
  <PresentationFormat>Grand écran</PresentationFormat>
  <Paragraphs>128</Paragraphs>
  <Slides>12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Arial</vt:lpstr>
      <vt:lpstr>Avenir Next LT Pro</vt:lpstr>
      <vt:lpstr>Calibri</vt:lpstr>
      <vt:lpstr>AccentBoxVTI</vt:lpstr>
      <vt:lpstr>The Value challenges</vt:lpstr>
      <vt:lpstr>Share your opinions and experiences</vt:lpstr>
      <vt:lpstr>Challenge #V1 Locate the value of your Corporate community </vt:lpstr>
      <vt:lpstr>Share your opinions and experiences</vt:lpstr>
      <vt:lpstr>Example story</vt:lpstr>
      <vt:lpstr>Challenge #V2 Exploit Value Momentum</vt:lpstr>
      <vt:lpstr>Share your opinions and experiences</vt:lpstr>
      <vt:lpstr>Example story</vt:lpstr>
      <vt:lpstr>Challenge #V3 Manage your borders</vt:lpstr>
      <vt:lpstr>Exercise #V2 Write down how you would exploit the momentum of key value you create</vt:lpstr>
      <vt:lpstr>Share your opinions and experiences</vt:lpstr>
      <vt:lpstr>Exercise #V3  Identify another Community with which you have borders. Write down your possibilities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Intégrer la méthode #OSG dans une communauté</dc:title>
  <dc:creator>Alexandre Quach</dc:creator>
  <cp:lastModifiedBy>Alexandre Quach</cp:lastModifiedBy>
  <cp:revision>50</cp:revision>
  <dcterms:created xsi:type="dcterms:W3CDTF">2020-12-16T10:05:09Z</dcterms:created>
  <dcterms:modified xsi:type="dcterms:W3CDTF">2021-03-24T21:31:34Z</dcterms:modified>
</cp:coreProperties>
</file>