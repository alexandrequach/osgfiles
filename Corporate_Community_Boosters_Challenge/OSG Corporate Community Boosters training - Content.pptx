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4"/>
  </p:notesMasterIdLst>
  <p:sldIdLst>
    <p:sldId id="404" r:id="rId2"/>
    <p:sldId id="468" r:id="rId3"/>
    <p:sldId id="395" r:id="rId4"/>
    <p:sldId id="398" r:id="rId5"/>
    <p:sldId id="396" r:id="rId6"/>
    <p:sldId id="399" r:id="rId7"/>
    <p:sldId id="401" r:id="rId8"/>
    <p:sldId id="406" r:id="rId9"/>
    <p:sldId id="469" r:id="rId10"/>
    <p:sldId id="465" r:id="rId11"/>
    <p:sldId id="466" r:id="rId12"/>
    <p:sldId id="440" r:id="rId13"/>
    <p:sldId id="446" r:id="rId14"/>
    <p:sldId id="470" r:id="rId15"/>
    <p:sldId id="422" r:id="rId16"/>
    <p:sldId id="423" r:id="rId17"/>
    <p:sldId id="513" r:id="rId18"/>
    <p:sldId id="441" r:id="rId19"/>
    <p:sldId id="442" r:id="rId20"/>
    <p:sldId id="471" r:id="rId21"/>
    <p:sldId id="407" r:id="rId22"/>
    <p:sldId id="414"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rmation" id="{C543727C-4E92-44E3-8350-621112563B26}">
          <p14:sldIdLst>
            <p14:sldId id="404"/>
            <p14:sldId id="468"/>
            <p14:sldId id="395"/>
            <p14:sldId id="398"/>
            <p14:sldId id="396"/>
            <p14:sldId id="399"/>
            <p14:sldId id="401"/>
            <p14:sldId id="406"/>
            <p14:sldId id="469"/>
            <p14:sldId id="465"/>
            <p14:sldId id="466"/>
            <p14:sldId id="440"/>
            <p14:sldId id="446"/>
            <p14:sldId id="470"/>
            <p14:sldId id="422"/>
            <p14:sldId id="423"/>
            <p14:sldId id="513"/>
            <p14:sldId id="441"/>
            <p14:sldId id="442"/>
            <p14:sldId id="471"/>
            <p14:sldId id="407"/>
            <p14:sldId id="414"/>
          </p14:sldIdLst>
        </p14:section>
        <p14:section name="Value" id="{277FA276-300F-4308-9988-74CBB5C9206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3494BA"/>
    <a:srgbClr val="7FC1DB"/>
    <a:srgbClr val="FFFFFF"/>
    <a:srgbClr val="AAD6E7"/>
    <a:srgbClr val="F2F2F2"/>
    <a:srgbClr val="D4EAF3"/>
    <a:srgbClr val="FFFF00"/>
    <a:srgbClr val="FFC000"/>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572E49-65C4-4493-8044-758F62D8F8B3}" v="1" dt="2021-03-22T21:17:11.191"/>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720" autoAdjust="0"/>
    <p:restoredTop sz="94595" autoAdjust="0"/>
  </p:normalViewPr>
  <p:slideViewPr>
    <p:cSldViewPr snapToGrid="0">
      <p:cViewPr varScale="1">
        <p:scale>
          <a:sx n="108" d="100"/>
          <a:sy n="108" d="100"/>
        </p:scale>
        <p:origin x="21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E0572E49-65C4-4493-8044-758F62D8F8B3}"/>
    <pc:docChg chg="modSld">
      <pc:chgData name="Alexandre Quach" userId="7bb690c8a6e028e4" providerId="LiveId" clId="{E0572E49-65C4-4493-8044-758F62D8F8B3}" dt="2021-03-22T21:17:11.191" v="0"/>
      <pc:docMkLst>
        <pc:docMk/>
      </pc:docMkLst>
      <pc:sldChg chg="delSp modAnim">
        <pc:chgData name="Alexandre Quach" userId="7bb690c8a6e028e4" providerId="LiveId" clId="{E0572E49-65C4-4493-8044-758F62D8F8B3}" dt="2021-03-22T21:17:11.191" v="0"/>
        <pc:sldMkLst>
          <pc:docMk/>
          <pc:sldMk cId="3890201557" sldId="395"/>
        </pc:sldMkLst>
        <pc:picChg chg="del">
          <ac:chgData name="Alexandre Quach" userId="7bb690c8a6e028e4" providerId="LiveId" clId="{E0572E49-65C4-4493-8044-758F62D8F8B3}" dt="2021-03-22T21:17:11.191" v="0"/>
          <ac:picMkLst>
            <pc:docMk/>
            <pc:sldMk cId="3890201557" sldId="395"/>
            <ac:picMk id="3" creationId="{AE9D6B1E-451D-45BB-A4A7-389C4F8D8434}"/>
          </ac:picMkLst>
        </pc:picChg>
      </pc:sldChg>
      <pc:sldChg chg="delSp modAnim">
        <pc:chgData name="Alexandre Quach" userId="7bb690c8a6e028e4" providerId="LiveId" clId="{E0572E49-65C4-4493-8044-758F62D8F8B3}" dt="2021-03-22T21:17:11.191" v="0"/>
        <pc:sldMkLst>
          <pc:docMk/>
          <pc:sldMk cId="1636480355" sldId="396"/>
        </pc:sldMkLst>
        <pc:picChg chg="del">
          <ac:chgData name="Alexandre Quach" userId="7bb690c8a6e028e4" providerId="LiveId" clId="{E0572E49-65C4-4493-8044-758F62D8F8B3}" dt="2021-03-22T21:17:11.191" v="0"/>
          <ac:picMkLst>
            <pc:docMk/>
            <pc:sldMk cId="1636480355" sldId="396"/>
            <ac:picMk id="7" creationId="{17B37AB7-E54F-4AFA-B64B-6DEEF21046F5}"/>
          </ac:picMkLst>
        </pc:picChg>
      </pc:sldChg>
      <pc:sldChg chg="delSp modAnim">
        <pc:chgData name="Alexandre Quach" userId="7bb690c8a6e028e4" providerId="LiveId" clId="{E0572E49-65C4-4493-8044-758F62D8F8B3}" dt="2021-03-22T21:17:11.191" v="0"/>
        <pc:sldMkLst>
          <pc:docMk/>
          <pc:sldMk cId="4223654215" sldId="398"/>
        </pc:sldMkLst>
        <pc:picChg chg="del">
          <ac:chgData name="Alexandre Quach" userId="7bb690c8a6e028e4" providerId="LiveId" clId="{E0572E49-65C4-4493-8044-758F62D8F8B3}" dt="2021-03-22T21:17:11.191" v="0"/>
          <ac:picMkLst>
            <pc:docMk/>
            <pc:sldMk cId="4223654215" sldId="398"/>
            <ac:picMk id="76" creationId="{BB52AAA6-9553-401C-A8EF-B500C7FB305C}"/>
          </ac:picMkLst>
        </pc:picChg>
      </pc:sldChg>
      <pc:sldChg chg="delSp modAnim">
        <pc:chgData name="Alexandre Quach" userId="7bb690c8a6e028e4" providerId="LiveId" clId="{E0572E49-65C4-4493-8044-758F62D8F8B3}" dt="2021-03-22T21:17:11.191" v="0"/>
        <pc:sldMkLst>
          <pc:docMk/>
          <pc:sldMk cId="3885332246" sldId="399"/>
        </pc:sldMkLst>
        <pc:picChg chg="del">
          <ac:chgData name="Alexandre Quach" userId="7bb690c8a6e028e4" providerId="LiveId" clId="{E0572E49-65C4-4493-8044-758F62D8F8B3}" dt="2021-03-22T21:17:11.191" v="0"/>
          <ac:picMkLst>
            <pc:docMk/>
            <pc:sldMk cId="3885332246" sldId="399"/>
            <ac:picMk id="3" creationId="{D493B4B8-D9D2-4A66-B5C3-F60CFB8E9268}"/>
          </ac:picMkLst>
        </pc:picChg>
      </pc:sldChg>
      <pc:sldChg chg="delSp modAnim">
        <pc:chgData name="Alexandre Quach" userId="7bb690c8a6e028e4" providerId="LiveId" clId="{E0572E49-65C4-4493-8044-758F62D8F8B3}" dt="2021-03-22T21:17:11.191" v="0"/>
        <pc:sldMkLst>
          <pc:docMk/>
          <pc:sldMk cId="2526101355" sldId="401"/>
        </pc:sldMkLst>
        <pc:picChg chg="del">
          <ac:chgData name="Alexandre Quach" userId="7bb690c8a6e028e4" providerId="LiveId" clId="{E0572E49-65C4-4493-8044-758F62D8F8B3}" dt="2021-03-22T21:17:11.191" v="0"/>
          <ac:picMkLst>
            <pc:docMk/>
            <pc:sldMk cId="2526101355" sldId="401"/>
            <ac:picMk id="3" creationId="{E5E3152D-6567-409B-91BE-5F911AAB1787}"/>
          </ac:picMkLst>
        </pc:picChg>
      </pc:sldChg>
      <pc:sldChg chg="delSp modAnim">
        <pc:chgData name="Alexandre Quach" userId="7bb690c8a6e028e4" providerId="LiveId" clId="{E0572E49-65C4-4493-8044-758F62D8F8B3}" dt="2021-03-22T21:17:11.191" v="0"/>
        <pc:sldMkLst>
          <pc:docMk/>
          <pc:sldMk cId="2027400409" sldId="404"/>
        </pc:sldMkLst>
        <pc:picChg chg="del">
          <ac:chgData name="Alexandre Quach" userId="7bb690c8a6e028e4" providerId="LiveId" clId="{E0572E49-65C4-4493-8044-758F62D8F8B3}" dt="2021-03-22T21:17:11.191" v="0"/>
          <ac:picMkLst>
            <pc:docMk/>
            <pc:sldMk cId="2027400409" sldId="404"/>
            <ac:picMk id="6" creationId="{2C3814B1-B8E4-432B-AC88-9875C5E0D357}"/>
          </ac:picMkLst>
        </pc:picChg>
      </pc:sldChg>
      <pc:sldChg chg="delSp modAnim">
        <pc:chgData name="Alexandre Quach" userId="7bb690c8a6e028e4" providerId="LiveId" clId="{E0572E49-65C4-4493-8044-758F62D8F8B3}" dt="2021-03-22T21:17:11.191" v="0"/>
        <pc:sldMkLst>
          <pc:docMk/>
          <pc:sldMk cId="674457353" sldId="406"/>
        </pc:sldMkLst>
        <pc:picChg chg="del">
          <ac:chgData name="Alexandre Quach" userId="7bb690c8a6e028e4" providerId="LiveId" clId="{E0572E49-65C4-4493-8044-758F62D8F8B3}" dt="2021-03-22T21:17:11.191" v="0"/>
          <ac:picMkLst>
            <pc:docMk/>
            <pc:sldMk cId="674457353" sldId="406"/>
            <ac:picMk id="12" creationId="{03C0CFB2-E59A-4EE9-8F4E-D619ED8694A6}"/>
          </ac:picMkLst>
        </pc:picChg>
      </pc:sldChg>
      <pc:sldChg chg="delSp modAnim">
        <pc:chgData name="Alexandre Quach" userId="7bb690c8a6e028e4" providerId="LiveId" clId="{E0572E49-65C4-4493-8044-758F62D8F8B3}" dt="2021-03-22T21:17:11.191" v="0"/>
        <pc:sldMkLst>
          <pc:docMk/>
          <pc:sldMk cId="2921042539" sldId="407"/>
        </pc:sldMkLst>
        <pc:picChg chg="del">
          <ac:chgData name="Alexandre Quach" userId="7bb690c8a6e028e4" providerId="LiveId" clId="{E0572E49-65C4-4493-8044-758F62D8F8B3}" dt="2021-03-22T21:17:11.191" v="0"/>
          <ac:picMkLst>
            <pc:docMk/>
            <pc:sldMk cId="2921042539" sldId="407"/>
            <ac:picMk id="6" creationId="{1DBBB8B0-10BF-4A6F-9E89-06DE2FED8789}"/>
          </ac:picMkLst>
        </pc:picChg>
      </pc:sldChg>
      <pc:sldChg chg="delSp modAnim">
        <pc:chgData name="Alexandre Quach" userId="7bb690c8a6e028e4" providerId="LiveId" clId="{E0572E49-65C4-4493-8044-758F62D8F8B3}" dt="2021-03-22T21:17:11.191" v="0"/>
        <pc:sldMkLst>
          <pc:docMk/>
          <pc:sldMk cId="1371842120" sldId="414"/>
        </pc:sldMkLst>
        <pc:picChg chg="del">
          <ac:chgData name="Alexandre Quach" userId="7bb690c8a6e028e4" providerId="LiveId" clId="{E0572E49-65C4-4493-8044-758F62D8F8B3}" dt="2021-03-22T21:17:11.191" v="0"/>
          <ac:picMkLst>
            <pc:docMk/>
            <pc:sldMk cId="1371842120" sldId="414"/>
            <ac:picMk id="15" creationId="{48239E08-AD5A-4AD1-88DC-15828338CFB9}"/>
          </ac:picMkLst>
        </pc:picChg>
      </pc:sldChg>
      <pc:sldChg chg="delSp modAnim">
        <pc:chgData name="Alexandre Quach" userId="7bb690c8a6e028e4" providerId="LiveId" clId="{E0572E49-65C4-4493-8044-758F62D8F8B3}" dt="2021-03-22T21:17:11.191" v="0"/>
        <pc:sldMkLst>
          <pc:docMk/>
          <pc:sldMk cId="2580553751" sldId="422"/>
        </pc:sldMkLst>
        <pc:picChg chg="del">
          <ac:chgData name="Alexandre Quach" userId="7bb690c8a6e028e4" providerId="LiveId" clId="{E0572E49-65C4-4493-8044-758F62D8F8B3}" dt="2021-03-22T21:17:11.191" v="0"/>
          <ac:picMkLst>
            <pc:docMk/>
            <pc:sldMk cId="2580553751" sldId="422"/>
            <ac:picMk id="13" creationId="{F2488195-EE5E-4B4B-AE92-75867708E1AC}"/>
          </ac:picMkLst>
        </pc:picChg>
      </pc:sldChg>
      <pc:sldChg chg="delSp modAnim">
        <pc:chgData name="Alexandre Quach" userId="7bb690c8a6e028e4" providerId="LiveId" clId="{E0572E49-65C4-4493-8044-758F62D8F8B3}" dt="2021-03-22T21:17:11.191" v="0"/>
        <pc:sldMkLst>
          <pc:docMk/>
          <pc:sldMk cId="1144100425" sldId="423"/>
        </pc:sldMkLst>
        <pc:picChg chg="del">
          <ac:chgData name="Alexandre Quach" userId="7bb690c8a6e028e4" providerId="LiveId" clId="{E0572E49-65C4-4493-8044-758F62D8F8B3}" dt="2021-03-22T21:17:11.191" v="0"/>
          <ac:picMkLst>
            <pc:docMk/>
            <pc:sldMk cId="1144100425" sldId="423"/>
            <ac:picMk id="6" creationId="{F8D4C43B-3C6B-44F0-8AC3-D2AC74978802}"/>
          </ac:picMkLst>
        </pc:picChg>
      </pc:sldChg>
      <pc:sldChg chg="delSp modAnim">
        <pc:chgData name="Alexandre Quach" userId="7bb690c8a6e028e4" providerId="LiveId" clId="{E0572E49-65C4-4493-8044-758F62D8F8B3}" dt="2021-03-22T21:17:11.191" v="0"/>
        <pc:sldMkLst>
          <pc:docMk/>
          <pc:sldMk cId="178039174" sldId="440"/>
        </pc:sldMkLst>
        <pc:picChg chg="del">
          <ac:chgData name="Alexandre Quach" userId="7bb690c8a6e028e4" providerId="LiveId" clId="{E0572E49-65C4-4493-8044-758F62D8F8B3}" dt="2021-03-22T21:17:11.191" v="0"/>
          <ac:picMkLst>
            <pc:docMk/>
            <pc:sldMk cId="178039174" sldId="440"/>
            <ac:picMk id="3" creationId="{9D7605E8-9B78-477C-B7C2-E4AA2BDA2B7C}"/>
          </ac:picMkLst>
        </pc:picChg>
      </pc:sldChg>
      <pc:sldChg chg="delSp modAnim">
        <pc:chgData name="Alexandre Quach" userId="7bb690c8a6e028e4" providerId="LiveId" clId="{E0572E49-65C4-4493-8044-758F62D8F8B3}" dt="2021-03-22T21:17:11.191" v="0"/>
        <pc:sldMkLst>
          <pc:docMk/>
          <pc:sldMk cId="3230631299" sldId="441"/>
        </pc:sldMkLst>
        <pc:picChg chg="del">
          <ac:chgData name="Alexandre Quach" userId="7bb690c8a6e028e4" providerId="LiveId" clId="{E0572E49-65C4-4493-8044-758F62D8F8B3}" dt="2021-03-22T21:17:11.191" v="0"/>
          <ac:picMkLst>
            <pc:docMk/>
            <pc:sldMk cId="3230631299" sldId="441"/>
            <ac:picMk id="5" creationId="{4C893554-09D9-44B6-9F67-19B86C7D9BCA}"/>
          </ac:picMkLst>
        </pc:picChg>
      </pc:sldChg>
      <pc:sldChg chg="delSp modAnim">
        <pc:chgData name="Alexandre Quach" userId="7bb690c8a6e028e4" providerId="LiveId" clId="{E0572E49-65C4-4493-8044-758F62D8F8B3}" dt="2021-03-22T21:17:11.191" v="0"/>
        <pc:sldMkLst>
          <pc:docMk/>
          <pc:sldMk cId="3448941081" sldId="442"/>
        </pc:sldMkLst>
        <pc:picChg chg="del">
          <ac:chgData name="Alexandre Quach" userId="7bb690c8a6e028e4" providerId="LiveId" clId="{E0572E49-65C4-4493-8044-758F62D8F8B3}" dt="2021-03-22T21:17:11.191" v="0"/>
          <ac:picMkLst>
            <pc:docMk/>
            <pc:sldMk cId="3448941081" sldId="442"/>
            <ac:picMk id="6" creationId="{B21B1EDF-EC95-4CF1-9ACC-64F2BA335381}"/>
          </ac:picMkLst>
        </pc:picChg>
      </pc:sldChg>
      <pc:sldChg chg="delSp modAnim">
        <pc:chgData name="Alexandre Quach" userId="7bb690c8a6e028e4" providerId="LiveId" clId="{E0572E49-65C4-4493-8044-758F62D8F8B3}" dt="2021-03-22T21:17:11.191" v="0"/>
        <pc:sldMkLst>
          <pc:docMk/>
          <pc:sldMk cId="3658959229" sldId="446"/>
        </pc:sldMkLst>
        <pc:picChg chg="del">
          <ac:chgData name="Alexandre Quach" userId="7bb690c8a6e028e4" providerId="LiveId" clId="{E0572E49-65C4-4493-8044-758F62D8F8B3}" dt="2021-03-22T21:17:11.191" v="0"/>
          <ac:picMkLst>
            <pc:docMk/>
            <pc:sldMk cId="3658959229" sldId="446"/>
            <ac:picMk id="3" creationId="{19D926BA-F5C2-41EE-97E5-92AA17289003}"/>
          </ac:picMkLst>
        </pc:picChg>
      </pc:sldChg>
      <pc:sldChg chg="delSp modAnim">
        <pc:chgData name="Alexandre Quach" userId="7bb690c8a6e028e4" providerId="LiveId" clId="{E0572E49-65C4-4493-8044-758F62D8F8B3}" dt="2021-03-22T21:17:11.191" v="0"/>
        <pc:sldMkLst>
          <pc:docMk/>
          <pc:sldMk cId="533924737" sldId="465"/>
        </pc:sldMkLst>
        <pc:picChg chg="del">
          <ac:chgData name="Alexandre Quach" userId="7bb690c8a6e028e4" providerId="LiveId" clId="{E0572E49-65C4-4493-8044-758F62D8F8B3}" dt="2021-03-22T21:17:11.191" v="0"/>
          <ac:picMkLst>
            <pc:docMk/>
            <pc:sldMk cId="533924737" sldId="465"/>
            <ac:picMk id="7" creationId="{500FFA14-C988-44D4-8E1C-ADE2FD62C3DE}"/>
          </ac:picMkLst>
        </pc:picChg>
      </pc:sldChg>
      <pc:sldChg chg="delSp modAnim">
        <pc:chgData name="Alexandre Quach" userId="7bb690c8a6e028e4" providerId="LiveId" clId="{E0572E49-65C4-4493-8044-758F62D8F8B3}" dt="2021-03-22T21:17:11.191" v="0"/>
        <pc:sldMkLst>
          <pc:docMk/>
          <pc:sldMk cId="2159847124" sldId="466"/>
        </pc:sldMkLst>
        <pc:picChg chg="del">
          <ac:chgData name="Alexandre Quach" userId="7bb690c8a6e028e4" providerId="LiveId" clId="{E0572E49-65C4-4493-8044-758F62D8F8B3}" dt="2021-03-22T21:17:11.191" v="0"/>
          <ac:picMkLst>
            <pc:docMk/>
            <pc:sldMk cId="2159847124" sldId="466"/>
            <ac:picMk id="6" creationId="{2B7934C6-F2D9-4E1E-A608-B19AD1B90942}"/>
          </ac:picMkLst>
        </pc:picChg>
      </pc:sldChg>
      <pc:sldChg chg="delSp modAnim">
        <pc:chgData name="Alexandre Quach" userId="7bb690c8a6e028e4" providerId="LiveId" clId="{E0572E49-65C4-4493-8044-758F62D8F8B3}" dt="2021-03-22T21:17:11.191" v="0"/>
        <pc:sldMkLst>
          <pc:docMk/>
          <pc:sldMk cId="3367407063" sldId="468"/>
        </pc:sldMkLst>
        <pc:picChg chg="del">
          <ac:chgData name="Alexandre Quach" userId="7bb690c8a6e028e4" providerId="LiveId" clId="{E0572E49-65C4-4493-8044-758F62D8F8B3}" dt="2021-03-22T21:17:11.191" v="0"/>
          <ac:picMkLst>
            <pc:docMk/>
            <pc:sldMk cId="3367407063" sldId="468"/>
            <ac:picMk id="5" creationId="{A0F5F1CB-13F7-4A60-A464-B45749E55FBD}"/>
          </ac:picMkLst>
        </pc:picChg>
      </pc:sldChg>
      <pc:sldChg chg="delSp modAnim">
        <pc:chgData name="Alexandre Quach" userId="7bb690c8a6e028e4" providerId="LiveId" clId="{E0572E49-65C4-4493-8044-758F62D8F8B3}" dt="2021-03-22T21:17:11.191" v="0"/>
        <pc:sldMkLst>
          <pc:docMk/>
          <pc:sldMk cId="1122545333" sldId="469"/>
        </pc:sldMkLst>
        <pc:picChg chg="del">
          <ac:chgData name="Alexandre Quach" userId="7bb690c8a6e028e4" providerId="LiveId" clId="{E0572E49-65C4-4493-8044-758F62D8F8B3}" dt="2021-03-22T21:17:11.191" v="0"/>
          <ac:picMkLst>
            <pc:docMk/>
            <pc:sldMk cId="1122545333" sldId="469"/>
            <ac:picMk id="7" creationId="{3BE93720-AACF-48E0-BD03-DD5363FD01D0}"/>
          </ac:picMkLst>
        </pc:picChg>
      </pc:sldChg>
      <pc:sldChg chg="delSp modAnim">
        <pc:chgData name="Alexandre Quach" userId="7bb690c8a6e028e4" providerId="LiveId" clId="{E0572E49-65C4-4493-8044-758F62D8F8B3}" dt="2021-03-22T21:17:11.191" v="0"/>
        <pc:sldMkLst>
          <pc:docMk/>
          <pc:sldMk cId="275208009" sldId="470"/>
        </pc:sldMkLst>
        <pc:picChg chg="del">
          <ac:chgData name="Alexandre Quach" userId="7bb690c8a6e028e4" providerId="LiveId" clId="{E0572E49-65C4-4493-8044-758F62D8F8B3}" dt="2021-03-22T21:17:11.191" v="0"/>
          <ac:picMkLst>
            <pc:docMk/>
            <pc:sldMk cId="275208009" sldId="470"/>
            <ac:picMk id="7" creationId="{7FADE95A-6929-4470-A7A5-115DB65E9F42}"/>
          </ac:picMkLst>
        </pc:picChg>
      </pc:sldChg>
      <pc:sldChg chg="delSp modAnim">
        <pc:chgData name="Alexandre Quach" userId="7bb690c8a6e028e4" providerId="LiveId" clId="{E0572E49-65C4-4493-8044-758F62D8F8B3}" dt="2021-03-22T21:17:11.191" v="0"/>
        <pc:sldMkLst>
          <pc:docMk/>
          <pc:sldMk cId="4043902043" sldId="471"/>
        </pc:sldMkLst>
        <pc:picChg chg="del">
          <ac:chgData name="Alexandre Quach" userId="7bb690c8a6e028e4" providerId="LiveId" clId="{E0572E49-65C4-4493-8044-758F62D8F8B3}" dt="2021-03-22T21:17:11.191" v="0"/>
          <ac:picMkLst>
            <pc:docMk/>
            <pc:sldMk cId="4043902043" sldId="471"/>
            <ac:picMk id="5" creationId="{3CA532B4-E303-4B53-A7E2-AC83CB640183}"/>
          </ac:picMkLst>
        </pc:picChg>
      </pc:sldChg>
      <pc:sldChg chg="delSp modAnim">
        <pc:chgData name="Alexandre Quach" userId="7bb690c8a6e028e4" providerId="LiveId" clId="{E0572E49-65C4-4493-8044-758F62D8F8B3}" dt="2021-03-22T21:17:11.191" v="0"/>
        <pc:sldMkLst>
          <pc:docMk/>
          <pc:sldMk cId="3898029803" sldId="513"/>
        </pc:sldMkLst>
        <pc:picChg chg="del">
          <ac:chgData name="Alexandre Quach" userId="7bb690c8a6e028e4" providerId="LiveId" clId="{E0572E49-65C4-4493-8044-758F62D8F8B3}" dt="2021-03-22T21:17:11.191" v="0"/>
          <ac:picMkLst>
            <pc:docMk/>
            <pc:sldMk cId="3898029803" sldId="513"/>
            <ac:picMk id="18" creationId="{651F42D9-5E7A-4F22-A548-1314A45D9B0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chemeClr val="bg1">
            <a:lumMod val="85000"/>
          </a:schemeClr>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chemeClr val="bg1">
            <a:lumMod val="85000"/>
          </a:schemeClr>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chemeClr val="bg1">
            <a:lumMod val="85000"/>
          </a:schemeClr>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EC7B2B"/>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3494BA"/>
        </a:solidFill>
        <a:ln>
          <a:no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3494BA"/>
        </a:solidFill>
        <a:ln>
          <a:solidFill>
            <a:srgbClr val="3494BA"/>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3494BA"/>
        </a:solidFill>
        <a:ln>
          <a:solidFill>
            <a:srgbClr val="3494BA"/>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rgbClr val="FFFF00"/>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rgbClr val="FFFF00"/>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rgbClr val="FFFF00"/>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FF0000"/>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FF0000"/>
        </a:solidFill>
        <a:ln>
          <a:solidFill>
            <a:srgbClr val="FF0000"/>
          </a:solid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FF0000"/>
        </a:solidFill>
        <a:ln>
          <a:solidFill>
            <a:srgbClr val="FF0000"/>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FF0000"/>
        </a:solidFill>
        <a:ln>
          <a:solidFill>
            <a:srgbClr val="FF0000"/>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custT="1"/>
      <dgm:spPr>
        <a:solidFill>
          <a:schemeClr val="bg1">
            <a:lumMod val="85000"/>
          </a:schemeClr>
        </a:solidFill>
        <a:ln>
          <a:noFill/>
        </a:ln>
      </dgm:spPr>
      <dgm:t>
        <a:bodyPr/>
        <a:lstStyle/>
        <a:p>
          <a:r>
            <a:rPr lang="en-US" sz="900" b="0" dirty="0">
              <a:solidFill>
                <a:schemeClr val="tx1"/>
              </a:solidFill>
            </a:rPr>
            <a:t>Not enough people</a:t>
          </a:r>
        </a:p>
      </dgm:t>
    </dgm:pt>
    <dgm:pt modelId="{9232635D-5312-42B0-BA57-0F09C4B56DF1}" type="parTrans" cxnId="{49EB360C-02C8-4CB6-A094-8106A0192502}">
      <dgm:prSet/>
      <dgm:spPr/>
      <dgm:t>
        <a:bodyPr/>
        <a:lstStyle/>
        <a:p>
          <a:endParaRPr lang="en-US" sz="2000"/>
        </a:p>
      </dgm:t>
    </dgm:pt>
    <dgm:pt modelId="{06F61274-B21B-43BF-844D-D632E4551B4F}" type="sibTrans" cxnId="{49EB360C-02C8-4CB6-A094-8106A0192502}">
      <dgm:prSet custT="1"/>
      <dgm:spPr/>
      <dgm:t>
        <a:bodyPr/>
        <a:lstStyle/>
        <a:p>
          <a:endParaRPr lang="en-US" sz="700"/>
        </a:p>
      </dgm:t>
    </dgm:pt>
    <dgm:pt modelId="{9B4DC6A7-7C46-4C6B-A261-AECC0649BB0D}">
      <dgm:prSet phldrT="[Texte]" custT="1"/>
      <dgm:spPr>
        <a:solidFill>
          <a:schemeClr val="bg1">
            <a:lumMod val="85000"/>
          </a:schemeClr>
        </a:solidFill>
        <a:ln>
          <a:noFill/>
        </a:ln>
      </dgm:spPr>
      <dgm:t>
        <a:bodyPr/>
        <a:lstStyle/>
        <a:p>
          <a:r>
            <a:rPr lang="en-US" sz="900" b="0" dirty="0">
              <a:solidFill>
                <a:schemeClr val="tx1"/>
              </a:solidFill>
            </a:rPr>
            <a:t>Content not valuable enough for the corporation</a:t>
          </a:r>
        </a:p>
      </dgm:t>
    </dgm:pt>
    <dgm:pt modelId="{77E7BFB1-A830-41FD-BC9C-364B3051F064}" type="parTrans" cxnId="{79DB2F35-07AA-42BB-841E-BD41D03251DC}">
      <dgm:prSet/>
      <dgm:spPr/>
      <dgm:t>
        <a:bodyPr/>
        <a:lstStyle/>
        <a:p>
          <a:endParaRPr lang="en-US" sz="2000"/>
        </a:p>
      </dgm:t>
    </dgm:pt>
    <dgm:pt modelId="{A76513B2-4E2F-4C24-B085-566FCE194767}" type="sibTrans" cxnId="{79DB2F35-07AA-42BB-841E-BD41D03251DC}">
      <dgm:prSet custT="1"/>
      <dgm:spPr/>
      <dgm:t>
        <a:bodyPr/>
        <a:lstStyle/>
        <a:p>
          <a:endParaRPr lang="en-US" sz="700"/>
        </a:p>
      </dgm:t>
    </dgm:pt>
    <dgm:pt modelId="{C9BAC5D4-6B92-4D8B-8E4A-FCE15958AA4D}">
      <dgm:prSet phldrT="[Texte]" custT="1"/>
      <dgm:spPr>
        <a:solidFill>
          <a:schemeClr val="bg1">
            <a:lumMod val="85000"/>
          </a:schemeClr>
        </a:solidFill>
        <a:ln>
          <a:noFill/>
        </a:ln>
      </dgm:spPr>
      <dgm:t>
        <a:bodyPr/>
        <a:lstStyle/>
        <a:p>
          <a:r>
            <a:rPr lang="en-US" sz="900" b="0" dirty="0">
              <a:solidFill>
                <a:schemeClr val="tx1"/>
              </a:solidFill>
            </a:rPr>
            <a:t>Less motivation and support from corporation</a:t>
          </a:r>
        </a:p>
      </dgm:t>
    </dgm:pt>
    <dgm:pt modelId="{EDDB9094-C016-4A19-81E2-2397AC9C23F4}" type="parTrans" cxnId="{1B42B3E6-C0BE-4986-8EF2-61313E93A8D5}">
      <dgm:prSet/>
      <dgm:spPr/>
      <dgm:t>
        <a:bodyPr/>
        <a:lstStyle/>
        <a:p>
          <a:endParaRPr lang="en-US" sz="2000"/>
        </a:p>
      </dgm:t>
    </dgm:pt>
    <dgm:pt modelId="{0B9DA761-6CEE-462A-BA60-1AD627DD5FC9}" type="sibTrans" cxnId="{1B42B3E6-C0BE-4986-8EF2-61313E93A8D5}">
      <dgm:prSet custT="1"/>
      <dgm:spPr/>
      <dgm:t>
        <a:bodyPr/>
        <a:lstStyle/>
        <a:p>
          <a:endParaRPr lang="en-US" sz="700"/>
        </a:p>
      </dgm:t>
    </dgm:pt>
    <dgm:pt modelId="{263B52C9-FDFF-47DF-9CB9-20D626ABFE49}">
      <dgm:prSet phldrT="[Texte]" custT="1"/>
      <dgm:spPr>
        <a:solidFill>
          <a:schemeClr val="bg1">
            <a:lumMod val="85000"/>
          </a:schemeClr>
        </a:solidFill>
        <a:ln>
          <a:noFill/>
        </a:ln>
      </dgm:spPr>
      <dgm:t>
        <a:bodyPr/>
        <a:lstStyle/>
        <a:p>
          <a:r>
            <a:rPr lang="en-US" sz="900" b="0" dirty="0">
              <a:solidFill>
                <a:schemeClr val="tx1"/>
              </a:solidFill>
            </a:rPr>
            <a:t>Less capacity for interesting content</a:t>
          </a:r>
        </a:p>
      </dgm:t>
    </dgm:pt>
    <dgm:pt modelId="{6ED0B508-6D3D-481B-9C1B-EDB03B43812C}" type="parTrans" cxnId="{BB825076-F455-4C92-81C3-4419A8842026}">
      <dgm:prSet/>
      <dgm:spPr/>
      <dgm:t>
        <a:bodyPr/>
        <a:lstStyle/>
        <a:p>
          <a:endParaRPr lang="en-US" sz="2000"/>
        </a:p>
      </dgm:t>
    </dgm:pt>
    <dgm:pt modelId="{70CD97F0-DBE2-4209-A0A0-B85F29D1C439}" type="sibTrans" cxnId="{BB825076-F455-4C92-81C3-4419A8842026}">
      <dgm:prSet custT="1"/>
      <dgm:spPr/>
      <dgm:t>
        <a:bodyPr/>
        <a:lstStyle/>
        <a:p>
          <a:endParaRPr lang="en-US" sz="700"/>
        </a:p>
      </dgm:t>
    </dgm:pt>
    <dgm:pt modelId="{606759FB-A33D-48E3-BD80-5FE6AF6D25EB}">
      <dgm:prSet phldrT="[Texte]" custT="1"/>
      <dgm:spPr>
        <a:solidFill>
          <a:schemeClr val="bg1">
            <a:lumMod val="85000"/>
          </a:schemeClr>
        </a:solidFill>
        <a:ln>
          <a:noFill/>
        </a:ln>
      </dgm:spPr>
      <dgm:t>
        <a:bodyPr/>
        <a:lstStyle/>
        <a:p>
          <a:r>
            <a:rPr lang="en-US" sz="900" b="0" dirty="0">
              <a:solidFill>
                <a:schemeClr val="tx1"/>
              </a:solidFill>
            </a:rPr>
            <a:t>Less global interest</a:t>
          </a:r>
        </a:p>
      </dgm:t>
    </dgm:pt>
    <dgm:pt modelId="{BC9A91DD-72C7-42A2-A109-4981D89F5B1F}" type="parTrans" cxnId="{39A3B4E8-90DD-41C9-B51D-D1179C106CA4}">
      <dgm:prSet/>
      <dgm:spPr/>
      <dgm:t>
        <a:bodyPr/>
        <a:lstStyle/>
        <a:p>
          <a:endParaRPr lang="en-US" sz="2000"/>
        </a:p>
      </dgm:t>
    </dgm:pt>
    <dgm:pt modelId="{342DD8B2-1190-4C54-A5BB-209C1845322D}" type="sibTrans" cxnId="{39A3B4E8-90DD-41C9-B51D-D1179C106CA4}">
      <dgm:prSet custT="1"/>
      <dgm:spPr/>
      <dgm:t>
        <a:bodyPr/>
        <a:lstStyle/>
        <a:p>
          <a:endParaRPr lang="en-US" sz="700"/>
        </a:p>
      </dgm:t>
    </dgm:pt>
    <dgm:pt modelId="{4539A25E-548D-4534-B235-CD7087977866}">
      <dgm:prSet phldrT="[Texte]" custT="1"/>
      <dgm:spPr>
        <a:solidFill>
          <a:schemeClr val="bg1">
            <a:lumMod val="85000"/>
          </a:schemeClr>
        </a:solidFill>
        <a:ln>
          <a:noFill/>
        </a:ln>
      </dgm:spPr>
      <dgm:t>
        <a:bodyPr/>
        <a:lstStyle/>
        <a:p>
          <a:r>
            <a:rPr lang="en-US" sz="900" b="0" dirty="0">
              <a:solidFill>
                <a:schemeClr val="tx1"/>
              </a:solidFill>
            </a:rPr>
            <a:t>Less opportunities to become relevant</a:t>
          </a:r>
        </a:p>
      </dgm:t>
    </dgm:pt>
    <dgm:pt modelId="{AC63DD23-1C89-437F-AFC5-A7A307C60D84}" type="parTrans" cxnId="{7259B2BB-A692-408B-B991-ED2F6C571A70}">
      <dgm:prSet/>
      <dgm:spPr/>
      <dgm:t>
        <a:bodyPr/>
        <a:lstStyle/>
        <a:p>
          <a:endParaRPr lang="en-US" sz="2000"/>
        </a:p>
      </dgm:t>
    </dgm:pt>
    <dgm:pt modelId="{E04A5FD7-DDC1-4F00-8764-BACF697F3FC1}" type="sibTrans" cxnId="{7259B2BB-A692-408B-B991-ED2F6C571A70}">
      <dgm:prSet custT="1"/>
      <dgm:spPr/>
      <dgm:t>
        <a:bodyPr/>
        <a:lstStyle/>
        <a:p>
          <a:endParaRPr lang="en-US" sz="700"/>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66EB8AC1-CCEF-4C00-A703-726C88586381}" type="pres">
      <dgm:prSet presAssocID="{4539A25E-548D-4534-B235-CD7087977866}" presName="node" presStyleLbl="node1" presStyleIdx="1" presStyleCnt="6">
        <dgm:presLayoutVars>
          <dgm:bulletEnabled val="1"/>
        </dgm:presLayoutVars>
      </dgm:prSet>
      <dgm:spPr/>
    </dgm:pt>
    <dgm:pt modelId="{728104AD-916F-4582-949F-E19F8BB05CA2}" type="pres">
      <dgm:prSet presAssocID="{E04A5FD7-DDC1-4F00-8764-BACF697F3FC1}" presName="sibTrans" presStyleLbl="sibTrans2D1" presStyleIdx="1" presStyleCnt="6"/>
      <dgm:spPr/>
    </dgm:pt>
    <dgm:pt modelId="{364B3789-F049-470D-909C-7705BC6FCEB3}" type="pres">
      <dgm:prSet presAssocID="{E04A5FD7-DDC1-4F00-8764-BACF697F3FC1}"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F1318C90-6580-418E-A05B-24ECDA514A79}" type="presOf" srcId="{E04A5FD7-DDC1-4F00-8764-BACF697F3FC1}" destId="{364B3789-F049-470D-909C-7705BC6FCEB3}" srcOrd="1"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AAE670B3-C631-4DEB-A216-F00505C9CAC7}" type="presOf" srcId="{4539A25E-548D-4534-B235-CD7087977866}" destId="{66EB8AC1-CCEF-4C00-A703-726C88586381}"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7259B2BB-A692-408B-B991-ED2F6C571A70}" srcId="{F8E97109-13EA-465B-937C-B0F244A818F3}" destId="{4539A25E-548D-4534-B235-CD7087977866}" srcOrd="1" destOrd="0" parTransId="{AC63DD23-1C89-437F-AFC5-A7A307C60D84}" sibTransId="{E04A5FD7-DDC1-4F00-8764-BACF697F3FC1}"/>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967F9EE-4AD2-49F9-940C-C2B1A8E73EC2}" type="presOf" srcId="{E04A5FD7-DDC1-4F00-8764-BACF697F3FC1}" destId="{728104AD-916F-4582-949F-E19F8BB05CA2}" srcOrd="0"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38C4F9DB-DD1A-4CBA-95B7-21BAA5E756DE}" type="presParOf" srcId="{4126167E-9776-4EEA-AC58-B29B58AACD5D}" destId="{66EB8AC1-CCEF-4C00-A703-726C88586381}" srcOrd="2" destOrd="0" presId="urn:microsoft.com/office/officeart/2005/8/layout/cycle2"/>
    <dgm:cxn modelId="{CF1E6501-883B-421C-B748-BCB57E76C227}" type="presParOf" srcId="{4126167E-9776-4EEA-AC58-B29B58AACD5D}" destId="{728104AD-916F-4582-949F-E19F8BB05CA2}" srcOrd="3" destOrd="0" presId="urn:microsoft.com/office/officeart/2005/8/layout/cycle2"/>
    <dgm:cxn modelId="{D1065989-90FB-441A-A633-6929880E41F4}" type="presParOf" srcId="{728104AD-916F-4582-949F-E19F8BB05CA2}" destId="{364B3789-F049-470D-909C-7705BC6FCEB3}"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custT="1"/>
      <dgm:spPr>
        <a:solidFill>
          <a:schemeClr val="bg1">
            <a:lumMod val="85000"/>
          </a:schemeClr>
        </a:solidFill>
        <a:ln>
          <a:noFill/>
        </a:ln>
      </dgm:spPr>
      <dgm:t>
        <a:bodyPr/>
        <a:lstStyle/>
        <a:p>
          <a:r>
            <a:rPr lang="en-US" sz="500" b="0" dirty="0">
              <a:solidFill>
                <a:schemeClr val="tx1"/>
              </a:solidFill>
            </a:rPr>
            <a:t>Not enough people</a:t>
          </a:r>
        </a:p>
      </dgm:t>
    </dgm:pt>
    <dgm:pt modelId="{9232635D-5312-42B0-BA57-0F09C4B56DF1}" type="parTrans" cxnId="{49EB360C-02C8-4CB6-A094-8106A0192502}">
      <dgm:prSet/>
      <dgm:spPr/>
      <dgm:t>
        <a:bodyPr/>
        <a:lstStyle/>
        <a:p>
          <a:endParaRPr lang="en-US" sz="1200"/>
        </a:p>
      </dgm:t>
    </dgm:pt>
    <dgm:pt modelId="{06F61274-B21B-43BF-844D-D632E4551B4F}" type="sibTrans" cxnId="{49EB360C-02C8-4CB6-A094-8106A0192502}">
      <dgm:prSet custT="1"/>
      <dgm:spPr/>
      <dgm:t>
        <a:bodyPr/>
        <a:lstStyle/>
        <a:p>
          <a:endParaRPr lang="en-US" sz="300"/>
        </a:p>
      </dgm:t>
    </dgm:pt>
    <dgm:pt modelId="{9B4DC6A7-7C46-4C6B-A261-AECC0649BB0D}">
      <dgm:prSet phldrT="[Texte]" custT="1"/>
      <dgm:spPr>
        <a:solidFill>
          <a:schemeClr val="bg1">
            <a:lumMod val="85000"/>
          </a:schemeClr>
        </a:solidFill>
        <a:ln>
          <a:noFill/>
        </a:ln>
      </dgm:spPr>
      <dgm:t>
        <a:bodyPr/>
        <a:lstStyle/>
        <a:p>
          <a:r>
            <a:rPr lang="en-US" sz="500" b="0" dirty="0">
              <a:solidFill>
                <a:schemeClr val="tx1"/>
              </a:solidFill>
            </a:rPr>
            <a:t>Content not valuable enough for the corporation</a:t>
          </a:r>
        </a:p>
      </dgm:t>
    </dgm:pt>
    <dgm:pt modelId="{77E7BFB1-A830-41FD-BC9C-364B3051F064}" type="parTrans" cxnId="{79DB2F35-07AA-42BB-841E-BD41D03251DC}">
      <dgm:prSet/>
      <dgm:spPr/>
      <dgm:t>
        <a:bodyPr/>
        <a:lstStyle/>
        <a:p>
          <a:endParaRPr lang="en-US" sz="1200"/>
        </a:p>
      </dgm:t>
    </dgm:pt>
    <dgm:pt modelId="{A76513B2-4E2F-4C24-B085-566FCE194767}" type="sibTrans" cxnId="{79DB2F35-07AA-42BB-841E-BD41D03251DC}">
      <dgm:prSet custT="1"/>
      <dgm:spPr/>
      <dgm:t>
        <a:bodyPr/>
        <a:lstStyle/>
        <a:p>
          <a:endParaRPr lang="en-US" sz="300"/>
        </a:p>
      </dgm:t>
    </dgm:pt>
    <dgm:pt modelId="{C9BAC5D4-6B92-4D8B-8E4A-FCE15958AA4D}">
      <dgm:prSet phldrT="[Texte]" custT="1"/>
      <dgm:spPr>
        <a:solidFill>
          <a:schemeClr val="bg1">
            <a:lumMod val="85000"/>
          </a:schemeClr>
        </a:solidFill>
        <a:ln>
          <a:noFill/>
        </a:ln>
      </dgm:spPr>
      <dgm:t>
        <a:bodyPr/>
        <a:lstStyle/>
        <a:p>
          <a:r>
            <a:rPr lang="en-US" sz="500" b="0" dirty="0">
              <a:solidFill>
                <a:schemeClr val="tx1"/>
              </a:solidFill>
            </a:rPr>
            <a:t>Less motivation and support from corporation</a:t>
          </a:r>
        </a:p>
      </dgm:t>
    </dgm:pt>
    <dgm:pt modelId="{EDDB9094-C016-4A19-81E2-2397AC9C23F4}" type="parTrans" cxnId="{1B42B3E6-C0BE-4986-8EF2-61313E93A8D5}">
      <dgm:prSet/>
      <dgm:spPr/>
      <dgm:t>
        <a:bodyPr/>
        <a:lstStyle/>
        <a:p>
          <a:endParaRPr lang="en-US" sz="1200"/>
        </a:p>
      </dgm:t>
    </dgm:pt>
    <dgm:pt modelId="{0B9DA761-6CEE-462A-BA60-1AD627DD5FC9}" type="sibTrans" cxnId="{1B42B3E6-C0BE-4986-8EF2-61313E93A8D5}">
      <dgm:prSet custT="1"/>
      <dgm:spPr/>
      <dgm:t>
        <a:bodyPr/>
        <a:lstStyle/>
        <a:p>
          <a:endParaRPr lang="en-US" sz="300"/>
        </a:p>
      </dgm:t>
    </dgm:pt>
    <dgm:pt modelId="{263B52C9-FDFF-47DF-9CB9-20D626ABFE49}">
      <dgm:prSet phldrT="[Texte]" custT="1"/>
      <dgm:spPr>
        <a:solidFill>
          <a:schemeClr val="bg1">
            <a:lumMod val="85000"/>
          </a:schemeClr>
        </a:solidFill>
        <a:ln>
          <a:noFill/>
        </a:ln>
      </dgm:spPr>
      <dgm:t>
        <a:bodyPr/>
        <a:lstStyle/>
        <a:p>
          <a:r>
            <a:rPr lang="en-US" sz="500" b="0" dirty="0">
              <a:solidFill>
                <a:schemeClr val="tx1"/>
              </a:solidFill>
            </a:rPr>
            <a:t>Less capacity for interesting content</a:t>
          </a:r>
        </a:p>
      </dgm:t>
    </dgm:pt>
    <dgm:pt modelId="{6ED0B508-6D3D-481B-9C1B-EDB03B43812C}" type="parTrans" cxnId="{BB825076-F455-4C92-81C3-4419A8842026}">
      <dgm:prSet/>
      <dgm:spPr/>
      <dgm:t>
        <a:bodyPr/>
        <a:lstStyle/>
        <a:p>
          <a:endParaRPr lang="en-US" sz="1200"/>
        </a:p>
      </dgm:t>
    </dgm:pt>
    <dgm:pt modelId="{70CD97F0-DBE2-4209-A0A0-B85F29D1C439}" type="sibTrans" cxnId="{BB825076-F455-4C92-81C3-4419A8842026}">
      <dgm:prSet custT="1"/>
      <dgm:spPr/>
      <dgm:t>
        <a:bodyPr/>
        <a:lstStyle/>
        <a:p>
          <a:endParaRPr lang="en-US" sz="300"/>
        </a:p>
      </dgm:t>
    </dgm:pt>
    <dgm:pt modelId="{606759FB-A33D-48E3-BD80-5FE6AF6D25EB}">
      <dgm:prSet phldrT="[Texte]" custT="1"/>
      <dgm:spPr>
        <a:solidFill>
          <a:schemeClr val="bg1">
            <a:lumMod val="85000"/>
          </a:schemeClr>
        </a:solidFill>
        <a:ln>
          <a:noFill/>
        </a:ln>
      </dgm:spPr>
      <dgm:t>
        <a:bodyPr/>
        <a:lstStyle/>
        <a:p>
          <a:r>
            <a:rPr lang="en-US" sz="500" b="0" dirty="0">
              <a:solidFill>
                <a:schemeClr val="tx1"/>
              </a:solidFill>
            </a:rPr>
            <a:t>Less global interest</a:t>
          </a:r>
        </a:p>
      </dgm:t>
    </dgm:pt>
    <dgm:pt modelId="{BC9A91DD-72C7-42A2-A109-4981D89F5B1F}" type="parTrans" cxnId="{39A3B4E8-90DD-41C9-B51D-D1179C106CA4}">
      <dgm:prSet/>
      <dgm:spPr/>
      <dgm:t>
        <a:bodyPr/>
        <a:lstStyle/>
        <a:p>
          <a:endParaRPr lang="en-US" sz="1200"/>
        </a:p>
      </dgm:t>
    </dgm:pt>
    <dgm:pt modelId="{342DD8B2-1190-4C54-A5BB-209C1845322D}" type="sibTrans" cxnId="{39A3B4E8-90DD-41C9-B51D-D1179C106CA4}">
      <dgm:prSet custT="1"/>
      <dgm:spPr/>
      <dgm:t>
        <a:bodyPr/>
        <a:lstStyle/>
        <a:p>
          <a:endParaRPr lang="en-US" sz="300"/>
        </a:p>
      </dgm:t>
    </dgm:pt>
    <dgm:pt modelId="{4539A25E-548D-4534-B235-CD7087977866}">
      <dgm:prSet phldrT="[Texte]" custT="1"/>
      <dgm:spPr>
        <a:solidFill>
          <a:schemeClr val="bg1">
            <a:lumMod val="85000"/>
          </a:schemeClr>
        </a:solidFill>
        <a:ln>
          <a:noFill/>
        </a:ln>
      </dgm:spPr>
      <dgm:t>
        <a:bodyPr/>
        <a:lstStyle/>
        <a:p>
          <a:r>
            <a:rPr lang="en-US" sz="500" b="0" dirty="0">
              <a:solidFill>
                <a:schemeClr val="tx1"/>
              </a:solidFill>
            </a:rPr>
            <a:t>Less opportunities to become relevant</a:t>
          </a:r>
        </a:p>
      </dgm:t>
    </dgm:pt>
    <dgm:pt modelId="{AC63DD23-1C89-437F-AFC5-A7A307C60D84}" type="parTrans" cxnId="{7259B2BB-A692-408B-B991-ED2F6C571A70}">
      <dgm:prSet/>
      <dgm:spPr/>
      <dgm:t>
        <a:bodyPr/>
        <a:lstStyle/>
        <a:p>
          <a:endParaRPr lang="en-US" sz="1200"/>
        </a:p>
      </dgm:t>
    </dgm:pt>
    <dgm:pt modelId="{E04A5FD7-DDC1-4F00-8764-BACF697F3FC1}" type="sibTrans" cxnId="{7259B2BB-A692-408B-B991-ED2F6C571A70}">
      <dgm:prSet custT="1"/>
      <dgm:spPr/>
      <dgm:t>
        <a:bodyPr/>
        <a:lstStyle/>
        <a:p>
          <a:endParaRPr lang="en-US" sz="300"/>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66EB8AC1-CCEF-4C00-A703-726C88586381}" type="pres">
      <dgm:prSet presAssocID="{4539A25E-548D-4534-B235-CD7087977866}" presName="node" presStyleLbl="node1" presStyleIdx="1" presStyleCnt="6">
        <dgm:presLayoutVars>
          <dgm:bulletEnabled val="1"/>
        </dgm:presLayoutVars>
      </dgm:prSet>
      <dgm:spPr/>
    </dgm:pt>
    <dgm:pt modelId="{728104AD-916F-4582-949F-E19F8BB05CA2}" type="pres">
      <dgm:prSet presAssocID="{E04A5FD7-DDC1-4F00-8764-BACF697F3FC1}" presName="sibTrans" presStyleLbl="sibTrans2D1" presStyleIdx="1" presStyleCnt="6"/>
      <dgm:spPr/>
    </dgm:pt>
    <dgm:pt modelId="{364B3789-F049-470D-909C-7705BC6FCEB3}" type="pres">
      <dgm:prSet presAssocID="{E04A5FD7-DDC1-4F00-8764-BACF697F3FC1}"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F1318C90-6580-418E-A05B-24ECDA514A79}" type="presOf" srcId="{E04A5FD7-DDC1-4F00-8764-BACF697F3FC1}" destId="{364B3789-F049-470D-909C-7705BC6FCEB3}" srcOrd="1"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AAE670B3-C631-4DEB-A216-F00505C9CAC7}" type="presOf" srcId="{4539A25E-548D-4534-B235-CD7087977866}" destId="{66EB8AC1-CCEF-4C00-A703-726C88586381}"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7259B2BB-A692-408B-B991-ED2F6C571A70}" srcId="{F8E97109-13EA-465B-937C-B0F244A818F3}" destId="{4539A25E-548D-4534-B235-CD7087977866}" srcOrd="1" destOrd="0" parTransId="{AC63DD23-1C89-437F-AFC5-A7A307C60D84}" sibTransId="{E04A5FD7-DDC1-4F00-8764-BACF697F3FC1}"/>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967F9EE-4AD2-49F9-940C-C2B1A8E73EC2}" type="presOf" srcId="{E04A5FD7-DDC1-4F00-8764-BACF697F3FC1}" destId="{728104AD-916F-4582-949F-E19F8BB05CA2}" srcOrd="0"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38C4F9DB-DD1A-4CBA-95B7-21BAA5E756DE}" type="presParOf" srcId="{4126167E-9776-4EEA-AC58-B29B58AACD5D}" destId="{66EB8AC1-CCEF-4C00-A703-726C88586381}" srcOrd="2" destOrd="0" presId="urn:microsoft.com/office/officeart/2005/8/layout/cycle2"/>
    <dgm:cxn modelId="{CF1E6501-883B-421C-B748-BCB57E76C227}" type="presParOf" srcId="{4126167E-9776-4EEA-AC58-B29B58AACD5D}" destId="{728104AD-916F-4582-949F-E19F8BB05CA2}" srcOrd="3" destOrd="0" presId="urn:microsoft.com/office/officeart/2005/8/layout/cycle2"/>
    <dgm:cxn modelId="{D1065989-90FB-441A-A633-6929880E41F4}" type="presParOf" srcId="{728104AD-916F-4582-949F-E19F8BB05CA2}" destId="{364B3789-F049-470D-909C-7705BC6FCEB3}"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313026" y="2519451"/>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157697" y="2982085"/>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1) Attention !</a:t>
          </a:r>
        </a:p>
        <a:p>
          <a:pPr marL="57150" lvl="1" indent="-57150" algn="l" defTabSz="400050">
            <a:lnSpc>
              <a:spcPct val="90000"/>
            </a:lnSpc>
            <a:spcBef>
              <a:spcPct val="0"/>
            </a:spcBef>
            <a:spcAft>
              <a:spcPct val="15000"/>
            </a:spcAft>
            <a:buChar char="•"/>
          </a:pPr>
          <a:r>
            <a:rPr lang="en-US" sz="900" i="1" kern="1200" dirty="0"/>
            <a:t>“Look here quick !”</a:t>
          </a:r>
        </a:p>
        <a:p>
          <a:pPr marL="57150" lvl="1" indent="-57150" algn="l" defTabSz="400050">
            <a:lnSpc>
              <a:spcPct val="90000"/>
            </a:lnSpc>
            <a:spcBef>
              <a:spcPct val="0"/>
            </a:spcBef>
            <a:spcAft>
              <a:spcPct val="15000"/>
            </a:spcAft>
            <a:buChar char="•"/>
          </a:pPr>
          <a:r>
            <a:rPr lang="en-US" sz="900" kern="1200" dirty="0"/>
            <a:t>Our content deserves to be opened</a:t>
          </a:r>
        </a:p>
      </dsp:txBody>
      <dsp:txXfrm>
        <a:off x="157697" y="2982085"/>
        <a:ext cx="1397892" cy="1225334"/>
      </dsp:txXfrm>
    </dsp:sp>
    <dsp:sp modelId="{FC54635E-1CFA-4F93-B566-34FFF4B7EE1B}">
      <dsp:nvSpPr>
        <dsp:cNvPr id="0" name=""/>
        <dsp:cNvSpPr/>
      </dsp:nvSpPr>
      <dsp:spPr>
        <a:xfrm>
          <a:off x="1291837" y="2405457"/>
          <a:ext cx="263753" cy="26375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2024320" y="2095990"/>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1868991" y="2558624"/>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2) Activation</a:t>
          </a:r>
        </a:p>
        <a:p>
          <a:pPr marL="57150" lvl="1" indent="-57150" algn="l" defTabSz="400050">
            <a:lnSpc>
              <a:spcPct val="90000"/>
            </a:lnSpc>
            <a:spcBef>
              <a:spcPct val="0"/>
            </a:spcBef>
            <a:spcAft>
              <a:spcPct val="15000"/>
            </a:spcAft>
            <a:buChar char="•"/>
          </a:pPr>
          <a:r>
            <a:rPr lang="en-US" sz="900" i="1" kern="1200" dirty="0"/>
            <a:t>“Give a try, it’s easy”</a:t>
          </a:r>
        </a:p>
        <a:p>
          <a:pPr marL="57150" lvl="1" indent="-57150" algn="l" defTabSz="400050">
            <a:lnSpc>
              <a:spcPct val="90000"/>
            </a:lnSpc>
            <a:spcBef>
              <a:spcPct val="0"/>
            </a:spcBef>
            <a:spcAft>
              <a:spcPct val="15000"/>
            </a:spcAft>
            <a:buChar char="•"/>
          </a:pPr>
          <a:r>
            <a:rPr lang="en-US" sz="900" kern="1200" dirty="0"/>
            <a:t>Our content deserves to be consumed (read, listened, watched, played …)</a:t>
          </a:r>
        </a:p>
      </dsp:txBody>
      <dsp:txXfrm>
        <a:off x="1868991" y="2558624"/>
        <a:ext cx="1397892" cy="1225334"/>
      </dsp:txXfrm>
    </dsp:sp>
    <dsp:sp modelId="{6EE647C3-EE94-495B-A1BC-2BD31E7FB284}">
      <dsp:nvSpPr>
        <dsp:cNvPr id="0" name=""/>
        <dsp:cNvSpPr/>
      </dsp:nvSpPr>
      <dsp:spPr>
        <a:xfrm>
          <a:off x="3003130" y="1981996"/>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3735614" y="1672528"/>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3580285" y="2135163"/>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3) Value confirmation</a:t>
          </a:r>
        </a:p>
        <a:p>
          <a:pPr marL="57150" lvl="1" indent="-57150" algn="l" defTabSz="400050">
            <a:lnSpc>
              <a:spcPct val="90000"/>
            </a:lnSpc>
            <a:spcBef>
              <a:spcPct val="0"/>
            </a:spcBef>
            <a:spcAft>
              <a:spcPct val="15000"/>
            </a:spcAft>
            <a:buChar char="•"/>
          </a:pPr>
          <a:r>
            <a:rPr lang="en-US" sz="900" i="1" kern="1200" dirty="0"/>
            <a:t>“Give us a rating (or a like!)”</a:t>
          </a:r>
        </a:p>
        <a:p>
          <a:pPr marL="57150" lvl="1" indent="-57150" algn="l" defTabSz="400050">
            <a:lnSpc>
              <a:spcPct val="90000"/>
            </a:lnSpc>
            <a:spcBef>
              <a:spcPct val="0"/>
            </a:spcBef>
            <a:spcAft>
              <a:spcPct val="15000"/>
            </a:spcAft>
            <a:buChar char="•"/>
          </a:pPr>
          <a:r>
            <a:rPr lang="en-US" sz="900" kern="1200" dirty="0"/>
            <a:t>Our content is valuable enough to be validated</a:t>
          </a:r>
        </a:p>
      </dsp:txBody>
      <dsp:txXfrm>
        <a:off x="3580285" y="2135163"/>
        <a:ext cx="1397892" cy="1225334"/>
      </dsp:txXfrm>
    </dsp:sp>
    <dsp:sp modelId="{6BD65D1B-AC3F-463A-9044-842725D46E17}">
      <dsp:nvSpPr>
        <dsp:cNvPr id="0" name=""/>
        <dsp:cNvSpPr/>
      </dsp:nvSpPr>
      <dsp:spPr>
        <a:xfrm>
          <a:off x="4714424" y="1558534"/>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5446908" y="1249067"/>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5291578" y="1711701"/>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4) Contribution</a:t>
          </a:r>
        </a:p>
        <a:p>
          <a:pPr marL="57150" lvl="1" indent="-57150" algn="l" defTabSz="400050">
            <a:lnSpc>
              <a:spcPct val="90000"/>
            </a:lnSpc>
            <a:spcBef>
              <a:spcPct val="0"/>
            </a:spcBef>
            <a:spcAft>
              <a:spcPct val="15000"/>
            </a:spcAft>
            <a:buChar char="•"/>
          </a:pPr>
          <a:r>
            <a:rPr lang="en-US" sz="900" i="1" kern="1200" dirty="0"/>
            <a:t>“Give us your comments !”</a:t>
          </a:r>
        </a:p>
        <a:p>
          <a:pPr marL="57150" lvl="1" indent="-57150" algn="l" defTabSz="400050">
            <a:lnSpc>
              <a:spcPct val="90000"/>
            </a:lnSpc>
            <a:spcBef>
              <a:spcPct val="0"/>
            </a:spcBef>
            <a:spcAft>
              <a:spcPct val="15000"/>
            </a:spcAft>
            <a:buChar char="•"/>
          </a:pPr>
          <a:r>
            <a:rPr lang="en-US" sz="900" kern="1200" dirty="0"/>
            <a:t>Our content is important enough to be discussed (social content is added to the content)</a:t>
          </a:r>
        </a:p>
      </dsp:txBody>
      <dsp:txXfrm>
        <a:off x="5291578" y="1711701"/>
        <a:ext cx="1397892" cy="1225334"/>
      </dsp:txXfrm>
    </dsp:sp>
    <dsp:sp modelId="{621BC79D-194B-46C2-8CE4-368724AC50EB}">
      <dsp:nvSpPr>
        <dsp:cNvPr id="0" name=""/>
        <dsp:cNvSpPr/>
      </dsp:nvSpPr>
      <dsp:spPr>
        <a:xfrm>
          <a:off x="6425718" y="1135073"/>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7158201" y="825606"/>
          <a:ext cx="930533" cy="1548387"/>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7002872" y="1288240"/>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5) Sharing</a:t>
          </a:r>
        </a:p>
        <a:p>
          <a:pPr marL="57150" lvl="1" indent="-57150" algn="l" defTabSz="400050">
            <a:lnSpc>
              <a:spcPct val="90000"/>
            </a:lnSpc>
            <a:spcBef>
              <a:spcPct val="0"/>
            </a:spcBef>
            <a:spcAft>
              <a:spcPct val="15000"/>
            </a:spcAft>
            <a:buChar char="•"/>
          </a:pPr>
          <a:r>
            <a:rPr lang="en-US" sz="900" kern="1200" dirty="0"/>
            <a:t>“Please share”</a:t>
          </a:r>
        </a:p>
        <a:p>
          <a:pPr marL="57150" lvl="1" indent="-57150" algn="l" defTabSz="400050">
            <a:lnSpc>
              <a:spcPct val="90000"/>
            </a:lnSpc>
            <a:spcBef>
              <a:spcPct val="0"/>
            </a:spcBef>
            <a:spcAft>
              <a:spcPct val="15000"/>
            </a:spcAft>
            <a:buChar char="•"/>
          </a:pPr>
          <a:r>
            <a:rPr lang="en-US" sz="900" kern="1200" dirty="0"/>
            <a:t>Our content is important enough to be shared </a:t>
          </a:r>
        </a:p>
      </dsp:txBody>
      <dsp:txXfrm>
        <a:off x="7002872" y="1288240"/>
        <a:ext cx="1397892" cy="1225334"/>
      </dsp:txXfrm>
    </dsp:sp>
    <dsp:sp modelId="{D47D2D30-ADE3-4244-896A-D208A438408A}">
      <dsp:nvSpPr>
        <dsp:cNvPr id="0" name=""/>
        <dsp:cNvSpPr/>
      </dsp:nvSpPr>
      <dsp:spPr>
        <a:xfrm>
          <a:off x="8137012" y="711612"/>
          <a:ext cx="263753" cy="263753"/>
        </a:xfrm>
        <a:prstGeom prst="triangle">
          <a:avLst>
            <a:gd name="adj" fmla="val 10000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8869495" y="402144"/>
          <a:ext cx="930533" cy="1548387"/>
        </a:xfrm>
        <a:prstGeom prst="corner">
          <a:avLst>
            <a:gd name="adj1" fmla="val 16120"/>
            <a:gd name="adj2" fmla="val 1611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8714166" y="864779"/>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6) Reference</a:t>
          </a:r>
        </a:p>
        <a:p>
          <a:pPr marL="57150" lvl="1" indent="-57150" algn="l" defTabSz="400050">
            <a:lnSpc>
              <a:spcPct val="90000"/>
            </a:lnSpc>
            <a:spcBef>
              <a:spcPct val="0"/>
            </a:spcBef>
            <a:spcAft>
              <a:spcPct val="15000"/>
            </a:spcAft>
            <a:buChar char="•"/>
          </a:pPr>
          <a:r>
            <a:rPr lang="en-US" sz="900" kern="1200" dirty="0"/>
            <a:t>“Feel free to mention”</a:t>
          </a:r>
        </a:p>
        <a:p>
          <a:pPr marL="57150" lvl="1" indent="-57150" algn="l" defTabSz="400050">
            <a:lnSpc>
              <a:spcPct val="90000"/>
            </a:lnSpc>
            <a:spcBef>
              <a:spcPct val="0"/>
            </a:spcBef>
            <a:spcAft>
              <a:spcPct val="15000"/>
            </a:spcAft>
            <a:buChar char="•"/>
          </a:pPr>
          <a:r>
            <a:rPr lang="en-US" sz="900" kern="1200" dirty="0"/>
            <a:t>Our content is valuable enough to be used as a reference in other content</a:t>
          </a:r>
        </a:p>
      </dsp:txBody>
      <dsp:txXfrm>
        <a:off x="8714166" y="864779"/>
        <a:ext cx="1397892" cy="1225334"/>
      </dsp:txXfrm>
    </dsp:sp>
    <dsp:sp modelId="{35E4B48D-612C-4074-B656-1246F02FB0FA}">
      <dsp:nvSpPr>
        <dsp:cNvPr id="0" name=""/>
        <dsp:cNvSpPr/>
      </dsp:nvSpPr>
      <dsp:spPr>
        <a:xfrm>
          <a:off x="9848305" y="288150"/>
          <a:ext cx="263753" cy="263753"/>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10580789" y="-21316"/>
          <a:ext cx="930533" cy="1548387"/>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10425460" y="441317"/>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7) Gathering</a:t>
          </a:r>
        </a:p>
        <a:p>
          <a:pPr marL="57150" lvl="1" indent="-57150" algn="l" defTabSz="400050">
            <a:lnSpc>
              <a:spcPct val="90000"/>
            </a:lnSpc>
            <a:spcBef>
              <a:spcPct val="0"/>
            </a:spcBef>
            <a:spcAft>
              <a:spcPct val="15000"/>
            </a:spcAft>
            <a:buChar char="•"/>
          </a:pPr>
          <a:r>
            <a:rPr lang="en-US" sz="900" b="0" kern="1200" dirty="0"/>
            <a:t>“Join the others”</a:t>
          </a:r>
        </a:p>
        <a:p>
          <a:pPr marL="57150" lvl="1" indent="-57150" algn="l" defTabSz="400050">
            <a:lnSpc>
              <a:spcPct val="90000"/>
            </a:lnSpc>
            <a:spcBef>
              <a:spcPct val="0"/>
            </a:spcBef>
            <a:spcAft>
              <a:spcPct val="15000"/>
            </a:spcAft>
            <a:buChar char="•"/>
          </a:pPr>
          <a:r>
            <a:rPr lang="en-US" sz="900" b="0" kern="1200" dirty="0"/>
            <a:t>Our content is good enough for people to gather by themselves around</a:t>
          </a:r>
        </a:p>
      </dsp:txBody>
      <dsp:txXfrm>
        <a:off x="10425460" y="441317"/>
        <a:ext cx="1397892" cy="12253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118895" y="956951"/>
          <a:ext cx="353440" cy="588116"/>
        </a:xfrm>
        <a:prstGeom prst="corner">
          <a:avLst>
            <a:gd name="adj1" fmla="val 16120"/>
            <a:gd name="adj2" fmla="val 1611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59897" y="1132671"/>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1) Attention !</a:t>
          </a:r>
        </a:p>
        <a:p>
          <a:pPr marL="57150" lvl="1" indent="-57150" algn="l" defTabSz="177800">
            <a:lnSpc>
              <a:spcPct val="90000"/>
            </a:lnSpc>
            <a:spcBef>
              <a:spcPct val="0"/>
            </a:spcBef>
            <a:spcAft>
              <a:spcPct val="15000"/>
            </a:spcAft>
            <a:buChar char="•"/>
          </a:pPr>
          <a:r>
            <a:rPr lang="en-US" sz="400" i="1" kern="1200" dirty="0"/>
            <a:t>“Look here quick !”</a:t>
          </a:r>
        </a:p>
        <a:p>
          <a:pPr marL="57150" lvl="1" indent="-57150" algn="l" defTabSz="177800">
            <a:lnSpc>
              <a:spcPct val="90000"/>
            </a:lnSpc>
            <a:spcBef>
              <a:spcPct val="0"/>
            </a:spcBef>
            <a:spcAft>
              <a:spcPct val="15000"/>
            </a:spcAft>
            <a:buChar char="•"/>
          </a:pPr>
          <a:r>
            <a:rPr lang="en-US" sz="400" kern="1200" dirty="0"/>
            <a:t>Our content deserves to be opened</a:t>
          </a:r>
        </a:p>
      </dsp:txBody>
      <dsp:txXfrm>
        <a:off x="59897" y="1132671"/>
        <a:ext cx="530954" cy="465413"/>
      </dsp:txXfrm>
    </dsp:sp>
    <dsp:sp modelId="{FC54635E-1CFA-4F93-B566-34FFF4B7EE1B}">
      <dsp:nvSpPr>
        <dsp:cNvPr id="0" name=""/>
        <dsp:cNvSpPr/>
      </dsp:nvSpPr>
      <dsp:spPr>
        <a:xfrm>
          <a:off x="490671" y="913653"/>
          <a:ext cx="100180" cy="100180"/>
        </a:xfrm>
        <a:prstGeom prst="triangle">
          <a:avLst>
            <a:gd name="adj" fmla="val 10000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768887" y="796109"/>
          <a:ext cx="353440" cy="588116"/>
        </a:xfrm>
        <a:prstGeom prst="corner">
          <a:avLst>
            <a:gd name="adj1" fmla="val 16120"/>
            <a:gd name="adj2" fmla="val 1611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709889" y="971830"/>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2) Activation</a:t>
          </a:r>
        </a:p>
        <a:p>
          <a:pPr marL="57150" lvl="1" indent="-57150" algn="l" defTabSz="177800">
            <a:lnSpc>
              <a:spcPct val="90000"/>
            </a:lnSpc>
            <a:spcBef>
              <a:spcPct val="0"/>
            </a:spcBef>
            <a:spcAft>
              <a:spcPct val="15000"/>
            </a:spcAft>
            <a:buChar char="•"/>
          </a:pPr>
          <a:r>
            <a:rPr lang="en-US" sz="400" i="1" kern="1200" dirty="0"/>
            <a:t>“Give a try, it’s easy”</a:t>
          </a:r>
        </a:p>
        <a:p>
          <a:pPr marL="57150" lvl="1" indent="-57150" algn="l" defTabSz="177800">
            <a:lnSpc>
              <a:spcPct val="90000"/>
            </a:lnSpc>
            <a:spcBef>
              <a:spcPct val="0"/>
            </a:spcBef>
            <a:spcAft>
              <a:spcPct val="15000"/>
            </a:spcAft>
            <a:buChar char="•"/>
          </a:pPr>
          <a:r>
            <a:rPr lang="en-US" sz="400" kern="1200" dirty="0"/>
            <a:t>Our content deserves to be consumed (read, listened, watched, played …)</a:t>
          </a:r>
        </a:p>
      </dsp:txBody>
      <dsp:txXfrm>
        <a:off x="709889" y="971830"/>
        <a:ext cx="530954" cy="465413"/>
      </dsp:txXfrm>
    </dsp:sp>
    <dsp:sp modelId="{6EE647C3-EE94-495B-A1BC-2BD31E7FB284}">
      <dsp:nvSpPr>
        <dsp:cNvPr id="0" name=""/>
        <dsp:cNvSpPr/>
      </dsp:nvSpPr>
      <dsp:spPr>
        <a:xfrm>
          <a:off x="1140664" y="752812"/>
          <a:ext cx="100180" cy="100180"/>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1418880" y="635268"/>
          <a:ext cx="353440" cy="588116"/>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1359882" y="810988"/>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3) Value confirmation</a:t>
          </a:r>
        </a:p>
        <a:p>
          <a:pPr marL="57150" lvl="1" indent="-57150" algn="l" defTabSz="177800">
            <a:lnSpc>
              <a:spcPct val="90000"/>
            </a:lnSpc>
            <a:spcBef>
              <a:spcPct val="0"/>
            </a:spcBef>
            <a:spcAft>
              <a:spcPct val="15000"/>
            </a:spcAft>
            <a:buChar char="•"/>
          </a:pPr>
          <a:r>
            <a:rPr lang="en-US" sz="400" i="1" kern="1200" dirty="0"/>
            <a:t>“Give us a rating (or a like!)”</a:t>
          </a:r>
        </a:p>
        <a:p>
          <a:pPr marL="57150" lvl="1" indent="-57150" algn="l" defTabSz="177800">
            <a:lnSpc>
              <a:spcPct val="90000"/>
            </a:lnSpc>
            <a:spcBef>
              <a:spcPct val="0"/>
            </a:spcBef>
            <a:spcAft>
              <a:spcPct val="15000"/>
            </a:spcAft>
            <a:buChar char="•"/>
          </a:pPr>
          <a:r>
            <a:rPr lang="en-US" sz="400" kern="1200" dirty="0"/>
            <a:t>Our content is valuable enough to be validated</a:t>
          </a:r>
        </a:p>
      </dsp:txBody>
      <dsp:txXfrm>
        <a:off x="1359882" y="810988"/>
        <a:ext cx="530954" cy="465413"/>
      </dsp:txXfrm>
    </dsp:sp>
    <dsp:sp modelId="{6BD65D1B-AC3F-463A-9044-842725D46E17}">
      <dsp:nvSpPr>
        <dsp:cNvPr id="0" name=""/>
        <dsp:cNvSpPr/>
      </dsp:nvSpPr>
      <dsp:spPr>
        <a:xfrm>
          <a:off x="1790656" y="591970"/>
          <a:ext cx="100180" cy="100180"/>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2068872" y="474427"/>
          <a:ext cx="353440" cy="588116"/>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2009874" y="650147"/>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4) Contribution</a:t>
          </a:r>
        </a:p>
        <a:p>
          <a:pPr marL="57150" lvl="1" indent="-57150" algn="l" defTabSz="177800">
            <a:lnSpc>
              <a:spcPct val="90000"/>
            </a:lnSpc>
            <a:spcBef>
              <a:spcPct val="0"/>
            </a:spcBef>
            <a:spcAft>
              <a:spcPct val="15000"/>
            </a:spcAft>
            <a:buChar char="•"/>
          </a:pPr>
          <a:r>
            <a:rPr lang="en-US" sz="400" i="1" kern="1200" dirty="0"/>
            <a:t>“Give us your comments !”</a:t>
          </a:r>
        </a:p>
        <a:p>
          <a:pPr marL="57150" lvl="1" indent="-57150" algn="l" defTabSz="177800">
            <a:lnSpc>
              <a:spcPct val="90000"/>
            </a:lnSpc>
            <a:spcBef>
              <a:spcPct val="0"/>
            </a:spcBef>
            <a:spcAft>
              <a:spcPct val="15000"/>
            </a:spcAft>
            <a:buChar char="•"/>
          </a:pPr>
          <a:r>
            <a:rPr lang="en-US" sz="400" kern="1200" dirty="0"/>
            <a:t>Our content is important enough to be discussed (social content is added to the content)</a:t>
          </a:r>
        </a:p>
      </dsp:txBody>
      <dsp:txXfrm>
        <a:off x="2009874" y="650147"/>
        <a:ext cx="530954" cy="465413"/>
      </dsp:txXfrm>
    </dsp:sp>
    <dsp:sp modelId="{621BC79D-194B-46C2-8CE4-368724AC50EB}">
      <dsp:nvSpPr>
        <dsp:cNvPr id="0" name=""/>
        <dsp:cNvSpPr/>
      </dsp:nvSpPr>
      <dsp:spPr>
        <a:xfrm>
          <a:off x="2440649" y="431129"/>
          <a:ext cx="100180" cy="100180"/>
        </a:xfrm>
        <a:prstGeom prst="triangle">
          <a:avLst>
            <a:gd name="adj" fmla="val 100000"/>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2718865" y="313586"/>
          <a:ext cx="353440" cy="588116"/>
        </a:xfrm>
        <a:prstGeom prst="corner">
          <a:avLst>
            <a:gd name="adj1" fmla="val 16120"/>
            <a:gd name="adj2" fmla="val 1611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2659867" y="489306"/>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5) Sharing</a:t>
          </a:r>
        </a:p>
        <a:p>
          <a:pPr marL="57150" lvl="1" indent="-57150" algn="l" defTabSz="177800">
            <a:lnSpc>
              <a:spcPct val="90000"/>
            </a:lnSpc>
            <a:spcBef>
              <a:spcPct val="0"/>
            </a:spcBef>
            <a:spcAft>
              <a:spcPct val="15000"/>
            </a:spcAft>
            <a:buChar char="•"/>
          </a:pPr>
          <a:r>
            <a:rPr lang="en-US" sz="400" kern="1200" dirty="0"/>
            <a:t>“Please share”</a:t>
          </a:r>
        </a:p>
        <a:p>
          <a:pPr marL="57150" lvl="1" indent="-57150" algn="l" defTabSz="177800">
            <a:lnSpc>
              <a:spcPct val="90000"/>
            </a:lnSpc>
            <a:spcBef>
              <a:spcPct val="0"/>
            </a:spcBef>
            <a:spcAft>
              <a:spcPct val="15000"/>
            </a:spcAft>
            <a:buChar char="•"/>
          </a:pPr>
          <a:r>
            <a:rPr lang="en-US" sz="400" kern="1200" dirty="0"/>
            <a:t>Our content is important enough to be shared </a:t>
          </a:r>
        </a:p>
      </dsp:txBody>
      <dsp:txXfrm>
        <a:off x="2659867" y="489306"/>
        <a:ext cx="530954" cy="465413"/>
      </dsp:txXfrm>
    </dsp:sp>
    <dsp:sp modelId="{D47D2D30-ADE3-4244-896A-D208A438408A}">
      <dsp:nvSpPr>
        <dsp:cNvPr id="0" name=""/>
        <dsp:cNvSpPr/>
      </dsp:nvSpPr>
      <dsp:spPr>
        <a:xfrm>
          <a:off x="3090641" y="270288"/>
          <a:ext cx="100180" cy="100180"/>
        </a:xfrm>
        <a:prstGeom prst="triangle">
          <a:avLst>
            <a:gd name="adj" fmla="val 10000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3368857" y="152744"/>
          <a:ext cx="353440" cy="588116"/>
        </a:xfrm>
        <a:prstGeom prst="corner">
          <a:avLst>
            <a:gd name="adj1" fmla="val 16120"/>
            <a:gd name="adj2" fmla="val 1611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3309859" y="328464"/>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6) Reference</a:t>
          </a:r>
        </a:p>
        <a:p>
          <a:pPr marL="57150" lvl="1" indent="-57150" algn="l" defTabSz="177800">
            <a:lnSpc>
              <a:spcPct val="90000"/>
            </a:lnSpc>
            <a:spcBef>
              <a:spcPct val="0"/>
            </a:spcBef>
            <a:spcAft>
              <a:spcPct val="15000"/>
            </a:spcAft>
            <a:buChar char="•"/>
          </a:pPr>
          <a:r>
            <a:rPr lang="en-US" sz="400" kern="1200" dirty="0"/>
            <a:t>“Feel free to mention”</a:t>
          </a:r>
        </a:p>
        <a:p>
          <a:pPr marL="57150" lvl="1" indent="-57150" algn="l" defTabSz="177800">
            <a:lnSpc>
              <a:spcPct val="90000"/>
            </a:lnSpc>
            <a:spcBef>
              <a:spcPct val="0"/>
            </a:spcBef>
            <a:spcAft>
              <a:spcPct val="15000"/>
            </a:spcAft>
            <a:buChar char="•"/>
          </a:pPr>
          <a:r>
            <a:rPr lang="en-US" sz="400" kern="1200" dirty="0"/>
            <a:t>Our content is valuable enough to be used as a reference in other content</a:t>
          </a:r>
        </a:p>
      </dsp:txBody>
      <dsp:txXfrm>
        <a:off x="3309859" y="328464"/>
        <a:ext cx="530954" cy="465413"/>
      </dsp:txXfrm>
    </dsp:sp>
    <dsp:sp modelId="{35E4B48D-612C-4074-B656-1246F02FB0FA}">
      <dsp:nvSpPr>
        <dsp:cNvPr id="0" name=""/>
        <dsp:cNvSpPr/>
      </dsp:nvSpPr>
      <dsp:spPr>
        <a:xfrm>
          <a:off x="3740634" y="109446"/>
          <a:ext cx="100180" cy="100180"/>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4018850" y="-8096"/>
          <a:ext cx="353440" cy="588116"/>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3959852" y="167623"/>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7) Gathering</a:t>
          </a:r>
        </a:p>
        <a:p>
          <a:pPr marL="57150" lvl="1" indent="-57150" algn="l" defTabSz="177800">
            <a:lnSpc>
              <a:spcPct val="90000"/>
            </a:lnSpc>
            <a:spcBef>
              <a:spcPct val="0"/>
            </a:spcBef>
            <a:spcAft>
              <a:spcPct val="15000"/>
            </a:spcAft>
            <a:buChar char="•"/>
          </a:pPr>
          <a:r>
            <a:rPr lang="en-US" sz="400" b="0" kern="1200" dirty="0"/>
            <a:t>“Join the others”</a:t>
          </a:r>
        </a:p>
        <a:p>
          <a:pPr marL="57150" lvl="1" indent="-57150" algn="l" defTabSz="177800">
            <a:lnSpc>
              <a:spcPct val="90000"/>
            </a:lnSpc>
            <a:spcBef>
              <a:spcPct val="0"/>
            </a:spcBef>
            <a:spcAft>
              <a:spcPct val="15000"/>
            </a:spcAft>
            <a:buChar char="•"/>
          </a:pPr>
          <a:r>
            <a:rPr lang="en-US" sz="400" b="0" kern="1200" dirty="0"/>
            <a:t>Our content is good enough for people to gather by themselves around</a:t>
          </a:r>
        </a:p>
      </dsp:txBody>
      <dsp:txXfrm>
        <a:off x="3959852" y="167623"/>
        <a:ext cx="530954" cy="4654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2342453" y="1335"/>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Not enough people</a:t>
          </a:r>
        </a:p>
      </dsp:txBody>
      <dsp:txXfrm>
        <a:off x="2477586" y="136468"/>
        <a:ext cx="652477" cy="652477"/>
      </dsp:txXfrm>
    </dsp:sp>
    <dsp:sp modelId="{30576A75-9FA6-48E9-BFD1-07813ED83512}">
      <dsp:nvSpPr>
        <dsp:cNvPr id="0" name=""/>
        <dsp:cNvSpPr/>
      </dsp:nvSpPr>
      <dsp:spPr>
        <a:xfrm rot="1800000">
          <a:off x="3274949" y="649627"/>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279866" y="693562"/>
        <a:ext cx="171267" cy="186855"/>
      </dsp:txXfrm>
    </dsp:sp>
    <dsp:sp modelId="{66EB8AC1-CCEF-4C00-A703-726C88586381}">
      <dsp:nvSpPr>
        <dsp:cNvPr id="0" name=""/>
        <dsp:cNvSpPr/>
      </dsp:nvSpPr>
      <dsp:spPr>
        <a:xfrm>
          <a:off x="3541362" y="69352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opportunities to become relevant</a:t>
          </a:r>
        </a:p>
      </dsp:txBody>
      <dsp:txXfrm>
        <a:off x="3676495" y="828659"/>
        <a:ext cx="652477" cy="652477"/>
      </dsp:txXfrm>
    </dsp:sp>
    <dsp:sp modelId="{728104AD-916F-4582-949F-E19F8BB05CA2}">
      <dsp:nvSpPr>
        <dsp:cNvPr id="0" name=""/>
        <dsp:cNvSpPr/>
      </dsp:nvSpPr>
      <dsp:spPr>
        <a:xfrm rot="5400000">
          <a:off x="3880400" y="1684450"/>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917100" y="1710035"/>
        <a:ext cx="171267" cy="186855"/>
      </dsp:txXfrm>
    </dsp:sp>
    <dsp:sp modelId="{651F5F38-D8CD-47F3-A5EC-1C7DD0BC6052}">
      <dsp:nvSpPr>
        <dsp:cNvPr id="0" name=""/>
        <dsp:cNvSpPr/>
      </dsp:nvSpPr>
      <dsp:spPr>
        <a:xfrm>
          <a:off x="3541362" y="207790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Content not valuable enough for the corporation</a:t>
          </a:r>
        </a:p>
      </dsp:txBody>
      <dsp:txXfrm>
        <a:off x="3676495" y="2213039"/>
        <a:ext cx="652477" cy="652477"/>
      </dsp:txXfrm>
    </dsp:sp>
    <dsp:sp modelId="{428B4218-928F-45F2-87CC-37A5F3D3D311}">
      <dsp:nvSpPr>
        <dsp:cNvPr id="0" name=""/>
        <dsp:cNvSpPr/>
      </dsp:nvSpPr>
      <dsp:spPr>
        <a:xfrm rot="9000000">
          <a:off x="3286942" y="2726198"/>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3355425" y="2770133"/>
        <a:ext cx="171267" cy="186855"/>
      </dsp:txXfrm>
    </dsp:sp>
    <dsp:sp modelId="{1B561D4D-EFD3-4162-A23C-0BFA3ABE32A2}">
      <dsp:nvSpPr>
        <dsp:cNvPr id="0" name=""/>
        <dsp:cNvSpPr/>
      </dsp:nvSpPr>
      <dsp:spPr>
        <a:xfrm>
          <a:off x="2342453" y="277009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motivation and support from corporation</a:t>
          </a:r>
        </a:p>
      </dsp:txBody>
      <dsp:txXfrm>
        <a:off x="2477586" y="2905229"/>
        <a:ext cx="652477" cy="652477"/>
      </dsp:txXfrm>
    </dsp:sp>
    <dsp:sp modelId="{6A20AE3D-0377-48A7-ABE0-7DAFC327A961}">
      <dsp:nvSpPr>
        <dsp:cNvPr id="0" name=""/>
        <dsp:cNvSpPr/>
      </dsp:nvSpPr>
      <dsp:spPr>
        <a:xfrm rot="12600000">
          <a:off x="2088034" y="2733122"/>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2156517" y="2813757"/>
        <a:ext cx="171267" cy="186855"/>
      </dsp:txXfrm>
    </dsp:sp>
    <dsp:sp modelId="{CAA6A354-E07A-477E-9A5E-4BFDE2E6B2F5}">
      <dsp:nvSpPr>
        <dsp:cNvPr id="0" name=""/>
        <dsp:cNvSpPr/>
      </dsp:nvSpPr>
      <dsp:spPr>
        <a:xfrm>
          <a:off x="1143545" y="207790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capacity for interesting content</a:t>
          </a:r>
        </a:p>
      </dsp:txBody>
      <dsp:txXfrm>
        <a:off x="1278678" y="2213039"/>
        <a:ext cx="652477" cy="652477"/>
      </dsp:txXfrm>
    </dsp:sp>
    <dsp:sp modelId="{99906AD1-1144-4093-B0B3-6E82C71E961F}">
      <dsp:nvSpPr>
        <dsp:cNvPr id="0" name=""/>
        <dsp:cNvSpPr/>
      </dsp:nvSpPr>
      <dsp:spPr>
        <a:xfrm rot="16200000">
          <a:off x="1482582" y="1698299"/>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519282" y="1797284"/>
        <a:ext cx="171267" cy="186855"/>
      </dsp:txXfrm>
    </dsp:sp>
    <dsp:sp modelId="{DB0E1C4B-1895-49D0-B7CA-96E12623AC35}">
      <dsp:nvSpPr>
        <dsp:cNvPr id="0" name=""/>
        <dsp:cNvSpPr/>
      </dsp:nvSpPr>
      <dsp:spPr>
        <a:xfrm>
          <a:off x="1143545" y="69352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global interest</a:t>
          </a:r>
        </a:p>
      </dsp:txBody>
      <dsp:txXfrm>
        <a:off x="1278678" y="828659"/>
        <a:ext cx="652477" cy="652477"/>
      </dsp:txXfrm>
    </dsp:sp>
    <dsp:sp modelId="{6389DC95-FA58-4965-8EA0-8908E8038603}">
      <dsp:nvSpPr>
        <dsp:cNvPr id="0" name=""/>
        <dsp:cNvSpPr/>
      </dsp:nvSpPr>
      <dsp:spPr>
        <a:xfrm rot="19800000">
          <a:off x="2076040" y="656551"/>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080957" y="737186"/>
        <a:ext cx="171267" cy="1868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1380946" y="468"/>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Not enough people</a:t>
          </a:r>
        </a:p>
      </dsp:txBody>
      <dsp:txXfrm>
        <a:off x="1461319" y="80841"/>
        <a:ext cx="388076" cy="388076"/>
      </dsp:txXfrm>
    </dsp:sp>
    <dsp:sp modelId="{30576A75-9FA6-48E9-BFD1-07813ED83512}">
      <dsp:nvSpPr>
        <dsp:cNvPr id="0" name=""/>
        <dsp:cNvSpPr/>
      </dsp:nvSpPr>
      <dsp:spPr>
        <a:xfrm rot="1800000">
          <a:off x="1935656" y="386191"/>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1938586" y="412300"/>
        <a:ext cx="102075" cy="111137"/>
      </dsp:txXfrm>
    </dsp:sp>
    <dsp:sp modelId="{66EB8AC1-CCEF-4C00-A703-726C88586381}">
      <dsp:nvSpPr>
        <dsp:cNvPr id="0" name=""/>
        <dsp:cNvSpPr/>
      </dsp:nvSpPr>
      <dsp:spPr>
        <a:xfrm>
          <a:off x="2094514" y="412447"/>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opportunities to become relevant</a:t>
          </a:r>
        </a:p>
      </dsp:txBody>
      <dsp:txXfrm>
        <a:off x="2174887" y="492820"/>
        <a:ext cx="388076" cy="388076"/>
      </dsp:txXfrm>
    </dsp:sp>
    <dsp:sp modelId="{728104AD-916F-4582-949F-E19F8BB05CA2}">
      <dsp:nvSpPr>
        <dsp:cNvPr id="0" name=""/>
        <dsp:cNvSpPr/>
      </dsp:nvSpPr>
      <dsp:spPr>
        <a:xfrm rot="5400000">
          <a:off x="2296014" y="1002096"/>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2317887" y="1017268"/>
        <a:ext cx="102075" cy="111137"/>
      </dsp:txXfrm>
    </dsp:sp>
    <dsp:sp modelId="{651F5F38-D8CD-47F3-A5EC-1C7DD0BC6052}">
      <dsp:nvSpPr>
        <dsp:cNvPr id="0" name=""/>
        <dsp:cNvSpPr/>
      </dsp:nvSpPr>
      <dsp:spPr>
        <a:xfrm>
          <a:off x="2094514" y="1236404"/>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Content not valuable enough for the corporation</a:t>
          </a:r>
        </a:p>
      </dsp:txBody>
      <dsp:txXfrm>
        <a:off x="2174887" y="1316777"/>
        <a:ext cx="388076" cy="388076"/>
      </dsp:txXfrm>
    </dsp:sp>
    <dsp:sp modelId="{428B4218-928F-45F2-87CC-37A5F3D3D311}">
      <dsp:nvSpPr>
        <dsp:cNvPr id="0" name=""/>
        <dsp:cNvSpPr/>
      </dsp:nvSpPr>
      <dsp:spPr>
        <a:xfrm rot="9000000">
          <a:off x="1942804" y="1622128"/>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rot="10800000">
        <a:off x="1983620" y="1648237"/>
        <a:ext cx="102075" cy="111137"/>
      </dsp:txXfrm>
    </dsp:sp>
    <dsp:sp modelId="{1B561D4D-EFD3-4162-A23C-0BFA3ABE32A2}">
      <dsp:nvSpPr>
        <dsp:cNvPr id="0" name=""/>
        <dsp:cNvSpPr/>
      </dsp:nvSpPr>
      <dsp:spPr>
        <a:xfrm>
          <a:off x="1380946" y="1648383"/>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motivation and support from corporation</a:t>
          </a:r>
        </a:p>
      </dsp:txBody>
      <dsp:txXfrm>
        <a:off x="1461319" y="1728756"/>
        <a:ext cx="388076" cy="388076"/>
      </dsp:txXfrm>
    </dsp:sp>
    <dsp:sp modelId="{6A20AE3D-0377-48A7-ABE0-7DAFC327A961}">
      <dsp:nvSpPr>
        <dsp:cNvPr id="0" name=""/>
        <dsp:cNvSpPr/>
      </dsp:nvSpPr>
      <dsp:spPr>
        <a:xfrm rot="12600000">
          <a:off x="1229236" y="1626255"/>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rot="10800000">
        <a:off x="1270052" y="1674237"/>
        <a:ext cx="102075" cy="111137"/>
      </dsp:txXfrm>
    </dsp:sp>
    <dsp:sp modelId="{CAA6A354-E07A-477E-9A5E-4BFDE2E6B2F5}">
      <dsp:nvSpPr>
        <dsp:cNvPr id="0" name=""/>
        <dsp:cNvSpPr/>
      </dsp:nvSpPr>
      <dsp:spPr>
        <a:xfrm>
          <a:off x="667378" y="1236404"/>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capacity for interesting content</a:t>
          </a:r>
        </a:p>
      </dsp:txBody>
      <dsp:txXfrm>
        <a:off x="747751" y="1316777"/>
        <a:ext cx="388076" cy="388076"/>
      </dsp:txXfrm>
    </dsp:sp>
    <dsp:sp modelId="{99906AD1-1144-4093-B0B3-6E82C71E961F}">
      <dsp:nvSpPr>
        <dsp:cNvPr id="0" name=""/>
        <dsp:cNvSpPr/>
      </dsp:nvSpPr>
      <dsp:spPr>
        <a:xfrm rot="16200000">
          <a:off x="868878" y="1010350"/>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890751" y="1069268"/>
        <a:ext cx="102075" cy="111137"/>
      </dsp:txXfrm>
    </dsp:sp>
    <dsp:sp modelId="{DB0E1C4B-1895-49D0-B7CA-96E12623AC35}">
      <dsp:nvSpPr>
        <dsp:cNvPr id="0" name=""/>
        <dsp:cNvSpPr/>
      </dsp:nvSpPr>
      <dsp:spPr>
        <a:xfrm>
          <a:off x="667378" y="412447"/>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global interest</a:t>
          </a:r>
        </a:p>
      </dsp:txBody>
      <dsp:txXfrm>
        <a:off x="747751" y="492820"/>
        <a:ext cx="388076" cy="388076"/>
      </dsp:txXfrm>
    </dsp:sp>
    <dsp:sp modelId="{6389DC95-FA58-4965-8EA0-8908E8038603}">
      <dsp:nvSpPr>
        <dsp:cNvPr id="0" name=""/>
        <dsp:cNvSpPr/>
      </dsp:nvSpPr>
      <dsp:spPr>
        <a:xfrm rot="19800000">
          <a:off x="1222088" y="390318"/>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1225018" y="438300"/>
        <a:ext cx="102075" cy="111137"/>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22/03/2021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a:t>
            </a:fld>
            <a:endParaRPr lang="fr-FR"/>
          </a:p>
        </p:txBody>
      </p:sp>
    </p:spTree>
    <p:extLst>
      <p:ext uri="{BB962C8B-B14F-4D97-AF65-F5344CB8AC3E}">
        <p14:creationId xmlns:p14="http://schemas.microsoft.com/office/powerpoint/2010/main" val="2270699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a:t>
            </a:fld>
            <a:endParaRPr lang="fr-FR"/>
          </a:p>
        </p:txBody>
      </p:sp>
    </p:spTree>
    <p:extLst>
      <p:ext uri="{BB962C8B-B14F-4D97-AF65-F5344CB8AC3E}">
        <p14:creationId xmlns:p14="http://schemas.microsoft.com/office/powerpoint/2010/main" val="2627031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a:t>
            </a:fld>
            <a:endParaRPr lang="fr-FR"/>
          </a:p>
        </p:txBody>
      </p:sp>
    </p:spTree>
    <p:extLst>
      <p:ext uri="{BB962C8B-B14F-4D97-AF65-F5344CB8AC3E}">
        <p14:creationId xmlns:p14="http://schemas.microsoft.com/office/powerpoint/2010/main" val="3064327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a:t>
            </a:fld>
            <a:endParaRPr lang="fr-FR"/>
          </a:p>
        </p:txBody>
      </p:sp>
    </p:spTree>
    <p:extLst>
      <p:ext uri="{BB962C8B-B14F-4D97-AF65-F5344CB8AC3E}">
        <p14:creationId xmlns:p14="http://schemas.microsoft.com/office/powerpoint/2010/main" val="1445561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8</a:t>
            </a:fld>
            <a:endParaRPr lang="fr-FR"/>
          </a:p>
        </p:txBody>
      </p:sp>
    </p:spTree>
    <p:extLst>
      <p:ext uri="{BB962C8B-B14F-4D97-AF65-F5344CB8AC3E}">
        <p14:creationId xmlns:p14="http://schemas.microsoft.com/office/powerpoint/2010/main" val="2030781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a:t>
            </a:fld>
            <a:endParaRPr lang="fr-FR"/>
          </a:p>
        </p:txBody>
      </p:sp>
    </p:spTree>
    <p:extLst>
      <p:ext uri="{BB962C8B-B14F-4D97-AF65-F5344CB8AC3E}">
        <p14:creationId xmlns:p14="http://schemas.microsoft.com/office/powerpoint/2010/main" val="91147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11</a:t>
            </a:fld>
            <a:endParaRPr lang="fr-FR"/>
          </a:p>
        </p:txBody>
      </p:sp>
    </p:spTree>
    <p:extLst>
      <p:ext uri="{BB962C8B-B14F-4D97-AF65-F5344CB8AC3E}">
        <p14:creationId xmlns:p14="http://schemas.microsoft.com/office/powerpoint/2010/main" val="361280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13</a:t>
            </a:fld>
            <a:endParaRPr lang="fr-FR"/>
          </a:p>
        </p:txBody>
      </p:sp>
    </p:spTree>
    <p:extLst>
      <p:ext uri="{BB962C8B-B14F-4D97-AF65-F5344CB8AC3E}">
        <p14:creationId xmlns:p14="http://schemas.microsoft.com/office/powerpoint/2010/main" val="2881051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14</a:t>
            </a:fld>
            <a:endParaRPr lang="fr-FR"/>
          </a:p>
        </p:txBody>
      </p:sp>
    </p:spTree>
    <p:extLst>
      <p:ext uri="{BB962C8B-B14F-4D97-AF65-F5344CB8AC3E}">
        <p14:creationId xmlns:p14="http://schemas.microsoft.com/office/powerpoint/2010/main" val="2401072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16</a:t>
            </a:fld>
            <a:endParaRPr lang="fr-FR"/>
          </a:p>
        </p:txBody>
      </p:sp>
    </p:spTree>
    <p:extLst>
      <p:ext uri="{BB962C8B-B14F-4D97-AF65-F5344CB8AC3E}">
        <p14:creationId xmlns:p14="http://schemas.microsoft.com/office/powerpoint/2010/main" val="879527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19</a:t>
            </a:fld>
            <a:endParaRPr lang="fr-FR"/>
          </a:p>
        </p:txBody>
      </p:sp>
    </p:spTree>
    <p:extLst>
      <p:ext uri="{BB962C8B-B14F-4D97-AF65-F5344CB8AC3E}">
        <p14:creationId xmlns:p14="http://schemas.microsoft.com/office/powerpoint/2010/main" val="1111299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20</a:t>
            </a:fld>
            <a:endParaRPr lang="fr-FR"/>
          </a:p>
        </p:txBody>
      </p:sp>
    </p:spTree>
    <p:extLst>
      <p:ext uri="{BB962C8B-B14F-4D97-AF65-F5344CB8AC3E}">
        <p14:creationId xmlns:p14="http://schemas.microsoft.com/office/powerpoint/2010/main" val="358565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22</a:t>
            </a:fld>
            <a:endParaRPr lang="fr-FR"/>
          </a:p>
        </p:txBody>
      </p:sp>
    </p:spTree>
    <p:extLst>
      <p:ext uri="{BB962C8B-B14F-4D97-AF65-F5344CB8AC3E}">
        <p14:creationId xmlns:p14="http://schemas.microsoft.com/office/powerpoint/2010/main" val="1362522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3/22/2021</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3/22/2021</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3/22/2021</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3/22/2021</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18" Type="http://schemas.openxmlformats.org/officeDocument/2006/relationships/image" Target="../media/image1.png"/><Relationship Id="rId3" Type="http://schemas.openxmlformats.org/officeDocument/2006/relationships/hyperlink" Target="https://www.businessofapps.com/marketplace/push-notifications/research/push-notifications-statistics/#:~:text=The%20average%20US%20smartphone%20user%20gets%2046%20push,10%25%20of%20users%20to%20disable%20app%20push%20notifications" TargetMode="External"/><Relationship Id="rId21" Type="http://schemas.openxmlformats.org/officeDocument/2006/relationships/image" Target="../media/image8.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0.sv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hyperlink" Target="https://www.arobase.org/actu/chiffres-email.htm#:~:text=Nombre%20de%20mails%20envoy%C3%A9s%20chaque%20jour.%20Monde%20%3A,Internaute.%20Dans%20le%20monde%20%3A%201%2C7%20en%202015" TargetMode="External"/><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2.svg"/><Relationship Id="rId4" Type="http://schemas.openxmlformats.org/officeDocument/2006/relationships/hyperlink" Target="https://www.campaignmonitor.com/blog/email-marketing/2019/05/shocking-truth-about-how-many-emails-sent/#:~:text=At%20a%20personal%20level%2C%20DMR%20reports%20show%20that,convey%20some%20form%20of%20value%20to%20the%20recipient" TargetMode="External"/><Relationship Id="rId9" Type="http://schemas.openxmlformats.org/officeDocument/2006/relationships/image" Target="../media/image12.sv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nichelaboratory.com/Home/BlogTitleGenerator" TargetMode="Externa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7.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hyperlink" Target="https://en.wikipedia.org/wiki/Steam_(software)" TargetMode="External"/><Relationship Id="rId26" Type="http://schemas.openxmlformats.org/officeDocument/2006/relationships/image" Target="../media/image40.png"/><Relationship Id="rId3" Type="http://schemas.openxmlformats.org/officeDocument/2006/relationships/hyperlink" Target="http://pngimg.com/download/94160" TargetMode="External"/><Relationship Id="rId21" Type="http://schemas.openxmlformats.org/officeDocument/2006/relationships/image" Target="../media/image37.png"/><Relationship Id="rId34" Type="http://schemas.openxmlformats.org/officeDocument/2006/relationships/hyperlink" Target="https://www.flickr.com/photos/blizzlive/3843622173" TargetMode="External"/><Relationship Id="rId7" Type="http://schemas.openxmlformats.org/officeDocument/2006/relationships/hyperlink" Target="https://en.wikipedia.org/wiki/File:Zoom_Communications_Logo.svg" TargetMode="External"/><Relationship Id="rId12" Type="http://schemas.openxmlformats.org/officeDocument/2006/relationships/image" Target="../media/image32.png"/><Relationship Id="rId17" Type="http://schemas.openxmlformats.org/officeDocument/2006/relationships/image" Target="../media/image35.png"/><Relationship Id="rId25" Type="http://schemas.openxmlformats.org/officeDocument/2006/relationships/image" Target="../media/image39.png"/><Relationship Id="rId33" Type="http://schemas.openxmlformats.org/officeDocument/2006/relationships/image" Target="../media/image44.jpg"/><Relationship Id="rId2" Type="http://schemas.openxmlformats.org/officeDocument/2006/relationships/image" Target="../media/image27.png"/><Relationship Id="rId16" Type="http://schemas.openxmlformats.org/officeDocument/2006/relationships/hyperlink" Target="https://www.onyxtruth.com/2016/11/16/facebook-live/" TargetMode="External"/><Relationship Id="rId20" Type="http://schemas.openxmlformats.org/officeDocument/2006/relationships/hyperlink" Target="https://az.wikipedia.org/wiki/Twitter" TargetMode="External"/><Relationship Id="rId29"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hyperlink" Target="https://en.wikipedia.org/wiki/Meetup" TargetMode="External"/><Relationship Id="rId24" Type="http://schemas.openxmlformats.org/officeDocument/2006/relationships/hyperlink" Target="https://en.wikipedia.org/wiki/YouTube_(channel)" TargetMode="External"/><Relationship Id="rId32" Type="http://schemas.openxmlformats.org/officeDocument/2006/relationships/hyperlink" Target="https://commons.wikimedia.org/wiki/File:Google_Meet_icon_(2020).svg" TargetMode="External"/><Relationship Id="rId5" Type="http://schemas.openxmlformats.org/officeDocument/2006/relationships/hyperlink" Target="https://en.wikipedia.org/wiki/File:Instagram_logo_2016.svg" TargetMode="External"/><Relationship Id="rId15" Type="http://schemas.openxmlformats.org/officeDocument/2006/relationships/image" Target="../media/image34.jpg"/><Relationship Id="rId23" Type="http://schemas.openxmlformats.org/officeDocument/2006/relationships/image" Target="../media/image38.png"/><Relationship Id="rId28" Type="http://schemas.openxmlformats.org/officeDocument/2006/relationships/image" Target="../media/image41.jpg"/><Relationship Id="rId36" Type="http://schemas.openxmlformats.org/officeDocument/2006/relationships/hyperlink" Target="https://www.nationaldeafcenter.org/news/communicating-face-mask-what-colleges-need-know-deaf-students-and-everyone" TargetMode="External"/><Relationship Id="rId10" Type="http://schemas.openxmlformats.org/officeDocument/2006/relationships/image" Target="../media/image31.png"/><Relationship Id="rId19" Type="http://schemas.openxmlformats.org/officeDocument/2006/relationships/image" Target="../media/image36.png"/><Relationship Id="rId31" Type="http://schemas.openxmlformats.org/officeDocument/2006/relationships/image" Target="../media/image43.png"/><Relationship Id="rId4" Type="http://schemas.openxmlformats.org/officeDocument/2006/relationships/image" Target="../media/image28.png"/><Relationship Id="rId9" Type="http://schemas.openxmlformats.org/officeDocument/2006/relationships/hyperlink" Target="https://en.wikipedia.org/wiki/File:Antu_spotify.svg" TargetMode="External"/><Relationship Id="rId14" Type="http://schemas.openxmlformats.org/officeDocument/2006/relationships/hyperlink" Target="http://pngimg.com/download/62374" TargetMode="External"/><Relationship Id="rId22" Type="http://schemas.openxmlformats.org/officeDocument/2006/relationships/hyperlink" Target="https://en.wikipedia.org/wiki/Timeline_of_LinkedIn" TargetMode="External"/><Relationship Id="rId27" Type="http://schemas.openxmlformats.org/officeDocument/2006/relationships/hyperlink" Target="https://www.sunipeyk.com/medium-logosunu-ikonunu-yine-degistirdi/" TargetMode="External"/><Relationship Id="rId30" Type="http://schemas.openxmlformats.org/officeDocument/2006/relationships/hyperlink" Target="https://en.wikipedia.org/wiki/File:WhatsApp.svg" TargetMode="External"/><Relationship Id="rId35" Type="http://schemas.openxmlformats.org/officeDocument/2006/relationships/image" Target="../media/image45.jpeg"/><Relationship Id="rId8" Type="http://schemas.openxmlformats.org/officeDocument/2006/relationships/image" Target="../media/image30.png"/></Relationships>
</file>

<file path=ppt/slides/_rels/slide11.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35.png"/><Relationship Id="rId26" Type="http://schemas.openxmlformats.org/officeDocument/2006/relationships/image" Target="../media/image39.png"/><Relationship Id="rId21" Type="http://schemas.openxmlformats.org/officeDocument/2006/relationships/hyperlink" Target="https://az.wikipedia.org/wiki/Twitter" TargetMode="External"/><Relationship Id="rId34" Type="http://schemas.openxmlformats.org/officeDocument/2006/relationships/image" Target="../media/image44.jpg"/><Relationship Id="rId7" Type="http://schemas.openxmlformats.org/officeDocument/2006/relationships/image" Target="../media/image29.png"/><Relationship Id="rId12" Type="http://schemas.openxmlformats.org/officeDocument/2006/relationships/hyperlink" Target="https://en.wikipedia.org/wiki/Meetup" TargetMode="External"/><Relationship Id="rId17" Type="http://schemas.openxmlformats.org/officeDocument/2006/relationships/hyperlink" Target="https://www.onyxtruth.com/2016/11/16/facebook-live/" TargetMode="External"/><Relationship Id="rId25" Type="http://schemas.openxmlformats.org/officeDocument/2006/relationships/hyperlink" Target="https://en.wikipedia.org/wiki/YouTube_(channel)" TargetMode="External"/><Relationship Id="rId33" Type="http://schemas.openxmlformats.org/officeDocument/2006/relationships/hyperlink" Target="https://commons.wikimedia.org/wiki/File:Google_Meet_icon_(2020).svg" TargetMode="External"/><Relationship Id="rId2" Type="http://schemas.openxmlformats.org/officeDocument/2006/relationships/notesSlide" Target="../notesSlides/notesSlide7.xml"/><Relationship Id="rId16" Type="http://schemas.openxmlformats.org/officeDocument/2006/relationships/image" Target="../media/image34.jpg"/><Relationship Id="rId20" Type="http://schemas.openxmlformats.org/officeDocument/2006/relationships/image" Target="../media/image36.png"/><Relationship Id="rId29" Type="http://schemas.openxmlformats.org/officeDocument/2006/relationships/image" Target="../media/image41.jpg"/><Relationship Id="rId1" Type="http://schemas.openxmlformats.org/officeDocument/2006/relationships/slideLayout" Target="../slideLayouts/slideLayout6.xml"/><Relationship Id="rId6" Type="http://schemas.openxmlformats.org/officeDocument/2006/relationships/hyperlink" Target="https://en.wikipedia.org/wiki/File:Instagram_logo_2016.svg" TargetMode="External"/><Relationship Id="rId11" Type="http://schemas.openxmlformats.org/officeDocument/2006/relationships/image" Target="../media/image31.png"/><Relationship Id="rId24" Type="http://schemas.openxmlformats.org/officeDocument/2006/relationships/image" Target="../media/image38.png"/><Relationship Id="rId32" Type="http://schemas.openxmlformats.org/officeDocument/2006/relationships/image" Target="../media/image43.png"/><Relationship Id="rId37" Type="http://schemas.openxmlformats.org/officeDocument/2006/relationships/hyperlink" Target="https://www.nationaldeafcenter.org/news/communicating-face-mask-what-colleges-need-know-deaf-students-and-everyone" TargetMode="External"/><Relationship Id="rId5" Type="http://schemas.openxmlformats.org/officeDocument/2006/relationships/image" Target="../media/image28.png"/><Relationship Id="rId15" Type="http://schemas.openxmlformats.org/officeDocument/2006/relationships/hyperlink" Target="http://pngimg.com/download/62374" TargetMode="External"/><Relationship Id="rId23" Type="http://schemas.openxmlformats.org/officeDocument/2006/relationships/hyperlink" Target="https://en.wikipedia.org/wiki/Timeline_of_LinkedIn" TargetMode="External"/><Relationship Id="rId28" Type="http://schemas.openxmlformats.org/officeDocument/2006/relationships/hyperlink" Target="https://www.sunipeyk.com/medium-logosunu-ikonunu-yine-degistirdi/" TargetMode="External"/><Relationship Id="rId36" Type="http://schemas.openxmlformats.org/officeDocument/2006/relationships/image" Target="../media/image45.jpeg"/><Relationship Id="rId10" Type="http://schemas.openxmlformats.org/officeDocument/2006/relationships/hyperlink" Target="https://en.wikipedia.org/wiki/File:Antu_spotify.svg" TargetMode="External"/><Relationship Id="rId19" Type="http://schemas.openxmlformats.org/officeDocument/2006/relationships/hyperlink" Target="https://en.wikipedia.org/wiki/Steam_(software)" TargetMode="External"/><Relationship Id="rId31" Type="http://schemas.openxmlformats.org/officeDocument/2006/relationships/hyperlink" Target="https://en.wikipedia.org/wiki/File:WhatsApp.svg" TargetMode="External"/><Relationship Id="rId4" Type="http://schemas.openxmlformats.org/officeDocument/2006/relationships/hyperlink" Target="http://pngimg.com/download/94160" TargetMode="External"/><Relationship Id="rId9" Type="http://schemas.openxmlformats.org/officeDocument/2006/relationships/image" Target="../media/image30.png"/><Relationship Id="rId14" Type="http://schemas.openxmlformats.org/officeDocument/2006/relationships/image" Target="../media/image33.png"/><Relationship Id="rId22" Type="http://schemas.openxmlformats.org/officeDocument/2006/relationships/image" Target="../media/image37.png"/><Relationship Id="rId27" Type="http://schemas.openxmlformats.org/officeDocument/2006/relationships/image" Target="../media/image40.png"/><Relationship Id="rId30" Type="http://schemas.openxmlformats.org/officeDocument/2006/relationships/image" Target="../media/image42.png"/><Relationship Id="rId35" Type="http://schemas.openxmlformats.org/officeDocument/2006/relationships/hyperlink" Target="https://www.flickr.com/photos/blizzlive/3843622173" TargetMode="External"/><Relationship Id="rId8" Type="http://schemas.openxmlformats.org/officeDocument/2006/relationships/hyperlink" Target="https://en.wikipedia.org/wiki/File:Zoom_Communications_Logo.svg" TargetMode="Externa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svg"/><Relationship Id="rId3" Type="http://schemas.openxmlformats.org/officeDocument/2006/relationships/image" Target="../media/image47.svg"/><Relationship Id="rId7" Type="http://schemas.openxmlformats.org/officeDocument/2006/relationships/image" Target="../media/image51.svg"/><Relationship Id="rId12" Type="http://schemas.openxmlformats.org/officeDocument/2006/relationships/image" Target="../media/image56.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 Id="rId14" Type="http://schemas.openxmlformats.org/officeDocument/2006/relationships/image" Target="../media/image58.png"/></Relationships>
</file>

<file path=ppt/slides/_rels/slide13.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2" Type="http://schemas.openxmlformats.org/officeDocument/2006/relationships/notesSlide" Target="../notesSlides/notesSlide8.xml"/><Relationship Id="rId16" Type="http://schemas.openxmlformats.org/officeDocument/2006/relationships/image" Target="../media/image59.svg"/><Relationship Id="rId1" Type="http://schemas.openxmlformats.org/officeDocument/2006/relationships/slideLayout" Target="../slideLayouts/slideLayout6.xml"/><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 Id="rId14" Type="http://schemas.openxmlformats.org/officeDocument/2006/relationships/image" Target="../media/image57.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70.png"/><Relationship Id="rId3" Type="http://schemas.openxmlformats.org/officeDocument/2006/relationships/diagramData" Target="../diagrams/data1.xml"/><Relationship Id="rId21" Type="http://schemas.openxmlformats.org/officeDocument/2006/relationships/image" Target="../media/image73.svg"/><Relationship Id="rId7" Type="http://schemas.microsoft.com/office/2007/relationships/diagramDrawing" Target="../diagrams/drawing1.xml"/><Relationship Id="rId12" Type="http://schemas.openxmlformats.org/officeDocument/2006/relationships/image" Target="../media/image64.png"/><Relationship Id="rId17" Type="http://schemas.openxmlformats.org/officeDocument/2006/relationships/image" Target="../media/image69.svg"/><Relationship Id="rId2" Type="http://schemas.openxmlformats.org/officeDocument/2006/relationships/slideLayout" Target="../slideLayouts/slideLayout2.xml"/><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tags" Target="../tags/tag1.xml"/><Relationship Id="rId6" Type="http://schemas.openxmlformats.org/officeDocument/2006/relationships/diagramColors" Target="../diagrams/colors1.xml"/><Relationship Id="rId11" Type="http://schemas.openxmlformats.org/officeDocument/2006/relationships/image" Target="../media/image63.svg"/><Relationship Id="rId5" Type="http://schemas.openxmlformats.org/officeDocument/2006/relationships/diagramQuickStyle" Target="../diagrams/quickStyle1.xml"/><Relationship Id="rId15" Type="http://schemas.openxmlformats.org/officeDocument/2006/relationships/image" Target="../media/image67.svg"/><Relationship Id="rId23" Type="http://schemas.openxmlformats.org/officeDocument/2006/relationships/image" Target="../media/image75.svg"/><Relationship Id="rId10" Type="http://schemas.openxmlformats.org/officeDocument/2006/relationships/image" Target="../media/image62.png"/><Relationship Id="rId19" Type="http://schemas.openxmlformats.org/officeDocument/2006/relationships/image" Target="../media/image71.svg"/><Relationship Id="rId4" Type="http://schemas.openxmlformats.org/officeDocument/2006/relationships/diagramLayout" Target="../diagrams/layout1.xml"/><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4.png"/></Relationships>
</file>

<file path=ppt/slides/_rels/slide16.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79.svg"/><Relationship Id="rId18" Type="http://schemas.openxmlformats.org/officeDocument/2006/relationships/image" Target="../media/image84.png"/><Relationship Id="rId26" Type="http://schemas.openxmlformats.org/officeDocument/2006/relationships/image" Target="../media/image90.png"/><Relationship Id="rId3" Type="http://schemas.openxmlformats.org/officeDocument/2006/relationships/diagramData" Target="../diagrams/data2.xml"/><Relationship Id="rId21" Type="http://schemas.openxmlformats.org/officeDocument/2006/relationships/image" Target="../media/image73.svg"/><Relationship Id="rId7" Type="http://schemas.microsoft.com/office/2007/relationships/diagramDrawing" Target="../diagrams/drawing2.xml"/><Relationship Id="rId12" Type="http://schemas.openxmlformats.org/officeDocument/2006/relationships/image" Target="../media/image78.png"/><Relationship Id="rId17" Type="http://schemas.openxmlformats.org/officeDocument/2006/relationships/image" Target="../media/image83.svg"/><Relationship Id="rId25" Type="http://schemas.openxmlformats.org/officeDocument/2006/relationships/image" Target="../media/image89.svg"/><Relationship Id="rId2" Type="http://schemas.openxmlformats.org/officeDocument/2006/relationships/notesSlide" Target="../notesSlides/notesSlide10.xml"/><Relationship Id="rId16" Type="http://schemas.openxmlformats.org/officeDocument/2006/relationships/image" Target="../media/image82.png"/><Relationship Id="rId20" Type="http://schemas.openxmlformats.org/officeDocument/2006/relationships/image" Target="../media/image72.png"/><Relationship Id="rId1" Type="http://schemas.openxmlformats.org/officeDocument/2006/relationships/slideLayout" Target="../slideLayouts/slideLayout6.xml"/><Relationship Id="rId6" Type="http://schemas.openxmlformats.org/officeDocument/2006/relationships/diagramColors" Target="../diagrams/colors2.xml"/><Relationship Id="rId11" Type="http://schemas.openxmlformats.org/officeDocument/2006/relationships/image" Target="../media/image77.svg"/><Relationship Id="rId24" Type="http://schemas.openxmlformats.org/officeDocument/2006/relationships/image" Target="../media/image88.png"/><Relationship Id="rId5" Type="http://schemas.openxmlformats.org/officeDocument/2006/relationships/diagramQuickStyle" Target="../diagrams/quickStyle2.xml"/><Relationship Id="rId15" Type="http://schemas.openxmlformats.org/officeDocument/2006/relationships/image" Target="../media/image81.svg"/><Relationship Id="rId23" Type="http://schemas.openxmlformats.org/officeDocument/2006/relationships/image" Target="../media/image87.svg"/><Relationship Id="rId10" Type="http://schemas.openxmlformats.org/officeDocument/2006/relationships/image" Target="../media/image76.png"/><Relationship Id="rId19" Type="http://schemas.openxmlformats.org/officeDocument/2006/relationships/image" Target="../media/image85.svg"/><Relationship Id="rId4" Type="http://schemas.openxmlformats.org/officeDocument/2006/relationships/diagramLayout" Target="../diagrams/layout2.xml"/><Relationship Id="rId9" Type="http://schemas.openxmlformats.org/officeDocument/2006/relationships/image" Target="../media/image61.svg"/><Relationship Id="rId14" Type="http://schemas.openxmlformats.org/officeDocument/2006/relationships/image" Target="../media/image80.png"/><Relationship Id="rId22" Type="http://schemas.openxmlformats.org/officeDocument/2006/relationships/image" Target="../media/image86.png"/><Relationship Id="rId27" Type="http://schemas.openxmlformats.org/officeDocument/2006/relationships/image" Target="../media/image91.svg"/></Relationships>
</file>

<file path=ppt/slides/_rels/slide17.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2.svg"/><Relationship Id="rId7" Type="http://schemas.openxmlformats.org/officeDocument/2006/relationships/image" Target="../media/image93.sv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92.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95.svg"/></Relationships>
</file>

<file path=ppt/slides/_rels/slide18.xml.rels><?xml version="1.0" encoding="UTF-8" standalone="yes"?>
<Relationships xmlns="http://schemas.openxmlformats.org/package/2006/relationships"><Relationship Id="rId8" Type="http://schemas.openxmlformats.org/officeDocument/2006/relationships/image" Target="../media/image97.svg"/><Relationship Id="rId13" Type="http://schemas.openxmlformats.org/officeDocument/2006/relationships/image" Target="../media/image102.png"/><Relationship Id="rId18" Type="http://schemas.openxmlformats.org/officeDocument/2006/relationships/image" Target="../media/image2.svg"/><Relationship Id="rId3" Type="http://schemas.openxmlformats.org/officeDocument/2006/relationships/diagramLayout" Target="../diagrams/layout3.xml"/><Relationship Id="rId7" Type="http://schemas.openxmlformats.org/officeDocument/2006/relationships/image" Target="../media/image96.png"/><Relationship Id="rId12" Type="http://schemas.openxmlformats.org/officeDocument/2006/relationships/image" Target="../media/image101.svg"/><Relationship Id="rId17" Type="http://schemas.openxmlformats.org/officeDocument/2006/relationships/image" Target="../media/image1.png"/><Relationship Id="rId2" Type="http://schemas.openxmlformats.org/officeDocument/2006/relationships/diagramData" Target="../diagrams/data3.xml"/><Relationship Id="rId16" Type="http://schemas.openxmlformats.org/officeDocument/2006/relationships/image" Target="../media/image105.svg"/><Relationship Id="rId1" Type="http://schemas.openxmlformats.org/officeDocument/2006/relationships/slideLayout" Target="../slideLayouts/slideLayout2.xml"/><Relationship Id="rId6" Type="http://schemas.microsoft.com/office/2007/relationships/diagramDrawing" Target="../diagrams/drawing3.xml"/><Relationship Id="rId11" Type="http://schemas.openxmlformats.org/officeDocument/2006/relationships/image" Target="../media/image100.png"/><Relationship Id="rId5" Type="http://schemas.openxmlformats.org/officeDocument/2006/relationships/diagramColors" Target="../diagrams/colors3.xml"/><Relationship Id="rId15" Type="http://schemas.openxmlformats.org/officeDocument/2006/relationships/image" Target="../media/image104.png"/><Relationship Id="rId10" Type="http://schemas.openxmlformats.org/officeDocument/2006/relationships/image" Target="../media/image99.svg"/><Relationship Id="rId4" Type="http://schemas.openxmlformats.org/officeDocument/2006/relationships/diagramQuickStyle" Target="../diagrams/quickStyle3.xml"/><Relationship Id="rId9" Type="http://schemas.openxmlformats.org/officeDocument/2006/relationships/image" Target="../media/image98.png"/><Relationship Id="rId14" Type="http://schemas.openxmlformats.org/officeDocument/2006/relationships/image" Target="../media/image103.svg"/></Relationships>
</file>

<file path=ppt/slides/_rels/slide19.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svg"/><Relationship Id="rId18" Type="http://schemas.openxmlformats.org/officeDocument/2006/relationships/image" Target="../media/image1.pn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100.png"/><Relationship Id="rId17" Type="http://schemas.openxmlformats.org/officeDocument/2006/relationships/image" Target="../media/image105.svg"/><Relationship Id="rId2" Type="http://schemas.openxmlformats.org/officeDocument/2006/relationships/notesSlide" Target="../notesSlides/notesSlide11.xml"/><Relationship Id="rId16" Type="http://schemas.openxmlformats.org/officeDocument/2006/relationships/image" Target="../media/image104.png"/><Relationship Id="rId1" Type="http://schemas.openxmlformats.org/officeDocument/2006/relationships/slideLayout" Target="../slideLayouts/slideLayout6.xml"/><Relationship Id="rId6" Type="http://schemas.openxmlformats.org/officeDocument/2006/relationships/diagramColors" Target="../diagrams/colors4.xml"/><Relationship Id="rId11" Type="http://schemas.openxmlformats.org/officeDocument/2006/relationships/image" Target="../media/image99.svg"/><Relationship Id="rId5" Type="http://schemas.openxmlformats.org/officeDocument/2006/relationships/diagramQuickStyle" Target="../diagrams/quickStyle4.xml"/><Relationship Id="rId15" Type="http://schemas.openxmlformats.org/officeDocument/2006/relationships/image" Target="../media/image103.svg"/><Relationship Id="rId10" Type="http://schemas.openxmlformats.org/officeDocument/2006/relationships/image" Target="../media/image98.png"/><Relationship Id="rId19" Type="http://schemas.openxmlformats.org/officeDocument/2006/relationships/image" Target="../media/image2.svg"/><Relationship Id="rId4" Type="http://schemas.openxmlformats.org/officeDocument/2006/relationships/diagramLayout" Target="../diagrams/layout4.xml"/><Relationship Id="rId9" Type="http://schemas.openxmlformats.org/officeDocument/2006/relationships/image" Target="../media/image97.svg"/><Relationship Id="rId14" Type="http://schemas.openxmlformats.org/officeDocument/2006/relationships/image" Target="../media/image10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07.svg"/><Relationship Id="rId5" Type="http://schemas.openxmlformats.org/officeDocument/2006/relationships/image" Target="../media/image106.png"/><Relationship Id="rId4" Type="http://schemas.openxmlformats.org/officeDocument/2006/relationships/image" Target="../media/image2.svg"/></Relationships>
</file>

<file path=ppt/slides/_rels/slide21.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svg"/><Relationship Id="rId3" Type="http://schemas.openxmlformats.org/officeDocument/2006/relationships/hyperlink" Target="http://www.publicdomainfiles.com/show_file.php?id=13920106812423" TargetMode="External"/><Relationship Id="rId7" Type="http://schemas.openxmlformats.org/officeDocument/2006/relationships/image" Target="../media/image111.svg"/><Relationship Id="rId12" Type="http://schemas.openxmlformats.org/officeDocument/2006/relationships/image" Target="../media/image116.png"/><Relationship Id="rId17" Type="http://schemas.openxmlformats.org/officeDocument/2006/relationships/image" Target="../media/image121.svg"/><Relationship Id="rId2" Type="http://schemas.openxmlformats.org/officeDocument/2006/relationships/image" Target="../media/image108.png"/><Relationship Id="rId16" Type="http://schemas.openxmlformats.org/officeDocument/2006/relationships/image" Target="../media/image120.png"/><Relationship Id="rId1" Type="http://schemas.openxmlformats.org/officeDocument/2006/relationships/slideLayout" Target="../slideLayouts/slideLayout7.xml"/><Relationship Id="rId6" Type="http://schemas.openxmlformats.org/officeDocument/2006/relationships/image" Target="../media/image110.png"/><Relationship Id="rId11" Type="http://schemas.openxmlformats.org/officeDocument/2006/relationships/image" Target="../media/image115.svg"/><Relationship Id="rId5" Type="http://schemas.openxmlformats.org/officeDocument/2006/relationships/hyperlink" Target="https://en.wikipedia.org/wiki/File:Red_x.svg" TargetMode="External"/><Relationship Id="rId15" Type="http://schemas.openxmlformats.org/officeDocument/2006/relationships/image" Target="../media/image119.svg"/><Relationship Id="rId10" Type="http://schemas.openxmlformats.org/officeDocument/2006/relationships/image" Target="../media/image114.png"/><Relationship Id="rId4" Type="http://schemas.openxmlformats.org/officeDocument/2006/relationships/image" Target="../media/image109.png"/><Relationship Id="rId9" Type="http://schemas.openxmlformats.org/officeDocument/2006/relationships/image" Target="../media/image113.svg"/><Relationship Id="rId14" Type="http://schemas.openxmlformats.org/officeDocument/2006/relationships/image" Target="../media/image118.png"/></Relationships>
</file>

<file path=ppt/slides/_rels/slide22.xml.rels><?xml version="1.0" encoding="UTF-8" standalone="yes"?>
<Relationships xmlns="http://schemas.openxmlformats.org/package/2006/relationships"><Relationship Id="rId8" Type="http://schemas.openxmlformats.org/officeDocument/2006/relationships/image" Target="../media/image121.svg"/><Relationship Id="rId13" Type="http://schemas.openxmlformats.org/officeDocument/2006/relationships/image" Target="../media/image114.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13.sv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19.svg"/><Relationship Id="rId11" Type="http://schemas.openxmlformats.org/officeDocument/2006/relationships/image" Target="../media/image112.png"/><Relationship Id="rId5" Type="http://schemas.openxmlformats.org/officeDocument/2006/relationships/image" Target="../media/image118.png"/><Relationship Id="rId10" Type="http://schemas.openxmlformats.org/officeDocument/2006/relationships/image" Target="../media/image111.svg"/><Relationship Id="rId4" Type="http://schemas.openxmlformats.org/officeDocument/2006/relationships/image" Target="../media/image117.svg"/><Relationship Id="rId9" Type="http://schemas.openxmlformats.org/officeDocument/2006/relationships/image" Target="../media/image110.png"/><Relationship Id="rId14" Type="http://schemas.openxmlformats.org/officeDocument/2006/relationships/image" Target="../media/image1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DD394831-DF93-46A4-A449-B5143943734E}"/>
              </a:ext>
            </a:extLst>
          </p:cNvPr>
          <p:cNvSpPr>
            <a:spLocks noGrp="1"/>
          </p:cNvSpPr>
          <p:nvPr>
            <p:ph type="ctrTitle"/>
          </p:nvPr>
        </p:nvSpPr>
        <p:spPr>
          <a:xfrm>
            <a:off x="371094" y="1161288"/>
            <a:ext cx="3438144" cy="1239012"/>
          </a:xfrm>
        </p:spPr>
        <p:txBody>
          <a:bodyPr vert="horz" lIns="91440" tIns="45720" rIns="91440" bIns="45720" rtlCol="0" anchor="ctr">
            <a:normAutofit/>
          </a:bodyPr>
          <a:lstStyle/>
          <a:p>
            <a:r>
              <a:rPr lang="en-US" sz="2800" dirty="0"/>
              <a:t>The Content challenges</a:t>
            </a:r>
          </a:p>
        </p:txBody>
      </p:sp>
      <p:sp>
        <p:nvSpPr>
          <p:cNvPr id="27" name="Rectangle 2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ous-titre 4">
            <a:extLst>
              <a:ext uri="{FF2B5EF4-FFF2-40B4-BE49-F238E27FC236}">
                <a16:creationId xmlns:a16="http://schemas.microsoft.com/office/drawing/2014/main" id="{36B5E41D-7A12-412D-B2B4-21467B4881FB}"/>
              </a:ext>
            </a:extLst>
          </p:cNvPr>
          <p:cNvSpPr>
            <a:spLocks noGrp="1"/>
          </p:cNvSpPr>
          <p:nvPr>
            <p:ph type="subTitle" idx="1"/>
          </p:nvPr>
        </p:nvSpPr>
        <p:spPr>
          <a:xfrm>
            <a:off x="576072" y="2890982"/>
            <a:ext cx="3233166" cy="3775632"/>
          </a:xfrm>
        </p:spPr>
        <p:txBody>
          <a:bodyPr>
            <a:normAutofit fontScale="62500" lnSpcReduction="20000"/>
          </a:bodyPr>
          <a:lstStyle/>
          <a:p>
            <a:r>
              <a:rPr lang="en-US" dirty="0"/>
              <a:t>Since the digital age, Community Boosting and content management have been even more entangled than before. </a:t>
            </a:r>
          </a:p>
          <a:p>
            <a:endParaRPr lang="en-US" dirty="0"/>
          </a:p>
          <a:p>
            <a:r>
              <a:rPr lang="en-US" dirty="0"/>
              <a:t>A community booster is a person who understands the dynamics around content, and a content person can get many benefits in understanding the dynamics of a community.</a:t>
            </a:r>
          </a:p>
        </p:txBody>
      </p:sp>
      <p:grpSp>
        <p:nvGrpSpPr>
          <p:cNvPr id="10" name="Groupe 9">
            <a:extLst>
              <a:ext uri="{FF2B5EF4-FFF2-40B4-BE49-F238E27FC236}">
                <a16:creationId xmlns:a16="http://schemas.microsoft.com/office/drawing/2014/main" id="{41BEE812-5D2F-44EE-94B3-C95906388CDE}"/>
              </a:ext>
            </a:extLst>
          </p:cNvPr>
          <p:cNvGrpSpPr/>
          <p:nvPr/>
        </p:nvGrpSpPr>
        <p:grpSpPr>
          <a:xfrm>
            <a:off x="4901184" y="1250578"/>
            <a:ext cx="6922008" cy="4457427"/>
            <a:chOff x="4863799" y="3451227"/>
            <a:chExt cx="2200924" cy="1417285"/>
          </a:xfrm>
        </p:grpSpPr>
        <p:pic>
          <p:nvPicPr>
            <p:cNvPr id="7" name="Graphique 6" descr="Personne confuse avec un remplissage uni">
              <a:extLst>
                <a:ext uri="{FF2B5EF4-FFF2-40B4-BE49-F238E27FC236}">
                  <a16:creationId xmlns:a16="http://schemas.microsoft.com/office/drawing/2014/main" id="{859D1404-9E35-4AA3-86E3-360E138B61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863799" y="3451227"/>
              <a:ext cx="1983159" cy="1417285"/>
            </a:xfrm>
            <a:prstGeom prst="rect">
              <a:avLst/>
            </a:prstGeom>
          </p:spPr>
        </p:pic>
        <p:pic>
          <p:nvPicPr>
            <p:cNvPr id="8" name="Graphique 7" descr="Base de données avec un remplissage uni">
              <a:extLst>
                <a:ext uri="{FF2B5EF4-FFF2-40B4-BE49-F238E27FC236}">
                  <a16:creationId xmlns:a16="http://schemas.microsoft.com/office/drawing/2014/main" id="{9E0D1596-73BF-445B-BD59-D802EEA39B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22357" y="4022658"/>
              <a:ext cx="492681" cy="492681"/>
            </a:xfrm>
            <a:prstGeom prst="rect">
              <a:avLst/>
            </a:prstGeom>
          </p:spPr>
        </p:pic>
        <p:sp>
          <p:nvSpPr>
            <p:cNvPr id="9" name="ZoneTexte 8">
              <a:extLst>
                <a:ext uri="{FF2B5EF4-FFF2-40B4-BE49-F238E27FC236}">
                  <a16:creationId xmlns:a16="http://schemas.microsoft.com/office/drawing/2014/main" id="{97AE5E41-8DA6-4631-B973-7806BCD9970E}"/>
                </a:ext>
              </a:extLst>
            </p:cNvPr>
            <p:cNvSpPr txBox="1"/>
            <p:nvPr/>
          </p:nvSpPr>
          <p:spPr>
            <a:xfrm>
              <a:off x="6255003" y="3833137"/>
              <a:ext cx="809720" cy="261610"/>
            </a:xfrm>
            <a:prstGeom prst="rect">
              <a:avLst/>
            </a:prstGeom>
            <a:noFill/>
          </p:spPr>
          <p:txBody>
            <a:bodyPr wrap="square" rtlCol="0">
              <a:normAutofit/>
            </a:bodyPr>
            <a:lstStyle/>
            <a:p>
              <a:pPr algn="ctr">
                <a:spcAft>
                  <a:spcPts val="600"/>
                </a:spcAft>
              </a:pPr>
              <a:r>
                <a:rPr lang="en-US" sz="4600" b="1">
                  <a:solidFill>
                    <a:schemeClr val="accent1"/>
                  </a:solidFill>
                </a:rPr>
                <a:t>Content</a:t>
              </a:r>
            </a:p>
          </p:txBody>
        </p:sp>
      </p:grpSp>
      <p:pic>
        <p:nvPicPr>
          <p:cNvPr id="3" name="Graphique 2" descr="Visage portant des lunettes de soleil à remplissage uni avec un remplissage uni">
            <a:extLst>
              <a:ext uri="{FF2B5EF4-FFF2-40B4-BE49-F238E27FC236}">
                <a16:creationId xmlns:a16="http://schemas.microsoft.com/office/drawing/2014/main" id="{298BDE27-6BD2-44C4-A272-245B7F110A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12840" y="1250578"/>
            <a:ext cx="2049630" cy="2049630"/>
          </a:xfrm>
          <a:prstGeom prst="rect">
            <a:avLst/>
          </a:prstGeom>
        </p:spPr>
      </p:pic>
    </p:spTree>
    <p:extLst>
      <p:ext uri="{BB962C8B-B14F-4D97-AF65-F5344CB8AC3E}">
        <p14:creationId xmlns:p14="http://schemas.microsoft.com/office/powerpoint/2010/main" val="2027400409"/>
      </p:ext>
    </p:extLst>
  </p:cSld>
  <p:clrMapOvr>
    <a:masterClrMapping/>
  </p:clrMapOvr>
  <mc:AlternateContent xmlns:mc="http://schemas.openxmlformats.org/markup-compatibility/2006" xmlns:p14="http://schemas.microsoft.com/office/powerpoint/2010/main">
    <mc:Choice Requires="p14">
      <p:transition spd="slow" p14:dur="2000" advTm="21134"/>
    </mc:Choice>
    <mc:Fallback xmlns="">
      <p:transition spd="slow" advTm="211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7B2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keep sending content, but almost nobody reads it. </a:t>
            </a:r>
          </a:p>
          <a:p>
            <a:pPr algn="ctr"/>
            <a:endParaRPr lang="en-US" dirty="0"/>
          </a:p>
          <a:p>
            <a:pPr algn="ctr"/>
            <a:r>
              <a:rPr lang="en-US" dirty="0"/>
              <a:t>I tried pulling out a poll to figure out preferences, but almost nobody reads it.</a:t>
            </a:r>
          </a:p>
        </p:txBody>
      </p:sp>
      <p:grpSp>
        <p:nvGrpSpPr>
          <p:cNvPr id="24" name="Groupe 23">
            <a:extLst>
              <a:ext uri="{FF2B5EF4-FFF2-40B4-BE49-F238E27FC236}">
                <a16:creationId xmlns:a16="http://schemas.microsoft.com/office/drawing/2014/main" id="{52F08069-2502-4E3E-B07D-1CA1C57BF1D5}"/>
              </a:ext>
            </a:extLst>
          </p:cNvPr>
          <p:cNvGrpSpPr/>
          <p:nvPr/>
        </p:nvGrpSpPr>
        <p:grpSpPr>
          <a:xfrm>
            <a:off x="2192955" y="4794025"/>
            <a:ext cx="1983159" cy="1461454"/>
            <a:chOff x="420283" y="3559673"/>
            <a:chExt cx="1983159" cy="1461454"/>
          </a:xfrm>
        </p:grpSpPr>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20283" y="3603842"/>
              <a:ext cx="1983159" cy="1417285"/>
            </a:xfrm>
            <a:prstGeom prst="rect">
              <a:avLst/>
            </a:prstGeom>
          </p:spPr>
        </p:pic>
        <p:pic>
          <p:nvPicPr>
            <p:cNvPr id="26" name="Graphique 25" descr="Visage triste à remplissage solide avec un remplissage uni">
              <a:extLst>
                <a:ext uri="{FF2B5EF4-FFF2-40B4-BE49-F238E27FC236}">
                  <a16:creationId xmlns:a16="http://schemas.microsoft.com/office/drawing/2014/main" id="{18EED476-B954-4D9C-A397-17CDC319970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2645" y="3559673"/>
              <a:ext cx="697805" cy="697805"/>
            </a:xfrm>
            <a:prstGeom prst="rect">
              <a:avLst/>
            </a:prstGeom>
          </p:spPr>
        </p:pic>
      </p:grpSp>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Tree>
    <p:extLst>
      <p:ext uri="{BB962C8B-B14F-4D97-AF65-F5344CB8AC3E}">
        <p14:creationId xmlns:p14="http://schemas.microsoft.com/office/powerpoint/2010/main" val="3367407063"/>
      </p:ext>
    </p:extLst>
  </p:cSld>
  <p:clrMapOvr>
    <a:masterClrMapping/>
  </p:clrMapOvr>
  <mc:AlternateContent xmlns:mc="http://schemas.openxmlformats.org/markup-compatibility/2006" xmlns:p14="http://schemas.microsoft.com/office/powerpoint/2010/main">
    <mc:Choice Requires="p14">
      <p:transition spd="slow" p14:dur="2000" advTm="16745"/>
    </mc:Choice>
    <mc:Fallback xmlns="">
      <p:transition spd="slow" advTm="1674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 coins arrondis 104">
            <a:extLst>
              <a:ext uri="{FF2B5EF4-FFF2-40B4-BE49-F238E27FC236}">
                <a16:creationId xmlns:a16="http://schemas.microsoft.com/office/drawing/2014/main" id="{C2A36FAD-6BD5-4BA8-89D7-31E9CCAAFF28}"/>
              </a:ext>
            </a:extLst>
          </p:cNvPr>
          <p:cNvSpPr/>
          <p:nvPr/>
        </p:nvSpPr>
        <p:spPr>
          <a:xfrm>
            <a:off x="5689600" y="2239082"/>
            <a:ext cx="6362700" cy="3691818"/>
          </a:xfrm>
          <a:prstGeom prst="roundRect">
            <a:avLst>
              <a:gd name="adj" fmla="val 875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Challenge #C1 </a:t>
            </a:r>
            <a:br>
              <a:rPr lang="en-US" dirty="0"/>
            </a:br>
            <a:r>
              <a:rPr lang="en-US" dirty="0"/>
              <a:t>Catching attention</a:t>
            </a:r>
          </a:p>
        </p:txBody>
      </p:sp>
      <p:sp>
        <p:nvSpPr>
          <p:cNvPr id="5" name="ZoneTexte 4">
            <a:extLst>
              <a:ext uri="{FF2B5EF4-FFF2-40B4-BE49-F238E27FC236}">
                <a16:creationId xmlns:a16="http://schemas.microsoft.com/office/drawing/2014/main" id="{B7405D46-AAC0-4D2F-B694-FD7ACE0270C0}"/>
              </a:ext>
            </a:extLst>
          </p:cNvPr>
          <p:cNvSpPr txBox="1"/>
          <p:nvPr/>
        </p:nvSpPr>
        <p:spPr>
          <a:xfrm>
            <a:off x="6682432" y="2533424"/>
            <a:ext cx="2546449" cy="3139321"/>
          </a:xfrm>
          <a:prstGeom prst="rect">
            <a:avLst/>
          </a:prstGeom>
          <a:noFill/>
        </p:spPr>
        <p:txBody>
          <a:bodyPr wrap="square" rtlCol="0">
            <a:spAutoFit/>
          </a:bodyPr>
          <a:lstStyle/>
          <a:p>
            <a:r>
              <a:rPr lang="en-US" b="1" dirty="0"/>
              <a:t>46 notifications </a:t>
            </a:r>
            <a:r>
              <a:rPr lang="en-US" dirty="0"/>
              <a:t>per day</a:t>
            </a:r>
          </a:p>
          <a:p>
            <a:endParaRPr lang="en-US" dirty="0"/>
          </a:p>
          <a:p>
            <a:endParaRPr lang="en-US" dirty="0"/>
          </a:p>
          <a:p>
            <a:r>
              <a:rPr lang="en-US" b="1" dirty="0"/>
              <a:t>39 e-mails </a:t>
            </a:r>
            <a:r>
              <a:rPr lang="en-US" dirty="0"/>
              <a:t>per day</a:t>
            </a:r>
          </a:p>
          <a:p>
            <a:endParaRPr lang="en-US" dirty="0"/>
          </a:p>
          <a:p>
            <a:endParaRPr lang="en-US" dirty="0"/>
          </a:p>
          <a:p>
            <a:endParaRPr lang="en-US" dirty="0"/>
          </a:p>
          <a:p>
            <a:r>
              <a:rPr lang="en-US" dirty="0"/>
              <a:t>Attention span </a:t>
            </a:r>
            <a:r>
              <a:rPr lang="en-US" b="1" dirty="0"/>
              <a:t>&lt; 10 seconds</a:t>
            </a:r>
            <a:r>
              <a:rPr lang="en-US" dirty="0"/>
              <a:t> in online videos</a:t>
            </a:r>
          </a:p>
        </p:txBody>
      </p:sp>
      <p:sp>
        <p:nvSpPr>
          <p:cNvPr id="7" name="ZoneTexte 6">
            <a:extLst>
              <a:ext uri="{FF2B5EF4-FFF2-40B4-BE49-F238E27FC236}">
                <a16:creationId xmlns:a16="http://schemas.microsoft.com/office/drawing/2014/main" id="{8355014B-F103-4460-80BD-ACDECC9BA4FE}"/>
              </a:ext>
            </a:extLst>
          </p:cNvPr>
          <p:cNvSpPr txBox="1"/>
          <p:nvPr/>
        </p:nvSpPr>
        <p:spPr>
          <a:xfrm>
            <a:off x="0" y="6082012"/>
            <a:ext cx="8806648" cy="738664"/>
          </a:xfrm>
          <a:prstGeom prst="rect">
            <a:avLst/>
          </a:prstGeom>
          <a:noFill/>
        </p:spPr>
        <p:txBody>
          <a:bodyPr wrap="square">
            <a:spAutoFit/>
          </a:bodyPr>
          <a:lstStyle/>
          <a:p>
            <a:r>
              <a:rPr lang="en-US" sz="600" dirty="0">
                <a:hlinkClick r:id="rId3"/>
              </a:rPr>
              <a:t>https://www.businessofapps.com/marketplace/push-notifications/research/push-notifications-statistics/#:~:text=The%20average%20US%20smartphone%20user%20gets%2046%20push,10%25%20of%20users%20to%20disable%20app%20push%20notifications</a:t>
            </a:r>
            <a:r>
              <a:rPr lang="en-US" sz="600" dirty="0"/>
              <a:t>.</a:t>
            </a:r>
          </a:p>
          <a:p>
            <a:r>
              <a:rPr lang="en-US" sz="600" dirty="0"/>
              <a:t> </a:t>
            </a:r>
            <a:r>
              <a:rPr lang="en-US" sz="600" dirty="0">
                <a:hlinkClick r:id="rId4"/>
              </a:rPr>
              <a:t>https://www.campaignmonitor.com/blog/email-marketing/2019/05/shocking-truth-about-how-many-emails-sent/#:~:text=At%20a%20personal%20level%2C%20DMR%20reports%20show%20that,convey%20some%20form%20of%20value%20to%20the%20recipient</a:t>
            </a:r>
            <a:r>
              <a:rPr lang="en-US" sz="600" dirty="0"/>
              <a:t>.</a:t>
            </a:r>
          </a:p>
          <a:p>
            <a:r>
              <a:rPr lang="en-US" sz="600" dirty="0">
                <a:hlinkClick r:id="rId5"/>
              </a:rPr>
              <a:t>https://www.arobase.org/actu/chiffres-email.htm#:~:text=Nombre%20de%20mails%20envoy%C3%A9s%20chaque%20jour.%20Monde%20%3A,Internaute.%20Dans%20le%20monde%20%3A%201%2C7%20en%202015</a:t>
            </a:r>
            <a:endParaRPr lang="en-US" sz="600" dirty="0"/>
          </a:p>
          <a:p>
            <a:endParaRPr lang="en-US" sz="600" dirty="0"/>
          </a:p>
          <a:p>
            <a:endParaRPr lang="en-US" sz="600" dirty="0"/>
          </a:p>
        </p:txBody>
      </p:sp>
      <p:grpSp>
        <p:nvGrpSpPr>
          <p:cNvPr id="96" name="Groupe 95">
            <a:extLst>
              <a:ext uri="{FF2B5EF4-FFF2-40B4-BE49-F238E27FC236}">
                <a16:creationId xmlns:a16="http://schemas.microsoft.com/office/drawing/2014/main" id="{77FB372F-5DE4-4964-85C0-A00EA6A3E1E9}"/>
              </a:ext>
            </a:extLst>
          </p:cNvPr>
          <p:cNvGrpSpPr/>
          <p:nvPr/>
        </p:nvGrpSpPr>
        <p:grpSpPr>
          <a:xfrm>
            <a:off x="9038757" y="3477735"/>
            <a:ext cx="2917701" cy="848590"/>
            <a:chOff x="4044446" y="3253735"/>
            <a:chExt cx="3689269" cy="1072995"/>
          </a:xfrm>
        </p:grpSpPr>
        <p:pic>
          <p:nvPicPr>
            <p:cNvPr id="8" name="Graphique 7" descr="Adresse de courrier avec un remplissage uni">
              <a:extLst>
                <a:ext uri="{FF2B5EF4-FFF2-40B4-BE49-F238E27FC236}">
                  <a16:creationId xmlns:a16="http://schemas.microsoft.com/office/drawing/2014/main" id="{53E95A32-1F6D-49C1-9E3D-E5B35E54EA9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805706"/>
              <a:ext cx="267708" cy="267708"/>
            </a:xfrm>
            <a:prstGeom prst="rect">
              <a:avLst/>
            </a:prstGeom>
          </p:spPr>
        </p:pic>
        <p:pic>
          <p:nvPicPr>
            <p:cNvPr id="9" name="Graphique 8" descr="Adresse de courrier avec un remplissage uni">
              <a:extLst>
                <a:ext uri="{FF2B5EF4-FFF2-40B4-BE49-F238E27FC236}">
                  <a16:creationId xmlns:a16="http://schemas.microsoft.com/office/drawing/2014/main" id="{04A2E08F-2554-4C07-88D6-0EC6868A9A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805706"/>
              <a:ext cx="267708" cy="267708"/>
            </a:xfrm>
            <a:prstGeom prst="rect">
              <a:avLst/>
            </a:prstGeom>
          </p:spPr>
        </p:pic>
        <p:pic>
          <p:nvPicPr>
            <p:cNvPr id="10" name="Graphique 9" descr="Adresse de courrier avec un remplissage uni">
              <a:extLst>
                <a:ext uri="{FF2B5EF4-FFF2-40B4-BE49-F238E27FC236}">
                  <a16:creationId xmlns:a16="http://schemas.microsoft.com/office/drawing/2014/main" id="{0961C163-F25E-4744-84E7-B90AFFAF48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805706"/>
              <a:ext cx="267708" cy="267708"/>
            </a:xfrm>
            <a:prstGeom prst="rect">
              <a:avLst/>
            </a:prstGeom>
          </p:spPr>
        </p:pic>
        <p:pic>
          <p:nvPicPr>
            <p:cNvPr id="11" name="Graphique 10" descr="Adresse de courrier avec un remplissage uni">
              <a:extLst>
                <a:ext uri="{FF2B5EF4-FFF2-40B4-BE49-F238E27FC236}">
                  <a16:creationId xmlns:a16="http://schemas.microsoft.com/office/drawing/2014/main" id="{5DF893C1-F515-4DB5-90ED-1F15313BA2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805706"/>
              <a:ext cx="267708" cy="267708"/>
            </a:xfrm>
            <a:prstGeom prst="rect">
              <a:avLst/>
            </a:prstGeom>
          </p:spPr>
        </p:pic>
        <p:pic>
          <p:nvPicPr>
            <p:cNvPr id="12" name="Graphique 11" descr="Adresse de courrier avec un remplissage uni">
              <a:extLst>
                <a:ext uri="{FF2B5EF4-FFF2-40B4-BE49-F238E27FC236}">
                  <a16:creationId xmlns:a16="http://schemas.microsoft.com/office/drawing/2014/main" id="{6E600374-7A34-46BE-901E-FFF142F6F0F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805706"/>
              <a:ext cx="267708" cy="267708"/>
            </a:xfrm>
            <a:prstGeom prst="rect">
              <a:avLst/>
            </a:prstGeom>
          </p:spPr>
        </p:pic>
        <p:pic>
          <p:nvPicPr>
            <p:cNvPr id="13" name="Graphique 12" descr="Adresse de courrier avec un remplissage uni">
              <a:extLst>
                <a:ext uri="{FF2B5EF4-FFF2-40B4-BE49-F238E27FC236}">
                  <a16:creationId xmlns:a16="http://schemas.microsoft.com/office/drawing/2014/main" id="{077E6637-9FCE-4D2E-98E1-9CF851643A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805706"/>
              <a:ext cx="267708" cy="267708"/>
            </a:xfrm>
            <a:prstGeom prst="rect">
              <a:avLst/>
            </a:prstGeom>
          </p:spPr>
        </p:pic>
        <p:pic>
          <p:nvPicPr>
            <p:cNvPr id="14" name="Graphique 13" descr="Adresse de courrier avec un remplissage uni">
              <a:extLst>
                <a:ext uri="{FF2B5EF4-FFF2-40B4-BE49-F238E27FC236}">
                  <a16:creationId xmlns:a16="http://schemas.microsoft.com/office/drawing/2014/main" id="{CE3A9BA2-5E9A-4A51-B231-0B99948FFB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805706"/>
              <a:ext cx="267708" cy="267708"/>
            </a:xfrm>
            <a:prstGeom prst="rect">
              <a:avLst/>
            </a:prstGeom>
          </p:spPr>
        </p:pic>
        <p:pic>
          <p:nvPicPr>
            <p:cNvPr id="15" name="Graphique 14" descr="Adresse de courrier avec un remplissage uni">
              <a:extLst>
                <a:ext uri="{FF2B5EF4-FFF2-40B4-BE49-F238E27FC236}">
                  <a16:creationId xmlns:a16="http://schemas.microsoft.com/office/drawing/2014/main" id="{18D11A13-3624-4827-ACDB-359C3DDFCA3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805706"/>
              <a:ext cx="267708" cy="267708"/>
            </a:xfrm>
            <a:prstGeom prst="rect">
              <a:avLst/>
            </a:prstGeom>
          </p:spPr>
        </p:pic>
        <p:pic>
          <p:nvPicPr>
            <p:cNvPr id="16" name="Graphique 15" descr="Adresse de courrier avec un remplissage uni">
              <a:extLst>
                <a:ext uri="{FF2B5EF4-FFF2-40B4-BE49-F238E27FC236}">
                  <a16:creationId xmlns:a16="http://schemas.microsoft.com/office/drawing/2014/main" id="{26C94FD4-545B-4E86-AD8A-B9ABCE0677E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51441" y="4059022"/>
              <a:ext cx="267708" cy="267708"/>
            </a:xfrm>
            <a:prstGeom prst="rect">
              <a:avLst/>
            </a:prstGeom>
          </p:spPr>
        </p:pic>
        <p:pic>
          <p:nvPicPr>
            <p:cNvPr id="17" name="Graphique 16" descr="Adresse de courrier avec un remplissage uni">
              <a:extLst>
                <a:ext uri="{FF2B5EF4-FFF2-40B4-BE49-F238E27FC236}">
                  <a16:creationId xmlns:a16="http://schemas.microsoft.com/office/drawing/2014/main" id="{7B435CBA-53D8-437B-8301-E654603282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91358" y="4059022"/>
              <a:ext cx="267708" cy="267708"/>
            </a:xfrm>
            <a:prstGeom prst="rect">
              <a:avLst/>
            </a:prstGeom>
          </p:spPr>
        </p:pic>
        <p:pic>
          <p:nvPicPr>
            <p:cNvPr id="18" name="Graphique 17" descr="Adresse de courrier avec un remplissage uni">
              <a:extLst>
                <a:ext uri="{FF2B5EF4-FFF2-40B4-BE49-F238E27FC236}">
                  <a16:creationId xmlns:a16="http://schemas.microsoft.com/office/drawing/2014/main" id="{B0E6C77E-D24B-42A1-8BCF-FCDC6E58C6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9236" y="4059022"/>
              <a:ext cx="267708" cy="267708"/>
            </a:xfrm>
            <a:prstGeom prst="rect">
              <a:avLst/>
            </a:prstGeom>
          </p:spPr>
        </p:pic>
        <p:pic>
          <p:nvPicPr>
            <p:cNvPr id="19" name="Graphique 18" descr="Adresse de courrier avec un remplissage uni">
              <a:extLst>
                <a:ext uri="{FF2B5EF4-FFF2-40B4-BE49-F238E27FC236}">
                  <a16:creationId xmlns:a16="http://schemas.microsoft.com/office/drawing/2014/main" id="{EC4E8244-39B7-40B3-9CA4-C583B62ADC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9153" y="4059022"/>
              <a:ext cx="267708" cy="267708"/>
            </a:xfrm>
            <a:prstGeom prst="rect">
              <a:avLst/>
            </a:prstGeom>
          </p:spPr>
        </p:pic>
        <p:pic>
          <p:nvPicPr>
            <p:cNvPr id="20" name="Graphique 19" descr="Adresse de courrier avec un remplissage uni">
              <a:extLst>
                <a:ext uri="{FF2B5EF4-FFF2-40B4-BE49-F238E27FC236}">
                  <a16:creationId xmlns:a16="http://schemas.microsoft.com/office/drawing/2014/main" id="{978F5C79-0E9E-4379-8786-8917CDDE12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7031" y="4059022"/>
              <a:ext cx="267708" cy="267708"/>
            </a:xfrm>
            <a:prstGeom prst="rect">
              <a:avLst/>
            </a:prstGeom>
          </p:spPr>
        </p:pic>
        <p:pic>
          <p:nvPicPr>
            <p:cNvPr id="21" name="Graphique 20" descr="Adresse de courrier avec un remplissage uni">
              <a:extLst>
                <a:ext uri="{FF2B5EF4-FFF2-40B4-BE49-F238E27FC236}">
                  <a16:creationId xmlns:a16="http://schemas.microsoft.com/office/drawing/2014/main" id="{A9BF7B09-0415-4795-A4B8-D483A6EB80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66949" y="4059022"/>
              <a:ext cx="267708" cy="267708"/>
            </a:xfrm>
            <a:prstGeom prst="rect">
              <a:avLst/>
            </a:prstGeom>
          </p:spPr>
        </p:pic>
        <p:pic>
          <p:nvPicPr>
            <p:cNvPr id="22" name="Graphique 21" descr="Adresse de courrier avec un remplissage uni">
              <a:extLst>
                <a:ext uri="{FF2B5EF4-FFF2-40B4-BE49-F238E27FC236}">
                  <a16:creationId xmlns:a16="http://schemas.microsoft.com/office/drawing/2014/main" id="{D1FD7875-EA3B-49DB-9152-12C403EF9A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14826" y="4059022"/>
              <a:ext cx="267708" cy="267708"/>
            </a:xfrm>
            <a:prstGeom prst="rect">
              <a:avLst/>
            </a:prstGeom>
          </p:spPr>
        </p:pic>
        <p:pic>
          <p:nvPicPr>
            <p:cNvPr id="23" name="Graphique 22" descr="Adresse de courrier avec un remplissage uni">
              <a:extLst>
                <a:ext uri="{FF2B5EF4-FFF2-40B4-BE49-F238E27FC236}">
                  <a16:creationId xmlns:a16="http://schemas.microsoft.com/office/drawing/2014/main" id="{C9FD10C4-664F-4100-854D-8714827B54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54744" y="4059022"/>
              <a:ext cx="267708" cy="267708"/>
            </a:xfrm>
            <a:prstGeom prst="rect">
              <a:avLst/>
            </a:prstGeom>
          </p:spPr>
        </p:pic>
        <p:pic>
          <p:nvPicPr>
            <p:cNvPr id="26" name="Graphique 25" descr="Adresse de courrier avec un remplissage uni">
              <a:extLst>
                <a:ext uri="{FF2B5EF4-FFF2-40B4-BE49-F238E27FC236}">
                  <a16:creationId xmlns:a16="http://schemas.microsoft.com/office/drawing/2014/main" id="{F61AA089-4274-4C78-96CC-481635888B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798510"/>
              <a:ext cx="267708" cy="267708"/>
            </a:xfrm>
            <a:prstGeom prst="rect">
              <a:avLst/>
            </a:prstGeom>
          </p:spPr>
        </p:pic>
        <p:pic>
          <p:nvPicPr>
            <p:cNvPr id="27" name="Graphique 26" descr="Adresse de courrier avec un remplissage uni">
              <a:extLst>
                <a:ext uri="{FF2B5EF4-FFF2-40B4-BE49-F238E27FC236}">
                  <a16:creationId xmlns:a16="http://schemas.microsoft.com/office/drawing/2014/main" id="{897601BD-0863-4542-B453-3790317881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798510"/>
              <a:ext cx="267708" cy="267708"/>
            </a:xfrm>
            <a:prstGeom prst="rect">
              <a:avLst/>
            </a:prstGeom>
          </p:spPr>
        </p:pic>
        <p:pic>
          <p:nvPicPr>
            <p:cNvPr id="28" name="Graphique 27" descr="Adresse de courrier avec un remplissage uni">
              <a:extLst>
                <a:ext uri="{FF2B5EF4-FFF2-40B4-BE49-F238E27FC236}">
                  <a16:creationId xmlns:a16="http://schemas.microsoft.com/office/drawing/2014/main" id="{C4A94246-833E-4B3D-9BBC-26D920ABAD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798510"/>
              <a:ext cx="267708" cy="267708"/>
            </a:xfrm>
            <a:prstGeom prst="rect">
              <a:avLst/>
            </a:prstGeom>
          </p:spPr>
        </p:pic>
        <p:pic>
          <p:nvPicPr>
            <p:cNvPr id="29" name="Graphique 28" descr="Adresse de courrier avec un remplissage uni">
              <a:extLst>
                <a:ext uri="{FF2B5EF4-FFF2-40B4-BE49-F238E27FC236}">
                  <a16:creationId xmlns:a16="http://schemas.microsoft.com/office/drawing/2014/main" id="{8E89FCA3-9F15-41EF-8FB3-BA6B9214F56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798510"/>
              <a:ext cx="267708" cy="267708"/>
            </a:xfrm>
            <a:prstGeom prst="rect">
              <a:avLst/>
            </a:prstGeom>
          </p:spPr>
        </p:pic>
        <p:pic>
          <p:nvPicPr>
            <p:cNvPr id="30" name="Graphique 29" descr="Adresse de courrier avec un remplissage uni">
              <a:extLst>
                <a:ext uri="{FF2B5EF4-FFF2-40B4-BE49-F238E27FC236}">
                  <a16:creationId xmlns:a16="http://schemas.microsoft.com/office/drawing/2014/main" id="{64A38C06-FEFE-4C8E-A97D-7FC9B7105A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798510"/>
              <a:ext cx="267708" cy="267708"/>
            </a:xfrm>
            <a:prstGeom prst="rect">
              <a:avLst/>
            </a:prstGeom>
          </p:spPr>
        </p:pic>
        <p:pic>
          <p:nvPicPr>
            <p:cNvPr id="31" name="Graphique 30" descr="Adresse de courrier avec un remplissage uni">
              <a:extLst>
                <a:ext uri="{FF2B5EF4-FFF2-40B4-BE49-F238E27FC236}">
                  <a16:creationId xmlns:a16="http://schemas.microsoft.com/office/drawing/2014/main" id="{7024577B-05F3-447E-84F2-BFC7A39423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798510"/>
              <a:ext cx="267708" cy="267708"/>
            </a:xfrm>
            <a:prstGeom prst="rect">
              <a:avLst/>
            </a:prstGeom>
          </p:spPr>
        </p:pic>
        <p:pic>
          <p:nvPicPr>
            <p:cNvPr id="32" name="Graphique 31" descr="Adresse de courrier avec un remplissage uni">
              <a:extLst>
                <a:ext uri="{FF2B5EF4-FFF2-40B4-BE49-F238E27FC236}">
                  <a16:creationId xmlns:a16="http://schemas.microsoft.com/office/drawing/2014/main" id="{7569B7AB-41BF-4BA7-B4A4-6FF8007E86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798510"/>
              <a:ext cx="267708" cy="267708"/>
            </a:xfrm>
            <a:prstGeom prst="rect">
              <a:avLst/>
            </a:prstGeom>
          </p:spPr>
        </p:pic>
        <p:pic>
          <p:nvPicPr>
            <p:cNvPr id="34" name="Graphique 33" descr="Adresse de courrier avec un remplissage uni">
              <a:extLst>
                <a:ext uri="{FF2B5EF4-FFF2-40B4-BE49-F238E27FC236}">
                  <a16:creationId xmlns:a16="http://schemas.microsoft.com/office/drawing/2014/main" id="{7B792D6D-040E-45C1-8147-4151B1F4BB5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9616" y="4051826"/>
              <a:ext cx="267708" cy="267708"/>
            </a:xfrm>
            <a:prstGeom prst="rect">
              <a:avLst/>
            </a:prstGeom>
          </p:spPr>
        </p:pic>
        <p:pic>
          <p:nvPicPr>
            <p:cNvPr id="35" name="Graphique 34" descr="Adresse de courrier avec un remplissage uni">
              <a:extLst>
                <a:ext uri="{FF2B5EF4-FFF2-40B4-BE49-F238E27FC236}">
                  <a16:creationId xmlns:a16="http://schemas.microsoft.com/office/drawing/2014/main" id="{DB14E58F-F2A4-44F2-8B9A-B39B45D882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9533" y="4051826"/>
              <a:ext cx="267708" cy="267708"/>
            </a:xfrm>
            <a:prstGeom prst="rect">
              <a:avLst/>
            </a:prstGeom>
          </p:spPr>
        </p:pic>
        <p:pic>
          <p:nvPicPr>
            <p:cNvPr id="36" name="Graphique 35" descr="Adresse de courrier avec un remplissage uni">
              <a:extLst>
                <a:ext uri="{FF2B5EF4-FFF2-40B4-BE49-F238E27FC236}">
                  <a16:creationId xmlns:a16="http://schemas.microsoft.com/office/drawing/2014/main" id="{834CFFC3-EA83-4AE4-8736-3EAF3D1960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7411" y="4051826"/>
              <a:ext cx="267708" cy="267708"/>
            </a:xfrm>
            <a:prstGeom prst="rect">
              <a:avLst/>
            </a:prstGeom>
          </p:spPr>
        </p:pic>
        <p:pic>
          <p:nvPicPr>
            <p:cNvPr id="37" name="Graphique 36" descr="Adresse de courrier avec un remplissage uni">
              <a:extLst>
                <a:ext uri="{FF2B5EF4-FFF2-40B4-BE49-F238E27FC236}">
                  <a16:creationId xmlns:a16="http://schemas.microsoft.com/office/drawing/2014/main" id="{E5AD2447-E0CA-4F8D-874A-7E4B755AFE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328" y="4051826"/>
              <a:ext cx="267708" cy="267708"/>
            </a:xfrm>
            <a:prstGeom prst="rect">
              <a:avLst/>
            </a:prstGeom>
          </p:spPr>
        </p:pic>
        <p:pic>
          <p:nvPicPr>
            <p:cNvPr id="38" name="Graphique 37" descr="Adresse de courrier avec un remplissage uni">
              <a:extLst>
                <a:ext uri="{FF2B5EF4-FFF2-40B4-BE49-F238E27FC236}">
                  <a16:creationId xmlns:a16="http://schemas.microsoft.com/office/drawing/2014/main" id="{5FDBA78E-F42F-463E-9029-D8A96D00766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5206" y="4051826"/>
              <a:ext cx="267708" cy="267708"/>
            </a:xfrm>
            <a:prstGeom prst="rect">
              <a:avLst/>
            </a:prstGeom>
          </p:spPr>
        </p:pic>
        <p:pic>
          <p:nvPicPr>
            <p:cNvPr id="39" name="Graphique 38" descr="Adresse de courrier avec un remplissage uni">
              <a:extLst>
                <a:ext uri="{FF2B5EF4-FFF2-40B4-BE49-F238E27FC236}">
                  <a16:creationId xmlns:a16="http://schemas.microsoft.com/office/drawing/2014/main" id="{3DD047A2-C413-4775-ACD9-DAA0573FF7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25124" y="4051826"/>
              <a:ext cx="267708" cy="267708"/>
            </a:xfrm>
            <a:prstGeom prst="rect">
              <a:avLst/>
            </a:prstGeom>
          </p:spPr>
        </p:pic>
        <p:pic>
          <p:nvPicPr>
            <p:cNvPr id="61" name="Graphique 60" descr="Adresse de courrier avec un remplissage uni">
              <a:extLst>
                <a:ext uri="{FF2B5EF4-FFF2-40B4-BE49-F238E27FC236}">
                  <a16:creationId xmlns:a16="http://schemas.microsoft.com/office/drawing/2014/main" id="{348BA8D4-1B47-45A4-9891-AE486BCCA7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527066"/>
              <a:ext cx="267708" cy="267708"/>
            </a:xfrm>
            <a:prstGeom prst="rect">
              <a:avLst/>
            </a:prstGeom>
          </p:spPr>
        </p:pic>
        <p:pic>
          <p:nvPicPr>
            <p:cNvPr id="62" name="Graphique 61" descr="Adresse de courrier avec un remplissage uni">
              <a:extLst>
                <a:ext uri="{FF2B5EF4-FFF2-40B4-BE49-F238E27FC236}">
                  <a16:creationId xmlns:a16="http://schemas.microsoft.com/office/drawing/2014/main" id="{0794751A-5589-4B9A-88C1-0AEB8AFDBED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527066"/>
              <a:ext cx="267708" cy="267708"/>
            </a:xfrm>
            <a:prstGeom prst="rect">
              <a:avLst/>
            </a:prstGeom>
          </p:spPr>
        </p:pic>
        <p:pic>
          <p:nvPicPr>
            <p:cNvPr id="63" name="Graphique 62" descr="Adresse de courrier avec un remplissage uni">
              <a:extLst>
                <a:ext uri="{FF2B5EF4-FFF2-40B4-BE49-F238E27FC236}">
                  <a16:creationId xmlns:a16="http://schemas.microsoft.com/office/drawing/2014/main" id="{597CDA0D-9372-4A64-A121-D446D9F404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527066"/>
              <a:ext cx="267708" cy="267708"/>
            </a:xfrm>
            <a:prstGeom prst="rect">
              <a:avLst/>
            </a:prstGeom>
          </p:spPr>
        </p:pic>
        <p:pic>
          <p:nvPicPr>
            <p:cNvPr id="64" name="Graphique 63" descr="Adresse de courrier avec un remplissage uni">
              <a:extLst>
                <a:ext uri="{FF2B5EF4-FFF2-40B4-BE49-F238E27FC236}">
                  <a16:creationId xmlns:a16="http://schemas.microsoft.com/office/drawing/2014/main" id="{6C5AC531-D208-4A22-B711-DF4BF816B9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527066"/>
              <a:ext cx="267708" cy="267708"/>
            </a:xfrm>
            <a:prstGeom prst="rect">
              <a:avLst/>
            </a:prstGeom>
          </p:spPr>
        </p:pic>
        <p:pic>
          <p:nvPicPr>
            <p:cNvPr id="65" name="Graphique 64" descr="Adresse de courrier avec un remplissage uni">
              <a:extLst>
                <a:ext uri="{FF2B5EF4-FFF2-40B4-BE49-F238E27FC236}">
                  <a16:creationId xmlns:a16="http://schemas.microsoft.com/office/drawing/2014/main" id="{4453EF6A-4DB4-49C4-B13E-838CB8A06FD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527066"/>
              <a:ext cx="267708" cy="267708"/>
            </a:xfrm>
            <a:prstGeom prst="rect">
              <a:avLst/>
            </a:prstGeom>
          </p:spPr>
        </p:pic>
        <p:pic>
          <p:nvPicPr>
            <p:cNvPr id="66" name="Graphique 65" descr="Adresse de courrier avec un remplissage uni">
              <a:extLst>
                <a:ext uri="{FF2B5EF4-FFF2-40B4-BE49-F238E27FC236}">
                  <a16:creationId xmlns:a16="http://schemas.microsoft.com/office/drawing/2014/main" id="{83A6DCB0-3D62-4F7E-8E78-03E242D46F1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527066"/>
              <a:ext cx="267708" cy="267708"/>
            </a:xfrm>
            <a:prstGeom prst="rect">
              <a:avLst/>
            </a:prstGeom>
          </p:spPr>
        </p:pic>
        <p:pic>
          <p:nvPicPr>
            <p:cNvPr id="67" name="Graphique 66" descr="Adresse de courrier avec un remplissage uni">
              <a:extLst>
                <a:ext uri="{FF2B5EF4-FFF2-40B4-BE49-F238E27FC236}">
                  <a16:creationId xmlns:a16="http://schemas.microsoft.com/office/drawing/2014/main" id="{CC1FBE49-AC51-4390-9AA6-1319E8685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527066"/>
              <a:ext cx="267708" cy="267708"/>
            </a:xfrm>
            <a:prstGeom prst="rect">
              <a:avLst/>
            </a:prstGeom>
          </p:spPr>
        </p:pic>
        <p:pic>
          <p:nvPicPr>
            <p:cNvPr id="68" name="Graphique 67" descr="Adresse de courrier avec un remplissage uni">
              <a:extLst>
                <a:ext uri="{FF2B5EF4-FFF2-40B4-BE49-F238E27FC236}">
                  <a16:creationId xmlns:a16="http://schemas.microsoft.com/office/drawing/2014/main" id="{955B35D3-BE17-48E9-A66E-C580459223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527066"/>
              <a:ext cx="267708" cy="267708"/>
            </a:xfrm>
            <a:prstGeom prst="rect">
              <a:avLst/>
            </a:prstGeom>
          </p:spPr>
        </p:pic>
        <p:pic>
          <p:nvPicPr>
            <p:cNvPr id="69" name="Graphique 68" descr="Adresse de courrier avec un remplissage uni">
              <a:extLst>
                <a:ext uri="{FF2B5EF4-FFF2-40B4-BE49-F238E27FC236}">
                  <a16:creationId xmlns:a16="http://schemas.microsoft.com/office/drawing/2014/main" id="{4BB582E5-1335-4400-B064-7062FC7FB4E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519870"/>
              <a:ext cx="267708" cy="267708"/>
            </a:xfrm>
            <a:prstGeom prst="rect">
              <a:avLst/>
            </a:prstGeom>
          </p:spPr>
        </p:pic>
        <p:pic>
          <p:nvPicPr>
            <p:cNvPr id="70" name="Graphique 69" descr="Adresse de courrier avec un remplissage uni">
              <a:extLst>
                <a:ext uri="{FF2B5EF4-FFF2-40B4-BE49-F238E27FC236}">
                  <a16:creationId xmlns:a16="http://schemas.microsoft.com/office/drawing/2014/main" id="{26E121D4-3E02-4553-B54D-5ADEED9184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519870"/>
              <a:ext cx="267708" cy="267708"/>
            </a:xfrm>
            <a:prstGeom prst="rect">
              <a:avLst/>
            </a:prstGeom>
          </p:spPr>
        </p:pic>
        <p:pic>
          <p:nvPicPr>
            <p:cNvPr id="71" name="Graphique 70" descr="Adresse de courrier avec un remplissage uni">
              <a:extLst>
                <a:ext uri="{FF2B5EF4-FFF2-40B4-BE49-F238E27FC236}">
                  <a16:creationId xmlns:a16="http://schemas.microsoft.com/office/drawing/2014/main" id="{5779D44F-0760-46D8-8630-C987E8951D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519870"/>
              <a:ext cx="267708" cy="267708"/>
            </a:xfrm>
            <a:prstGeom prst="rect">
              <a:avLst/>
            </a:prstGeom>
          </p:spPr>
        </p:pic>
        <p:pic>
          <p:nvPicPr>
            <p:cNvPr id="72" name="Graphique 71" descr="Adresse de courrier avec un remplissage uni">
              <a:extLst>
                <a:ext uri="{FF2B5EF4-FFF2-40B4-BE49-F238E27FC236}">
                  <a16:creationId xmlns:a16="http://schemas.microsoft.com/office/drawing/2014/main" id="{5B60258C-1A13-4AFB-B1C7-B01CC21A6E1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519870"/>
              <a:ext cx="267708" cy="267708"/>
            </a:xfrm>
            <a:prstGeom prst="rect">
              <a:avLst/>
            </a:prstGeom>
          </p:spPr>
        </p:pic>
        <p:pic>
          <p:nvPicPr>
            <p:cNvPr id="73" name="Graphique 72" descr="Adresse de courrier avec un remplissage uni">
              <a:extLst>
                <a:ext uri="{FF2B5EF4-FFF2-40B4-BE49-F238E27FC236}">
                  <a16:creationId xmlns:a16="http://schemas.microsoft.com/office/drawing/2014/main" id="{0CF251A7-1515-4FA6-B4FE-F40C66A53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519870"/>
              <a:ext cx="267708" cy="267708"/>
            </a:xfrm>
            <a:prstGeom prst="rect">
              <a:avLst/>
            </a:prstGeom>
          </p:spPr>
        </p:pic>
        <p:pic>
          <p:nvPicPr>
            <p:cNvPr id="74" name="Graphique 73" descr="Adresse de courrier avec un remplissage uni">
              <a:extLst>
                <a:ext uri="{FF2B5EF4-FFF2-40B4-BE49-F238E27FC236}">
                  <a16:creationId xmlns:a16="http://schemas.microsoft.com/office/drawing/2014/main" id="{211AD7E7-DE9A-4AE8-8AEB-EB8F4BAD10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519870"/>
              <a:ext cx="267708" cy="267708"/>
            </a:xfrm>
            <a:prstGeom prst="rect">
              <a:avLst/>
            </a:prstGeom>
          </p:spPr>
        </p:pic>
        <p:pic>
          <p:nvPicPr>
            <p:cNvPr id="75" name="Graphique 74" descr="Adresse de courrier avec un remplissage uni">
              <a:extLst>
                <a:ext uri="{FF2B5EF4-FFF2-40B4-BE49-F238E27FC236}">
                  <a16:creationId xmlns:a16="http://schemas.microsoft.com/office/drawing/2014/main" id="{B9DB91FB-BF09-4452-9169-C59B014499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519870"/>
              <a:ext cx="267708" cy="267708"/>
            </a:xfrm>
            <a:prstGeom prst="rect">
              <a:avLst/>
            </a:prstGeom>
          </p:spPr>
        </p:pic>
        <p:pic>
          <p:nvPicPr>
            <p:cNvPr id="76" name="Graphique 75" descr="Adresse de courrier avec un remplissage uni">
              <a:extLst>
                <a:ext uri="{FF2B5EF4-FFF2-40B4-BE49-F238E27FC236}">
                  <a16:creationId xmlns:a16="http://schemas.microsoft.com/office/drawing/2014/main" id="{C9FA90EF-9914-47A3-869C-C1E57FFE77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260931"/>
              <a:ext cx="267708" cy="267708"/>
            </a:xfrm>
            <a:prstGeom prst="rect">
              <a:avLst/>
            </a:prstGeom>
          </p:spPr>
        </p:pic>
        <p:pic>
          <p:nvPicPr>
            <p:cNvPr id="77" name="Graphique 76" descr="Adresse de courrier avec un remplissage uni">
              <a:extLst>
                <a:ext uri="{FF2B5EF4-FFF2-40B4-BE49-F238E27FC236}">
                  <a16:creationId xmlns:a16="http://schemas.microsoft.com/office/drawing/2014/main" id="{189B88AF-458E-46CE-9EAA-9BC4135181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260931"/>
              <a:ext cx="267708" cy="267708"/>
            </a:xfrm>
            <a:prstGeom prst="rect">
              <a:avLst/>
            </a:prstGeom>
          </p:spPr>
        </p:pic>
        <p:pic>
          <p:nvPicPr>
            <p:cNvPr id="78" name="Graphique 77" descr="Adresse de courrier avec un remplissage uni">
              <a:extLst>
                <a:ext uri="{FF2B5EF4-FFF2-40B4-BE49-F238E27FC236}">
                  <a16:creationId xmlns:a16="http://schemas.microsoft.com/office/drawing/2014/main" id="{1E69E556-CFCA-4377-816D-DB0726D638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260931"/>
              <a:ext cx="267708" cy="267708"/>
            </a:xfrm>
            <a:prstGeom prst="rect">
              <a:avLst/>
            </a:prstGeom>
          </p:spPr>
        </p:pic>
        <p:pic>
          <p:nvPicPr>
            <p:cNvPr id="79" name="Graphique 78" descr="Adresse de courrier avec un remplissage uni">
              <a:extLst>
                <a:ext uri="{FF2B5EF4-FFF2-40B4-BE49-F238E27FC236}">
                  <a16:creationId xmlns:a16="http://schemas.microsoft.com/office/drawing/2014/main" id="{98F114C1-AD85-4F36-91F7-4B902FECA2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260931"/>
              <a:ext cx="267708" cy="267708"/>
            </a:xfrm>
            <a:prstGeom prst="rect">
              <a:avLst/>
            </a:prstGeom>
          </p:spPr>
        </p:pic>
        <p:pic>
          <p:nvPicPr>
            <p:cNvPr id="80" name="Graphique 79" descr="Adresse de courrier avec un remplissage uni">
              <a:extLst>
                <a:ext uri="{FF2B5EF4-FFF2-40B4-BE49-F238E27FC236}">
                  <a16:creationId xmlns:a16="http://schemas.microsoft.com/office/drawing/2014/main" id="{30080A85-5F33-41A2-AFB4-EEB56A7A29B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260931"/>
              <a:ext cx="267708" cy="267708"/>
            </a:xfrm>
            <a:prstGeom prst="rect">
              <a:avLst/>
            </a:prstGeom>
          </p:spPr>
        </p:pic>
        <p:pic>
          <p:nvPicPr>
            <p:cNvPr id="81" name="Graphique 80" descr="Adresse de courrier avec un remplissage uni">
              <a:extLst>
                <a:ext uri="{FF2B5EF4-FFF2-40B4-BE49-F238E27FC236}">
                  <a16:creationId xmlns:a16="http://schemas.microsoft.com/office/drawing/2014/main" id="{670E5781-9276-4262-84ED-B3C3C3C9B2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260931"/>
              <a:ext cx="267708" cy="267708"/>
            </a:xfrm>
            <a:prstGeom prst="rect">
              <a:avLst/>
            </a:prstGeom>
          </p:spPr>
        </p:pic>
        <p:pic>
          <p:nvPicPr>
            <p:cNvPr id="82" name="Graphique 81" descr="Adresse de courrier avec un remplissage uni">
              <a:extLst>
                <a:ext uri="{FF2B5EF4-FFF2-40B4-BE49-F238E27FC236}">
                  <a16:creationId xmlns:a16="http://schemas.microsoft.com/office/drawing/2014/main" id="{BA21026F-CAF9-446D-92CD-8D36392918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260931"/>
              <a:ext cx="267708" cy="267708"/>
            </a:xfrm>
            <a:prstGeom prst="rect">
              <a:avLst/>
            </a:prstGeom>
          </p:spPr>
        </p:pic>
        <p:pic>
          <p:nvPicPr>
            <p:cNvPr id="83" name="Graphique 82" descr="Adresse de courrier avec un remplissage uni">
              <a:extLst>
                <a:ext uri="{FF2B5EF4-FFF2-40B4-BE49-F238E27FC236}">
                  <a16:creationId xmlns:a16="http://schemas.microsoft.com/office/drawing/2014/main" id="{AAFA0C51-57E0-4953-9D41-D012AB03D1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260931"/>
              <a:ext cx="267708" cy="267708"/>
            </a:xfrm>
            <a:prstGeom prst="rect">
              <a:avLst/>
            </a:prstGeom>
          </p:spPr>
        </p:pic>
        <p:pic>
          <p:nvPicPr>
            <p:cNvPr id="84" name="Graphique 83" descr="Adresse de courrier avec un remplissage uni">
              <a:extLst>
                <a:ext uri="{FF2B5EF4-FFF2-40B4-BE49-F238E27FC236}">
                  <a16:creationId xmlns:a16="http://schemas.microsoft.com/office/drawing/2014/main" id="{9EE1EADC-9F8F-4F57-8D51-E93A73A8D7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253735"/>
              <a:ext cx="267708" cy="267708"/>
            </a:xfrm>
            <a:prstGeom prst="rect">
              <a:avLst/>
            </a:prstGeom>
          </p:spPr>
        </p:pic>
        <p:pic>
          <p:nvPicPr>
            <p:cNvPr id="85" name="Graphique 84" descr="Adresse de courrier avec un remplissage uni">
              <a:extLst>
                <a:ext uri="{FF2B5EF4-FFF2-40B4-BE49-F238E27FC236}">
                  <a16:creationId xmlns:a16="http://schemas.microsoft.com/office/drawing/2014/main" id="{58AF5497-2AC9-49D9-A66B-AECD949134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253735"/>
              <a:ext cx="267708" cy="267708"/>
            </a:xfrm>
            <a:prstGeom prst="rect">
              <a:avLst/>
            </a:prstGeom>
          </p:spPr>
        </p:pic>
        <p:pic>
          <p:nvPicPr>
            <p:cNvPr id="86" name="Graphique 85" descr="Adresse de courrier avec un remplissage uni">
              <a:extLst>
                <a:ext uri="{FF2B5EF4-FFF2-40B4-BE49-F238E27FC236}">
                  <a16:creationId xmlns:a16="http://schemas.microsoft.com/office/drawing/2014/main" id="{532DFC01-A9E1-46BC-9544-83AE136C583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253735"/>
              <a:ext cx="267708" cy="267708"/>
            </a:xfrm>
            <a:prstGeom prst="rect">
              <a:avLst/>
            </a:prstGeom>
          </p:spPr>
        </p:pic>
        <p:pic>
          <p:nvPicPr>
            <p:cNvPr id="87" name="Graphique 86" descr="Adresse de courrier avec un remplissage uni">
              <a:extLst>
                <a:ext uri="{FF2B5EF4-FFF2-40B4-BE49-F238E27FC236}">
                  <a16:creationId xmlns:a16="http://schemas.microsoft.com/office/drawing/2014/main" id="{2F78215D-A004-468F-9BB9-001C8124DB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253735"/>
              <a:ext cx="267708" cy="267708"/>
            </a:xfrm>
            <a:prstGeom prst="rect">
              <a:avLst/>
            </a:prstGeom>
          </p:spPr>
        </p:pic>
        <p:pic>
          <p:nvPicPr>
            <p:cNvPr id="88" name="Graphique 87" descr="Adresse de courrier avec un remplissage uni">
              <a:extLst>
                <a:ext uri="{FF2B5EF4-FFF2-40B4-BE49-F238E27FC236}">
                  <a16:creationId xmlns:a16="http://schemas.microsoft.com/office/drawing/2014/main" id="{785FEDF9-C14E-445B-97D9-3EA2ACC05F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253735"/>
              <a:ext cx="267708" cy="267708"/>
            </a:xfrm>
            <a:prstGeom prst="rect">
              <a:avLst/>
            </a:prstGeom>
          </p:spPr>
        </p:pic>
        <p:pic>
          <p:nvPicPr>
            <p:cNvPr id="89" name="Graphique 88" descr="Adresse de courrier avec un remplissage uni">
              <a:extLst>
                <a:ext uri="{FF2B5EF4-FFF2-40B4-BE49-F238E27FC236}">
                  <a16:creationId xmlns:a16="http://schemas.microsoft.com/office/drawing/2014/main" id="{52964F0D-0EB3-4EBE-8EDD-5B7E005D9D7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253735"/>
              <a:ext cx="267708" cy="267708"/>
            </a:xfrm>
            <a:prstGeom prst="rect">
              <a:avLst/>
            </a:prstGeom>
          </p:spPr>
        </p:pic>
        <p:pic>
          <p:nvPicPr>
            <p:cNvPr id="90" name="Graphique 89" descr="Adresse de courrier avec un remplissage uni">
              <a:extLst>
                <a:ext uri="{FF2B5EF4-FFF2-40B4-BE49-F238E27FC236}">
                  <a16:creationId xmlns:a16="http://schemas.microsoft.com/office/drawing/2014/main" id="{6C066B72-9C42-4D17-ADDC-76D2AADAE7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253735"/>
              <a:ext cx="267708" cy="267708"/>
            </a:xfrm>
            <a:prstGeom prst="rect">
              <a:avLst/>
            </a:prstGeom>
          </p:spPr>
        </p:pic>
      </p:grpSp>
      <p:grpSp>
        <p:nvGrpSpPr>
          <p:cNvPr id="100" name="Groupe 99">
            <a:extLst>
              <a:ext uri="{FF2B5EF4-FFF2-40B4-BE49-F238E27FC236}">
                <a16:creationId xmlns:a16="http://schemas.microsoft.com/office/drawing/2014/main" id="{55F1EF9F-A9FF-4AB3-804A-649B777BD7ED}"/>
              </a:ext>
            </a:extLst>
          </p:cNvPr>
          <p:cNvGrpSpPr/>
          <p:nvPr/>
        </p:nvGrpSpPr>
        <p:grpSpPr>
          <a:xfrm>
            <a:off x="8966411" y="4720603"/>
            <a:ext cx="1296115" cy="926351"/>
            <a:chOff x="1997405" y="4798055"/>
            <a:chExt cx="1296115" cy="926351"/>
          </a:xfrm>
        </p:grpSpPr>
        <p:grpSp>
          <p:nvGrpSpPr>
            <p:cNvPr id="94" name="Groupe 93">
              <a:extLst>
                <a:ext uri="{FF2B5EF4-FFF2-40B4-BE49-F238E27FC236}">
                  <a16:creationId xmlns:a16="http://schemas.microsoft.com/office/drawing/2014/main" id="{EA2788A8-6095-4B28-A365-A142E38D72C8}"/>
                </a:ext>
              </a:extLst>
            </p:cNvPr>
            <p:cNvGrpSpPr/>
            <p:nvPr/>
          </p:nvGrpSpPr>
          <p:grpSpPr>
            <a:xfrm>
              <a:off x="2408155" y="5016734"/>
              <a:ext cx="419101" cy="464345"/>
              <a:chOff x="792955" y="4326730"/>
              <a:chExt cx="419101" cy="464345"/>
            </a:xfrm>
          </p:grpSpPr>
          <p:pic>
            <p:nvPicPr>
              <p:cNvPr id="91" name="Graphique 90" descr="Chronomètre contour">
                <a:extLst>
                  <a:ext uri="{FF2B5EF4-FFF2-40B4-BE49-F238E27FC236}">
                    <a16:creationId xmlns:a16="http://schemas.microsoft.com/office/drawing/2014/main" id="{F3B6F26C-CFB3-4F2E-9E74-91550BC862C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3915" t="10918" r="14194" b="9430"/>
              <a:stretch/>
            </p:blipFill>
            <p:spPr>
              <a:xfrm>
                <a:off x="792955" y="4326730"/>
                <a:ext cx="419101" cy="464345"/>
              </a:xfrm>
              <a:prstGeom prst="rect">
                <a:avLst/>
              </a:prstGeom>
            </p:spPr>
          </p:pic>
          <p:sp>
            <p:nvSpPr>
              <p:cNvPr id="93" name="Ellipse 92">
                <a:extLst>
                  <a:ext uri="{FF2B5EF4-FFF2-40B4-BE49-F238E27FC236}">
                    <a16:creationId xmlns:a16="http://schemas.microsoft.com/office/drawing/2014/main" id="{72F7AAB0-A47A-444D-ACFA-13EA676B0E12}"/>
                  </a:ext>
                </a:extLst>
              </p:cNvPr>
              <p:cNvSpPr/>
              <p:nvPr/>
            </p:nvSpPr>
            <p:spPr>
              <a:xfrm>
                <a:off x="907409" y="4493271"/>
                <a:ext cx="191824" cy="191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e 96">
              <a:extLst>
                <a:ext uri="{FF2B5EF4-FFF2-40B4-BE49-F238E27FC236}">
                  <a16:creationId xmlns:a16="http://schemas.microsoft.com/office/drawing/2014/main" id="{7A917576-4FB3-49D6-9C83-A7164A0AD5D5}"/>
                </a:ext>
              </a:extLst>
            </p:cNvPr>
            <p:cNvGrpSpPr/>
            <p:nvPr/>
          </p:nvGrpSpPr>
          <p:grpSpPr>
            <a:xfrm>
              <a:off x="1997405" y="4798055"/>
              <a:ext cx="1296115" cy="926351"/>
              <a:chOff x="1997405" y="4798055"/>
              <a:chExt cx="1296115" cy="926351"/>
            </a:xfrm>
          </p:grpSpPr>
          <p:pic>
            <p:nvPicPr>
              <p:cNvPr id="60" name="Graphique 59" descr="Pellicule contour">
                <a:extLst>
                  <a:ext uri="{FF2B5EF4-FFF2-40B4-BE49-F238E27FC236}">
                    <a16:creationId xmlns:a16="http://schemas.microsoft.com/office/drawing/2014/main" id="{9C5ED28E-1A8E-4422-AE3F-4E5B62170B3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8479" t="25769" r="17614" b="28557"/>
              <a:stretch/>
            </p:blipFill>
            <p:spPr>
              <a:xfrm>
                <a:off x="1997405" y="4798055"/>
                <a:ext cx="1296115" cy="926351"/>
              </a:xfrm>
              <a:prstGeom prst="rect">
                <a:avLst/>
              </a:prstGeom>
            </p:spPr>
          </p:pic>
          <p:sp>
            <p:nvSpPr>
              <p:cNvPr id="95" name="Arc partiel 94">
                <a:extLst>
                  <a:ext uri="{FF2B5EF4-FFF2-40B4-BE49-F238E27FC236}">
                    <a16:creationId xmlns:a16="http://schemas.microsoft.com/office/drawing/2014/main" id="{8B52D4E0-E71A-4703-A75F-BBEA0B27ED43}"/>
                  </a:ext>
                </a:extLst>
              </p:cNvPr>
              <p:cNvSpPr/>
              <p:nvPr/>
            </p:nvSpPr>
            <p:spPr>
              <a:xfrm>
                <a:off x="2417488" y="5098579"/>
                <a:ext cx="377825" cy="377825"/>
              </a:xfrm>
              <a:prstGeom prst="pie">
                <a:avLst>
                  <a:gd name="adj1" fmla="val 16273655"/>
                  <a:gd name="adj2" fmla="val 2042892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99" name="Groupe 98">
            <a:extLst>
              <a:ext uri="{FF2B5EF4-FFF2-40B4-BE49-F238E27FC236}">
                <a16:creationId xmlns:a16="http://schemas.microsoft.com/office/drawing/2014/main" id="{738EC678-1959-4D93-B0DC-0F24F1862583}"/>
              </a:ext>
            </a:extLst>
          </p:cNvPr>
          <p:cNvGrpSpPr/>
          <p:nvPr/>
        </p:nvGrpSpPr>
        <p:grpSpPr>
          <a:xfrm>
            <a:off x="8941662" y="2239082"/>
            <a:ext cx="1040868" cy="1040868"/>
            <a:chOff x="2264321" y="2338648"/>
            <a:chExt cx="1040868" cy="1040868"/>
          </a:xfrm>
        </p:grpSpPr>
        <p:pic>
          <p:nvPicPr>
            <p:cNvPr id="58" name="Graphique 57" descr="Vibration du téléphone avec un remplissage uni">
              <a:extLst>
                <a:ext uri="{FF2B5EF4-FFF2-40B4-BE49-F238E27FC236}">
                  <a16:creationId xmlns:a16="http://schemas.microsoft.com/office/drawing/2014/main" id="{CD8DA5C6-2FC9-4045-9CBD-EAFAB900802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64321" y="2338648"/>
              <a:ext cx="1040868" cy="1040868"/>
            </a:xfrm>
            <a:prstGeom prst="rect">
              <a:avLst/>
            </a:prstGeom>
          </p:spPr>
        </p:pic>
        <p:sp>
          <p:nvSpPr>
            <p:cNvPr id="98" name="Ellipse 97">
              <a:extLst>
                <a:ext uri="{FF2B5EF4-FFF2-40B4-BE49-F238E27FC236}">
                  <a16:creationId xmlns:a16="http://schemas.microsoft.com/office/drawing/2014/main" id="{CE453F47-9DBB-4181-B2AA-A7008D635F74}"/>
                </a:ext>
              </a:extLst>
            </p:cNvPr>
            <p:cNvSpPr/>
            <p:nvPr/>
          </p:nvSpPr>
          <p:spPr>
            <a:xfrm rot="900000">
              <a:off x="2646547" y="2691070"/>
              <a:ext cx="297532" cy="29753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55000" lnSpcReduction="20000"/>
            </a:bodyPr>
            <a:lstStyle/>
            <a:p>
              <a:pPr algn="ctr"/>
              <a:r>
                <a:rPr lang="en-US" sz="2000" b="1" dirty="0"/>
                <a:t>46</a:t>
              </a:r>
            </a:p>
          </p:txBody>
        </p:sp>
      </p:grpSp>
      <p:pic>
        <p:nvPicPr>
          <p:cNvPr id="104" name="Graphique 103" descr="Centre d’appels avec un remplissage uni">
            <a:extLst>
              <a:ext uri="{FF2B5EF4-FFF2-40B4-BE49-F238E27FC236}">
                <a16:creationId xmlns:a16="http://schemas.microsoft.com/office/drawing/2014/main" id="{DBAA521C-F533-4C9E-A977-804ACA4FEF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977049" y="3293681"/>
            <a:ext cx="1494046" cy="1494046"/>
          </a:xfrm>
          <a:prstGeom prst="rect">
            <a:avLst/>
          </a:prstGeom>
        </p:spPr>
      </p:pic>
      <p:pic>
        <p:nvPicPr>
          <p:cNvPr id="107" name="Graphique 106" descr="Ordinateur portable avec un remplissage uni">
            <a:extLst>
              <a:ext uri="{FF2B5EF4-FFF2-40B4-BE49-F238E27FC236}">
                <a16:creationId xmlns:a16="http://schemas.microsoft.com/office/drawing/2014/main" id="{B2FD8202-DC2B-4A7F-9803-8F8BF90DFB8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30241" y="3489592"/>
            <a:ext cx="1082549" cy="1082549"/>
          </a:xfrm>
          <a:prstGeom prst="rect">
            <a:avLst/>
          </a:prstGeom>
        </p:spPr>
      </p:pic>
      <p:sp>
        <p:nvSpPr>
          <p:cNvPr id="108" name="Ellipse 107">
            <a:extLst>
              <a:ext uri="{FF2B5EF4-FFF2-40B4-BE49-F238E27FC236}">
                <a16:creationId xmlns:a16="http://schemas.microsoft.com/office/drawing/2014/main" id="{E5FA4F61-02F1-488E-888A-AB52FF289E2C}"/>
              </a:ext>
            </a:extLst>
          </p:cNvPr>
          <p:cNvSpPr/>
          <p:nvPr/>
        </p:nvSpPr>
        <p:spPr>
          <a:xfrm>
            <a:off x="2579596" y="4023650"/>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Ellipse 108">
            <a:extLst>
              <a:ext uri="{FF2B5EF4-FFF2-40B4-BE49-F238E27FC236}">
                <a16:creationId xmlns:a16="http://schemas.microsoft.com/office/drawing/2014/main" id="{AE0C27B0-EDD0-4FB7-B78B-AE8517D94F33}"/>
              </a:ext>
            </a:extLst>
          </p:cNvPr>
          <p:cNvSpPr/>
          <p:nvPr/>
        </p:nvSpPr>
        <p:spPr>
          <a:xfrm>
            <a:off x="2853509"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Ellipse 109">
            <a:extLst>
              <a:ext uri="{FF2B5EF4-FFF2-40B4-BE49-F238E27FC236}">
                <a16:creationId xmlns:a16="http://schemas.microsoft.com/office/drawing/2014/main" id="{600C7844-59ED-468B-8464-3F45D303EEE0}"/>
              </a:ext>
            </a:extLst>
          </p:cNvPr>
          <p:cNvSpPr/>
          <p:nvPr/>
        </p:nvSpPr>
        <p:spPr>
          <a:xfrm>
            <a:off x="3127422"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Ellipse 110">
            <a:extLst>
              <a:ext uri="{FF2B5EF4-FFF2-40B4-BE49-F238E27FC236}">
                <a16:creationId xmlns:a16="http://schemas.microsoft.com/office/drawing/2014/main" id="{BF312F77-933D-4382-A636-5040E04610D6}"/>
              </a:ext>
            </a:extLst>
          </p:cNvPr>
          <p:cNvSpPr/>
          <p:nvPr/>
        </p:nvSpPr>
        <p:spPr>
          <a:xfrm>
            <a:off x="3396281"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Ellipse 111">
            <a:extLst>
              <a:ext uri="{FF2B5EF4-FFF2-40B4-BE49-F238E27FC236}">
                <a16:creationId xmlns:a16="http://schemas.microsoft.com/office/drawing/2014/main" id="{7E175C16-E55C-4DDB-825C-A96767CCAF66}"/>
              </a:ext>
            </a:extLst>
          </p:cNvPr>
          <p:cNvSpPr/>
          <p:nvPr/>
        </p:nvSpPr>
        <p:spPr>
          <a:xfrm>
            <a:off x="3659199" y="4021900"/>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Ellipse 112">
            <a:extLst>
              <a:ext uri="{FF2B5EF4-FFF2-40B4-BE49-F238E27FC236}">
                <a16:creationId xmlns:a16="http://schemas.microsoft.com/office/drawing/2014/main" id="{829EC8CF-7683-4A01-B13E-9813CE2B0142}"/>
              </a:ext>
            </a:extLst>
          </p:cNvPr>
          <p:cNvSpPr/>
          <p:nvPr/>
        </p:nvSpPr>
        <p:spPr>
          <a:xfrm>
            <a:off x="3922919" y="4021899"/>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Bulle narrative : ronde 113">
            <a:extLst>
              <a:ext uri="{FF2B5EF4-FFF2-40B4-BE49-F238E27FC236}">
                <a16:creationId xmlns:a16="http://schemas.microsoft.com/office/drawing/2014/main" id="{00FCFAA0-E767-4A27-876B-F1ABD9C544FC}"/>
              </a:ext>
            </a:extLst>
          </p:cNvPr>
          <p:cNvSpPr/>
          <p:nvPr/>
        </p:nvSpPr>
        <p:spPr>
          <a:xfrm>
            <a:off x="621321" y="2239082"/>
            <a:ext cx="4034634" cy="1273702"/>
          </a:xfrm>
          <a:prstGeom prst="wedgeEllipseCallout">
            <a:avLst>
              <a:gd name="adj1" fmla="val -24988"/>
              <a:gd name="adj2" fmla="val 642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Why aren’t the users engaging in my messages ?</a:t>
            </a:r>
          </a:p>
        </p:txBody>
      </p:sp>
      <p:sp>
        <p:nvSpPr>
          <p:cNvPr id="115" name="Ellipse 114">
            <a:extLst>
              <a:ext uri="{FF2B5EF4-FFF2-40B4-BE49-F238E27FC236}">
                <a16:creationId xmlns:a16="http://schemas.microsoft.com/office/drawing/2014/main" id="{E52C9221-AC41-45B0-BA56-4873E9F7EC80}"/>
              </a:ext>
            </a:extLst>
          </p:cNvPr>
          <p:cNvSpPr/>
          <p:nvPr/>
        </p:nvSpPr>
        <p:spPr>
          <a:xfrm>
            <a:off x="4220119" y="4021899"/>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e 117">
            <a:extLst>
              <a:ext uri="{FF2B5EF4-FFF2-40B4-BE49-F238E27FC236}">
                <a16:creationId xmlns:a16="http://schemas.microsoft.com/office/drawing/2014/main" id="{9A434673-765E-4E8C-BBC1-E0A77B508ED3}"/>
              </a:ext>
            </a:extLst>
          </p:cNvPr>
          <p:cNvGrpSpPr/>
          <p:nvPr/>
        </p:nvGrpSpPr>
        <p:grpSpPr>
          <a:xfrm>
            <a:off x="181275" y="3604107"/>
            <a:ext cx="1983159" cy="1461454"/>
            <a:chOff x="420283" y="3559673"/>
            <a:chExt cx="1983159" cy="1461454"/>
          </a:xfrm>
        </p:grpSpPr>
        <p:pic>
          <p:nvPicPr>
            <p:cNvPr id="102" name="Graphique 101" descr="Personne confuse avec un remplissage uni">
              <a:extLst>
                <a:ext uri="{FF2B5EF4-FFF2-40B4-BE49-F238E27FC236}">
                  <a16:creationId xmlns:a16="http://schemas.microsoft.com/office/drawing/2014/main" id="{92ACD4B1-E499-4653-8499-930ABC2476C8}"/>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4825" r="14911" b="49785"/>
            <a:stretch/>
          </p:blipFill>
          <p:spPr>
            <a:xfrm>
              <a:off x="420283" y="3603842"/>
              <a:ext cx="1983159" cy="1417285"/>
            </a:xfrm>
            <a:prstGeom prst="rect">
              <a:avLst/>
            </a:prstGeom>
          </p:spPr>
        </p:pic>
        <p:pic>
          <p:nvPicPr>
            <p:cNvPr id="117" name="Graphique 116" descr="Visage triste à remplissage solide avec un remplissage uni">
              <a:extLst>
                <a:ext uri="{FF2B5EF4-FFF2-40B4-BE49-F238E27FC236}">
                  <a16:creationId xmlns:a16="http://schemas.microsoft.com/office/drawing/2014/main" id="{8FE521EC-763B-4F2C-B0EB-7B3AAF5381D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52645" y="3559673"/>
              <a:ext cx="697805" cy="697805"/>
            </a:xfrm>
            <a:prstGeom prst="rect">
              <a:avLst/>
            </a:prstGeom>
          </p:spPr>
        </p:pic>
      </p:grpSp>
      <p:pic>
        <p:nvPicPr>
          <p:cNvPr id="119" name="Graphique 118" descr="Ordinateur portable avec un remplissage uni">
            <a:extLst>
              <a:ext uri="{FF2B5EF4-FFF2-40B4-BE49-F238E27FC236}">
                <a16:creationId xmlns:a16="http://schemas.microsoft.com/office/drawing/2014/main" id="{3E265A4C-756B-4CD6-9029-593EA6D6DE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563614" y="3556953"/>
            <a:ext cx="1082549" cy="1082549"/>
          </a:xfrm>
          <a:prstGeom prst="rect">
            <a:avLst/>
          </a:prstGeom>
        </p:spPr>
      </p:pic>
    </p:spTree>
    <p:extLst>
      <p:ext uri="{BB962C8B-B14F-4D97-AF65-F5344CB8AC3E}">
        <p14:creationId xmlns:p14="http://schemas.microsoft.com/office/powerpoint/2010/main" val="3890201557"/>
      </p:ext>
    </p:extLst>
  </p:cSld>
  <p:clrMapOvr>
    <a:masterClrMapping/>
  </p:clrMapOvr>
  <mc:AlternateContent xmlns:mc="http://schemas.openxmlformats.org/markup-compatibility/2006" xmlns:p14="http://schemas.microsoft.com/office/powerpoint/2010/main">
    <mc:Choice Requires="p14">
      <p:transition spd="slow" p14:dur="2000" advTm="52492"/>
    </mc:Choice>
    <mc:Fallback xmlns="">
      <p:transition spd="slow" advTm="5249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a:bodyPr>
          <a:lstStyle/>
          <a:p>
            <a:pPr marL="0" indent="0" algn="ctr">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a:bodyPr>
          <a:lstStyle/>
          <a:p>
            <a:r>
              <a:rPr lang="en-US" noProof="1"/>
              <a:t>How many notifications and e-mails do you receive each day ? On average, how much attention do you pay for it?</a:t>
            </a:r>
          </a:p>
          <a:p>
            <a:r>
              <a:rPr lang="en-US" noProof="1"/>
              <a:t>How would you describe the evolution over the years ? Did it increase ? Decrease ?</a:t>
            </a:r>
          </a:p>
          <a:p>
            <a:endParaRPr lang="en-US" noProof="1"/>
          </a:p>
          <a:p>
            <a:pPr marL="0" indent="0">
              <a:buNone/>
            </a:pPr>
            <a:endParaRPr lang="en-US" noProof="1"/>
          </a:p>
        </p:txBody>
      </p:sp>
      <p:grpSp>
        <p:nvGrpSpPr>
          <p:cNvPr id="6" name="Groupe 5">
            <a:extLst>
              <a:ext uri="{FF2B5EF4-FFF2-40B4-BE49-F238E27FC236}">
                <a16:creationId xmlns:a16="http://schemas.microsoft.com/office/drawing/2014/main" id="{862A4185-6793-4285-8CEA-8790121666F4}"/>
              </a:ext>
            </a:extLst>
          </p:cNvPr>
          <p:cNvGrpSpPr/>
          <p:nvPr/>
        </p:nvGrpSpPr>
        <p:grpSpPr>
          <a:xfrm>
            <a:off x="2025397" y="3806209"/>
            <a:ext cx="2917701" cy="848590"/>
            <a:chOff x="4044446" y="3253735"/>
            <a:chExt cx="3689269" cy="1072995"/>
          </a:xfrm>
        </p:grpSpPr>
        <p:pic>
          <p:nvPicPr>
            <p:cNvPr id="7" name="Graphique 6" descr="Adresse de courrier avec un remplissage uni">
              <a:extLst>
                <a:ext uri="{FF2B5EF4-FFF2-40B4-BE49-F238E27FC236}">
                  <a16:creationId xmlns:a16="http://schemas.microsoft.com/office/drawing/2014/main" id="{C14A73EE-BD8B-44A5-BD6C-5CEC0ADB99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805706"/>
              <a:ext cx="267708" cy="267708"/>
            </a:xfrm>
            <a:prstGeom prst="rect">
              <a:avLst/>
            </a:prstGeom>
          </p:spPr>
        </p:pic>
        <p:pic>
          <p:nvPicPr>
            <p:cNvPr id="8" name="Graphique 7" descr="Adresse de courrier avec un remplissage uni">
              <a:extLst>
                <a:ext uri="{FF2B5EF4-FFF2-40B4-BE49-F238E27FC236}">
                  <a16:creationId xmlns:a16="http://schemas.microsoft.com/office/drawing/2014/main" id="{DC2828C0-220C-4271-B333-A45497AB3D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805706"/>
              <a:ext cx="267708" cy="267708"/>
            </a:xfrm>
            <a:prstGeom prst="rect">
              <a:avLst/>
            </a:prstGeom>
          </p:spPr>
        </p:pic>
        <p:pic>
          <p:nvPicPr>
            <p:cNvPr id="9" name="Graphique 8" descr="Adresse de courrier avec un remplissage uni">
              <a:extLst>
                <a:ext uri="{FF2B5EF4-FFF2-40B4-BE49-F238E27FC236}">
                  <a16:creationId xmlns:a16="http://schemas.microsoft.com/office/drawing/2014/main" id="{FC702389-6546-4C9D-9F9F-35AC93A983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805706"/>
              <a:ext cx="267708" cy="267708"/>
            </a:xfrm>
            <a:prstGeom prst="rect">
              <a:avLst/>
            </a:prstGeom>
          </p:spPr>
        </p:pic>
        <p:pic>
          <p:nvPicPr>
            <p:cNvPr id="10" name="Graphique 9" descr="Adresse de courrier avec un remplissage uni">
              <a:extLst>
                <a:ext uri="{FF2B5EF4-FFF2-40B4-BE49-F238E27FC236}">
                  <a16:creationId xmlns:a16="http://schemas.microsoft.com/office/drawing/2014/main" id="{D81698FD-48F2-4728-975F-D91D7E7A19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805706"/>
              <a:ext cx="267708" cy="267708"/>
            </a:xfrm>
            <a:prstGeom prst="rect">
              <a:avLst/>
            </a:prstGeom>
          </p:spPr>
        </p:pic>
        <p:pic>
          <p:nvPicPr>
            <p:cNvPr id="11" name="Graphique 10" descr="Adresse de courrier avec un remplissage uni">
              <a:extLst>
                <a:ext uri="{FF2B5EF4-FFF2-40B4-BE49-F238E27FC236}">
                  <a16:creationId xmlns:a16="http://schemas.microsoft.com/office/drawing/2014/main" id="{EE6DD808-8BD1-4C10-AE0A-6446DAE817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805706"/>
              <a:ext cx="267708" cy="267708"/>
            </a:xfrm>
            <a:prstGeom prst="rect">
              <a:avLst/>
            </a:prstGeom>
          </p:spPr>
        </p:pic>
        <p:pic>
          <p:nvPicPr>
            <p:cNvPr id="12" name="Graphique 11" descr="Adresse de courrier avec un remplissage uni">
              <a:extLst>
                <a:ext uri="{FF2B5EF4-FFF2-40B4-BE49-F238E27FC236}">
                  <a16:creationId xmlns:a16="http://schemas.microsoft.com/office/drawing/2014/main" id="{9187E7C6-80FF-45A8-8222-4DEAB4595D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805706"/>
              <a:ext cx="267708" cy="267708"/>
            </a:xfrm>
            <a:prstGeom prst="rect">
              <a:avLst/>
            </a:prstGeom>
          </p:spPr>
        </p:pic>
        <p:pic>
          <p:nvPicPr>
            <p:cNvPr id="13" name="Graphique 12" descr="Adresse de courrier avec un remplissage uni">
              <a:extLst>
                <a:ext uri="{FF2B5EF4-FFF2-40B4-BE49-F238E27FC236}">
                  <a16:creationId xmlns:a16="http://schemas.microsoft.com/office/drawing/2014/main" id="{29F82D16-F47F-497B-B14B-1A37CE9429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805706"/>
              <a:ext cx="267708" cy="267708"/>
            </a:xfrm>
            <a:prstGeom prst="rect">
              <a:avLst/>
            </a:prstGeom>
          </p:spPr>
        </p:pic>
        <p:pic>
          <p:nvPicPr>
            <p:cNvPr id="14" name="Graphique 13" descr="Adresse de courrier avec un remplissage uni">
              <a:extLst>
                <a:ext uri="{FF2B5EF4-FFF2-40B4-BE49-F238E27FC236}">
                  <a16:creationId xmlns:a16="http://schemas.microsoft.com/office/drawing/2014/main" id="{DED10F93-09C9-4EE2-9547-9D0941FD4F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805706"/>
              <a:ext cx="267708" cy="267708"/>
            </a:xfrm>
            <a:prstGeom prst="rect">
              <a:avLst/>
            </a:prstGeom>
          </p:spPr>
        </p:pic>
        <p:pic>
          <p:nvPicPr>
            <p:cNvPr id="15" name="Graphique 14" descr="Adresse de courrier avec un remplissage uni">
              <a:extLst>
                <a:ext uri="{FF2B5EF4-FFF2-40B4-BE49-F238E27FC236}">
                  <a16:creationId xmlns:a16="http://schemas.microsoft.com/office/drawing/2014/main" id="{A5845C09-0F5A-4F3B-8E95-C7BD997BFD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51441" y="4059022"/>
              <a:ext cx="267708" cy="267708"/>
            </a:xfrm>
            <a:prstGeom prst="rect">
              <a:avLst/>
            </a:prstGeom>
          </p:spPr>
        </p:pic>
        <p:pic>
          <p:nvPicPr>
            <p:cNvPr id="16" name="Graphique 15" descr="Adresse de courrier avec un remplissage uni">
              <a:extLst>
                <a:ext uri="{FF2B5EF4-FFF2-40B4-BE49-F238E27FC236}">
                  <a16:creationId xmlns:a16="http://schemas.microsoft.com/office/drawing/2014/main" id="{823F75C8-BDF2-46AC-951A-DE84ED47D0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91358" y="4059022"/>
              <a:ext cx="267708" cy="267708"/>
            </a:xfrm>
            <a:prstGeom prst="rect">
              <a:avLst/>
            </a:prstGeom>
          </p:spPr>
        </p:pic>
        <p:pic>
          <p:nvPicPr>
            <p:cNvPr id="17" name="Graphique 16" descr="Adresse de courrier avec un remplissage uni">
              <a:extLst>
                <a:ext uri="{FF2B5EF4-FFF2-40B4-BE49-F238E27FC236}">
                  <a16:creationId xmlns:a16="http://schemas.microsoft.com/office/drawing/2014/main" id="{E20463A7-CA04-4F23-A9BC-4F8576C85C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9236" y="4059022"/>
              <a:ext cx="267708" cy="267708"/>
            </a:xfrm>
            <a:prstGeom prst="rect">
              <a:avLst/>
            </a:prstGeom>
          </p:spPr>
        </p:pic>
        <p:pic>
          <p:nvPicPr>
            <p:cNvPr id="18" name="Graphique 17" descr="Adresse de courrier avec un remplissage uni">
              <a:extLst>
                <a:ext uri="{FF2B5EF4-FFF2-40B4-BE49-F238E27FC236}">
                  <a16:creationId xmlns:a16="http://schemas.microsoft.com/office/drawing/2014/main" id="{5EF1FAE7-5C78-43F0-B33A-0BF805642E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9153" y="4059022"/>
              <a:ext cx="267708" cy="267708"/>
            </a:xfrm>
            <a:prstGeom prst="rect">
              <a:avLst/>
            </a:prstGeom>
          </p:spPr>
        </p:pic>
        <p:pic>
          <p:nvPicPr>
            <p:cNvPr id="19" name="Graphique 18" descr="Adresse de courrier avec un remplissage uni">
              <a:extLst>
                <a:ext uri="{FF2B5EF4-FFF2-40B4-BE49-F238E27FC236}">
                  <a16:creationId xmlns:a16="http://schemas.microsoft.com/office/drawing/2014/main" id="{1B53FF83-94AB-406E-A399-4C0E707172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7031" y="4059022"/>
              <a:ext cx="267708" cy="267708"/>
            </a:xfrm>
            <a:prstGeom prst="rect">
              <a:avLst/>
            </a:prstGeom>
          </p:spPr>
        </p:pic>
        <p:pic>
          <p:nvPicPr>
            <p:cNvPr id="20" name="Graphique 19" descr="Adresse de courrier avec un remplissage uni">
              <a:extLst>
                <a:ext uri="{FF2B5EF4-FFF2-40B4-BE49-F238E27FC236}">
                  <a16:creationId xmlns:a16="http://schemas.microsoft.com/office/drawing/2014/main" id="{CFD480E9-C042-436B-8430-7C9B932790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66949" y="4059022"/>
              <a:ext cx="267708" cy="267708"/>
            </a:xfrm>
            <a:prstGeom prst="rect">
              <a:avLst/>
            </a:prstGeom>
          </p:spPr>
        </p:pic>
        <p:pic>
          <p:nvPicPr>
            <p:cNvPr id="21" name="Graphique 20" descr="Adresse de courrier avec un remplissage uni">
              <a:extLst>
                <a:ext uri="{FF2B5EF4-FFF2-40B4-BE49-F238E27FC236}">
                  <a16:creationId xmlns:a16="http://schemas.microsoft.com/office/drawing/2014/main" id="{1D2F3773-7FA1-4184-8AF6-1ADC292ABA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14826" y="4059022"/>
              <a:ext cx="267708" cy="267708"/>
            </a:xfrm>
            <a:prstGeom prst="rect">
              <a:avLst/>
            </a:prstGeom>
          </p:spPr>
        </p:pic>
        <p:pic>
          <p:nvPicPr>
            <p:cNvPr id="22" name="Graphique 21" descr="Adresse de courrier avec un remplissage uni">
              <a:extLst>
                <a:ext uri="{FF2B5EF4-FFF2-40B4-BE49-F238E27FC236}">
                  <a16:creationId xmlns:a16="http://schemas.microsoft.com/office/drawing/2014/main" id="{38DA7D5A-AC96-4EEF-9418-84B20BB1A6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54744" y="4059022"/>
              <a:ext cx="267708" cy="267708"/>
            </a:xfrm>
            <a:prstGeom prst="rect">
              <a:avLst/>
            </a:prstGeom>
          </p:spPr>
        </p:pic>
        <p:pic>
          <p:nvPicPr>
            <p:cNvPr id="23" name="Graphique 22" descr="Adresse de courrier avec un remplissage uni">
              <a:extLst>
                <a:ext uri="{FF2B5EF4-FFF2-40B4-BE49-F238E27FC236}">
                  <a16:creationId xmlns:a16="http://schemas.microsoft.com/office/drawing/2014/main" id="{86CBD72D-BCA4-4B4E-B3E2-D61E2749FE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798510"/>
              <a:ext cx="267708" cy="267708"/>
            </a:xfrm>
            <a:prstGeom prst="rect">
              <a:avLst/>
            </a:prstGeom>
          </p:spPr>
        </p:pic>
        <p:pic>
          <p:nvPicPr>
            <p:cNvPr id="24" name="Graphique 23" descr="Adresse de courrier avec un remplissage uni">
              <a:extLst>
                <a:ext uri="{FF2B5EF4-FFF2-40B4-BE49-F238E27FC236}">
                  <a16:creationId xmlns:a16="http://schemas.microsoft.com/office/drawing/2014/main" id="{7B756109-32B3-4DB6-9E64-1DEBF5536D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798510"/>
              <a:ext cx="267708" cy="267708"/>
            </a:xfrm>
            <a:prstGeom prst="rect">
              <a:avLst/>
            </a:prstGeom>
          </p:spPr>
        </p:pic>
        <p:pic>
          <p:nvPicPr>
            <p:cNvPr id="25" name="Graphique 24" descr="Adresse de courrier avec un remplissage uni">
              <a:extLst>
                <a:ext uri="{FF2B5EF4-FFF2-40B4-BE49-F238E27FC236}">
                  <a16:creationId xmlns:a16="http://schemas.microsoft.com/office/drawing/2014/main" id="{CD99CF8D-76F5-483E-8413-5A70B3A1DF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798510"/>
              <a:ext cx="267708" cy="267708"/>
            </a:xfrm>
            <a:prstGeom prst="rect">
              <a:avLst/>
            </a:prstGeom>
          </p:spPr>
        </p:pic>
        <p:pic>
          <p:nvPicPr>
            <p:cNvPr id="26" name="Graphique 25" descr="Adresse de courrier avec un remplissage uni">
              <a:extLst>
                <a:ext uri="{FF2B5EF4-FFF2-40B4-BE49-F238E27FC236}">
                  <a16:creationId xmlns:a16="http://schemas.microsoft.com/office/drawing/2014/main" id="{C0153815-FEE3-4A78-97F0-C5A450A4E2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798510"/>
              <a:ext cx="267708" cy="267708"/>
            </a:xfrm>
            <a:prstGeom prst="rect">
              <a:avLst/>
            </a:prstGeom>
          </p:spPr>
        </p:pic>
        <p:pic>
          <p:nvPicPr>
            <p:cNvPr id="27" name="Graphique 26" descr="Adresse de courrier avec un remplissage uni">
              <a:extLst>
                <a:ext uri="{FF2B5EF4-FFF2-40B4-BE49-F238E27FC236}">
                  <a16:creationId xmlns:a16="http://schemas.microsoft.com/office/drawing/2014/main" id="{C2A8368D-DAFD-4D76-A8AC-8A775DB2AD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798510"/>
              <a:ext cx="267708" cy="267708"/>
            </a:xfrm>
            <a:prstGeom prst="rect">
              <a:avLst/>
            </a:prstGeom>
          </p:spPr>
        </p:pic>
        <p:pic>
          <p:nvPicPr>
            <p:cNvPr id="28" name="Graphique 27" descr="Adresse de courrier avec un remplissage uni">
              <a:extLst>
                <a:ext uri="{FF2B5EF4-FFF2-40B4-BE49-F238E27FC236}">
                  <a16:creationId xmlns:a16="http://schemas.microsoft.com/office/drawing/2014/main" id="{6ABB6B2F-CF81-46EE-B8CC-9570F4A644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798510"/>
              <a:ext cx="267708" cy="267708"/>
            </a:xfrm>
            <a:prstGeom prst="rect">
              <a:avLst/>
            </a:prstGeom>
          </p:spPr>
        </p:pic>
        <p:pic>
          <p:nvPicPr>
            <p:cNvPr id="29" name="Graphique 28" descr="Adresse de courrier avec un remplissage uni">
              <a:extLst>
                <a:ext uri="{FF2B5EF4-FFF2-40B4-BE49-F238E27FC236}">
                  <a16:creationId xmlns:a16="http://schemas.microsoft.com/office/drawing/2014/main" id="{099D7178-DD10-4F29-B903-D7B1734498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798510"/>
              <a:ext cx="267708" cy="267708"/>
            </a:xfrm>
            <a:prstGeom prst="rect">
              <a:avLst/>
            </a:prstGeom>
          </p:spPr>
        </p:pic>
        <p:pic>
          <p:nvPicPr>
            <p:cNvPr id="30" name="Graphique 29" descr="Adresse de courrier avec un remplissage uni">
              <a:extLst>
                <a:ext uri="{FF2B5EF4-FFF2-40B4-BE49-F238E27FC236}">
                  <a16:creationId xmlns:a16="http://schemas.microsoft.com/office/drawing/2014/main" id="{B1DE0FED-C677-47E0-8402-B3A7FDEE5B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9616" y="4051826"/>
              <a:ext cx="267708" cy="267708"/>
            </a:xfrm>
            <a:prstGeom prst="rect">
              <a:avLst/>
            </a:prstGeom>
          </p:spPr>
        </p:pic>
        <p:pic>
          <p:nvPicPr>
            <p:cNvPr id="31" name="Graphique 30" descr="Adresse de courrier avec un remplissage uni">
              <a:extLst>
                <a:ext uri="{FF2B5EF4-FFF2-40B4-BE49-F238E27FC236}">
                  <a16:creationId xmlns:a16="http://schemas.microsoft.com/office/drawing/2014/main" id="{7E0C9AE4-F12A-4FBC-B5C6-68A3C22C20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9533" y="4051826"/>
              <a:ext cx="267708" cy="267708"/>
            </a:xfrm>
            <a:prstGeom prst="rect">
              <a:avLst/>
            </a:prstGeom>
          </p:spPr>
        </p:pic>
        <p:pic>
          <p:nvPicPr>
            <p:cNvPr id="32" name="Graphique 31" descr="Adresse de courrier avec un remplissage uni">
              <a:extLst>
                <a:ext uri="{FF2B5EF4-FFF2-40B4-BE49-F238E27FC236}">
                  <a16:creationId xmlns:a16="http://schemas.microsoft.com/office/drawing/2014/main" id="{1939745C-68F3-4C93-B1CF-FE969CA2D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7411" y="4051826"/>
              <a:ext cx="267708" cy="267708"/>
            </a:xfrm>
            <a:prstGeom prst="rect">
              <a:avLst/>
            </a:prstGeom>
          </p:spPr>
        </p:pic>
        <p:pic>
          <p:nvPicPr>
            <p:cNvPr id="33" name="Graphique 32" descr="Adresse de courrier avec un remplissage uni">
              <a:extLst>
                <a:ext uri="{FF2B5EF4-FFF2-40B4-BE49-F238E27FC236}">
                  <a16:creationId xmlns:a16="http://schemas.microsoft.com/office/drawing/2014/main" id="{2DD89D35-298A-4A95-8EAC-8E5524F941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7328" y="4051826"/>
              <a:ext cx="267708" cy="267708"/>
            </a:xfrm>
            <a:prstGeom prst="rect">
              <a:avLst/>
            </a:prstGeom>
          </p:spPr>
        </p:pic>
        <p:pic>
          <p:nvPicPr>
            <p:cNvPr id="34" name="Graphique 33" descr="Adresse de courrier avec un remplissage uni">
              <a:extLst>
                <a:ext uri="{FF2B5EF4-FFF2-40B4-BE49-F238E27FC236}">
                  <a16:creationId xmlns:a16="http://schemas.microsoft.com/office/drawing/2014/main" id="{507097BE-C660-4410-9609-8E590139E3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206" y="4051826"/>
              <a:ext cx="267708" cy="267708"/>
            </a:xfrm>
            <a:prstGeom prst="rect">
              <a:avLst/>
            </a:prstGeom>
          </p:spPr>
        </p:pic>
        <p:pic>
          <p:nvPicPr>
            <p:cNvPr id="35" name="Graphique 34" descr="Adresse de courrier avec un remplissage uni">
              <a:extLst>
                <a:ext uri="{FF2B5EF4-FFF2-40B4-BE49-F238E27FC236}">
                  <a16:creationId xmlns:a16="http://schemas.microsoft.com/office/drawing/2014/main" id="{8DBD5C70-1823-415D-8255-C713AC2B4F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5124" y="4051826"/>
              <a:ext cx="267708" cy="267708"/>
            </a:xfrm>
            <a:prstGeom prst="rect">
              <a:avLst/>
            </a:prstGeom>
          </p:spPr>
        </p:pic>
        <p:pic>
          <p:nvPicPr>
            <p:cNvPr id="36" name="Graphique 35" descr="Adresse de courrier avec un remplissage uni">
              <a:extLst>
                <a:ext uri="{FF2B5EF4-FFF2-40B4-BE49-F238E27FC236}">
                  <a16:creationId xmlns:a16="http://schemas.microsoft.com/office/drawing/2014/main" id="{96ED14C8-6F01-4F7B-A620-019D8F18F2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527066"/>
              <a:ext cx="267708" cy="267708"/>
            </a:xfrm>
            <a:prstGeom prst="rect">
              <a:avLst/>
            </a:prstGeom>
          </p:spPr>
        </p:pic>
        <p:pic>
          <p:nvPicPr>
            <p:cNvPr id="37" name="Graphique 36" descr="Adresse de courrier avec un remplissage uni">
              <a:extLst>
                <a:ext uri="{FF2B5EF4-FFF2-40B4-BE49-F238E27FC236}">
                  <a16:creationId xmlns:a16="http://schemas.microsoft.com/office/drawing/2014/main" id="{49E205B4-95CB-405F-B060-13BFD72D00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527066"/>
              <a:ext cx="267708" cy="267708"/>
            </a:xfrm>
            <a:prstGeom prst="rect">
              <a:avLst/>
            </a:prstGeom>
          </p:spPr>
        </p:pic>
        <p:pic>
          <p:nvPicPr>
            <p:cNvPr id="38" name="Graphique 37" descr="Adresse de courrier avec un remplissage uni">
              <a:extLst>
                <a:ext uri="{FF2B5EF4-FFF2-40B4-BE49-F238E27FC236}">
                  <a16:creationId xmlns:a16="http://schemas.microsoft.com/office/drawing/2014/main" id="{1754FFA8-3435-42E1-9579-5BF09888C4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527066"/>
              <a:ext cx="267708" cy="267708"/>
            </a:xfrm>
            <a:prstGeom prst="rect">
              <a:avLst/>
            </a:prstGeom>
          </p:spPr>
        </p:pic>
        <p:pic>
          <p:nvPicPr>
            <p:cNvPr id="39" name="Graphique 38" descr="Adresse de courrier avec un remplissage uni">
              <a:extLst>
                <a:ext uri="{FF2B5EF4-FFF2-40B4-BE49-F238E27FC236}">
                  <a16:creationId xmlns:a16="http://schemas.microsoft.com/office/drawing/2014/main" id="{AF9669A9-1D47-430A-8C90-46702FBC57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527066"/>
              <a:ext cx="267708" cy="267708"/>
            </a:xfrm>
            <a:prstGeom prst="rect">
              <a:avLst/>
            </a:prstGeom>
          </p:spPr>
        </p:pic>
        <p:pic>
          <p:nvPicPr>
            <p:cNvPr id="40" name="Graphique 39" descr="Adresse de courrier avec un remplissage uni">
              <a:extLst>
                <a:ext uri="{FF2B5EF4-FFF2-40B4-BE49-F238E27FC236}">
                  <a16:creationId xmlns:a16="http://schemas.microsoft.com/office/drawing/2014/main" id="{5AB2D756-4EFE-4B7B-9ECC-18EEA768C4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527066"/>
              <a:ext cx="267708" cy="267708"/>
            </a:xfrm>
            <a:prstGeom prst="rect">
              <a:avLst/>
            </a:prstGeom>
          </p:spPr>
        </p:pic>
        <p:pic>
          <p:nvPicPr>
            <p:cNvPr id="41" name="Graphique 40" descr="Adresse de courrier avec un remplissage uni">
              <a:extLst>
                <a:ext uri="{FF2B5EF4-FFF2-40B4-BE49-F238E27FC236}">
                  <a16:creationId xmlns:a16="http://schemas.microsoft.com/office/drawing/2014/main" id="{4EE33E1E-6451-47D3-8DA1-E30E384FD1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527066"/>
              <a:ext cx="267708" cy="267708"/>
            </a:xfrm>
            <a:prstGeom prst="rect">
              <a:avLst/>
            </a:prstGeom>
          </p:spPr>
        </p:pic>
        <p:pic>
          <p:nvPicPr>
            <p:cNvPr id="42" name="Graphique 41" descr="Adresse de courrier avec un remplissage uni">
              <a:extLst>
                <a:ext uri="{FF2B5EF4-FFF2-40B4-BE49-F238E27FC236}">
                  <a16:creationId xmlns:a16="http://schemas.microsoft.com/office/drawing/2014/main" id="{762238D9-2AC8-401F-94E0-8EF1B956C9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527066"/>
              <a:ext cx="267708" cy="267708"/>
            </a:xfrm>
            <a:prstGeom prst="rect">
              <a:avLst/>
            </a:prstGeom>
          </p:spPr>
        </p:pic>
        <p:pic>
          <p:nvPicPr>
            <p:cNvPr id="43" name="Graphique 42" descr="Adresse de courrier avec un remplissage uni">
              <a:extLst>
                <a:ext uri="{FF2B5EF4-FFF2-40B4-BE49-F238E27FC236}">
                  <a16:creationId xmlns:a16="http://schemas.microsoft.com/office/drawing/2014/main" id="{CD2204F8-034A-4CD1-AFC8-37A46BCBC6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527066"/>
              <a:ext cx="267708" cy="267708"/>
            </a:xfrm>
            <a:prstGeom prst="rect">
              <a:avLst/>
            </a:prstGeom>
          </p:spPr>
        </p:pic>
        <p:pic>
          <p:nvPicPr>
            <p:cNvPr id="44" name="Graphique 43" descr="Adresse de courrier avec un remplissage uni">
              <a:extLst>
                <a:ext uri="{FF2B5EF4-FFF2-40B4-BE49-F238E27FC236}">
                  <a16:creationId xmlns:a16="http://schemas.microsoft.com/office/drawing/2014/main" id="{8AF4FB8C-BC21-4C76-9FDE-02C6EB3B28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519870"/>
              <a:ext cx="267708" cy="267708"/>
            </a:xfrm>
            <a:prstGeom prst="rect">
              <a:avLst/>
            </a:prstGeom>
          </p:spPr>
        </p:pic>
        <p:pic>
          <p:nvPicPr>
            <p:cNvPr id="45" name="Graphique 44" descr="Adresse de courrier avec un remplissage uni">
              <a:extLst>
                <a:ext uri="{FF2B5EF4-FFF2-40B4-BE49-F238E27FC236}">
                  <a16:creationId xmlns:a16="http://schemas.microsoft.com/office/drawing/2014/main" id="{12D0E036-1378-464C-B6FF-9DC3B1F71A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519870"/>
              <a:ext cx="267708" cy="267708"/>
            </a:xfrm>
            <a:prstGeom prst="rect">
              <a:avLst/>
            </a:prstGeom>
          </p:spPr>
        </p:pic>
        <p:pic>
          <p:nvPicPr>
            <p:cNvPr id="46" name="Graphique 45" descr="Adresse de courrier avec un remplissage uni">
              <a:extLst>
                <a:ext uri="{FF2B5EF4-FFF2-40B4-BE49-F238E27FC236}">
                  <a16:creationId xmlns:a16="http://schemas.microsoft.com/office/drawing/2014/main" id="{FA4CD64E-E0FE-41F7-BFEA-C3EF020D2C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519870"/>
              <a:ext cx="267708" cy="267708"/>
            </a:xfrm>
            <a:prstGeom prst="rect">
              <a:avLst/>
            </a:prstGeom>
          </p:spPr>
        </p:pic>
        <p:pic>
          <p:nvPicPr>
            <p:cNvPr id="47" name="Graphique 46" descr="Adresse de courrier avec un remplissage uni">
              <a:extLst>
                <a:ext uri="{FF2B5EF4-FFF2-40B4-BE49-F238E27FC236}">
                  <a16:creationId xmlns:a16="http://schemas.microsoft.com/office/drawing/2014/main" id="{F59EDD10-D1B5-4FB4-AF17-1B67FBC98F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519870"/>
              <a:ext cx="267708" cy="267708"/>
            </a:xfrm>
            <a:prstGeom prst="rect">
              <a:avLst/>
            </a:prstGeom>
          </p:spPr>
        </p:pic>
        <p:pic>
          <p:nvPicPr>
            <p:cNvPr id="48" name="Graphique 47" descr="Adresse de courrier avec un remplissage uni">
              <a:extLst>
                <a:ext uri="{FF2B5EF4-FFF2-40B4-BE49-F238E27FC236}">
                  <a16:creationId xmlns:a16="http://schemas.microsoft.com/office/drawing/2014/main" id="{0CD5F181-3676-408B-9021-35B5993E45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519870"/>
              <a:ext cx="267708" cy="267708"/>
            </a:xfrm>
            <a:prstGeom prst="rect">
              <a:avLst/>
            </a:prstGeom>
          </p:spPr>
        </p:pic>
        <p:pic>
          <p:nvPicPr>
            <p:cNvPr id="49" name="Graphique 48" descr="Adresse de courrier avec un remplissage uni">
              <a:extLst>
                <a:ext uri="{FF2B5EF4-FFF2-40B4-BE49-F238E27FC236}">
                  <a16:creationId xmlns:a16="http://schemas.microsoft.com/office/drawing/2014/main" id="{9FB7EFD8-7F34-431D-843D-35F623B53D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519870"/>
              <a:ext cx="267708" cy="267708"/>
            </a:xfrm>
            <a:prstGeom prst="rect">
              <a:avLst/>
            </a:prstGeom>
          </p:spPr>
        </p:pic>
        <p:pic>
          <p:nvPicPr>
            <p:cNvPr id="50" name="Graphique 49" descr="Adresse de courrier avec un remplissage uni">
              <a:extLst>
                <a:ext uri="{FF2B5EF4-FFF2-40B4-BE49-F238E27FC236}">
                  <a16:creationId xmlns:a16="http://schemas.microsoft.com/office/drawing/2014/main" id="{38289308-CE67-468B-81C1-3F9C1C01CB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519870"/>
              <a:ext cx="267708" cy="267708"/>
            </a:xfrm>
            <a:prstGeom prst="rect">
              <a:avLst/>
            </a:prstGeom>
          </p:spPr>
        </p:pic>
        <p:pic>
          <p:nvPicPr>
            <p:cNvPr id="51" name="Graphique 50" descr="Adresse de courrier avec un remplissage uni">
              <a:extLst>
                <a:ext uri="{FF2B5EF4-FFF2-40B4-BE49-F238E27FC236}">
                  <a16:creationId xmlns:a16="http://schemas.microsoft.com/office/drawing/2014/main" id="{879165D5-989D-418B-B8E9-8046B70CAC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260931"/>
              <a:ext cx="267708" cy="267708"/>
            </a:xfrm>
            <a:prstGeom prst="rect">
              <a:avLst/>
            </a:prstGeom>
          </p:spPr>
        </p:pic>
        <p:pic>
          <p:nvPicPr>
            <p:cNvPr id="52" name="Graphique 51" descr="Adresse de courrier avec un remplissage uni">
              <a:extLst>
                <a:ext uri="{FF2B5EF4-FFF2-40B4-BE49-F238E27FC236}">
                  <a16:creationId xmlns:a16="http://schemas.microsoft.com/office/drawing/2014/main" id="{5AEDE99C-2536-4CF9-BB7F-C7CA24297C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260931"/>
              <a:ext cx="267708" cy="267708"/>
            </a:xfrm>
            <a:prstGeom prst="rect">
              <a:avLst/>
            </a:prstGeom>
          </p:spPr>
        </p:pic>
        <p:pic>
          <p:nvPicPr>
            <p:cNvPr id="53" name="Graphique 52" descr="Adresse de courrier avec un remplissage uni">
              <a:extLst>
                <a:ext uri="{FF2B5EF4-FFF2-40B4-BE49-F238E27FC236}">
                  <a16:creationId xmlns:a16="http://schemas.microsoft.com/office/drawing/2014/main" id="{57FF8630-77E5-4F56-AB13-B6A09A5C19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260931"/>
              <a:ext cx="267708" cy="267708"/>
            </a:xfrm>
            <a:prstGeom prst="rect">
              <a:avLst/>
            </a:prstGeom>
          </p:spPr>
        </p:pic>
        <p:pic>
          <p:nvPicPr>
            <p:cNvPr id="54" name="Graphique 53" descr="Adresse de courrier avec un remplissage uni">
              <a:extLst>
                <a:ext uri="{FF2B5EF4-FFF2-40B4-BE49-F238E27FC236}">
                  <a16:creationId xmlns:a16="http://schemas.microsoft.com/office/drawing/2014/main" id="{616D29A7-8200-494C-9B59-3C9194E158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260931"/>
              <a:ext cx="267708" cy="267708"/>
            </a:xfrm>
            <a:prstGeom prst="rect">
              <a:avLst/>
            </a:prstGeom>
          </p:spPr>
        </p:pic>
        <p:pic>
          <p:nvPicPr>
            <p:cNvPr id="55" name="Graphique 54" descr="Adresse de courrier avec un remplissage uni">
              <a:extLst>
                <a:ext uri="{FF2B5EF4-FFF2-40B4-BE49-F238E27FC236}">
                  <a16:creationId xmlns:a16="http://schemas.microsoft.com/office/drawing/2014/main" id="{AEACECB2-7DF6-40F4-B26F-D5823C4136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260931"/>
              <a:ext cx="267708" cy="267708"/>
            </a:xfrm>
            <a:prstGeom prst="rect">
              <a:avLst/>
            </a:prstGeom>
          </p:spPr>
        </p:pic>
        <p:pic>
          <p:nvPicPr>
            <p:cNvPr id="56" name="Graphique 55" descr="Adresse de courrier avec un remplissage uni">
              <a:extLst>
                <a:ext uri="{FF2B5EF4-FFF2-40B4-BE49-F238E27FC236}">
                  <a16:creationId xmlns:a16="http://schemas.microsoft.com/office/drawing/2014/main" id="{193F3B4D-404B-4B74-B732-013E1D3755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260931"/>
              <a:ext cx="267708" cy="267708"/>
            </a:xfrm>
            <a:prstGeom prst="rect">
              <a:avLst/>
            </a:prstGeom>
          </p:spPr>
        </p:pic>
        <p:pic>
          <p:nvPicPr>
            <p:cNvPr id="57" name="Graphique 56" descr="Adresse de courrier avec un remplissage uni">
              <a:extLst>
                <a:ext uri="{FF2B5EF4-FFF2-40B4-BE49-F238E27FC236}">
                  <a16:creationId xmlns:a16="http://schemas.microsoft.com/office/drawing/2014/main" id="{16562A59-C984-442C-AF3D-1BC4437A8D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260931"/>
              <a:ext cx="267708" cy="267708"/>
            </a:xfrm>
            <a:prstGeom prst="rect">
              <a:avLst/>
            </a:prstGeom>
          </p:spPr>
        </p:pic>
        <p:pic>
          <p:nvPicPr>
            <p:cNvPr id="58" name="Graphique 57" descr="Adresse de courrier avec un remplissage uni">
              <a:extLst>
                <a:ext uri="{FF2B5EF4-FFF2-40B4-BE49-F238E27FC236}">
                  <a16:creationId xmlns:a16="http://schemas.microsoft.com/office/drawing/2014/main" id="{BEC61109-56DF-40A2-A194-9D7D1222D8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260931"/>
              <a:ext cx="267708" cy="267708"/>
            </a:xfrm>
            <a:prstGeom prst="rect">
              <a:avLst/>
            </a:prstGeom>
          </p:spPr>
        </p:pic>
        <p:pic>
          <p:nvPicPr>
            <p:cNvPr id="59" name="Graphique 58" descr="Adresse de courrier avec un remplissage uni">
              <a:extLst>
                <a:ext uri="{FF2B5EF4-FFF2-40B4-BE49-F238E27FC236}">
                  <a16:creationId xmlns:a16="http://schemas.microsoft.com/office/drawing/2014/main" id="{AF9F17F2-FD62-4E80-8FB3-460F10526E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253735"/>
              <a:ext cx="267708" cy="267708"/>
            </a:xfrm>
            <a:prstGeom prst="rect">
              <a:avLst/>
            </a:prstGeom>
          </p:spPr>
        </p:pic>
        <p:pic>
          <p:nvPicPr>
            <p:cNvPr id="60" name="Graphique 59" descr="Adresse de courrier avec un remplissage uni">
              <a:extLst>
                <a:ext uri="{FF2B5EF4-FFF2-40B4-BE49-F238E27FC236}">
                  <a16:creationId xmlns:a16="http://schemas.microsoft.com/office/drawing/2014/main" id="{92604020-455B-4332-8016-1C21B36F3A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253735"/>
              <a:ext cx="267708" cy="267708"/>
            </a:xfrm>
            <a:prstGeom prst="rect">
              <a:avLst/>
            </a:prstGeom>
          </p:spPr>
        </p:pic>
        <p:pic>
          <p:nvPicPr>
            <p:cNvPr id="61" name="Graphique 60" descr="Adresse de courrier avec un remplissage uni">
              <a:extLst>
                <a:ext uri="{FF2B5EF4-FFF2-40B4-BE49-F238E27FC236}">
                  <a16:creationId xmlns:a16="http://schemas.microsoft.com/office/drawing/2014/main" id="{40F4EC79-F5A4-4D76-80A1-7BA2567B01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253735"/>
              <a:ext cx="267708" cy="267708"/>
            </a:xfrm>
            <a:prstGeom prst="rect">
              <a:avLst/>
            </a:prstGeom>
          </p:spPr>
        </p:pic>
        <p:pic>
          <p:nvPicPr>
            <p:cNvPr id="62" name="Graphique 61" descr="Adresse de courrier avec un remplissage uni">
              <a:extLst>
                <a:ext uri="{FF2B5EF4-FFF2-40B4-BE49-F238E27FC236}">
                  <a16:creationId xmlns:a16="http://schemas.microsoft.com/office/drawing/2014/main" id="{D99B6221-3F29-44B7-8869-DE10ADC16E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253735"/>
              <a:ext cx="267708" cy="267708"/>
            </a:xfrm>
            <a:prstGeom prst="rect">
              <a:avLst/>
            </a:prstGeom>
          </p:spPr>
        </p:pic>
        <p:pic>
          <p:nvPicPr>
            <p:cNvPr id="63" name="Graphique 62" descr="Adresse de courrier avec un remplissage uni">
              <a:extLst>
                <a:ext uri="{FF2B5EF4-FFF2-40B4-BE49-F238E27FC236}">
                  <a16:creationId xmlns:a16="http://schemas.microsoft.com/office/drawing/2014/main" id="{FC678251-AA46-4084-A5D7-B215CECDC6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253735"/>
              <a:ext cx="267708" cy="267708"/>
            </a:xfrm>
            <a:prstGeom prst="rect">
              <a:avLst/>
            </a:prstGeom>
          </p:spPr>
        </p:pic>
        <p:pic>
          <p:nvPicPr>
            <p:cNvPr id="64" name="Graphique 63" descr="Adresse de courrier avec un remplissage uni">
              <a:extLst>
                <a:ext uri="{FF2B5EF4-FFF2-40B4-BE49-F238E27FC236}">
                  <a16:creationId xmlns:a16="http://schemas.microsoft.com/office/drawing/2014/main" id="{4D231447-D1BB-4DB2-B1E2-BA8B5BD37D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253735"/>
              <a:ext cx="267708" cy="267708"/>
            </a:xfrm>
            <a:prstGeom prst="rect">
              <a:avLst/>
            </a:prstGeom>
          </p:spPr>
        </p:pic>
        <p:pic>
          <p:nvPicPr>
            <p:cNvPr id="65" name="Graphique 64" descr="Adresse de courrier avec un remplissage uni">
              <a:extLst>
                <a:ext uri="{FF2B5EF4-FFF2-40B4-BE49-F238E27FC236}">
                  <a16:creationId xmlns:a16="http://schemas.microsoft.com/office/drawing/2014/main" id="{90C32752-CE80-4547-8B30-F752838A01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253735"/>
              <a:ext cx="267708" cy="267708"/>
            </a:xfrm>
            <a:prstGeom prst="rect">
              <a:avLst/>
            </a:prstGeom>
          </p:spPr>
        </p:pic>
      </p:grpSp>
      <p:grpSp>
        <p:nvGrpSpPr>
          <p:cNvPr id="66" name="Groupe 65">
            <a:extLst>
              <a:ext uri="{FF2B5EF4-FFF2-40B4-BE49-F238E27FC236}">
                <a16:creationId xmlns:a16="http://schemas.microsoft.com/office/drawing/2014/main" id="{2915322B-8784-43C8-B1E5-9745B6E8A814}"/>
              </a:ext>
            </a:extLst>
          </p:cNvPr>
          <p:cNvGrpSpPr/>
          <p:nvPr/>
        </p:nvGrpSpPr>
        <p:grpSpPr>
          <a:xfrm>
            <a:off x="1953051" y="5049077"/>
            <a:ext cx="1296115" cy="926351"/>
            <a:chOff x="1997405" y="4798055"/>
            <a:chExt cx="1296115" cy="926351"/>
          </a:xfrm>
        </p:grpSpPr>
        <p:grpSp>
          <p:nvGrpSpPr>
            <p:cNvPr id="67" name="Groupe 66">
              <a:extLst>
                <a:ext uri="{FF2B5EF4-FFF2-40B4-BE49-F238E27FC236}">
                  <a16:creationId xmlns:a16="http://schemas.microsoft.com/office/drawing/2014/main" id="{454A2B42-3F95-47D4-BF14-AABF71EA0924}"/>
                </a:ext>
              </a:extLst>
            </p:cNvPr>
            <p:cNvGrpSpPr/>
            <p:nvPr/>
          </p:nvGrpSpPr>
          <p:grpSpPr>
            <a:xfrm>
              <a:off x="2408155" y="5016734"/>
              <a:ext cx="419101" cy="464345"/>
              <a:chOff x="792955" y="4326730"/>
              <a:chExt cx="419101" cy="464345"/>
            </a:xfrm>
          </p:grpSpPr>
          <p:pic>
            <p:nvPicPr>
              <p:cNvPr id="71" name="Graphique 70" descr="Chronomètre contour">
                <a:extLst>
                  <a:ext uri="{FF2B5EF4-FFF2-40B4-BE49-F238E27FC236}">
                    <a16:creationId xmlns:a16="http://schemas.microsoft.com/office/drawing/2014/main" id="{544B989C-F0CD-4B06-BA42-E3C5A859B3A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915" t="10918" r="14194" b="9430"/>
              <a:stretch/>
            </p:blipFill>
            <p:spPr>
              <a:xfrm>
                <a:off x="792955" y="4326730"/>
                <a:ext cx="419101" cy="464345"/>
              </a:xfrm>
              <a:prstGeom prst="rect">
                <a:avLst/>
              </a:prstGeom>
            </p:spPr>
          </p:pic>
          <p:sp>
            <p:nvSpPr>
              <p:cNvPr id="72" name="Ellipse 71">
                <a:extLst>
                  <a:ext uri="{FF2B5EF4-FFF2-40B4-BE49-F238E27FC236}">
                    <a16:creationId xmlns:a16="http://schemas.microsoft.com/office/drawing/2014/main" id="{57A2B2C6-C399-4E31-A322-5D9062884034}"/>
                  </a:ext>
                </a:extLst>
              </p:cNvPr>
              <p:cNvSpPr/>
              <p:nvPr/>
            </p:nvSpPr>
            <p:spPr>
              <a:xfrm>
                <a:off x="907409" y="4493271"/>
                <a:ext cx="191824" cy="191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e 67">
              <a:extLst>
                <a:ext uri="{FF2B5EF4-FFF2-40B4-BE49-F238E27FC236}">
                  <a16:creationId xmlns:a16="http://schemas.microsoft.com/office/drawing/2014/main" id="{820864A8-8F1B-4A3A-838A-13B3A1DDA943}"/>
                </a:ext>
              </a:extLst>
            </p:cNvPr>
            <p:cNvGrpSpPr/>
            <p:nvPr/>
          </p:nvGrpSpPr>
          <p:grpSpPr>
            <a:xfrm>
              <a:off x="1997405" y="4798055"/>
              <a:ext cx="1296115" cy="926351"/>
              <a:chOff x="1997405" y="4798055"/>
              <a:chExt cx="1296115" cy="926351"/>
            </a:xfrm>
          </p:grpSpPr>
          <p:pic>
            <p:nvPicPr>
              <p:cNvPr id="69" name="Graphique 68" descr="Pellicule contour">
                <a:extLst>
                  <a:ext uri="{FF2B5EF4-FFF2-40B4-BE49-F238E27FC236}">
                    <a16:creationId xmlns:a16="http://schemas.microsoft.com/office/drawing/2014/main" id="{E07BC2E1-8951-4A49-8127-E6E8850106AC}"/>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8479" t="25769" r="17614" b="28557"/>
              <a:stretch/>
            </p:blipFill>
            <p:spPr>
              <a:xfrm>
                <a:off x="1997405" y="4798055"/>
                <a:ext cx="1296115" cy="926351"/>
              </a:xfrm>
              <a:prstGeom prst="rect">
                <a:avLst/>
              </a:prstGeom>
            </p:spPr>
          </p:pic>
          <p:sp>
            <p:nvSpPr>
              <p:cNvPr id="70" name="Arc partiel 69">
                <a:extLst>
                  <a:ext uri="{FF2B5EF4-FFF2-40B4-BE49-F238E27FC236}">
                    <a16:creationId xmlns:a16="http://schemas.microsoft.com/office/drawing/2014/main" id="{6FC1E3D3-D0D2-4DF4-A45B-E28A321E025F}"/>
                  </a:ext>
                </a:extLst>
              </p:cNvPr>
              <p:cNvSpPr/>
              <p:nvPr/>
            </p:nvSpPr>
            <p:spPr>
              <a:xfrm>
                <a:off x="2417488" y="5098579"/>
                <a:ext cx="377825" cy="377825"/>
              </a:xfrm>
              <a:prstGeom prst="pie">
                <a:avLst>
                  <a:gd name="adj1" fmla="val 16273655"/>
                  <a:gd name="adj2" fmla="val 2042892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73" name="Groupe 72">
            <a:extLst>
              <a:ext uri="{FF2B5EF4-FFF2-40B4-BE49-F238E27FC236}">
                <a16:creationId xmlns:a16="http://schemas.microsoft.com/office/drawing/2014/main" id="{A1AC763B-DD46-432A-849F-B543B4342294}"/>
              </a:ext>
            </a:extLst>
          </p:cNvPr>
          <p:cNvGrpSpPr/>
          <p:nvPr/>
        </p:nvGrpSpPr>
        <p:grpSpPr>
          <a:xfrm>
            <a:off x="1928302" y="2567556"/>
            <a:ext cx="1040868" cy="1040868"/>
            <a:chOff x="2264321" y="2338648"/>
            <a:chExt cx="1040868" cy="1040868"/>
          </a:xfrm>
        </p:grpSpPr>
        <p:pic>
          <p:nvPicPr>
            <p:cNvPr id="74" name="Graphique 73" descr="Vibration du téléphone avec un remplissage uni">
              <a:extLst>
                <a:ext uri="{FF2B5EF4-FFF2-40B4-BE49-F238E27FC236}">
                  <a16:creationId xmlns:a16="http://schemas.microsoft.com/office/drawing/2014/main" id="{300C48AA-041B-4E74-B0E4-DA4528E2DCD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64321" y="2338648"/>
              <a:ext cx="1040868" cy="1040868"/>
            </a:xfrm>
            <a:prstGeom prst="rect">
              <a:avLst/>
            </a:prstGeom>
          </p:spPr>
        </p:pic>
        <p:sp>
          <p:nvSpPr>
            <p:cNvPr id="75" name="Ellipse 74">
              <a:extLst>
                <a:ext uri="{FF2B5EF4-FFF2-40B4-BE49-F238E27FC236}">
                  <a16:creationId xmlns:a16="http://schemas.microsoft.com/office/drawing/2014/main" id="{93CDE8E4-7247-4860-89D3-C836C618700F}"/>
                </a:ext>
              </a:extLst>
            </p:cNvPr>
            <p:cNvSpPr/>
            <p:nvPr/>
          </p:nvSpPr>
          <p:spPr>
            <a:xfrm rot="900000">
              <a:off x="2646547" y="2691070"/>
              <a:ext cx="297532" cy="29753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55000" lnSpcReduction="20000"/>
            </a:bodyPr>
            <a:lstStyle/>
            <a:p>
              <a:pPr algn="ctr"/>
              <a:r>
                <a:rPr lang="en-US" sz="2000" b="1" dirty="0"/>
                <a:t>46</a:t>
              </a:r>
            </a:p>
          </p:txBody>
        </p:sp>
      </p:grpSp>
    </p:spTree>
    <p:extLst>
      <p:ext uri="{BB962C8B-B14F-4D97-AF65-F5344CB8AC3E}">
        <p14:creationId xmlns:p14="http://schemas.microsoft.com/office/powerpoint/2010/main" val="4223654215"/>
      </p:ext>
    </p:extLst>
  </p:cSld>
  <p:clrMapOvr>
    <a:masterClrMapping/>
  </p:clrMapOvr>
  <mc:AlternateContent xmlns:mc="http://schemas.openxmlformats.org/markup-compatibility/2006" xmlns:p14="http://schemas.microsoft.com/office/powerpoint/2010/main">
    <mc:Choice Requires="p14">
      <p:transition spd="slow" p14:dur="2000" advTm="23855"/>
    </mc:Choice>
    <mc:Fallback xmlns="">
      <p:transition spd="slow" advTm="2385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BCFE1A-DEBB-4A8A-A027-1D700F02B891}"/>
              </a:ext>
            </a:extLst>
          </p:cNvPr>
          <p:cNvSpPr/>
          <p:nvPr/>
        </p:nvSpPr>
        <p:spPr>
          <a:xfrm>
            <a:off x="4041605" y="1987770"/>
            <a:ext cx="2832439" cy="1511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Challenge #C2</a:t>
            </a:r>
            <a:br>
              <a:rPr lang="en-US" dirty="0"/>
            </a:br>
            <a:r>
              <a:rPr lang="en-US" dirty="0"/>
              <a:t>Getting a click / a touch</a:t>
            </a:r>
          </a:p>
        </p:txBody>
      </p:sp>
      <p:sp>
        <p:nvSpPr>
          <p:cNvPr id="3" name="Espace réservé du contenu 2">
            <a:extLst>
              <a:ext uri="{FF2B5EF4-FFF2-40B4-BE49-F238E27FC236}">
                <a16:creationId xmlns:a16="http://schemas.microsoft.com/office/drawing/2014/main" id="{76532BC2-2047-484F-A695-32D03E87C8B4}"/>
              </a:ext>
            </a:extLst>
          </p:cNvPr>
          <p:cNvSpPr>
            <a:spLocks noGrp="1"/>
          </p:cNvSpPr>
          <p:nvPr>
            <p:ph idx="1"/>
          </p:nvPr>
        </p:nvSpPr>
        <p:spPr>
          <a:xfrm>
            <a:off x="484444" y="2735199"/>
            <a:ext cx="1988951" cy="3694176"/>
          </a:xfrm>
        </p:spPr>
        <p:txBody>
          <a:bodyPr>
            <a:normAutofit/>
          </a:bodyPr>
          <a:lstStyle/>
          <a:p>
            <a:pPr marL="0" indent="0">
              <a:buNone/>
            </a:pPr>
            <a:r>
              <a:rPr lang="en-US" sz="2000" dirty="0"/>
              <a:t>Content producers try to intercept the short window of opportunity they have</a:t>
            </a:r>
          </a:p>
          <a:p>
            <a:pPr marL="0" indent="0">
              <a:buNone/>
            </a:pPr>
            <a:r>
              <a:rPr lang="en-US" sz="2000" dirty="0"/>
              <a:t>Examples with “Cybersecurity”</a:t>
            </a:r>
          </a:p>
        </p:txBody>
      </p:sp>
      <p:sp>
        <p:nvSpPr>
          <p:cNvPr id="4" name="Espace réservé du contenu 2">
            <a:extLst>
              <a:ext uri="{FF2B5EF4-FFF2-40B4-BE49-F238E27FC236}">
                <a16:creationId xmlns:a16="http://schemas.microsoft.com/office/drawing/2014/main" id="{5FECE4C7-4AFE-4EA3-ABE2-9A30566584A2}"/>
              </a:ext>
            </a:extLst>
          </p:cNvPr>
          <p:cNvSpPr txBox="1">
            <a:spLocks/>
          </p:cNvSpPr>
          <p:nvPr/>
        </p:nvSpPr>
        <p:spPr>
          <a:xfrm>
            <a:off x="3404234" y="3569386"/>
            <a:ext cx="3568066" cy="71437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Catchy pictures / thumbnails (with emotional content)</a:t>
            </a:r>
          </a:p>
        </p:txBody>
      </p:sp>
      <p:sp>
        <p:nvSpPr>
          <p:cNvPr id="5" name="Espace réservé du contenu 2">
            <a:extLst>
              <a:ext uri="{FF2B5EF4-FFF2-40B4-BE49-F238E27FC236}">
                <a16:creationId xmlns:a16="http://schemas.microsoft.com/office/drawing/2014/main" id="{79527B8B-5DE6-4081-81CB-4EA3E707D6B3}"/>
              </a:ext>
            </a:extLst>
          </p:cNvPr>
          <p:cNvSpPr txBox="1">
            <a:spLocks/>
          </p:cNvSpPr>
          <p:nvPr/>
        </p:nvSpPr>
        <p:spPr>
          <a:xfrm>
            <a:off x="8006963" y="2348323"/>
            <a:ext cx="3936220" cy="420355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dirty="0">
                <a:solidFill>
                  <a:schemeClr val="accent1"/>
                </a:solidFill>
              </a:rPr>
              <a:t>Catchy titles</a:t>
            </a:r>
          </a:p>
          <a:p>
            <a:pPr marL="0" indent="0" algn="ctr">
              <a:buFont typeface="Arial" panose="020B0604020202020204" pitchFamily="34" charset="0"/>
              <a:buNone/>
            </a:pPr>
            <a:endParaRPr lang="en-US" sz="1000" dirty="0"/>
          </a:p>
          <a:p>
            <a:pPr marL="0" indent="0">
              <a:buNone/>
            </a:pPr>
            <a:r>
              <a:rPr lang="en-US" sz="1000" i="1" dirty="0">
                <a:latin typeface="Adobe Fan Heiti Std B" panose="020B0700000000000000" pitchFamily="34" charset="-128"/>
                <a:ea typeface="Adobe Fan Heiti Std B" panose="020B0700000000000000" pitchFamily="34" charset="-128"/>
              </a:rPr>
              <a:t>In 14 Minutes, I'll Give You The Truth About Cybersecurity</a:t>
            </a:r>
            <a:endParaRPr lang="en-US" sz="1000" dirty="0"/>
          </a:p>
          <a:p>
            <a:pPr marL="0" indent="0" algn="r">
              <a:lnSpc>
                <a:spcPct val="170000"/>
              </a:lnSpc>
              <a:buNone/>
            </a:pPr>
            <a:r>
              <a:rPr lang="en-US" sz="1000" dirty="0">
                <a:latin typeface="Britannic Bold" panose="020B0903060703020204" pitchFamily="34" charset="0"/>
              </a:rPr>
              <a:t>Cybersecurity - How To Be More Productive?</a:t>
            </a:r>
          </a:p>
          <a:p>
            <a:pPr marL="0" indent="0">
              <a:lnSpc>
                <a:spcPct val="170000"/>
              </a:lnSpc>
              <a:buNone/>
            </a:pPr>
            <a:r>
              <a:rPr lang="en-US" sz="1000" dirty="0">
                <a:latin typeface="Lucida Console" panose="020B0609040504020204" pitchFamily="49" charset="0"/>
              </a:rPr>
              <a:t>The Ultimate Guide To Cybersecurity</a:t>
            </a:r>
          </a:p>
          <a:p>
            <a:pPr marL="0" indent="0" algn="r">
              <a:lnSpc>
                <a:spcPct val="170000"/>
              </a:lnSpc>
              <a:buNone/>
            </a:pPr>
            <a:r>
              <a:rPr lang="en-US" sz="1000" i="1" dirty="0">
                <a:latin typeface="Times New Roman" panose="02020603050405020304" pitchFamily="18" charset="0"/>
                <a:cs typeface="Times New Roman" panose="02020603050405020304" pitchFamily="18" charset="0"/>
              </a:rPr>
              <a:t>Instant Solutions To Cybersecurity In Step-By-Step Detail</a:t>
            </a:r>
          </a:p>
          <a:p>
            <a:pPr marL="0" indent="0">
              <a:lnSpc>
                <a:spcPct val="170000"/>
              </a:lnSpc>
              <a:buNone/>
            </a:pPr>
            <a:r>
              <a:rPr lang="en-US" sz="1000" dirty="0">
                <a:latin typeface="Rockwell" panose="02060603020205020403" pitchFamily="18" charset="0"/>
              </a:rPr>
              <a:t>Cybersecurity: An Incredibly Easy Method That Works For All</a:t>
            </a:r>
          </a:p>
          <a:p>
            <a:pPr marL="0" indent="0" algn="r">
              <a:lnSpc>
                <a:spcPct val="170000"/>
              </a:lnSpc>
              <a:buNone/>
            </a:pPr>
            <a:r>
              <a:rPr lang="en-US" sz="1000" dirty="0"/>
              <a:t>7 Ridiculous Rules About Cybersecurity</a:t>
            </a:r>
          </a:p>
          <a:p>
            <a:pPr marL="0" indent="0">
              <a:lnSpc>
                <a:spcPct val="170000"/>
              </a:lnSpc>
              <a:buNone/>
            </a:pPr>
            <a:r>
              <a:rPr lang="en-US" sz="1000" dirty="0">
                <a:latin typeface="Century Gothic" panose="020B0502020202020204" pitchFamily="34" charset="0"/>
              </a:rPr>
              <a:t>Poll: How Much Do You Earn From Cybersecurity?</a:t>
            </a:r>
          </a:p>
          <a:p>
            <a:pPr marL="0" indent="0" algn="r">
              <a:lnSpc>
                <a:spcPct val="170000"/>
              </a:lnSpc>
              <a:buNone/>
            </a:pPr>
            <a:r>
              <a:rPr lang="en-US" sz="1000" dirty="0">
                <a:latin typeface="Myriad Pro Light" panose="020B0603030403020204" pitchFamily="34" charset="0"/>
              </a:rPr>
              <a:t>Here's What I Know About Cybersecurity</a:t>
            </a:r>
          </a:p>
          <a:p>
            <a:pPr marL="0" indent="0" algn="r">
              <a:buNone/>
            </a:pPr>
            <a:endParaRPr lang="en-US" sz="1000" dirty="0">
              <a:latin typeface="Myriad Pro Light" panose="020B0603030403020204" pitchFamily="34" charset="0"/>
            </a:endParaRPr>
          </a:p>
          <a:p>
            <a:pPr marL="0" indent="0" algn="r">
              <a:buFont typeface="Arial" panose="020B0604020202020204" pitchFamily="34" charset="0"/>
              <a:buNone/>
            </a:pPr>
            <a:r>
              <a:rPr lang="en-US" sz="800" dirty="0">
                <a:hlinkClick r:id="rId2"/>
              </a:rPr>
              <a:t>https://www.nichelaboratory.com/Home/BlogTitleGenerator</a:t>
            </a:r>
            <a:endParaRPr lang="en-US" sz="800" dirty="0"/>
          </a:p>
        </p:txBody>
      </p:sp>
      <p:sp>
        <p:nvSpPr>
          <p:cNvPr id="6" name="Espace réservé du contenu 2">
            <a:extLst>
              <a:ext uri="{FF2B5EF4-FFF2-40B4-BE49-F238E27FC236}">
                <a16:creationId xmlns:a16="http://schemas.microsoft.com/office/drawing/2014/main" id="{660C2F9F-0BD6-4C60-AB24-F4CE28721F32}"/>
              </a:ext>
            </a:extLst>
          </p:cNvPr>
          <p:cNvSpPr txBox="1">
            <a:spLocks/>
          </p:cNvSpPr>
          <p:nvPr/>
        </p:nvSpPr>
        <p:spPr>
          <a:xfrm>
            <a:off x="3781425" y="6238873"/>
            <a:ext cx="335280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Catchy previews (start a short video with “teaser” cuts of the video itself)</a:t>
            </a:r>
          </a:p>
        </p:txBody>
      </p:sp>
      <p:pic>
        <p:nvPicPr>
          <p:cNvPr id="11" name="Graphique 10" descr="Visage surpris à remplissage uni avec un remplissage uni">
            <a:extLst>
              <a:ext uri="{FF2B5EF4-FFF2-40B4-BE49-F238E27FC236}">
                <a16:creationId xmlns:a16="http://schemas.microsoft.com/office/drawing/2014/main" id="{30746904-BE74-40F0-9937-C36015A67E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35376" y="1987770"/>
            <a:ext cx="1604290" cy="1604290"/>
          </a:xfrm>
          <a:prstGeom prst="rect">
            <a:avLst/>
          </a:prstGeom>
        </p:spPr>
      </p:pic>
      <p:sp>
        <p:nvSpPr>
          <p:cNvPr id="14" name="Flèche : droite 13">
            <a:extLst>
              <a:ext uri="{FF2B5EF4-FFF2-40B4-BE49-F238E27FC236}">
                <a16:creationId xmlns:a16="http://schemas.microsoft.com/office/drawing/2014/main" id="{9ED3F544-2BE0-49DD-97EB-46A9A013F263}"/>
              </a:ext>
            </a:extLst>
          </p:cNvPr>
          <p:cNvSpPr/>
          <p:nvPr/>
        </p:nvSpPr>
        <p:spPr>
          <a:xfrm>
            <a:off x="4185038" y="5834266"/>
            <a:ext cx="2459114" cy="315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Graphique 15" descr="Vlog avec un remplissage uni">
            <a:extLst>
              <a:ext uri="{FF2B5EF4-FFF2-40B4-BE49-F238E27FC236}">
                <a16:creationId xmlns:a16="http://schemas.microsoft.com/office/drawing/2014/main" id="{0BFFD766-2D51-48B8-8823-9B37BBC6956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65872" y="4544452"/>
            <a:ext cx="1764908" cy="1764908"/>
          </a:xfrm>
          <a:prstGeom prst="rect">
            <a:avLst/>
          </a:prstGeom>
        </p:spPr>
      </p:pic>
      <p:pic>
        <p:nvPicPr>
          <p:cNvPr id="17" name="Graphique 16" descr="Vlog avec un remplissage uni">
            <a:extLst>
              <a:ext uri="{FF2B5EF4-FFF2-40B4-BE49-F238E27FC236}">
                <a16:creationId xmlns:a16="http://schemas.microsoft.com/office/drawing/2014/main" id="{B2B14879-9DE3-42E5-986C-BFDB4C5B9E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74458" y="5377467"/>
            <a:ext cx="692462" cy="692462"/>
          </a:xfrm>
          <a:prstGeom prst="rect">
            <a:avLst/>
          </a:prstGeom>
        </p:spPr>
      </p:pic>
      <p:sp>
        <p:nvSpPr>
          <p:cNvPr id="18" name="Espace réservé du contenu 2">
            <a:extLst>
              <a:ext uri="{FF2B5EF4-FFF2-40B4-BE49-F238E27FC236}">
                <a16:creationId xmlns:a16="http://schemas.microsoft.com/office/drawing/2014/main" id="{8DB9F846-BAD3-44B1-8BAF-6665FC9B430B}"/>
              </a:ext>
            </a:extLst>
          </p:cNvPr>
          <p:cNvSpPr txBox="1">
            <a:spLocks/>
          </p:cNvSpPr>
          <p:nvPr/>
        </p:nvSpPr>
        <p:spPr>
          <a:xfrm>
            <a:off x="5326698" y="4450099"/>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Real full video</a:t>
            </a:r>
          </a:p>
        </p:txBody>
      </p:sp>
      <p:sp>
        <p:nvSpPr>
          <p:cNvPr id="19" name="Espace réservé du contenu 2">
            <a:extLst>
              <a:ext uri="{FF2B5EF4-FFF2-40B4-BE49-F238E27FC236}">
                <a16:creationId xmlns:a16="http://schemas.microsoft.com/office/drawing/2014/main" id="{64773E1B-3914-4707-B23B-E93657C456B4}"/>
              </a:ext>
            </a:extLst>
          </p:cNvPr>
          <p:cNvSpPr txBox="1">
            <a:spLocks/>
          </p:cNvSpPr>
          <p:nvPr/>
        </p:nvSpPr>
        <p:spPr>
          <a:xfrm>
            <a:off x="4079443" y="5072465"/>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3 seconds teaser</a:t>
            </a:r>
          </a:p>
        </p:txBody>
      </p:sp>
    </p:spTree>
    <p:extLst>
      <p:ext uri="{BB962C8B-B14F-4D97-AF65-F5344CB8AC3E}">
        <p14:creationId xmlns:p14="http://schemas.microsoft.com/office/powerpoint/2010/main" val="1636480355"/>
      </p:ext>
    </p:extLst>
  </p:cSld>
  <p:clrMapOvr>
    <a:masterClrMapping/>
  </p:clrMapOvr>
  <mc:AlternateContent xmlns:mc="http://schemas.openxmlformats.org/markup-compatibility/2006" xmlns:p14="http://schemas.microsoft.com/office/powerpoint/2010/main">
    <mc:Choice Requires="p14">
      <p:transition spd="slow" p14:dur="2000" advTm="116662"/>
    </mc:Choice>
    <mc:Fallback xmlns="">
      <p:transition spd="slow" advTm="11666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7500" lnSpcReduction="20000"/>
          </a:bodyPr>
          <a:lstStyle/>
          <a:p>
            <a:pPr marL="0" indent="0">
              <a:buNone/>
            </a:pPr>
            <a:endParaRPr lang="en-US" dirty="0"/>
          </a:p>
          <a:p>
            <a:pPr marL="0" indent="0">
              <a:buNone/>
            </a:pPr>
            <a:endParaRPr lang="en-US" dirty="0"/>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7500" lnSpcReduction="20000"/>
          </a:bodyPr>
          <a:lstStyle/>
          <a:p>
            <a:r>
              <a:rPr lang="en-US" noProof="1"/>
              <a:t>What other examples of attention catching techniques do you know ? In which platforms ?</a:t>
            </a:r>
          </a:p>
          <a:p>
            <a:endParaRPr lang="en-US" noProof="1"/>
          </a:p>
          <a:p>
            <a:r>
              <a:rPr lang="en-US" noProof="1"/>
              <a:t>What moral issues do you identify in this escalating competition ? </a:t>
            </a:r>
          </a:p>
          <a:p>
            <a:endParaRPr lang="en-US" noProof="1"/>
          </a:p>
          <a:p>
            <a:pPr marL="0" indent="0">
              <a:buNone/>
            </a:pPr>
            <a:r>
              <a:rPr lang="en-US" noProof="1"/>
              <a:t>   </a:t>
            </a:r>
          </a:p>
        </p:txBody>
      </p:sp>
      <p:sp>
        <p:nvSpPr>
          <p:cNvPr id="8" name="Rectangle 7">
            <a:extLst>
              <a:ext uri="{FF2B5EF4-FFF2-40B4-BE49-F238E27FC236}">
                <a16:creationId xmlns:a16="http://schemas.microsoft.com/office/drawing/2014/main" id="{28035C66-B530-47CB-B855-99CF696EB623}"/>
              </a:ext>
            </a:extLst>
          </p:cNvPr>
          <p:cNvSpPr/>
          <p:nvPr/>
        </p:nvSpPr>
        <p:spPr>
          <a:xfrm>
            <a:off x="2400654" y="2626855"/>
            <a:ext cx="2832439" cy="1511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pic>
        <p:nvPicPr>
          <p:cNvPr id="9" name="Graphique 8" descr="Visage surpris à remplissage uni avec un remplissage uni">
            <a:extLst>
              <a:ext uri="{FF2B5EF4-FFF2-40B4-BE49-F238E27FC236}">
                <a16:creationId xmlns:a16="http://schemas.microsoft.com/office/drawing/2014/main" id="{200D38A4-07AB-4524-8E51-5C14382099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94425" y="2626855"/>
            <a:ext cx="1604290" cy="1604290"/>
          </a:xfrm>
          <a:prstGeom prst="rect">
            <a:avLst/>
          </a:prstGeom>
        </p:spPr>
      </p:pic>
      <p:sp>
        <p:nvSpPr>
          <p:cNvPr id="10" name="Flèche : droite 9">
            <a:extLst>
              <a:ext uri="{FF2B5EF4-FFF2-40B4-BE49-F238E27FC236}">
                <a16:creationId xmlns:a16="http://schemas.microsoft.com/office/drawing/2014/main" id="{0F7DAEB6-3854-485C-8AB2-E3CC9BCE3EF4}"/>
              </a:ext>
            </a:extLst>
          </p:cNvPr>
          <p:cNvSpPr/>
          <p:nvPr/>
        </p:nvSpPr>
        <p:spPr>
          <a:xfrm>
            <a:off x="2483045" y="5680773"/>
            <a:ext cx="2459114" cy="315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Graphique 10" descr="Vlog avec un remplissage uni">
            <a:extLst>
              <a:ext uri="{FF2B5EF4-FFF2-40B4-BE49-F238E27FC236}">
                <a16:creationId xmlns:a16="http://schemas.microsoft.com/office/drawing/2014/main" id="{E9050907-279F-4150-A966-852F3D5C2E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72465" y="5223974"/>
            <a:ext cx="692462" cy="692462"/>
          </a:xfrm>
          <a:prstGeom prst="rect">
            <a:avLst/>
          </a:prstGeom>
        </p:spPr>
      </p:pic>
      <p:sp>
        <p:nvSpPr>
          <p:cNvPr id="12" name="Espace réservé du contenu 2">
            <a:extLst>
              <a:ext uri="{FF2B5EF4-FFF2-40B4-BE49-F238E27FC236}">
                <a16:creationId xmlns:a16="http://schemas.microsoft.com/office/drawing/2014/main" id="{7433B613-6561-4C90-9F48-B2BA704AA442}"/>
              </a:ext>
            </a:extLst>
          </p:cNvPr>
          <p:cNvSpPr txBox="1">
            <a:spLocks/>
          </p:cNvSpPr>
          <p:nvPr/>
        </p:nvSpPr>
        <p:spPr>
          <a:xfrm>
            <a:off x="3624705" y="4296606"/>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Real full video</a:t>
            </a:r>
          </a:p>
        </p:txBody>
      </p:sp>
      <p:sp>
        <p:nvSpPr>
          <p:cNvPr id="13" name="Espace réservé du contenu 2">
            <a:extLst>
              <a:ext uri="{FF2B5EF4-FFF2-40B4-BE49-F238E27FC236}">
                <a16:creationId xmlns:a16="http://schemas.microsoft.com/office/drawing/2014/main" id="{952B876F-E082-4BEB-BBEB-2450B4BED4EB}"/>
              </a:ext>
            </a:extLst>
          </p:cNvPr>
          <p:cNvSpPr txBox="1">
            <a:spLocks/>
          </p:cNvSpPr>
          <p:nvPr/>
        </p:nvSpPr>
        <p:spPr>
          <a:xfrm>
            <a:off x="2377450" y="4918972"/>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3 seconds teaser</a:t>
            </a:r>
          </a:p>
        </p:txBody>
      </p:sp>
      <p:pic>
        <p:nvPicPr>
          <p:cNvPr id="14" name="Graphique 13" descr="Vlog avec un remplissage uni">
            <a:extLst>
              <a:ext uri="{FF2B5EF4-FFF2-40B4-BE49-F238E27FC236}">
                <a16:creationId xmlns:a16="http://schemas.microsoft.com/office/drawing/2014/main" id="{BAA080DB-777F-4876-8ACA-82CB3D7FEF5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96570" y="4372936"/>
            <a:ext cx="1764908" cy="1764908"/>
          </a:xfrm>
          <a:prstGeom prst="rect">
            <a:avLst/>
          </a:prstGeom>
        </p:spPr>
      </p:pic>
    </p:spTree>
    <p:extLst>
      <p:ext uri="{BB962C8B-B14F-4D97-AF65-F5344CB8AC3E}">
        <p14:creationId xmlns:p14="http://schemas.microsoft.com/office/powerpoint/2010/main" val="3885332246"/>
      </p:ext>
    </p:extLst>
  </p:cSld>
  <p:clrMapOvr>
    <a:masterClrMapping/>
  </p:clrMapOvr>
  <mc:AlternateContent xmlns:mc="http://schemas.openxmlformats.org/markup-compatibility/2006" xmlns:p14="http://schemas.microsoft.com/office/powerpoint/2010/main">
    <mc:Choice Requires="p14">
      <p:transition spd="slow" p14:dur="2000" advTm="34233"/>
    </mc:Choice>
    <mc:Fallback xmlns="">
      <p:transition spd="slow" advTm="3423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1C2E28E-4533-4331-BE44-36BB640F196F}"/>
              </a:ext>
            </a:extLst>
          </p:cNvPr>
          <p:cNvSpPr>
            <a:spLocks noGrp="1"/>
          </p:cNvSpPr>
          <p:nvPr>
            <p:ph type="title"/>
          </p:nvPr>
        </p:nvSpPr>
        <p:spPr/>
        <p:txBody>
          <a:bodyPr>
            <a:normAutofit fontScale="90000"/>
          </a:bodyPr>
          <a:lstStyle/>
          <a:p>
            <a:r>
              <a:rPr lang="en-US" dirty="0"/>
              <a:t>Challenge #C3</a:t>
            </a:r>
            <a:br>
              <a:rPr lang="en-US" dirty="0"/>
            </a:br>
            <a:r>
              <a:rPr lang="en-US" dirty="0"/>
              <a:t>Know how “Catchy” you can be</a:t>
            </a:r>
          </a:p>
        </p:txBody>
      </p:sp>
      <p:sp>
        <p:nvSpPr>
          <p:cNvPr id="7" name="Bulle narrative : ronde 6">
            <a:extLst>
              <a:ext uri="{FF2B5EF4-FFF2-40B4-BE49-F238E27FC236}">
                <a16:creationId xmlns:a16="http://schemas.microsoft.com/office/drawing/2014/main" id="{3A9E3526-A00F-4F0D-8743-435DCCEA9635}"/>
              </a:ext>
            </a:extLst>
          </p:cNvPr>
          <p:cNvSpPr/>
          <p:nvPr/>
        </p:nvSpPr>
        <p:spPr>
          <a:xfrm>
            <a:off x="571511" y="2003118"/>
            <a:ext cx="4034634" cy="1273702"/>
          </a:xfrm>
          <a:prstGeom prst="wedgeEllipseCallout">
            <a:avLst>
              <a:gd name="adj1" fmla="val -24516"/>
              <a:gd name="adj2" fmla="val 7102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I don’t WANT to get into “clickbait-like” strategies ?</a:t>
            </a:r>
          </a:p>
        </p:txBody>
      </p:sp>
      <p:grpSp>
        <p:nvGrpSpPr>
          <p:cNvPr id="8" name="Groupe 7">
            <a:extLst>
              <a:ext uri="{FF2B5EF4-FFF2-40B4-BE49-F238E27FC236}">
                <a16:creationId xmlns:a16="http://schemas.microsoft.com/office/drawing/2014/main" id="{F5BA28BB-C7C7-4D06-AE7E-56D0142CE2AE}"/>
              </a:ext>
            </a:extLst>
          </p:cNvPr>
          <p:cNvGrpSpPr/>
          <p:nvPr/>
        </p:nvGrpSpPr>
        <p:grpSpPr>
          <a:xfrm>
            <a:off x="571511" y="3546957"/>
            <a:ext cx="1983159" cy="1461454"/>
            <a:chOff x="420283" y="3559673"/>
            <a:chExt cx="1983159" cy="1461454"/>
          </a:xfrm>
        </p:grpSpPr>
        <p:pic>
          <p:nvPicPr>
            <p:cNvPr id="9" name="Graphique 8" descr="Personne confuse avec un remplissage uni">
              <a:extLst>
                <a:ext uri="{FF2B5EF4-FFF2-40B4-BE49-F238E27FC236}">
                  <a16:creationId xmlns:a16="http://schemas.microsoft.com/office/drawing/2014/main" id="{816D7E54-2791-4FD0-AAF1-3CDE77976D9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20283" y="3603842"/>
              <a:ext cx="1983159" cy="1417285"/>
            </a:xfrm>
            <a:prstGeom prst="rect">
              <a:avLst/>
            </a:prstGeom>
          </p:spPr>
        </p:pic>
        <p:pic>
          <p:nvPicPr>
            <p:cNvPr id="10" name="Graphique 9" descr="Visage triste à remplissage solide avec un remplissage uni">
              <a:extLst>
                <a:ext uri="{FF2B5EF4-FFF2-40B4-BE49-F238E27FC236}">
                  <a16:creationId xmlns:a16="http://schemas.microsoft.com/office/drawing/2014/main" id="{CA2590DD-5148-44BF-A3BF-F2D0902162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2645" y="3559673"/>
              <a:ext cx="697805" cy="697805"/>
            </a:xfrm>
            <a:prstGeom prst="rect">
              <a:avLst/>
            </a:prstGeom>
          </p:spPr>
        </p:pic>
      </p:grpSp>
      <p:sp>
        <p:nvSpPr>
          <p:cNvPr id="11" name="Bulle narrative : ronde 10">
            <a:extLst>
              <a:ext uri="{FF2B5EF4-FFF2-40B4-BE49-F238E27FC236}">
                <a16:creationId xmlns:a16="http://schemas.microsoft.com/office/drawing/2014/main" id="{EF424F74-C253-4135-B829-9BCBCC2C681B}"/>
              </a:ext>
            </a:extLst>
          </p:cNvPr>
          <p:cNvSpPr/>
          <p:nvPr/>
        </p:nvSpPr>
        <p:spPr>
          <a:xfrm>
            <a:off x="2164998" y="3259074"/>
            <a:ext cx="4034634" cy="1417284"/>
          </a:xfrm>
          <a:prstGeom prst="wedgeEllipseCallout">
            <a:avLst>
              <a:gd name="adj1" fmla="val -56623"/>
              <a:gd name="adj2" fmla="val -169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I don’t have the Skills or resources for such “content packaging” ?</a:t>
            </a:r>
          </a:p>
        </p:txBody>
      </p:sp>
      <p:sp>
        <p:nvSpPr>
          <p:cNvPr id="12" name="Bulle narrative : ronde 11">
            <a:extLst>
              <a:ext uri="{FF2B5EF4-FFF2-40B4-BE49-F238E27FC236}">
                <a16:creationId xmlns:a16="http://schemas.microsoft.com/office/drawing/2014/main" id="{C457AC06-5AE6-4C8A-9AA8-80EBF0358EDD}"/>
              </a:ext>
            </a:extLst>
          </p:cNvPr>
          <p:cNvSpPr/>
          <p:nvPr/>
        </p:nvSpPr>
        <p:spPr>
          <a:xfrm>
            <a:off x="1901678" y="4913181"/>
            <a:ext cx="4034634" cy="1000506"/>
          </a:xfrm>
          <a:prstGeom prst="wedgeEllipseCallout">
            <a:avLst>
              <a:gd name="adj1" fmla="val -51665"/>
              <a:gd name="adj2" fmla="val -11344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the topic I want to share about does not fit into such strategy ?</a:t>
            </a:r>
          </a:p>
        </p:txBody>
      </p:sp>
      <p:sp>
        <p:nvSpPr>
          <p:cNvPr id="13" name="Bulle narrative : ronde 12">
            <a:extLst>
              <a:ext uri="{FF2B5EF4-FFF2-40B4-BE49-F238E27FC236}">
                <a16:creationId xmlns:a16="http://schemas.microsoft.com/office/drawing/2014/main" id="{9121F79D-B643-4C04-84FD-28BEBA7F41C0}"/>
              </a:ext>
            </a:extLst>
          </p:cNvPr>
          <p:cNvSpPr/>
          <p:nvPr/>
        </p:nvSpPr>
        <p:spPr>
          <a:xfrm>
            <a:off x="390236" y="5845030"/>
            <a:ext cx="2552700" cy="749808"/>
          </a:xfrm>
          <a:prstGeom prst="wedgeEllipseCallout">
            <a:avLst>
              <a:gd name="adj1" fmla="val -10634"/>
              <a:gd name="adj2" fmla="val -21187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How can I compete ? </a:t>
            </a:r>
          </a:p>
        </p:txBody>
      </p:sp>
      <p:grpSp>
        <p:nvGrpSpPr>
          <p:cNvPr id="23" name="Groupe 22">
            <a:extLst>
              <a:ext uri="{FF2B5EF4-FFF2-40B4-BE49-F238E27FC236}">
                <a16:creationId xmlns:a16="http://schemas.microsoft.com/office/drawing/2014/main" id="{F3AE8962-DB3D-4D1F-B46C-B7727E89498E}"/>
              </a:ext>
            </a:extLst>
          </p:cNvPr>
          <p:cNvGrpSpPr/>
          <p:nvPr/>
        </p:nvGrpSpPr>
        <p:grpSpPr>
          <a:xfrm>
            <a:off x="6291979" y="1794620"/>
            <a:ext cx="5301604" cy="4558829"/>
            <a:chOff x="6291979" y="1794620"/>
            <a:chExt cx="5301604" cy="4558829"/>
          </a:xfrm>
        </p:grpSpPr>
        <p:sp>
          <p:nvSpPr>
            <p:cNvPr id="16" name="Arc partiel 15">
              <a:extLst>
                <a:ext uri="{FF2B5EF4-FFF2-40B4-BE49-F238E27FC236}">
                  <a16:creationId xmlns:a16="http://schemas.microsoft.com/office/drawing/2014/main" id="{A980D8A6-F26F-41E5-A5BD-F430D2EFFE23}"/>
                </a:ext>
              </a:extLst>
            </p:cNvPr>
            <p:cNvSpPr/>
            <p:nvPr/>
          </p:nvSpPr>
          <p:spPr>
            <a:xfrm>
              <a:off x="7221608" y="2024761"/>
              <a:ext cx="4371975" cy="4328688"/>
            </a:xfrm>
            <a:prstGeom prst="pie">
              <a:avLst>
                <a:gd name="adj1" fmla="val 12445795"/>
                <a:gd name="adj2" fmla="val 12162327"/>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Arc partiel 17">
              <a:extLst>
                <a:ext uri="{FF2B5EF4-FFF2-40B4-BE49-F238E27FC236}">
                  <a16:creationId xmlns:a16="http://schemas.microsoft.com/office/drawing/2014/main" id="{120F151F-B412-4459-992E-52D0E97FEA3B}"/>
                </a:ext>
              </a:extLst>
            </p:cNvPr>
            <p:cNvSpPr/>
            <p:nvPr/>
          </p:nvSpPr>
          <p:spPr>
            <a:xfrm>
              <a:off x="7207816" y="2024761"/>
              <a:ext cx="4371975" cy="4328688"/>
            </a:xfrm>
            <a:prstGeom prst="pie">
              <a:avLst>
                <a:gd name="adj1" fmla="val 12152855"/>
                <a:gd name="adj2" fmla="val 12465648"/>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9" name="Graphique 18" descr="Centre d’appels avec un remplissage uni">
              <a:extLst>
                <a:ext uri="{FF2B5EF4-FFF2-40B4-BE49-F238E27FC236}">
                  <a16:creationId xmlns:a16="http://schemas.microsoft.com/office/drawing/2014/main" id="{577357AB-8A53-403A-B54C-E86CF9D10E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87478" y="3341600"/>
              <a:ext cx="1494046" cy="1494046"/>
            </a:xfrm>
            <a:prstGeom prst="rect">
              <a:avLst/>
            </a:prstGeom>
          </p:spPr>
        </p:pic>
        <p:sp>
          <p:nvSpPr>
            <p:cNvPr id="20" name="ZoneTexte 19">
              <a:extLst>
                <a:ext uri="{FF2B5EF4-FFF2-40B4-BE49-F238E27FC236}">
                  <a16:creationId xmlns:a16="http://schemas.microsoft.com/office/drawing/2014/main" id="{D558B616-4E89-4EC2-9095-AF11E680A724}"/>
                </a:ext>
              </a:extLst>
            </p:cNvPr>
            <p:cNvSpPr txBox="1"/>
            <p:nvPr/>
          </p:nvSpPr>
          <p:spPr>
            <a:xfrm>
              <a:off x="6291979" y="2353490"/>
              <a:ext cx="1501140" cy="923330"/>
            </a:xfrm>
            <a:prstGeom prst="rect">
              <a:avLst/>
            </a:prstGeom>
            <a:noFill/>
          </p:spPr>
          <p:txBody>
            <a:bodyPr wrap="square" rtlCol="0">
              <a:spAutoFit/>
            </a:bodyPr>
            <a:lstStyle/>
            <a:p>
              <a:r>
                <a:rPr lang="en-US" dirty="0">
                  <a:solidFill>
                    <a:schemeClr val="accent1"/>
                  </a:solidFill>
                </a:rPr>
                <a:t>The small opportunity you have</a:t>
              </a:r>
            </a:p>
          </p:txBody>
        </p:sp>
        <p:sp>
          <p:nvSpPr>
            <p:cNvPr id="21" name="ZoneTexte 20">
              <a:extLst>
                <a:ext uri="{FF2B5EF4-FFF2-40B4-BE49-F238E27FC236}">
                  <a16:creationId xmlns:a16="http://schemas.microsoft.com/office/drawing/2014/main" id="{E5731FB7-203D-43AE-B8A8-C19A04BDA9DE}"/>
                </a:ext>
              </a:extLst>
            </p:cNvPr>
            <p:cNvSpPr txBox="1"/>
            <p:nvPr/>
          </p:nvSpPr>
          <p:spPr>
            <a:xfrm>
              <a:off x="8604488" y="1794620"/>
              <a:ext cx="2130860" cy="1200329"/>
            </a:xfrm>
            <a:prstGeom prst="rect">
              <a:avLst/>
            </a:prstGeom>
            <a:noFill/>
          </p:spPr>
          <p:txBody>
            <a:bodyPr wrap="square" rtlCol="0">
              <a:spAutoFit/>
            </a:bodyPr>
            <a:lstStyle/>
            <a:p>
              <a:pPr algn="ctr"/>
              <a:r>
                <a:rPr lang="en-US" dirty="0"/>
                <a:t>All the other topics catching the attention of your target</a:t>
              </a:r>
            </a:p>
          </p:txBody>
        </p:sp>
        <p:sp>
          <p:nvSpPr>
            <p:cNvPr id="22" name="ZoneTexte 21">
              <a:extLst>
                <a:ext uri="{FF2B5EF4-FFF2-40B4-BE49-F238E27FC236}">
                  <a16:creationId xmlns:a16="http://schemas.microsoft.com/office/drawing/2014/main" id="{685D52A7-3DF3-48A5-998D-0796732D516A}"/>
                </a:ext>
              </a:extLst>
            </p:cNvPr>
            <p:cNvSpPr txBox="1"/>
            <p:nvPr/>
          </p:nvSpPr>
          <p:spPr>
            <a:xfrm>
              <a:off x="8390397" y="4650980"/>
              <a:ext cx="2130860" cy="369332"/>
            </a:xfrm>
            <a:prstGeom prst="rect">
              <a:avLst/>
            </a:prstGeom>
            <a:noFill/>
          </p:spPr>
          <p:txBody>
            <a:bodyPr wrap="square" rtlCol="0">
              <a:spAutoFit/>
            </a:bodyPr>
            <a:lstStyle/>
            <a:p>
              <a:pPr algn="ctr"/>
              <a:r>
                <a:rPr lang="en-US" dirty="0"/>
                <a:t>Your target user</a:t>
              </a:r>
            </a:p>
          </p:txBody>
        </p:sp>
      </p:grpSp>
    </p:spTree>
    <p:extLst>
      <p:ext uri="{BB962C8B-B14F-4D97-AF65-F5344CB8AC3E}">
        <p14:creationId xmlns:p14="http://schemas.microsoft.com/office/powerpoint/2010/main" val="2526101355"/>
      </p:ext>
    </p:extLst>
  </p:cSld>
  <p:clrMapOvr>
    <a:masterClrMapping/>
  </p:clrMapOvr>
  <mc:AlternateContent xmlns:mc="http://schemas.openxmlformats.org/markup-compatibility/2006" xmlns:p14="http://schemas.microsoft.com/office/powerpoint/2010/main">
    <mc:Choice Requires="p14">
      <p:transition spd="slow" p14:dur="2000" advTm="51933"/>
    </mc:Choice>
    <mc:Fallback xmlns="">
      <p:transition spd="slow" advTm="5193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Do you struggle in getting attention from your target audience ? </a:t>
            </a:r>
          </a:p>
          <a:p>
            <a:pPr marL="0" indent="0">
              <a:buNone/>
            </a:pPr>
            <a:endParaRPr lang="en-US" noProof="1"/>
          </a:p>
          <a:p>
            <a:pPr marL="0" indent="0">
              <a:buNone/>
            </a:pPr>
            <a:r>
              <a:rPr lang="en-US" noProof="1"/>
              <a:t>On a scale from 1 to 10, how likely it is that you will train in creating catchy content ? </a:t>
            </a:r>
          </a:p>
        </p:txBody>
      </p:sp>
      <p:grpSp>
        <p:nvGrpSpPr>
          <p:cNvPr id="3" name="Groupe 2">
            <a:extLst>
              <a:ext uri="{FF2B5EF4-FFF2-40B4-BE49-F238E27FC236}">
                <a16:creationId xmlns:a16="http://schemas.microsoft.com/office/drawing/2014/main" id="{A46E0109-3633-4D95-9F3D-E0D6F3138550}"/>
              </a:ext>
            </a:extLst>
          </p:cNvPr>
          <p:cNvGrpSpPr/>
          <p:nvPr/>
        </p:nvGrpSpPr>
        <p:grpSpPr>
          <a:xfrm>
            <a:off x="2848551" y="3027276"/>
            <a:ext cx="2952594" cy="2914168"/>
            <a:chOff x="7207816" y="2024761"/>
            <a:chExt cx="4385767" cy="4328688"/>
          </a:xfrm>
        </p:grpSpPr>
        <p:sp>
          <p:nvSpPr>
            <p:cNvPr id="6" name="Arc partiel 5">
              <a:extLst>
                <a:ext uri="{FF2B5EF4-FFF2-40B4-BE49-F238E27FC236}">
                  <a16:creationId xmlns:a16="http://schemas.microsoft.com/office/drawing/2014/main" id="{4809DE03-4004-4B83-8359-299336D79630}"/>
                </a:ext>
              </a:extLst>
            </p:cNvPr>
            <p:cNvSpPr/>
            <p:nvPr/>
          </p:nvSpPr>
          <p:spPr>
            <a:xfrm>
              <a:off x="7221608" y="2024761"/>
              <a:ext cx="4371975" cy="4328688"/>
            </a:xfrm>
            <a:prstGeom prst="pie">
              <a:avLst>
                <a:gd name="adj1" fmla="val 12445795"/>
                <a:gd name="adj2" fmla="val 12162327"/>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c partiel 6">
              <a:extLst>
                <a:ext uri="{FF2B5EF4-FFF2-40B4-BE49-F238E27FC236}">
                  <a16:creationId xmlns:a16="http://schemas.microsoft.com/office/drawing/2014/main" id="{D8EF9408-3DA0-4F4A-916E-50F2C8BC687F}"/>
                </a:ext>
              </a:extLst>
            </p:cNvPr>
            <p:cNvSpPr/>
            <p:nvPr/>
          </p:nvSpPr>
          <p:spPr>
            <a:xfrm>
              <a:off x="7207816" y="2024761"/>
              <a:ext cx="4371975" cy="4328688"/>
            </a:xfrm>
            <a:prstGeom prst="pie">
              <a:avLst>
                <a:gd name="adj1" fmla="val 12152855"/>
                <a:gd name="adj2" fmla="val 12465648"/>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8" name="Graphique 7" descr="Centre d’appels avec un remplissage uni">
            <a:extLst>
              <a:ext uri="{FF2B5EF4-FFF2-40B4-BE49-F238E27FC236}">
                <a16:creationId xmlns:a16="http://schemas.microsoft.com/office/drawing/2014/main" id="{F1123B68-F5A3-460A-BDC0-76C2B12AB9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23129" y="3780493"/>
            <a:ext cx="1022596" cy="1022596"/>
          </a:xfrm>
          <a:prstGeom prst="rect">
            <a:avLst/>
          </a:prstGeom>
        </p:spPr>
      </p:pic>
      <p:grpSp>
        <p:nvGrpSpPr>
          <p:cNvPr id="9" name="Groupe 8">
            <a:extLst>
              <a:ext uri="{FF2B5EF4-FFF2-40B4-BE49-F238E27FC236}">
                <a16:creationId xmlns:a16="http://schemas.microsoft.com/office/drawing/2014/main" id="{85BA3D64-FB38-42CD-86DB-2ED579B4FE36}"/>
              </a:ext>
            </a:extLst>
          </p:cNvPr>
          <p:cNvGrpSpPr/>
          <p:nvPr/>
        </p:nvGrpSpPr>
        <p:grpSpPr>
          <a:xfrm>
            <a:off x="1572530" y="3027276"/>
            <a:ext cx="1266736" cy="933499"/>
            <a:chOff x="420283" y="3559673"/>
            <a:chExt cx="1983159" cy="1461454"/>
          </a:xfrm>
        </p:grpSpPr>
        <p:pic>
          <p:nvPicPr>
            <p:cNvPr id="10" name="Graphique 9" descr="Personne confuse avec un remplissage uni">
              <a:extLst>
                <a:ext uri="{FF2B5EF4-FFF2-40B4-BE49-F238E27FC236}">
                  <a16:creationId xmlns:a16="http://schemas.microsoft.com/office/drawing/2014/main" id="{54F8D4FF-A1BD-4BC5-BA36-30164DFEB06F}"/>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4825" r="14911" b="49785"/>
            <a:stretch/>
          </p:blipFill>
          <p:spPr>
            <a:xfrm>
              <a:off x="420283" y="3603842"/>
              <a:ext cx="1983159" cy="1417285"/>
            </a:xfrm>
            <a:prstGeom prst="rect">
              <a:avLst/>
            </a:prstGeom>
          </p:spPr>
        </p:pic>
        <p:pic>
          <p:nvPicPr>
            <p:cNvPr id="11" name="Graphique 10" descr="Visage triste à remplissage solide avec un remplissage uni">
              <a:extLst>
                <a:ext uri="{FF2B5EF4-FFF2-40B4-BE49-F238E27FC236}">
                  <a16:creationId xmlns:a16="http://schemas.microsoft.com/office/drawing/2014/main" id="{1B2C6A51-635D-4A40-B2B6-073F4EBE60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2645" y="3559673"/>
              <a:ext cx="697805" cy="697805"/>
            </a:xfrm>
            <a:prstGeom prst="rect">
              <a:avLst/>
            </a:prstGeom>
          </p:spPr>
        </p:pic>
      </p:grpSp>
    </p:spTree>
    <p:extLst>
      <p:ext uri="{BB962C8B-B14F-4D97-AF65-F5344CB8AC3E}">
        <p14:creationId xmlns:p14="http://schemas.microsoft.com/office/powerpoint/2010/main" val="674457353"/>
      </p:ext>
    </p:extLst>
  </p:cSld>
  <p:clrMapOvr>
    <a:masterClrMapping/>
  </p:clrMapOvr>
  <mc:AlternateContent xmlns:mc="http://schemas.openxmlformats.org/markup-compatibility/2006" xmlns:p14="http://schemas.microsoft.com/office/powerpoint/2010/main">
    <mc:Choice Requires="p14">
      <p:transition spd="slow" p14:dur="2000" advTm="19522"/>
    </mc:Choice>
    <mc:Fallback xmlns="">
      <p:transition spd="slow" advTm="1952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C7B2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 / Use Case</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manage to get attention from some people, and we even did a small event with them !</a:t>
            </a:r>
          </a:p>
          <a:p>
            <a:pPr algn="ctr"/>
            <a:endParaRPr lang="en-US" dirty="0"/>
          </a:p>
          <a:p>
            <a:pPr algn="ctr"/>
            <a:r>
              <a:rPr lang="en-US" dirty="0"/>
              <a:t>But after the event, our tweets did not really work</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5" name="Graphique 4" descr="Visage confus avec remplissage solide avec un remplissage uni">
            <a:extLst>
              <a:ext uri="{FF2B5EF4-FFF2-40B4-BE49-F238E27FC236}">
                <a16:creationId xmlns:a16="http://schemas.microsoft.com/office/drawing/2014/main" id="{36C2D92C-7B97-4DB9-9A79-2E735B6ECB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46902" y="4822929"/>
            <a:ext cx="675263" cy="675263"/>
          </a:xfrm>
          <a:prstGeom prst="rect">
            <a:avLst/>
          </a:prstGeom>
        </p:spPr>
      </p:pic>
    </p:spTree>
    <p:extLst>
      <p:ext uri="{BB962C8B-B14F-4D97-AF65-F5344CB8AC3E}">
        <p14:creationId xmlns:p14="http://schemas.microsoft.com/office/powerpoint/2010/main" val="1122545333"/>
      </p:ext>
    </p:extLst>
  </p:cSld>
  <p:clrMapOvr>
    <a:masterClrMapping/>
  </p:clrMapOvr>
  <mc:AlternateContent xmlns:mc="http://schemas.openxmlformats.org/markup-compatibility/2006" xmlns:p14="http://schemas.microsoft.com/office/powerpoint/2010/main">
    <mc:Choice Requires="p14">
      <p:transition spd="slow" p14:dur="2000" advTm="17911"/>
    </mc:Choice>
    <mc:Fallback xmlns="">
      <p:transition spd="slow" advTm="1791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2357BD2-72C0-4203-8FDA-027D9FEDA855}"/>
              </a:ext>
            </a:extLst>
          </p:cNvPr>
          <p:cNvSpPr>
            <a:spLocks noGrp="1"/>
          </p:cNvSpPr>
          <p:nvPr>
            <p:ph type="title"/>
          </p:nvPr>
        </p:nvSpPr>
        <p:spPr/>
        <p:txBody>
          <a:bodyPr>
            <a:noAutofit/>
          </a:bodyPr>
          <a:lstStyle/>
          <a:p>
            <a:r>
              <a:rPr lang="en-US" sz="2800" dirty="0"/>
              <a:t>Challenge #C4</a:t>
            </a:r>
            <a:br>
              <a:rPr lang="en-US" sz="2800" dirty="0"/>
            </a:br>
            <a:r>
              <a:rPr lang="en-US" sz="2000" dirty="0"/>
              <a:t>Choose the right content format, balancing scalability and undivided attention</a:t>
            </a:r>
            <a:endParaRPr lang="en-US" sz="2800" dirty="0"/>
          </a:p>
        </p:txBody>
      </p:sp>
      <p:cxnSp>
        <p:nvCxnSpPr>
          <p:cNvPr id="8" name="Connecteur droit avec flèche 7">
            <a:extLst>
              <a:ext uri="{FF2B5EF4-FFF2-40B4-BE49-F238E27FC236}">
                <a16:creationId xmlns:a16="http://schemas.microsoft.com/office/drawing/2014/main" id="{3DC5DC14-5DBE-472A-86FF-6A7D428B7A0E}"/>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DE580959-8841-4762-9552-A5948576CD0A}"/>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CF017A52-0B37-4F06-9A70-2BFCADB4B64A}"/>
              </a:ext>
            </a:extLst>
          </p:cNvPr>
          <p:cNvSpPr txBox="1"/>
          <p:nvPr/>
        </p:nvSpPr>
        <p:spPr>
          <a:xfrm>
            <a:off x="10043604" y="6074447"/>
            <a:ext cx="1944207" cy="276999"/>
          </a:xfrm>
          <a:prstGeom prst="rect">
            <a:avLst/>
          </a:prstGeom>
          <a:noFill/>
        </p:spPr>
        <p:txBody>
          <a:bodyPr wrap="square" rtlCol="0">
            <a:spAutoFit/>
          </a:bodyPr>
          <a:lstStyle/>
          <a:p>
            <a:pPr algn="ctr"/>
            <a:r>
              <a:rPr lang="en-US" sz="1200" dirty="0"/>
              <a:t>Undivided attention</a:t>
            </a:r>
          </a:p>
        </p:txBody>
      </p:sp>
      <p:sp>
        <p:nvSpPr>
          <p:cNvPr id="13" name="ZoneTexte 12">
            <a:extLst>
              <a:ext uri="{FF2B5EF4-FFF2-40B4-BE49-F238E27FC236}">
                <a16:creationId xmlns:a16="http://schemas.microsoft.com/office/drawing/2014/main" id="{537C6108-A155-4C3E-B6AF-07A0C4917038}"/>
              </a:ext>
            </a:extLst>
          </p:cNvPr>
          <p:cNvSpPr txBox="1"/>
          <p:nvPr/>
        </p:nvSpPr>
        <p:spPr>
          <a:xfrm>
            <a:off x="42170" y="2077583"/>
            <a:ext cx="1262839" cy="1015663"/>
          </a:xfrm>
          <a:prstGeom prst="rect">
            <a:avLst/>
          </a:prstGeom>
          <a:noFill/>
        </p:spPr>
        <p:txBody>
          <a:bodyPr wrap="square" rtlCol="0">
            <a:spAutoFit/>
          </a:bodyPr>
          <a:lstStyle/>
          <a:p>
            <a:pPr algn="ctr"/>
            <a:r>
              <a:rPr lang="en-US" sz="1200" dirty="0"/>
              <a:t>Scalability (easiness of consumption by many people)</a:t>
            </a:r>
          </a:p>
        </p:txBody>
      </p:sp>
      <p:sp>
        <p:nvSpPr>
          <p:cNvPr id="14" name="Rectangle 13">
            <a:extLst>
              <a:ext uri="{FF2B5EF4-FFF2-40B4-BE49-F238E27FC236}">
                <a16:creationId xmlns:a16="http://schemas.microsoft.com/office/drawing/2014/main" id="{3F1D0AE8-ABFE-451B-A3F4-A28D8889EDCC}"/>
              </a:ext>
            </a:extLst>
          </p:cNvPr>
          <p:cNvSpPr/>
          <p:nvPr/>
        </p:nvSpPr>
        <p:spPr>
          <a:xfrm>
            <a:off x="10534046" y="5708956"/>
            <a:ext cx="1100724" cy="276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Face to face 1-1</a:t>
            </a:r>
          </a:p>
        </p:txBody>
      </p:sp>
      <p:sp>
        <p:nvSpPr>
          <p:cNvPr id="15" name="Rectangle 14">
            <a:extLst>
              <a:ext uri="{FF2B5EF4-FFF2-40B4-BE49-F238E27FC236}">
                <a16:creationId xmlns:a16="http://schemas.microsoft.com/office/drawing/2014/main" id="{F57E17E6-A3B8-4244-B5FC-7475A0D86B68}"/>
              </a:ext>
            </a:extLst>
          </p:cNvPr>
          <p:cNvSpPr/>
          <p:nvPr/>
        </p:nvSpPr>
        <p:spPr>
          <a:xfrm>
            <a:off x="2133523" y="2439391"/>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Simple picture / Meme</a:t>
            </a:r>
          </a:p>
        </p:txBody>
      </p:sp>
      <p:sp>
        <p:nvSpPr>
          <p:cNvPr id="16" name="Rectangle 15">
            <a:extLst>
              <a:ext uri="{FF2B5EF4-FFF2-40B4-BE49-F238E27FC236}">
                <a16:creationId xmlns:a16="http://schemas.microsoft.com/office/drawing/2014/main" id="{8810B838-33C3-43B4-B56E-9E5A9972B90D}"/>
              </a:ext>
            </a:extLst>
          </p:cNvPr>
          <p:cNvSpPr/>
          <p:nvPr/>
        </p:nvSpPr>
        <p:spPr>
          <a:xfrm>
            <a:off x="8253601" y="481198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Face to face group event</a:t>
            </a:r>
          </a:p>
        </p:txBody>
      </p:sp>
      <p:sp>
        <p:nvSpPr>
          <p:cNvPr id="17" name="Rectangle 16">
            <a:extLst>
              <a:ext uri="{FF2B5EF4-FFF2-40B4-BE49-F238E27FC236}">
                <a16:creationId xmlns:a16="http://schemas.microsoft.com/office/drawing/2014/main" id="{26270AFF-32F9-4715-8601-9AC8708D9648}"/>
              </a:ext>
            </a:extLst>
          </p:cNvPr>
          <p:cNvSpPr/>
          <p:nvPr/>
        </p:nvSpPr>
        <p:spPr>
          <a:xfrm>
            <a:off x="6993864" y="4247219"/>
            <a:ext cx="64383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group event</a:t>
            </a:r>
          </a:p>
        </p:txBody>
      </p:sp>
      <p:sp>
        <p:nvSpPr>
          <p:cNvPr id="18" name="Rectangle 17">
            <a:extLst>
              <a:ext uri="{FF2B5EF4-FFF2-40B4-BE49-F238E27FC236}">
                <a16:creationId xmlns:a16="http://schemas.microsoft.com/office/drawing/2014/main" id="{2031D7A3-89F7-41A6-885C-8584CFCD96E7}"/>
              </a:ext>
            </a:extLst>
          </p:cNvPr>
          <p:cNvSpPr/>
          <p:nvPr/>
        </p:nvSpPr>
        <p:spPr>
          <a:xfrm>
            <a:off x="9576181" y="542357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a:t>
            </a:r>
          </a:p>
          <a:p>
            <a:pPr algn="ctr"/>
            <a:r>
              <a:rPr lang="en-US" sz="800" dirty="0"/>
              <a:t>1-1 event</a:t>
            </a:r>
          </a:p>
        </p:txBody>
      </p:sp>
      <p:sp>
        <p:nvSpPr>
          <p:cNvPr id="19" name="Rectangle 18">
            <a:extLst>
              <a:ext uri="{FF2B5EF4-FFF2-40B4-BE49-F238E27FC236}">
                <a16:creationId xmlns:a16="http://schemas.microsoft.com/office/drawing/2014/main" id="{76B84A66-7E68-498C-A50D-DFBBD376067E}"/>
              </a:ext>
            </a:extLst>
          </p:cNvPr>
          <p:cNvSpPr/>
          <p:nvPr/>
        </p:nvSpPr>
        <p:spPr>
          <a:xfrm>
            <a:off x="4258071" y="3538904"/>
            <a:ext cx="72869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Long Video</a:t>
            </a:r>
          </a:p>
        </p:txBody>
      </p:sp>
      <p:sp>
        <p:nvSpPr>
          <p:cNvPr id="21" name="Rectangle 20">
            <a:extLst>
              <a:ext uri="{FF2B5EF4-FFF2-40B4-BE49-F238E27FC236}">
                <a16:creationId xmlns:a16="http://schemas.microsoft.com/office/drawing/2014/main" id="{5ACCCBE7-EB9F-48E9-AFF8-D28834821010}"/>
              </a:ext>
            </a:extLst>
          </p:cNvPr>
          <p:cNvSpPr/>
          <p:nvPr/>
        </p:nvSpPr>
        <p:spPr>
          <a:xfrm>
            <a:off x="3552004" y="3382815"/>
            <a:ext cx="64826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Podcast</a:t>
            </a:r>
          </a:p>
        </p:txBody>
      </p:sp>
      <p:sp>
        <p:nvSpPr>
          <p:cNvPr id="22" name="Rectangle 21">
            <a:extLst>
              <a:ext uri="{FF2B5EF4-FFF2-40B4-BE49-F238E27FC236}">
                <a16:creationId xmlns:a16="http://schemas.microsoft.com/office/drawing/2014/main" id="{9D87E5BE-BF0D-404F-8C8A-6132A7060D4B}"/>
              </a:ext>
            </a:extLst>
          </p:cNvPr>
          <p:cNvSpPr/>
          <p:nvPr/>
        </p:nvSpPr>
        <p:spPr>
          <a:xfrm>
            <a:off x="5700370" y="3633036"/>
            <a:ext cx="97536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Asynchronous Game*</a:t>
            </a:r>
          </a:p>
        </p:txBody>
      </p:sp>
      <p:sp>
        <p:nvSpPr>
          <p:cNvPr id="23" name="Rectangle 22">
            <a:extLst>
              <a:ext uri="{FF2B5EF4-FFF2-40B4-BE49-F238E27FC236}">
                <a16:creationId xmlns:a16="http://schemas.microsoft.com/office/drawing/2014/main" id="{A976F2F2-9D03-4502-8AF2-81D3FB07DF0B}"/>
              </a:ext>
            </a:extLst>
          </p:cNvPr>
          <p:cNvSpPr/>
          <p:nvPr/>
        </p:nvSpPr>
        <p:spPr>
          <a:xfrm>
            <a:off x="9184173" y="4810799"/>
            <a:ext cx="830074"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Face-to-face Live Game*</a:t>
            </a:r>
          </a:p>
        </p:txBody>
      </p:sp>
      <p:sp>
        <p:nvSpPr>
          <p:cNvPr id="24" name="Rectangle 23">
            <a:extLst>
              <a:ext uri="{FF2B5EF4-FFF2-40B4-BE49-F238E27FC236}">
                <a16:creationId xmlns:a16="http://schemas.microsoft.com/office/drawing/2014/main" id="{6B1020F8-9387-48DD-A2E2-0879004EAADB}"/>
              </a:ext>
            </a:extLst>
          </p:cNvPr>
          <p:cNvSpPr/>
          <p:nvPr/>
        </p:nvSpPr>
        <p:spPr>
          <a:xfrm>
            <a:off x="7761861" y="4244870"/>
            <a:ext cx="717003"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Live Game*</a:t>
            </a:r>
          </a:p>
        </p:txBody>
      </p:sp>
      <p:sp>
        <p:nvSpPr>
          <p:cNvPr id="25" name="ZoneTexte 24">
            <a:extLst>
              <a:ext uri="{FF2B5EF4-FFF2-40B4-BE49-F238E27FC236}">
                <a16:creationId xmlns:a16="http://schemas.microsoft.com/office/drawing/2014/main" id="{43D4CFBC-2124-4483-9FC7-89F69C7A5D42}"/>
              </a:ext>
            </a:extLst>
          </p:cNvPr>
          <p:cNvSpPr txBox="1"/>
          <p:nvPr/>
        </p:nvSpPr>
        <p:spPr>
          <a:xfrm>
            <a:off x="142343" y="6050887"/>
            <a:ext cx="8166305" cy="646331"/>
          </a:xfrm>
          <a:prstGeom prst="rect">
            <a:avLst/>
          </a:prstGeom>
          <a:noFill/>
        </p:spPr>
        <p:txBody>
          <a:bodyPr wrap="square" rtlCol="0">
            <a:spAutoFit/>
          </a:bodyPr>
          <a:lstStyle/>
          <a:p>
            <a:r>
              <a:rPr lang="en-US" sz="1200" dirty="0"/>
              <a:t>*</a:t>
            </a:r>
            <a:r>
              <a:rPr lang="en-US" sz="1200" i="1" dirty="0"/>
              <a:t>Game</a:t>
            </a:r>
            <a:r>
              <a:rPr lang="en-US" sz="1200" dirty="0"/>
              <a:t> is here defined as a structured moment in which participants are required to be active to advance and in which they get live feedback of their actions. Games can be Serious (with additional objectives, different than catching attention) or not. In this graph, workshop is here counted as a game.</a:t>
            </a:r>
          </a:p>
        </p:txBody>
      </p:sp>
      <p:sp>
        <p:nvSpPr>
          <p:cNvPr id="26" name="Rectangle 25">
            <a:extLst>
              <a:ext uri="{FF2B5EF4-FFF2-40B4-BE49-F238E27FC236}">
                <a16:creationId xmlns:a16="http://schemas.microsoft.com/office/drawing/2014/main" id="{80F2DB3F-F04A-40F8-9FB0-A542D67C0A07}"/>
              </a:ext>
            </a:extLst>
          </p:cNvPr>
          <p:cNvSpPr/>
          <p:nvPr/>
        </p:nvSpPr>
        <p:spPr>
          <a:xfrm>
            <a:off x="1346443" y="1985057"/>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Tweet / Short text</a:t>
            </a:r>
          </a:p>
        </p:txBody>
      </p:sp>
      <p:sp>
        <p:nvSpPr>
          <p:cNvPr id="27" name="Rectangle 26">
            <a:extLst>
              <a:ext uri="{FF2B5EF4-FFF2-40B4-BE49-F238E27FC236}">
                <a16:creationId xmlns:a16="http://schemas.microsoft.com/office/drawing/2014/main" id="{D5AFB843-5442-4425-BE17-573AC6C6BADF}"/>
              </a:ext>
            </a:extLst>
          </p:cNvPr>
          <p:cNvSpPr/>
          <p:nvPr/>
        </p:nvSpPr>
        <p:spPr>
          <a:xfrm>
            <a:off x="2422554" y="3201478"/>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Infographic</a:t>
            </a:r>
          </a:p>
        </p:txBody>
      </p:sp>
      <p:sp>
        <p:nvSpPr>
          <p:cNvPr id="28" name="Rectangle 27">
            <a:extLst>
              <a:ext uri="{FF2B5EF4-FFF2-40B4-BE49-F238E27FC236}">
                <a16:creationId xmlns:a16="http://schemas.microsoft.com/office/drawing/2014/main" id="{E172A8D2-98B9-42A5-B9F2-771153822513}"/>
              </a:ext>
            </a:extLst>
          </p:cNvPr>
          <p:cNvSpPr/>
          <p:nvPr/>
        </p:nvSpPr>
        <p:spPr>
          <a:xfrm>
            <a:off x="5862167" y="4244870"/>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discussion </a:t>
            </a:r>
          </a:p>
        </p:txBody>
      </p:sp>
      <p:sp>
        <p:nvSpPr>
          <p:cNvPr id="33" name="Rectangle 32">
            <a:extLst>
              <a:ext uri="{FF2B5EF4-FFF2-40B4-BE49-F238E27FC236}">
                <a16:creationId xmlns:a16="http://schemas.microsoft.com/office/drawing/2014/main" id="{29215110-D597-43F8-BE95-B720CD70BD4F}"/>
              </a:ext>
            </a:extLst>
          </p:cNvPr>
          <p:cNvSpPr/>
          <p:nvPr/>
        </p:nvSpPr>
        <p:spPr>
          <a:xfrm>
            <a:off x="6737263" y="3689927"/>
            <a:ext cx="648260"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Live streaming</a:t>
            </a:r>
          </a:p>
        </p:txBody>
      </p:sp>
      <p:pic>
        <p:nvPicPr>
          <p:cNvPr id="35" name="Image 34">
            <a:extLst>
              <a:ext uri="{FF2B5EF4-FFF2-40B4-BE49-F238E27FC236}">
                <a16:creationId xmlns:a16="http://schemas.microsoft.com/office/drawing/2014/main" id="{CEB83029-6ACB-475F-A99C-FC12DB2D67F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309422" y="2018055"/>
            <a:ext cx="298739" cy="362308"/>
          </a:xfrm>
          <a:prstGeom prst="rect">
            <a:avLst/>
          </a:prstGeom>
        </p:spPr>
      </p:pic>
      <p:pic>
        <p:nvPicPr>
          <p:cNvPr id="38" name="Image 37">
            <a:extLst>
              <a:ext uri="{FF2B5EF4-FFF2-40B4-BE49-F238E27FC236}">
                <a16:creationId xmlns:a16="http://schemas.microsoft.com/office/drawing/2014/main" id="{EF1AE3BD-8D52-454F-90DF-966551F5AC2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485346" y="2066532"/>
            <a:ext cx="328332" cy="328332"/>
          </a:xfrm>
          <a:prstGeom prst="rect">
            <a:avLst/>
          </a:prstGeom>
        </p:spPr>
      </p:pic>
      <p:pic>
        <p:nvPicPr>
          <p:cNvPr id="41" name="Image 40" descr="Une image contenant clipart, matériel&#10;&#10;Description générée automatiquement">
            <a:extLst>
              <a:ext uri="{FF2B5EF4-FFF2-40B4-BE49-F238E27FC236}">
                <a16:creationId xmlns:a16="http://schemas.microsoft.com/office/drawing/2014/main" id="{70C64222-5A00-4AFA-A066-1FDF09179D83}"/>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983416" y="4082857"/>
            <a:ext cx="586837" cy="132038"/>
          </a:xfrm>
          <a:prstGeom prst="rect">
            <a:avLst/>
          </a:prstGeom>
        </p:spPr>
      </p:pic>
      <p:pic>
        <p:nvPicPr>
          <p:cNvPr id="44" name="Image 43">
            <a:extLst>
              <a:ext uri="{FF2B5EF4-FFF2-40B4-BE49-F238E27FC236}">
                <a16:creationId xmlns:a16="http://schemas.microsoft.com/office/drawing/2014/main" id="{8A5004D7-F64B-43C1-8272-5E27F25677DF}"/>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3774641" y="3091538"/>
            <a:ext cx="234333" cy="234333"/>
          </a:xfrm>
          <a:prstGeom prst="rect">
            <a:avLst/>
          </a:prstGeom>
        </p:spPr>
      </p:pic>
      <p:sp>
        <p:nvSpPr>
          <p:cNvPr id="46" name="Rectangle 45">
            <a:extLst>
              <a:ext uri="{FF2B5EF4-FFF2-40B4-BE49-F238E27FC236}">
                <a16:creationId xmlns:a16="http://schemas.microsoft.com/office/drawing/2014/main" id="{4EEFF8A0-1C50-46EA-B749-26AD8D560B06}"/>
              </a:ext>
            </a:extLst>
          </p:cNvPr>
          <p:cNvSpPr/>
          <p:nvPr/>
        </p:nvSpPr>
        <p:spPr>
          <a:xfrm>
            <a:off x="5075574" y="3572336"/>
            <a:ext cx="54901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Article</a:t>
            </a:r>
          </a:p>
        </p:txBody>
      </p:sp>
      <p:pic>
        <p:nvPicPr>
          <p:cNvPr id="48" name="Image 47">
            <a:extLst>
              <a:ext uri="{FF2B5EF4-FFF2-40B4-BE49-F238E27FC236}">
                <a16:creationId xmlns:a16="http://schemas.microsoft.com/office/drawing/2014/main" id="{23FD458C-8A77-4FD1-A4F5-2CA712711EB0}"/>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8552069" y="4481357"/>
            <a:ext cx="319068" cy="305678"/>
          </a:xfrm>
          <a:prstGeom prst="rect">
            <a:avLst/>
          </a:prstGeom>
        </p:spPr>
      </p:pic>
      <p:pic>
        <p:nvPicPr>
          <p:cNvPr id="50" name="Image 49">
            <a:extLst>
              <a:ext uri="{FF2B5EF4-FFF2-40B4-BE49-F238E27FC236}">
                <a16:creationId xmlns:a16="http://schemas.microsoft.com/office/drawing/2014/main" id="{B81EFF2A-0AB4-4030-8E22-6FEDB106457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413318" y="4481357"/>
            <a:ext cx="321423" cy="310079"/>
          </a:xfrm>
          <a:prstGeom prst="rect">
            <a:avLst/>
          </a:prstGeom>
        </p:spPr>
      </p:pic>
      <p:pic>
        <p:nvPicPr>
          <p:cNvPr id="52" name="Image 51">
            <a:extLst>
              <a:ext uri="{FF2B5EF4-FFF2-40B4-BE49-F238E27FC236}">
                <a16:creationId xmlns:a16="http://schemas.microsoft.com/office/drawing/2014/main" id="{508D117D-F736-481A-9D10-82868E35383A}"/>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7080241" y="3447424"/>
            <a:ext cx="365247" cy="205451"/>
          </a:xfrm>
          <a:prstGeom prst="rect">
            <a:avLst/>
          </a:prstGeom>
        </p:spPr>
      </p:pic>
      <p:pic>
        <p:nvPicPr>
          <p:cNvPr id="55" name="Image 54" descr="Une image contenant texte, trousse de secours, signe&#10;&#10;Description générée automatiquement">
            <a:extLst>
              <a:ext uri="{FF2B5EF4-FFF2-40B4-BE49-F238E27FC236}">
                <a16:creationId xmlns:a16="http://schemas.microsoft.com/office/drawing/2014/main" id="{1598444F-CDDC-43FF-A6F3-D8C40B25F592}"/>
              </a:ext>
            </a:extLst>
          </p:cNvPr>
          <p:cNvPicPr>
            <a:picLocks noChangeAspect="1"/>
          </p:cNvPicPr>
          <p:nvPr/>
        </p:nvPicPr>
        <p:blipFill rotWithShape="1">
          <a:blip r:embed="rId15">
            <a:extLst>
              <a:ext uri="{28A0092B-C50C-407E-A947-70E740481C1C}">
                <a14:useLocalDpi xmlns:a14="http://schemas.microsoft.com/office/drawing/2010/main" val="0"/>
              </a:ext>
              <a:ext uri="{837473B0-CC2E-450A-ABE3-18F120FF3D39}">
                <a1611:picAttrSrcUrl xmlns:a1611="http://schemas.microsoft.com/office/drawing/2016/11/main" r:id="rId16"/>
              </a:ext>
            </a:extLst>
          </a:blip>
          <a:srcRect l="14563" t="27444" r="14441" b="27929"/>
          <a:stretch/>
        </p:blipFill>
        <p:spPr>
          <a:xfrm>
            <a:off x="6780675" y="3474045"/>
            <a:ext cx="360598" cy="127503"/>
          </a:xfrm>
          <a:prstGeom prst="rect">
            <a:avLst/>
          </a:prstGeom>
        </p:spPr>
      </p:pic>
      <p:sp>
        <p:nvSpPr>
          <p:cNvPr id="57" name="Rectangle 56">
            <a:extLst>
              <a:ext uri="{FF2B5EF4-FFF2-40B4-BE49-F238E27FC236}">
                <a16:creationId xmlns:a16="http://schemas.microsoft.com/office/drawing/2014/main" id="{C8C85C1B-835A-4442-B3EB-C7E340F18096}"/>
              </a:ext>
            </a:extLst>
          </p:cNvPr>
          <p:cNvSpPr/>
          <p:nvPr/>
        </p:nvSpPr>
        <p:spPr>
          <a:xfrm>
            <a:off x="3151222" y="2439391"/>
            <a:ext cx="615140"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Short video</a:t>
            </a:r>
          </a:p>
        </p:txBody>
      </p:sp>
      <p:pic>
        <p:nvPicPr>
          <p:cNvPr id="60" name="Image 59">
            <a:extLst>
              <a:ext uri="{FF2B5EF4-FFF2-40B4-BE49-F238E27FC236}">
                <a16:creationId xmlns:a16="http://schemas.microsoft.com/office/drawing/2014/main" id="{04EB878E-7A47-4B96-B613-7320EAE4100E}"/>
              </a:ext>
            </a:extLst>
          </p:cNvPr>
          <p:cNvPicPr>
            <a:picLocks noChangeAspect="1"/>
          </p:cNvPicPr>
          <p:nvPr/>
        </p:nvPicPr>
        <p:blipFill>
          <a:blip r:embed="rId17">
            <a:extLs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6037414" y="3340066"/>
            <a:ext cx="243612" cy="243612"/>
          </a:xfrm>
          <a:prstGeom prst="rect">
            <a:avLst/>
          </a:prstGeom>
        </p:spPr>
      </p:pic>
      <p:pic>
        <p:nvPicPr>
          <p:cNvPr id="63" name="Image 62" descr="Une image contenant hache, outil, graphiques vectoriels&#10;&#10;Description générée automatiquement">
            <a:extLst>
              <a:ext uri="{FF2B5EF4-FFF2-40B4-BE49-F238E27FC236}">
                <a16:creationId xmlns:a16="http://schemas.microsoft.com/office/drawing/2014/main" id="{37733CE5-7AEF-4486-90A4-ADF6C212B8CA}"/>
              </a:ext>
            </a:extLst>
          </p:cNvPr>
          <p:cNvPicPr>
            <a:picLocks noChangeAspect="1"/>
          </p:cNvPicPr>
          <p:nvPr/>
        </p:nvPicPr>
        <p:blipFill>
          <a:blip r:embed="rId19">
            <a:extLst>
              <a:ext uri="{28A0092B-C50C-407E-A947-70E740481C1C}">
                <a14:useLocalDpi xmlns:a14="http://schemas.microsoft.com/office/drawing/2010/main" val="0"/>
              </a:ext>
              <a:ext uri="{837473B0-CC2E-450A-ABE3-18F120FF3D39}">
                <a1611:picAttrSrcUrl xmlns:a1611="http://schemas.microsoft.com/office/drawing/2016/11/main" r:id="rId20"/>
              </a:ext>
            </a:extLst>
          </a:blip>
          <a:stretch>
            <a:fillRect/>
          </a:stretch>
        </p:blipFill>
        <p:spPr>
          <a:xfrm>
            <a:off x="1653778" y="1622716"/>
            <a:ext cx="369566" cy="303352"/>
          </a:xfrm>
          <a:prstGeom prst="rect">
            <a:avLst/>
          </a:prstGeom>
        </p:spPr>
      </p:pic>
      <p:pic>
        <p:nvPicPr>
          <p:cNvPr id="66" name="Image 65">
            <a:extLst>
              <a:ext uri="{FF2B5EF4-FFF2-40B4-BE49-F238E27FC236}">
                <a16:creationId xmlns:a16="http://schemas.microsoft.com/office/drawing/2014/main" id="{9F5BD2A5-6B68-4BAC-992A-9D21E9539CF6}"/>
              </a:ext>
            </a:extLst>
          </p:cNvPr>
          <p:cNvPicPr>
            <a:picLocks noChangeAspect="1"/>
          </p:cNvPicPr>
          <p:nvPr/>
        </p:nvPicPr>
        <p:blipFill>
          <a:blip r:embed="rId21">
            <a:extLst>
              <a:ext uri="{28A0092B-C50C-407E-A947-70E740481C1C}">
                <a14:useLocalDpi xmlns:a14="http://schemas.microsoft.com/office/drawing/2010/main" val="0"/>
              </a:ext>
              <a:ext uri="{837473B0-CC2E-450A-ABE3-18F120FF3D39}">
                <a1611:picAttrSrcUrl xmlns:a1611="http://schemas.microsoft.com/office/drawing/2016/11/main" r:id="rId22"/>
              </a:ext>
            </a:extLst>
          </a:blip>
          <a:stretch>
            <a:fillRect/>
          </a:stretch>
        </p:blipFill>
        <p:spPr>
          <a:xfrm>
            <a:off x="2793994" y="2906738"/>
            <a:ext cx="253014" cy="253014"/>
          </a:xfrm>
          <a:prstGeom prst="rect">
            <a:avLst/>
          </a:prstGeom>
        </p:spPr>
      </p:pic>
      <p:sp>
        <p:nvSpPr>
          <p:cNvPr id="68" name="ZoneTexte 67">
            <a:extLst>
              <a:ext uri="{FF2B5EF4-FFF2-40B4-BE49-F238E27FC236}">
                <a16:creationId xmlns:a16="http://schemas.microsoft.com/office/drawing/2014/main" id="{70918A6D-6306-4AB1-85EB-871C8A56A407}"/>
              </a:ext>
            </a:extLst>
          </p:cNvPr>
          <p:cNvSpPr txBox="1"/>
          <p:nvPr/>
        </p:nvSpPr>
        <p:spPr>
          <a:xfrm>
            <a:off x="1834711" y="4737112"/>
            <a:ext cx="2041424" cy="646331"/>
          </a:xfrm>
          <a:prstGeom prst="rect">
            <a:avLst/>
          </a:prstGeom>
          <a:noFill/>
        </p:spPr>
        <p:txBody>
          <a:bodyPr wrap="square" rtlCol="0">
            <a:spAutoFit/>
          </a:bodyPr>
          <a:lstStyle/>
          <a:p>
            <a:pPr algn="ctr"/>
            <a:r>
              <a:rPr lang="en-US" sz="1200" dirty="0"/>
              <a:t>Logos represent platforms where you can find examples</a:t>
            </a:r>
          </a:p>
        </p:txBody>
      </p:sp>
      <p:pic>
        <p:nvPicPr>
          <p:cNvPr id="76" name="Image 75">
            <a:extLst>
              <a:ext uri="{FF2B5EF4-FFF2-40B4-BE49-F238E27FC236}">
                <a16:creationId xmlns:a16="http://schemas.microsoft.com/office/drawing/2014/main" id="{1DB14912-5923-493D-9CF8-0EEF457CF5EF}"/>
              </a:ext>
            </a:extLst>
          </p:cNvPr>
          <p:cNvPicPr>
            <a:picLocks noChangeAspect="1"/>
          </p:cNvPicPr>
          <p:nvPr/>
        </p:nvPicPr>
        <p:blipFill rotWithShape="1">
          <a:blip r:embed="rId23">
            <a:extLst>
              <a:ext uri="{28A0092B-C50C-407E-A947-70E740481C1C}">
                <a14:useLocalDpi xmlns:a14="http://schemas.microsoft.com/office/drawing/2010/main" val="0"/>
              </a:ext>
              <a:ext uri="{837473B0-CC2E-450A-ABE3-18F120FF3D39}">
                <a1611:picAttrSrcUrl xmlns:a1611="http://schemas.microsoft.com/office/drawing/2016/11/main" r:id="rId24"/>
              </a:ext>
            </a:extLst>
          </a:blip>
          <a:srcRect l="15367" t="25200" r="15584" b="25200"/>
          <a:stretch/>
        </p:blipFill>
        <p:spPr>
          <a:xfrm>
            <a:off x="4456947" y="3325716"/>
            <a:ext cx="234333" cy="168325"/>
          </a:xfrm>
          <a:prstGeom prst="rect">
            <a:avLst/>
          </a:prstGeom>
        </p:spPr>
      </p:pic>
      <p:pic>
        <p:nvPicPr>
          <p:cNvPr id="80" name="Image 79">
            <a:extLst>
              <a:ext uri="{FF2B5EF4-FFF2-40B4-BE49-F238E27FC236}">
                <a16:creationId xmlns:a16="http://schemas.microsoft.com/office/drawing/2014/main" id="{76BF509D-06DC-4A5F-8894-D45A5A69D055}"/>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263703" y="4000782"/>
            <a:ext cx="220462" cy="220462"/>
          </a:xfrm>
          <a:prstGeom prst="rect">
            <a:avLst/>
          </a:prstGeom>
        </p:spPr>
      </p:pic>
      <p:pic>
        <p:nvPicPr>
          <p:cNvPr id="81" name="Image 80">
            <a:extLst>
              <a:ext uri="{FF2B5EF4-FFF2-40B4-BE49-F238E27FC236}">
                <a16:creationId xmlns:a16="http://schemas.microsoft.com/office/drawing/2014/main" id="{6EEF4493-F750-481A-830A-B8CFB4C8853E}"/>
              </a:ext>
            </a:extLst>
          </p:cNvPr>
          <p:cNvPicPr>
            <a:picLocks noChangeAspect="1"/>
          </p:cNvPicPr>
          <p:nvPr/>
        </p:nvPicPr>
        <p:blipFill rotWithShape="1">
          <a:blip r:embed="rId26">
            <a:extLst>
              <a:ext uri="{28A0092B-C50C-407E-A947-70E740481C1C}">
                <a14:useLocalDpi xmlns:a14="http://schemas.microsoft.com/office/drawing/2010/main" val="0"/>
              </a:ext>
              <a:ext uri="{837473B0-CC2E-450A-ABE3-18F120FF3D39}">
                <a1611:picAttrSrcUrl xmlns:a1611="http://schemas.microsoft.com/office/drawing/2016/11/main" r:id="rId27"/>
              </a:ext>
            </a:extLst>
          </a:blip>
          <a:srcRect l="27749" r="27670"/>
          <a:stretch/>
        </p:blipFill>
        <p:spPr>
          <a:xfrm>
            <a:off x="5204642" y="3240226"/>
            <a:ext cx="255152" cy="279461"/>
          </a:xfrm>
          <a:prstGeom prst="rect">
            <a:avLst/>
          </a:prstGeom>
        </p:spPr>
      </p:pic>
      <p:pic>
        <p:nvPicPr>
          <p:cNvPr id="83" name="Image 82" descr="Une image contenant texte, clipart&#10;&#10;Description générée automatiquement">
            <a:extLst>
              <a:ext uri="{FF2B5EF4-FFF2-40B4-BE49-F238E27FC236}">
                <a16:creationId xmlns:a16="http://schemas.microsoft.com/office/drawing/2014/main" id="{2CF0FA7B-E9A0-496F-BCE9-A5FC217DEF6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891879" y="3982270"/>
            <a:ext cx="220462" cy="230716"/>
          </a:xfrm>
          <a:prstGeom prst="rect">
            <a:avLst/>
          </a:prstGeom>
        </p:spPr>
      </p:pic>
      <p:pic>
        <p:nvPicPr>
          <p:cNvPr id="87" name="Image 86">
            <a:extLst>
              <a:ext uri="{FF2B5EF4-FFF2-40B4-BE49-F238E27FC236}">
                <a16:creationId xmlns:a16="http://schemas.microsoft.com/office/drawing/2014/main" id="{42FC1372-BBA1-4ED2-BA97-A65C20DBA175}"/>
              </a:ext>
            </a:extLst>
          </p:cNvPr>
          <p:cNvPicPr>
            <a:picLocks noChangeAspect="1"/>
          </p:cNvPicPr>
          <p:nvPr/>
        </p:nvPicPr>
        <p:blipFill>
          <a:blip r:embed="rId29">
            <a:extLst>
              <a:ext uri="{28A0092B-C50C-407E-A947-70E740481C1C}">
                <a14:useLocalDpi xmlns:a14="http://schemas.microsoft.com/office/drawing/2010/main" val="0"/>
              </a:ext>
              <a:ext uri="{837473B0-CC2E-450A-ABE3-18F120FF3D39}">
                <a1611:picAttrSrcUrl xmlns:a1611="http://schemas.microsoft.com/office/drawing/2016/11/main" r:id="rId30"/>
              </a:ext>
            </a:extLst>
          </a:blip>
          <a:stretch>
            <a:fillRect/>
          </a:stretch>
        </p:blipFill>
        <p:spPr>
          <a:xfrm>
            <a:off x="6000766" y="3977157"/>
            <a:ext cx="262937" cy="263710"/>
          </a:xfrm>
          <a:prstGeom prst="rect">
            <a:avLst/>
          </a:prstGeom>
        </p:spPr>
      </p:pic>
      <p:pic>
        <p:nvPicPr>
          <p:cNvPr id="90" name="Image 89">
            <a:extLst>
              <a:ext uri="{FF2B5EF4-FFF2-40B4-BE49-F238E27FC236}">
                <a16:creationId xmlns:a16="http://schemas.microsoft.com/office/drawing/2014/main" id="{86EDDA0F-1CEF-432E-94EC-0BF789ACA759}"/>
              </a:ext>
            </a:extLst>
          </p:cNvPr>
          <p:cNvPicPr>
            <a:picLocks noChangeAspect="1"/>
          </p:cNvPicPr>
          <p:nvPr/>
        </p:nvPicPr>
        <p:blipFill>
          <a:blip r:embed="rId31">
            <a:extLst>
              <a:ext uri="{28A0092B-C50C-407E-A947-70E740481C1C}">
                <a14:useLocalDpi xmlns:a14="http://schemas.microsoft.com/office/drawing/2010/main" val="0"/>
              </a:ext>
              <a:ext uri="{837473B0-CC2E-450A-ABE3-18F120FF3D39}">
                <a1611:picAttrSrcUrl xmlns:a1611="http://schemas.microsoft.com/office/drawing/2016/11/main" r:id="rId32"/>
              </a:ext>
            </a:extLst>
          </a:blip>
          <a:stretch>
            <a:fillRect/>
          </a:stretch>
        </p:blipFill>
        <p:spPr>
          <a:xfrm>
            <a:off x="9847661" y="5186060"/>
            <a:ext cx="276149" cy="225887"/>
          </a:xfrm>
          <a:prstGeom prst="rect">
            <a:avLst/>
          </a:prstGeom>
        </p:spPr>
      </p:pic>
      <p:pic>
        <p:nvPicPr>
          <p:cNvPr id="93" name="Image 92">
            <a:extLst>
              <a:ext uri="{FF2B5EF4-FFF2-40B4-BE49-F238E27FC236}">
                <a16:creationId xmlns:a16="http://schemas.microsoft.com/office/drawing/2014/main" id="{A32DEDAF-7B9E-48F8-AAD7-4AC8E133A596}"/>
              </a:ext>
            </a:extLst>
          </p:cNvPr>
          <p:cNvPicPr>
            <a:picLocks noChangeAspect="1"/>
          </p:cNvPicPr>
          <p:nvPr/>
        </p:nvPicPr>
        <p:blipFill rotWithShape="1">
          <a:blip r:embed="rId33">
            <a:extLst>
              <a:ext uri="{28A0092B-C50C-407E-A947-70E740481C1C}">
                <a14:useLocalDpi xmlns:a14="http://schemas.microsoft.com/office/drawing/2010/main" val="0"/>
              </a:ext>
              <a:ext uri="{837473B0-CC2E-450A-ABE3-18F120FF3D39}">
                <a1611:picAttrSrcUrl xmlns:a1611="http://schemas.microsoft.com/office/drawing/2016/11/main" r:id="rId34"/>
              </a:ext>
            </a:extLst>
          </a:blip>
          <a:srcRect l="21852" t="37339" r="65404" b="37566"/>
          <a:stretch/>
        </p:blipFill>
        <p:spPr>
          <a:xfrm>
            <a:off x="8158276" y="3963334"/>
            <a:ext cx="232854" cy="257910"/>
          </a:xfrm>
          <a:prstGeom prst="rect">
            <a:avLst/>
          </a:prstGeom>
        </p:spPr>
      </p:pic>
      <p:pic>
        <p:nvPicPr>
          <p:cNvPr id="98" name="Image 97" descr="Une image contenant personne, table, portable, travaillant&#10;&#10;Description générée automatiquement">
            <a:extLst>
              <a:ext uri="{FF2B5EF4-FFF2-40B4-BE49-F238E27FC236}">
                <a16:creationId xmlns:a16="http://schemas.microsoft.com/office/drawing/2014/main" id="{64739AB2-1CD4-4519-AAB7-C9D87713B02F}"/>
              </a:ext>
            </a:extLst>
          </p:cNvPr>
          <p:cNvPicPr>
            <a:picLocks noChangeAspect="1"/>
          </p:cNvPicPr>
          <p:nvPr/>
        </p:nvPicPr>
        <p:blipFill rotWithShape="1">
          <a:blip r:embed="rId35">
            <a:extLst>
              <a:ext uri="{28A0092B-C50C-407E-A947-70E740481C1C}">
                <a14:useLocalDpi xmlns:a14="http://schemas.microsoft.com/office/drawing/2010/main" val="0"/>
              </a:ext>
              <a:ext uri="{837473B0-CC2E-450A-ABE3-18F120FF3D39}">
                <a1611:picAttrSrcUrl xmlns:a1611="http://schemas.microsoft.com/office/drawing/2016/11/main" r:id="rId36"/>
              </a:ext>
            </a:extLst>
          </a:blip>
          <a:srcRect l="8116" t="14498" r="11910" b="41412"/>
          <a:stretch/>
        </p:blipFill>
        <p:spPr>
          <a:xfrm>
            <a:off x="10551802" y="5138663"/>
            <a:ext cx="1446269" cy="531984"/>
          </a:xfrm>
          <a:prstGeom prst="rect">
            <a:avLst/>
          </a:prstGeom>
        </p:spPr>
      </p:pic>
    </p:spTree>
    <p:extLst>
      <p:ext uri="{BB962C8B-B14F-4D97-AF65-F5344CB8AC3E}">
        <p14:creationId xmlns:p14="http://schemas.microsoft.com/office/powerpoint/2010/main" val="533924737"/>
      </p:ext>
    </p:extLst>
  </p:cSld>
  <p:clrMapOvr>
    <a:masterClrMapping/>
  </p:clrMapOvr>
  <mc:AlternateContent xmlns:mc="http://schemas.openxmlformats.org/markup-compatibility/2006" xmlns:p14="http://schemas.microsoft.com/office/powerpoint/2010/main">
    <mc:Choice Requires="p14">
      <p:transition spd="slow" p14:dur="2000" advTm="108564"/>
    </mc:Choice>
    <mc:Fallback xmlns="">
      <p:transition spd="slow" advTm="10856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Which formats do you use the most in your Community ?</a:t>
            </a:r>
          </a:p>
          <a:p>
            <a:pPr marL="0" indent="0">
              <a:buNone/>
            </a:pPr>
            <a:endParaRPr lang="en-US" noProof="1"/>
          </a:p>
          <a:p>
            <a:pPr marL="0" indent="0">
              <a:buNone/>
            </a:pPr>
            <a:r>
              <a:rPr lang="en-US" noProof="1"/>
              <a:t>Why did you choose these formats over the others ?</a:t>
            </a:r>
          </a:p>
          <a:p>
            <a:pPr marL="0" indent="0">
              <a:buNone/>
            </a:pPr>
            <a:endParaRPr lang="en-US" noProof="1"/>
          </a:p>
          <a:p>
            <a:pPr marL="0" indent="0">
              <a:buNone/>
            </a:pPr>
            <a:r>
              <a:rPr lang="en-US" noProof="1"/>
              <a:t>What are your preferences ? In which formats are you currently interested ?</a:t>
            </a:r>
          </a:p>
          <a:p>
            <a:pPr marL="0" indent="0">
              <a:buNone/>
            </a:pPr>
            <a:endParaRPr lang="en-US" noProof="1"/>
          </a:p>
          <a:p>
            <a:pPr marL="0" indent="0">
              <a:buNone/>
            </a:pPr>
            <a:r>
              <a:rPr lang="en-US" noProof="1"/>
              <a:t> </a:t>
            </a:r>
          </a:p>
          <a:p>
            <a:pPr marL="0" indent="0">
              <a:buNone/>
            </a:pPr>
            <a:endParaRPr lang="en-US" noProof="1"/>
          </a:p>
          <a:p>
            <a:pPr marL="0" indent="0">
              <a:buNone/>
            </a:pPr>
            <a:endParaRPr lang="en-US" noProof="1"/>
          </a:p>
          <a:p>
            <a:pPr marL="0" indent="0">
              <a:buNone/>
            </a:pPr>
            <a:endParaRPr lang="en-US" noProof="1"/>
          </a:p>
        </p:txBody>
      </p:sp>
      <p:grpSp>
        <p:nvGrpSpPr>
          <p:cNvPr id="51" name="Groupe 50">
            <a:extLst>
              <a:ext uri="{FF2B5EF4-FFF2-40B4-BE49-F238E27FC236}">
                <a16:creationId xmlns:a16="http://schemas.microsoft.com/office/drawing/2014/main" id="{1CE003E4-9226-4FB0-90E9-A4ECA261285B}"/>
              </a:ext>
            </a:extLst>
          </p:cNvPr>
          <p:cNvGrpSpPr/>
          <p:nvPr/>
        </p:nvGrpSpPr>
        <p:grpSpPr>
          <a:xfrm>
            <a:off x="1267376" y="3538964"/>
            <a:ext cx="4634144" cy="1894172"/>
            <a:chOff x="1305009" y="1622716"/>
            <a:chExt cx="10777500" cy="4405224"/>
          </a:xfrm>
        </p:grpSpPr>
        <p:cxnSp>
          <p:nvCxnSpPr>
            <p:cNvPr id="14" name="Connecteur droit avec flèche 13">
              <a:extLst>
                <a:ext uri="{FF2B5EF4-FFF2-40B4-BE49-F238E27FC236}">
                  <a16:creationId xmlns:a16="http://schemas.microsoft.com/office/drawing/2014/main" id="{13440AF0-6727-4050-AD2D-55FF6A2A9163}"/>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6302B5C0-10E1-4624-81B4-5FEE130C7D70}"/>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884BE37-C4B0-4FE6-AC8E-07AEA1B963BC}"/>
                </a:ext>
              </a:extLst>
            </p:cNvPr>
            <p:cNvSpPr/>
            <p:nvPr/>
          </p:nvSpPr>
          <p:spPr>
            <a:xfrm>
              <a:off x="10534046" y="5708956"/>
              <a:ext cx="1100724" cy="276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Face to face 1-1</a:t>
              </a:r>
            </a:p>
          </p:txBody>
        </p:sp>
        <p:sp>
          <p:nvSpPr>
            <p:cNvPr id="17" name="Rectangle 16">
              <a:extLst>
                <a:ext uri="{FF2B5EF4-FFF2-40B4-BE49-F238E27FC236}">
                  <a16:creationId xmlns:a16="http://schemas.microsoft.com/office/drawing/2014/main" id="{6FA8EF98-318C-4666-9D2B-C3E0A7A97560}"/>
                </a:ext>
              </a:extLst>
            </p:cNvPr>
            <p:cNvSpPr/>
            <p:nvPr/>
          </p:nvSpPr>
          <p:spPr>
            <a:xfrm>
              <a:off x="2133523" y="2439391"/>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Simple picture / Meme</a:t>
              </a:r>
            </a:p>
          </p:txBody>
        </p:sp>
        <p:sp>
          <p:nvSpPr>
            <p:cNvPr id="18" name="Rectangle 17">
              <a:extLst>
                <a:ext uri="{FF2B5EF4-FFF2-40B4-BE49-F238E27FC236}">
                  <a16:creationId xmlns:a16="http://schemas.microsoft.com/office/drawing/2014/main" id="{126626C0-1A95-4BEE-AD30-74424EE50AE2}"/>
                </a:ext>
              </a:extLst>
            </p:cNvPr>
            <p:cNvSpPr/>
            <p:nvPr/>
          </p:nvSpPr>
          <p:spPr>
            <a:xfrm>
              <a:off x="8253601" y="481198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Face to face group event</a:t>
              </a:r>
            </a:p>
          </p:txBody>
        </p:sp>
        <p:sp>
          <p:nvSpPr>
            <p:cNvPr id="19" name="Rectangle 18">
              <a:extLst>
                <a:ext uri="{FF2B5EF4-FFF2-40B4-BE49-F238E27FC236}">
                  <a16:creationId xmlns:a16="http://schemas.microsoft.com/office/drawing/2014/main" id="{D06C49B5-896E-46DD-A5CE-8F7C43BA2132}"/>
                </a:ext>
              </a:extLst>
            </p:cNvPr>
            <p:cNvSpPr/>
            <p:nvPr/>
          </p:nvSpPr>
          <p:spPr>
            <a:xfrm>
              <a:off x="6993864" y="4247219"/>
              <a:ext cx="64383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group event</a:t>
              </a:r>
            </a:p>
          </p:txBody>
        </p:sp>
        <p:sp>
          <p:nvSpPr>
            <p:cNvPr id="20" name="Rectangle 19">
              <a:extLst>
                <a:ext uri="{FF2B5EF4-FFF2-40B4-BE49-F238E27FC236}">
                  <a16:creationId xmlns:a16="http://schemas.microsoft.com/office/drawing/2014/main" id="{83395CD2-9345-453B-81B3-CC9EE1A68A80}"/>
                </a:ext>
              </a:extLst>
            </p:cNvPr>
            <p:cNvSpPr/>
            <p:nvPr/>
          </p:nvSpPr>
          <p:spPr>
            <a:xfrm>
              <a:off x="9576181" y="542357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a:t>
              </a:r>
            </a:p>
            <a:p>
              <a:pPr algn="ctr"/>
              <a:r>
                <a:rPr lang="en-US" sz="200" dirty="0"/>
                <a:t>1-1 event</a:t>
              </a:r>
            </a:p>
          </p:txBody>
        </p:sp>
        <p:sp>
          <p:nvSpPr>
            <p:cNvPr id="21" name="Rectangle 20">
              <a:extLst>
                <a:ext uri="{FF2B5EF4-FFF2-40B4-BE49-F238E27FC236}">
                  <a16:creationId xmlns:a16="http://schemas.microsoft.com/office/drawing/2014/main" id="{25BC97E9-37DE-4BE0-9850-A4C949FC20B8}"/>
                </a:ext>
              </a:extLst>
            </p:cNvPr>
            <p:cNvSpPr/>
            <p:nvPr/>
          </p:nvSpPr>
          <p:spPr>
            <a:xfrm>
              <a:off x="4258071" y="3538904"/>
              <a:ext cx="72869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Long Video</a:t>
              </a:r>
            </a:p>
          </p:txBody>
        </p:sp>
        <p:sp>
          <p:nvSpPr>
            <p:cNvPr id="22" name="Rectangle 21">
              <a:extLst>
                <a:ext uri="{FF2B5EF4-FFF2-40B4-BE49-F238E27FC236}">
                  <a16:creationId xmlns:a16="http://schemas.microsoft.com/office/drawing/2014/main" id="{28727C83-C240-46EE-A267-85ED623576CF}"/>
                </a:ext>
              </a:extLst>
            </p:cNvPr>
            <p:cNvSpPr/>
            <p:nvPr/>
          </p:nvSpPr>
          <p:spPr>
            <a:xfrm>
              <a:off x="3552004" y="3382815"/>
              <a:ext cx="64826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Podcast</a:t>
              </a:r>
            </a:p>
          </p:txBody>
        </p:sp>
        <p:sp>
          <p:nvSpPr>
            <p:cNvPr id="23" name="Rectangle 22">
              <a:extLst>
                <a:ext uri="{FF2B5EF4-FFF2-40B4-BE49-F238E27FC236}">
                  <a16:creationId xmlns:a16="http://schemas.microsoft.com/office/drawing/2014/main" id="{2898E9C7-6E1E-4453-BE4A-20CD900EBA0D}"/>
                </a:ext>
              </a:extLst>
            </p:cNvPr>
            <p:cNvSpPr/>
            <p:nvPr/>
          </p:nvSpPr>
          <p:spPr>
            <a:xfrm>
              <a:off x="5700370" y="3633036"/>
              <a:ext cx="97536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Asynchronous Game*</a:t>
              </a:r>
            </a:p>
          </p:txBody>
        </p:sp>
        <p:sp>
          <p:nvSpPr>
            <p:cNvPr id="24" name="Rectangle 23">
              <a:extLst>
                <a:ext uri="{FF2B5EF4-FFF2-40B4-BE49-F238E27FC236}">
                  <a16:creationId xmlns:a16="http://schemas.microsoft.com/office/drawing/2014/main" id="{1C71383A-3E12-42D4-B977-C9A3A66B80C8}"/>
                </a:ext>
              </a:extLst>
            </p:cNvPr>
            <p:cNvSpPr/>
            <p:nvPr/>
          </p:nvSpPr>
          <p:spPr>
            <a:xfrm>
              <a:off x="9184173" y="4810799"/>
              <a:ext cx="830074"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Face-to-face Live Game*</a:t>
              </a:r>
            </a:p>
          </p:txBody>
        </p:sp>
        <p:sp>
          <p:nvSpPr>
            <p:cNvPr id="25" name="Rectangle 24">
              <a:extLst>
                <a:ext uri="{FF2B5EF4-FFF2-40B4-BE49-F238E27FC236}">
                  <a16:creationId xmlns:a16="http://schemas.microsoft.com/office/drawing/2014/main" id="{12BDFC27-7568-4D22-BA9B-15CC447F03C4}"/>
                </a:ext>
              </a:extLst>
            </p:cNvPr>
            <p:cNvSpPr/>
            <p:nvPr/>
          </p:nvSpPr>
          <p:spPr>
            <a:xfrm>
              <a:off x="7761861" y="4244870"/>
              <a:ext cx="717003"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Live Game*</a:t>
              </a:r>
            </a:p>
          </p:txBody>
        </p:sp>
        <p:sp>
          <p:nvSpPr>
            <p:cNvPr id="26" name="Rectangle 25">
              <a:extLst>
                <a:ext uri="{FF2B5EF4-FFF2-40B4-BE49-F238E27FC236}">
                  <a16:creationId xmlns:a16="http://schemas.microsoft.com/office/drawing/2014/main" id="{55B448FA-1DD0-4D77-B72E-6190F137C71F}"/>
                </a:ext>
              </a:extLst>
            </p:cNvPr>
            <p:cNvSpPr/>
            <p:nvPr/>
          </p:nvSpPr>
          <p:spPr>
            <a:xfrm>
              <a:off x="1346443" y="1985057"/>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Tweet / Short text</a:t>
              </a:r>
            </a:p>
          </p:txBody>
        </p:sp>
        <p:sp>
          <p:nvSpPr>
            <p:cNvPr id="27" name="Rectangle 26">
              <a:extLst>
                <a:ext uri="{FF2B5EF4-FFF2-40B4-BE49-F238E27FC236}">
                  <a16:creationId xmlns:a16="http://schemas.microsoft.com/office/drawing/2014/main" id="{D086687D-01A2-4E29-9427-01729D719A65}"/>
                </a:ext>
              </a:extLst>
            </p:cNvPr>
            <p:cNvSpPr/>
            <p:nvPr/>
          </p:nvSpPr>
          <p:spPr>
            <a:xfrm>
              <a:off x="2422554" y="3201478"/>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Infographic</a:t>
              </a:r>
            </a:p>
          </p:txBody>
        </p:sp>
        <p:sp>
          <p:nvSpPr>
            <p:cNvPr id="28" name="Rectangle 27">
              <a:extLst>
                <a:ext uri="{FF2B5EF4-FFF2-40B4-BE49-F238E27FC236}">
                  <a16:creationId xmlns:a16="http://schemas.microsoft.com/office/drawing/2014/main" id="{A3EBD884-B355-419C-8BCA-2D87A558E7C2}"/>
                </a:ext>
              </a:extLst>
            </p:cNvPr>
            <p:cNvSpPr/>
            <p:nvPr/>
          </p:nvSpPr>
          <p:spPr>
            <a:xfrm>
              <a:off x="5862167" y="4244870"/>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discussion </a:t>
              </a:r>
            </a:p>
          </p:txBody>
        </p:sp>
        <p:sp>
          <p:nvSpPr>
            <p:cNvPr id="29" name="Rectangle 28">
              <a:extLst>
                <a:ext uri="{FF2B5EF4-FFF2-40B4-BE49-F238E27FC236}">
                  <a16:creationId xmlns:a16="http://schemas.microsoft.com/office/drawing/2014/main" id="{B5EC4775-F79C-4442-AD41-90BA212B41BA}"/>
                </a:ext>
              </a:extLst>
            </p:cNvPr>
            <p:cNvSpPr/>
            <p:nvPr/>
          </p:nvSpPr>
          <p:spPr>
            <a:xfrm>
              <a:off x="6737263" y="3689927"/>
              <a:ext cx="648260"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Live streaming</a:t>
              </a:r>
            </a:p>
          </p:txBody>
        </p:sp>
        <p:pic>
          <p:nvPicPr>
            <p:cNvPr id="30" name="Image 29">
              <a:extLst>
                <a:ext uri="{FF2B5EF4-FFF2-40B4-BE49-F238E27FC236}">
                  <a16:creationId xmlns:a16="http://schemas.microsoft.com/office/drawing/2014/main" id="{2980E3F0-7C7C-4926-8A89-BE91A867DCB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309422" y="2018055"/>
              <a:ext cx="298739" cy="362308"/>
            </a:xfrm>
            <a:prstGeom prst="rect">
              <a:avLst/>
            </a:prstGeom>
          </p:spPr>
        </p:pic>
        <p:pic>
          <p:nvPicPr>
            <p:cNvPr id="31" name="Image 30">
              <a:extLst>
                <a:ext uri="{FF2B5EF4-FFF2-40B4-BE49-F238E27FC236}">
                  <a16:creationId xmlns:a16="http://schemas.microsoft.com/office/drawing/2014/main" id="{989A08B3-DF89-4CEA-9995-636B316F222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485346" y="2066532"/>
              <a:ext cx="328332" cy="328332"/>
            </a:xfrm>
            <a:prstGeom prst="rect">
              <a:avLst/>
            </a:prstGeom>
          </p:spPr>
        </p:pic>
        <p:pic>
          <p:nvPicPr>
            <p:cNvPr id="32" name="Image 31" descr="Une image contenant clipart, matériel&#10;&#10;Description générée automatiquement">
              <a:extLst>
                <a:ext uri="{FF2B5EF4-FFF2-40B4-BE49-F238E27FC236}">
                  <a16:creationId xmlns:a16="http://schemas.microsoft.com/office/drawing/2014/main" id="{9B47A8D1-BFA3-4398-BC6F-1A5EEF44516F}"/>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83416" y="4082857"/>
              <a:ext cx="586837" cy="132038"/>
            </a:xfrm>
            <a:prstGeom prst="rect">
              <a:avLst/>
            </a:prstGeom>
          </p:spPr>
        </p:pic>
        <p:pic>
          <p:nvPicPr>
            <p:cNvPr id="33" name="Image 32">
              <a:extLst>
                <a:ext uri="{FF2B5EF4-FFF2-40B4-BE49-F238E27FC236}">
                  <a16:creationId xmlns:a16="http://schemas.microsoft.com/office/drawing/2014/main" id="{477338F8-1F98-4D70-8CA3-11DC2E3C3FB4}"/>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3774641" y="3091538"/>
              <a:ext cx="234333" cy="234333"/>
            </a:xfrm>
            <a:prstGeom prst="rect">
              <a:avLst/>
            </a:prstGeom>
          </p:spPr>
        </p:pic>
        <p:sp>
          <p:nvSpPr>
            <p:cNvPr id="34" name="Rectangle 33">
              <a:extLst>
                <a:ext uri="{FF2B5EF4-FFF2-40B4-BE49-F238E27FC236}">
                  <a16:creationId xmlns:a16="http://schemas.microsoft.com/office/drawing/2014/main" id="{124E9997-2C35-4C51-9BD9-B90E4A6E67B1}"/>
                </a:ext>
              </a:extLst>
            </p:cNvPr>
            <p:cNvSpPr/>
            <p:nvPr/>
          </p:nvSpPr>
          <p:spPr>
            <a:xfrm>
              <a:off x="5075574" y="3572336"/>
              <a:ext cx="54901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Article</a:t>
              </a:r>
            </a:p>
          </p:txBody>
        </p:sp>
        <p:pic>
          <p:nvPicPr>
            <p:cNvPr id="35" name="Image 34">
              <a:extLst>
                <a:ext uri="{FF2B5EF4-FFF2-40B4-BE49-F238E27FC236}">
                  <a16:creationId xmlns:a16="http://schemas.microsoft.com/office/drawing/2014/main" id="{B05F9DB4-6AAA-4FB2-8DB6-698A5BD47F1E}"/>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8552069" y="4481357"/>
              <a:ext cx="319068" cy="305678"/>
            </a:xfrm>
            <a:prstGeom prst="rect">
              <a:avLst/>
            </a:prstGeom>
          </p:spPr>
        </p:pic>
        <p:pic>
          <p:nvPicPr>
            <p:cNvPr id="36" name="Image 35">
              <a:extLst>
                <a:ext uri="{FF2B5EF4-FFF2-40B4-BE49-F238E27FC236}">
                  <a16:creationId xmlns:a16="http://schemas.microsoft.com/office/drawing/2014/main" id="{C5A765BA-F527-4445-9579-4B9356AF453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413318" y="4481357"/>
              <a:ext cx="321423" cy="310079"/>
            </a:xfrm>
            <a:prstGeom prst="rect">
              <a:avLst/>
            </a:prstGeom>
          </p:spPr>
        </p:pic>
        <p:pic>
          <p:nvPicPr>
            <p:cNvPr id="37" name="Image 36">
              <a:extLst>
                <a:ext uri="{FF2B5EF4-FFF2-40B4-BE49-F238E27FC236}">
                  <a16:creationId xmlns:a16="http://schemas.microsoft.com/office/drawing/2014/main" id="{1BE0557D-0978-44E3-AF0C-AF79B15CD40F}"/>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7080241" y="3447424"/>
              <a:ext cx="365247" cy="205451"/>
            </a:xfrm>
            <a:prstGeom prst="rect">
              <a:avLst/>
            </a:prstGeom>
          </p:spPr>
        </p:pic>
        <p:pic>
          <p:nvPicPr>
            <p:cNvPr id="38" name="Image 37" descr="Une image contenant texte, trousse de secours, signe&#10;&#10;Description générée automatiquement">
              <a:extLst>
                <a:ext uri="{FF2B5EF4-FFF2-40B4-BE49-F238E27FC236}">
                  <a16:creationId xmlns:a16="http://schemas.microsoft.com/office/drawing/2014/main" id="{186FD5DB-8927-4091-B157-F0D7CC6D9F47}"/>
                </a:ext>
              </a:extLst>
            </p:cNvPr>
            <p:cNvPicPr>
              <a:picLocks noChangeAspect="1"/>
            </p:cNvPicPr>
            <p:nvPr/>
          </p:nvPicPr>
          <p:blipFill rotWithShape="1">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l="14563" t="27444" r="14441" b="27929"/>
            <a:stretch/>
          </p:blipFill>
          <p:spPr>
            <a:xfrm>
              <a:off x="6780675" y="3474045"/>
              <a:ext cx="360598" cy="127503"/>
            </a:xfrm>
            <a:prstGeom prst="rect">
              <a:avLst/>
            </a:prstGeom>
          </p:spPr>
        </p:pic>
        <p:sp>
          <p:nvSpPr>
            <p:cNvPr id="39" name="Rectangle 38">
              <a:extLst>
                <a:ext uri="{FF2B5EF4-FFF2-40B4-BE49-F238E27FC236}">
                  <a16:creationId xmlns:a16="http://schemas.microsoft.com/office/drawing/2014/main" id="{27CF5E47-8D1B-4221-809A-09C346E35198}"/>
                </a:ext>
              </a:extLst>
            </p:cNvPr>
            <p:cNvSpPr/>
            <p:nvPr/>
          </p:nvSpPr>
          <p:spPr>
            <a:xfrm>
              <a:off x="3151222" y="2439391"/>
              <a:ext cx="615140"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Short video</a:t>
              </a:r>
            </a:p>
          </p:txBody>
        </p:sp>
        <p:pic>
          <p:nvPicPr>
            <p:cNvPr id="40" name="Image 39">
              <a:extLst>
                <a:ext uri="{FF2B5EF4-FFF2-40B4-BE49-F238E27FC236}">
                  <a16:creationId xmlns:a16="http://schemas.microsoft.com/office/drawing/2014/main" id="{BD6C0716-2A53-48CB-AE11-6EB14D0744B9}"/>
                </a:ext>
              </a:extLst>
            </p:cNvPr>
            <p:cNvPicPr>
              <a:picLocks noChangeAspect="1"/>
            </p:cNvPicPr>
            <p:nvPr/>
          </p:nvPicPr>
          <p:blipFill>
            <a:blip r:embed="rId18">
              <a:extLst>
                <a:ext uri="{28A0092B-C50C-407E-A947-70E740481C1C}">
                  <a14:useLocalDpi xmlns:a14="http://schemas.microsoft.com/office/drawing/2010/main" val="0"/>
                </a:ext>
                <a:ext uri="{837473B0-CC2E-450A-ABE3-18F120FF3D39}">
                  <a1611:picAttrSrcUrl xmlns:a1611="http://schemas.microsoft.com/office/drawing/2016/11/main" r:id="rId19"/>
                </a:ext>
              </a:extLst>
            </a:blip>
            <a:stretch>
              <a:fillRect/>
            </a:stretch>
          </p:blipFill>
          <p:spPr>
            <a:xfrm>
              <a:off x="6037414" y="3340066"/>
              <a:ext cx="243612" cy="243612"/>
            </a:xfrm>
            <a:prstGeom prst="rect">
              <a:avLst/>
            </a:prstGeom>
          </p:spPr>
        </p:pic>
        <p:pic>
          <p:nvPicPr>
            <p:cNvPr id="41" name="Image 40" descr="Une image contenant hache, outil, graphiques vectoriels&#10;&#10;Description générée automatiquement">
              <a:extLst>
                <a:ext uri="{FF2B5EF4-FFF2-40B4-BE49-F238E27FC236}">
                  <a16:creationId xmlns:a16="http://schemas.microsoft.com/office/drawing/2014/main" id="{A2E0C5DD-9DBF-4476-BA89-43F66D71EFA9}"/>
                </a:ext>
              </a:extLst>
            </p:cNvPr>
            <p:cNvPicPr>
              <a:picLocks noChangeAspect="1"/>
            </p:cNvPicPr>
            <p:nvPr/>
          </p:nvPicPr>
          <p:blipFill>
            <a:blip r:embed="rId20">
              <a:extLst>
                <a:ext uri="{28A0092B-C50C-407E-A947-70E740481C1C}">
                  <a14:useLocalDpi xmlns:a14="http://schemas.microsoft.com/office/drawing/2010/main" val="0"/>
                </a:ext>
                <a:ext uri="{837473B0-CC2E-450A-ABE3-18F120FF3D39}">
                  <a1611:picAttrSrcUrl xmlns:a1611="http://schemas.microsoft.com/office/drawing/2016/11/main" r:id="rId21"/>
                </a:ext>
              </a:extLst>
            </a:blip>
            <a:stretch>
              <a:fillRect/>
            </a:stretch>
          </p:blipFill>
          <p:spPr>
            <a:xfrm>
              <a:off x="1653778" y="1622716"/>
              <a:ext cx="369566" cy="303352"/>
            </a:xfrm>
            <a:prstGeom prst="rect">
              <a:avLst/>
            </a:prstGeom>
          </p:spPr>
        </p:pic>
        <p:pic>
          <p:nvPicPr>
            <p:cNvPr id="42" name="Image 41">
              <a:extLst>
                <a:ext uri="{FF2B5EF4-FFF2-40B4-BE49-F238E27FC236}">
                  <a16:creationId xmlns:a16="http://schemas.microsoft.com/office/drawing/2014/main" id="{ED3C5613-8F12-492D-9E9F-9E64D82D9829}"/>
                </a:ext>
              </a:extLst>
            </p:cNvPr>
            <p:cNvPicPr>
              <a:picLocks noChangeAspect="1"/>
            </p:cNvPicPr>
            <p:nvPr/>
          </p:nvPicPr>
          <p:blipFill>
            <a:blip r:embed="rId22">
              <a:extLst>
                <a:ext uri="{28A0092B-C50C-407E-A947-70E740481C1C}">
                  <a14:useLocalDpi xmlns:a14="http://schemas.microsoft.com/office/drawing/2010/main" val="0"/>
                </a:ext>
                <a:ext uri="{837473B0-CC2E-450A-ABE3-18F120FF3D39}">
                  <a1611:picAttrSrcUrl xmlns:a1611="http://schemas.microsoft.com/office/drawing/2016/11/main" r:id="rId23"/>
                </a:ext>
              </a:extLst>
            </a:blip>
            <a:stretch>
              <a:fillRect/>
            </a:stretch>
          </p:blipFill>
          <p:spPr>
            <a:xfrm>
              <a:off x="2793994" y="2906738"/>
              <a:ext cx="253014" cy="253014"/>
            </a:xfrm>
            <a:prstGeom prst="rect">
              <a:avLst/>
            </a:prstGeom>
          </p:spPr>
        </p:pic>
        <p:pic>
          <p:nvPicPr>
            <p:cNvPr id="43" name="Image 42">
              <a:extLst>
                <a:ext uri="{FF2B5EF4-FFF2-40B4-BE49-F238E27FC236}">
                  <a16:creationId xmlns:a16="http://schemas.microsoft.com/office/drawing/2014/main" id="{539CDA30-091D-43DA-BEE2-5E43B13679B4}"/>
                </a:ext>
              </a:extLst>
            </p:cNvPr>
            <p:cNvPicPr>
              <a:picLocks noChangeAspect="1"/>
            </p:cNvPicPr>
            <p:nvPr/>
          </p:nvPicPr>
          <p:blipFill rotWithShape="1">
            <a:blip r:embed="rId24">
              <a:extLst>
                <a:ext uri="{28A0092B-C50C-407E-A947-70E740481C1C}">
                  <a14:useLocalDpi xmlns:a14="http://schemas.microsoft.com/office/drawing/2010/main" val="0"/>
                </a:ext>
                <a:ext uri="{837473B0-CC2E-450A-ABE3-18F120FF3D39}">
                  <a1611:picAttrSrcUrl xmlns:a1611="http://schemas.microsoft.com/office/drawing/2016/11/main" r:id="rId25"/>
                </a:ext>
              </a:extLst>
            </a:blip>
            <a:srcRect l="15367" t="25200" r="15584" b="25200"/>
            <a:stretch/>
          </p:blipFill>
          <p:spPr>
            <a:xfrm>
              <a:off x="4456947" y="3325716"/>
              <a:ext cx="234333" cy="168325"/>
            </a:xfrm>
            <a:prstGeom prst="rect">
              <a:avLst/>
            </a:prstGeom>
          </p:spPr>
        </p:pic>
        <p:pic>
          <p:nvPicPr>
            <p:cNvPr id="44" name="Image 43">
              <a:extLst>
                <a:ext uri="{FF2B5EF4-FFF2-40B4-BE49-F238E27FC236}">
                  <a16:creationId xmlns:a16="http://schemas.microsoft.com/office/drawing/2014/main" id="{6B374FB4-81FF-4CDF-A0EA-BCD2AF7B03B8}"/>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6263703" y="4000782"/>
              <a:ext cx="220462" cy="220462"/>
            </a:xfrm>
            <a:prstGeom prst="rect">
              <a:avLst/>
            </a:prstGeom>
          </p:spPr>
        </p:pic>
        <p:pic>
          <p:nvPicPr>
            <p:cNvPr id="45" name="Image 44">
              <a:extLst>
                <a:ext uri="{FF2B5EF4-FFF2-40B4-BE49-F238E27FC236}">
                  <a16:creationId xmlns:a16="http://schemas.microsoft.com/office/drawing/2014/main" id="{2D0E4110-F82A-4CD7-B6B0-E3F226871497}"/>
                </a:ext>
              </a:extLst>
            </p:cNvPr>
            <p:cNvPicPr>
              <a:picLocks noChangeAspect="1"/>
            </p:cNvPicPr>
            <p:nvPr/>
          </p:nvPicPr>
          <p:blipFill rotWithShape="1">
            <a:blip r:embed="rId27">
              <a:extLst>
                <a:ext uri="{28A0092B-C50C-407E-A947-70E740481C1C}">
                  <a14:useLocalDpi xmlns:a14="http://schemas.microsoft.com/office/drawing/2010/main" val="0"/>
                </a:ext>
                <a:ext uri="{837473B0-CC2E-450A-ABE3-18F120FF3D39}">
                  <a1611:picAttrSrcUrl xmlns:a1611="http://schemas.microsoft.com/office/drawing/2016/11/main" r:id="rId28"/>
                </a:ext>
              </a:extLst>
            </a:blip>
            <a:srcRect l="27749" r="27670"/>
            <a:stretch/>
          </p:blipFill>
          <p:spPr>
            <a:xfrm>
              <a:off x="5204642" y="3240226"/>
              <a:ext cx="255152" cy="279461"/>
            </a:xfrm>
            <a:prstGeom prst="rect">
              <a:avLst/>
            </a:prstGeom>
          </p:spPr>
        </p:pic>
        <p:pic>
          <p:nvPicPr>
            <p:cNvPr id="46" name="Image 45" descr="Une image contenant texte, clipart&#10;&#10;Description générée automatiquement">
              <a:extLst>
                <a:ext uri="{FF2B5EF4-FFF2-40B4-BE49-F238E27FC236}">
                  <a16:creationId xmlns:a16="http://schemas.microsoft.com/office/drawing/2014/main" id="{FBD2120B-B85B-40DC-8B48-008A8077350E}"/>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7891879" y="3982270"/>
              <a:ext cx="220462" cy="230716"/>
            </a:xfrm>
            <a:prstGeom prst="rect">
              <a:avLst/>
            </a:prstGeom>
          </p:spPr>
        </p:pic>
        <p:pic>
          <p:nvPicPr>
            <p:cNvPr id="47" name="Image 46">
              <a:extLst>
                <a:ext uri="{FF2B5EF4-FFF2-40B4-BE49-F238E27FC236}">
                  <a16:creationId xmlns:a16="http://schemas.microsoft.com/office/drawing/2014/main" id="{A7D25EA2-6A48-4532-B74D-F7096DE5BCFE}"/>
                </a:ext>
              </a:extLst>
            </p:cNvPr>
            <p:cNvPicPr>
              <a:picLocks noChangeAspect="1"/>
            </p:cNvPicPr>
            <p:nvPr/>
          </p:nvPicPr>
          <p:blipFill>
            <a:blip r:embed="rId30">
              <a:extLst>
                <a:ext uri="{28A0092B-C50C-407E-A947-70E740481C1C}">
                  <a14:useLocalDpi xmlns:a14="http://schemas.microsoft.com/office/drawing/2010/main" val="0"/>
                </a:ext>
                <a:ext uri="{837473B0-CC2E-450A-ABE3-18F120FF3D39}">
                  <a1611:picAttrSrcUrl xmlns:a1611="http://schemas.microsoft.com/office/drawing/2016/11/main" r:id="rId31"/>
                </a:ext>
              </a:extLst>
            </a:blip>
            <a:stretch>
              <a:fillRect/>
            </a:stretch>
          </p:blipFill>
          <p:spPr>
            <a:xfrm>
              <a:off x="6000766" y="3977157"/>
              <a:ext cx="262937" cy="263710"/>
            </a:xfrm>
            <a:prstGeom prst="rect">
              <a:avLst/>
            </a:prstGeom>
          </p:spPr>
        </p:pic>
        <p:pic>
          <p:nvPicPr>
            <p:cNvPr id="48" name="Image 47">
              <a:extLst>
                <a:ext uri="{FF2B5EF4-FFF2-40B4-BE49-F238E27FC236}">
                  <a16:creationId xmlns:a16="http://schemas.microsoft.com/office/drawing/2014/main" id="{00CA4838-203A-4F9F-862C-44076D237297}"/>
                </a:ext>
              </a:extLst>
            </p:cNvPr>
            <p:cNvPicPr>
              <a:picLocks noChangeAspect="1"/>
            </p:cNvPicPr>
            <p:nvPr/>
          </p:nvPicPr>
          <p:blipFill>
            <a:blip r:embed="rId32">
              <a:extLst>
                <a:ext uri="{28A0092B-C50C-407E-A947-70E740481C1C}">
                  <a14:useLocalDpi xmlns:a14="http://schemas.microsoft.com/office/drawing/2010/main" val="0"/>
                </a:ext>
                <a:ext uri="{837473B0-CC2E-450A-ABE3-18F120FF3D39}">
                  <a1611:picAttrSrcUrl xmlns:a1611="http://schemas.microsoft.com/office/drawing/2016/11/main" r:id="rId33"/>
                </a:ext>
              </a:extLst>
            </a:blip>
            <a:stretch>
              <a:fillRect/>
            </a:stretch>
          </p:blipFill>
          <p:spPr>
            <a:xfrm>
              <a:off x="9847661" y="5186060"/>
              <a:ext cx="276149" cy="225887"/>
            </a:xfrm>
            <a:prstGeom prst="rect">
              <a:avLst/>
            </a:prstGeom>
          </p:spPr>
        </p:pic>
        <p:pic>
          <p:nvPicPr>
            <p:cNvPr id="49" name="Image 48">
              <a:extLst>
                <a:ext uri="{FF2B5EF4-FFF2-40B4-BE49-F238E27FC236}">
                  <a16:creationId xmlns:a16="http://schemas.microsoft.com/office/drawing/2014/main" id="{CA61BA81-FA4E-471B-9EF9-9E61E0FF1D7D}"/>
                </a:ext>
              </a:extLst>
            </p:cNvPr>
            <p:cNvPicPr>
              <a:picLocks noChangeAspect="1"/>
            </p:cNvPicPr>
            <p:nvPr/>
          </p:nvPicPr>
          <p:blipFill rotWithShape="1">
            <a:blip r:embed="rId34">
              <a:extLst>
                <a:ext uri="{28A0092B-C50C-407E-A947-70E740481C1C}">
                  <a14:useLocalDpi xmlns:a14="http://schemas.microsoft.com/office/drawing/2010/main" val="0"/>
                </a:ext>
                <a:ext uri="{837473B0-CC2E-450A-ABE3-18F120FF3D39}">
                  <a1611:picAttrSrcUrl xmlns:a1611="http://schemas.microsoft.com/office/drawing/2016/11/main" r:id="rId35"/>
                </a:ext>
              </a:extLst>
            </a:blip>
            <a:srcRect l="21852" t="37339" r="65404" b="37566"/>
            <a:stretch/>
          </p:blipFill>
          <p:spPr>
            <a:xfrm>
              <a:off x="8158276" y="3963334"/>
              <a:ext cx="232854" cy="257910"/>
            </a:xfrm>
            <a:prstGeom prst="rect">
              <a:avLst/>
            </a:prstGeom>
          </p:spPr>
        </p:pic>
        <p:pic>
          <p:nvPicPr>
            <p:cNvPr id="50" name="Image 49" descr="Une image contenant personne, table, portable, travaillant&#10;&#10;Description générée automatiquement">
              <a:extLst>
                <a:ext uri="{FF2B5EF4-FFF2-40B4-BE49-F238E27FC236}">
                  <a16:creationId xmlns:a16="http://schemas.microsoft.com/office/drawing/2014/main" id="{20AD4C1B-F3E3-489E-8154-05E78D17CEBB}"/>
                </a:ext>
              </a:extLst>
            </p:cNvPr>
            <p:cNvPicPr>
              <a:picLocks noChangeAspect="1"/>
            </p:cNvPicPr>
            <p:nvPr/>
          </p:nvPicPr>
          <p:blipFill rotWithShape="1">
            <a:blip r:embed="rId36">
              <a:extLst>
                <a:ext uri="{28A0092B-C50C-407E-A947-70E740481C1C}">
                  <a14:useLocalDpi xmlns:a14="http://schemas.microsoft.com/office/drawing/2010/main" val="0"/>
                </a:ext>
                <a:ext uri="{837473B0-CC2E-450A-ABE3-18F120FF3D39}">
                  <a1611:picAttrSrcUrl xmlns:a1611="http://schemas.microsoft.com/office/drawing/2016/11/main" r:id="rId37"/>
                </a:ext>
              </a:extLst>
            </a:blip>
            <a:srcRect l="8116" t="14498" r="11910" b="41412"/>
            <a:stretch/>
          </p:blipFill>
          <p:spPr>
            <a:xfrm>
              <a:off x="10551802" y="5138663"/>
              <a:ext cx="1446269" cy="531984"/>
            </a:xfrm>
            <a:prstGeom prst="rect">
              <a:avLst/>
            </a:prstGeom>
          </p:spPr>
        </p:pic>
      </p:grpSp>
    </p:spTree>
    <p:extLst>
      <p:ext uri="{BB962C8B-B14F-4D97-AF65-F5344CB8AC3E}">
        <p14:creationId xmlns:p14="http://schemas.microsoft.com/office/powerpoint/2010/main" val="2159847124"/>
      </p:ext>
    </p:extLst>
  </p:cSld>
  <p:clrMapOvr>
    <a:masterClrMapping/>
  </p:clrMapOvr>
  <mc:AlternateContent xmlns:mc="http://schemas.openxmlformats.org/markup-compatibility/2006" xmlns:p14="http://schemas.microsoft.com/office/powerpoint/2010/main">
    <mc:Choice Requires="p14">
      <p:transition spd="slow" p14:dur="2000" advTm="23280"/>
    </mc:Choice>
    <mc:Fallback xmlns="">
      <p:transition spd="slow" advTm="2328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904B001-EEA1-4EAC-B74A-75CD479363A2}"/>
              </a:ext>
            </a:extLst>
          </p:cNvPr>
          <p:cNvSpPr>
            <a:spLocks noGrp="1"/>
          </p:cNvSpPr>
          <p:nvPr>
            <p:ph type="title"/>
          </p:nvPr>
        </p:nvSpPr>
        <p:spPr/>
        <p:txBody>
          <a:bodyPr>
            <a:normAutofit fontScale="90000"/>
          </a:bodyPr>
          <a:lstStyle/>
          <a:p>
            <a:r>
              <a:rPr lang="en-US" dirty="0"/>
              <a:t>Challenge #C5</a:t>
            </a:r>
            <a:br>
              <a:rPr lang="en-US" dirty="0"/>
            </a:br>
            <a:r>
              <a:rPr lang="en-US" sz="3100" dirty="0"/>
              <a:t>Know your next move : Increase Reach or engagement ?</a:t>
            </a:r>
            <a:endParaRPr lang="en-US" dirty="0"/>
          </a:p>
        </p:txBody>
      </p:sp>
      <p:sp>
        <p:nvSpPr>
          <p:cNvPr id="32" name="ZoneTexte 31">
            <a:extLst>
              <a:ext uri="{FF2B5EF4-FFF2-40B4-BE49-F238E27FC236}">
                <a16:creationId xmlns:a16="http://schemas.microsoft.com/office/drawing/2014/main" id="{C3CA301D-ED39-42C2-A85F-8773B66A3690}"/>
              </a:ext>
            </a:extLst>
          </p:cNvPr>
          <p:cNvSpPr txBox="1"/>
          <p:nvPr/>
        </p:nvSpPr>
        <p:spPr>
          <a:xfrm>
            <a:off x="94994" y="2070008"/>
            <a:ext cx="2188721" cy="923330"/>
          </a:xfrm>
          <a:prstGeom prst="rect">
            <a:avLst/>
          </a:prstGeom>
          <a:noFill/>
        </p:spPr>
        <p:txBody>
          <a:bodyPr wrap="square" rtlCol="0">
            <a:spAutoFit/>
          </a:bodyPr>
          <a:lstStyle/>
          <a:p>
            <a:pPr algn="ctr"/>
            <a:r>
              <a:rPr lang="en-US" b="1" dirty="0">
                <a:solidFill>
                  <a:schemeClr val="accent1"/>
                </a:solidFill>
              </a:rPr>
              <a:t>Increase reach : </a:t>
            </a:r>
          </a:p>
          <a:p>
            <a:pPr algn="ctr"/>
            <a:r>
              <a:rPr lang="en-US" b="1" dirty="0">
                <a:solidFill>
                  <a:schemeClr val="accent1"/>
                </a:solidFill>
              </a:rPr>
              <a:t>Target more people</a:t>
            </a:r>
          </a:p>
        </p:txBody>
      </p:sp>
      <p:grpSp>
        <p:nvGrpSpPr>
          <p:cNvPr id="58" name="Groupe 57">
            <a:extLst>
              <a:ext uri="{FF2B5EF4-FFF2-40B4-BE49-F238E27FC236}">
                <a16:creationId xmlns:a16="http://schemas.microsoft.com/office/drawing/2014/main" id="{CE97DE6F-98C3-4003-84C2-2ADD8340F0FE}"/>
              </a:ext>
            </a:extLst>
          </p:cNvPr>
          <p:cNvGrpSpPr/>
          <p:nvPr/>
        </p:nvGrpSpPr>
        <p:grpSpPr>
          <a:xfrm>
            <a:off x="868193" y="2533537"/>
            <a:ext cx="11166232" cy="4315828"/>
            <a:chOff x="868193" y="2533537"/>
            <a:chExt cx="11166232" cy="4315828"/>
          </a:xfrm>
        </p:grpSpPr>
        <p:grpSp>
          <p:nvGrpSpPr>
            <p:cNvPr id="17" name="Groupe 16">
              <a:extLst>
                <a:ext uri="{FF2B5EF4-FFF2-40B4-BE49-F238E27FC236}">
                  <a16:creationId xmlns:a16="http://schemas.microsoft.com/office/drawing/2014/main" id="{FCFD7A5A-B1CE-46D4-A389-AB4B6F856600}"/>
                </a:ext>
              </a:extLst>
            </p:cNvPr>
            <p:cNvGrpSpPr/>
            <p:nvPr/>
          </p:nvGrpSpPr>
          <p:grpSpPr>
            <a:xfrm>
              <a:off x="1670556" y="2593621"/>
              <a:ext cx="8572959" cy="3449817"/>
              <a:chOff x="1724927" y="2500604"/>
              <a:chExt cx="8572959" cy="3449817"/>
            </a:xfrm>
          </p:grpSpPr>
          <p:cxnSp>
            <p:nvCxnSpPr>
              <p:cNvPr id="10" name="Connecteur droit avec flèche 9">
                <a:extLst>
                  <a:ext uri="{FF2B5EF4-FFF2-40B4-BE49-F238E27FC236}">
                    <a16:creationId xmlns:a16="http://schemas.microsoft.com/office/drawing/2014/main" id="{A2956BFC-54C3-4547-8B5C-7DA985BE4186}"/>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C7C717CB-FBC1-4752-BB44-D1235B479A88}"/>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77E1A519-883E-4BBA-9276-FF7FAF245FBE}"/>
                </a:ext>
              </a:extLst>
            </p:cNvPr>
            <p:cNvGrpSpPr/>
            <p:nvPr/>
          </p:nvGrpSpPr>
          <p:grpSpPr>
            <a:xfrm>
              <a:off x="868193" y="3041780"/>
              <a:ext cx="554235" cy="2957709"/>
              <a:chOff x="849531" y="2033139"/>
              <a:chExt cx="797442" cy="4255599"/>
            </a:xfrm>
          </p:grpSpPr>
          <p:pic>
            <p:nvPicPr>
              <p:cNvPr id="19" name="Graphique 18" descr="Groupe de personnes avec un remplissage uni">
                <a:extLst>
                  <a:ext uri="{FF2B5EF4-FFF2-40B4-BE49-F238E27FC236}">
                    <a16:creationId xmlns:a16="http://schemas.microsoft.com/office/drawing/2014/main" id="{64146C5C-F781-45C8-9580-0E55E786D2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531" y="2033139"/>
                <a:ext cx="797442" cy="797442"/>
              </a:xfrm>
              <a:prstGeom prst="rect">
                <a:avLst/>
              </a:prstGeom>
            </p:spPr>
          </p:pic>
          <p:pic>
            <p:nvPicPr>
              <p:cNvPr id="21" name="Graphique 20" descr="Groupe de personnes contour">
                <a:extLst>
                  <a:ext uri="{FF2B5EF4-FFF2-40B4-BE49-F238E27FC236}">
                    <a16:creationId xmlns:a16="http://schemas.microsoft.com/office/drawing/2014/main" id="{DF1300D2-8F76-4131-9655-7FE6AEA97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532" y="2889294"/>
                <a:ext cx="797441" cy="797441"/>
              </a:xfrm>
              <a:prstGeom prst="rect">
                <a:avLst/>
              </a:prstGeom>
            </p:spPr>
          </p:pic>
          <p:pic>
            <p:nvPicPr>
              <p:cNvPr id="23" name="Graphique 22" descr="Groupe avec un remplissage uni">
                <a:extLst>
                  <a:ext uri="{FF2B5EF4-FFF2-40B4-BE49-F238E27FC236}">
                    <a16:creationId xmlns:a16="http://schemas.microsoft.com/office/drawing/2014/main" id="{53A40E74-2464-48F5-900D-9706BE6A04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14" y="3709355"/>
                <a:ext cx="625395" cy="625395"/>
              </a:xfrm>
              <a:prstGeom prst="rect">
                <a:avLst/>
              </a:prstGeom>
            </p:spPr>
          </p:pic>
          <p:pic>
            <p:nvPicPr>
              <p:cNvPr id="25" name="Graphique 24" descr="Groupe de femmes avec un remplissage uni">
                <a:extLst>
                  <a:ext uri="{FF2B5EF4-FFF2-40B4-BE49-F238E27FC236}">
                    <a16:creationId xmlns:a16="http://schemas.microsoft.com/office/drawing/2014/main" id="{481D1941-9E54-4E96-9FCE-AA0BA59B7E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10746" y="4450702"/>
                <a:ext cx="415446" cy="415446"/>
              </a:xfrm>
              <a:prstGeom prst="rect">
                <a:avLst/>
              </a:prstGeom>
            </p:spPr>
          </p:pic>
          <p:pic>
            <p:nvPicPr>
              <p:cNvPr id="27" name="Graphique 26" descr="Deux femmes avec un remplissage uni">
                <a:extLst>
                  <a:ext uri="{FF2B5EF4-FFF2-40B4-BE49-F238E27FC236}">
                    <a16:creationId xmlns:a16="http://schemas.microsoft.com/office/drawing/2014/main" id="{A2F724DC-2192-4267-B441-796FFD4EEE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9939" y="5060059"/>
                <a:ext cx="503370" cy="503370"/>
              </a:xfrm>
              <a:prstGeom prst="rect">
                <a:avLst/>
              </a:prstGeom>
            </p:spPr>
          </p:pic>
          <p:pic>
            <p:nvPicPr>
              <p:cNvPr id="30" name="Graphique 29" descr="Homme avec un remplissage uni">
                <a:extLst>
                  <a:ext uri="{FF2B5EF4-FFF2-40B4-BE49-F238E27FC236}">
                    <a16:creationId xmlns:a16="http://schemas.microsoft.com/office/drawing/2014/main" id="{1D2368E6-CA8C-4ACE-846A-04B613BCA3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648" y="5663343"/>
                <a:ext cx="625395" cy="625395"/>
              </a:xfrm>
              <a:prstGeom prst="rect">
                <a:avLst/>
              </a:prstGeom>
            </p:spPr>
          </p:pic>
        </p:grpSp>
        <p:sp>
          <p:nvSpPr>
            <p:cNvPr id="33" name="ZoneTexte 32">
              <a:extLst>
                <a:ext uri="{FF2B5EF4-FFF2-40B4-BE49-F238E27FC236}">
                  <a16:creationId xmlns:a16="http://schemas.microsoft.com/office/drawing/2014/main" id="{0214BBEE-09CD-4225-83A8-59B9F64724CE}"/>
                </a:ext>
              </a:extLst>
            </p:cNvPr>
            <p:cNvSpPr txBox="1"/>
            <p:nvPr/>
          </p:nvSpPr>
          <p:spPr>
            <a:xfrm>
              <a:off x="9845704" y="4660129"/>
              <a:ext cx="2188721" cy="1200329"/>
            </a:xfrm>
            <a:prstGeom prst="rect">
              <a:avLst/>
            </a:prstGeom>
            <a:noFill/>
          </p:spPr>
          <p:txBody>
            <a:bodyPr wrap="square" rtlCol="0">
              <a:spAutoFit/>
            </a:bodyPr>
            <a:lstStyle/>
            <a:p>
              <a:pPr algn="ctr"/>
              <a:r>
                <a:rPr lang="en-US" b="1" dirty="0">
                  <a:solidFill>
                    <a:schemeClr val="accent1"/>
                  </a:solidFill>
                </a:rPr>
                <a:t>Increase engagement : </a:t>
              </a:r>
            </a:p>
            <a:p>
              <a:pPr algn="ctr"/>
              <a:r>
                <a:rPr lang="en-US" b="1" dirty="0">
                  <a:solidFill>
                    <a:schemeClr val="accent1"/>
                  </a:solidFill>
                </a:rPr>
                <a:t>Target further engagement</a:t>
              </a:r>
            </a:p>
          </p:txBody>
        </p:sp>
        <p:pic>
          <p:nvPicPr>
            <p:cNvPr id="35" name="Graphique 34" descr="Cœur avec un remplissage uni">
              <a:extLst>
                <a:ext uri="{FF2B5EF4-FFF2-40B4-BE49-F238E27FC236}">
                  <a16:creationId xmlns:a16="http://schemas.microsoft.com/office/drawing/2014/main" id="{E52289C5-E864-4540-BFE6-5ED7AAF888A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75805" y="6176864"/>
              <a:ext cx="324915" cy="324915"/>
            </a:xfrm>
            <a:prstGeom prst="rect">
              <a:avLst/>
            </a:prstGeom>
          </p:spPr>
        </p:pic>
        <p:pic>
          <p:nvPicPr>
            <p:cNvPr id="36" name="Graphique 35" descr="Cœur avec un remplissage uni">
              <a:extLst>
                <a:ext uri="{FF2B5EF4-FFF2-40B4-BE49-F238E27FC236}">
                  <a16:creationId xmlns:a16="http://schemas.microsoft.com/office/drawing/2014/main" id="{34DA2D20-B615-4877-BFD2-8C7A44D772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23944" y="6146902"/>
              <a:ext cx="324915" cy="324915"/>
            </a:xfrm>
            <a:prstGeom prst="rect">
              <a:avLst/>
            </a:prstGeom>
          </p:spPr>
        </p:pic>
        <p:pic>
          <p:nvPicPr>
            <p:cNvPr id="37" name="Graphique 36" descr="Cœur avec un remplissage uni">
              <a:extLst>
                <a:ext uri="{FF2B5EF4-FFF2-40B4-BE49-F238E27FC236}">
                  <a16:creationId xmlns:a16="http://schemas.microsoft.com/office/drawing/2014/main" id="{1DB7035E-0B46-46EB-AD4C-053BE5E70F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8859" y="6146902"/>
              <a:ext cx="324915" cy="324915"/>
            </a:xfrm>
            <a:prstGeom prst="rect">
              <a:avLst/>
            </a:prstGeom>
          </p:spPr>
        </p:pic>
        <p:pic>
          <p:nvPicPr>
            <p:cNvPr id="38" name="Graphique 37" descr="Cœur avec un remplissage uni">
              <a:extLst>
                <a:ext uri="{FF2B5EF4-FFF2-40B4-BE49-F238E27FC236}">
                  <a16:creationId xmlns:a16="http://schemas.microsoft.com/office/drawing/2014/main" id="{6A5B9A09-61D2-46C2-AB01-F0B1709D852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90727" y="6146902"/>
              <a:ext cx="324915" cy="324915"/>
            </a:xfrm>
            <a:prstGeom prst="rect">
              <a:avLst/>
            </a:prstGeom>
          </p:spPr>
        </p:pic>
        <p:pic>
          <p:nvPicPr>
            <p:cNvPr id="39" name="Graphique 38" descr="Cœur avec un remplissage uni">
              <a:extLst>
                <a:ext uri="{FF2B5EF4-FFF2-40B4-BE49-F238E27FC236}">
                  <a16:creationId xmlns:a16="http://schemas.microsoft.com/office/drawing/2014/main" id="{82D7D484-8E1E-45FD-8621-153B120B41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15642" y="6146902"/>
              <a:ext cx="324915" cy="324915"/>
            </a:xfrm>
            <a:prstGeom prst="rect">
              <a:avLst/>
            </a:prstGeom>
          </p:spPr>
        </p:pic>
        <p:pic>
          <p:nvPicPr>
            <p:cNvPr id="40" name="Graphique 39" descr="Cœur avec un remplissage uni">
              <a:extLst>
                <a:ext uri="{FF2B5EF4-FFF2-40B4-BE49-F238E27FC236}">
                  <a16:creationId xmlns:a16="http://schemas.microsoft.com/office/drawing/2014/main" id="{4961F9C2-111D-4B37-8F26-AA269DE850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53184" y="6382260"/>
              <a:ext cx="324915" cy="324915"/>
            </a:xfrm>
            <a:prstGeom prst="rect">
              <a:avLst/>
            </a:prstGeom>
          </p:spPr>
        </p:pic>
        <p:pic>
          <p:nvPicPr>
            <p:cNvPr id="41" name="Graphique 40" descr="Cœur avec un remplissage uni">
              <a:extLst>
                <a:ext uri="{FF2B5EF4-FFF2-40B4-BE49-F238E27FC236}">
                  <a16:creationId xmlns:a16="http://schemas.microsoft.com/office/drawing/2014/main" id="{17A765C5-8BAE-48B8-A4DD-5B054EFE6EF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152605"/>
              <a:ext cx="324915" cy="324915"/>
            </a:xfrm>
            <a:prstGeom prst="rect">
              <a:avLst/>
            </a:prstGeom>
          </p:spPr>
        </p:pic>
        <p:pic>
          <p:nvPicPr>
            <p:cNvPr id="42" name="Graphique 41" descr="Cœur avec un remplissage uni">
              <a:extLst>
                <a:ext uri="{FF2B5EF4-FFF2-40B4-BE49-F238E27FC236}">
                  <a16:creationId xmlns:a16="http://schemas.microsoft.com/office/drawing/2014/main" id="{5F44ACAD-3E00-4803-86AC-141697F7123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6" y="6152605"/>
              <a:ext cx="324915" cy="324915"/>
            </a:xfrm>
            <a:prstGeom prst="rect">
              <a:avLst/>
            </a:prstGeom>
          </p:spPr>
        </p:pic>
        <p:pic>
          <p:nvPicPr>
            <p:cNvPr id="43" name="Graphique 42" descr="Cœur avec un remplissage uni">
              <a:extLst>
                <a:ext uri="{FF2B5EF4-FFF2-40B4-BE49-F238E27FC236}">
                  <a16:creationId xmlns:a16="http://schemas.microsoft.com/office/drawing/2014/main" id="{3D61C4DE-BD1F-4E2D-9F69-01A92A0DC2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382260"/>
              <a:ext cx="324915" cy="324915"/>
            </a:xfrm>
            <a:prstGeom prst="rect">
              <a:avLst/>
            </a:prstGeom>
          </p:spPr>
        </p:pic>
        <p:pic>
          <p:nvPicPr>
            <p:cNvPr id="44" name="Graphique 43" descr="Cœur avec un remplissage uni">
              <a:extLst>
                <a:ext uri="{FF2B5EF4-FFF2-40B4-BE49-F238E27FC236}">
                  <a16:creationId xmlns:a16="http://schemas.microsoft.com/office/drawing/2014/main" id="{32E4054B-4053-4F39-8BF9-18BC524D4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5" y="6391881"/>
              <a:ext cx="324915" cy="324915"/>
            </a:xfrm>
            <a:prstGeom prst="rect">
              <a:avLst/>
            </a:prstGeom>
          </p:spPr>
        </p:pic>
        <p:pic>
          <p:nvPicPr>
            <p:cNvPr id="45" name="Graphique 44" descr="Cœur avec un remplissage uni">
              <a:extLst>
                <a:ext uri="{FF2B5EF4-FFF2-40B4-BE49-F238E27FC236}">
                  <a16:creationId xmlns:a16="http://schemas.microsoft.com/office/drawing/2014/main" id="{E771AB82-B92F-4C3B-9F78-C9D6F10E1B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1" y="6146902"/>
              <a:ext cx="324915" cy="324915"/>
            </a:xfrm>
            <a:prstGeom prst="rect">
              <a:avLst/>
            </a:prstGeom>
          </p:spPr>
        </p:pic>
        <p:pic>
          <p:nvPicPr>
            <p:cNvPr id="46" name="Graphique 45" descr="Cœur avec un remplissage uni">
              <a:extLst>
                <a:ext uri="{FF2B5EF4-FFF2-40B4-BE49-F238E27FC236}">
                  <a16:creationId xmlns:a16="http://schemas.microsoft.com/office/drawing/2014/main" id="{224876CD-3EA5-478A-B7EA-FA5B6EAF19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6" y="6146902"/>
              <a:ext cx="324915" cy="324915"/>
            </a:xfrm>
            <a:prstGeom prst="rect">
              <a:avLst/>
            </a:prstGeom>
          </p:spPr>
        </p:pic>
        <p:pic>
          <p:nvPicPr>
            <p:cNvPr id="47" name="Graphique 46" descr="Cœur avec un remplissage uni">
              <a:extLst>
                <a:ext uri="{FF2B5EF4-FFF2-40B4-BE49-F238E27FC236}">
                  <a16:creationId xmlns:a16="http://schemas.microsoft.com/office/drawing/2014/main" id="{2C6B0EDB-3F28-4053-A198-24E6FE6D060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0" y="6481460"/>
              <a:ext cx="324915" cy="324915"/>
            </a:xfrm>
            <a:prstGeom prst="rect">
              <a:avLst/>
            </a:prstGeom>
          </p:spPr>
        </p:pic>
        <p:pic>
          <p:nvPicPr>
            <p:cNvPr id="48" name="Graphique 47" descr="Cœur avec un remplissage uni">
              <a:extLst>
                <a:ext uri="{FF2B5EF4-FFF2-40B4-BE49-F238E27FC236}">
                  <a16:creationId xmlns:a16="http://schemas.microsoft.com/office/drawing/2014/main" id="{B46894D5-7D7C-40C1-AFAF-746B74DD2B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5" y="6469015"/>
              <a:ext cx="324915" cy="324915"/>
            </a:xfrm>
            <a:prstGeom prst="rect">
              <a:avLst/>
            </a:prstGeom>
          </p:spPr>
        </p:pic>
        <p:pic>
          <p:nvPicPr>
            <p:cNvPr id="49" name="Graphique 48" descr="Cœur avec un remplissage uni">
              <a:extLst>
                <a:ext uri="{FF2B5EF4-FFF2-40B4-BE49-F238E27FC236}">
                  <a16:creationId xmlns:a16="http://schemas.microsoft.com/office/drawing/2014/main" id="{5C15A28E-873A-4416-A558-31B9F297992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68105" y="6315062"/>
              <a:ext cx="324915" cy="324915"/>
            </a:xfrm>
            <a:prstGeom prst="rect">
              <a:avLst/>
            </a:prstGeom>
          </p:spPr>
        </p:pic>
        <p:pic>
          <p:nvPicPr>
            <p:cNvPr id="50" name="Graphique 49" descr="Cœur avec un remplissage uni">
              <a:extLst>
                <a:ext uri="{FF2B5EF4-FFF2-40B4-BE49-F238E27FC236}">
                  <a16:creationId xmlns:a16="http://schemas.microsoft.com/office/drawing/2014/main" id="{C5B8D6B4-065F-4B8D-8212-979B36CEDF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066966"/>
              <a:ext cx="324915" cy="324915"/>
            </a:xfrm>
            <a:prstGeom prst="rect">
              <a:avLst/>
            </a:prstGeom>
          </p:spPr>
        </p:pic>
        <p:pic>
          <p:nvPicPr>
            <p:cNvPr id="51" name="Graphique 50" descr="Cœur avec un remplissage uni">
              <a:extLst>
                <a:ext uri="{FF2B5EF4-FFF2-40B4-BE49-F238E27FC236}">
                  <a16:creationId xmlns:a16="http://schemas.microsoft.com/office/drawing/2014/main" id="{492B17F6-4B6F-4B2B-90CC-03E38230C5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3" y="6066966"/>
              <a:ext cx="324915" cy="324915"/>
            </a:xfrm>
            <a:prstGeom prst="rect">
              <a:avLst/>
            </a:prstGeom>
          </p:spPr>
        </p:pic>
        <p:pic>
          <p:nvPicPr>
            <p:cNvPr id="52" name="Graphique 51" descr="Cœur avec un remplissage uni">
              <a:extLst>
                <a:ext uri="{FF2B5EF4-FFF2-40B4-BE49-F238E27FC236}">
                  <a16:creationId xmlns:a16="http://schemas.microsoft.com/office/drawing/2014/main" id="{7550F03D-6D9B-4EDE-9090-1E338637E6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296621"/>
              <a:ext cx="324915" cy="324915"/>
            </a:xfrm>
            <a:prstGeom prst="rect">
              <a:avLst/>
            </a:prstGeom>
          </p:spPr>
        </p:pic>
        <p:pic>
          <p:nvPicPr>
            <p:cNvPr id="53" name="Graphique 52" descr="Cœur avec un remplissage uni">
              <a:extLst>
                <a:ext uri="{FF2B5EF4-FFF2-40B4-BE49-F238E27FC236}">
                  <a16:creationId xmlns:a16="http://schemas.microsoft.com/office/drawing/2014/main" id="{9F0313E1-D9F9-4FB9-A6A5-27DD6A25D8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287580"/>
              <a:ext cx="324915" cy="324915"/>
            </a:xfrm>
            <a:prstGeom prst="rect">
              <a:avLst/>
            </a:prstGeom>
          </p:spPr>
        </p:pic>
        <p:pic>
          <p:nvPicPr>
            <p:cNvPr id="54" name="Graphique 53" descr="Cœur avec un remplissage uni">
              <a:extLst>
                <a:ext uri="{FF2B5EF4-FFF2-40B4-BE49-F238E27FC236}">
                  <a16:creationId xmlns:a16="http://schemas.microsoft.com/office/drawing/2014/main" id="{E8068A87-3545-40DA-8DD5-FF58D0FAD2F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524450"/>
              <a:ext cx="324915" cy="324915"/>
            </a:xfrm>
            <a:prstGeom prst="rect">
              <a:avLst/>
            </a:prstGeom>
          </p:spPr>
        </p:pic>
        <p:pic>
          <p:nvPicPr>
            <p:cNvPr id="55" name="Graphique 54" descr="Cœur avec un remplissage uni">
              <a:extLst>
                <a:ext uri="{FF2B5EF4-FFF2-40B4-BE49-F238E27FC236}">
                  <a16:creationId xmlns:a16="http://schemas.microsoft.com/office/drawing/2014/main" id="{62CF5280-B4A9-4DAF-9AEE-F3B11687CD2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505702"/>
              <a:ext cx="324915" cy="324915"/>
            </a:xfrm>
            <a:prstGeom prst="rect">
              <a:avLst/>
            </a:prstGeom>
          </p:spPr>
        </p:pic>
        <p:sp>
          <p:nvSpPr>
            <p:cNvPr id="56" name="Flèche : droite 55">
              <a:extLst>
                <a:ext uri="{FF2B5EF4-FFF2-40B4-BE49-F238E27FC236}">
                  <a16:creationId xmlns:a16="http://schemas.microsoft.com/office/drawing/2014/main" id="{2A3D091C-A296-421A-9CA7-F508EC3FF489}"/>
                </a:ext>
              </a:extLst>
            </p:cNvPr>
            <p:cNvSpPr/>
            <p:nvPr/>
          </p:nvSpPr>
          <p:spPr>
            <a:xfrm>
              <a:off x="4815642" y="4672016"/>
              <a:ext cx="4281705" cy="12764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Make people love our content more : more authenticity, more usefulness, better experience, possibilities to engage</a:t>
              </a:r>
            </a:p>
          </p:txBody>
        </p:sp>
        <p:sp>
          <p:nvSpPr>
            <p:cNvPr id="57" name="Flèche : haut 56">
              <a:extLst>
                <a:ext uri="{FF2B5EF4-FFF2-40B4-BE49-F238E27FC236}">
                  <a16:creationId xmlns:a16="http://schemas.microsoft.com/office/drawing/2014/main" id="{0A458D5C-4201-4664-B5F4-093EF7B291A7}"/>
                </a:ext>
              </a:extLst>
            </p:cNvPr>
            <p:cNvSpPr/>
            <p:nvPr/>
          </p:nvSpPr>
          <p:spPr>
            <a:xfrm>
              <a:off x="1958947" y="2533537"/>
              <a:ext cx="2258486" cy="224477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Make more people love our content : increased promotion, attention catching strategies</a:t>
              </a:r>
            </a:p>
          </p:txBody>
        </p:sp>
      </p:grpSp>
    </p:spTree>
    <p:extLst>
      <p:ext uri="{BB962C8B-B14F-4D97-AF65-F5344CB8AC3E}">
        <p14:creationId xmlns:p14="http://schemas.microsoft.com/office/powerpoint/2010/main" val="178039174"/>
      </p:ext>
    </p:extLst>
  </p:cSld>
  <p:clrMapOvr>
    <a:masterClrMapping/>
  </p:clrMapOvr>
  <mc:AlternateContent xmlns:mc="http://schemas.openxmlformats.org/markup-compatibility/2006" xmlns:p14="http://schemas.microsoft.com/office/powerpoint/2010/main">
    <mc:Choice Requires="p14">
      <p:transition spd="slow" p14:dur="2000" advTm="47935"/>
    </mc:Choice>
    <mc:Fallback xmlns="">
      <p:transition spd="slow" advTm="4793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sz="2400" noProof="1"/>
              <a:t>With which type of actions are you the most familiar as a Community Booster ? (More people or more engagement ?)</a:t>
            </a:r>
          </a:p>
          <a:p>
            <a:pPr marL="0" indent="0">
              <a:buNone/>
            </a:pPr>
            <a:endParaRPr lang="en-US" sz="2400" noProof="1"/>
          </a:p>
          <a:p>
            <a:pPr marL="0" indent="0">
              <a:buNone/>
            </a:pPr>
            <a:r>
              <a:rPr lang="en-US" sz="2400" noProof="1"/>
              <a:t>What is your next move ? Why ?</a:t>
            </a:r>
          </a:p>
        </p:txBody>
      </p:sp>
      <p:grpSp>
        <p:nvGrpSpPr>
          <p:cNvPr id="48" name="Groupe 47">
            <a:extLst>
              <a:ext uri="{FF2B5EF4-FFF2-40B4-BE49-F238E27FC236}">
                <a16:creationId xmlns:a16="http://schemas.microsoft.com/office/drawing/2014/main" id="{0A174409-CA5D-49CB-80B4-D713901F750B}"/>
              </a:ext>
            </a:extLst>
          </p:cNvPr>
          <p:cNvGrpSpPr/>
          <p:nvPr/>
        </p:nvGrpSpPr>
        <p:grpSpPr>
          <a:xfrm>
            <a:off x="1243308" y="3258215"/>
            <a:ext cx="4682279" cy="1874317"/>
            <a:chOff x="94994" y="2070008"/>
            <a:chExt cx="11939431" cy="4779357"/>
          </a:xfrm>
        </p:grpSpPr>
        <p:sp>
          <p:nvSpPr>
            <p:cNvPr id="12" name="ZoneTexte 11">
              <a:extLst>
                <a:ext uri="{FF2B5EF4-FFF2-40B4-BE49-F238E27FC236}">
                  <a16:creationId xmlns:a16="http://schemas.microsoft.com/office/drawing/2014/main" id="{A09627A2-C109-417E-ACA4-1830D20942D0}"/>
                </a:ext>
              </a:extLst>
            </p:cNvPr>
            <p:cNvSpPr txBox="1"/>
            <p:nvPr/>
          </p:nvSpPr>
          <p:spPr>
            <a:xfrm>
              <a:off x="94994" y="2070008"/>
              <a:ext cx="2188720" cy="1059486"/>
            </a:xfrm>
            <a:prstGeom prst="rect">
              <a:avLst/>
            </a:prstGeom>
            <a:noFill/>
          </p:spPr>
          <p:txBody>
            <a:bodyPr wrap="square" rtlCol="0">
              <a:spAutoFit/>
            </a:bodyPr>
            <a:lstStyle/>
            <a:p>
              <a:pPr algn="ctr"/>
              <a:r>
                <a:rPr lang="en-US" sz="700" b="1" dirty="0">
                  <a:solidFill>
                    <a:schemeClr val="accent1"/>
                  </a:solidFill>
                </a:rPr>
                <a:t>Increase reach : </a:t>
              </a:r>
            </a:p>
            <a:p>
              <a:pPr algn="ctr"/>
              <a:r>
                <a:rPr lang="en-US" sz="700" b="1" dirty="0">
                  <a:solidFill>
                    <a:schemeClr val="accent1"/>
                  </a:solidFill>
                </a:rPr>
                <a:t>Target more people</a:t>
              </a:r>
            </a:p>
          </p:txBody>
        </p:sp>
        <p:grpSp>
          <p:nvGrpSpPr>
            <p:cNvPr id="13" name="Groupe 12">
              <a:extLst>
                <a:ext uri="{FF2B5EF4-FFF2-40B4-BE49-F238E27FC236}">
                  <a16:creationId xmlns:a16="http://schemas.microsoft.com/office/drawing/2014/main" id="{88F61B54-C21A-4C79-B39A-9A54209E869C}"/>
                </a:ext>
              </a:extLst>
            </p:cNvPr>
            <p:cNvGrpSpPr/>
            <p:nvPr/>
          </p:nvGrpSpPr>
          <p:grpSpPr>
            <a:xfrm>
              <a:off x="868193" y="2533537"/>
              <a:ext cx="11166232" cy="4315828"/>
              <a:chOff x="868193" y="2533537"/>
              <a:chExt cx="11166232" cy="4315828"/>
            </a:xfrm>
          </p:grpSpPr>
          <p:grpSp>
            <p:nvGrpSpPr>
              <p:cNvPr id="14" name="Groupe 13">
                <a:extLst>
                  <a:ext uri="{FF2B5EF4-FFF2-40B4-BE49-F238E27FC236}">
                    <a16:creationId xmlns:a16="http://schemas.microsoft.com/office/drawing/2014/main" id="{B61A22E9-4BE8-41C7-9561-3D9A556D7D97}"/>
                  </a:ext>
                </a:extLst>
              </p:cNvPr>
              <p:cNvGrpSpPr/>
              <p:nvPr/>
            </p:nvGrpSpPr>
            <p:grpSpPr>
              <a:xfrm>
                <a:off x="1670556" y="2593621"/>
                <a:ext cx="8572959" cy="3449817"/>
                <a:chOff x="1724927" y="2500604"/>
                <a:chExt cx="8572959" cy="3449817"/>
              </a:xfrm>
            </p:grpSpPr>
            <p:cxnSp>
              <p:nvCxnSpPr>
                <p:cNvPr id="46" name="Connecteur droit avec flèche 45">
                  <a:extLst>
                    <a:ext uri="{FF2B5EF4-FFF2-40B4-BE49-F238E27FC236}">
                      <a16:creationId xmlns:a16="http://schemas.microsoft.com/office/drawing/2014/main" id="{E4CAE8C8-3EFB-4E28-A7BD-453E1C092CAC}"/>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1ED4A38F-6ADC-4C3E-A74B-1844D3ABE9CE}"/>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e 14">
                <a:extLst>
                  <a:ext uri="{FF2B5EF4-FFF2-40B4-BE49-F238E27FC236}">
                    <a16:creationId xmlns:a16="http://schemas.microsoft.com/office/drawing/2014/main" id="{8A1AF7B2-86D9-4265-866E-BE2A1CFAC7CF}"/>
                  </a:ext>
                </a:extLst>
              </p:cNvPr>
              <p:cNvGrpSpPr/>
              <p:nvPr/>
            </p:nvGrpSpPr>
            <p:grpSpPr>
              <a:xfrm>
                <a:off x="868193" y="3041780"/>
                <a:ext cx="554235" cy="2957709"/>
                <a:chOff x="849531" y="2033139"/>
                <a:chExt cx="797442" cy="4255599"/>
              </a:xfrm>
            </p:grpSpPr>
            <p:pic>
              <p:nvPicPr>
                <p:cNvPr id="40" name="Graphique 39" descr="Groupe de personnes avec un remplissage uni">
                  <a:extLst>
                    <a:ext uri="{FF2B5EF4-FFF2-40B4-BE49-F238E27FC236}">
                      <a16:creationId xmlns:a16="http://schemas.microsoft.com/office/drawing/2014/main" id="{F79E9256-0D57-447A-B7B2-E6F8F3ED7B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9531" y="2033139"/>
                  <a:ext cx="797442" cy="797442"/>
                </a:xfrm>
                <a:prstGeom prst="rect">
                  <a:avLst/>
                </a:prstGeom>
              </p:spPr>
            </p:pic>
            <p:pic>
              <p:nvPicPr>
                <p:cNvPr id="41" name="Graphique 40" descr="Groupe de personnes contour">
                  <a:extLst>
                    <a:ext uri="{FF2B5EF4-FFF2-40B4-BE49-F238E27FC236}">
                      <a16:creationId xmlns:a16="http://schemas.microsoft.com/office/drawing/2014/main" id="{D116938A-5FC8-4CB6-BCD1-0FCB744235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9532" y="2889294"/>
                  <a:ext cx="797441" cy="797441"/>
                </a:xfrm>
                <a:prstGeom prst="rect">
                  <a:avLst/>
                </a:prstGeom>
              </p:spPr>
            </p:pic>
            <p:pic>
              <p:nvPicPr>
                <p:cNvPr id="42" name="Graphique 41" descr="Groupe avec un remplissage uni">
                  <a:extLst>
                    <a:ext uri="{FF2B5EF4-FFF2-40B4-BE49-F238E27FC236}">
                      <a16:creationId xmlns:a16="http://schemas.microsoft.com/office/drawing/2014/main" id="{32E56B98-1253-4102-977B-FD5496ABC9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7914" y="3709355"/>
                  <a:ext cx="625395" cy="625395"/>
                </a:xfrm>
                <a:prstGeom prst="rect">
                  <a:avLst/>
                </a:prstGeom>
              </p:spPr>
            </p:pic>
            <p:pic>
              <p:nvPicPr>
                <p:cNvPr id="43" name="Graphique 42" descr="Groupe de femmes avec un remplissage uni">
                  <a:extLst>
                    <a:ext uri="{FF2B5EF4-FFF2-40B4-BE49-F238E27FC236}">
                      <a16:creationId xmlns:a16="http://schemas.microsoft.com/office/drawing/2014/main" id="{7E1CE59D-CB3B-4D75-98CA-0F9193FB989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10746" y="4450702"/>
                  <a:ext cx="415446" cy="415446"/>
                </a:xfrm>
                <a:prstGeom prst="rect">
                  <a:avLst/>
                </a:prstGeom>
              </p:spPr>
            </p:pic>
            <p:pic>
              <p:nvPicPr>
                <p:cNvPr id="44" name="Graphique 43" descr="Deux femmes avec un remplissage uni">
                  <a:extLst>
                    <a:ext uri="{FF2B5EF4-FFF2-40B4-BE49-F238E27FC236}">
                      <a16:creationId xmlns:a16="http://schemas.microsoft.com/office/drawing/2014/main" id="{6C079A05-27BA-4513-ADCB-B6A40D585C5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59939" y="5060059"/>
                  <a:ext cx="503370" cy="503370"/>
                </a:xfrm>
                <a:prstGeom prst="rect">
                  <a:avLst/>
                </a:prstGeom>
              </p:spPr>
            </p:pic>
            <p:pic>
              <p:nvPicPr>
                <p:cNvPr id="45" name="Graphique 44" descr="Homme avec un remplissage uni">
                  <a:extLst>
                    <a:ext uri="{FF2B5EF4-FFF2-40B4-BE49-F238E27FC236}">
                      <a16:creationId xmlns:a16="http://schemas.microsoft.com/office/drawing/2014/main" id="{26F95967-FBC3-444A-A7DA-9E15DEAFFD9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63648" y="5663343"/>
                  <a:ext cx="625395" cy="625395"/>
                </a:xfrm>
                <a:prstGeom prst="rect">
                  <a:avLst/>
                </a:prstGeom>
              </p:spPr>
            </p:pic>
          </p:grpSp>
          <p:sp>
            <p:nvSpPr>
              <p:cNvPr id="16" name="ZoneTexte 15">
                <a:extLst>
                  <a:ext uri="{FF2B5EF4-FFF2-40B4-BE49-F238E27FC236}">
                    <a16:creationId xmlns:a16="http://schemas.microsoft.com/office/drawing/2014/main" id="{26D6DB1E-02E9-4FEE-AD93-2EEB0EC5A3A1}"/>
                  </a:ext>
                </a:extLst>
              </p:cNvPr>
              <p:cNvSpPr txBox="1"/>
              <p:nvPr/>
            </p:nvSpPr>
            <p:spPr>
              <a:xfrm>
                <a:off x="9845705" y="4660129"/>
                <a:ext cx="2188720" cy="1334169"/>
              </a:xfrm>
              <a:prstGeom prst="rect">
                <a:avLst/>
              </a:prstGeom>
              <a:noFill/>
            </p:spPr>
            <p:txBody>
              <a:bodyPr wrap="square" rtlCol="0">
                <a:spAutoFit/>
              </a:bodyPr>
              <a:lstStyle/>
              <a:p>
                <a:pPr algn="ctr"/>
                <a:r>
                  <a:rPr lang="en-US" sz="700" b="1" dirty="0">
                    <a:solidFill>
                      <a:schemeClr val="accent1"/>
                    </a:solidFill>
                  </a:rPr>
                  <a:t>Increase engagement : </a:t>
                </a:r>
              </a:p>
              <a:p>
                <a:pPr algn="ctr"/>
                <a:r>
                  <a:rPr lang="en-US" sz="700" b="1" dirty="0">
                    <a:solidFill>
                      <a:schemeClr val="accent1"/>
                    </a:solidFill>
                  </a:rPr>
                  <a:t>Target further engagement</a:t>
                </a:r>
              </a:p>
            </p:txBody>
          </p:sp>
          <p:pic>
            <p:nvPicPr>
              <p:cNvPr id="17" name="Graphique 16" descr="Cœur avec un remplissage uni">
                <a:extLst>
                  <a:ext uri="{FF2B5EF4-FFF2-40B4-BE49-F238E27FC236}">
                    <a16:creationId xmlns:a16="http://schemas.microsoft.com/office/drawing/2014/main" id="{58D1DCEE-1F8F-4431-977F-6ABA242E7C3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975805" y="6176864"/>
                <a:ext cx="324915" cy="324915"/>
              </a:xfrm>
              <a:prstGeom prst="rect">
                <a:avLst/>
              </a:prstGeom>
            </p:spPr>
          </p:pic>
          <p:pic>
            <p:nvPicPr>
              <p:cNvPr id="18" name="Graphique 17" descr="Cœur avec un remplissage uni">
                <a:extLst>
                  <a:ext uri="{FF2B5EF4-FFF2-40B4-BE49-F238E27FC236}">
                    <a16:creationId xmlns:a16="http://schemas.microsoft.com/office/drawing/2014/main" id="{CF49DEC4-F971-4031-89CA-2B4EF7C0753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023944" y="6146902"/>
                <a:ext cx="324915" cy="324915"/>
              </a:xfrm>
              <a:prstGeom prst="rect">
                <a:avLst/>
              </a:prstGeom>
            </p:spPr>
          </p:pic>
          <p:pic>
            <p:nvPicPr>
              <p:cNvPr id="19" name="Graphique 18" descr="Cœur avec un remplissage uni">
                <a:extLst>
                  <a:ext uri="{FF2B5EF4-FFF2-40B4-BE49-F238E27FC236}">
                    <a16:creationId xmlns:a16="http://schemas.microsoft.com/office/drawing/2014/main" id="{9F07BA03-C144-4C33-A2CC-6F115DCDCCF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48859" y="6146902"/>
                <a:ext cx="324915" cy="324915"/>
              </a:xfrm>
              <a:prstGeom prst="rect">
                <a:avLst/>
              </a:prstGeom>
            </p:spPr>
          </p:pic>
          <p:pic>
            <p:nvPicPr>
              <p:cNvPr id="20" name="Graphique 19" descr="Cœur avec un remplissage uni">
                <a:extLst>
                  <a:ext uri="{FF2B5EF4-FFF2-40B4-BE49-F238E27FC236}">
                    <a16:creationId xmlns:a16="http://schemas.microsoft.com/office/drawing/2014/main" id="{413B5D63-56A1-46E8-83F9-A54F8649E43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490727" y="6146902"/>
                <a:ext cx="324915" cy="324915"/>
              </a:xfrm>
              <a:prstGeom prst="rect">
                <a:avLst/>
              </a:prstGeom>
            </p:spPr>
          </p:pic>
          <p:pic>
            <p:nvPicPr>
              <p:cNvPr id="21" name="Graphique 20" descr="Cœur avec un remplissage uni">
                <a:extLst>
                  <a:ext uri="{FF2B5EF4-FFF2-40B4-BE49-F238E27FC236}">
                    <a16:creationId xmlns:a16="http://schemas.microsoft.com/office/drawing/2014/main" id="{40C4735A-10A0-4BC0-978D-14420FE4699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815642" y="6146902"/>
                <a:ext cx="324915" cy="324915"/>
              </a:xfrm>
              <a:prstGeom prst="rect">
                <a:avLst/>
              </a:prstGeom>
            </p:spPr>
          </p:pic>
          <p:pic>
            <p:nvPicPr>
              <p:cNvPr id="22" name="Graphique 21" descr="Cœur avec un remplissage uni">
                <a:extLst>
                  <a:ext uri="{FF2B5EF4-FFF2-40B4-BE49-F238E27FC236}">
                    <a16:creationId xmlns:a16="http://schemas.microsoft.com/office/drawing/2014/main" id="{47D4D542-36B7-44B2-BF73-B1F190BD920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53184" y="6382260"/>
                <a:ext cx="324915" cy="324915"/>
              </a:xfrm>
              <a:prstGeom prst="rect">
                <a:avLst/>
              </a:prstGeom>
            </p:spPr>
          </p:pic>
          <p:pic>
            <p:nvPicPr>
              <p:cNvPr id="23" name="Graphique 22" descr="Cœur avec un remplissage uni">
                <a:extLst>
                  <a:ext uri="{FF2B5EF4-FFF2-40B4-BE49-F238E27FC236}">
                    <a16:creationId xmlns:a16="http://schemas.microsoft.com/office/drawing/2014/main" id="{62EDBF9A-24E4-419B-A1CC-D92954A8E97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63391" y="6152605"/>
                <a:ext cx="324915" cy="324915"/>
              </a:xfrm>
              <a:prstGeom prst="rect">
                <a:avLst/>
              </a:prstGeom>
            </p:spPr>
          </p:pic>
          <p:pic>
            <p:nvPicPr>
              <p:cNvPr id="24" name="Graphique 23" descr="Cœur avec un remplissage uni">
                <a:extLst>
                  <a:ext uri="{FF2B5EF4-FFF2-40B4-BE49-F238E27FC236}">
                    <a16:creationId xmlns:a16="http://schemas.microsoft.com/office/drawing/2014/main" id="{F197FB2F-5E02-4DC3-87E2-8305B46B803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88306" y="6152605"/>
                <a:ext cx="324915" cy="324915"/>
              </a:xfrm>
              <a:prstGeom prst="rect">
                <a:avLst/>
              </a:prstGeom>
            </p:spPr>
          </p:pic>
          <p:pic>
            <p:nvPicPr>
              <p:cNvPr id="25" name="Graphique 24" descr="Cœur avec un remplissage uni">
                <a:extLst>
                  <a:ext uri="{FF2B5EF4-FFF2-40B4-BE49-F238E27FC236}">
                    <a16:creationId xmlns:a16="http://schemas.microsoft.com/office/drawing/2014/main" id="{914DA787-08F5-4CC8-BBE6-7ED82FC5461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63391" y="6382260"/>
                <a:ext cx="324915" cy="324915"/>
              </a:xfrm>
              <a:prstGeom prst="rect">
                <a:avLst/>
              </a:prstGeom>
            </p:spPr>
          </p:pic>
          <p:pic>
            <p:nvPicPr>
              <p:cNvPr id="26" name="Graphique 25" descr="Cœur avec un remplissage uni">
                <a:extLst>
                  <a:ext uri="{FF2B5EF4-FFF2-40B4-BE49-F238E27FC236}">
                    <a16:creationId xmlns:a16="http://schemas.microsoft.com/office/drawing/2014/main" id="{B91EE80B-FCA6-42BD-83BC-4721EB24A75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88305" y="6391881"/>
                <a:ext cx="324915" cy="324915"/>
              </a:xfrm>
              <a:prstGeom prst="rect">
                <a:avLst/>
              </a:prstGeom>
            </p:spPr>
          </p:pic>
          <p:pic>
            <p:nvPicPr>
              <p:cNvPr id="27" name="Graphique 26" descr="Cœur avec un remplissage uni">
                <a:extLst>
                  <a:ext uri="{FF2B5EF4-FFF2-40B4-BE49-F238E27FC236}">
                    <a16:creationId xmlns:a16="http://schemas.microsoft.com/office/drawing/2014/main" id="{320CF88A-8DAC-4301-8812-30A79B0FEF7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98511" y="6146902"/>
                <a:ext cx="324915" cy="324915"/>
              </a:xfrm>
              <a:prstGeom prst="rect">
                <a:avLst/>
              </a:prstGeom>
            </p:spPr>
          </p:pic>
          <p:pic>
            <p:nvPicPr>
              <p:cNvPr id="28" name="Graphique 27" descr="Cœur avec un remplissage uni">
                <a:extLst>
                  <a:ext uri="{FF2B5EF4-FFF2-40B4-BE49-F238E27FC236}">
                    <a16:creationId xmlns:a16="http://schemas.microsoft.com/office/drawing/2014/main" id="{D81817B5-CBEC-4187-8B68-F45AB41002D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23426" y="6146902"/>
                <a:ext cx="324915" cy="324915"/>
              </a:xfrm>
              <a:prstGeom prst="rect">
                <a:avLst/>
              </a:prstGeom>
            </p:spPr>
          </p:pic>
          <p:pic>
            <p:nvPicPr>
              <p:cNvPr id="29" name="Graphique 28" descr="Cœur avec un remplissage uni">
                <a:extLst>
                  <a:ext uri="{FF2B5EF4-FFF2-40B4-BE49-F238E27FC236}">
                    <a16:creationId xmlns:a16="http://schemas.microsoft.com/office/drawing/2014/main" id="{39D49570-AAEC-4E44-8F96-8B54FE8E91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98510" y="6481460"/>
                <a:ext cx="324915" cy="324915"/>
              </a:xfrm>
              <a:prstGeom prst="rect">
                <a:avLst/>
              </a:prstGeom>
            </p:spPr>
          </p:pic>
          <p:pic>
            <p:nvPicPr>
              <p:cNvPr id="30" name="Graphique 29" descr="Cœur avec un remplissage uni">
                <a:extLst>
                  <a:ext uri="{FF2B5EF4-FFF2-40B4-BE49-F238E27FC236}">
                    <a16:creationId xmlns:a16="http://schemas.microsoft.com/office/drawing/2014/main" id="{F9A7C845-20D3-4385-B265-EDBCE10E445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23425" y="6469015"/>
                <a:ext cx="324915" cy="324915"/>
              </a:xfrm>
              <a:prstGeom prst="rect">
                <a:avLst/>
              </a:prstGeom>
            </p:spPr>
          </p:pic>
          <p:pic>
            <p:nvPicPr>
              <p:cNvPr id="31" name="Graphique 30" descr="Cœur avec un remplissage uni">
                <a:extLst>
                  <a:ext uri="{FF2B5EF4-FFF2-40B4-BE49-F238E27FC236}">
                    <a16:creationId xmlns:a16="http://schemas.microsoft.com/office/drawing/2014/main" id="{B89724C7-030C-44F5-8446-5D7C104D15F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168105" y="6315062"/>
                <a:ext cx="324915" cy="324915"/>
              </a:xfrm>
              <a:prstGeom prst="rect">
                <a:avLst/>
              </a:prstGeom>
            </p:spPr>
          </p:pic>
          <p:pic>
            <p:nvPicPr>
              <p:cNvPr id="32" name="Graphique 31" descr="Cœur avec un remplissage uni">
                <a:extLst>
                  <a:ext uri="{FF2B5EF4-FFF2-40B4-BE49-F238E27FC236}">
                    <a16:creationId xmlns:a16="http://schemas.microsoft.com/office/drawing/2014/main" id="{83D0FF37-C8AE-4824-B04F-59B193E5F0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066966"/>
                <a:ext cx="324915" cy="324915"/>
              </a:xfrm>
              <a:prstGeom prst="rect">
                <a:avLst/>
              </a:prstGeom>
            </p:spPr>
          </p:pic>
          <p:pic>
            <p:nvPicPr>
              <p:cNvPr id="33" name="Graphique 32" descr="Cœur avec un remplissage uni">
                <a:extLst>
                  <a:ext uri="{FF2B5EF4-FFF2-40B4-BE49-F238E27FC236}">
                    <a16:creationId xmlns:a16="http://schemas.microsoft.com/office/drawing/2014/main" id="{4282D0ED-4DE9-434C-AE83-2FF6CE7FDC6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3" y="6066966"/>
                <a:ext cx="324915" cy="324915"/>
              </a:xfrm>
              <a:prstGeom prst="rect">
                <a:avLst/>
              </a:prstGeom>
            </p:spPr>
          </p:pic>
          <p:pic>
            <p:nvPicPr>
              <p:cNvPr id="34" name="Graphique 33" descr="Cœur avec un remplissage uni">
                <a:extLst>
                  <a:ext uri="{FF2B5EF4-FFF2-40B4-BE49-F238E27FC236}">
                    <a16:creationId xmlns:a16="http://schemas.microsoft.com/office/drawing/2014/main" id="{3CBDC788-84FD-4F2C-9E32-26412510447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296621"/>
                <a:ext cx="324915" cy="324915"/>
              </a:xfrm>
              <a:prstGeom prst="rect">
                <a:avLst/>
              </a:prstGeom>
            </p:spPr>
          </p:pic>
          <p:pic>
            <p:nvPicPr>
              <p:cNvPr id="35" name="Graphique 34" descr="Cœur avec un remplissage uni">
                <a:extLst>
                  <a:ext uri="{FF2B5EF4-FFF2-40B4-BE49-F238E27FC236}">
                    <a16:creationId xmlns:a16="http://schemas.microsoft.com/office/drawing/2014/main" id="{8AFE4294-3D78-420B-B2B6-40189B93BA2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2" y="6287580"/>
                <a:ext cx="324915" cy="324915"/>
              </a:xfrm>
              <a:prstGeom prst="rect">
                <a:avLst/>
              </a:prstGeom>
            </p:spPr>
          </p:pic>
          <p:pic>
            <p:nvPicPr>
              <p:cNvPr id="36" name="Graphique 35" descr="Cœur avec un remplissage uni">
                <a:extLst>
                  <a:ext uri="{FF2B5EF4-FFF2-40B4-BE49-F238E27FC236}">
                    <a16:creationId xmlns:a16="http://schemas.microsoft.com/office/drawing/2014/main" id="{5DF5B77C-F098-4220-B03A-7B8DD6C2B16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524450"/>
                <a:ext cx="324915" cy="324915"/>
              </a:xfrm>
              <a:prstGeom prst="rect">
                <a:avLst/>
              </a:prstGeom>
            </p:spPr>
          </p:pic>
          <p:pic>
            <p:nvPicPr>
              <p:cNvPr id="37" name="Graphique 36" descr="Cœur avec un remplissage uni">
                <a:extLst>
                  <a:ext uri="{FF2B5EF4-FFF2-40B4-BE49-F238E27FC236}">
                    <a16:creationId xmlns:a16="http://schemas.microsoft.com/office/drawing/2014/main" id="{529B8D94-F522-4E52-8832-6FD4637216E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2" y="6505702"/>
                <a:ext cx="324915" cy="324915"/>
              </a:xfrm>
              <a:prstGeom prst="rect">
                <a:avLst/>
              </a:prstGeom>
            </p:spPr>
          </p:pic>
          <p:sp>
            <p:nvSpPr>
              <p:cNvPr id="38" name="Flèche : droite 37">
                <a:extLst>
                  <a:ext uri="{FF2B5EF4-FFF2-40B4-BE49-F238E27FC236}">
                    <a16:creationId xmlns:a16="http://schemas.microsoft.com/office/drawing/2014/main" id="{B76A28D0-F0DA-4B5A-A117-DA6DC6642B38}"/>
                  </a:ext>
                </a:extLst>
              </p:cNvPr>
              <p:cNvSpPr/>
              <p:nvPr/>
            </p:nvSpPr>
            <p:spPr>
              <a:xfrm>
                <a:off x="4815642" y="4672016"/>
                <a:ext cx="4281705" cy="12764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400" dirty="0"/>
                  <a:t>Make people love our content more : more authenticity, more usefulness, better experience, possibilities to engage</a:t>
                </a:r>
              </a:p>
            </p:txBody>
          </p:sp>
          <p:sp>
            <p:nvSpPr>
              <p:cNvPr id="39" name="Flèche : haut 38">
                <a:extLst>
                  <a:ext uri="{FF2B5EF4-FFF2-40B4-BE49-F238E27FC236}">
                    <a16:creationId xmlns:a16="http://schemas.microsoft.com/office/drawing/2014/main" id="{D5C053FE-6D3F-486F-B97D-5BF1DA45BDEF}"/>
                  </a:ext>
                </a:extLst>
              </p:cNvPr>
              <p:cNvSpPr/>
              <p:nvPr/>
            </p:nvSpPr>
            <p:spPr>
              <a:xfrm>
                <a:off x="1958947" y="2533537"/>
                <a:ext cx="2258486" cy="224477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400" dirty="0"/>
                  <a:t>Make more people love our content : increased promotion, attention catching strategies</a:t>
                </a:r>
              </a:p>
            </p:txBody>
          </p:sp>
        </p:grpSp>
      </p:grpSp>
    </p:spTree>
    <p:extLst>
      <p:ext uri="{BB962C8B-B14F-4D97-AF65-F5344CB8AC3E}">
        <p14:creationId xmlns:p14="http://schemas.microsoft.com/office/powerpoint/2010/main" val="3658959229"/>
      </p:ext>
    </p:extLst>
  </p:cSld>
  <p:clrMapOvr>
    <a:masterClrMapping/>
  </p:clrMapOvr>
  <mc:AlternateContent xmlns:mc="http://schemas.openxmlformats.org/markup-compatibility/2006" xmlns:p14="http://schemas.microsoft.com/office/powerpoint/2010/main">
    <mc:Choice Requires="p14">
      <p:transition spd="slow" p14:dur="2000" advTm="20409"/>
    </mc:Choice>
    <mc:Fallback xmlns="">
      <p:transition spd="slow" advTm="2040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 / Use Case</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don’t get any reaction from our members; nobody shares our content to their team.</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5" name="Graphique 4" descr="Visage confus avec remplissage solide avec un remplissage uni">
            <a:extLst>
              <a:ext uri="{FF2B5EF4-FFF2-40B4-BE49-F238E27FC236}">
                <a16:creationId xmlns:a16="http://schemas.microsoft.com/office/drawing/2014/main" id="{36C2D92C-7B97-4DB9-9A79-2E735B6ECB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46902" y="4822929"/>
            <a:ext cx="675263" cy="675263"/>
          </a:xfrm>
          <a:prstGeom prst="rect">
            <a:avLst/>
          </a:prstGeom>
        </p:spPr>
      </p:pic>
    </p:spTree>
    <p:extLst>
      <p:ext uri="{BB962C8B-B14F-4D97-AF65-F5344CB8AC3E}">
        <p14:creationId xmlns:p14="http://schemas.microsoft.com/office/powerpoint/2010/main" val="275208009"/>
      </p:ext>
    </p:extLst>
  </p:cSld>
  <p:clrMapOvr>
    <a:masterClrMapping/>
  </p:clrMapOvr>
  <mc:AlternateContent xmlns:mc="http://schemas.openxmlformats.org/markup-compatibility/2006" xmlns:p14="http://schemas.microsoft.com/office/powerpoint/2010/main">
    <mc:Choice Requires="p14">
      <p:transition spd="slow" p14:dur="2000" advTm="16285"/>
    </mc:Choice>
    <mc:Fallback xmlns="">
      <p:transition spd="slow" advTm="1628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xfrm>
            <a:off x="1115568" y="242596"/>
            <a:ext cx="8824962" cy="1584648"/>
          </a:xfrm>
        </p:spPr>
        <p:txBody>
          <a:bodyPr>
            <a:normAutofit/>
          </a:bodyPr>
          <a:lstStyle/>
          <a:p>
            <a:r>
              <a:rPr lang="en-US" dirty="0"/>
              <a:t>Challenge #C6 : </a:t>
            </a:r>
            <a:br>
              <a:rPr lang="en-US" dirty="0"/>
            </a:br>
            <a:r>
              <a:rPr lang="en-US" dirty="0"/>
              <a:t>Engage audience in your content</a:t>
            </a:r>
          </a:p>
        </p:txBody>
      </p:sp>
      <p:graphicFrame>
        <p:nvGraphicFramePr>
          <p:cNvPr id="6" name="Espace réservé du contenu 5">
            <a:extLst>
              <a:ext uri="{FF2B5EF4-FFF2-40B4-BE49-F238E27FC236}">
                <a16:creationId xmlns:a16="http://schemas.microsoft.com/office/drawing/2014/main" id="{2BCC2943-6196-4448-BFCD-D9A2589735FF}"/>
              </a:ext>
            </a:extLst>
          </p:cNvPr>
          <p:cNvGraphicFramePr>
            <a:graphicFrameLocks noGrp="1"/>
          </p:cNvGraphicFramePr>
          <p:nvPr>
            <p:ph idx="1"/>
            <p:extLst>
              <p:ext uri="{D42A27DB-BD31-4B8C-83A1-F6EECF244321}">
                <p14:modId xmlns:p14="http://schemas.microsoft.com/office/powerpoint/2010/main" val="322475517"/>
              </p:ext>
            </p:extLst>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Graphique 8" descr="Point d’exclamation avec un remplissage uni">
            <a:extLst>
              <a:ext uri="{FF2B5EF4-FFF2-40B4-BE49-F238E27FC236}">
                <a16:creationId xmlns:a16="http://schemas.microsoft.com/office/drawing/2014/main" id="{4C5A1775-16C0-42FD-9C87-BDD857B44D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17" name="Graphique 16" descr="Bulle de discussion avec un remplissage uni">
            <a:extLst>
              <a:ext uri="{FF2B5EF4-FFF2-40B4-BE49-F238E27FC236}">
                <a16:creationId xmlns:a16="http://schemas.microsoft.com/office/drawing/2014/main" id="{BF459345-5584-489F-B7A2-F7CA7AAFEA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19" name="Graphique 18" descr="Partager avec un remplissage uni">
            <a:extLst>
              <a:ext uri="{FF2B5EF4-FFF2-40B4-BE49-F238E27FC236}">
                <a16:creationId xmlns:a16="http://schemas.microsoft.com/office/drawing/2014/main" id="{4825D223-73CB-444B-A57C-D71ED715E9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21" name="Graphique 20" descr="Viral avec un remplissage uni">
            <a:extLst>
              <a:ext uri="{FF2B5EF4-FFF2-40B4-BE49-F238E27FC236}">
                <a16:creationId xmlns:a16="http://schemas.microsoft.com/office/drawing/2014/main" id="{81A1350E-DBBA-4D02-A3CD-31CF016E4EA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23" name="Graphique 22" descr="Citations avec un remplissage uni">
            <a:extLst>
              <a:ext uri="{FF2B5EF4-FFF2-40B4-BE49-F238E27FC236}">
                <a16:creationId xmlns:a16="http://schemas.microsoft.com/office/drawing/2014/main" id="{47B43DF5-BE5A-46DD-B833-AC17EF7519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25" name="Graphique 24" descr="Réussite du groupe avec un remplissage uni">
            <a:extLst>
              <a:ext uri="{FF2B5EF4-FFF2-40B4-BE49-F238E27FC236}">
                <a16:creationId xmlns:a16="http://schemas.microsoft.com/office/drawing/2014/main" id="{FE87EC61-4C53-4B4A-8AA2-40E36D757C5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27" name="Graphique 26" descr="Curseur avec un remplissage uni">
            <a:extLst>
              <a:ext uri="{FF2B5EF4-FFF2-40B4-BE49-F238E27FC236}">
                <a16:creationId xmlns:a16="http://schemas.microsoft.com/office/drawing/2014/main" id="{47A30E9B-2EAD-41C6-B194-E5BF61D1FF9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nvGrpSpPr>
          <p:cNvPr id="2" name="Groupe 1">
            <a:extLst>
              <a:ext uri="{FF2B5EF4-FFF2-40B4-BE49-F238E27FC236}">
                <a16:creationId xmlns:a16="http://schemas.microsoft.com/office/drawing/2014/main" id="{8A50F7A9-52F6-476B-9C47-4BEF1101D3AA}"/>
              </a:ext>
            </a:extLst>
          </p:cNvPr>
          <p:cNvGrpSpPr/>
          <p:nvPr/>
        </p:nvGrpSpPr>
        <p:grpSpPr>
          <a:xfrm>
            <a:off x="2716424" y="2992838"/>
            <a:ext cx="1631274" cy="3513954"/>
            <a:chOff x="2716424" y="2992838"/>
            <a:chExt cx="1631274" cy="3513954"/>
          </a:xfrm>
        </p:grpSpPr>
        <p:grpSp>
          <p:nvGrpSpPr>
            <p:cNvPr id="41" name="Groupe 40">
              <a:extLst>
                <a:ext uri="{FF2B5EF4-FFF2-40B4-BE49-F238E27FC236}">
                  <a16:creationId xmlns:a16="http://schemas.microsoft.com/office/drawing/2014/main" id="{C5A50F35-BC5A-4860-83F8-87788DD42221}"/>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92E5386A-3AFA-431C-B319-FEB034D8C707}"/>
                  </a:ext>
                </a:extLst>
              </p:cNvPr>
              <p:cNvCxnSpPr>
                <a:cxnSpLocks/>
                <a:stCxn id="37" idx="2"/>
              </p:cNvCxnSpPr>
              <p:nvPr/>
            </p:nvCxnSpPr>
            <p:spPr>
              <a:xfrm>
                <a:off x="3513918" y="3825142"/>
                <a:ext cx="0" cy="216339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50E560E5-E7E9-4F41-B440-5988841038A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sp>
          <p:nvSpPr>
            <p:cNvPr id="45" name="ZoneTexte 44">
              <a:extLst>
                <a:ext uri="{FF2B5EF4-FFF2-40B4-BE49-F238E27FC236}">
                  <a16:creationId xmlns:a16="http://schemas.microsoft.com/office/drawing/2014/main" id="{CBAB35E6-7C96-4A2D-944A-F3179C00D3AC}"/>
                </a:ext>
              </a:extLst>
            </p:cNvPr>
            <p:cNvSpPr txBox="1"/>
            <p:nvPr/>
          </p:nvSpPr>
          <p:spPr>
            <a:xfrm>
              <a:off x="2716424" y="2992838"/>
              <a:ext cx="1631274" cy="461665"/>
            </a:xfrm>
            <a:prstGeom prst="rect">
              <a:avLst/>
            </a:prstGeom>
            <a:noFill/>
          </p:spPr>
          <p:txBody>
            <a:bodyPr wrap="square" rtlCol="0">
              <a:spAutoFit/>
            </a:bodyPr>
            <a:lstStyle/>
            <a:p>
              <a:pPr algn="ctr"/>
              <a:r>
                <a:rPr lang="en-US" sz="1200" b="1" dirty="0"/>
                <a:t>Wall 1 : </a:t>
              </a:r>
            </a:p>
            <a:p>
              <a:pPr algn="ctr"/>
              <a:r>
                <a:rPr lang="en-US" sz="1200" b="1" dirty="0"/>
                <a:t>Identify yourself !</a:t>
              </a:r>
            </a:p>
          </p:txBody>
        </p:sp>
      </p:grpSp>
      <p:grpSp>
        <p:nvGrpSpPr>
          <p:cNvPr id="3" name="Groupe 2">
            <a:extLst>
              <a:ext uri="{FF2B5EF4-FFF2-40B4-BE49-F238E27FC236}">
                <a16:creationId xmlns:a16="http://schemas.microsoft.com/office/drawing/2014/main" id="{983707F9-01D9-4E66-88BB-1A8BBCF964DE}"/>
              </a:ext>
            </a:extLst>
          </p:cNvPr>
          <p:cNvGrpSpPr/>
          <p:nvPr/>
        </p:nvGrpSpPr>
        <p:grpSpPr>
          <a:xfrm>
            <a:off x="6130548" y="1979102"/>
            <a:ext cx="1631274" cy="3880160"/>
            <a:chOff x="6130548" y="1979102"/>
            <a:chExt cx="1631274" cy="3880160"/>
          </a:xfrm>
        </p:grpSpPr>
        <p:grpSp>
          <p:nvGrpSpPr>
            <p:cNvPr id="42" name="Groupe 41">
              <a:extLst>
                <a:ext uri="{FF2B5EF4-FFF2-40B4-BE49-F238E27FC236}">
                  <a16:creationId xmlns:a16="http://schemas.microsoft.com/office/drawing/2014/main" id="{140A9354-F9A7-4D35-BD7B-2FD13F3557D3}"/>
                </a:ext>
              </a:extLst>
            </p:cNvPr>
            <p:cNvGrpSpPr/>
            <p:nvPr/>
          </p:nvGrpSpPr>
          <p:grpSpPr>
            <a:xfrm>
              <a:off x="6489723" y="2535638"/>
              <a:ext cx="914400" cy="3323624"/>
              <a:chOff x="6489723" y="2466814"/>
              <a:chExt cx="914400" cy="3323624"/>
            </a:xfrm>
            <a:solidFill>
              <a:schemeClr val="tx1"/>
            </a:solidFill>
          </p:grpSpPr>
          <p:cxnSp>
            <p:nvCxnSpPr>
              <p:cNvPr id="38" name="Connecteur droit 37">
                <a:extLst>
                  <a:ext uri="{FF2B5EF4-FFF2-40B4-BE49-F238E27FC236}">
                    <a16:creationId xmlns:a16="http://schemas.microsoft.com/office/drawing/2014/main" id="{01EB9374-5F0A-472B-89B1-352808DFBE16}"/>
                  </a:ext>
                </a:extLst>
              </p:cNvPr>
              <p:cNvCxnSpPr>
                <a:cxnSpLocks/>
                <a:stCxn id="39" idx="2"/>
              </p:cNvCxnSpPr>
              <p:nvPr/>
            </p:nvCxnSpPr>
            <p:spPr>
              <a:xfrm flipH="1">
                <a:off x="6946185" y="3381214"/>
                <a:ext cx="738" cy="2409224"/>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9" name="Graphique 38" descr="Mur de briques avec un remplissage uni">
                <a:extLst>
                  <a:ext uri="{FF2B5EF4-FFF2-40B4-BE49-F238E27FC236}">
                    <a16:creationId xmlns:a16="http://schemas.microsoft.com/office/drawing/2014/main" id="{AEB05090-B7BE-4CC2-BAE7-B70511475D3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489723" y="2466814"/>
                <a:ext cx="914400" cy="914400"/>
              </a:xfrm>
              <a:prstGeom prst="rect">
                <a:avLst/>
              </a:prstGeom>
            </p:spPr>
          </p:pic>
        </p:grpSp>
        <p:sp>
          <p:nvSpPr>
            <p:cNvPr id="46" name="ZoneTexte 45">
              <a:extLst>
                <a:ext uri="{FF2B5EF4-FFF2-40B4-BE49-F238E27FC236}">
                  <a16:creationId xmlns:a16="http://schemas.microsoft.com/office/drawing/2014/main" id="{97E29C21-1705-45E6-A680-A4BCE292A665}"/>
                </a:ext>
              </a:extLst>
            </p:cNvPr>
            <p:cNvSpPr txBox="1"/>
            <p:nvPr/>
          </p:nvSpPr>
          <p:spPr>
            <a:xfrm>
              <a:off x="6130548" y="1979102"/>
              <a:ext cx="1631274" cy="646331"/>
            </a:xfrm>
            <a:prstGeom prst="rect">
              <a:avLst/>
            </a:prstGeom>
            <a:noFill/>
          </p:spPr>
          <p:txBody>
            <a:bodyPr wrap="square" rtlCol="0">
              <a:spAutoFit/>
            </a:bodyPr>
            <a:lstStyle/>
            <a:p>
              <a:pPr algn="ctr"/>
              <a:r>
                <a:rPr lang="en-US" sz="1200" b="1" dirty="0"/>
                <a:t>Wall 2 : </a:t>
              </a:r>
            </a:p>
            <a:p>
              <a:pPr algn="ctr"/>
              <a:r>
                <a:rPr lang="en-US" sz="1200" b="1" dirty="0"/>
                <a:t>Bring the content outside !</a:t>
              </a:r>
            </a:p>
          </p:txBody>
        </p:sp>
      </p:grpSp>
      <p:grpSp>
        <p:nvGrpSpPr>
          <p:cNvPr id="4" name="Groupe 3">
            <a:extLst>
              <a:ext uri="{FF2B5EF4-FFF2-40B4-BE49-F238E27FC236}">
                <a16:creationId xmlns:a16="http://schemas.microsoft.com/office/drawing/2014/main" id="{3BB0EE4D-4B9C-44DA-A29D-F08541A8632A}"/>
              </a:ext>
            </a:extLst>
          </p:cNvPr>
          <p:cNvGrpSpPr/>
          <p:nvPr/>
        </p:nvGrpSpPr>
        <p:grpSpPr>
          <a:xfrm>
            <a:off x="9582093" y="1504322"/>
            <a:ext cx="1631274" cy="4188554"/>
            <a:chOff x="9582093" y="1504322"/>
            <a:chExt cx="1631274" cy="4188554"/>
          </a:xfrm>
        </p:grpSpPr>
        <p:cxnSp>
          <p:nvCxnSpPr>
            <p:cNvPr id="43" name="Connecteur droit 42">
              <a:extLst>
                <a:ext uri="{FF2B5EF4-FFF2-40B4-BE49-F238E27FC236}">
                  <a16:creationId xmlns:a16="http://schemas.microsoft.com/office/drawing/2014/main" id="{F4663EE4-5E13-4702-A351-6AE59ADCAD0E}"/>
                </a:ext>
              </a:extLst>
            </p:cNvPr>
            <p:cNvCxnSpPr>
              <a:cxnSpLocks/>
              <a:stCxn id="48" idx="2"/>
            </p:cNvCxnSpPr>
            <p:nvPr/>
          </p:nvCxnSpPr>
          <p:spPr>
            <a:xfrm>
              <a:off x="10397730" y="2937514"/>
              <a:ext cx="0" cy="275536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50" name="Groupe 49">
              <a:extLst>
                <a:ext uri="{FF2B5EF4-FFF2-40B4-BE49-F238E27FC236}">
                  <a16:creationId xmlns:a16="http://schemas.microsoft.com/office/drawing/2014/main" id="{69E43213-CB28-46B9-8770-290366FA52B6}"/>
                </a:ext>
              </a:extLst>
            </p:cNvPr>
            <p:cNvGrpSpPr/>
            <p:nvPr/>
          </p:nvGrpSpPr>
          <p:grpSpPr>
            <a:xfrm>
              <a:off x="9582093" y="1504322"/>
              <a:ext cx="1631274" cy="1433192"/>
              <a:chOff x="9573241" y="1349056"/>
              <a:chExt cx="1631274" cy="1433192"/>
            </a:xfrm>
          </p:grpSpPr>
          <p:sp>
            <p:nvSpPr>
              <p:cNvPr id="47" name="ZoneTexte 46">
                <a:extLst>
                  <a:ext uri="{FF2B5EF4-FFF2-40B4-BE49-F238E27FC236}">
                    <a16:creationId xmlns:a16="http://schemas.microsoft.com/office/drawing/2014/main" id="{11EF9D70-36B4-4FD1-B561-2636810B6BA5}"/>
                  </a:ext>
                </a:extLst>
              </p:cNvPr>
              <p:cNvSpPr txBox="1"/>
              <p:nvPr/>
            </p:nvSpPr>
            <p:spPr>
              <a:xfrm>
                <a:off x="9573241" y="1349056"/>
                <a:ext cx="1631274" cy="646331"/>
              </a:xfrm>
              <a:prstGeom prst="rect">
                <a:avLst/>
              </a:prstGeom>
              <a:noFill/>
            </p:spPr>
            <p:txBody>
              <a:bodyPr wrap="square" rtlCol="0">
                <a:spAutoFit/>
              </a:bodyPr>
              <a:lstStyle/>
              <a:p>
                <a:pPr algn="ctr"/>
                <a:r>
                  <a:rPr lang="en-US" sz="1200" b="1" dirty="0"/>
                  <a:t>Wall 3 : </a:t>
                </a:r>
              </a:p>
              <a:p>
                <a:pPr algn="ctr"/>
                <a:r>
                  <a:rPr lang="en-US" sz="1200" b="1" dirty="0"/>
                  <a:t>Join </a:t>
                </a:r>
              </a:p>
              <a:p>
                <a:pPr algn="ctr"/>
                <a:r>
                  <a:rPr lang="en-US" sz="1200" b="1" dirty="0"/>
                  <a:t>others</a:t>
                </a:r>
              </a:p>
            </p:txBody>
          </p:sp>
          <p:pic>
            <p:nvPicPr>
              <p:cNvPr id="48" name="Graphique 47" descr="Mur de briques avec un remplissage uni">
                <a:extLst>
                  <a:ext uri="{FF2B5EF4-FFF2-40B4-BE49-F238E27FC236}">
                    <a16:creationId xmlns:a16="http://schemas.microsoft.com/office/drawing/2014/main" id="{59FD1827-F7B7-4915-8A6F-CCFEF5CE1E3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931678" y="1867848"/>
                <a:ext cx="914400" cy="914400"/>
              </a:xfrm>
              <a:prstGeom prst="rect">
                <a:avLst/>
              </a:prstGeom>
            </p:spPr>
          </p:pic>
        </p:grpSp>
      </p:grpSp>
    </p:spTree>
    <p:custDataLst>
      <p:tags r:id="rId1"/>
    </p:custDataLst>
    <p:extLst>
      <p:ext uri="{BB962C8B-B14F-4D97-AF65-F5344CB8AC3E}">
        <p14:creationId xmlns:p14="http://schemas.microsoft.com/office/powerpoint/2010/main" val="2580553751"/>
      </p:ext>
    </p:extLst>
  </p:cSld>
  <p:clrMapOvr>
    <a:masterClrMapping/>
  </p:clrMapOvr>
  <mc:AlternateContent xmlns:mc="http://schemas.openxmlformats.org/markup-compatibility/2006" xmlns:p14="http://schemas.microsoft.com/office/powerpoint/2010/main">
    <mc:Choice Requires="p14">
      <p:transition spd="slow" p14:dur="2000" advTm="251918"/>
    </mc:Choice>
    <mc:Fallback xmlns="">
      <p:transition spd="slow" advTm="25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FC54635E-1CFA-4F93-B566-34FFF4B7EE1B}"/>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947B5681-D30C-4F71-A448-A9816BB4E2C7}"/>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BC883E41-7CC3-49C8-AACB-D2DFC31D2A81}"/>
                                            </p:graphic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C4049009-0DF7-4B56-8EE8-A235AC9147E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6EE647C3-EE94-495B-A1BC-2BD31E7FB28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3C232351-2668-409A-900D-BAAD4244B760}"/>
                                            </p:graphic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6BD65D1B-AC3F-463A-9044-842725D46E17}"/>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graphicEl>
                                              <a:dgm id="{FDF54EAE-F346-4C3A-BE66-A827058CB01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41FFB49D-2989-4461-B425-3CC078C84917}"/>
                                            </p:graphic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graphicEl>
                                              <a:dgm id="{621BC79D-194B-46C2-8CE4-368724AC50EB}"/>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graphicEl>
                                              <a:dgm id="{14B1C58C-96FC-4CBB-980F-3435E1A56BE8}"/>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graphicEl>
                                              <a:dgm id="{BCB6E0A9-6E0F-4A27-BF17-10F454A714DD}"/>
                                            </p:graphic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graphicEl>
                                              <a:dgm id="{8231CA90-10E3-46A6-A5BB-B62FA5752189}"/>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graphicEl>
                                              <a:dgm id="{D47D2D30-ADE3-4244-896A-D208A438408A}"/>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graphicEl>
                                              <a:dgm id="{5CF119C6-ABFB-4CDD-9B69-E69F67B6F6FB}"/>
                                            </p:graphic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
                                            <p:graphicEl>
                                              <a:dgm id="{35E4B48D-612C-4074-B656-1246F02FB0FA}"/>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
                                            <p:graphicEl>
                                              <a:dgm id="{FC5DBB8E-B43D-443A-BEBF-B02BF77B99C3}"/>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graphicEl>
                                              <a:dgm id="{19F16169-C9BF-47E2-8CB1-3EE9195EB957}"/>
                                            </p:graphic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
                                            <p:graphicEl>
                                              <a:dgm id="{6F889921-57BB-4603-AA76-C547E1BF8E5F}"/>
                                            </p:graphic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
                                            <p:graphicEl>
                                              <a:dgm id="{DB180237-7383-4D07-BB36-8A77B59B6D7F}"/>
                                            </p:graphic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Usually, on your Community on content, how far do you expect audience to engage ? </a:t>
            </a:r>
          </a:p>
          <a:p>
            <a:pPr marL="0" indent="0">
              <a:buNone/>
            </a:pPr>
            <a:endParaRPr lang="en-US" noProof="1"/>
          </a:p>
          <a:p>
            <a:pPr marL="0" indent="0">
              <a:buNone/>
            </a:pPr>
            <a:r>
              <a:rPr lang="en-US" noProof="1"/>
              <a:t>What do you currently do for audience engagement in your content ?</a:t>
            </a:r>
          </a:p>
          <a:p>
            <a:pPr marL="0" indent="0">
              <a:buNone/>
            </a:pPr>
            <a:endParaRPr lang="en-US" noProof="1"/>
          </a:p>
          <a:p>
            <a:pPr marL="0" indent="0">
              <a:buNone/>
            </a:pPr>
            <a:r>
              <a:rPr lang="en-US" noProof="1"/>
              <a:t>In what steps of engagement do you invest the most ? The least ? What do you do ?</a:t>
            </a:r>
          </a:p>
        </p:txBody>
      </p:sp>
      <p:grpSp>
        <p:nvGrpSpPr>
          <p:cNvPr id="3" name="Groupe 2">
            <a:extLst>
              <a:ext uri="{FF2B5EF4-FFF2-40B4-BE49-F238E27FC236}">
                <a16:creationId xmlns:a16="http://schemas.microsoft.com/office/drawing/2014/main" id="{D122077B-D41A-4975-BE8B-65BDDD1F61AE}"/>
              </a:ext>
            </a:extLst>
          </p:cNvPr>
          <p:cNvGrpSpPr/>
          <p:nvPr/>
        </p:nvGrpSpPr>
        <p:grpSpPr>
          <a:xfrm>
            <a:off x="1338266" y="3578751"/>
            <a:ext cx="4492364" cy="1920753"/>
            <a:chOff x="182273" y="2215381"/>
            <a:chExt cx="11827453" cy="5056940"/>
          </a:xfrm>
        </p:grpSpPr>
        <p:graphicFrame>
          <p:nvGraphicFramePr>
            <p:cNvPr id="26" name="Espace réservé du contenu 5">
              <a:extLst>
                <a:ext uri="{FF2B5EF4-FFF2-40B4-BE49-F238E27FC236}">
                  <a16:creationId xmlns:a16="http://schemas.microsoft.com/office/drawing/2014/main" id="{A37E2E76-B5F6-4F70-8765-75A3AEA64249}"/>
                </a:ext>
              </a:extLst>
            </p:cNvPr>
            <p:cNvGraphicFramePr>
              <a:graphicFrameLocks/>
            </p:cNvGraphicFramePr>
            <p:nvPr>
              <p:extLst>
                <p:ext uri="{D42A27DB-BD31-4B8C-83A1-F6EECF244321}">
                  <p14:modId xmlns:p14="http://schemas.microsoft.com/office/powerpoint/2010/main" val="4123644199"/>
                </p:ext>
              </p:extLst>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7" name="Graphique 26" descr="Point d’exclamation avec un remplissage uni">
              <a:extLst>
                <a:ext uri="{FF2B5EF4-FFF2-40B4-BE49-F238E27FC236}">
                  <a16:creationId xmlns:a16="http://schemas.microsoft.com/office/drawing/2014/main" id="{DD007DD6-0321-4F78-AF92-3311E7A68AE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28" name="Graphique 27" descr="Bulle de discussion avec un remplissage uni">
              <a:extLst>
                <a:ext uri="{FF2B5EF4-FFF2-40B4-BE49-F238E27FC236}">
                  <a16:creationId xmlns:a16="http://schemas.microsoft.com/office/drawing/2014/main" id="{7CD86750-ABB4-45B3-A005-F1C3AD8EE60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29" name="Graphique 28" descr="Partager avec un remplissage uni">
              <a:extLst>
                <a:ext uri="{FF2B5EF4-FFF2-40B4-BE49-F238E27FC236}">
                  <a16:creationId xmlns:a16="http://schemas.microsoft.com/office/drawing/2014/main" id="{7A8E0DFA-E9BB-498A-8C01-474A6A914CE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30" name="Graphique 29" descr="Viral avec un remplissage uni">
              <a:extLst>
                <a:ext uri="{FF2B5EF4-FFF2-40B4-BE49-F238E27FC236}">
                  <a16:creationId xmlns:a16="http://schemas.microsoft.com/office/drawing/2014/main" id="{138C3644-1747-49EC-B5E3-9ADD1B3296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31" name="Graphique 30" descr="Citations avec un remplissage uni">
              <a:extLst>
                <a:ext uri="{FF2B5EF4-FFF2-40B4-BE49-F238E27FC236}">
                  <a16:creationId xmlns:a16="http://schemas.microsoft.com/office/drawing/2014/main" id="{05760737-5BAD-445B-B1E5-3564163668D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32" name="Graphique 31" descr="Réussite du groupe avec un remplissage uni">
              <a:extLst>
                <a:ext uri="{FF2B5EF4-FFF2-40B4-BE49-F238E27FC236}">
                  <a16:creationId xmlns:a16="http://schemas.microsoft.com/office/drawing/2014/main" id="{77213326-8C86-4F64-A206-82319572BDF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33" name="Graphique 32" descr="Curseur avec un remplissage uni">
              <a:extLst>
                <a:ext uri="{FF2B5EF4-FFF2-40B4-BE49-F238E27FC236}">
                  <a16:creationId xmlns:a16="http://schemas.microsoft.com/office/drawing/2014/main" id="{3FA13010-9EF6-4511-8C97-A34FE599AD2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grpSp>
        <p:nvGrpSpPr>
          <p:cNvPr id="47" name="Groupe 46">
            <a:extLst>
              <a:ext uri="{FF2B5EF4-FFF2-40B4-BE49-F238E27FC236}">
                <a16:creationId xmlns:a16="http://schemas.microsoft.com/office/drawing/2014/main" id="{E1388CD5-883E-494E-921A-48E94A721A82}"/>
              </a:ext>
            </a:extLst>
          </p:cNvPr>
          <p:cNvGrpSpPr/>
          <p:nvPr/>
        </p:nvGrpSpPr>
        <p:grpSpPr>
          <a:xfrm>
            <a:off x="2292632" y="2897927"/>
            <a:ext cx="3251579" cy="2164178"/>
            <a:chOff x="2754182" y="882438"/>
            <a:chExt cx="8450333" cy="5624354"/>
          </a:xfrm>
        </p:grpSpPr>
        <p:grpSp>
          <p:nvGrpSpPr>
            <p:cNvPr id="35" name="Groupe 34">
              <a:extLst>
                <a:ext uri="{FF2B5EF4-FFF2-40B4-BE49-F238E27FC236}">
                  <a16:creationId xmlns:a16="http://schemas.microsoft.com/office/drawing/2014/main" id="{31A41382-CBE1-436F-80A2-E9A34A8D9EAC}"/>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533DE146-8002-4DE0-B280-35F5DF31F30C}"/>
                  </a:ext>
                </a:extLst>
              </p:cNvPr>
              <p:cNvCxnSpPr>
                <a:cxnSpLocks/>
                <a:stCxn id="37" idx="2"/>
              </p:cNvCxnSpPr>
              <p:nvPr/>
            </p:nvCxnSpPr>
            <p:spPr>
              <a:xfrm>
                <a:off x="3513918" y="3825142"/>
                <a:ext cx="0" cy="2163392"/>
              </a:xfrm>
              <a:prstGeom prst="line">
                <a:avLst/>
              </a:prstGeom>
              <a:ln w="57150">
                <a:solidFill>
                  <a:srgbClr val="EC7B2B"/>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4CD011E7-D761-447B-BAA8-41351A43195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grpSp>
          <p:nvGrpSpPr>
            <p:cNvPr id="38" name="Groupe 37">
              <a:extLst>
                <a:ext uri="{FF2B5EF4-FFF2-40B4-BE49-F238E27FC236}">
                  <a16:creationId xmlns:a16="http://schemas.microsoft.com/office/drawing/2014/main" id="{A485A558-1766-4E3E-9114-2F970AA77634}"/>
                </a:ext>
              </a:extLst>
            </p:cNvPr>
            <p:cNvGrpSpPr/>
            <p:nvPr/>
          </p:nvGrpSpPr>
          <p:grpSpPr>
            <a:xfrm>
              <a:off x="6489723" y="2535638"/>
              <a:ext cx="914400" cy="3157238"/>
              <a:chOff x="6489723" y="2466814"/>
              <a:chExt cx="914400" cy="3157238"/>
            </a:xfrm>
          </p:grpSpPr>
          <p:cxnSp>
            <p:nvCxnSpPr>
              <p:cNvPr id="39" name="Connecteur droit 38">
                <a:extLst>
                  <a:ext uri="{FF2B5EF4-FFF2-40B4-BE49-F238E27FC236}">
                    <a16:creationId xmlns:a16="http://schemas.microsoft.com/office/drawing/2014/main" id="{698DB967-CD4A-4B87-A7B3-1A9CDD212389}"/>
                  </a:ext>
                </a:extLst>
              </p:cNvPr>
              <p:cNvCxnSpPr>
                <a:cxnSpLocks/>
                <a:stCxn id="40" idx="2"/>
              </p:cNvCxnSpPr>
              <p:nvPr/>
            </p:nvCxnSpPr>
            <p:spPr>
              <a:xfrm>
                <a:off x="6946923" y="3381214"/>
                <a:ext cx="0" cy="2242838"/>
              </a:xfrm>
              <a:prstGeom prst="line">
                <a:avLst/>
              </a:prstGeom>
              <a:ln w="57150">
                <a:solidFill>
                  <a:srgbClr val="FF0000"/>
                </a:solidFill>
                <a:prstDash val="dash"/>
              </a:ln>
            </p:spPr>
            <p:style>
              <a:lnRef idx="1">
                <a:schemeClr val="accent1"/>
              </a:lnRef>
              <a:fillRef idx="0">
                <a:schemeClr val="accent1"/>
              </a:fillRef>
              <a:effectRef idx="0">
                <a:schemeClr val="accent1"/>
              </a:effectRef>
              <a:fontRef idx="minor">
                <a:schemeClr val="tx1"/>
              </a:fontRef>
            </p:style>
          </p:cxnSp>
          <p:pic>
            <p:nvPicPr>
              <p:cNvPr id="40" name="Graphique 39" descr="Mur de briques avec un remplissage uni">
                <a:extLst>
                  <a:ext uri="{FF2B5EF4-FFF2-40B4-BE49-F238E27FC236}">
                    <a16:creationId xmlns:a16="http://schemas.microsoft.com/office/drawing/2014/main" id="{08B940E7-55D4-4C26-9042-BC22FF0574E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489723" y="2466814"/>
                <a:ext cx="914400" cy="914400"/>
              </a:xfrm>
              <a:prstGeom prst="rect">
                <a:avLst/>
              </a:prstGeom>
            </p:spPr>
          </p:pic>
        </p:grpSp>
        <p:cxnSp>
          <p:nvCxnSpPr>
            <p:cNvPr id="41" name="Connecteur droit 40">
              <a:extLst>
                <a:ext uri="{FF2B5EF4-FFF2-40B4-BE49-F238E27FC236}">
                  <a16:creationId xmlns:a16="http://schemas.microsoft.com/office/drawing/2014/main" id="{D046C2CA-BD9C-496D-9E66-2C92C39BEE16}"/>
                </a:ext>
              </a:extLst>
            </p:cNvPr>
            <p:cNvCxnSpPr>
              <a:cxnSpLocks/>
              <a:stCxn id="46" idx="2"/>
            </p:cNvCxnSpPr>
            <p:nvPr/>
          </p:nvCxnSpPr>
          <p:spPr>
            <a:xfrm>
              <a:off x="10388878" y="2782248"/>
              <a:ext cx="0" cy="3061839"/>
            </a:xfrm>
            <a:prstGeom prst="line">
              <a:avLst/>
            </a:prstGeom>
            <a:ln w="571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555C3D65-45EB-46AC-B447-39ED19BE6D21}"/>
                </a:ext>
              </a:extLst>
            </p:cNvPr>
            <p:cNvSpPr txBox="1"/>
            <p:nvPr/>
          </p:nvSpPr>
          <p:spPr>
            <a:xfrm>
              <a:off x="2754182" y="2260245"/>
              <a:ext cx="1631274" cy="1071926"/>
            </a:xfrm>
            <a:prstGeom prst="rect">
              <a:avLst/>
            </a:prstGeom>
            <a:noFill/>
          </p:spPr>
          <p:txBody>
            <a:bodyPr wrap="square" rtlCol="0">
              <a:spAutoFit/>
            </a:bodyPr>
            <a:lstStyle/>
            <a:p>
              <a:pPr algn="ctr"/>
              <a:r>
                <a:rPr lang="en-US" sz="800" b="1" dirty="0">
                  <a:solidFill>
                    <a:srgbClr val="EC7B2B"/>
                  </a:solidFill>
                </a:rPr>
                <a:t>Wall 1 : </a:t>
              </a:r>
            </a:p>
            <a:p>
              <a:pPr algn="ctr"/>
              <a:r>
                <a:rPr lang="en-US" sz="800" b="1" dirty="0">
                  <a:solidFill>
                    <a:srgbClr val="EC7B2B"/>
                  </a:solidFill>
                </a:rPr>
                <a:t>Identify yourself !</a:t>
              </a:r>
            </a:p>
          </p:txBody>
        </p:sp>
        <p:sp>
          <p:nvSpPr>
            <p:cNvPr id="43" name="ZoneTexte 42">
              <a:extLst>
                <a:ext uri="{FF2B5EF4-FFF2-40B4-BE49-F238E27FC236}">
                  <a16:creationId xmlns:a16="http://schemas.microsoft.com/office/drawing/2014/main" id="{08A0FD99-DBAC-456D-BCCE-604795156AD3}"/>
                </a:ext>
              </a:extLst>
            </p:cNvPr>
            <p:cNvSpPr txBox="1"/>
            <p:nvPr/>
          </p:nvSpPr>
          <p:spPr>
            <a:xfrm>
              <a:off x="6058342" y="882438"/>
              <a:ext cx="1631274" cy="1357772"/>
            </a:xfrm>
            <a:prstGeom prst="rect">
              <a:avLst/>
            </a:prstGeom>
            <a:noFill/>
          </p:spPr>
          <p:txBody>
            <a:bodyPr wrap="square" rtlCol="0">
              <a:spAutoFit/>
            </a:bodyPr>
            <a:lstStyle/>
            <a:p>
              <a:pPr algn="ctr"/>
              <a:r>
                <a:rPr lang="en-US" sz="800" b="1" dirty="0">
                  <a:solidFill>
                    <a:srgbClr val="FF0000"/>
                  </a:solidFill>
                </a:rPr>
                <a:t>Wall 2 : </a:t>
              </a:r>
            </a:p>
            <a:p>
              <a:pPr algn="ctr"/>
              <a:r>
                <a:rPr lang="en-US" sz="800" b="1" dirty="0">
                  <a:solidFill>
                    <a:srgbClr val="FF0000"/>
                  </a:solidFill>
                </a:rPr>
                <a:t>Bring the content outside !</a:t>
              </a:r>
            </a:p>
          </p:txBody>
        </p:sp>
        <p:grpSp>
          <p:nvGrpSpPr>
            <p:cNvPr id="44" name="Groupe 43">
              <a:extLst>
                <a:ext uri="{FF2B5EF4-FFF2-40B4-BE49-F238E27FC236}">
                  <a16:creationId xmlns:a16="http://schemas.microsoft.com/office/drawing/2014/main" id="{12B3284D-A891-4120-A6BB-2D7E0F0EA7DC}"/>
                </a:ext>
              </a:extLst>
            </p:cNvPr>
            <p:cNvGrpSpPr/>
            <p:nvPr/>
          </p:nvGrpSpPr>
          <p:grpSpPr>
            <a:xfrm>
              <a:off x="9573241" y="882610"/>
              <a:ext cx="1631274" cy="1899638"/>
              <a:chOff x="9573241" y="882610"/>
              <a:chExt cx="1631274" cy="1899638"/>
            </a:xfrm>
          </p:grpSpPr>
          <p:sp>
            <p:nvSpPr>
              <p:cNvPr id="45" name="ZoneTexte 44">
                <a:extLst>
                  <a:ext uri="{FF2B5EF4-FFF2-40B4-BE49-F238E27FC236}">
                    <a16:creationId xmlns:a16="http://schemas.microsoft.com/office/drawing/2014/main" id="{41FD1C0F-4CAE-47E9-B125-E67AA9574AD0}"/>
                  </a:ext>
                </a:extLst>
              </p:cNvPr>
              <p:cNvSpPr txBox="1"/>
              <p:nvPr/>
            </p:nvSpPr>
            <p:spPr>
              <a:xfrm>
                <a:off x="9573241" y="882610"/>
                <a:ext cx="1631274" cy="1071926"/>
              </a:xfrm>
              <a:prstGeom prst="rect">
                <a:avLst/>
              </a:prstGeom>
              <a:noFill/>
            </p:spPr>
            <p:txBody>
              <a:bodyPr wrap="square" rtlCol="0">
                <a:spAutoFit/>
              </a:bodyPr>
              <a:lstStyle/>
              <a:p>
                <a:pPr algn="ctr"/>
                <a:r>
                  <a:rPr lang="en-US" sz="800" b="1" dirty="0">
                    <a:solidFill>
                      <a:schemeClr val="accent1"/>
                    </a:solidFill>
                  </a:rPr>
                  <a:t>Wall 3 : </a:t>
                </a:r>
              </a:p>
              <a:p>
                <a:pPr algn="ctr"/>
                <a:r>
                  <a:rPr lang="en-US" sz="800" b="1" dirty="0">
                    <a:solidFill>
                      <a:schemeClr val="accent1"/>
                    </a:solidFill>
                  </a:rPr>
                  <a:t>Join </a:t>
                </a:r>
              </a:p>
              <a:p>
                <a:pPr algn="ctr"/>
                <a:r>
                  <a:rPr lang="en-US" sz="800" b="1" dirty="0">
                    <a:solidFill>
                      <a:schemeClr val="accent1"/>
                    </a:solidFill>
                  </a:rPr>
                  <a:t>others</a:t>
                </a:r>
              </a:p>
            </p:txBody>
          </p:sp>
          <p:pic>
            <p:nvPicPr>
              <p:cNvPr id="46" name="Graphique 45" descr="Mur de briques avec un remplissage uni">
                <a:extLst>
                  <a:ext uri="{FF2B5EF4-FFF2-40B4-BE49-F238E27FC236}">
                    <a16:creationId xmlns:a16="http://schemas.microsoft.com/office/drawing/2014/main" id="{0EC8477D-0B91-4CB2-BF12-43CF3065559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931678" y="1867848"/>
                <a:ext cx="914400" cy="914400"/>
              </a:xfrm>
              <a:prstGeom prst="rect">
                <a:avLst/>
              </a:prstGeom>
            </p:spPr>
          </p:pic>
        </p:grpSp>
      </p:grpSp>
    </p:spTree>
    <p:extLst>
      <p:ext uri="{BB962C8B-B14F-4D97-AF65-F5344CB8AC3E}">
        <p14:creationId xmlns:p14="http://schemas.microsoft.com/office/powerpoint/2010/main" val="1144100425"/>
      </p:ext>
    </p:extLst>
  </p:cSld>
  <p:clrMapOvr>
    <a:masterClrMapping/>
  </p:clrMapOvr>
  <mc:AlternateContent xmlns:mc="http://schemas.openxmlformats.org/markup-compatibility/2006" xmlns:p14="http://schemas.microsoft.com/office/powerpoint/2010/main">
    <mc:Choice Requires="p14">
      <p:transition spd="slow" p14:dur="2000" advTm="43141"/>
    </mc:Choice>
    <mc:Fallback xmlns="">
      <p:transition spd="slow" advTm="4314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DA12E1F7-4DAA-4142-B6D7-283F0D7CDAE7}"/>
              </a:ext>
            </a:extLst>
          </p:cNvPr>
          <p:cNvSpPr>
            <a:spLocks noGrp="1"/>
          </p:cNvSpPr>
          <p:nvPr>
            <p:ph type="title"/>
          </p:nvPr>
        </p:nvSpPr>
        <p:spPr/>
        <p:txBody>
          <a:bodyPr/>
          <a:lstStyle/>
          <a:p>
            <a:r>
              <a:rPr lang="fr-FR"/>
              <a:t>Use case, example story</a:t>
            </a:r>
          </a:p>
        </p:txBody>
      </p:sp>
      <p:sp>
        <p:nvSpPr>
          <p:cNvPr id="6" name="Espace réservé du contenu 5">
            <a:extLst>
              <a:ext uri="{FF2B5EF4-FFF2-40B4-BE49-F238E27FC236}">
                <a16:creationId xmlns:a16="http://schemas.microsoft.com/office/drawing/2014/main" id="{DB9CB5CF-FB08-418D-AD21-892E6CD1B3D2}"/>
              </a:ext>
            </a:extLst>
          </p:cNvPr>
          <p:cNvSpPr>
            <a:spLocks noGrp="1"/>
          </p:cNvSpPr>
          <p:nvPr>
            <p:ph idx="1"/>
          </p:nvPr>
        </p:nvSpPr>
        <p:spPr/>
        <p:txBody>
          <a:bodyPr/>
          <a:lstStyle/>
          <a:p>
            <a:pPr marL="0" indent="0">
              <a:buNone/>
            </a:pPr>
            <a:r>
              <a:rPr lang="fr-FR" dirty="0"/>
              <a:t> </a:t>
            </a:r>
          </a:p>
        </p:txBody>
      </p:sp>
      <p:sp>
        <p:nvSpPr>
          <p:cNvPr id="4" name="Bulle narrative : ronde 3">
            <a:extLst>
              <a:ext uri="{FF2B5EF4-FFF2-40B4-BE49-F238E27FC236}">
                <a16:creationId xmlns:a16="http://schemas.microsoft.com/office/drawing/2014/main" id="{6A6B8ED7-0597-419C-B814-8E2979EFCC23}"/>
              </a:ext>
            </a:extLst>
          </p:cNvPr>
          <p:cNvSpPr/>
          <p:nvPr/>
        </p:nvSpPr>
        <p:spPr>
          <a:xfrm>
            <a:off x="2204133" y="4325112"/>
            <a:ext cx="2793827" cy="1178978"/>
          </a:xfrm>
          <a:prstGeom prst="wedgeEllipseCallout">
            <a:avLst>
              <a:gd name="adj1" fmla="val -68660"/>
              <a:gd name="adj2" fmla="val 30074"/>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7" name="Bulle narrative : ronde 6">
            <a:extLst>
              <a:ext uri="{FF2B5EF4-FFF2-40B4-BE49-F238E27FC236}">
                <a16:creationId xmlns:a16="http://schemas.microsoft.com/office/drawing/2014/main" id="{A64C95FC-A0E2-4A92-8184-6FA5F0254D1E}"/>
              </a:ext>
            </a:extLst>
          </p:cNvPr>
          <p:cNvSpPr/>
          <p:nvPr/>
        </p:nvSpPr>
        <p:spPr>
          <a:xfrm>
            <a:off x="2036937" y="3062683"/>
            <a:ext cx="2793827" cy="1178978"/>
          </a:xfrm>
          <a:prstGeom prst="wedgeEllipseCallout">
            <a:avLst>
              <a:gd name="adj1" fmla="val -58492"/>
              <a:gd name="adj2" fmla="val -63298"/>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8" name="Bulle narrative : ronde 7">
            <a:extLst>
              <a:ext uri="{FF2B5EF4-FFF2-40B4-BE49-F238E27FC236}">
                <a16:creationId xmlns:a16="http://schemas.microsoft.com/office/drawing/2014/main" id="{E9B63E73-2FF9-42B5-878E-4B1F2FCDA5A3}"/>
              </a:ext>
            </a:extLst>
          </p:cNvPr>
          <p:cNvSpPr/>
          <p:nvPr/>
        </p:nvSpPr>
        <p:spPr>
          <a:xfrm>
            <a:off x="4912732" y="3319310"/>
            <a:ext cx="2793827" cy="1178978"/>
          </a:xfrm>
          <a:prstGeom prst="wedgeEllipseCallout">
            <a:avLst>
              <a:gd name="adj1" fmla="val -342"/>
              <a:gd name="adj2" fmla="val -6631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9" name="Bulle narrative : ronde 8">
            <a:extLst>
              <a:ext uri="{FF2B5EF4-FFF2-40B4-BE49-F238E27FC236}">
                <a16:creationId xmlns:a16="http://schemas.microsoft.com/office/drawing/2014/main" id="{316B4F65-0258-4743-BC17-5046B951E15B}"/>
              </a:ext>
            </a:extLst>
          </p:cNvPr>
          <p:cNvSpPr/>
          <p:nvPr/>
        </p:nvSpPr>
        <p:spPr>
          <a:xfrm>
            <a:off x="7747547" y="3062683"/>
            <a:ext cx="2793827" cy="1178978"/>
          </a:xfrm>
          <a:prstGeom prst="wedgeEllipseCallout">
            <a:avLst>
              <a:gd name="adj1" fmla="val 55901"/>
              <a:gd name="adj2" fmla="val -6932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10" name="Bulle narrative : ronde 9">
            <a:extLst>
              <a:ext uri="{FF2B5EF4-FFF2-40B4-BE49-F238E27FC236}">
                <a16:creationId xmlns:a16="http://schemas.microsoft.com/office/drawing/2014/main" id="{A2512054-FFEE-493B-A8D7-F2EE972AAFA5}"/>
              </a:ext>
            </a:extLst>
          </p:cNvPr>
          <p:cNvSpPr/>
          <p:nvPr/>
        </p:nvSpPr>
        <p:spPr>
          <a:xfrm>
            <a:off x="7706561" y="4325112"/>
            <a:ext cx="2793827" cy="1178978"/>
          </a:xfrm>
          <a:prstGeom prst="wedgeEllipseCallout">
            <a:avLst>
              <a:gd name="adj1" fmla="val 58443"/>
              <a:gd name="adj2" fmla="val 30074"/>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pic>
        <p:nvPicPr>
          <p:cNvPr id="11" name="Graphique 10" descr="Personne confuse avec un remplissage uni">
            <a:extLst>
              <a:ext uri="{FF2B5EF4-FFF2-40B4-BE49-F238E27FC236}">
                <a16:creationId xmlns:a16="http://schemas.microsoft.com/office/drawing/2014/main" id="{98775D16-5408-4943-9D91-E0C0D00939D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5210883" y="4754915"/>
            <a:ext cx="1983159" cy="1417285"/>
          </a:xfrm>
          <a:prstGeom prst="rect">
            <a:avLst/>
          </a:prstGeom>
        </p:spPr>
      </p:pic>
      <p:pic>
        <p:nvPicPr>
          <p:cNvPr id="12" name="Graphique 11" descr="Visage confus avec remplissage solide avec un remplissage uni">
            <a:extLst>
              <a:ext uri="{FF2B5EF4-FFF2-40B4-BE49-F238E27FC236}">
                <a16:creationId xmlns:a16="http://schemas.microsoft.com/office/drawing/2014/main" id="{3556836B-4A5E-45F2-A303-F3E075B320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62000" y="4754915"/>
            <a:ext cx="675263" cy="675263"/>
          </a:xfrm>
          <a:prstGeom prst="rect">
            <a:avLst/>
          </a:prstGeom>
        </p:spPr>
      </p:pic>
      <p:pic>
        <p:nvPicPr>
          <p:cNvPr id="3" name="Graphique 2" descr="Marcher avec un remplissage uni">
            <a:extLst>
              <a:ext uri="{FF2B5EF4-FFF2-40B4-BE49-F238E27FC236}">
                <a16:creationId xmlns:a16="http://schemas.microsoft.com/office/drawing/2014/main" id="{3A727C22-2508-4952-9DED-F50B53B816A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75758" y="5174349"/>
            <a:ext cx="914400" cy="914400"/>
          </a:xfrm>
          <a:prstGeom prst="rect">
            <a:avLst/>
          </a:prstGeom>
        </p:spPr>
      </p:pic>
      <p:pic>
        <p:nvPicPr>
          <p:cNvPr id="13" name="Graphique 12" descr="Marcher avec un remplissage uni">
            <a:extLst>
              <a:ext uri="{FF2B5EF4-FFF2-40B4-BE49-F238E27FC236}">
                <a16:creationId xmlns:a16="http://schemas.microsoft.com/office/drawing/2014/main" id="{65ABBBF1-027B-4B49-AD86-F193AE3664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10281" y="2664900"/>
            <a:ext cx="914400" cy="914400"/>
          </a:xfrm>
          <a:prstGeom prst="rect">
            <a:avLst/>
          </a:prstGeom>
        </p:spPr>
      </p:pic>
      <p:pic>
        <p:nvPicPr>
          <p:cNvPr id="14" name="Graphique 13" descr="Marcher avec un remplissage uni">
            <a:extLst>
              <a:ext uri="{FF2B5EF4-FFF2-40B4-BE49-F238E27FC236}">
                <a16:creationId xmlns:a16="http://schemas.microsoft.com/office/drawing/2014/main" id="{F07DA05F-41B0-49CB-94A9-B8A41B8F33F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42703" y="2664900"/>
            <a:ext cx="914400" cy="914400"/>
          </a:xfrm>
          <a:prstGeom prst="rect">
            <a:avLst/>
          </a:prstGeom>
        </p:spPr>
      </p:pic>
      <p:pic>
        <p:nvPicPr>
          <p:cNvPr id="15" name="Graphique 14" descr="Marcher avec un remplissage uni">
            <a:extLst>
              <a:ext uri="{FF2B5EF4-FFF2-40B4-BE49-F238E27FC236}">
                <a16:creationId xmlns:a16="http://schemas.microsoft.com/office/drawing/2014/main" id="{56956A62-DB83-4C84-B0CA-CB87A58D7A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15568" y="5174349"/>
            <a:ext cx="914400" cy="914400"/>
          </a:xfrm>
          <a:prstGeom prst="rect">
            <a:avLst/>
          </a:prstGeom>
        </p:spPr>
      </p:pic>
      <p:pic>
        <p:nvPicPr>
          <p:cNvPr id="17" name="Graphique 16" descr="Visage sans expression avec remplissage uni avec un remplissage uni">
            <a:extLst>
              <a:ext uri="{FF2B5EF4-FFF2-40B4-BE49-F238E27FC236}">
                <a16:creationId xmlns:a16="http://schemas.microsoft.com/office/drawing/2014/main" id="{92DBEE7F-D2EE-41F5-A5A6-F95FAADCC2B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68964" y="2440739"/>
            <a:ext cx="681361" cy="681361"/>
          </a:xfrm>
          <a:prstGeom prst="rect">
            <a:avLst/>
          </a:prstGeom>
        </p:spPr>
      </p:pic>
    </p:spTree>
    <p:extLst>
      <p:ext uri="{BB962C8B-B14F-4D97-AF65-F5344CB8AC3E}">
        <p14:creationId xmlns:p14="http://schemas.microsoft.com/office/powerpoint/2010/main" val="3898029803"/>
      </p:ext>
    </p:extLst>
  </p:cSld>
  <p:clrMapOvr>
    <a:masterClrMapping/>
  </p:clrMapOvr>
  <mc:AlternateContent xmlns:mc="http://schemas.openxmlformats.org/markup-compatibility/2006" xmlns:p14="http://schemas.microsoft.com/office/powerpoint/2010/main">
    <mc:Choice Requires="p14">
      <p:transition spd="slow" p14:dur="2000" advTm="38353"/>
    </mc:Choice>
    <mc:Fallback xmlns="">
      <p:transition spd="slow" advTm="3835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A64754-E30D-43AE-9B08-DB44B62BA16F}"/>
              </a:ext>
            </a:extLst>
          </p:cNvPr>
          <p:cNvSpPr>
            <a:spLocks noGrp="1"/>
          </p:cNvSpPr>
          <p:nvPr>
            <p:ph type="title"/>
          </p:nvPr>
        </p:nvSpPr>
        <p:spPr/>
        <p:txBody>
          <a:bodyPr>
            <a:normAutofit fontScale="90000"/>
          </a:bodyPr>
          <a:lstStyle/>
          <a:p>
            <a:r>
              <a:rPr lang="en-US" dirty="0"/>
              <a:t>Challenge #C7 : </a:t>
            </a:r>
            <a:br>
              <a:rPr lang="en-US" dirty="0"/>
            </a:br>
            <a:r>
              <a:rPr lang="en-US" dirty="0"/>
              <a:t>Understand the Community Desert circle</a:t>
            </a:r>
          </a:p>
        </p:txBody>
      </p:sp>
      <p:sp>
        <p:nvSpPr>
          <p:cNvPr id="3" name="Espace réservé du contenu 2">
            <a:extLst>
              <a:ext uri="{FF2B5EF4-FFF2-40B4-BE49-F238E27FC236}">
                <a16:creationId xmlns:a16="http://schemas.microsoft.com/office/drawing/2014/main" id="{9C210558-125D-4C75-9A43-1DC22CF012E8}"/>
              </a:ext>
            </a:extLst>
          </p:cNvPr>
          <p:cNvSpPr>
            <a:spLocks noGrp="1"/>
          </p:cNvSpPr>
          <p:nvPr>
            <p:ph idx="1"/>
          </p:nvPr>
        </p:nvSpPr>
        <p:spPr>
          <a:xfrm>
            <a:off x="7240555" y="3209730"/>
            <a:ext cx="4043140" cy="2962469"/>
          </a:xfrm>
        </p:spPr>
        <p:txBody>
          <a:bodyPr/>
          <a:lstStyle/>
          <a:p>
            <a:pPr marL="0" indent="0">
              <a:buNone/>
            </a:pPr>
            <a:r>
              <a:rPr lang="en-US" dirty="0"/>
              <a:t>Community desert is a vicious circle in which a Corporate Community often begins, and in which it can fall again even after exiting it. </a:t>
            </a:r>
          </a:p>
        </p:txBody>
      </p:sp>
      <p:graphicFrame>
        <p:nvGraphicFramePr>
          <p:cNvPr id="4" name="Diagramme 3">
            <a:extLst>
              <a:ext uri="{FF2B5EF4-FFF2-40B4-BE49-F238E27FC236}">
                <a16:creationId xmlns:a16="http://schemas.microsoft.com/office/drawing/2014/main" id="{408DEB45-A38A-4867-8ECB-21C6A051D756}"/>
              </a:ext>
            </a:extLst>
          </p:cNvPr>
          <p:cNvGraphicFramePr/>
          <p:nvPr>
            <p:extLst>
              <p:ext uri="{D42A27DB-BD31-4B8C-83A1-F6EECF244321}">
                <p14:modId xmlns:p14="http://schemas.microsoft.com/office/powerpoint/2010/main" val="479124855"/>
              </p:ext>
            </p:extLst>
          </p:nvPr>
        </p:nvGraphicFramePr>
        <p:xfrm>
          <a:off x="545864" y="2376097"/>
          <a:ext cx="5607651"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Graphique 7" descr="Pouce en bas avec un remplissage uni">
            <a:extLst>
              <a:ext uri="{FF2B5EF4-FFF2-40B4-BE49-F238E27FC236}">
                <a16:creationId xmlns:a16="http://schemas.microsoft.com/office/drawing/2014/main" id="{E291087B-BFE4-41E6-927C-81546AC08CD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63414" y="2595484"/>
            <a:ext cx="914400" cy="914400"/>
          </a:xfrm>
          <a:prstGeom prst="rect">
            <a:avLst/>
          </a:prstGeom>
        </p:spPr>
      </p:pic>
      <p:pic>
        <p:nvPicPr>
          <p:cNvPr id="10" name="Graphique 9" descr="Graphique de tendance à la baisse avec un remplissage uni">
            <a:extLst>
              <a:ext uri="{FF2B5EF4-FFF2-40B4-BE49-F238E27FC236}">
                <a16:creationId xmlns:a16="http://schemas.microsoft.com/office/drawing/2014/main" id="{1ACC7D20-B067-439E-B947-DDCBDBB8CEF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87015" y="5965982"/>
            <a:ext cx="914400" cy="914400"/>
          </a:xfrm>
          <a:prstGeom prst="rect">
            <a:avLst/>
          </a:prstGeom>
        </p:spPr>
      </p:pic>
      <p:pic>
        <p:nvPicPr>
          <p:cNvPr id="12" name="Graphique 11" descr="Graphique à barres avec tendance à la baisse avec un remplissage uni">
            <a:extLst>
              <a:ext uri="{FF2B5EF4-FFF2-40B4-BE49-F238E27FC236}">
                <a16:creationId xmlns:a16="http://schemas.microsoft.com/office/drawing/2014/main" id="{13CB1676-181D-4C31-A1E4-6E97E4C6A6F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062587" y="4959221"/>
            <a:ext cx="914400" cy="914400"/>
          </a:xfrm>
          <a:prstGeom prst="rect">
            <a:avLst/>
          </a:prstGeom>
        </p:spPr>
      </p:pic>
      <p:pic>
        <p:nvPicPr>
          <p:cNvPr id="14" name="Graphique 13" descr="Batterie plate avec un remplissage uni">
            <a:extLst>
              <a:ext uri="{FF2B5EF4-FFF2-40B4-BE49-F238E27FC236}">
                <a16:creationId xmlns:a16="http://schemas.microsoft.com/office/drawing/2014/main" id="{A9AFE4A5-F2E3-4786-8C01-274BFFAD9B6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4329" y="4959221"/>
            <a:ext cx="914400" cy="914400"/>
          </a:xfrm>
          <a:prstGeom prst="rect">
            <a:avLst/>
          </a:prstGeom>
        </p:spPr>
      </p:pic>
      <p:pic>
        <p:nvPicPr>
          <p:cNvPr id="16" name="Graphique 15" descr="Cœur brisé avec un remplissage uni">
            <a:extLst>
              <a:ext uri="{FF2B5EF4-FFF2-40B4-BE49-F238E27FC236}">
                <a16:creationId xmlns:a16="http://schemas.microsoft.com/office/drawing/2014/main" id="{3E671D2A-C57C-4879-802D-3C05D1E6E56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24329" y="2609480"/>
            <a:ext cx="914400" cy="914400"/>
          </a:xfrm>
          <a:prstGeom prst="rect">
            <a:avLst/>
          </a:prstGeom>
        </p:spPr>
      </p:pic>
      <p:pic>
        <p:nvPicPr>
          <p:cNvPr id="18" name="Graphique 17" descr="Personne confuse avec un remplissage uni">
            <a:extLst>
              <a:ext uri="{FF2B5EF4-FFF2-40B4-BE49-F238E27FC236}">
                <a16:creationId xmlns:a16="http://schemas.microsoft.com/office/drawing/2014/main" id="{4492944D-DA74-419D-8F46-1D6C31F6E4E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030831" y="1656140"/>
            <a:ext cx="626768" cy="626768"/>
          </a:xfrm>
          <a:prstGeom prst="rect">
            <a:avLst/>
          </a:prstGeom>
        </p:spPr>
      </p:pic>
    </p:spTree>
    <p:extLst>
      <p:ext uri="{BB962C8B-B14F-4D97-AF65-F5344CB8AC3E}">
        <p14:creationId xmlns:p14="http://schemas.microsoft.com/office/powerpoint/2010/main" val="3230631299"/>
      </p:ext>
    </p:extLst>
  </p:cSld>
  <p:clrMapOvr>
    <a:masterClrMapping/>
  </p:clrMapOvr>
  <mc:AlternateContent xmlns:mc="http://schemas.openxmlformats.org/markup-compatibility/2006" xmlns:p14="http://schemas.microsoft.com/office/powerpoint/2010/main">
    <mc:Choice Requires="p14">
      <p:transition spd="slow" p14:dur="2000" advTm="95553"/>
    </mc:Choice>
    <mc:Fallback xmlns="">
      <p:transition spd="slow" advTm="9555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chor="ctr">
            <a:normAutofit/>
          </a:bodyPr>
          <a:lstStyle/>
          <a:p>
            <a:pPr marL="0" indent="0" algn="ctr">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Have you experienced the Community desert circle ? What was it like ? How long did you stay in the desert ?</a:t>
            </a:r>
          </a:p>
          <a:p>
            <a:pPr marL="0" indent="0">
              <a:buNone/>
            </a:pPr>
            <a:endParaRPr lang="en-US" noProof="1"/>
          </a:p>
          <a:p>
            <a:pPr marL="0" indent="0">
              <a:buNone/>
            </a:pPr>
            <a:r>
              <a:rPr lang="en-US" noProof="1"/>
              <a:t>How did you get out of it ?</a:t>
            </a:r>
          </a:p>
        </p:txBody>
      </p:sp>
      <p:graphicFrame>
        <p:nvGraphicFramePr>
          <p:cNvPr id="12" name="Diagramme 11">
            <a:extLst>
              <a:ext uri="{FF2B5EF4-FFF2-40B4-BE49-F238E27FC236}">
                <a16:creationId xmlns:a16="http://schemas.microsoft.com/office/drawing/2014/main" id="{DCFDFC1D-0D94-4EAE-A178-4C7B22EF49CF}"/>
              </a:ext>
            </a:extLst>
          </p:cNvPr>
          <p:cNvGraphicFramePr/>
          <p:nvPr>
            <p:extLst>
              <p:ext uri="{D42A27DB-BD31-4B8C-83A1-F6EECF244321}">
                <p14:modId xmlns:p14="http://schemas.microsoft.com/office/powerpoint/2010/main" val="3231595461"/>
              </p:ext>
            </p:extLst>
          </p:nvPr>
        </p:nvGraphicFramePr>
        <p:xfrm>
          <a:off x="1877141" y="3069691"/>
          <a:ext cx="3310715" cy="2197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e 2">
            <a:extLst>
              <a:ext uri="{FF2B5EF4-FFF2-40B4-BE49-F238E27FC236}">
                <a16:creationId xmlns:a16="http://schemas.microsoft.com/office/drawing/2014/main" id="{06049E2D-903C-44D4-84C8-8181FFE3EDEB}"/>
              </a:ext>
            </a:extLst>
          </p:cNvPr>
          <p:cNvGrpSpPr/>
          <p:nvPr/>
        </p:nvGrpSpPr>
        <p:grpSpPr>
          <a:xfrm>
            <a:off x="1804044" y="2534010"/>
            <a:ext cx="3517860" cy="3566160"/>
            <a:chOff x="824329" y="1656140"/>
            <a:chExt cx="5153485" cy="5224242"/>
          </a:xfrm>
        </p:grpSpPr>
        <p:pic>
          <p:nvPicPr>
            <p:cNvPr id="13" name="Graphique 12" descr="Pouce en bas avec un remplissage uni">
              <a:extLst>
                <a:ext uri="{FF2B5EF4-FFF2-40B4-BE49-F238E27FC236}">
                  <a16:creationId xmlns:a16="http://schemas.microsoft.com/office/drawing/2014/main" id="{86A38289-72A4-499B-8155-77080F8CB4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63414" y="2595484"/>
              <a:ext cx="914400" cy="914400"/>
            </a:xfrm>
            <a:prstGeom prst="rect">
              <a:avLst/>
            </a:prstGeom>
          </p:spPr>
        </p:pic>
        <p:pic>
          <p:nvPicPr>
            <p:cNvPr id="14" name="Graphique 13" descr="Graphique de tendance à la baisse avec un remplissage uni">
              <a:extLst>
                <a:ext uri="{FF2B5EF4-FFF2-40B4-BE49-F238E27FC236}">
                  <a16:creationId xmlns:a16="http://schemas.microsoft.com/office/drawing/2014/main" id="{62954258-D2FE-4E88-A44D-B0426C2D422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87015" y="5965982"/>
              <a:ext cx="914400" cy="914400"/>
            </a:xfrm>
            <a:prstGeom prst="rect">
              <a:avLst/>
            </a:prstGeom>
          </p:spPr>
        </p:pic>
        <p:pic>
          <p:nvPicPr>
            <p:cNvPr id="15" name="Graphique 14" descr="Graphique à barres avec tendance à la baisse avec un remplissage uni">
              <a:extLst>
                <a:ext uri="{FF2B5EF4-FFF2-40B4-BE49-F238E27FC236}">
                  <a16:creationId xmlns:a16="http://schemas.microsoft.com/office/drawing/2014/main" id="{2E52D36B-7435-4F8C-9445-504194D4D58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62587" y="4959221"/>
              <a:ext cx="914400" cy="914400"/>
            </a:xfrm>
            <a:prstGeom prst="rect">
              <a:avLst/>
            </a:prstGeom>
          </p:spPr>
        </p:pic>
        <p:pic>
          <p:nvPicPr>
            <p:cNvPr id="16" name="Graphique 15" descr="Batterie plate avec un remplissage uni">
              <a:extLst>
                <a:ext uri="{FF2B5EF4-FFF2-40B4-BE49-F238E27FC236}">
                  <a16:creationId xmlns:a16="http://schemas.microsoft.com/office/drawing/2014/main" id="{C073A74C-BDE6-4DD5-810C-5FD4583E783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4329" y="4959221"/>
              <a:ext cx="914400" cy="914400"/>
            </a:xfrm>
            <a:prstGeom prst="rect">
              <a:avLst/>
            </a:prstGeom>
          </p:spPr>
        </p:pic>
        <p:pic>
          <p:nvPicPr>
            <p:cNvPr id="17" name="Graphique 16" descr="Cœur brisé avec un remplissage uni">
              <a:extLst>
                <a:ext uri="{FF2B5EF4-FFF2-40B4-BE49-F238E27FC236}">
                  <a16:creationId xmlns:a16="http://schemas.microsoft.com/office/drawing/2014/main" id="{C8C538F0-B76A-445A-AA4E-0A08E5CE4F0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4329" y="2609480"/>
              <a:ext cx="914400" cy="914400"/>
            </a:xfrm>
            <a:prstGeom prst="rect">
              <a:avLst/>
            </a:prstGeom>
          </p:spPr>
        </p:pic>
        <p:pic>
          <p:nvPicPr>
            <p:cNvPr id="18" name="Graphique 17" descr="Personne confuse avec un remplissage uni">
              <a:extLst>
                <a:ext uri="{FF2B5EF4-FFF2-40B4-BE49-F238E27FC236}">
                  <a16:creationId xmlns:a16="http://schemas.microsoft.com/office/drawing/2014/main" id="{3EE0A6AB-B8E1-42E1-8B38-A661FA5FD80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030831" y="1656140"/>
              <a:ext cx="626768" cy="626768"/>
            </a:xfrm>
            <a:prstGeom prst="rect">
              <a:avLst/>
            </a:prstGeom>
          </p:spPr>
        </p:pic>
      </p:grpSp>
    </p:spTree>
    <p:extLst>
      <p:ext uri="{BB962C8B-B14F-4D97-AF65-F5344CB8AC3E}">
        <p14:creationId xmlns:p14="http://schemas.microsoft.com/office/powerpoint/2010/main" val="3448941081"/>
      </p:ext>
    </p:extLst>
  </p:cSld>
  <p:clrMapOvr>
    <a:masterClrMapping/>
  </p:clrMapOvr>
  <mc:AlternateContent xmlns:mc="http://schemas.openxmlformats.org/markup-compatibility/2006" xmlns:p14="http://schemas.microsoft.com/office/powerpoint/2010/main">
    <mc:Choice Requires="p14">
      <p:transition spd="slow" p14:dur="2000" advTm="19814"/>
    </mc:Choice>
    <mc:Fallback xmlns="">
      <p:transition spd="slow" advTm="1981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It takes so much time to create content ! </a:t>
            </a:r>
          </a:p>
          <a:p>
            <a:pPr algn="ctr"/>
            <a:endParaRPr lang="en-US" dirty="0"/>
          </a:p>
          <a:p>
            <a:pPr algn="ctr"/>
            <a:r>
              <a:rPr lang="en-US" dirty="0"/>
              <a:t>It is so difficult to create something original, especially with all that we can find on the Internet !</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6" name="Graphique 5" descr="Visage triste à remplissage solide avec un remplissage uni">
            <a:extLst>
              <a:ext uri="{FF2B5EF4-FFF2-40B4-BE49-F238E27FC236}">
                <a16:creationId xmlns:a16="http://schemas.microsoft.com/office/drawing/2014/main" id="{97A2C2E5-B4DC-442F-8972-4F315E7501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52142" y="4800599"/>
            <a:ext cx="664783" cy="664783"/>
          </a:xfrm>
          <a:prstGeom prst="rect">
            <a:avLst/>
          </a:prstGeom>
        </p:spPr>
      </p:pic>
    </p:spTree>
    <p:extLst>
      <p:ext uri="{BB962C8B-B14F-4D97-AF65-F5344CB8AC3E}">
        <p14:creationId xmlns:p14="http://schemas.microsoft.com/office/powerpoint/2010/main" val="4043902043"/>
      </p:ext>
    </p:extLst>
  </p:cSld>
  <p:clrMapOvr>
    <a:masterClrMapping/>
  </p:clrMapOvr>
  <mc:AlternateContent xmlns:mc="http://schemas.openxmlformats.org/markup-compatibility/2006" xmlns:p14="http://schemas.microsoft.com/office/powerpoint/2010/main">
    <mc:Choice Requires="p14">
      <p:transition spd="slow" p14:dur="2000" advTm="20775"/>
    </mc:Choice>
    <mc:Fallback xmlns="">
      <p:transition spd="slow" advTm="20775"/>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p:txBody>
          <a:bodyPr>
            <a:normAutofit fontScale="90000"/>
          </a:bodyPr>
          <a:lstStyle/>
          <a:p>
            <a:r>
              <a:rPr lang="en-US" dirty="0"/>
              <a:t>Challenge #C8</a:t>
            </a:r>
            <a:br>
              <a:rPr lang="en-US" dirty="0"/>
            </a:br>
            <a:r>
              <a:rPr lang="en-US" dirty="0"/>
              <a:t>Choose between creating and curating</a:t>
            </a:r>
          </a:p>
        </p:txBody>
      </p:sp>
      <p:sp>
        <p:nvSpPr>
          <p:cNvPr id="2" name="Espace réservé du texte 1">
            <a:extLst>
              <a:ext uri="{FF2B5EF4-FFF2-40B4-BE49-F238E27FC236}">
                <a16:creationId xmlns:a16="http://schemas.microsoft.com/office/drawing/2014/main" id="{FE201A8B-750E-412A-9B87-9F4E89E188CD}"/>
              </a:ext>
            </a:extLst>
          </p:cNvPr>
          <p:cNvSpPr>
            <a:spLocks noGrp="1"/>
          </p:cNvSpPr>
          <p:nvPr>
            <p:ph type="body" idx="1"/>
          </p:nvPr>
        </p:nvSpPr>
        <p:spPr>
          <a:xfrm>
            <a:off x="1984241" y="2372648"/>
            <a:ext cx="2802363" cy="823912"/>
          </a:xfrm>
        </p:spPr>
        <p:txBody>
          <a:bodyPr>
            <a:normAutofit/>
          </a:bodyPr>
          <a:lstStyle/>
          <a:p>
            <a:r>
              <a:rPr lang="en-US" sz="1800" dirty="0"/>
              <a:t>Content Creation</a:t>
            </a:r>
          </a:p>
        </p:txBody>
      </p:sp>
      <p:sp>
        <p:nvSpPr>
          <p:cNvPr id="3" name="Espace réservé du contenu 2">
            <a:extLst>
              <a:ext uri="{FF2B5EF4-FFF2-40B4-BE49-F238E27FC236}">
                <a16:creationId xmlns:a16="http://schemas.microsoft.com/office/drawing/2014/main" id="{FCBCCD0C-0893-4EE3-9F8C-292D6B4B88E8}"/>
              </a:ext>
            </a:extLst>
          </p:cNvPr>
          <p:cNvSpPr>
            <a:spLocks noGrp="1"/>
          </p:cNvSpPr>
          <p:nvPr>
            <p:ph sz="half" idx="2"/>
          </p:nvPr>
        </p:nvSpPr>
        <p:spPr>
          <a:xfrm>
            <a:off x="1984241" y="3203686"/>
            <a:ext cx="3705007" cy="2968512"/>
          </a:xfrm>
        </p:spPr>
        <p:txBody>
          <a:bodyPr>
            <a:normAutofit fontScale="92500" lnSpcReduction="10000"/>
          </a:bodyPr>
          <a:lstStyle/>
          <a:p>
            <a:pPr>
              <a:buBlip>
                <a:blip r:embed="rId2">
                  <a:extLst>
                    <a:ext uri="{837473B0-CC2E-450A-ABE3-18F120FF3D39}">
                      <a1611:picAttrSrcUrl xmlns:a1611="http://schemas.microsoft.com/office/drawing/2016/11/main" r:id="rId3"/>
                    </a:ext>
                  </a:extLst>
                </a:blip>
              </a:buBlip>
            </a:pPr>
            <a:r>
              <a:rPr lang="en-US" sz="1800" dirty="0"/>
              <a:t>Great when content about a topic is rare</a:t>
            </a:r>
          </a:p>
          <a:p>
            <a:pPr>
              <a:buBlip>
                <a:blip r:embed="rId2">
                  <a:extLst>
                    <a:ext uri="{837473B0-CC2E-450A-ABE3-18F120FF3D39}">
                      <a1611:picAttrSrcUrl xmlns:a1611="http://schemas.microsoft.com/office/drawing/2016/11/main" r:id="rId3"/>
                    </a:ext>
                  </a:extLst>
                </a:blip>
              </a:buBlip>
            </a:pPr>
            <a:r>
              <a:rPr lang="en-US" sz="1800" dirty="0"/>
              <a:t>Useful against lack of content</a:t>
            </a:r>
          </a:p>
          <a:p>
            <a:pPr>
              <a:buBlip>
                <a:blip r:embed="rId2">
                  <a:extLst>
                    <a:ext uri="{837473B0-CC2E-450A-ABE3-18F120FF3D39}">
                      <a1611:picAttrSrcUrl xmlns:a1611="http://schemas.microsoft.com/office/drawing/2016/11/main" r:id="rId3"/>
                    </a:ext>
                  </a:extLst>
                </a:blip>
              </a:buBlip>
            </a:pPr>
            <a:r>
              <a:rPr lang="en-US" sz="1800" dirty="0"/>
              <a:t>Helps user check authentic local content</a:t>
            </a:r>
          </a:p>
          <a:p>
            <a:pPr>
              <a:buBlip>
                <a:blip r:embed="rId2">
                  <a:extLst>
                    <a:ext uri="{837473B0-CC2E-450A-ABE3-18F120FF3D39}">
                      <a1611:picAttrSrcUrl xmlns:a1611="http://schemas.microsoft.com/office/drawing/2016/11/main" r:id="rId3"/>
                    </a:ext>
                  </a:extLst>
                </a:blip>
              </a:buBlip>
            </a:pPr>
            <a:r>
              <a:rPr lang="en-US" sz="1800" dirty="0"/>
              <a:t>Differentiation by-design</a:t>
            </a:r>
          </a:p>
          <a:p>
            <a:pPr>
              <a:buBlip>
                <a:blip r:embed="rId4">
                  <a:extLst>
                    <a:ext uri="{837473B0-CC2E-450A-ABE3-18F120FF3D39}">
                      <a1611:picAttrSrcUrl xmlns:a1611="http://schemas.microsoft.com/office/drawing/2016/11/main" r:id="rId5"/>
                    </a:ext>
                  </a:extLst>
                </a:blip>
              </a:buBlip>
            </a:pPr>
            <a:r>
              <a:rPr lang="en-US" sz="1800" dirty="0"/>
              <a:t>Slower to produce</a:t>
            </a:r>
          </a:p>
          <a:p>
            <a:r>
              <a:rPr lang="en-US" sz="1800" dirty="0"/>
              <a:t>Effort : Design, Produce, Publish</a:t>
            </a:r>
          </a:p>
          <a:p>
            <a:endParaRPr lang="en-US" sz="1800" dirty="0"/>
          </a:p>
        </p:txBody>
      </p:sp>
      <p:sp>
        <p:nvSpPr>
          <p:cNvPr id="4" name="Espace réservé du texte 3">
            <a:extLst>
              <a:ext uri="{FF2B5EF4-FFF2-40B4-BE49-F238E27FC236}">
                <a16:creationId xmlns:a16="http://schemas.microsoft.com/office/drawing/2014/main" id="{0BA8D470-8EDE-4F27-9778-CFF20472BBDD}"/>
              </a:ext>
            </a:extLst>
          </p:cNvPr>
          <p:cNvSpPr>
            <a:spLocks noGrp="1"/>
          </p:cNvSpPr>
          <p:nvPr>
            <p:ph type="body" sz="quarter" idx="3"/>
          </p:nvPr>
        </p:nvSpPr>
        <p:spPr/>
        <p:txBody>
          <a:bodyPr>
            <a:normAutofit/>
          </a:bodyPr>
          <a:lstStyle/>
          <a:p>
            <a:r>
              <a:rPr lang="en-US" sz="1800" dirty="0"/>
              <a:t>Content Curation / Collection</a:t>
            </a:r>
          </a:p>
        </p:txBody>
      </p:sp>
      <p:sp>
        <p:nvSpPr>
          <p:cNvPr id="8" name="Espace réservé du contenu 7">
            <a:extLst>
              <a:ext uri="{FF2B5EF4-FFF2-40B4-BE49-F238E27FC236}">
                <a16:creationId xmlns:a16="http://schemas.microsoft.com/office/drawing/2014/main" id="{33484C20-D171-4819-B2A7-E16599A4A7B0}"/>
              </a:ext>
            </a:extLst>
          </p:cNvPr>
          <p:cNvSpPr>
            <a:spLocks noGrp="1"/>
          </p:cNvSpPr>
          <p:nvPr>
            <p:ph sz="quarter" idx="4"/>
          </p:nvPr>
        </p:nvSpPr>
        <p:spPr>
          <a:xfrm>
            <a:off x="6345936" y="3203687"/>
            <a:ext cx="3818996" cy="2968511"/>
          </a:xfrm>
        </p:spPr>
        <p:txBody>
          <a:bodyPr>
            <a:normAutofit fontScale="92500" lnSpcReduction="10000"/>
          </a:bodyPr>
          <a:lstStyle/>
          <a:p>
            <a:pPr>
              <a:buBlip>
                <a:blip r:embed="rId2">
                  <a:extLst>
                    <a:ext uri="{837473B0-CC2E-450A-ABE3-18F120FF3D39}">
                      <a1611:picAttrSrcUrl xmlns:a1611="http://schemas.microsoft.com/office/drawing/2016/11/main" r:id="rId3"/>
                    </a:ext>
                  </a:extLst>
                </a:blip>
              </a:buBlip>
            </a:pPr>
            <a:r>
              <a:rPr lang="en-US" sz="1800" dirty="0"/>
              <a:t>Great when content about target topic is already abundant </a:t>
            </a:r>
          </a:p>
          <a:p>
            <a:pPr>
              <a:buBlip>
                <a:blip r:embed="rId2">
                  <a:extLst>
                    <a:ext uri="{837473B0-CC2E-450A-ABE3-18F120FF3D39}">
                      <a1611:picAttrSrcUrl xmlns:a1611="http://schemas.microsoft.com/office/drawing/2016/11/main" r:id="rId3"/>
                    </a:ext>
                  </a:extLst>
                </a:blip>
              </a:buBlip>
            </a:pPr>
            <a:r>
              <a:rPr lang="en-US" sz="1800" dirty="0"/>
              <a:t>Useful against Infobesity</a:t>
            </a:r>
          </a:p>
          <a:p>
            <a:pPr>
              <a:buBlip>
                <a:blip r:embed="rId2">
                  <a:extLst>
                    <a:ext uri="{837473B0-CC2E-450A-ABE3-18F120FF3D39}">
                      <a1611:picAttrSrcUrl xmlns:a1611="http://schemas.microsoft.com/office/drawing/2016/11/main" r:id="rId3"/>
                    </a:ext>
                  </a:extLst>
                </a:blip>
              </a:buBlip>
            </a:pPr>
            <a:r>
              <a:rPr lang="en-US" sz="1800" dirty="0"/>
              <a:t>Helps user target specific content</a:t>
            </a:r>
          </a:p>
          <a:p>
            <a:pPr>
              <a:buBlip>
                <a:blip r:embed="rId2">
                  <a:extLst>
                    <a:ext uri="{837473B0-CC2E-450A-ABE3-18F120FF3D39}">
                      <a1611:picAttrSrcUrl xmlns:a1611="http://schemas.microsoft.com/office/drawing/2016/11/main" r:id="rId3"/>
                    </a:ext>
                  </a:extLst>
                </a:blip>
              </a:buBlip>
            </a:pPr>
            <a:r>
              <a:rPr lang="en-US" sz="1800" dirty="0"/>
              <a:t>Faster to produce</a:t>
            </a:r>
          </a:p>
          <a:p>
            <a:pPr>
              <a:buBlip>
                <a:blip r:embed="rId4">
                  <a:extLst>
                    <a:ext uri="{837473B0-CC2E-450A-ABE3-18F120FF3D39}">
                      <a1611:picAttrSrcUrl xmlns:a1611="http://schemas.microsoft.com/office/drawing/2016/11/main" r:id="rId5"/>
                    </a:ext>
                  </a:extLst>
                </a:blip>
              </a:buBlip>
            </a:pPr>
            <a:r>
              <a:rPr lang="en-US" sz="1800" dirty="0"/>
              <a:t>More difficult to use to compete</a:t>
            </a:r>
          </a:p>
          <a:p>
            <a:r>
              <a:rPr lang="en-US" sz="1800" dirty="0"/>
              <a:t>Effort : Search, Select, Filter, Rate and put together in a same place</a:t>
            </a:r>
          </a:p>
        </p:txBody>
      </p:sp>
      <p:pic>
        <p:nvPicPr>
          <p:cNvPr id="7" name="Graphique 6" descr="Liste avec un remplissage uni">
            <a:extLst>
              <a:ext uri="{FF2B5EF4-FFF2-40B4-BE49-F238E27FC236}">
                <a16:creationId xmlns:a16="http://schemas.microsoft.com/office/drawing/2014/main" id="{975A3346-3390-414E-885A-B620128AD1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34162" y="5064640"/>
            <a:ext cx="914400" cy="914400"/>
          </a:xfrm>
          <a:prstGeom prst="rect">
            <a:avLst/>
          </a:prstGeom>
        </p:spPr>
      </p:pic>
      <p:pic>
        <p:nvPicPr>
          <p:cNvPr id="10" name="Graphique 9" descr="Livres avec un remplissage uni">
            <a:extLst>
              <a:ext uri="{FF2B5EF4-FFF2-40B4-BE49-F238E27FC236}">
                <a16:creationId xmlns:a16="http://schemas.microsoft.com/office/drawing/2014/main" id="{3863D7CE-47CA-48DC-AE65-A0E4477734B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19768" y="3059812"/>
            <a:ext cx="914400" cy="914400"/>
          </a:xfrm>
          <a:prstGeom prst="rect">
            <a:avLst/>
          </a:prstGeom>
        </p:spPr>
      </p:pic>
      <p:pic>
        <p:nvPicPr>
          <p:cNvPr id="12" name="Graphique 11" descr="Priorités avec un remplissage uni">
            <a:extLst>
              <a:ext uri="{FF2B5EF4-FFF2-40B4-BE49-F238E27FC236}">
                <a16:creationId xmlns:a16="http://schemas.microsoft.com/office/drawing/2014/main" id="{55FD2553-15BE-4BCD-A1E4-5F24E0B0BFC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34162" y="4062226"/>
            <a:ext cx="914400" cy="914400"/>
          </a:xfrm>
          <a:prstGeom prst="rect">
            <a:avLst/>
          </a:prstGeom>
        </p:spPr>
      </p:pic>
      <p:pic>
        <p:nvPicPr>
          <p:cNvPr id="14" name="Graphique 13" descr="Usine avec un remplissage uni">
            <a:extLst>
              <a:ext uri="{FF2B5EF4-FFF2-40B4-BE49-F238E27FC236}">
                <a16:creationId xmlns:a16="http://schemas.microsoft.com/office/drawing/2014/main" id="{9AE7CF58-4C32-447D-86B5-A0F5F4E78A0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2190" y="3974212"/>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40BD395C-D5A9-4352-BAC7-65971F2E669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01016" y="2971798"/>
            <a:ext cx="914400" cy="914400"/>
          </a:xfrm>
          <a:prstGeom prst="rect">
            <a:avLst/>
          </a:prstGeom>
        </p:spPr>
      </p:pic>
      <p:pic>
        <p:nvPicPr>
          <p:cNvPr id="18" name="Graphique 17" descr="Pièces de puzzle avec un remplissage uni">
            <a:extLst>
              <a:ext uri="{FF2B5EF4-FFF2-40B4-BE49-F238E27FC236}">
                <a16:creationId xmlns:a16="http://schemas.microsoft.com/office/drawing/2014/main" id="{D222AF71-F448-4FC7-A558-85AA3233438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01015" y="4888612"/>
            <a:ext cx="914400" cy="914400"/>
          </a:xfrm>
          <a:prstGeom prst="rect">
            <a:avLst/>
          </a:prstGeom>
        </p:spPr>
      </p:pic>
    </p:spTree>
    <p:extLst>
      <p:ext uri="{BB962C8B-B14F-4D97-AF65-F5344CB8AC3E}">
        <p14:creationId xmlns:p14="http://schemas.microsoft.com/office/powerpoint/2010/main" val="2921042539"/>
      </p:ext>
    </p:extLst>
  </p:cSld>
  <p:clrMapOvr>
    <a:masterClrMapping/>
  </p:clrMapOvr>
  <mc:AlternateContent xmlns:mc="http://schemas.openxmlformats.org/markup-compatibility/2006" xmlns:p14="http://schemas.microsoft.com/office/powerpoint/2010/main">
    <mc:Choice Requires="p14">
      <p:transition spd="slow" p14:dur="2000" advTm="111721"/>
    </mc:Choice>
    <mc:Fallback xmlns="">
      <p:transition spd="slow" advTm="11172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chor="ctr">
            <a:normAutofit fontScale="92500" lnSpcReduction="20000"/>
          </a:bodyPr>
          <a:lstStyle/>
          <a:p>
            <a:pPr marL="0" indent="0" algn="ctr">
              <a:buNone/>
            </a:pPr>
            <a:r>
              <a:rPr lang="en-US" dirty="0"/>
              <a:t>vs</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lnSpcReduction="20000"/>
          </a:bodyPr>
          <a:lstStyle/>
          <a:p>
            <a:pPr marL="0" indent="0">
              <a:buNone/>
            </a:pPr>
            <a:r>
              <a:rPr lang="en-US" noProof="1"/>
              <a:t>What style of content generation (creation  vs curation) do you generally consume ? Produce ? </a:t>
            </a:r>
          </a:p>
          <a:p>
            <a:pPr marL="0" indent="0">
              <a:buNone/>
            </a:pPr>
            <a:r>
              <a:rPr lang="en-US" noProof="1"/>
              <a:t>What split (% created, % curated) is relevant for your Community ? Why ?</a:t>
            </a:r>
          </a:p>
          <a:p>
            <a:pPr marL="0" indent="0">
              <a:buNone/>
            </a:pPr>
            <a:endParaRPr lang="en-US" noProof="1"/>
          </a:p>
          <a:p>
            <a:pPr marL="0" indent="0">
              <a:buNone/>
            </a:pPr>
            <a:r>
              <a:rPr lang="en-US" noProof="1"/>
              <a:t> </a:t>
            </a:r>
          </a:p>
          <a:p>
            <a:pPr marL="0" indent="0">
              <a:buNone/>
            </a:pPr>
            <a:endParaRPr lang="en-US" noProof="1"/>
          </a:p>
        </p:txBody>
      </p:sp>
      <p:pic>
        <p:nvPicPr>
          <p:cNvPr id="6" name="Graphique 5" descr="Usine avec un remplissage uni">
            <a:extLst>
              <a:ext uri="{FF2B5EF4-FFF2-40B4-BE49-F238E27FC236}">
                <a16:creationId xmlns:a16="http://schemas.microsoft.com/office/drawing/2014/main" id="{4FC93A96-3BAF-49DF-A00C-B6BEBEFA220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7754" y="3880908"/>
            <a:ext cx="914400" cy="914400"/>
          </a:xfrm>
          <a:prstGeom prst="rect">
            <a:avLst/>
          </a:prstGeom>
        </p:spPr>
      </p:pic>
      <p:pic>
        <p:nvPicPr>
          <p:cNvPr id="7" name="Graphique 6" descr="Personne avec une idée avec un remplissage uni">
            <a:extLst>
              <a:ext uri="{FF2B5EF4-FFF2-40B4-BE49-F238E27FC236}">
                <a16:creationId xmlns:a16="http://schemas.microsoft.com/office/drawing/2014/main" id="{0B491507-29EE-4E1D-85DF-2C07456B1D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06580" y="2878494"/>
            <a:ext cx="914400" cy="914400"/>
          </a:xfrm>
          <a:prstGeom prst="rect">
            <a:avLst/>
          </a:prstGeom>
        </p:spPr>
      </p:pic>
      <p:pic>
        <p:nvPicPr>
          <p:cNvPr id="8" name="Graphique 7" descr="Pièces de puzzle avec un remplissage uni">
            <a:extLst>
              <a:ext uri="{FF2B5EF4-FFF2-40B4-BE49-F238E27FC236}">
                <a16:creationId xmlns:a16="http://schemas.microsoft.com/office/drawing/2014/main" id="{F1495ADE-5687-4319-8806-690BEE04843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6579" y="4795308"/>
            <a:ext cx="914400" cy="914400"/>
          </a:xfrm>
          <a:prstGeom prst="rect">
            <a:avLst/>
          </a:prstGeom>
        </p:spPr>
      </p:pic>
      <p:pic>
        <p:nvPicPr>
          <p:cNvPr id="9" name="Graphique 8" descr="Liste avec un remplissage uni">
            <a:extLst>
              <a:ext uri="{FF2B5EF4-FFF2-40B4-BE49-F238E27FC236}">
                <a16:creationId xmlns:a16="http://schemas.microsoft.com/office/drawing/2014/main" id="{EC481D95-7972-49EF-89CA-47ACD8C172B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16241" y="4795308"/>
            <a:ext cx="914400" cy="914400"/>
          </a:xfrm>
          <a:prstGeom prst="rect">
            <a:avLst/>
          </a:prstGeom>
        </p:spPr>
      </p:pic>
      <p:pic>
        <p:nvPicPr>
          <p:cNvPr id="10" name="Graphique 9" descr="Livres avec un remplissage uni">
            <a:extLst>
              <a:ext uri="{FF2B5EF4-FFF2-40B4-BE49-F238E27FC236}">
                <a16:creationId xmlns:a16="http://schemas.microsoft.com/office/drawing/2014/main" id="{1F587CB4-C439-47AC-AC16-9781C067D53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01847" y="2790480"/>
            <a:ext cx="914400" cy="914400"/>
          </a:xfrm>
          <a:prstGeom prst="rect">
            <a:avLst/>
          </a:prstGeom>
        </p:spPr>
      </p:pic>
      <p:pic>
        <p:nvPicPr>
          <p:cNvPr id="11" name="Graphique 10" descr="Priorités avec un remplissage uni">
            <a:extLst>
              <a:ext uri="{FF2B5EF4-FFF2-40B4-BE49-F238E27FC236}">
                <a16:creationId xmlns:a16="http://schemas.microsoft.com/office/drawing/2014/main" id="{9546DB27-2CB5-46C7-8646-D7B90488ABD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816241" y="3792894"/>
            <a:ext cx="914400" cy="914400"/>
          </a:xfrm>
          <a:prstGeom prst="rect">
            <a:avLst/>
          </a:prstGeom>
        </p:spPr>
      </p:pic>
    </p:spTree>
    <p:extLst>
      <p:ext uri="{BB962C8B-B14F-4D97-AF65-F5344CB8AC3E}">
        <p14:creationId xmlns:p14="http://schemas.microsoft.com/office/powerpoint/2010/main" val="1371842120"/>
      </p:ext>
    </p:extLst>
  </p:cSld>
  <p:clrMapOvr>
    <a:masterClrMapping/>
  </p:clrMapOvr>
  <mc:AlternateContent xmlns:mc="http://schemas.openxmlformats.org/markup-compatibility/2006" xmlns:p14="http://schemas.microsoft.com/office/powerpoint/2010/main">
    <mc:Choice Requires="p14">
      <p:transition spd="slow" p14:dur="2000" advTm="47946"/>
    </mc:Choice>
    <mc:Fallback xmlns="">
      <p:transition spd="slow" advTm="47946"/>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4.1|8.7|22.3|22.9|23.2|27|26.1|16.5|47|33.1"/>
</p:tagLst>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6084</TotalTime>
  <Words>1862</Words>
  <Application>Microsoft Office PowerPoint</Application>
  <PresentationFormat>Grand écran</PresentationFormat>
  <Paragraphs>297</Paragraphs>
  <Slides>22</Slides>
  <Notes>13</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22</vt:i4>
      </vt:variant>
    </vt:vector>
  </HeadingPairs>
  <TitlesOfParts>
    <vt:vector size="33" baseType="lpstr">
      <vt:lpstr>Adobe Fan Heiti Std B</vt:lpstr>
      <vt:lpstr>Arial</vt:lpstr>
      <vt:lpstr>Avenir Next LT Pro</vt:lpstr>
      <vt:lpstr>Britannic Bold</vt:lpstr>
      <vt:lpstr>Calibri</vt:lpstr>
      <vt:lpstr>Century Gothic</vt:lpstr>
      <vt:lpstr>Lucida Console</vt:lpstr>
      <vt:lpstr>Myriad Pro Light</vt:lpstr>
      <vt:lpstr>Rockwell</vt:lpstr>
      <vt:lpstr>Times New Roman</vt:lpstr>
      <vt:lpstr>AccentBoxVTI</vt:lpstr>
      <vt:lpstr>The Content challenges</vt:lpstr>
      <vt:lpstr>Example story</vt:lpstr>
      <vt:lpstr>Challenge #C1  Catching attention</vt:lpstr>
      <vt:lpstr>Share your opinions and experiences</vt:lpstr>
      <vt:lpstr>Challenge #C2 Getting a click / a touch</vt:lpstr>
      <vt:lpstr>Share your opinions and experiences</vt:lpstr>
      <vt:lpstr>Challenge #C3 Know how “Catchy” you can be</vt:lpstr>
      <vt:lpstr>Share your opinions and experiences</vt:lpstr>
      <vt:lpstr>Example story / Use Case</vt:lpstr>
      <vt:lpstr>Challenge #C4 Choose the right content format, balancing scalability and undivided attention</vt:lpstr>
      <vt:lpstr>Share your opinions and experiences</vt:lpstr>
      <vt:lpstr>Challenge #C5 Know your next move : Increase Reach or engagement ?</vt:lpstr>
      <vt:lpstr>Share your opinions and experiences</vt:lpstr>
      <vt:lpstr>Example story / Use Case</vt:lpstr>
      <vt:lpstr>Challenge #C6 :  Engage audience in your content</vt:lpstr>
      <vt:lpstr>Share your opinions and experiences</vt:lpstr>
      <vt:lpstr>Use case, example story</vt:lpstr>
      <vt:lpstr>Challenge #C7 :  Understand the Community Desert circle</vt:lpstr>
      <vt:lpstr>Share your opinions and experiences</vt:lpstr>
      <vt:lpstr>Example story</vt:lpstr>
      <vt:lpstr>Challenge #C8 Choose between creating and curating</vt:lpstr>
      <vt:lpstr>Share your opinions and experiences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48</cp:revision>
  <dcterms:created xsi:type="dcterms:W3CDTF">2020-12-16T10:05:09Z</dcterms:created>
  <dcterms:modified xsi:type="dcterms:W3CDTF">2021-03-22T21:17:14Z</dcterms:modified>
</cp:coreProperties>
</file>